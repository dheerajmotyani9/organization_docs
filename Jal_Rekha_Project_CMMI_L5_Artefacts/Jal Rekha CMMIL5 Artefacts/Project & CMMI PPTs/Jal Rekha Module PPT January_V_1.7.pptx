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93" r:id="rId3"/>
    <p:sldMasterId id="2147483707" r:id="rId4"/>
  </p:sldMasterIdLst>
  <p:notesMasterIdLst>
    <p:notesMasterId r:id="rId59"/>
  </p:notesMasterIdLst>
  <p:sldIdLst>
    <p:sldId id="2147376697" r:id="rId5"/>
    <p:sldId id="2147472990" r:id="rId6"/>
    <p:sldId id="2147472992" r:id="rId7"/>
    <p:sldId id="2147472993" r:id="rId8"/>
    <p:sldId id="2147472994" r:id="rId9"/>
    <p:sldId id="2147376733" r:id="rId10"/>
    <p:sldId id="2147472988" r:id="rId11"/>
    <p:sldId id="2147472991" r:id="rId12"/>
    <p:sldId id="2147472987" r:id="rId13"/>
    <p:sldId id="2147376640" r:id="rId14"/>
    <p:sldId id="2147376728" r:id="rId15"/>
    <p:sldId id="2147376902" r:id="rId16"/>
    <p:sldId id="2147376722" r:id="rId17"/>
    <p:sldId id="2147376723" r:id="rId18"/>
    <p:sldId id="2147376724" r:id="rId19"/>
    <p:sldId id="3344" r:id="rId20"/>
    <p:sldId id="3325" r:id="rId21"/>
    <p:sldId id="2147376725" r:id="rId22"/>
    <p:sldId id="2147376726" r:id="rId23"/>
    <p:sldId id="2147376622" r:id="rId24"/>
    <p:sldId id="2147376643" r:id="rId25"/>
    <p:sldId id="2147376729" r:id="rId26"/>
    <p:sldId id="2147376616" r:id="rId27"/>
    <p:sldId id="2147375289" r:id="rId28"/>
    <p:sldId id="2147376904" r:id="rId29"/>
    <p:sldId id="2147376708" r:id="rId30"/>
    <p:sldId id="2147376709" r:id="rId31"/>
    <p:sldId id="2147376710" r:id="rId32"/>
    <p:sldId id="2147376711" r:id="rId33"/>
    <p:sldId id="2147376712" r:id="rId34"/>
    <p:sldId id="2147376713" r:id="rId35"/>
    <p:sldId id="2147376836" r:id="rId36"/>
    <p:sldId id="2147376837" r:id="rId37"/>
    <p:sldId id="2147376618" r:id="rId38"/>
    <p:sldId id="2147376691" r:id="rId39"/>
    <p:sldId id="2147376892" r:id="rId40"/>
    <p:sldId id="2147376810" r:id="rId41"/>
    <p:sldId id="2147376636" r:id="rId42"/>
    <p:sldId id="2147376707" r:id="rId43"/>
    <p:sldId id="2147376735" r:id="rId44"/>
    <p:sldId id="2147376839" r:id="rId45"/>
    <p:sldId id="2147376906" r:id="rId46"/>
    <p:sldId id="2147376699" r:id="rId47"/>
    <p:sldId id="2147376718" r:id="rId48"/>
    <p:sldId id="2147376717" r:id="rId49"/>
    <p:sldId id="2147376700" r:id="rId50"/>
    <p:sldId id="2147376702" r:id="rId51"/>
    <p:sldId id="2147376840" r:id="rId52"/>
    <p:sldId id="2147376719" r:id="rId53"/>
    <p:sldId id="2147376737" r:id="rId54"/>
    <p:sldId id="2147376897" r:id="rId55"/>
    <p:sldId id="2147376899" r:id="rId56"/>
    <p:sldId id="2147376896" r:id="rId57"/>
    <p:sldId id="2147376895" r:id="rId58"/>
  </p:sldIdLst>
  <p:sldSz cx="12192000" cy="6858000"/>
  <p:notesSz cx="7102475"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569A8B-53AB-46EC-A6BC-B65F5F0A1985}">
          <p14:sldIdLst>
            <p14:sldId id="2147376697"/>
            <p14:sldId id="2147472990"/>
            <p14:sldId id="2147472992"/>
            <p14:sldId id="2147472993"/>
            <p14:sldId id="2147472994"/>
            <p14:sldId id="2147376733"/>
            <p14:sldId id="2147472988"/>
            <p14:sldId id="2147472991"/>
          </p14:sldIdLst>
        </p14:section>
        <p14:section name="Digital Project Monitoring Initiatives" id="{11CC83F8-5B9C-4A68-B125-7DB649F0F8FF}">
          <p14:sldIdLst>
            <p14:sldId id="2147472987"/>
            <p14:sldId id="2147376640"/>
            <p14:sldId id="2147376728"/>
            <p14:sldId id="2147376902"/>
            <p14:sldId id="2147376722"/>
            <p14:sldId id="2147376723"/>
            <p14:sldId id="2147376724"/>
            <p14:sldId id="3344"/>
            <p14:sldId id="3325"/>
            <p14:sldId id="2147376725"/>
            <p14:sldId id="2147376726"/>
            <p14:sldId id="2147376622"/>
            <p14:sldId id="2147376643"/>
            <p14:sldId id="2147376729"/>
            <p14:sldId id="2147376616"/>
            <p14:sldId id="2147375289"/>
            <p14:sldId id="2147376904"/>
            <p14:sldId id="2147376708"/>
            <p14:sldId id="2147376709"/>
            <p14:sldId id="2147376710"/>
            <p14:sldId id="2147376711"/>
            <p14:sldId id="2147376712"/>
            <p14:sldId id="2147376713"/>
            <p14:sldId id="2147376836"/>
            <p14:sldId id="2147376837"/>
            <p14:sldId id="2147376618"/>
            <p14:sldId id="2147376691"/>
            <p14:sldId id="2147376892"/>
            <p14:sldId id="2147376810"/>
            <p14:sldId id="2147376636"/>
            <p14:sldId id="2147376707"/>
            <p14:sldId id="2147376735"/>
            <p14:sldId id="2147376839"/>
            <p14:sldId id="2147376906"/>
            <p14:sldId id="2147376699"/>
            <p14:sldId id="2147376718"/>
            <p14:sldId id="2147376717"/>
            <p14:sldId id="2147376700"/>
            <p14:sldId id="2147376702"/>
            <p14:sldId id="2147376840"/>
            <p14:sldId id="2147376719"/>
            <p14:sldId id="2147376737"/>
            <p14:sldId id="2147376897"/>
            <p14:sldId id="2147376899"/>
            <p14:sldId id="2147376896"/>
            <p14:sldId id="214737689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1FE"/>
    <a:srgbClr val="DAE3F3"/>
    <a:srgbClr val="FFFFFF"/>
    <a:srgbClr val="FFFFCC"/>
    <a:srgbClr val="FFE699"/>
    <a:srgbClr val="DBDBDB"/>
    <a:srgbClr val="FFFF00"/>
    <a:srgbClr val="C5E0B4"/>
    <a:srgbClr val="BDD7EE"/>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C4D577-24F8-4B3D-BECB-00124DE607DF}" v="132" dt="2025-10-03T12:37:41.319"/>
  </p1510:revLst>
</p1510:revInfo>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60" d="100"/>
          <a:sy n="60" d="100"/>
        </p:scale>
        <p:origin x="836"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wani Mishra" userId="15d57bc9-d3a4-4ee8-885b-38ce2f0c857c" providerId="ADAL" clId="{C3E1C359-A418-4345-B34A-9CEEBE2EEB62}"/>
    <pc:docChg chg="modSld">
      <pc:chgData name="Ashwani Mishra" userId="15d57bc9-d3a4-4ee8-885b-38ce2f0c857c" providerId="ADAL" clId="{C3E1C359-A418-4345-B34A-9CEEBE2EEB62}" dt="2024-04-05T11:07:22.079" v="76" actId="20577"/>
      <pc:docMkLst>
        <pc:docMk/>
      </pc:docMkLst>
      <pc:sldChg chg="modSp mod">
        <pc:chgData name="Ashwani Mishra" userId="15d57bc9-d3a4-4ee8-885b-38ce2f0c857c" providerId="ADAL" clId="{C3E1C359-A418-4345-B34A-9CEEBE2EEB62}" dt="2024-04-05T11:07:22.079" v="76" actId="20577"/>
        <pc:sldMkLst>
          <pc:docMk/>
          <pc:sldMk cId="1563699850" sldId="2147376144"/>
        </pc:sldMkLst>
      </pc:sldChg>
    </pc:docChg>
  </pc:docChgLst>
  <pc:docChgLst>
    <pc:chgData name="Vasant K Tiwari" userId="94ab7f94-4dc6-474c-9a49-34f940ad4691" providerId="ADAL" clId="{85CF1AAB-2AF0-437E-933A-F839AA0255E9}"/>
    <pc:docChg chg="undo custSel modSld">
      <pc:chgData name="Vasant K Tiwari" userId="94ab7f94-4dc6-474c-9a49-34f940ad4691" providerId="ADAL" clId="{85CF1AAB-2AF0-437E-933A-F839AA0255E9}" dt="2024-06-28T08:19:58.179" v="6" actId="20577"/>
      <pc:docMkLst>
        <pc:docMk/>
      </pc:docMkLst>
      <pc:sldChg chg="modSp mod">
        <pc:chgData name="Vasant K Tiwari" userId="94ab7f94-4dc6-474c-9a49-34f940ad4691" providerId="ADAL" clId="{85CF1AAB-2AF0-437E-933A-F839AA0255E9}" dt="2024-06-28T08:19:58.179" v="6" actId="20577"/>
        <pc:sldMkLst>
          <pc:docMk/>
          <pc:sldMk cId="1500137299" sldId="2147376156"/>
        </pc:sldMkLst>
      </pc:sldChg>
    </pc:docChg>
  </pc:docChgLst>
  <pc:docChgLst>
    <pc:chgData name="Ashwani Mishra" userId="15d57bc9-d3a4-4ee8-885b-38ce2f0c857c" providerId="ADAL" clId="{57C1E563-1B41-4DEE-B693-669A118EF6F3}"/>
    <pc:docChg chg="undo redo custSel addSld delSld modSld sldOrd modNotesMaster">
      <pc:chgData name="Ashwani Mishra" userId="15d57bc9-d3a4-4ee8-885b-38ce2f0c857c" providerId="ADAL" clId="{57C1E563-1B41-4DEE-B693-669A118EF6F3}" dt="2025-03-05T08:20:04.308" v="867" actId="20577"/>
      <pc:docMkLst>
        <pc:docMk/>
      </pc:docMkLst>
      <pc:sldChg chg="modNotes">
        <pc:chgData name="Ashwani Mishra" userId="15d57bc9-d3a4-4ee8-885b-38ce2f0c857c" providerId="ADAL" clId="{57C1E563-1B41-4DEE-B693-669A118EF6F3}" dt="2025-03-05T07:17:59.180" v="817"/>
        <pc:sldMkLst>
          <pc:docMk/>
          <pc:sldMk cId="2700264757" sldId="358"/>
        </pc:sldMkLst>
      </pc:sldChg>
      <pc:sldChg chg="modNotes">
        <pc:chgData name="Ashwani Mishra" userId="15d57bc9-d3a4-4ee8-885b-38ce2f0c857c" providerId="ADAL" clId="{57C1E563-1B41-4DEE-B693-669A118EF6F3}" dt="2025-03-05T07:17:59.180" v="817"/>
        <pc:sldMkLst>
          <pc:docMk/>
          <pc:sldMk cId="4095797323" sldId="6031"/>
        </pc:sldMkLst>
      </pc:sldChg>
      <pc:sldChg chg="modNotes">
        <pc:chgData name="Ashwani Mishra" userId="15d57bc9-d3a4-4ee8-885b-38ce2f0c857c" providerId="ADAL" clId="{57C1E563-1B41-4DEE-B693-669A118EF6F3}" dt="2025-03-05T07:17:59.180" v="817"/>
        <pc:sldMkLst>
          <pc:docMk/>
          <pc:sldMk cId="2960193944" sldId="6032"/>
        </pc:sldMkLst>
      </pc:sldChg>
      <pc:sldChg chg="modNotes">
        <pc:chgData name="Ashwani Mishra" userId="15d57bc9-d3a4-4ee8-885b-38ce2f0c857c" providerId="ADAL" clId="{57C1E563-1B41-4DEE-B693-669A118EF6F3}" dt="2025-03-05T07:17:59.180" v="817"/>
        <pc:sldMkLst>
          <pc:docMk/>
          <pc:sldMk cId="3762988662" sldId="6033"/>
        </pc:sldMkLst>
      </pc:sldChg>
      <pc:sldChg chg="modSp mod ord">
        <pc:chgData name="Ashwani Mishra" userId="15d57bc9-d3a4-4ee8-885b-38ce2f0c857c" providerId="ADAL" clId="{57C1E563-1B41-4DEE-B693-669A118EF6F3}" dt="2025-03-05T06:03:43.133" v="656"/>
        <pc:sldMkLst>
          <pc:docMk/>
          <pc:sldMk cId="799634694" sldId="2145708978"/>
        </pc:sldMkLst>
      </pc:sldChg>
      <pc:sldChg chg="modSp mod">
        <pc:chgData name="Ashwani Mishra" userId="15d57bc9-d3a4-4ee8-885b-38ce2f0c857c" providerId="ADAL" clId="{57C1E563-1B41-4DEE-B693-669A118EF6F3}" dt="2025-03-05T07:22:31.018" v="819" actId="20577"/>
        <pc:sldMkLst>
          <pc:docMk/>
          <pc:sldMk cId="2915413342" sldId="2145709040"/>
        </pc:sldMkLst>
      </pc:sldChg>
      <pc:sldChg chg="modSp mod">
        <pc:chgData name="Ashwani Mishra" userId="15d57bc9-d3a4-4ee8-885b-38ce2f0c857c" providerId="ADAL" clId="{57C1E563-1B41-4DEE-B693-669A118EF6F3}" dt="2025-03-05T08:20:04.308" v="867" actId="20577"/>
        <pc:sldMkLst>
          <pc:docMk/>
          <pc:sldMk cId="4283047361" sldId="2145709053"/>
        </pc:sldMkLst>
      </pc:sldChg>
      <pc:sldChg chg="modSp mod">
        <pc:chgData name="Ashwani Mishra" userId="15d57bc9-d3a4-4ee8-885b-38ce2f0c857c" providerId="ADAL" clId="{57C1E563-1B41-4DEE-B693-669A118EF6F3}" dt="2025-03-05T05:45:50.485" v="509"/>
        <pc:sldMkLst>
          <pc:docMk/>
          <pc:sldMk cId="1799826521" sldId="2145709055"/>
        </pc:sldMkLst>
      </pc:sldChg>
      <pc:sldChg chg="addSp delSp modSp mod">
        <pc:chgData name="Ashwani Mishra" userId="15d57bc9-d3a4-4ee8-885b-38ce2f0c857c" providerId="ADAL" clId="{57C1E563-1B41-4DEE-B693-669A118EF6F3}" dt="2025-03-05T05:45:58.334" v="511"/>
        <pc:sldMkLst>
          <pc:docMk/>
          <pc:sldMk cId="3925078302" sldId="2145709056"/>
        </pc:sldMkLst>
      </pc:sldChg>
      <pc:sldChg chg="addSp delSp modSp mod">
        <pc:chgData name="Ashwani Mishra" userId="15d57bc9-d3a4-4ee8-885b-38ce2f0c857c" providerId="ADAL" clId="{57C1E563-1B41-4DEE-B693-669A118EF6F3}" dt="2025-03-05T05:46:03.601" v="513"/>
        <pc:sldMkLst>
          <pc:docMk/>
          <pc:sldMk cId="2557009241" sldId="2145709057"/>
        </pc:sldMkLst>
      </pc:sldChg>
      <pc:sldChg chg="modSp mod">
        <pc:chgData name="Ashwani Mishra" userId="15d57bc9-d3a4-4ee8-885b-38ce2f0c857c" providerId="ADAL" clId="{57C1E563-1B41-4DEE-B693-669A118EF6F3}" dt="2025-03-05T05:57:14.147" v="622"/>
        <pc:sldMkLst>
          <pc:docMk/>
          <pc:sldMk cId="730183974" sldId="2145709066"/>
        </pc:sldMkLst>
      </pc:sldChg>
      <pc:sldChg chg="modSp mod ord">
        <pc:chgData name="Ashwani Mishra" userId="15d57bc9-d3a4-4ee8-885b-38ce2f0c857c" providerId="ADAL" clId="{57C1E563-1B41-4DEE-B693-669A118EF6F3}" dt="2025-03-05T05:48:55.686" v="546" actId="108"/>
        <pc:sldMkLst>
          <pc:docMk/>
          <pc:sldMk cId="545096286" sldId="2145709171"/>
        </pc:sldMkLst>
      </pc:sldChg>
      <pc:sldChg chg="ord">
        <pc:chgData name="Ashwani Mishra" userId="15d57bc9-d3a4-4ee8-885b-38ce2f0c857c" providerId="ADAL" clId="{57C1E563-1B41-4DEE-B693-669A118EF6F3}" dt="2025-03-05T05:32:28.135" v="462"/>
        <pc:sldMkLst>
          <pc:docMk/>
          <pc:sldMk cId="2719157650" sldId="2145709215"/>
        </pc:sldMkLst>
      </pc:sldChg>
      <pc:sldChg chg="modNotes">
        <pc:chgData name="Ashwani Mishra" userId="15d57bc9-d3a4-4ee8-885b-38ce2f0c857c" providerId="ADAL" clId="{57C1E563-1B41-4DEE-B693-669A118EF6F3}" dt="2025-03-05T07:17:59.180" v="817"/>
        <pc:sldMkLst>
          <pc:docMk/>
          <pc:sldMk cId="2882579402" sldId="2145709222"/>
        </pc:sldMkLst>
      </pc:sldChg>
      <pc:sldChg chg="add">
        <pc:chgData name="Ashwani Mishra" userId="15d57bc9-d3a4-4ee8-885b-38ce2f0c857c" providerId="ADAL" clId="{57C1E563-1B41-4DEE-B693-669A118EF6F3}" dt="2025-03-05T05:26:47.790" v="458"/>
        <pc:sldMkLst>
          <pc:docMk/>
          <pc:sldMk cId="938535941" sldId="2145709223"/>
        </pc:sldMkLst>
      </pc:sldChg>
      <pc:sldChg chg="del">
        <pc:chgData name="Ashwani Mishra" userId="15d57bc9-d3a4-4ee8-885b-38ce2f0c857c" providerId="ADAL" clId="{57C1E563-1B41-4DEE-B693-669A118EF6F3}" dt="2025-03-05T05:26:42.185" v="457" actId="2696"/>
        <pc:sldMkLst>
          <pc:docMk/>
          <pc:sldMk cId="4219571640" sldId="2145709223"/>
        </pc:sldMkLst>
      </pc:sldChg>
      <pc:sldChg chg="modNotes">
        <pc:chgData name="Ashwani Mishra" userId="15d57bc9-d3a4-4ee8-885b-38ce2f0c857c" providerId="ADAL" clId="{57C1E563-1B41-4DEE-B693-669A118EF6F3}" dt="2025-03-05T07:17:59.180" v="817"/>
        <pc:sldMkLst>
          <pc:docMk/>
          <pc:sldMk cId="2993260989" sldId="2145709224"/>
        </pc:sldMkLst>
      </pc:sldChg>
      <pc:sldChg chg="modNotes">
        <pc:chgData name="Ashwani Mishra" userId="15d57bc9-d3a4-4ee8-885b-38ce2f0c857c" providerId="ADAL" clId="{57C1E563-1B41-4DEE-B693-669A118EF6F3}" dt="2025-03-05T07:17:59.180" v="817"/>
        <pc:sldMkLst>
          <pc:docMk/>
          <pc:sldMk cId="3660305007" sldId="2145709229"/>
        </pc:sldMkLst>
      </pc:sldChg>
      <pc:sldChg chg="modNotes">
        <pc:chgData name="Ashwani Mishra" userId="15d57bc9-d3a4-4ee8-885b-38ce2f0c857c" providerId="ADAL" clId="{57C1E563-1B41-4DEE-B693-669A118EF6F3}" dt="2025-03-05T07:17:59.180" v="817"/>
        <pc:sldMkLst>
          <pc:docMk/>
          <pc:sldMk cId="1650825569" sldId="2145709230"/>
        </pc:sldMkLst>
      </pc:sldChg>
      <pc:sldChg chg="modNotes">
        <pc:chgData name="Ashwani Mishra" userId="15d57bc9-d3a4-4ee8-885b-38ce2f0c857c" providerId="ADAL" clId="{57C1E563-1B41-4DEE-B693-669A118EF6F3}" dt="2025-03-05T07:17:59.180" v="817"/>
        <pc:sldMkLst>
          <pc:docMk/>
          <pc:sldMk cId="2106846554" sldId="2145709232"/>
        </pc:sldMkLst>
      </pc:sldChg>
      <pc:sldChg chg="modNotes">
        <pc:chgData name="Ashwani Mishra" userId="15d57bc9-d3a4-4ee8-885b-38ce2f0c857c" providerId="ADAL" clId="{57C1E563-1B41-4DEE-B693-669A118EF6F3}" dt="2025-03-05T07:17:59.180" v="817"/>
        <pc:sldMkLst>
          <pc:docMk/>
          <pc:sldMk cId="2912954689" sldId="2145709236"/>
        </pc:sldMkLst>
      </pc:sldChg>
      <pc:sldChg chg="modNotes">
        <pc:chgData name="Ashwani Mishra" userId="15d57bc9-d3a4-4ee8-885b-38ce2f0c857c" providerId="ADAL" clId="{57C1E563-1B41-4DEE-B693-669A118EF6F3}" dt="2025-03-05T07:17:59.180" v="817"/>
        <pc:sldMkLst>
          <pc:docMk/>
          <pc:sldMk cId="3951430112" sldId="2145709237"/>
        </pc:sldMkLst>
      </pc:sldChg>
      <pc:sldChg chg="modNotes">
        <pc:chgData name="Ashwani Mishra" userId="15d57bc9-d3a4-4ee8-885b-38ce2f0c857c" providerId="ADAL" clId="{57C1E563-1B41-4DEE-B693-669A118EF6F3}" dt="2025-03-05T07:17:59.180" v="817"/>
        <pc:sldMkLst>
          <pc:docMk/>
          <pc:sldMk cId="3197901299" sldId="2145709238"/>
        </pc:sldMkLst>
      </pc:sldChg>
      <pc:sldChg chg="modNotes">
        <pc:chgData name="Ashwani Mishra" userId="15d57bc9-d3a4-4ee8-885b-38ce2f0c857c" providerId="ADAL" clId="{57C1E563-1B41-4DEE-B693-669A118EF6F3}" dt="2025-03-05T07:17:59.180" v="817"/>
        <pc:sldMkLst>
          <pc:docMk/>
          <pc:sldMk cId="1896298845" sldId="2147376142"/>
        </pc:sldMkLst>
      </pc:sldChg>
      <pc:sldChg chg="modNotes">
        <pc:chgData name="Ashwani Mishra" userId="15d57bc9-d3a4-4ee8-885b-38ce2f0c857c" providerId="ADAL" clId="{57C1E563-1B41-4DEE-B693-669A118EF6F3}" dt="2025-03-05T07:17:59.180" v="817"/>
        <pc:sldMkLst>
          <pc:docMk/>
          <pc:sldMk cId="1949651568" sldId="2147376143"/>
        </pc:sldMkLst>
      </pc:sldChg>
      <pc:sldChg chg="del">
        <pc:chgData name="Ashwani Mishra" userId="15d57bc9-d3a4-4ee8-885b-38ce2f0c857c" providerId="ADAL" clId="{57C1E563-1B41-4DEE-B693-669A118EF6F3}" dt="2025-01-12T13:46:40.040" v="234" actId="47"/>
        <pc:sldMkLst>
          <pc:docMk/>
          <pc:sldMk cId="1563699850" sldId="2147376144"/>
        </pc:sldMkLst>
      </pc:sldChg>
      <pc:sldChg chg="modNotes">
        <pc:chgData name="Ashwani Mishra" userId="15d57bc9-d3a4-4ee8-885b-38ce2f0c857c" providerId="ADAL" clId="{57C1E563-1B41-4DEE-B693-669A118EF6F3}" dt="2025-03-05T07:17:59.180" v="817"/>
        <pc:sldMkLst>
          <pc:docMk/>
          <pc:sldMk cId="2347247811" sldId="2147376146"/>
        </pc:sldMkLst>
      </pc:sldChg>
      <pc:sldChg chg="modSp mod">
        <pc:chgData name="Ashwani Mishra" userId="15d57bc9-d3a4-4ee8-885b-38ce2f0c857c" providerId="ADAL" clId="{57C1E563-1B41-4DEE-B693-669A118EF6F3}" dt="2025-03-05T05:46:13.757" v="517" actId="6549"/>
        <pc:sldMkLst>
          <pc:docMk/>
          <pc:sldMk cId="3709877784" sldId="2147376147"/>
        </pc:sldMkLst>
      </pc:sldChg>
      <pc:sldChg chg="addSp delSp modSp mod">
        <pc:chgData name="Ashwani Mishra" userId="15d57bc9-d3a4-4ee8-885b-38ce2f0c857c" providerId="ADAL" clId="{57C1E563-1B41-4DEE-B693-669A118EF6F3}" dt="2025-03-05T08:05:21.175" v="848" actId="3626"/>
        <pc:sldMkLst>
          <pc:docMk/>
          <pc:sldMk cId="1500137299" sldId="2147376156"/>
        </pc:sldMkLst>
      </pc:sldChg>
      <pc:sldChg chg="modSp mod">
        <pc:chgData name="Ashwani Mishra" userId="15d57bc9-d3a4-4ee8-885b-38ce2f0c857c" providerId="ADAL" clId="{57C1E563-1B41-4DEE-B693-669A118EF6F3}" dt="2025-03-05T07:17:02.577" v="816" actId="20577"/>
        <pc:sldMkLst>
          <pc:docMk/>
          <pc:sldMk cId="433682352" sldId="2147376160"/>
        </pc:sldMkLst>
      </pc:sldChg>
      <pc:sldChg chg="add del">
        <pc:chgData name="Ashwani Mishra" userId="15d57bc9-d3a4-4ee8-885b-38ce2f0c857c" providerId="ADAL" clId="{57C1E563-1B41-4DEE-B693-669A118EF6F3}" dt="2025-03-05T05:26:42.185" v="457" actId="2696"/>
        <pc:sldMkLst>
          <pc:docMk/>
          <pc:sldMk cId="802019646" sldId="2147376161"/>
        </pc:sldMkLst>
      </pc:sldChg>
      <pc:sldChg chg="add">
        <pc:chgData name="Ashwani Mishra" userId="15d57bc9-d3a4-4ee8-885b-38ce2f0c857c" providerId="ADAL" clId="{57C1E563-1B41-4DEE-B693-669A118EF6F3}" dt="2025-03-05T05:26:47.790" v="458"/>
        <pc:sldMkLst>
          <pc:docMk/>
          <pc:sldMk cId="2032984443" sldId="2147376161"/>
        </pc:sldMkLst>
      </pc:sldChg>
      <pc:sldChg chg="del">
        <pc:chgData name="Ashwani Mishra" userId="15d57bc9-d3a4-4ee8-885b-38ce2f0c857c" providerId="ADAL" clId="{57C1E563-1B41-4DEE-B693-669A118EF6F3}" dt="2025-03-05T05:26:42.185" v="457" actId="2696"/>
        <pc:sldMkLst>
          <pc:docMk/>
          <pc:sldMk cId="3425562321" sldId="2147376162"/>
        </pc:sldMkLst>
      </pc:sldChg>
      <pc:sldChg chg="add">
        <pc:chgData name="Ashwani Mishra" userId="15d57bc9-d3a4-4ee8-885b-38ce2f0c857c" providerId="ADAL" clId="{57C1E563-1B41-4DEE-B693-669A118EF6F3}" dt="2025-03-05T05:26:47.790" v="458"/>
        <pc:sldMkLst>
          <pc:docMk/>
          <pc:sldMk cId="3763892721" sldId="2147376162"/>
        </pc:sldMkLst>
      </pc:sldChg>
      <pc:sldChg chg="add">
        <pc:chgData name="Ashwani Mishra" userId="15d57bc9-d3a4-4ee8-885b-38ce2f0c857c" providerId="ADAL" clId="{57C1E563-1B41-4DEE-B693-669A118EF6F3}" dt="2025-03-05T07:14:19.586" v="779"/>
        <pc:sldMkLst>
          <pc:docMk/>
          <pc:sldMk cId="1971803690" sldId="2147376478"/>
        </pc:sldMkLst>
      </pc:sldChg>
      <pc:sldChg chg="modSp add del mod">
        <pc:chgData name="Ashwani Mishra" userId="15d57bc9-d3a4-4ee8-885b-38ce2f0c857c" providerId="ADAL" clId="{57C1E563-1B41-4DEE-B693-669A118EF6F3}" dt="2025-03-05T07:14:16.604" v="778" actId="2696"/>
        <pc:sldMkLst>
          <pc:docMk/>
          <pc:sldMk cId="4225733153" sldId="2147376478"/>
        </pc:sldMkLst>
      </pc:sldChg>
      <pc:sldChg chg="modSp add mod">
        <pc:chgData name="Ashwani Mishra" userId="15d57bc9-d3a4-4ee8-885b-38ce2f0c857c" providerId="ADAL" clId="{57C1E563-1B41-4DEE-B693-669A118EF6F3}" dt="2025-03-05T07:28:29.279" v="847" actId="6549"/>
        <pc:sldMkLst>
          <pc:docMk/>
          <pc:sldMk cId="3576340285" sldId="2147376479"/>
        </pc:sldMkLst>
      </pc:sldChg>
    </pc:docChg>
  </pc:docChgLst>
  <pc:docChgLst>
    <pc:chgData name="Ashwani Mishra" userId="15d57bc9-d3a4-4ee8-885b-38ce2f0c857c" providerId="ADAL" clId="{E233A9CB-F475-48B6-8302-7D6BEB5FC930}"/>
    <pc:docChg chg="undo custSel delSld modSld">
      <pc:chgData name="Ashwani Mishra" userId="15d57bc9-d3a4-4ee8-885b-38ce2f0c857c" providerId="ADAL" clId="{E233A9CB-F475-48B6-8302-7D6BEB5FC930}" dt="2024-04-16T10:17:26.241" v="392" actId="20577"/>
      <pc:docMkLst>
        <pc:docMk/>
      </pc:docMkLst>
      <pc:sldChg chg="del">
        <pc:chgData name="Ashwani Mishra" userId="15d57bc9-d3a4-4ee8-885b-38ce2f0c857c" providerId="ADAL" clId="{E233A9CB-F475-48B6-8302-7D6BEB5FC930}" dt="2024-04-16T07:07:09.993" v="0" actId="47"/>
        <pc:sldMkLst>
          <pc:docMk/>
          <pc:sldMk cId="2674691802" sldId="1071"/>
        </pc:sldMkLst>
      </pc:sldChg>
      <pc:sldChg chg="del">
        <pc:chgData name="Ashwani Mishra" userId="15d57bc9-d3a4-4ee8-885b-38ce2f0c857c" providerId="ADAL" clId="{E233A9CB-F475-48B6-8302-7D6BEB5FC930}" dt="2024-04-16T07:07:09.993" v="0" actId="47"/>
        <pc:sldMkLst>
          <pc:docMk/>
          <pc:sldMk cId="1664173342" sldId="1078"/>
        </pc:sldMkLst>
      </pc:sldChg>
      <pc:sldChg chg="del">
        <pc:chgData name="Ashwani Mishra" userId="15d57bc9-d3a4-4ee8-885b-38ce2f0c857c" providerId="ADAL" clId="{E233A9CB-F475-48B6-8302-7D6BEB5FC930}" dt="2024-04-16T07:07:09.993" v="0" actId="47"/>
        <pc:sldMkLst>
          <pc:docMk/>
          <pc:sldMk cId="1355854404" sldId="1124"/>
        </pc:sldMkLst>
      </pc:sldChg>
      <pc:sldChg chg="del">
        <pc:chgData name="Ashwani Mishra" userId="15d57bc9-d3a4-4ee8-885b-38ce2f0c857c" providerId="ADAL" clId="{E233A9CB-F475-48B6-8302-7D6BEB5FC930}" dt="2024-04-16T07:07:09.993" v="0" actId="47"/>
        <pc:sldMkLst>
          <pc:docMk/>
          <pc:sldMk cId="2148066592" sldId="5987"/>
        </pc:sldMkLst>
      </pc:sldChg>
      <pc:sldChg chg="del">
        <pc:chgData name="Ashwani Mishra" userId="15d57bc9-d3a4-4ee8-885b-38ce2f0c857c" providerId="ADAL" clId="{E233A9CB-F475-48B6-8302-7D6BEB5FC930}" dt="2024-04-16T07:07:09.993" v="0" actId="47"/>
        <pc:sldMkLst>
          <pc:docMk/>
          <pc:sldMk cId="636723040" sldId="6023"/>
        </pc:sldMkLst>
      </pc:sldChg>
      <pc:sldChg chg="del">
        <pc:chgData name="Ashwani Mishra" userId="15d57bc9-d3a4-4ee8-885b-38ce2f0c857c" providerId="ADAL" clId="{E233A9CB-F475-48B6-8302-7D6BEB5FC930}" dt="2024-04-16T07:07:09.993" v="0" actId="47"/>
        <pc:sldMkLst>
          <pc:docMk/>
          <pc:sldMk cId="2653737877" sldId="6024"/>
        </pc:sldMkLst>
      </pc:sldChg>
      <pc:sldChg chg="del">
        <pc:chgData name="Ashwani Mishra" userId="15d57bc9-d3a4-4ee8-885b-38ce2f0c857c" providerId="ADAL" clId="{E233A9CB-F475-48B6-8302-7D6BEB5FC930}" dt="2024-04-16T07:07:09.993" v="0" actId="47"/>
        <pc:sldMkLst>
          <pc:docMk/>
          <pc:sldMk cId="939738045" sldId="6025"/>
        </pc:sldMkLst>
      </pc:sldChg>
      <pc:sldChg chg="del">
        <pc:chgData name="Ashwani Mishra" userId="15d57bc9-d3a4-4ee8-885b-38ce2f0c857c" providerId="ADAL" clId="{E233A9CB-F475-48B6-8302-7D6BEB5FC930}" dt="2024-04-16T07:07:09.993" v="0" actId="47"/>
        <pc:sldMkLst>
          <pc:docMk/>
          <pc:sldMk cId="577158544" sldId="6026"/>
        </pc:sldMkLst>
      </pc:sldChg>
      <pc:sldChg chg="del">
        <pc:chgData name="Ashwani Mishra" userId="15d57bc9-d3a4-4ee8-885b-38ce2f0c857c" providerId="ADAL" clId="{E233A9CB-F475-48B6-8302-7D6BEB5FC930}" dt="2024-04-16T07:07:09.993" v="0" actId="47"/>
        <pc:sldMkLst>
          <pc:docMk/>
          <pc:sldMk cId="4113491957" sldId="6027"/>
        </pc:sldMkLst>
      </pc:sldChg>
      <pc:sldChg chg="del">
        <pc:chgData name="Ashwani Mishra" userId="15d57bc9-d3a4-4ee8-885b-38ce2f0c857c" providerId="ADAL" clId="{E233A9CB-F475-48B6-8302-7D6BEB5FC930}" dt="2024-04-16T07:07:09.993" v="0" actId="47"/>
        <pc:sldMkLst>
          <pc:docMk/>
          <pc:sldMk cId="882491929" sldId="6028"/>
        </pc:sldMkLst>
      </pc:sldChg>
      <pc:sldChg chg="del">
        <pc:chgData name="Ashwani Mishra" userId="15d57bc9-d3a4-4ee8-885b-38ce2f0c857c" providerId="ADAL" clId="{E233A9CB-F475-48B6-8302-7D6BEB5FC930}" dt="2024-04-16T07:07:09.993" v="0" actId="47"/>
        <pc:sldMkLst>
          <pc:docMk/>
          <pc:sldMk cId="2750019430" sldId="6029"/>
        </pc:sldMkLst>
      </pc:sldChg>
      <pc:sldChg chg="del">
        <pc:chgData name="Ashwani Mishra" userId="15d57bc9-d3a4-4ee8-885b-38ce2f0c857c" providerId="ADAL" clId="{E233A9CB-F475-48B6-8302-7D6BEB5FC930}" dt="2024-04-16T07:07:09.993" v="0" actId="47"/>
        <pc:sldMkLst>
          <pc:docMk/>
          <pc:sldMk cId="1575563361" sldId="6030"/>
        </pc:sldMkLst>
      </pc:sldChg>
      <pc:sldChg chg="del">
        <pc:chgData name="Ashwani Mishra" userId="15d57bc9-d3a4-4ee8-885b-38ce2f0c857c" providerId="ADAL" clId="{E233A9CB-F475-48B6-8302-7D6BEB5FC930}" dt="2024-04-16T07:07:09.993" v="0" actId="47"/>
        <pc:sldMkLst>
          <pc:docMk/>
          <pc:sldMk cId="1305255286" sldId="6186"/>
        </pc:sldMkLst>
      </pc:sldChg>
      <pc:sldChg chg="del">
        <pc:chgData name="Ashwani Mishra" userId="15d57bc9-d3a4-4ee8-885b-38ce2f0c857c" providerId="ADAL" clId="{E233A9CB-F475-48B6-8302-7D6BEB5FC930}" dt="2024-04-16T07:07:09.993" v="0" actId="47"/>
        <pc:sldMkLst>
          <pc:docMk/>
          <pc:sldMk cId="3421123101" sldId="6187"/>
        </pc:sldMkLst>
      </pc:sldChg>
      <pc:sldChg chg="del">
        <pc:chgData name="Ashwani Mishra" userId="15d57bc9-d3a4-4ee8-885b-38ce2f0c857c" providerId="ADAL" clId="{E233A9CB-F475-48B6-8302-7D6BEB5FC930}" dt="2024-04-16T07:07:09.993" v="0" actId="47"/>
        <pc:sldMkLst>
          <pc:docMk/>
          <pc:sldMk cId="537113278" sldId="6191"/>
        </pc:sldMkLst>
      </pc:sldChg>
      <pc:sldChg chg="del">
        <pc:chgData name="Ashwani Mishra" userId="15d57bc9-d3a4-4ee8-885b-38ce2f0c857c" providerId="ADAL" clId="{E233A9CB-F475-48B6-8302-7D6BEB5FC930}" dt="2024-04-16T07:07:09.993" v="0" actId="47"/>
        <pc:sldMkLst>
          <pc:docMk/>
          <pc:sldMk cId="3274039972" sldId="6237"/>
        </pc:sldMkLst>
      </pc:sldChg>
      <pc:sldChg chg="del">
        <pc:chgData name="Ashwani Mishra" userId="15d57bc9-d3a4-4ee8-885b-38ce2f0c857c" providerId="ADAL" clId="{E233A9CB-F475-48B6-8302-7D6BEB5FC930}" dt="2024-04-16T07:07:09.993" v="0" actId="47"/>
        <pc:sldMkLst>
          <pc:docMk/>
          <pc:sldMk cId="2486920137" sldId="6238"/>
        </pc:sldMkLst>
      </pc:sldChg>
      <pc:sldChg chg="del">
        <pc:chgData name="Ashwani Mishra" userId="15d57bc9-d3a4-4ee8-885b-38ce2f0c857c" providerId="ADAL" clId="{E233A9CB-F475-48B6-8302-7D6BEB5FC930}" dt="2024-04-16T07:07:09.993" v="0" actId="47"/>
        <pc:sldMkLst>
          <pc:docMk/>
          <pc:sldMk cId="4082563290" sldId="6239"/>
        </pc:sldMkLst>
      </pc:sldChg>
      <pc:sldChg chg="del">
        <pc:chgData name="Ashwani Mishra" userId="15d57bc9-d3a4-4ee8-885b-38ce2f0c857c" providerId="ADAL" clId="{E233A9CB-F475-48B6-8302-7D6BEB5FC930}" dt="2024-04-16T07:07:09.993" v="0" actId="47"/>
        <pc:sldMkLst>
          <pc:docMk/>
          <pc:sldMk cId="3831660665" sldId="6240"/>
        </pc:sldMkLst>
      </pc:sldChg>
      <pc:sldChg chg="del">
        <pc:chgData name="Ashwani Mishra" userId="15d57bc9-d3a4-4ee8-885b-38ce2f0c857c" providerId="ADAL" clId="{E233A9CB-F475-48B6-8302-7D6BEB5FC930}" dt="2024-04-16T07:07:09.993" v="0" actId="47"/>
        <pc:sldMkLst>
          <pc:docMk/>
          <pc:sldMk cId="3247017999" sldId="6241"/>
        </pc:sldMkLst>
      </pc:sldChg>
      <pc:sldChg chg="del">
        <pc:chgData name="Ashwani Mishra" userId="15d57bc9-d3a4-4ee8-885b-38ce2f0c857c" providerId="ADAL" clId="{E233A9CB-F475-48B6-8302-7D6BEB5FC930}" dt="2024-04-16T07:07:09.993" v="0" actId="47"/>
        <pc:sldMkLst>
          <pc:docMk/>
          <pc:sldMk cId="4006338570" sldId="6242"/>
        </pc:sldMkLst>
      </pc:sldChg>
      <pc:sldChg chg="del">
        <pc:chgData name="Ashwani Mishra" userId="15d57bc9-d3a4-4ee8-885b-38ce2f0c857c" providerId="ADAL" clId="{E233A9CB-F475-48B6-8302-7D6BEB5FC930}" dt="2024-04-16T07:07:09.993" v="0" actId="47"/>
        <pc:sldMkLst>
          <pc:docMk/>
          <pc:sldMk cId="56598862" sldId="6243"/>
        </pc:sldMkLst>
      </pc:sldChg>
      <pc:sldChg chg="del">
        <pc:chgData name="Ashwani Mishra" userId="15d57bc9-d3a4-4ee8-885b-38ce2f0c857c" providerId="ADAL" clId="{E233A9CB-F475-48B6-8302-7D6BEB5FC930}" dt="2024-04-16T07:07:09.993" v="0" actId="47"/>
        <pc:sldMkLst>
          <pc:docMk/>
          <pc:sldMk cId="3703837385" sldId="6244"/>
        </pc:sldMkLst>
      </pc:sldChg>
      <pc:sldChg chg="del">
        <pc:chgData name="Ashwani Mishra" userId="15d57bc9-d3a4-4ee8-885b-38ce2f0c857c" providerId="ADAL" clId="{E233A9CB-F475-48B6-8302-7D6BEB5FC930}" dt="2024-04-16T07:07:09.993" v="0" actId="47"/>
        <pc:sldMkLst>
          <pc:docMk/>
          <pc:sldMk cId="63544092" sldId="6245"/>
        </pc:sldMkLst>
      </pc:sldChg>
      <pc:sldChg chg="modSp mod">
        <pc:chgData name="Ashwani Mishra" userId="15d57bc9-d3a4-4ee8-885b-38ce2f0c857c" providerId="ADAL" clId="{E233A9CB-F475-48B6-8302-7D6BEB5FC930}" dt="2024-04-16T07:46:04.188" v="181"/>
        <pc:sldMkLst>
          <pc:docMk/>
          <pc:sldMk cId="2915413342" sldId="2145709040"/>
        </pc:sldMkLst>
      </pc:sldChg>
      <pc:sldChg chg="modSp mod">
        <pc:chgData name="Ashwani Mishra" userId="15d57bc9-d3a4-4ee8-885b-38ce2f0c857c" providerId="ADAL" clId="{E233A9CB-F475-48B6-8302-7D6BEB5FC930}" dt="2024-04-16T09:46:13.694" v="293"/>
        <pc:sldMkLst>
          <pc:docMk/>
          <pc:sldMk cId="2170024570" sldId="2145709043"/>
        </pc:sldMkLst>
      </pc:sldChg>
      <pc:sldChg chg="modSp mod">
        <pc:chgData name="Ashwani Mishra" userId="15d57bc9-d3a4-4ee8-885b-38ce2f0c857c" providerId="ADAL" clId="{E233A9CB-F475-48B6-8302-7D6BEB5FC930}" dt="2024-04-16T10:16:25.704" v="385" actId="108"/>
        <pc:sldMkLst>
          <pc:docMk/>
          <pc:sldMk cId="1060553319" sldId="2145709045"/>
        </pc:sldMkLst>
      </pc:sldChg>
      <pc:sldChg chg="modSp mod">
        <pc:chgData name="Ashwani Mishra" userId="15d57bc9-d3a4-4ee8-885b-38ce2f0c857c" providerId="ADAL" clId="{E233A9CB-F475-48B6-8302-7D6BEB5FC930}" dt="2024-04-16T10:17:26.241" v="392" actId="20577"/>
        <pc:sldMkLst>
          <pc:docMk/>
          <pc:sldMk cId="2233215685" sldId="2145709046"/>
        </pc:sldMkLst>
      </pc:sldChg>
      <pc:sldChg chg="del">
        <pc:chgData name="Ashwani Mishra" userId="15d57bc9-d3a4-4ee8-885b-38ce2f0c857c" providerId="ADAL" clId="{E233A9CB-F475-48B6-8302-7D6BEB5FC930}" dt="2024-04-16T07:07:09.993" v="0" actId="47"/>
        <pc:sldMkLst>
          <pc:docMk/>
          <pc:sldMk cId="896923164" sldId="2145709047"/>
        </pc:sldMkLst>
      </pc:sldChg>
      <pc:sldChg chg="modSp mod">
        <pc:chgData name="Ashwani Mishra" userId="15d57bc9-d3a4-4ee8-885b-38ce2f0c857c" providerId="ADAL" clId="{E233A9CB-F475-48B6-8302-7D6BEB5FC930}" dt="2024-04-16T07:20:18.932" v="141" actId="20577"/>
        <pc:sldMkLst>
          <pc:docMk/>
          <pc:sldMk cId="3750506967" sldId="2145709048"/>
        </pc:sldMkLst>
      </pc:sldChg>
      <pc:sldChg chg="modSp mod">
        <pc:chgData name="Ashwani Mishra" userId="15d57bc9-d3a4-4ee8-885b-38ce2f0c857c" providerId="ADAL" clId="{E233A9CB-F475-48B6-8302-7D6BEB5FC930}" dt="2024-04-16T07:25:42.013" v="173" actId="255"/>
        <pc:sldMkLst>
          <pc:docMk/>
          <pc:sldMk cId="1444399480" sldId="2145709053"/>
        </pc:sldMkLst>
      </pc:sldChg>
      <pc:sldChg chg="modSp mod">
        <pc:chgData name="Ashwani Mishra" userId="15d57bc9-d3a4-4ee8-885b-38ce2f0c857c" providerId="ADAL" clId="{E233A9CB-F475-48B6-8302-7D6BEB5FC930}" dt="2024-04-16T07:25:01.988" v="170" actId="20577"/>
        <pc:sldMkLst>
          <pc:docMk/>
          <pc:sldMk cId="730183974" sldId="2145709066"/>
        </pc:sldMkLst>
      </pc:sldChg>
      <pc:sldChg chg="modSp mod">
        <pc:chgData name="Ashwani Mishra" userId="15d57bc9-d3a4-4ee8-885b-38ce2f0c857c" providerId="ADAL" clId="{E233A9CB-F475-48B6-8302-7D6BEB5FC930}" dt="2024-04-16T09:47:52.552" v="342" actId="6549"/>
        <pc:sldMkLst>
          <pc:docMk/>
          <pc:sldMk cId="3800592211" sldId="2145709219"/>
        </pc:sldMkLst>
      </pc:sldChg>
      <pc:sldChg chg="modSp mod">
        <pc:chgData name="Ashwani Mishra" userId="15d57bc9-d3a4-4ee8-885b-38ce2f0c857c" providerId="ADAL" clId="{E233A9CB-F475-48B6-8302-7D6BEB5FC930}" dt="2024-04-16T07:18:37.270" v="137"/>
        <pc:sldMkLst>
          <pc:docMk/>
          <pc:sldMk cId="1563699850" sldId="2147376144"/>
        </pc:sldMkLst>
      </pc:sldChg>
      <pc:sldChg chg="modSp mod">
        <pc:chgData name="Ashwani Mishra" userId="15d57bc9-d3a4-4ee8-885b-38ce2f0c857c" providerId="ADAL" clId="{E233A9CB-F475-48B6-8302-7D6BEB5FC930}" dt="2024-04-16T09:42:29.081" v="251" actId="20577"/>
        <pc:sldMkLst>
          <pc:docMk/>
          <pc:sldMk cId="1500137299" sldId="2147376156"/>
        </pc:sldMkLst>
      </pc:sldChg>
    </pc:docChg>
  </pc:docChgLst>
  <pc:docChgLst>
    <pc:chgData name="Vasant K Tiwari" userId="94ab7f94-4dc6-474c-9a49-34f940ad4691" providerId="ADAL" clId="{4C440B18-F2BC-48E3-8465-436E72075B58}"/>
    <pc:docChg chg="addSld delSld modSld">
      <pc:chgData name="Vasant K Tiwari" userId="94ab7f94-4dc6-474c-9a49-34f940ad4691" providerId="ADAL" clId="{4C440B18-F2BC-48E3-8465-436E72075B58}" dt="2025-09-17T03:39:28.980" v="12" actId="20577"/>
      <pc:docMkLst>
        <pc:docMk/>
      </pc:docMkLst>
      <pc:sldChg chg="del">
        <pc:chgData name="Vasant K Tiwari" userId="94ab7f94-4dc6-474c-9a49-34f940ad4691" providerId="ADAL" clId="{4C440B18-F2BC-48E3-8465-436E72075B58}" dt="2025-09-16T15:36:57.066" v="0" actId="2696"/>
        <pc:sldMkLst>
          <pc:docMk/>
          <pc:sldMk cId="887026810" sldId="256"/>
        </pc:sldMkLst>
      </pc:sldChg>
      <pc:sldChg chg="add">
        <pc:chgData name="Vasant K Tiwari" userId="94ab7f94-4dc6-474c-9a49-34f940ad4691" providerId="ADAL" clId="{4C440B18-F2BC-48E3-8465-436E72075B58}" dt="2025-09-16T15:37:02.222" v="1"/>
        <pc:sldMkLst>
          <pc:docMk/>
          <pc:sldMk cId="1169385781" sldId="256"/>
        </pc:sldMkLst>
      </pc:sldChg>
      <pc:sldChg chg="del">
        <pc:chgData name="Vasant K Tiwari" userId="94ab7f94-4dc6-474c-9a49-34f940ad4691" providerId="ADAL" clId="{4C440B18-F2BC-48E3-8465-436E72075B58}" dt="2025-09-16T15:37:46.233" v="2" actId="2696"/>
        <pc:sldMkLst>
          <pc:docMk/>
          <pc:sldMk cId="700912913" sldId="6246"/>
        </pc:sldMkLst>
      </pc:sldChg>
      <pc:sldChg chg="add">
        <pc:chgData name="Vasant K Tiwari" userId="94ab7f94-4dc6-474c-9a49-34f940ad4691" providerId="ADAL" clId="{4C440B18-F2BC-48E3-8465-436E72075B58}" dt="2025-09-16T15:37:52.566" v="3"/>
        <pc:sldMkLst>
          <pc:docMk/>
          <pc:sldMk cId="927744412" sldId="6246"/>
        </pc:sldMkLst>
      </pc:sldChg>
      <pc:sldChg chg="del">
        <pc:chgData name="Vasant K Tiwari" userId="94ab7f94-4dc6-474c-9a49-34f940ad4691" providerId="ADAL" clId="{4C440B18-F2BC-48E3-8465-436E72075B58}" dt="2025-09-16T15:38:10.102" v="4" actId="2696"/>
        <pc:sldMkLst>
          <pc:docMk/>
          <pc:sldMk cId="1433058619" sldId="2145709062"/>
        </pc:sldMkLst>
      </pc:sldChg>
      <pc:sldChg chg="add">
        <pc:chgData name="Vasant K Tiwari" userId="94ab7f94-4dc6-474c-9a49-34f940ad4691" providerId="ADAL" clId="{4C440B18-F2BC-48E3-8465-436E72075B58}" dt="2025-09-16T15:38:19.522" v="5"/>
        <pc:sldMkLst>
          <pc:docMk/>
          <pc:sldMk cId="2710684751" sldId="2145709062"/>
        </pc:sldMkLst>
      </pc:sldChg>
      <pc:sldChg chg="add">
        <pc:chgData name="Vasant K Tiwari" userId="94ab7f94-4dc6-474c-9a49-34f940ad4691" providerId="ADAL" clId="{4C440B18-F2BC-48E3-8465-436E72075B58}" dt="2025-09-16T15:37:52.566" v="3"/>
        <pc:sldMkLst>
          <pc:docMk/>
          <pc:sldMk cId="70426653" sldId="2147376480"/>
        </pc:sldMkLst>
      </pc:sldChg>
      <pc:sldChg chg="del">
        <pc:chgData name="Vasant K Tiwari" userId="94ab7f94-4dc6-474c-9a49-34f940ad4691" providerId="ADAL" clId="{4C440B18-F2BC-48E3-8465-436E72075B58}" dt="2025-09-16T15:37:46.233" v="2" actId="2696"/>
        <pc:sldMkLst>
          <pc:docMk/>
          <pc:sldMk cId="3424460635" sldId="2147376480"/>
        </pc:sldMkLst>
      </pc:sldChg>
      <pc:sldChg chg="modSp mod">
        <pc:chgData name="Vasant K Tiwari" userId="94ab7f94-4dc6-474c-9a49-34f940ad4691" providerId="ADAL" clId="{4C440B18-F2BC-48E3-8465-436E72075B58}" dt="2025-09-17T03:39:28.980" v="12" actId="20577"/>
        <pc:sldMkLst>
          <pc:docMk/>
          <pc:sldMk cId="2648942392" sldId="2147376724"/>
        </pc:sldMkLst>
        <pc:spChg chg="mod">
          <ac:chgData name="Vasant K Tiwari" userId="94ab7f94-4dc6-474c-9a49-34f940ad4691" providerId="ADAL" clId="{4C440B18-F2BC-48E3-8465-436E72075B58}" dt="2025-09-17T03:39:28.980" v="12" actId="20577"/>
          <ac:spMkLst>
            <pc:docMk/>
            <pc:sldMk cId="2648942392" sldId="2147376724"/>
            <ac:spMk id="5" creationId="{D7BA832C-DBD4-4EC7-B16B-74D1777B7A97}"/>
          </ac:spMkLst>
        </pc:spChg>
      </pc:sldChg>
      <pc:sldChg chg="del">
        <pc:chgData name="Vasant K Tiwari" userId="94ab7f94-4dc6-474c-9a49-34f940ad4691" providerId="ADAL" clId="{4C440B18-F2BC-48E3-8465-436E72075B58}" dt="2025-09-16T15:36:57.066" v="0" actId="2696"/>
        <pc:sldMkLst>
          <pc:docMk/>
          <pc:sldMk cId="3109796173" sldId="2147376725"/>
        </pc:sldMkLst>
      </pc:sldChg>
      <pc:sldChg chg="add">
        <pc:chgData name="Vasant K Tiwari" userId="94ab7f94-4dc6-474c-9a49-34f940ad4691" providerId="ADAL" clId="{4C440B18-F2BC-48E3-8465-436E72075B58}" dt="2025-09-16T15:37:02.222" v="1"/>
        <pc:sldMkLst>
          <pc:docMk/>
          <pc:sldMk cId="3718317714" sldId="2147376725"/>
        </pc:sldMkLst>
      </pc:sldChg>
      <pc:sldChg chg="add">
        <pc:chgData name="Vasant K Tiwari" userId="94ab7f94-4dc6-474c-9a49-34f940ad4691" providerId="ADAL" clId="{4C440B18-F2BC-48E3-8465-436E72075B58}" dt="2025-09-16T15:37:02.222" v="1"/>
        <pc:sldMkLst>
          <pc:docMk/>
          <pc:sldMk cId="3286972886" sldId="2147376726"/>
        </pc:sldMkLst>
      </pc:sldChg>
      <pc:sldChg chg="del">
        <pc:chgData name="Vasant K Tiwari" userId="94ab7f94-4dc6-474c-9a49-34f940ad4691" providerId="ADAL" clId="{4C440B18-F2BC-48E3-8465-436E72075B58}" dt="2025-09-16T15:36:57.066" v="0" actId="2696"/>
        <pc:sldMkLst>
          <pc:docMk/>
          <pc:sldMk cId="4262090947" sldId="2147376726"/>
        </pc:sldMkLst>
      </pc:sldChg>
      <pc:sldChg chg="del">
        <pc:chgData name="Vasant K Tiwari" userId="94ab7f94-4dc6-474c-9a49-34f940ad4691" providerId="ADAL" clId="{4C440B18-F2BC-48E3-8465-436E72075B58}" dt="2025-09-16T15:36:57.066" v="0" actId="2696"/>
        <pc:sldMkLst>
          <pc:docMk/>
          <pc:sldMk cId="1660375867" sldId="2147376727"/>
        </pc:sldMkLst>
      </pc:sldChg>
      <pc:sldChg chg="add">
        <pc:chgData name="Vasant K Tiwari" userId="94ab7f94-4dc6-474c-9a49-34f940ad4691" providerId="ADAL" clId="{4C440B18-F2BC-48E3-8465-436E72075B58}" dt="2025-09-16T15:37:02.222" v="1"/>
        <pc:sldMkLst>
          <pc:docMk/>
          <pc:sldMk cId="2503127464" sldId="2147376727"/>
        </pc:sldMkLst>
      </pc:sldChg>
      <pc:sldChg chg="del">
        <pc:chgData name="Vasant K Tiwari" userId="94ab7f94-4dc6-474c-9a49-34f940ad4691" providerId="ADAL" clId="{4C440B18-F2BC-48E3-8465-436E72075B58}" dt="2025-09-16T15:36:57.066" v="0" actId="2696"/>
        <pc:sldMkLst>
          <pc:docMk/>
          <pc:sldMk cId="2267842760" sldId="2147376728"/>
        </pc:sldMkLst>
      </pc:sldChg>
      <pc:sldChg chg="add">
        <pc:chgData name="Vasant K Tiwari" userId="94ab7f94-4dc6-474c-9a49-34f940ad4691" providerId="ADAL" clId="{4C440B18-F2BC-48E3-8465-436E72075B58}" dt="2025-09-16T15:37:02.222" v="1"/>
        <pc:sldMkLst>
          <pc:docMk/>
          <pc:sldMk cId="2790174185" sldId="2147376728"/>
        </pc:sldMkLst>
      </pc:sldChg>
      <pc:sldChg chg="del">
        <pc:chgData name="Vasant K Tiwari" userId="94ab7f94-4dc6-474c-9a49-34f940ad4691" providerId="ADAL" clId="{4C440B18-F2BC-48E3-8465-436E72075B58}" dt="2025-09-16T15:36:57.066" v="0" actId="2696"/>
        <pc:sldMkLst>
          <pc:docMk/>
          <pc:sldMk cId="184406369" sldId="2147376729"/>
        </pc:sldMkLst>
      </pc:sldChg>
      <pc:sldChg chg="add">
        <pc:chgData name="Vasant K Tiwari" userId="94ab7f94-4dc6-474c-9a49-34f940ad4691" providerId="ADAL" clId="{4C440B18-F2BC-48E3-8465-436E72075B58}" dt="2025-09-16T15:37:02.222" v="1"/>
        <pc:sldMkLst>
          <pc:docMk/>
          <pc:sldMk cId="1382195101" sldId="2147376729"/>
        </pc:sldMkLst>
      </pc:sldChg>
      <pc:sldChg chg="del">
        <pc:chgData name="Vasant K Tiwari" userId="94ab7f94-4dc6-474c-9a49-34f940ad4691" providerId="ADAL" clId="{4C440B18-F2BC-48E3-8465-436E72075B58}" dt="2025-09-16T15:36:57.066" v="0" actId="2696"/>
        <pc:sldMkLst>
          <pc:docMk/>
          <pc:sldMk cId="1834053900" sldId="2147376732"/>
        </pc:sldMkLst>
      </pc:sldChg>
      <pc:sldChg chg="add">
        <pc:chgData name="Vasant K Tiwari" userId="94ab7f94-4dc6-474c-9a49-34f940ad4691" providerId="ADAL" clId="{4C440B18-F2BC-48E3-8465-436E72075B58}" dt="2025-09-16T15:37:02.222" v="1"/>
        <pc:sldMkLst>
          <pc:docMk/>
          <pc:sldMk cId="3247288335" sldId="2147376732"/>
        </pc:sldMkLst>
      </pc:sldChg>
      <pc:sldChg chg="del">
        <pc:chgData name="Vasant K Tiwari" userId="94ab7f94-4dc6-474c-9a49-34f940ad4691" providerId="ADAL" clId="{4C440B18-F2BC-48E3-8465-436E72075B58}" dt="2025-09-16T15:37:46.233" v="2" actId="2696"/>
        <pc:sldMkLst>
          <pc:docMk/>
          <pc:sldMk cId="941314089" sldId="2147376787"/>
        </pc:sldMkLst>
      </pc:sldChg>
      <pc:sldChg chg="add">
        <pc:chgData name="Vasant K Tiwari" userId="94ab7f94-4dc6-474c-9a49-34f940ad4691" providerId="ADAL" clId="{4C440B18-F2BC-48E3-8465-436E72075B58}" dt="2025-09-16T15:37:52.566" v="3"/>
        <pc:sldMkLst>
          <pc:docMk/>
          <pc:sldMk cId="3592346459" sldId="2147376787"/>
        </pc:sldMkLst>
      </pc:sldChg>
      <pc:sldChg chg="add">
        <pc:chgData name="Vasant K Tiwari" userId="94ab7f94-4dc6-474c-9a49-34f940ad4691" providerId="ADAL" clId="{4C440B18-F2BC-48E3-8465-436E72075B58}" dt="2025-09-16T15:37:52.566" v="3"/>
        <pc:sldMkLst>
          <pc:docMk/>
          <pc:sldMk cId="565677068" sldId="2147376807"/>
        </pc:sldMkLst>
      </pc:sldChg>
      <pc:sldChg chg="del">
        <pc:chgData name="Vasant K Tiwari" userId="94ab7f94-4dc6-474c-9a49-34f940ad4691" providerId="ADAL" clId="{4C440B18-F2BC-48E3-8465-436E72075B58}" dt="2025-09-16T15:37:46.233" v="2" actId="2696"/>
        <pc:sldMkLst>
          <pc:docMk/>
          <pc:sldMk cId="2949070085" sldId="2147376807"/>
        </pc:sldMkLst>
      </pc:sldChg>
      <pc:sldChg chg="del">
        <pc:chgData name="Vasant K Tiwari" userId="94ab7f94-4dc6-474c-9a49-34f940ad4691" providerId="ADAL" clId="{4C440B18-F2BC-48E3-8465-436E72075B58}" dt="2025-09-16T15:37:46.233" v="2" actId="2696"/>
        <pc:sldMkLst>
          <pc:docMk/>
          <pc:sldMk cId="567301849" sldId="2147376808"/>
        </pc:sldMkLst>
      </pc:sldChg>
      <pc:sldChg chg="add">
        <pc:chgData name="Vasant K Tiwari" userId="94ab7f94-4dc6-474c-9a49-34f940ad4691" providerId="ADAL" clId="{4C440B18-F2BC-48E3-8465-436E72075B58}" dt="2025-09-16T15:37:52.566" v="3"/>
        <pc:sldMkLst>
          <pc:docMk/>
          <pc:sldMk cId="1823752138" sldId="2147376808"/>
        </pc:sldMkLst>
      </pc:sldChg>
    </pc:docChg>
  </pc:docChgLst>
  <pc:docChgLst>
    <pc:chgData name="Porus P Jain" userId="426241ab-ce3a-418a-a669-bb9355426681" providerId="ADAL" clId="{4EC4D577-24F8-4B3D-BECB-00124DE607DF}"/>
    <pc:docChg chg="undo redo custSel addSld delSld modSld sldOrd">
      <pc:chgData name="Porus P Jain" userId="426241ab-ce3a-418a-a669-bb9355426681" providerId="ADAL" clId="{4EC4D577-24F8-4B3D-BECB-00124DE607DF}" dt="2025-10-03T12:38:50.340" v="2428" actId="12385"/>
      <pc:docMkLst>
        <pc:docMk/>
      </pc:docMkLst>
      <pc:sldChg chg="del">
        <pc:chgData name="Porus P Jain" userId="426241ab-ce3a-418a-a669-bb9355426681" providerId="ADAL" clId="{4EC4D577-24F8-4B3D-BECB-00124DE607DF}" dt="2025-10-02T09:11:54.492" v="0" actId="47"/>
        <pc:sldMkLst>
          <pc:docMk/>
          <pc:sldMk cId="0" sldId="258"/>
        </pc:sldMkLst>
      </pc:sldChg>
      <pc:sldChg chg="del">
        <pc:chgData name="Porus P Jain" userId="426241ab-ce3a-418a-a669-bb9355426681" providerId="ADAL" clId="{4EC4D577-24F8-4B3D-BECB-00124DE607DF}" dt="2025-10-03T09:23:47.683" v="563" actId="47"/>
        <pc:sldMkLst>
          <pc:docMk/>
          <pc:sldMk cId="0" sldId="262"/>
        </pc:sldMkLst>
      </pc:sldChg>
      <pc:sldChg chg="add del">
        <pc:chgData name="Porus P Jain" userId="426241ab-ce3a-418a-a669-bb9355426681" providerId="ADAL" clId="{4EC4D577-24F8-4B3D-BECB-00124DE607DF}" dt="2025-10-03T09:25:03.590" v="577" actId="47"/>
        <pc:sldMkLst>
          <pc:docMk/>
          <pc:sldMk cId="1565064751" sldId="267"/>
        </pc:sldMkLst>
      </pc:sldChg>
      <pc:sldChg chg="add del">
        <pc:chgData name="Porus P Jain" userId="426241ab-ce3a-418a-a669-bb9355426681" providerId="ADAL" clId="{4EC4D577-24F8-4B3D-BECB-00124DE607DF}" dt="2025-10-03T09:25:02.178" v="576" actId="47"/>
        <pc:sldMkLst>
          <pc:docMk/>
          <pc:sldMk cId="93846305" sldId="269"/>
        </pc:sldMkLst>
      </pc:sldChg>
      <pc:sldChg chg="del">
        <pc:chgData name="Porus P Jain" userId="426241ab-ce3a-418a-a669-bb9355426681" providerId="ADAL" clId="{4EC4D577-24F8-4B3D-BECB-00124DE607DF}" dt="2025-10-03T09:14:41.934" v="562" actId="47"/>
        <pc:sldMkLst>
          <pc:docMk/>
          <pc:sldMk cId="0" sldId="277"/>
        </pc:sldMkLst>
      </pc:sldChg>
      <pc:sldChg chg="del">
        <pc:chgData name="Porus P Jain" userId="426241ab-ce3a-418a-a669-bb9355426681" providerId="ADAL" clId="{4EC4D577-24F8-4B3D-BECB-00124DE607DF}" dt="2025-10-02T09:24:20.628" v="15" actId="47"/>
        <pc:sldMkLst>
          <pc:docMk/>
          <pc:sldMk cId="1533026977" sldId="282"/>
        </pc:sldMkLst>
      </pc:sldChg>
      <pc:sldChg chg="add">
        <pc:chgData name="Porus P Jain" userId="426241ab-ce3a-418a-a669-bb9355426681" providerId="ADAL" clId="{4EC4D577-24F8-4B3D-BECB-00124DE607DF}" dt="2025-10-03T10:42:11.321" v="1596"/>
        <pc:sldMkLst>
          <pc:docMk/>
          <pc:sldMk cId="3274039972" sldId="286"/>
        </pc:sldMkLst>
      </pc:sldChg>
      <pc:sldChg chg="add">
        <pc:chgData name="Porus P Jain" userId="426241ab-ce3a-418a-a669-bb9355426681" providerId="ADAL" clId="{4EC4D577-24F8-4B3D-BECB-00124DE607DF}" dt="2025-10-03T10:42:11.321" v="1596"/>
        <pc:sldMkLst>
          <pc:docMk/>
          <pc:sldMk cId="3247017999" sldId="287"/>
        </pc:sldMkLst>
      </pc:sldChg>
      <pc:sldChg chg="del">
        <pc:chgData name="Porus P Jain" userId="426241ab-ce3a-418a-a669-bb9355426681" providerId="ADAL" clId="{4EC4D577-24F8-4B3D-BECB-00124DE607DF}" dt="2025-10-02T09:11:59.525" v="1" actId="47"/>
        <pc:sldMkLst>
          <pc:docMk/>
          <pc:sldMk cId="0" sldId="288"/>
        </pc:sldMkLst>
      </pc:sldChg>
      <pc:sldChg chg="del modNotes">
        <pc:chgData name="Porus P Jain" userId="426241ab-ce3a-418a-a669-bb9355426681" providerId="ADAL" clId="{4EC4D577-24F8-4B3D-BECB-00124DE607DF}" dt="2025-10-03T10:15:55.927" v="1462" actId="2696"/>
        <pc:sldMkLst>
          <pc:docMk/>
          <pc:sldMk cId="0" sldId="291"/>
        </pc:sldMkLst>
      </pc:sldChg>
      <pc:sldChg chg="add">
        <pc:chgData name="Porus P Jain" userId="426241ab-ce3a-418a-a669-bb9355426681" providerId="ADAL" clId="{4EC4D577-24F8-4B3D-BECB-00124DE607DF}" dt="2025-10-03T10:16:03.093" v="1463"/>
        <pc:sldMkLst>
          <pc:docMk/>
          <pc:sldMk cId="3387525161" sldId="291"/>
        </pc:sldMkLst>
      </pc:sldChg>
      <pc:sldChg chg="add">
        <pc:chgData name="Porus P Jain" userId="426241ab-ce3a-418a-a669-bb9355426681" providerId="ADAL" clId="{4EC4D577-24F8-4B3D-BECB-00124DE607DF}" dt="2025-10-03T10:42:11.321" v="1596"/>
        <pc:sldMkLst>
          <pc:docMk/>
          <pc:sldMk cId="2486920137" sldId="293"/>
        </pc:sldMkLst>
      </pc:sldChg>
      <pc:sldChg chg="del">
        <pc:chgData name="Porus P Jain" userId="426241ab-ce3a-418a-a669-bb9355426681" providerId="ADAL" clId="{4EC4D577-24F8-4B3D-BECB-00124DE607DF}" dt="2025-10-03T10:15:55.927" v="1462" actId="2696"/>
        <pc:sldMkLst>
          <pc:docMk/>
          <pc:sldMk cId="0" sldId="294"/>
        </pc:sldMkLst>
      </pc:sldChg>
      <pc:sldChg chg="add">
        <pc:chgData name="Porus P Jain" userId="426241ab-ce3a-418a-a669-bb9355426681" providerId="ADAL" clId="{4EC4D577-24F8-4B3D-BECB-00124DE607DF}" dt="2025-10-03T10:16:03.093" v="1463"/>
        <pc:sldMkLst>
          <pc:docMk/>
          <pc:sldMk cId="1115990865" sldId="294"/>
        </pc:sldMkLst>
      </pc:sldChg>
      <pc:sldChg chg="del">
        <pc:chgData name="Porus P Jain" userId="426241ab-ce3a-418a-a669-bb9355426681" providerId="ADAL" clId="{4EC4D577-24F8-4B3D-BECB-00124DE607DF}" dt="2025-10-03T10:15:55.927" v="1462" actId="2696"/>
        <pc:sldMkLst>
          <pc:docMk/>
          <pc:sldMk cId="0" sldId="295"/>
        </pc:sldMkLst>
      </pc:sldChg>
      <pc:sldChg chg="add">
        <pc:chgData name="Porus P Jain" userId="426241ab-ce3a-418a-a669-bb9355426681" providerId="ADAL" clId="{4EC4D577-24F8-4B3D-BECB-00124DE607DF}" dt="2025-10-03T10:16:03.093" v="1463"/>
        <pc:sldMkLst>
          <pc:docMk/>
          <pc:sldMk cId="1151382655" sldId="295"/>
        </pc:sldMkLst>
      </pc:sldChg>
      <pc:sldChg chg="del">
        <pc:chgData name="Porus P Jain" userId="426241ab-ce3a-418a-a669-bb9355426681" providerId="ADAL" clId="{4EC4D577-24F8-4B3D-BECB-00124DE607DF}" dt="2025-10-03T10:15:55.927" v="1462" actId="2696"/>
        <pc:sldMkLst>
          <pc:docMk/>
          <pc:sldMk cId="0" sldId="297"/>
        </pc:sldMkLst>
      </pc:sldChg>
      <pc:sldChg chg="add">
        <pc:chgData name="Porus P Jain" userId="426241ab-ce3a-418a-a669-bb9355426681" providerId="ADAL" clId="{4EC4D577-24F8-4B3D-BECB-00124DE607DF}" dt="2025-10-03T10:16:03.093" v="1463"/>
        <pc:sldMkLst>
          <pc:docMk/>
          <pc:sldMk cId="2194871509" sldId="297"/>
        </pc:sldMkLst>
      </pc:sldChg>
      <pc:sldChg chg="del">
        <pc:chgData name="Porus P Jain" userId="426241ab-ce3a-418a-a669-bb9355426681" providerId="ADAL" clId="{4EC4D577-24F8-4B3D-BECB-00124DE607DF}" dt="2025-10-03T10:15:55.927" v="1462" actId="2696"/>
        <pc:sldMkLst>
          <pc:docMk/>
          <pc:sldMk cId="0" sldId="311"/>
        </pc:sldMkLst>
      </pc:sldChg>
      <pc:sldChg chg="add">
        <pc:chgData name="Porus P Jain" userId="426241ab-ce3a-418a-a669-bb9355426681" providerId="ADAL" clId="{4EC4D577-24F8-4B3D-BECB-00124DE607DF}" dt="2025-10-03T10:16:03.093" v="1463"/>
        <pc:sldMkLst>
          <pc:docMk/>
          <pc:sldMk cId="283389718" sldId="311"/>
        </pc:sldMkLst>
      </pc:sldChg>
      <pc:sldChg chg="del">
        <pc:chgData name="Porus P Jain" userId="426241ab-ce3a-418a-a669-bb9355426681" providerId="ADAL" clId="{4EC4D577-24F8-4B3D-BECB-00124DE607DF}" dt="2025-10-03T10:15:55.927" v="1462" actId="2696"/>
        <pc:sldMkLst>
          <pc:docMk/>
          <pc:sldMk cId="0" sldId="314"/>
        </pc:sldMkLst>
      </pc:sldChg>
      <pc:sldChg chg="add">
        <pc:chgData name="Porus P Jain" userId="426241ab-ce3a-418a-a669-bb9355426681" providerId="ADAL" clId="{4EC4D577-24F8-4B3D-BECB-00124DE607DF}" dt="2025-10-03T10:16:03.093" v="1463"/>
        <pc:sldMkLst>
          <pc:docMk/>
          <pc:sldMk cId="791593225" sldId="314"/>
        </pc:sldMkLst>
      </pc:sldChg>
      <pc:sldChg chg="del">
        <pc:chgData name="Porus P Jain" userId="426241ab-ce3a-418a-a669-bb9355426681" providerId="ADAL" clId="{4EC4D577-24F8-4B3D-BECB-00124DE607DF}" dt="2025-10-02T09:39:38.288" v="66" actId="47"/>
        <pc:sldMkLst>
          <pc:docMk/>
          <pc:sldMk cId="0" sldId="315"/>
        </pc:sldMkLst>
      </pc:sldChg>
      <pc:sldChg chg="del">
        <pc:chgData name="Porus P Jain" userId="426241ab-ce3a-418a-a669-bb9355426681" providerId="ADAL" clId="{4EC4D577-24F8-4B3D-BECB-00124DE607DF}" dt="2025-10-03T10:15:55.927" v="1462" actId="2696"/>
        <pc:sldMkLst>
          <pc:docMk/>
          <pc:sldMk cId="0" sldId="321"/>
        </pc:sldMkLst>
      </pc:sldChg>
      <pc:sldChg chg="add">
        <pc:chgData name="Porus P Jain" userId="426241ab-ce3a-418a-a669-bb9355426681" providerId="ADAL" clId="{4EC4D577-24F8-4B3D-BECB-00124DE607DF}" dt="2025-10-03T10:16:03.093" v="1463"/>
        <pc:sldMkLst>
          <pc:docMk/>
          <pc:sldMk cId="1621917454" sldId="321"/>
        </pc:sldMkLst>
      </pc:sldChg>
      <pc:sldChg chg="del">
        <pc:chgData name="Porus P Jain" userId="426241ab-ce3a-418a-a669-bb9355426681" providerId="ADAL" clId="{4EC4D577-24F8-4B3D-BECB-00124DE607DF}" dt="2025-10-03T09:23:51.237" v="564" actId="47"/>
        <pc:sldMkLst>
          <pc:docMk/>
          <pc:sldMk cId="0" sldId="325"/>
        </pc:sldMkLst>
      </pc:sldChg>
      <pc:sldChg chg="add del">
        <pc:chgData name="Porus P Jain" userId="426241ab-ce3a-418a-a669-bb9355426681" providerId="ADAL" clId="{4EC4D577-24F8-4B3D-BECB-00124DE607DF}" dt="2025-10-03T09:24:58.903" v="575" actId="47"/>
        <pc:sldMkLst>
          <pc:docMk/>
          <pc:sldMk cId="0" sldId="331"/>
        </pc:sldMkLst>
      </pc:sldChg>
      <pc:sldChg chg="del">
        <pc:chgData name="Porus P Jain" userId="426241ab-ce3a-418a-a669-bb9355426681" providerId="ADAL" clId="{4EC4D577-24F8-4B3D-BECB-00124DE607DF}" dt="2025-10-03T10:15:55.927" v="1462" actId="2696"/>
        <pc:sldMkLst>
          <pc:docMk/>
          <pc:sldMk cId="0" sldId="338"/>
        </pc:sldMkLst>
      </pc:sldChg>
      <pc:sldChg chg="add">
        <pc:chgData name="Porus P Jain" userId="426241ab-ce3a-418a-a669-bb9355426681" providerId="ADAL" clId="{4EC4D577-24F8-4B3D-BECB-00124DE607DF}" dt="2025-10-03T10:16:03.093" v="1463"/>
        <pc:sldMkLst>
          <pc:docMk/>
          <pc:sldMk cId="190527794" sldId="338"/>
        </pc:sldMkLst>
      </pc:sldChg>
      <pc:sldChg chg="del">
        <pc:chgData name="Porus P Jain" userId="426241ab-ce3a-418a-a669-bb9355426681" providerId="ADAL" clId="{4EC4D577-24F8-4B3D-BECB-00124DE607DF}" dt="2025-10-03T09:24:04.136" v="568" actId="47"/>
        <pc:sldMkLst>
          <pc:docMk/>
          <pc:sldMk cId="0" sldId="339"/>
        </pc:sldMkLst>
      </pc:sldChg>
      <pc:sldChg chg="del">
        <pc:chgData name="Porus P Jain" userId="426241ab-ce3a-418a-a669-bb9355426681" providerId="ADAL" clId="{4EC4D577-24F8-4B3D-BECB-00124DE607DF}" dt="2025-10-03T10:15:55.927" v="1462" actId="2696"/>
        <pc:sldMkLst>
          <pc:docMk/>
          <pc:sldMk cId="0" sldId="346"/>
        </pc:sldMkLst>
      </pc:sldChg>
      <pc:sldChg chg="add">
        <pc:chgData name="Porus P Jain" userId="426241ab-ce3a-418a-a669-bb9355426681" providerId="ADAL" clId="{4EC4D577-24F8-4B3D-BECB-00124DE607DF}" dt="2025-10-03T10:16:03.093" v="1463"/>
        <pc:sldMkLst>
          <pc:docMk/>
          <pc:sldMk cId="3327032789" sldId="346"/>
        </pc:sldMkLst>
      </pc:sldChg>
      <pc:sldChg chg="del">
        <pc:chgData name="Porus P Jain" userId="426241ab-ce3a-418a-a669-bb9355426681" providerId="ADAL" clId="{4EC4D577-24F8-4B3D-BECB-00124DE607DF}" dt="2025-10-03T09:14:16.744" v="561" actId="47"/>
        <pc:sldMkLst>
          <pc:docMk/>
          <pc:sldMk cId="0" sldId="347"/>
        </pc:sldMkLst>
      </pc:sldChg>
      <pc:sldChg chg="del">
        <pc:chgData name="Porus P Jain" userId="426241ab-ce3a-418a-a669-bb9355426681" providerId="ADAL" clId="{4EC4D577-24F8-4B3D-BECB-00124DE607DF}" dt="2025-10-03T10:15:55.927" v="1462" actId="2696"/>
        <pc:sldMkLst>
          <pc:docMk/>
          <pc:sldMk cId="0" sldId="348"/>
        </pc:sldMkLst>
      </pc:sldChg>
      <pc:sldChg chg="add">
        <pc:chgData name="Porus P Jain" userId="426241ab-ce3a-418a-a669-bb9355426681" providerId="ADAL" clId="{4EC4D577-24F8-4B3D-BECB-00124DE607DF}" dt="2025-10-03T10:16:03.093" v="1463"/>
        <pc:sldMkLst>
          <pc:docMk/>
          <pc:sldMk cId="1869143217" sldId="348"/>
        </pc:sldMkLst>
      </pc:sldChg>
      <pc:sldChg chg="del">
        <pc:chgData name="Porus P Jain" userId="426241ab-ce3a-418a-a669-bb9355426681" providerId="ADAL" clId="{4EC4D577-24F8-4B3D-BECB-00124DE607DF}" dt="2025-10-03T10:15:55.927" v="1462" actId="2696"/>
        <pc:sldMkLst>
          <pc:docMk/>
          <pc:sldMk cId="0" sldId="349"/>
        </pc:sldMkLst>
      </pc:sldChg>
      <pc:sldChg chg="add">
        <pc:chgData name="Porus P Jain" userId="426241ab-ce3a-418a-a669-bb9355426681" providerId="ADAL" clId="{4EC4D577-24F8-4B3D-BECB-00124DE607DF}" dt="2025-10-03T10:16:03.093" v="1463"/>
        <pc:sldMkLst>
          <pc:docMk/>
          <pc:sldMk cId="1995445484" sldId="349"/>
        </pc:sldMkLst>
      </pc:sldChg>
      <pc:sldChg chg="del">
        <pc:chgData name="Porus P Jain" userId="426241ab-ce3a-418a-a669-bb9355426681" providerId="ADAL" clId="{4EC4D577-24F8-4B3D-BECB-00124DE607DF}" dt="2025-10-03T09:13:53.403" v="559" actId="47"/>
        <pc:sldMkLst>
          <pc:docMk/>
          <pc:sldMk cId="0" sldId="352"/>
        </pc:sldMkLst>
      </pc:sldChg>
      <pc:sldChg chg="del">
        <pc:chgData name="Porus P Jain" userId="426241ab-ce3a-418a-a669-bb9355426681" providerId="ADAL" clId="{4EC4D577-24F8-4B3D-BECB-00124DE607DF}" dt="2025-10-03T09:14:00.239" v="560" actId="47"/>
        <pc:sldMkLst>
          <pc:docMk/>
          <pc:sldMk cId="0" sldId="353"/>
        </pc:sldMkLst>
      </pc:sldChg>
      <pc:sldChg chg="del">
        <pc:chgData name="Porus P Jain" userId="426241ab-ce3a-418a-a669-bb9355426681" providerId="ADAL" clId="{4EC4D577-24F8-4B3D-BECB-00124DE607DF}" dt="2025-10-03T09:23:56.966" v="565" actId="47"/>
        <pc:sldMkLst>
          <pc:docMk/>
          <pc:sldMk cId="0" sldId="357"/>
        </pc:sldMkLst>
      </pc:sldChg>
      <pc:sldChg chg="del">
        <pc:chgData name="Porus P Jain" userId="426241ab-ce3a-418a-a669-bb9355426681" providerId="ADAL" clId="{4EC4D577-24F8-4B3D-BECB-00124DE607DF}" dt="2025-10-03T09:23:57.575" v="566" actId="47"/>
        <pc:sldMkLst>
          <pc:docMk/>
          <pc:sldMk cId="0" sldId="358"/>
        </pc:sldMkLst>
      </pc:sldChg>
      <pc:sldChg chg="del">
        <pc:chgData name="Porus P Jain" userId="426241ab-ce3a-418a-a669-bb9355426681" providerId="ADAL" clId="{4EC4D577-24F8-4B3D-BECB-00124DE607DF}" dt="2025-10-03T09:23:59.199" v="567" actId="47"/>
        <pc:sldMkLst>
          <pc:docMk/>
          <pc:sldMk cId="0" sldId="359"/>
        </pc:sldMkLst>
      </pc:sldChg>
      <pc:sldChg chg="del">
        <pc:chgData name="Porus P Jain" userId="426241ab-ce3a-418a-a669-bb9355426681" providerId="ADAL" clId="{4EC4D577-24F8-4B3D-BECB-00124DE607DF}" dt="2025-10-02T09:24:15.840" v="9" actId="47"/>
        <pc:sldMkLst>
          <pc:docMk/>
          <pc:sldMk cId="0" sldId="366"/>
        </pc:sldMkLst>
      </pc:sldChg>
      <pc:sldChg chg="del">
        <pc:chgData name="Porus P Jain" userId="426241ab-ce3a-418a-a669-bb9355426681" providerId="ADAL" clId="{4EC4D577-24F8-4B3D-BECB-00124DE607DF}" dt="2025-10-02T09:24:16.529" v="10" actId="47"/>
        <pc:sldMkLst>
          <pc:docMk/>
          <pc:sldMk cId="0" sldId="367"/>
        </pc:sldMkLst>
      </pc:sldChg>
      <pc:sldChg chg="del">
        <pc:chgData name="Porus P Jain" userId="426241ab-ce3a-418a-a669-bb9355426681" providerId="ADAL" clId="{4EC4D577-24F8-4B3D-BECB-00124DE607DF}" dt="2025-10-02T09:24:17.034" v="11" actId="47"/>
        <pc:sldMkLst>
          <pc:docMk/>
          <pc:sldMk cId="0" sldId="368"/>
        </pc:sldMkLst>
      </pc:sldChg>
      <pc:sldChg chg="del">
        <pc:chgData name="Porus P Jain" userId="426241ab-ce3a-418a-a669-bb9355426681" providerId="ADAL" clId="{4EC4D577-24F8-4B3D-BECB-00124DE607DF}" dt="2025-10-02T09:24:17.476" v="12" actId="47"/>
        <pc:sldMkLst>
          <pc:docMk/>
          <pc:sldMk cId="0" sldId="369"/>
        </pc:sldMkLst>
      </pc:sldChg>
      <pc:sldChg chg="del">
        <pc:chgData name="Porus P Jain" userId="426241ab-ce3a-418a-a669-bb9355426681" providerId="ADAL" clId="{4EC4D577-24F8-4B3D-BECB-00124DE607DF}" dt="2025-10-02T09:24:19.003" v="13" actId="47"/>
        <pc:sldMkLst>
          <pc:docMk/>
          <pc:sldMk cId="0" sldId="370"/>
        </pc:sldMkLst>
      </pc:sldChg>
      <pc:sldChg chg="del">
        <pc:chgData name="Porus P Jain" userId="426241ab-ce3a-418a-a669-bb9355426681" providerId="ADAL" clId="{4EC4D577-24F8-4B3D-BECB-00124DE607DF}" dt="2025-10-03T05:15:24.799" v="548" actId="2696"/>
        <pc:sldMkLst>
          <pc:docMk/>
          <pc:sldMk cId="2032796416" sldId="373"/>
        </pc:sldMkLst>
      </pc:sldChg>
      <pc:sldChg chg="add">
        <pc:chgData name="Porus P Jain" userId="426241ab-ce3a-418a-a669-bb9355426681" providerId="ADAL" clId="{4EC4D577-24F8-4B3D-BECB-00124DE607DF}" dt="2025-10-03T05:15:28.928" v="549"/>
        <pc:sldMkLst>
          <pc:docMk/>
          <pc:sldMk cId="3932403705" sldId="373"/>
        </pc:sldMkLst>
      </pc:sldChg>
      <pc:sldChg chg="add">
        <pc:chgData name="Porus P Jain" userId="426241ab-ce3a-418a-a669-bb9355426681" providerId="ADAL" clId="{4EC4D577-24F8-4B3D-BECB-00124DE607DF}" dt="2025-10-03T05:15:28.928" v="549"/>
        <pc:sldMkLst>
          <pc:docMk/>
          <pc:sldMk cId="1025911897" sldId="374"/>
        </pc:sldMkLst>
      </pc:sldChg>
      <pc:sldChg chg="del">
        <pc:chgData name="Porus P Jain" userId="426241ab-ce3a-418a-a669-bb9355426681" providerId="ADAL" clId="{4EC4D577-24F8-4B3D-BECB-00124DE607DF}" dt="2025-10-03T05:15:24.799" v="548" actId="2696"/>
        <pc:sldMkLst>
          <pc:docMk/>
          <pc:sldMk cId="1597614065" sldId="374"/>
        </pc:sldMkLst>
      </pc:sldChg>
      <pc:sldChg chg="del">
        <pc:chgData name="Porus P Jain" userId="426241ab-ce3a-418a-a669-bb9355426681" providerId="ADAL" clId="{4EC4D577-24F8-4B3D-BECB-00124DE607DF}" dt="2025-10-03T05:15:24.799" v="548" actId="2696"/>
        <pc:sldMkLst>
          <pc:docMk/>
          <pc:sldMk cId="198904359" sldId="375"/>
        </pc:sldMkLst>
      </pc:sldChg>
      <pc:sldChg chg="add">
        <pc:chgData name="Porus P Jain" userId="426241ab-ce3a-418a-a669-bb9355426681" providerId="ADAL" clId="{4EC4D577-24F8-4B3D-BECB-00124DE607DF}" dt="2025-10-03T05:15:28.928" v="549"/>
        <pc:sldMkLst>
          <pc:docMk/>
          <pc:sldMk cId="743965873" sldId="375"/>
        </pc:sldMkLst>
      </pc:sldChg>
      <pc:sldChg chg="del">
        <pc:chgData name="Porus P Jain" userId="426241ab-ce3a-418a-a669-bb9355426681" providerId="ADAL" clId="{4EC4D577-24F8-4B3D-BECB-00124DE607DF}" dt="2025-10-03T05:15:24.799" v="548" actId="2696"/>
        <pc:sldMkLst>
          <pc:docMk/>
          <pc:sldMk cId="613037836" sldId="376"/>
        </pc:sldMkLst>
      </pc:sldChg>
      <pc:sldChg chg="add">
        <pc:chgData name="Porus P Jain" userId="426241ab-ce3a-418a-a669-bb9355426681" providerId="ADAL" clId="{4EC4D577-24F8-4B3D-BECB-00124DE607DF}" dt="2025-10-03T05:15:28.928" v="549"/>
        <pc:sldMkLst>
          <pc:docMk/>
          <pc:sldMk cId="3030338338" sldId="376"/>
        </pc:sldMkLst>
      </pc:sldChg>
      <pc:sldChg chg="del">
        <pc:chgData name="Porus P Jain" userId="426241ab-ce3a-418a-a669-bb9355426681" providerId="ADAL" clId="{4EC4D577-24F8-4B3D-BECB-00124DE607DF}" dt="2025-10-03T05:15:24.799" v="548" actId="2696"/>
        <pc:sldMkLst>
          <pc:docMk/>
          <pc:sldMk cId="1199633970" sldId="377"/>
        </pc:sldMkLst>
      </pc:sldChg>
      <pc:sldChg chg="add">
        <pc:chgData name="Porus P Jain" userId="426241ab-ce3a-418a-a669-bb9355426681" providerId="ADAL" clId="{4EC4D577-24F8-4B3D-BECB-00124DE607DF}" dt="2025-10-03T05:15:28.928" v="549"/>
        <pc:sldMkLst>
          <pc:docMk/>
          <pc:sldMk cId="4236925950" sldId="377"/>
        </pc:sldMkLst>
      </pc:sldChg>
      <pc:sldChg chg="del">
        <pc:chgData name="Porus P Jain" userId="426241ab-ce3a-418a-a669-bb9355426681" providerId="ADAL" clId="{4EC4D577-24F8-4B3D-BECB-00124DE607DF}" dt="2025-10-02T09:24:19.714" v="14" actId="47"/>
        <pc:sldMkLst>
          <pc:docMk/>
          <pc:sldMk cId="1439790155" sldId="382"/>
        </pc:sldMkLst>
      </pc:sldChg>
      <pc:sldChg chg="add">
        <pc:chgData name="Porus P Jain" userId="426241ab-ce3a-418a-a669-bb9355426681" providerId="ADAL" clId="{4EC4D577-24F8-4B3D-BECB-00124DE607DF}" dt="2025-10-03T05:15:28.928" v="549"/>
        <pc:sldMkLst>
          <pc:docMk/>
          <pc:sldMk cId="45067732" sldId="386"/>
        </pc:sldMkLst>
      </pc:sldChg>
      <pc:sldChg chg="delSp modSp del mod">
        <pc:chgData name="Porus P Jain" userId="426241ab-ce3a-418a-a669-bb9355426681" providerId="ADAL" clId="{4EC4D577-24F8-4B3D-BECB-00124DE607DF}" dt="2025-10-03T05:15:24.799" v="548" actId="2696"/>
        <pc:sldMkLst>
          <pc:docMk/>
          <pc:sldMk cId="3072974036" sldId="386"/>
        </pc:sldMkLst>
        <pc:spChg chg="del">
          <ac:chgData name="Porus P Jain" userId="426241ab-ce3a-418a-a669-bb9355426681" providerId="ADAL" clId="{4EC4D577-24F8-4B3D-BECB-00124DE607DF}" dt="2025-10-02T09:15:54.251" v="4" actId="478"/>
          <ac:spMkLst>
            <pc:docMk/>
            <pc:sldMk cId="3072974036" sldId="386"/>
            <ac:spMk id="6" creationId="{AB788BC7-BD06-560C-92CB-088BB538FAE3}"/>
          </ac:spMkLst>
        </pc:spChg>
        <pc:picChg chg="mod">
          <ac:chgData name="Porus P Jain" userId="426241ab-ce3a-418a-a669-bb9355426681" providerId="ADAL" clId="{4EC4D577-24F8-4B3D-BECB-00124DE607DF}" dt="2025-10-02T09:15:57.703" v="5" actId="1076"/>
          <ac:picMkLst>
            <pc:docMk/>
            <pc:sldMk cId="3072974036" sldId="386"/>
            <ac:picMk id="95235" creationId="{37414F8F-7159-ACFF-20CF-E622E12462C0}"/>
          </ac:picMkLst>
        </pc:picChg>
      </pc:sldChg>
      <pc:sldChg chg="add del">
        <pc:chgData name="Porus P Jain" userId="426241ab-ce3a-418a-a669-bb9355426681" providerId="ADAL" clId="{4EC4D577-24F8-4B3D-BECB-00124DE607DF}" dt="2025-10-03T10:42:49.423" v="1598" actId="47"/>
        <pc:sldMkLst>
          <pc:docMk/>
          <pc:sldMk cId="2674691802" sldId="1071"/>
        </pc:sldMkLst>
      </pc:sldChg>
      <pc:sldChg chg="add del">
        <pc:chgData name="Porus P Jain" userId="426241ab-ce3a-418a-a669-bb9355426681" providerId="ADAL" clId="{4EC4D577-24F8-4B3D-BECB-00124DE607DF}" dt="2025-10-03T10:42:41.385" v="1597" actId="47"/>
        <pc:sldMkLst>
          <pc:docMk/>
          <pc:sldMk cId="1355854404" sldId="1124"/>
        </pc:sldMkLst>
      </pc:sldChg>
      <pc:sldChg chg="add">
        <pc:chgData name="Porus P Jain" userId="426241ab-ce3a-418a-a669-bb9355426681" providerId="ADAL" clId="{4EC4D577-24F8-4B3D-BECB-00124DE607DF}" dt="2025-10-03T10:42:11.321" v="1596"/>
        <pc:sldMkLst>
          <pc:docMk/>
          <pc:sldMk cId="2148066592" sldId="5987"/>
        </pc:sldMkLst>
      </pc:sldChg>
      <pc:sldChg chg="add">
        <pc:chgData name="Porus P Jain" userId="426241ab-ce3a-418a-a669-bb9355426681" providerId="ADAL" clId="{4EC4D577-24F8-4B3D-BECB-00124DE607DF}" dt="2025-10-03T10:42:11.321" v="1596"/>
        <pc:sldMkLst>
          <pc:docMk/>
          <pc:sldMk cId="4006338570" sldId="5993"/>
        </pc:sldMkLst>
      </pc:sldChg>
      <pc:sldChg chg="add">
        <pc:chgData name="Porus P Jain" userId="426241ab-ce3a-418a-a669-bb9355426681" providerId="ADAL" clId="{4EC4D577-24F8-4B3D-BECB-00124DE607DF}" dt="2025-10-03T10:42:11.321" v="1596"/>
        <pc:sldMkLst>
          <pc:docMk/>
          <pc:sldMk cId="3831660665" sldId="6017"/>
        </pc:sldMkLst>
      </pc:sldChg>
      <pc:sldChg chg="add">
        <pc:chgData name="Porus P Jain" userId="426241ab-ce3a-418a-a669-bb9355426681" providerId="ADAL" clId="{4EC4D577-24F8-4B3D-BECB-00124DE607DF}" dt="2025-10-03T10:42:11.321" v="1596"/>
        <pc:sldMkLst>
          <pc:docMk/>
          <pc:sldMk cId="56598862" sldId="6018"/>
        </pc:sldMkLst>
      </pc:sldChg>
      <pc:sldChg chg="add">
        <pc:chgData name="Porus P Jain" userId="426241ab-ce3a-418a-a669-bb9355426681" providerId="ADAL" clId="{4EC4D577-24F8-4B3D-BECB-00124DE607DF}" dt="2025-10-03T10:42:11.321" v="1596"/>
        <pc:sldMkLst>
          <pc:docMk/>
          <pc:sldMk cId="3703837385" sldId="6019"/>
        </pc:sldMkLst>
      </pc:sldChg>
      <pc:sldChg chg="add">
        <pc:chgData name="Porus P Jain" userId="426241ab-ce3a-418a-a669-bb9355426681" providerId="ADAL" clId="{4EC4D577-24F8-4B3D-BECB-00124DE607DF}" dt="2025-10-03T10:42:11.321" v="1596"/>
        <pc:sldMkLst>
          <pc:docMk/>
          <pc:sldMk cId="636723040" sldId="6023"/>
        </pc:sldMkLst>
      </pc:sldChg>
      <pc:sldChg chg="add">
        <pc:chgData name="Porus P Jain" userId="426241ab-ce3a-418a-a669-bb9355426681" providerId="ADAL" clId="{4EC4D577-24F8-4B3D-BECB-00124DE607DF}" dt="2025-10-03T10:42:11.321" v="1596"/>
        <pc:sldMkLst>
          <pc:docMk/>
          <pc:sldMk cId="2653737877" sldId="6024"/>
        </pc:sldMkLst>
      </pc:sldChg>
      <pc:sldChg chg="add">
        <pc:chgData name="Porus P Jain" userId="426241ab-ce3a-418a-a669-bb9355426681" providerId="ADAL" clId="{4EC4D577-24F8-4B3D-BECB-00124DE607DF}" dt="2025-10-03T10:42:11.321" v="1596"/>
        <pc:sldMkLst>
          <pc:docMk/>
          <pc:sldMk cId="939738045" sldId="6025"/>
        </pc:sldMkLst>
      </pc:sldChg>
      <pc:sldChg chg="add">
        <pc:chgData name="Porus P Jain" userId="426241ab-ce3a-418a-a669-bb9355426681" providerId="ADAL" clId="{4EC4D577-24F8-4B3D-BECB-00124DE607DF}" dt="2025-10-03T10:42:11.321" v="1596"/>
        <pc:sldMkLst>
          <pc:docMk/>
          <pc:sldMk cId="4113491957" sldId="6027"/>
        </pc:sldMkLst>
      </pc:sldChg>
      <pc:sldChg chg="add">
        <pc:chgData name="Porus P Jain" userId="426241ab-ce3a-418a-a669-bb9355426681" providerId="ADAL" clId="{4EC4D577-24F8-4B3D-BECB-00124DE607DF}" dt="2025-10-03T10:42:11.321" v="1596"/>
        <pc:sldMkLst>
          <pc:docMk/>
          <pc:sldMk cId="882491929" sldId="6028"/>
        </pc:sldMkLst>
      </pc:sldChg>
      <pc:sldChg chg="add">
        <pc:chgData name="Porus P Jain" userId="426241ab-ce3a-418a-a669-bb9355426681" providerId="ADAL" clId="{4EC4D577-24F8-4B3D-BECB-00124DE607DF}" dt="2025-10-03T10:42:11.321" v="1596"/>
        <pc:sldMkLst>
          <pc:docMk/>
          <pc:sldMk cId="2750019430" sldId="6029"/>
        </pc:sldMkLst>
      </pc:sldChg>
      <pc:sldChg chg="add">
        <pc:chgData name="Porus P Jain" userId="426241ab-ce3a-418a-a669-bb9355426681" providerId="ADAL" clId="{4EC4D577-24F8-4B3D-BECB-00124DE607DF}" dt="2025-10-03T10:42:11.321" v="1596"/>
        <pc:sldMkLst>
          <pc:docMk/>
          <pc:sldMk cId="1575563361" sldId="6030"/>
        </pc:sldMkLst>
      </pc:sldChg>
      <pc:sldChg chg="del">
        <pc:chgData name="Porus P Jain" userId="426241ab-ce3a-418a-a669-bb9355426681" providerId="ADAL" clId="{4EC4D577-24F8-4B3D-BECB-00124DE607DF}" dt="2025-10-03T05:16:18.108" v="555" actId="47"/>
        <pc:sldMkLst>
          <pc:docMk/>
          <pc:sldMk cId="2041097083" sldId="6384"/>
        </pc:sldMkLst>
      </pc:sldChg>
      <pc:sldChg chg="add">
        <pc:chgData name="Porus P Jain" userId="426241ab-ce3a-418a-a669-bb9355426681" providerId="ADAL" clId="{4EC4D577-24F8-4B3D-BECB-00124DE607DF}" dt="2025-10-03T06:35:58.991" v="558"/>
        <pc:sldMkLst>
          <pc:docMk/>
          <pc:sldMk cId="3847125473" sldId="2147375253"/>
        </pc:sldMkLst>
      </pc:sldChg>
      <pc:sldChg chg="del">
        <pc:chgData name="Porus P Jain" userId="426241ab-ce3a-418a-a669-bb9355426681" providerId="ADAL" clId="{4EC4D577-24F8-4B3D-BECB-00124DE607DF}" dt="2025-10-03T05:16:14.108" v="554" actId="47"/>
        <pc:sldMkLst>
          <pc:docMk/>
          <pc:sldMk cId="2777274147" sldId="2147376460"/>
        </pc:sldMkLst>
      </pc:sldChg>
      <pc:sldChg chg="addSp modSp add del mod">
        <pc:chgData name="Porus P Jain" userId="426241ab-ce3a-418a-a669-bb9355426681" providerId="ADAL" clId="{4EC4D577-24F8-4B3D-BECB-00124DE607DF}" dt="2025-10-03T10:27:23.922" v="1497" actId="14100"/>
        <pc:sldMkLst>
          <pc:docMk/>
          <pc:sldMk cId="348964950" sldId="2147376467"/>
        </pc:sldMkLst>
        <pc:graphicFrameChg chg="mod">
          <ac:chgData name="Porus P Jain" userId="426241ab-ce3a-418a-a669-bb9355426681" providerId="ADAL" clId="{4EC4D577-24F8-4B3D-BECB-00124DE607DF}" dt="2025-10-03T10:27:23.922" v="1497" actId="14100"/>
          <ac:graphicFrameMkLst>
            <pc:docMk/>
            <pc:sldMk cId="348964950" sldId="2147376467"/>
            <ac:graphicFrameMk id="2" creationId="{9745ABE4-0280-C53A-E6D0-A2CD8D35416F}"/>
          </ac:graphicFrameMkLst>
        </pc:graphicFrameChg>
        <pc:graphicFrameChg chg="add mod modGraphic">
          <ac:chgData name="Porus P Jain" userId="426241ab-ce3a-418a-a669-bb9355426681" providerId="ADAL" clId="{4EC4D577-24F8-4B3D-BECB-00124DE607DF}" dt="2025-10-03T10:26:23.325" v="1492" actId="20577"/>
          <ac:graphicFrameMkLst>
            <pc:docMk/>
            <pc:sldMk cId="348964950" sldId="2147376467"/>
            <ac:graphicFrameMk id="7" creationId="{A2914A61-20D8-1580-8021-A96558E0666F}"/>
          </ac:graphicFrameMkLst>
        </pc:graphicFrameChg>
      </pc:sldChg>
      <pc:sldChg chg="del">
        <pc:chgData name="Porus P Jain" userId="426241ab-ce3a-418a-a669-bb9355426681" providerId="ADAL" clId="{4EC4D577-24F8-4B3D-BECB-00124DE607DF}" dt="2025-10-03T05:15:00.337" v="546" actId="47"/>
        <pc:sldMkLst>
          <pc:docMk/>
          <pc:sldMk cId="2815058885" sldId="2147376468"/>
        </pc:sldMkLst>
      </pc:sldChg>
      <pc:sldChg chg="del">
        <pc:chgData name="Porus P Jain" userId="426241ab-ce3a-418a-a669-bb9355426681" providerId="ADAL" clId="{4EC4D577-24F8-4B3D-BECB-00124DE607DF}" dt="2025-10-03T05:14:54.709" v="544" actId="47"/>
        <pc:sldMkLst>
          <pc:docMk/>
          <pc:sldMk cId="494368086" sldId="2147376472"/>
        </pc:sldMkLst>
      </pc:sldChg>
      <pc:sldChg chg="del">
        <pc:chgData name="Porus P Jain" userId="426241ab-ce3a-418a-a669-bb9355426681" providerId="ADAL" clId="{4EC4D577-24F8-4B3D-BECB-00124DE607DF}" dt="2025-10-03T12:29:38.159" v="2020" actId="47"/>
        <pc:sldMkLst>
          <pc:docMk/>
          <pc:sldMk cId="2824537222" sldId="2147376473"/>
        </pc:sldMkLst>
      </pc:sldChg>
      <pc:sldChg chg="del">
        <pc:chgData name="Porus P Jain" userId="426241ab-ce3a-418a-a669-bb9355426681" providerId="ADAL" clId="{4EC4D577-24F8-4B3D-BECB-00124DE607DF}" dt="2025-10-03T05:15:13.877" v="547" actId="47"/>
        <pc:sldMkLst>
          <pc:docMk/>
          <pc:sldMk cId="4263981914" sldId="2147376478"/>
        </pc:sldMkLst>
      </pc:sldChg>
      <pc:sldChg chg="addSp delSp modSp mod">
        <pc:chgData name="Porus P Jain" userId="426241ab-ce3a-418a-a669-bb9355426681" providerId="ADAL" clId="{4EC4D577-24F8-4B3D-BECB-00124DE607DF}" dt="2025-10-03T12:38:50.340" v="2428" actId="12385"/>
        <pc:sldMkLst>
          <pc:docMk/>
          <pc:sldMk cId="835312398" sldId="2147376481"/>
        </pc:sldMkLst>
        <pc:spChg chg="del mod">
          <ac:chgData name="Porus P Jain" userId="426241ab-ce3a-418a-a669-bb9355426681" providerId="ADAL" clId="{4EC4D577-24F8-4B3D-BECB-00124DE607DF}" dt="2025-10-03T12:37:43.921" v="2362" actId="478"/>
          <ac:spMkLst>
            <pc:docMk/>
            <pc:sldMk cId="835312398" sldId="2147376481"/>
            <ac:spMk id="3" creationId="{D87CFED6-5A2F-0920-36AF-14E7D5A3F4B5}"/>
          </ac:spMkLst>
        </pc:spChg>
        <pc:graphicFrameChg chg="add mod modGraphic">
          <ac:chgData name="Porus P Jain" userId="426241ab-ce3a-418a-a669-bb9355426681" providerId="ADAL" clId="{4EC4D577-24F8-4B3D-BECB-00124DE607DF}" dt="2025-10-03T12:38:50.340" v="2428" actId="12385"/>
          <ac:graphicFrameMkLst>
            <pc:docMk/>
            <pc:sldMk cId="835312398" sldId="2147376481"/>
            <ac:graphicFrameMk id="2" creationId="{10252C57-5F64-6E94-F61B-F62500C8974D}"/>
          </ac:graphicFrameMkLst>
        </pc:graphicFrameChg>
      </pc:sldChg>
      <pc:sldChg chg="del">
        <pc:chgData name="Porus P Jain" userId="426241ab-ce3a-418a-a669-bb9355426681" providerId="ADAL" clId="{4EC4D577-24F8-4B3D-BECB-00124DE607DF}" dt="2025-10-03T12:29:38.159" v="2020" actId="47"/>
        <pc:sldMkLst>
          <pc:docMk/>
          <pc:sldMk cId="1624875901" sldId="2147376483"/>
        </pc:sldMkLst>
      </pc:sldChg>
      <pc:sldChg chg="del">
        <pc:chgData name="Porus P Jain" userId="426241ab-ce3a-418a-a669-bb9355426681" providerId="ADAL" clId="{4EC4D577-24F8-4B3D-BECB-00124DE607DF}" dt="2025-10-03T05:14:57.144" v="545" actId="47"/>
        <pc:sldMkLst>
          <pc:docMk/>
          <pc:sldMk cId="3651024671" sldId="2147376485"/>
        </pc:sldMkLst>
      </pc:sldChg>
      <pc:sldChg chg="del">
        <pc:chgData name="Porus P Jain" userId="426241ab-ce3a-418a-a669-bb9355426681" providerId="ADAL" clId="{4EC4D577-24F8-4B3D-BECB-00124DE607DF}" dt="2025-10-02T09:32:46.255" v="16" actId="2696"/>
        <pc:sldMkLst>
          <pc:docMk/>
          <pc:sldMk cId="195081137" sldId="2147376616"/>
        </pc:sldMkLst>
      </pc:sldChg>
      <pc:sldChg chg="add">
        <pc:chgData name="Porus P Jain" userId="426241ab-ce3a-418a-a669-bb9355426681" providerId="ADAL" clId="{4EC4D577-24F8-4B3D-BECB-00124DE607DF}" dt="2025-10-02T09:32:51.974" v="18"/>
        <pc:sldMkLst>
          <pc:docMk/>
          <pc:sldMk cId="868359500" sldId="2147376616"/>
        </pc:sldMkLst>
      </pc:sldChg>
      <pc:sldChg chg="del">
        <pc:chgData name="Porus P Jain" userId="426241ab-ce3a-418a-a669-bb9355426681" providerId="ADAL" clId="{4EC4D577-24F8-4B3D-BECB-00124DE607DF}" dt="2025-10-02T09:32:46.255" v="16" actId="2696"/>
        <pc:sldMkLst>
          <pc:docMk/>
          <pc:sldMk cId="222882548" sldId="2147376618"/>
        </pc:sldMkLst>
      </pc:sldChg>
      <pc:sldChg chg="delSp add mod">
        <pc:chgData name="Porus P Jain" userId="426241ab-ce3a-418a-a669-bb9355426681" providerId="ADAL" clId="{4EC4D577-24F8-4B3D-BECB-00124DE607DF}" dt="2025-10-02T09:35:03.941" v="19" actId="478"/>
        <pc:sldMkLst>
          <pc:docMk/>
          <pc:sldMk cId="890112677" sldId="2147376618"/>
        </pc:sldMkLst>
        <pc:spChg chg="del">
          <ac:chgData name="Porus P Jain" userId="426241ab-ce3a-418a-a669-bb9355426681" providerId="ADAL" clId="{4EC4D577-24F8-4B3D-BECB-00124DE607DF}" dt="2025-10-02T09:35:03.941" v="19" actId="478"/>
          <ac:spMkLst>
            <pc:docMk/>
            <pc:sldMk cId="890112677" sldId="2147376618"/>
            <ac:spMk id="2" creationId="{EF86888B-451A-DEF4-5178-7EE715291E40}"/>
          </ac:spMkLst>
        </pc:spChg>
      </pc:sldChg>
      <pc:sldChg chg="add">
        <pc:chgData name="Porus P Jain" userId="426241ab-ce3a-418a-a669-bb9355426681" providerId="ADAL" clId="{4EC4D577-24F8-4B3D-BECB-00124DE607DF}" dt="2025-10-02T09:32:51.974" v="18"/>
        <pc:sldMkLst>
          <pc:docMk/>
          <pc:sldMk cId="605794506" sldId="2147376622"/>
        </pc:sldMkLst>
      </pc:sldChg>
      <pc:sldChg chg="del">
        <pc:chgData name="Porus P Jain" userId="426241ab-ce3a-418a-a669-bb9355426681" providerId="ADAL" clId="{4EC4D577-24F8-4B3D-BECB-00124DE607DF}" dt="2025-10-02T09:32:46.255" v="16" actId="2696"/>
        <pc:sldMkLst>
          <pc:docMk/>
          <pc:sldMk cId="671220431" sldId="2147376622"/>
        </pc:sldMkLst>
      </pc:sldChg>
      <pc:sldChg chg="del">
        <pc:chgData name="Porus P Jain" userId="426241ab-ce3a-418a-a669-bb9355426681" providerId="ADAL" clId="{4EC4D577-24F8-4B3D-BECB-00124DE607DF}" dt="2025-10-02T09:32:46.255" v="16" actId="2696"/>
        <pc:sldMkLst>
          <pc:docMk/>
          <pc:sldMk cId="3839465103" sldId="2147376636"/>
        </pc:sldMkLst>
      </pc:sldChg>
      <pc:sldChg chg="add">
        <pc:chgData name="Porus P Jain" userId="426241ab-ce3a-418a-a669-bb9355426681" providerId="ADAL" clId="{4EC4D577-24F8-4B3D-BECB-00124DE607DF}" dt="2025-10-02T09:32:51.974" v="18"/>
        <pc:sldMkLst>
          <pc:docMk/>
          <pc:sldMk cId="3962231286" sldId="2147376636"/>
        </pc:sldMkLst>
      </pc:sldChg>
      <pc:sldChg chg="add">
        <pc:chgData name="Porus P Jain" userId="426241ab-ce3a-418a-a669-bb9355426681" providerId="ADAL" clId="{4EC4D577-24F8-4B3D-BECB-00124DE607DF}" dt="2025-10-02T09:32:51.974" v="18"/>
        <pc:sldMkLst>
          <pc:docMk/>
          <pc:sldMk cId="2538048442" sldId="2147376640"/>
        </pc:sldMkLst>
      </pc:sldChg>
      <pc:sldChg chg="del">
        <pc:chgData name="Porus P Jain" userId="426241ab-ce3a-418a-a669-bb9355426681" providerId="ADAL" clId="{4EC4D577-24F8-4B3D-BECB-00124DE607DF}" dt="2025-10-02T09:32:46.255" v="16" actId="2696"/>
        <pc:sldMkLst>
          <pc:docMk/>
          <pc:sldMk cId="3904791787" sldId="2147376640"/>
        </pc:sldMkLst>
      </pc:sldChg>
      <pc:sldChg chg="add">
        <pc:chgData name="Porus P Jain" userId="426241ab-ce3a-418a-a669-bb9355426681" providerId="ADAL" clId="{4EC4D577-24F8-4B3D-BECB-00124DE607DF}" dt="2025-10-02T09:32:51.974" v="18"/>
        <pc:sldMkLst>
          <pc:docMk/>
          <pc:sldMk cId="128607783" sldId="2147376643"/>
        </pc:sldMkLst>
      </pc:sldChg>
      <pc:sldChg chg="del">
        <pc:chgData name="Porus P Jain" userId="426241ab-ce3a-418a-a669-bb9355426681" providerId="ADAL" clId="{4EC4D577-24F8-4B3D-BECB-00124DE607DF}" dt="2025-10-02T09:32:46.255" v="16" actId="2696"/>
        <pc:sldMkLst>
          <pc:docMk/>
          <pc:sldMk cId="3708434273" sldId="2147376643"/>
        </pc:sldMkLst>
      </pc:sldChg>
      <pc:sldChg chg="del">
        <pc:chgData name="Porus P Jain" userId="426241ab-ce3a-418a-a669-bb9355426681" providerId="ADAL" clId="{4EC4D577-24F8-4B3D-BECB-00124DE607DF}" dt="2025-10-02T09:32:46.255" v="16" actId="2696"/>
        <pc:sldMkLst>
          <pc:docMk/>
          <pc:sldMk cId="65857030" sldId="2147376655"/>
        </pc:sldMkLst>
      </pc:sldChg>
      <pc:sldChg chg="add">
        <pc:chgData name="Porus P Jain" userId="426241ab-ce3a-418a-a669-bb9355426681" providerId="ADAL" clId="{4EC4D577-24F8-4B3D-BECB-00124DE607DF}" dt="2025-10-02T09:32:51.974" v="18"/>
        <pc:sldMkLst>
          <pc:docMk/>
          <pc:sldMk cId="1739485479" sldId="2147376655"/>
        </pc:sldMkLst>
      </pc:sldChg>
      <pc:sldChg chg="del">
        <pc:chgData name="Porus P Jain" userId="426241ab-ce3a-418a-a669-bb9355426681" providerId="ADAL" clId="{4EC4D577-24F8-4B3D-BECB-00124DE607DF}" dt="2025-10-02T09:32:46.255" v="16" actId="2696"/>
        <pc:sldMkLst>
          <pc:docMk/>
          <pc:sldMk cId="2786021414" sldId="2147376656"/>
        </pc:sldMkLst>
      </pc:sldChg>
      <pc:sldChg chg="add">
        <pc:chgData name="Porus P Jain" userId="426241ab-ce3a-418a-a669-bb9355426681" providerId="ADAL" clId="{4EC4D577-24F8-4B3D-BECB-00124DE607DF}" dt="2025-10-02T09:32:51.974" v="18"/>
        <pc:sldMkLst>
          <pc:docMk/>
          <pc:sldMk cId="3081431739" sldId="2147376656"/>
        </pc:sldMkLst>
      </pc:sldChg>
      <pc:sldChg chg="add del">
        <pc:chgData name="Porus P Jain" userId="426241ab-ce3a-418a-a669-bb9355426681" providerId="ADAL" clId="{4EC4D577-24F8-4B3D-BECB-00124DE607DF}" dt="2025-10-03T09:26:43.743" v="667" actId="47"/>
        <pc:sldMkLst>
          <pc:docMk/>
          <pc:sldMk cId="2732480493" sldId="2147376658"/>
        </pc:sldMkLst>
      </pc:sldChg>
      <pc:sldChg chg="del">
        <pc:chgData name="Porus P Jain" userId="426241ab-ce3a-418a-a669-bb9355426681" providerId="ADAL" clId="{4EC4D577-24F8-4B3D-BECB-00124DE607DF}" dt="2025-10-02T09:32:46.255" v="16" actId="2696"/>
        <pc:sldMkLst>
          <pc:docMk/>
          <pc:sldMk cId="4029654949" sldId="2147376658"/>
        </pc:sldMkLst>
      </pc:sldChg>
      <pc:sldChg chg="del">
        <pc:chgData name="Porus P Jain" userId="426241ab-ce3a-418a-a669-bb9355426681" providerId="ADAL" clId="{4EC4D577-24F8-4B3D-BECB-00124DE607DF}" dt="2025-10-02T09:32:46.255" v="16" actId="2696"/>
        <pc:sldMkLst>
          <pc:docMk/>
          <pc:sldMk cId="498396269" sldId="2147376688"/>
        </pc:sldMkLst>
      </pc:sldChg>
      <pc:sldChg chg="add">
        <pc:chgData name="Porus P Jain" userId="426241ab-ce3a-418a-a669-bb9355426681" providerId="ADAL" clId="{4EC4D577-24F8-4B3D-BECB-00124DE607DF}" dt="2025-10-02T09:32:51.974" v="18"/>
        <pc:sldMkLst>
          <pc:docMk/>
          <pc:sldMk cId="3895983287" sldId="2147376688"/>
        </pc:sldMkLst>
      </pc:sldChg>
      <pc:sldChg chg="del">
        <pc:chgData name="Porus P Jain" userId="426241ab-ce3a-418a-a669-bb9355426681" providerId="ADAL" clId="{4EC4D577-24F8-4B3D-BECB-00124DE607DF}" dt="2025-10-02T09:32:46.255" v="16" actId="2696"/>
        <pc:sldMkLst>
          <pc:docMk/>
          <pc:sldMk cId="445574673" sldId="2147376691"/>
        </pc:sldMkLst>
      </pc:sldChg>
      <pc:sldChg chg="add">
        <pc:chgData name="Porus P Jain" userId="426241ab-ce3a-418a-a669-bb9355426681" providerId="ADAL" clId="{4EC4D577-24F8-4B3D-BECB-00124DE607DF}" dt="2025-10-02T09:32:51.974" v="18"/>
        <pc:sldMkLst>
          <pc:docMk/>
          <pc:sldMk cId="1282683142" sldId="2147376691"/>
        </pc:sldMkLst>
      </pc:sldChg>
      <pc:sldChg chg="add">
        <pc:chgData name="Porus P Jain" userId="426241ab-ce3a-418a-a669-bb9355426681" providerId="ADAL" clId="{4EC4D577-24F8-4B3D-BECB-00124DE607DF}" dt="2025-10-02T09:32:51.974" v="18"/>
        <pc:sldMkLst>
          <pc:docMk/>
          <pc:sldMk cId="3354729651" sldId="2147376700"/>
        </pc:sldMkLst>
      </pc:sldChg>
      <pc:sldChg chg="del">
        <pc:chgData name="Porus P Jain" userId="426241ab-ce3a-418a-a669-bb9355426681" providerId="ADAL" clId="{4EC4D577-24F8-4B3D-BECB-00124DE607DF}" dt="2025-10-02T09:32:46.255" v="16" actId="2696"/>
        <pc:sldMkLst>
          <pc:docMk/>
          <pc:sldMk cId="3513676417" sldId="2147376700"/>
        </pc:sldMkLst>
      </pc:sldChg>
      <pc:sldChg chg="add">
        <pc:chgData name="Porus P Jain" userId="426241ab-ce3a-418a-a669-bb9355426681" providerId="ADAL" clId="{4EC4D577-24F8-4B3D-BECB-00124DE607DF}" dt="2025-10-02T09:32:51.974" v="18"/>
        <pc:sldMkLst>
          <pc:docMk/>
          <pc:sldMk cId="360043898" sldId="2147376702"/>
        </pc:sldMkLst>
      </pc:sldChg>
      <pc:sldChg chg="del">
        <pc:chgData name="Porus P Jain" userId="426241ab-ce3a-418a-a669-bb9355426681" providerId="ADAL" clId="{4EC4D577-24F8-4B3D-BECB-00124DE607DF}" dt="2025-10-02T09:32:46.255" v="16" actId="2696"/>
        <pc:sldMkLst>
          <pc:docMk/>
          <pc:sldMk cId="855179329" sldId="2147376702"/>
        </pc:sldMkLst>
      </pc:sldChg>
      <pc:sldChg chg="del">
        <pc:chgData name="Porus P Jain" userId="426241ab-ce3a-418a-a669-bb9355426681" providerId="ADAL" clId="{4EC4D577-24F8-4B3D-BECB-00124DE607DF}" dt="2025-10-02T09:12:04.357" v="2" actId="47"/>
        <pc:sldMkLst>
          <pc:docMk/>
          <pc:sldMk cId="4076976967" sldId="2147376719"/>
        </pc:sldMkLst>
      </pc:sldChg>
      <pc:sldChg chg="modSp add mod">
        <pc:chgData name="Porus P Jain" userId="426241ab-ce3a-418a-a669-bb9355426681" providerId="ADAL" clId="{4EC4D577-24F8-4B3D-BECB-00124DE607DF}" dt="2025-10-03T09:26:20.701" v="666" actId="20577"/>
        <pc:sldMkLst>
          <pc:docMk/>
          <pc:sldMk cId="1436378491" sldId="2147376733"/>
        </pc:sldMkLst>
        <pc:graphicFrameChg chg="mod modGraphic">
          <ac:chgData name="Porus P Jain" userId="426241ab-ce3a-418a-a669-bb9355426681" providerId="ADAL" clId="{4EC4D577-24F8-4B3D-BECB-00124DE607DF}" dt="2025-10-03T09:26:20.701" v="666" actId="20577"/>
          <ac:graphicFrameMkLst>
            <pc:docMk/>
            <pc:sldMk cId="1436378491" sldId="2147376733"/>
            <ac:graphicFrameMk id="4" creationId="{A39D0748-5725-5FA3-4CAA-288C7FFC46F3}"/>
          </ac:graphicFrameMkLst>
        </pc:graphicFrameChg>
      </pc:sldChg>
      <pc:sldChg chg="del">
        <pc:chgData name="Porus P Jain" userId="426241ab-ce3a-418a-a669-bb9355426681" providerId="ADAL" clId="{4EC4D577-24F8-4B3D-BECB-00124DE607DF}" dt="2025-10-02T09:32:46.255" v="16" actId="2696"/>
        <pc:sldMkLst>
          <pc:docMk/>
          <pc:sldMk cId="4028222737" sldId="2147376733"/>
        </pc:sldMkLst>
      </pc:sldChg>
      <pc:sldChg chg="add">
        <pc:chgData name="Porus P Jain" userId="426241ab-ce3a-418a-a669-bb9355426681" providerId="ADAL" clId="{4EC4D577-24F8-4B3D-BECB-00124DE607DF}" dt="2025-10-02T09:32:51.974" v="18"/>
        <pc:sldMkLst>
          <pc:docMk/>
          <pc:sldMk cId="71105731" sldId="2147376806"/>
        </pc:sldMkLst>
      </pc:sldChg>
      <pc:sldChg chg="del">
        <pc:chgData name="Porus P Jain" userId="426241ab-ce3a-418a-a669-bb9355426681" providerId="ADAL" clId="{4EC4D577-24F8-4B3D-BECB-00124DE607DF}" dt="2025-10-02T09:32:46.255" v="16" actId="2696"/>
        <pc:sldMkLst>
          <pc:docMk/>
          <pc:sldMk cId="4002326900" sldId="2147376806"/>
        </pc:sldMkLst>
      </pc:sldChg>
      <pc:sldChg chg="del">
        <pc:chgData name="Porus P Jain" userId="426241ab-ce3a-418a-a669-bb9355426681" providerId="ADAL" clId="{4EC4D577-24F8-4B3D-BECB-00124DE607DF}" dt="2025-10-02T09:32:46.255" v="16" actId="2696"/>
        <pc:sldMkLst>
          <pc:docMk/>
          <pc:sldMk cId="607141969" sldId="2147376810"/>
        </pc:sldMkLst>
      </pc:sldChg>
      <pc:sldChg chg="add">
        <pc:chgData name="Porus P Jain" userId="426241ab-ce3a-418a-a669-bb9355426681" providerId="ADAL" clId="{4EC4D577-24F8-4B3D-BECB-00124DE607DF}" dt="2025-10-02T09:32:51.974" v="18"/>
        <pc:sldMkLst>
          <pc:docMk/>
          <pc:sldMk cId="1582841482" sldId="2147376810"/>
        </pc:sldMkLst>
      </pc:sldChg>
      <pc:sldChg chg="modSp mod">
        <pc:chgData name="Porus P Jain" userId="426241ab-ce3a-418a-a669-bb9355426681" providerId="ADAL" clId="{4EC4D577-24F8-4B3D-BECB-00124DE607DF}" dt="2025-10-03T05:15:54.904" v="553" actId="20577"/>
        <pc:sldMkLst>
          <pc:docMk/>
          <pc:sldMk cId="2545190606" sldId="2147376811"/>
        </pc:sldMkLst>
        <pc:spChg chg="mod">
          <ac:chgData name="Porus P Jain" userId="426241ab-ce3a-418a-a669-bb9355426681" providerId="ADAL" clId="{4EC4D577-24F8-4B3D-BECB-00124DE607DF}" dt="2025-10-03T05:15:54.904" v="553" actId="20577"/>
          <ac:spMkLst>
            <pc:docMk/>
            <pc:sldMk cId="2545190606" sldId="2147376811"/>
            <ac:spMk id="4" creationId="{B9969ED9-584F-B0D3-7208-32BFFD134657}"/>
          </ac:spMkLst>
        </pc:spChg>
      </pc:sldChg>
      <pc:sldChg chg="addSp modSp mod">
        <pc:chgData name="Porus P Jain" userId="426241ab-ce3a-418a-a669-bb9355426681" providerId="ADAL" clId="{4EC4D577-24F8-4B3D-BECB-00124DE607DF}" dt="2025-10-03T12:33:41.713" v="2171" actId="1076"/>
        <pc:sldMkLst>
          <pc:docMk/>
          <pc:sldMk cId="0" sldId="2147376814"/>
        </pc:sldMkLst>
        <pc:spChg chg="add mod">
          <ac:chgData name="Porus P Jain" userId="426241ab-ce3a-418a-a669-bb9355426681" providerId="ADAL" clId="{4EC4D577-24F8-4B3D-BECB-00124DE607DF}" dt="2025-10-03T04:39:22.219" v="531"/>
          <ac:spMkLst>
            <pc:docMk/>
            <pc:sldMk cId="0" sldId="2147376814"/>
            <ac:spMk id="3" creationId="{CF0ED0A7-7850-4A6E-5A84-05F63965C8F5}"/>
          </ac:spMkLst>
        </pc:spChg>
        <pc:spChg chg="add mod">
          <ac:chgData name="Porus P Jain" userId="426241ab-ce3a-418a-a669-bb9355426681" providerId="ADAL" clId="{4EC4D577-24F8-4B3D-BECB-00124DE607DF}" dt="2025-10-03T12:33:33.942" v="2170" actId="1076"/>
          <ac:spMkLst>
            <pc:docMk/>
            <pc:sldMk cId="0" sldId="2147376814"/>
            <ac:spMk id="4" creationId="{D01F5205-215E-97B0-7A56-7D62978A3815}"/>
          </ac:spMkLst>
        </pc:spChg>
        <pc:spChg chg="add mod">
          <ac:chgData name="Porus P Jain" userId="426241ab-ce3a-418a-a669-bb9355426681" providerId="ADAL" clId="{4EC4D577-24F8-4B3D-BECB-00124DE607DF}" dt="2025-10-03T12:33:33.942" v="2170" actId="1076"/>
          <ac:spMkLst>
            <pc:docMk/>
            <pc:sldMk cId="0" sldId="2147376814"/>
            <ac:spMk id="5" creationId="{8B52AF41-21D9-1DB1-F2AD-19723EFD5C9D}"/>
          </ac:spMkLst>
        </pc:spChg>
        <pc:spChg chg="add mod">
          <ac:chgData name="Porus P Jain" userId="426241ab-ce3a-418a-a669-bb9355426681" providerId="ADAL" clId="{4EC4D577-24F8-4B3D-BECB-00124DE607DF}" dt="2025-10-03T12:33:41.713" v="2171" actId="1076"/>
          <ac:spMkLst>
            <pc:docMk/>
            <pc:sldMk cId="0" sldId="2147376814"/>
            <ac:spMk id="6" creationId="{A2229CE2-A3A4-2352-434E-1C479A4DAAF1}"/>
          </ac:spMkLst>
        </pc:spChg>
        <pc:spChg chg="add mod">
          <ac:chgData name="Porus P Jain" userId="426241ab-ce3a-418a-a669-bb9355426681" providerId="ADAL" clId="{4EC4D577-24F8-4B3D-BECB-00124DE607DF}" dt="2025-10-03T12:33:41.713" v="2171" actId="1076"/>
          <ac:spMkLst>
            <pc:docMk/>
            <pc:sldMk cId="0" sldId="2147376814"/>
            <ac:spMk id="7" creationId="{3535A9A2-79BA-8721-79C8-C9C8BC740980}"/>
          </ac:spMkLst>
        </pc:spChg>
        <pc:spChg chg="mod">
          <ac:chgData name="Porus P Jain" userId="426241ab-ce3a-418a-a669-bb9355426681" providerId="ADAL" clId="{4EC4D577-24F8-4B3D-BECB-00124DE607DF}" dt="2025-10-02T09:24:01.691" v="8" actId="6549"/>
          <ac:spMkLst>
            <pc:docMk/>
            <pc:sldMk cId="0" sldId="2147376814"/>
            <ac:spMk id="9" creationId="{77677452-94F8-4F75-A4E8-4267BD082E9B}"/>
          </ac:spMkLst>
        </pc:spChg>
      </pc:sldChg>
      <pc:sldChg chg="del">
        <pc:chgData name="Porus P Jain" userId="426241ab-ce3a-418a-a669-bb9355426681" providerId="ADAL" clId="{4EC4D577-24F8-4B3D-BECB-00124DE607DF}" dt="2025-10-02T09:39:58.017" v="96" actId="47"/>
        <pc:sldMkLst>
          <pc:docMk/>
          <pc:sldMk cId="0" sldId="2147376820"/>
        </pc:sldMkLst>
      </pc:sldChg>
      <pc:sldChg chg="modSp">
        <pc:chgData name="Porus P Jain" userId="426241ab-ce3a-418a-a669-bb9355426681" providerId="ADAL" clId="{4EC4D577-24F8-4B3D-BECB-00124DE607DF}" dt="2025-10-03T10:27:10.644" v="1496" actId="113"/>
        <pc:sldMkLst>
          <pc:docMk/>
          <pc:sldMk cId="3870813615" sldId="2147376821"/>
        </pc:sldMkLst>
        <pc:graphicFrameChg chg="mod">
          <ac:chgData name="Porus P Jain" userId="426241ab-ce3a-418a-a669-bb9355426681" providerId="ADAL" clId="{4EC4D577-24F8-4B3D-BECB-00124DE607DF}" dt="2025-10-03T10:27:06.334" v="1495" actId="113"/>
          <ac:graphicFrameMkLst>
            <pc:docMk/>
            <pc:sldMk cId="3870813615" sldId="2147376821"/>
            <ac:graphicFrameMk id="8" creationId="{E018F86E-E396-3CD7-64E3-AF905AFE8A56}"/>
          </ac:graphicFrameMkLst>
        </pc:graphicFrameChg>
        <pc:graphicFrameChg chg="mod">
          <ac:chgData name="Porus P Jain" userId="426241ab-ce3a-418a-a669-bb9355426681" providerId="ADAL" clId="{4EC4D577-24F8-4B3D-BECB-00124DE607DF}" dt="2025-10-03T10:27:10.644" v="1496" actId="113"/>
          <ac:graphicFrameMkLst>
            <pc:docMk/>
            <pc:sldMk cId="3870813615" sldId="2147376821"/>
            <ac:graphicFrameMk id="9" creationId="{5CFEB9E4-E688-D683-98AF-34F756C7ACB0}"/>
          </ac:graphicFrameMkLst>
        </pc:graphicFrameChg>
      </pc:sldChg>
      <pc:sldChg chg="new del">
        <pc:chgData name="Porus P Jain" userId="426241ab-ce3a-418a-a669-bb9355426681" providerId="ADAL" clId="{4EC4D577-24F8-4B3D-BECB-00124DE607DF}" dt="2025-10-02T09:39:11.239" v="22" actId="47"/>
        <pc:sldMkLst>
          <pc:docMk/>
          <pc:sldMk cId="2272711344" sldId="2147376823"/>
        </pc:sldMkLst>
      </pc:sldChg>
      <pc:sldChg chg="addSp modSp add mod">
        <pc:chgData name="Porus P Jain" userId="426241ab-ce3a-418a-a669-bb9355426681" providerId="ADAL" clId="{4EC4D577-24F8-4B3D-BECB-00124DE607DF}" dt="2025-10-03T04:39:30.935" v="532"/>
        <pc:sldMkLst>
          <pc:docMk/>
          <pc:sldMk cId="1629128651" sldId="2147376824"/>
        </pc:sldMkLst>
        <pc:spChg chg="add mod">
          <ac:chgData name="Porus P Jain" userId="426241ab-ce3a-418a-a669-bb9355426681" providerId="ADAL" clId="{4EC4D577-24F8-4B3D-BECB-00124DE607DF}" dt="2025-10-03T04:39:30.935" v="532"/>
          <ac:spMkLst>
            <pc:docMk/>
            <pc:sldMk cId="1629128651" sldId="2147376824"/>
            <ac:spMk id="3" creationId="{3B9572C4-9880-19B9-7D90-22D61F5EA2EC}"/>
          </ac:spMkLst>
        </pc:spChg>
        <pc:spChg chg="mod">
          <ac:chgData name="Porus P Jain" userId="426241ab-ce3a-418a-a669-bb9355426681" providerId="ADAL" clId="{4EC4D577-24F8-4B3D-BECB-00124DE607DF}" dt="2025-10-02T09:39:23.902" v="64" actId="20577"/>
          <ac:spMkLst>
            <pc:docMk/>
            <pc:sldMk cId="1629128651" sldId="2147376824"/>
            <ac:spMk id="9" creationId="{B87579FE-7A52-F3AC-8EA1-C7A3CFB32EF4}"/>
          </ac:spMkLst>
        </pc:spChg>
      </pc:sldChg>
      <pc:sldChg chg="modSp add mod">
        <pc:chgData name="Porus P Jain" userId="426241ab-ce3a-418a-a669-bb9355426681" providerId="ADAL" clId="{4EC4D577-24F8-4B3D-BECB-00124DE607DF}" dt="2025-10-02T09:39:46.087" v="94" actId="20577"/>
        <pc:sldMkLst>
          <pc:docMk/>
          <pc:sldMk cId="1574751864" sldId="2147376825"/>
        </pc:sldMkLst>
        <pc:spChg chg="mod">
          <ac:chgData name="Porus P Jain" userId="426241ab-ce3a-418a-a669-bb9355426681" providerId="ADAL" clId="{4EC4D577-24F8-4B3D-BECB-00124DE607DF}" dt="2025-10-02T09:39:46.087" v="94" actId="20577"/>
          <ac:spMkLst>
            <pc:docMk/>
            <pc:sldMk cId="1574751864" sldId="2147376825"/>
            <ac:spMk id="9" creationId="{CBF0CA63-7261-3AFA-2CE1-3E67295CB3D3}"/>
          </ac:spMkLst>
        </pc:spChg>
      </pc:sldChg>
      <pc:sldChg chg="addSp modSp add mod">
        <pc:chgData name="Porus P Jain" userId="426241ab-ce3a-418a-a669-bb9355426681" providerId="ADAL" clId="{4EC4D577-24F8-4B3D-BECB-00124DE607DF}" dt="2025-10-03T12:32:19.830" v="2095" actId="14100"/>
        <pc:sldMkLst>
          <pc:docMk/>
          <pc:sldMk cId="2103525127" sldId="2147376826"/>
        </pc:sldMkLst>
        <pc:spChg chg="add mod">
          <ac:chgData name="Porus P Jain" userId="426241ab-ce3a-418a-a669-bb9355426681" providerId="ADAL" clId="{4EC4D577-24F8-4B3D-BECB-00124DE607DF}" dt="2025-10-03T04:39:08.353" v="529"/>
          <ac:spMkLst>
            <pc:docMk/>
            <pc:sldMk cId="2103525127" sldId="2147376826"/>
            <ac:spMk id="3" creationId="{18838A13-8F57-B61D-BB5E-9ABE502D1F54}"/>
          </ac:spMkLst>
        </pc:spChg>
        <pc:spChg chg="add mod">
          <ac:chgData name="Porus P Jain" userId="426241ab-ce3a-418a-a669-bb9355426681" providerId="ADAL" clId="{4EC4D577-24F8-4B3D-BECB-00124DE607DF}" dt="2025-10-03T12:32:17.438" v="2094" actId="14100"/>
          <ac:spMkLst>
            <pc:docMk/>
            <pc:sldMk cId="2103525127" sldId="2147376826"/>
            <ac:spMk id="4" creationId="{58AB6FBD-628A-D65F-3B81-0ECE2E859D9A}"/>
          </ac:spMkLst>
        </pc:spChg>
        <pc:spChg chg="add mod">
          <ac:chgData name="Porus P Jain" userId="426241ab-ce3a-418a-a669-bb9355426681" providerId="ADAL" clId="{4EC4D577-24F8-4B3D-BECB-00124DE607DF}" dt="2025-10-03T12:32:19.830" v="2095" actId="14100"/>
          <ac:spMkLst>
            <pc:docMk/>
            <pc:sldMk cId="2103525127" sldId="2147376826"/>
            <ac:spMk id="5" creationId="{FF475C7D-DDDA-0D20-E558-07CE92781947}"/>
          </ac:spMkLst>
        </pc:spChg>
        <pc:spChg chg="mod">
          <ac:chgData name="Porus P Jain" userId="426241ab-ce3a-418a-a669-bb9355426681" providerId="ADAL" clId="{4EC4D577-24F8-4B3D-BECB-00124DE607DF}" dt="2025-10-02T09:40:07.264" v="138" actId="20577"/>
          <ac:spMkLst>
            <pc:docMk/>
            <pc:sldMk cId="2103525127" sldId="2147376826"/>
            <ac:spMk id="9" creationId="{25B3CDB3-8023-8993-0BA1-3B9DA7CA4A17}"/>
          </ac:spMkLst>
        </pc:spChg>
      </pc:sldChg>
      <pc:sldChg chg="addSp modSp add mod">
        <pc:chgData name="Porus P Jain" userId="426241ab-ce3a-418a-a669-bb9355426681" providerId="ADAL" clId="{4EC4D577-24F8-4B3D-BECB-00124DE607DF}" dt="2025-10-03T04:38:59.913" v="528"/>
        <pc:sldMkLst>
          <pc:docMk/>
          <pc:sldMk cId="3932311062" sldId="2147376827"/>
        </pc:sldMkLst>
        <pc:spChg chg="add mod">
          <ac:chgData name="Porus P Jain" userId="426241ab-ce3a-418a-a669-bb9355426681" providerId="ADAL" clId="{4EC4D577-24F8-4B3D-BECB-00124DE607DF}" dt="2025-10-03T04:38:59.913" v="528"/>
          <ac:spMkLst>
            <pc:docMk/>
            <pc:sldMk cId="3932311062" sldId="2147376827"/>
            <ac:spMk id="3" creationId="{A9A6B1BC-033E-71CA-F79A-0249C10F60FF}"/>
          </ac:spMkLst>
        </pc:spChg>
        <pc:spChg chg="mod">
          <ac:chgData name="Porus P Jain" userId="426241ab-ce3a-418a-a669-bb9355426681" providerId="ADAL" clId="{4EC4D577-24F8-4B3D-BECB-00124DE607DF}" dt="2025-10-02T09:45:45.128" v="177" actId="20577"/>
          <ac:spMkLst>
            <pc:docMk/>
            <pc:sldMk cId="3932311062" sldId="2147376827"/>
            <ac:spMk id="9" creationId="{FDDD7829-47C7-D92F-5540-6A6F0F839348}"/>
          </ac:spMkLst>
        </pc:spChg>
      </pc:sldChg>
      <pc:sldChg chg="addSp delSp modSp add mod ord">
        <pc:chgData name="Porus P Jain" userId="426241ab-ce3a-418a-a669-bb9355426681" providerId="ADAL" clId="{4EC4D577-24F8-4B3D-BECB-00124DE607DF}" dt="2025-10-03T12:25:03.817" v="1776" actId="20577"/>
        <pc:sldMkLst>
          <pc:docMk/>
          <pc:sldMk cId="204641131" sldId="2147376828"/>
        </pc:sldMkLst>
        <pc:spChg chg="add del mod">
          <ac:chgData name="Porus P Jain" userId="426241ab-ce3a-418a-a669-bb9355426681" providerId="ADAL" clId="{4EC4D577-24F8-4B3D-BECB-00124DE607DF}" dt="2025-10-03T12:23:58.356" v="1602" actId="478"/>
          <ac:spMkLst>
            <pc:docMk/>
            <pc:sldMk cId="204641131" sldId="2147376828"/>
            <ac:spMk id="3" creationId="{91A0214E-D85C-BCD6-AB8E-EF9A220909FB}"/>
          </ac:spMkLst>
        </pc:spChg>
        <pc:spChg chg="mod">
          <ac:chgData name="Porus P Jain" userId="426241ab-ce3a-418a-a669-bb9355426681" providerId="ADAL" clId="{4EC4D577-24F8-4B3D-BECB-00124DE607DF}" dt="2025-10-03T12:25:03.817" v="1776" actId="20577"/>
          <ac:spMkLst>
            <pc:docMk/>
            <pc:sldMk cId="204641131" sldId="2147376828"/>
            <ac:spMk id="9" creationId="{0949B5E6-23F7-AB00-5D63-C2C77DADAFEA}"/>
          </ac:spMkLst>
        </pc:spChg>
      </pc:sldChg>
      <pc:sldChg chg="addSp delSp modSp add mod">
        <pc:chgData name="Porus P Jain" userId="426241ab-ce3a-418a-a669-bb9355426681" providerId="ADAL" clId="{4EC4D577-24F8-4B3D-BECB-00124DE607DF}" dt="2025-10-03T04:39:40.986" v="533"/>
        <pc:sldMkLst>
          <pc:docMk/>
          <pc:sldMk cId="1130072896" sldId="2147376829"/>
        </pc:sldMkLst>
        <pc:spChg chg="add del mod">
          <ac:chgData name="Porus P Jain" userId="426241ab-ce3a-418a-a669-bb9355426681" providerId="ADAL" clId="{4EC4D577-24F8-4B3D-BECB-00124DE607DF}" dt="2025-10-02T09:47:26.179" v="213" actId="478"/>
          <ac:spMkLst>
            <pc:docMk/>
            <pc:sldMk cId="1130072896" sldId="2147376829"/>
            <ac:spMk id="3" creationId="{8135EA93-295D-97E3-F119-712804ECFA34}"/>
          </ac:spMkLst>
        </pc:spChg>
        <pc:spChg chg="add mod">
          <ac:chgData name="Porus P Jain" userId="426241ab-ce3a-418a-a669-bb9355426681" providerId="ADAL" clId="{4EC4D577-24F8-4B3D-BECB-00124DE607DF}" dt="2025-10-02T09:53:24.051" v="505"/>
          <ac:spMkLst>
            <pc:docMk/>
            <pc:sldMk cId="1130072896" sldId="2147376829"/>
            <ac:spMk id="5" creationId="{BDF5AC33-F974-A8E9-D88D-733782879D7C}"/>
          </ac:spMkLst>
        </pc:spChg>
        <pc:spChg chg="add mod">
          <ac:chgData name="Porus P Jain" userId="426241ab-ce3a-418a-a669-bb9355426681" providerId="ADAL" clId="{4EC4D577-24F8-4B3D-BECB-00124DE607DF}" dt="2025-10-03T04:38:52.484" v="527"/>
          <ac:spMkLst>
            <pc:docMk/>
            <pc:sldMk cId="1130072896" sldId="2147376829"/>
            <ac:spMk id="6" creationId="{298B9986-17B9-716D-F578-C4A900752922}"/>
          </ac:spMkLst>
        </pc:spChg>
        <pc:spChg chg="add mod">
          <ac:chgData name="Porus P Jain" userId="426241ab-ce3a-418a-a669-bb9355426681" providerId="ADAL" clId="{4EC4D577-24F8-4B3D-BECB-00124DE607DF}" dt="2025-10-03T04:39:16.460" v="530"/>
          <ac:spMkLst>
            <pc:docMk/>
            <pc:sldMk cId="1130072896" sldId="2147376829"/>
            <ac:spMk id="7" creationId="{F06123DF-0D7F-A341-D8A4-02142990686F}"/>
          </ac:spMkLst>
        </pc:spChg>
        <pc:spChg chg="add mod">
          <ac:chgData name="Porus P Jain" userId="426241ab-ce3a-418a-a669-bb9355426681" providerId="ADAL" clId="{4EC4D577-24F8-4B3D-BECB-00124DE607DF}" dt="2025-10-02T09:54:14.852" v="508"/>
          <ac:spMkLst>
            <pc:docMk/>
            <pc:sldMk cId="1130072896" sldId="2147376829"/>
            <ac:spMk id="8" creationId="{5252BFCB-90B6-5708-BEBE-596FCCC88856}"/>
          </ac:spMkLst>
        </pc:spChg>
        <pc:spChg chg="mod">
          <ac:chgData name="Porus P Jain" userId="426241ab-ce3a-418a-a669-bb9355426681" providerId="ADAL" clId="{4EC4D577-24F8-4B3D-BECB-00124DE607DF}" dt="2025-10-02T09:47:04.283" v="211" actId="20577"/>
          <ac:spMkLst>
            <pc:docMk/>
            <pc:sldMk cId="1130072896" sldId="2147376829"/>
            <ac:spMk id="9" creationId="{383335DE-BB24-C17A-1EBC-72D3EB7BB6E5}"/>
          </ac:spMkLst>
        </pc:spChg>
        <pc:spChg chg="add mod">
          <ac:chgData name="Porus P Jain" userId="426241ab-ce3a-418a-a669-bb9355426681" providerId="ADAL" clId="{4EC4D577-24F8-4B3D-BECB-00124DE607DF}" dt="2025-10-03T04:39:40.986" v="533"/>
          <ac:spMkLst>
            <pc:docMk/>
            <pc:sldMk cId="1130072896" sldId="2147376829"/>
            <ac:spMk id="10" creationId="{EF744AC8-70BB-0451-F8E5-D2CC21D81CCD}"/>
          </ac:spMkLst>
        </pc:spChg>
        <pc:graphicFrameChg chg="add mod modGraphic">
          <ac:chgData name="Porus P Jain" userId="426241ab-ce3a-418a-a669-bb9355426681" providerId="ADAL" clId="{4EC4D577-24F8-4B3D-BECB-00124DE607DF}" dt="2025-10-02T09:50:57.813" v="489" actId="6549"/>
          <ac:graphicFrameMkLst>
            <pc:docMk/>
            <pc:sldMk cId="1130072896" sldId="2147376829"/>
            <ac:graphicFrameMk id="4" creationId="{2DBFAD9B-AC19-4E3F-B3F3-3902A50633B0}"/>
          </ac:graphicFrameMkLst>
        </pc:graphicFrameChg>
      </pc:sldChg>
      <pc:sldChg chg="addSp modSp add mod">
        <pc:chgData name="Porus P Jain" userId="426241ab-ce3a-418a-a669-bb9355426681" providerId="ADAL" clId="{4EC4D577-24F8-4B3D-BECB-00124DE607DF}" dt="2025-10-03T10:12:57.734" v="1461" actId="20577"/>
        <pc:sldMkLst>
          <pc:docMk/>
          <pc:sldMk cId="212667035" sldId="2147376830"/>
        </pc:sldMkLst>
        <pc:spChg chg="add mod">
          <ac:chgData name="Porus P Jain" userId="426241ab-ce3a-418a-a669-bb9355426681" providerId="ADAL" clId="{4EC4D577-24F8-4B3D-BECB-00124DE607DF}" dt="2025-10-03T09:27:40.996" v="716" actId="14100"/>
          <ac:spMkLst>
            <pc:docMk/>
            <pc:sldMk cId="212667035" sldId="2147376830"/>
            <ac:spMk id="2" creationId="{8B3BB82D-1D94-F083-A26B-6BFB708D41C8}"/>
          </ac:spMkLst>
        </pc:spChg>
        <pc:spChg chg="mod">
          <ac:chgData name="Porus P Jain" userId="426241ab-ce3a-418a-a669-bb9355426681" providerId="ADAL" clId="{4EC4D577-24F8-4B3D-BECB-00124DE607DF}" dt="2025-10-03T09:27:03.525" v="696" actId="20577"/>
          <ac:spMkLst>
            <pc:docMk/>
            <pc:sldMk cId="212667035" sldId="2147376830"/>
            <ac:spMk id="3" creationId="{DF003266-3649-F62A-32E8-07BD95A9D1E6}"/>
          </ac:spMkLst>
        </pc:spChg>
        <pc:spChg chg="add mod">
          <ac:chgData name="Porus P Jain" userId="426241ab-ce3a-418a-a669-bb9355426681" providerId="ADAL" clId="{4EC4D577-24F8-4B3D-BECB-00124DE607DF}" dt="2025-10-03T10:12:57.734" v="1461" actId="20577"/>
          <ac:spMkLst>
            <pc:docMk/>
            <pc:sldMk cId="212667035" sldId="2147376830"/>
            <ac:spMk id="4" creationId="{7B67B8A0-CACD-C670-674E-498024E2321B}"/>
          </ac:spMkLst>
        </pc:spChg>
        <pc:spChg chg="mod">
          <ac:chgData name="Porus P Jain" userId="426241ab-ce3a-418a-a669-bb9355426681" providerId="ADAL" clId="{4EC4D577-24F8-4B3D-BECB-00124DE607DF}" dt="2025-10-03T09:43:38.143" v="898" actId="14100"/>
          <ac:spMkLst>
            <pc:docMk/>
            <pc:sldMk cId="212667035" sldId="2147376830"/>
            <ac:spMk id="5" creationId="{C1C8D727-2B0F-0DA2-2C5C-5B7408A3BC7A}"/>
          </ac:spMkLst>
        </pc:spChg>
        <pc:spChg chg="add mod">
          <ac:chgData name="Porus P Jain" userId="426241ab-ce3a-418a-a669-bb9355426681" providerId="ADAL" clId="{4EC4D577-24F8-4B3D-BECB-00124DE607DF}" dt="2025-10-03T09:43:49.769" v="920" actId="20577"/>
          <ac:spMkLst>
            <pc:docMk/>
            <pc:sldMk cId="212667035" sldId="2147376830"/>
            <ac:spMk id="6" creationId="{8D6E915A-F21F-B925-4240-6D8C06B99E52}"/>
          </ac:spMkLst>
        </pc:spChg>
      </pc:sldChg>
      <pc:sldChg chg="delSp modSp add mod">
        <pc:chgData name="Porus P Jain" userId="426241ab-ce3a-418a-a669-bb9355426681" providerId="ADAL" clId="{4EC4D577-24F8-4B3D-BECB-00124DE607DF}" dt="2025-10-03T09:55:55.632" v="1344" actId="20577"/>
        <pc:sldMkLst>
          <pc:docMk/>
          <pc:sldMk cId="850305011" sldId="2147376831"/>
        </pc:sldMkLst>
        <pc:spChg chg="mod">
          <ac:chgData name="Porus P Jain" userId="426241ab-ce3a-418a-a669-bb9355426681" providerId="ADAL" clId="{4EC4D577-24F8-4B3D-BECB-00124DE607DF}" dt="2025-10-03T09:52:21.357" v="1195" actId="20577"/>
          <ac:spMkLst>
            <pc:docMk/>
            <pc:sldMk cId="850305011" sldId="2147376831"/>
            <ac:spMk id="2" creationId="{A899821F-565D-2539-3E3D-D742D5553B7E}"/>
          </ac:spMkLst>
        </pc:spChg>
        <pc:spChg chg="del">
          <ac:chgData name="Porus P Jain" userId="426241ab-ce3a-418a-a669-bb9355426681" providerId="ADAL" clId="{4EC4D577-24F8-4B3D-BECB-00124DE607DF}" dt="2025-10-03T09:52:25.687" v="1196" actId="478"/>
          <ac:spMkLst>
            <pc:docMk/>
            <pc:sldMk cId="850305011" sldId="2147376831"/>
            <ac:spMk id="4" creationId="{280623B6-0F89-E5CA-CCEA-2C880A072171}"/>
          </ac:spMkLst>
        </pc:spChg>
        <pc:spChg chg="mod">
          <ac:chgData name="Porus P Jain" userId="426241ab-ce3a-418a-a669-bb9355426681" providerId="ADAL" clId="{4EC4D577-24F8-4B3D-BECB-00124DE607DF}" dt="2025-10-03T09:55:55.632" v="1344" actId="20577"/>
          <ac:spMkLst>
            <pc:docMk/>
            <pc:sldMk cId="850305011" sldId="2147376831"/>
            <ac:spMk id="5" creationId="{A503A11A-D080-08B9-2F5C-1D00267B6C75}"/>
          </ac:spMkLst>
        </pc:spChg>
        <pc:spChg chg="del">
          <ac:chgData name="Porus P Jain" userId="426241ab-ce3a-418a-a669-bb9355426681" providerId="ADAL" clId="{4EC4D577-24F8-4B3D-BECB-00124DE607DF}" dt="2025-10-03T09:52:25.687" v="1196" actId="478"/>
          <ac:spMkLst>
            <pc:docMk/>
            <pc:sldMk cId="850305011" sldId="2147376831"/>
            <ac:spMk id="6" creationId="{054CA035-B2C6-B9AF-6151-13E0E7796FDC}"/>
          </ac:spMkLst>
        </pc:spChg>
      </pc:sldChg>
      <pc:sldChg chg="modSp add mod">
        <pc:chgData name="Porus P Jain" userId="426241ab-ce3a-418a-a669-bb9355426681" providerId="ADAL" clId="{4EC4D577-24F8-4B3D-BECB-00124DE607DF}" dt="2025-10-03T10:12:15.124" v="1392" actId="20577"/>
        <pc:sldMkLst>
          <pc:docMk/>
          <pc:sldMk cId="1352439994" sldId="2147376832"/>
        </pc:sldMkLst>
        <pc:spChg chg="mod">
          <ac:chgData name="Porus P Jain" userId="426241ab-ce3a-418a-a669-bb9355426681" providerId="ADAL" clId="{4EC4D577-24F8-4B3D-BECB-00124DE607DF}" dt="2025-10-03T10:12:15.124" v="1392" actId="20577"/>
          <ac:spMkLst>
            <pc:docMk/>
            <pc:sldMk cId="1352439994" sldId="2147376832"/>
            <ac:spMk id="9" creationId="{F3C8CFA9-0125-28AB-D6ED-ADC0FA05E930}"/>
          </ac:spMkLst>
        </pc:spChg>
      </pc:sldChg>
      <pc:sldChg chg="addSp delSp modSp add del mod">
        <pc:chgData name="Porus P Jain" userId="426241ab-ce3a-418a-a669-bb9355426681" providerId="ADAL" clId="{4EC4D577-24F8-4B3D-BECB-00124DE607DF}" dt="2025-10-03T12:34:43.829" v="2172" actId="2696"/>
        <pc:sldMkLst>
          <pc:docMk/>
          <pc:sldMk cId="513251260" sldId="2147376833"/>
        </pc:sldMkLst>
        <pc:spChg chg="del mod">
          <ac:chgData name="Porus P Jain" userId="426241ab-ce3a-418a-a669-bb9355426681" providerId="ADAL" clId="{4EC4D577-24F8-4B3D-BECB-00124DE607DF}" dt="2025-10-03T10:37:17.390" v="1594" actId="478"/>
          <ac:spMkLst>
            <pc:docMk/>
            <pc:sldMk cId="513251260" sldId="2147376833"/>
            <ac:spMk id="2" creationId="{C2202B19-B99B-DEE9-BB47-69F238F60DE1}"/>
          </ac:spMkLst>
        </pc:spChg>
        <pc:spChg chg="add mod">
          <ac:chgData name="Porus P Jain" userId="426241ab-ce3a-418a-a669-bb9355426681" providerId="ADAL" clId="{4EC4D577-24F8-4B3D-BECB-00124DE607DF}" dt="2025-10-03T10:30:56.779" v="1587" actId="14100"/>
          <ac:spMkLst>
            <pc:docMk/>
            <pc:sldMk cId="513251260" sldId="2147376833"/>
            <ac:spMk id="5" creationId="{71F663B4-4A82-890A-A7DB-67D7130CE5F7}"/>
          </ac:spMkLst>
        </pc:spChg>
        <pc:spChg chg="add mod">
          <ac:chgData name="Porus P Jain" userId="426241ab-ce3a-418a-a669-bb9355426681" providerId="ADAL" clId="{4EC4D577-24F8-4B3D-BECB-00124DE607DF}" dt="2025-10-03T10:37:21.970" v="1595" actId="1076"/>
          <ac:spMkLst>
            <pc:docMk/>
            <pc:sldMk cId="513251260" sldId="2147376833"/>
            <ac:spMk id="6" creationId="{752761B6-6E8A-BDED-4F72-41044BD848FE}"/>
          </ac:spMkLst>
        </pc:spChg>
        <pc:picChg chg="del">
          <ac:chgData name="Porus P Jain" userId="426241ab-ce3a-418a-a669-bb9355426681" providerId="ADAL" clId="{4EC4D577-24F8-4B3D-BECB-00124DE607DF}" dt="2025-10-03T10:30:34.874" v="1585" actId="478"/>
          <ac:picMkLst>
            <pc:docMk/>
            <pc:sldMk cId="513251260" sldId="2147376833"/>
            <ac:picMk id="1026" creationId="{2DF6A861-6FD2-FB77-2E87-75DF2F61F4B5}"/>
          </ac:picMkLst>
        </pc:picChg>
      </pc:sldChg>
      <pc:sldChg chg="modSp add mod">
        <pc:chgData name="Porus P Jain" userId="426241ab-ce3a-418a-a669-bb9355426681" providerId="ADAL" clId="{4EC4D577-24F8-4B3D-BECB-00124DE607DF}" dt="2025-10-03T12:35:23.075" v="2232" actId="20577"/>
        <pc:sldMkLst>
          <pc:docMk/>
          <pc:sldMk cId="1775903314" sldId="2147376833"/>
        </pc:sldMkLst>
        <pc:spChg chg="mod">
          <ac:chgData name="Porus P Jain" userId="426241ab-ce3a-418a-a669-bb9355426681" providerId="ADAL" clId="{4EC4D577-24F8-4B3D-BECB-00124DE607DF}" dt="2025-10-03T12:35:23.075" v="2232" actId="20577"/>
          <ac:spMkLst>
            <pc:docMk/>
            <pc:sldMk cId="1775903314" sldId="2147376833"/>
            <ac:spMk id="5" creationId="{71F663B4-4A82-890A-A7DB-67D7130CE5F7}"/>
          </ac:spMkLst>
        </pc:spChg>
      </pc:sldChg>
      <pc:sldChg chg="add">
        <pc:chgData name="Porus P Jain" userId="426241ab-ce3a-418a-a669-bb9355426681" providerId="ADAL" clId="{4EC4D577-24F8-4B3D-BECB-00124DE607DF}" dt="2025-10-03T10:42:11.321" v="1596"/>
        <pc:sldMkLst>
          <pc:docMk/>
          <pc:sldMk cId="4082563290" sldId="2147376834"/>
        </pc:sldMkLst>
      </pc:sldChg>
      <pc:sldChg chg="add">
        <pc:chgData name="Porus P Jain" userId="426241ab-ce3a-418a-a669-bb9355426681" providerId="ADAL" clId="{4EC4D577-24F8-4B3D-BECB-00124DE607DF}" dt="2025-10-03T12:23:54.931" v="1599" actId="2890"/>
        <pc:sldMkLst>
          <pc:docMk/>
          <pc:sldMk cId="2506851233" sldId="2147376835"/>
        </pc:sldMkLst>
      </pc:sldChg>
      <pc:sldMasterChg chg="delSldLayout">
        <pc:chgData name="Porus P Jain" userId="426241ab-ce3a-418a-a669-bb9355426681" providerId="ADAL" clId="{4EC4D577-24F8-4B3D-BECB-00124DE607DF}" dt="2025-10-02T09:39:58.017" v="96" actId="47"/>
        <pc:sldMasterMkLst>
          <pc:docMk/>
          <pc:sldMasterMk cId="848123093" sldId="2147483648"/>
        </pc:sldMasterMkLst>
        <pc:sldLayoutChg chg="del">
          <pc:chgData name="Porus P Jain" userId="426241ab-ce3a-418a-a669-bb9355426681" providerId="ADAL" clId="{4EC4D577-24F8-4B3D-BECB-00124DE607DF}" dt="2025-10-02T09:32:46.255" v="16" actId="2696"/>
          <pc:sldLayoutMkLst>
            <pc:docMk/>
            <pc:sldMasterMk cId="848123093" sldId="2147483648"/>
            <pc:sldLayoutMk cId="3786256930" sldId="2147483689"/>
          </pc:sldLayoutMkLst>
        </pc:sldLayoutChg>
        <pc:sldLayoutChg chg="del">
          <pc:chgData name="Porus P Jain" userId="426241ab-ce3a-418a-a669-bb9355426681" providerId="ADAL" clId="{4EC4D577-24F8-4B3D-BECB-00124DE607DF}" dt="2025-10-02T09:39:58.017" v="96" actId="47"/>
          <pc:sldLayoutMkLst>
            <pc:docMk/>
            <pc:sldMasterMk cId="848123093" sldId="2147483648"/>
            <pc:sldLayoutMk cId="1970024857" sldId="2147483690"/>
          </pc:sldLayoutMkLst>
        </pc:sldLayoutChg>
      </pc:sldMasterChg>
    </pc:docChg>
  </pc:docChgLst>
  <pc:docChgLst>
    <pc:chgData name="Vasant K Tiwari" userId="94ab7f94-4dc6-474c-9a49-34f940ad4691" providerId="ADAL" clId="{A774ED27-BE08-49AE-9FDA-B5B7C3CCC3FD}"/>
    <pc:docChg chg="modSld">
      <pc:chgData name="Vasant K Tiwari" userId="94ab7f94-4dc6-474c-9a49-34f940ad4691" providerId="ADAL" clId="{A774ED27-BE08-49AE-9FDA-B5B7C3CCC3FD}" dt="2025-03-06T05:03:53.977" v="1" actId="6549"/>
      <pc:docMkLst>
        <pc:docMk/>
      </pc:docMkLst>
      <pc:sldChg chg="modSp mod">
        <pc:chgData name="Vasant K Tiwari" userId="94ab7f94-4dc6-474c-9a49-34f940ad4691" providerId="ADAL" clId="{A774ED27-BE08-49AE-9FDA-B5B7C3CCC3FD}" dt="2025-03-06T04:51:35.092" v="0" actId="20577"/>
        <pc:sldMkLst>
          <pc:docMk/>
          <pc:sldMk cId="3576340285" sldId="2147376479"/>
        </pc:sldMkLst>
      </pc:sldChg>
      <pc:sldChg chg="modSp mod">
        <pc:chgData name="Vasant K Tiwari" userId="94ab7f94-4dc6-474c-9a49-34f940ad4691" providerId="ADAL" clId="{A774ED27-BE08-49AE-9FDA-B5B7C3CCC3FD}" dt="2025-03-06T05:03:53.977" v="1" actId="6549"/>
        <pc:sldMkLst>
          <pc:docMk/>
          <pc:sldMk cId="2832218767" sldId="2147376696"/>
        </pc:sldMkLst>
      </pc:sldChg>
    </pc:docChg>
  </pc:docChgLst>
  <pc:docChgLst>
    <pc:chgData name="Ashwani Mishra" userId="15d57bc9-d3a4-4ee8-885b-38ce2f0c857c" providerId="ADAL" clId="{BEC72321-15CF-4721-9E6B-33173EC2C003}"/>
    <pc:docChg chg="undo custSel addSld delSld modSld">
      <pc:chgData name="Ashwani Mishra" userId="15d57bc9-d3a4-4ee8-885b-38ce2f0c857c" providerId="ADAL" clId="{BEC72321-15CF-4721-9E6B-33173EC2C003}" dt="2025-06-03T12:25:45.145" v="367"/>
      <pc:docMkLst>
        <pc:docMk/>
      </pc:docMkLst>
      <pc:sldChg chg="add del">
        <pc:chgData name="Ashwani Mishra" userId="15d57bc9-d3a4-4ee8-885b-38ce2f0c857c" providerId="ADAL" clId="{BEC72321-15CF-4721-9E6B-33173EC2C003}" dt="2025-05-27T10:13:10.731" v="11" actId="47"/>
        <pc:sldMkLst>
          <pc:docMk/>
          <pc:sldMk cId="2890597551" sldId="268"/>
        </pc:sldMkLst>
      </pc:sldChg>
      <pc:sldChg chg="del">
        <pc:chgData name="Ashwani Mishra" userId="15d57bc9-d3a4-4ee8-885b-38ce2f0c857c" providerId="ADAL" clId="{BEC72321-15CF-4721-9E6B-33173EC2C003}" dt="2025-05-27T10:13:10.731" v="11" actId="47"/>
        <pc:sldMkLst>
          <pc:docMk/>
          <pc:sldMk cId="1788746267" sldId="269"/>
        </pc:sldMkLst>
      </pc:sldChg>
      <pc:sldChg chg="del">
        <pc:chgData name="Ashwani Mishra" userId="15d57bc9-d3a4-4ee8-885b-38ce2f0c857c" providerId="ADAL" clId="{BEC72321-15CF-4721-9E6B-33173EC2C003}" dt="2025-05-27T10:13:10.731" v="11" actId="47"/>
        <pc:sldMkLst>
          <pc:docMk/>
          <pc:sldMk cId="789466733" sldId="591"/>
        </pc:sldMkLst>
      </pc:sldChg>
      <pc:sldChg chg="del">
        <pc:chgData name="Ashwani Mishra" userId="15d57bc9-d3a4-4ee8-885b-38ce2f0c857c" providerId="ADAL" clId="{BEC72321-15CF-4721-9E6B-33173EC2C003}" dt="2025-05-27T10:13:10.731" v="11" actId="47"/>
        <pc:sldMkLst>
          <pc:docMk/>
          <pc:sldMk cId="513087582" sldId="5963"/>
        </pc:sldMkLst>
      </pc:sldChg>
      <pc:sldChg chg="del">
        <pc:chgData name="Ashwani Mishra" userId="15d57bc9-d3a4-4ee8-885b-38ce2f0c857c" providerId="ADAL" clId="{BEC72321-15CF-4721-9E6B-33173EC2C003}" dt="2025-05-27T10:13:10.731" v="11" actId="47"/>
        <pc:sldMkLst>
          <pc:docMk/>
          <pc:sldMk cId="3133661868" sldId="5964"/>
        </pc:sldMkLst>
      </pc:sldChg>
      <pc:sldChg chg="del">
        <pc:chgData name="Ashwani Mishra" userId="15d57bc9-d3a4-4ee8-885b-38ce2f0c857c" providerId="ADAL" clId="{BEC72321-15CF-4721-9E6B-33173EC2C003}" dt="2025-05-27T10:13:10.731" v="11" actId="47"/>
        <pc:sldMkLst>
          <pc:docMk/>
          <pc:sldMk cId="333377282" sldId="5965"/>
        </pc:sldMkLst>
      </pc:sldChg>
      <pc:sldChg chg="add del">
        <pc:chgData name="Ashwani Mishra" userId="15d57bc9-d3a4-4ee8-885b-38ce2f0c857c" providerId="ADAL" clId="{BEC72321-15CF-4721-9E6B-33173EC2C003}" dt="2025-05-27T10:12:38.812" v="6" actId="47"/>
        <pc:sldMkLst>
          <pc:docMk/>
          <pc:sldMk cId="1281870220" sldId="6001"/>
        </pc:sldMkLst>
      </pc:sldChg>
      <pc:sldChg chg="del">
        <pc:chgData name="Ashwani Mishra" userId="15d57bc9-d3a4-4ee8-885b-38ce2f0c857c" providerId="ADAL" clId="{BEC72321-15CF-4721-9E6B-33173EC2C003}" dt="2025-05-27T10:13:10.731" v="11" actId="47"/>
        <pc:sldMkLst>
          <pc:docMk/>
          <pc:sldMk cId="2035512037" sldId="6225"/>
        </pc:sldMkLst>
      </pc:sldChg>
      <pc:sldChg chg="del">
        <pc:chgData name="Ashwani Mishra" userId="15d57bc9-d3a4-4ee8-885b-38ce2f0c857c" providerId="ADAL" clId="{BEC72321-15CF-4721-9E6B-33173EC2C003}" dt="2025-05-27T10:13:10.731" v="11" actId="47"/>
        <pc:sldMkLst>
          <pc:docMk/>
          <pc:sldMk cId="1383646061" sldId="2145708979"/>
        </pc:sldMkLst>
      </pc:sldChg>
      <pc:sldChg chg="del">
        <pc:chgData name="Ashwani Mishra" userId="15d57bc9-d3a4-4ee8-885b-38ce2f0c857c" providerId="ADAL" clId="{BEC72321-15CF-4721-9E6B-33173EC2C003}" dt="2025-05-27T10:13:10.731" v="11" actId="47"/>
        <pc:sldMkLst>
          <pc:docMk/>
          <pc:sldMk cId="3590776112" sldId="2145709038"/>
        </pc:sldMkLst>
      </pc:sldChg>
      <pc:sldChg chg="del">
        <pc:chgData name="Ashwani Mishra" userId="15d57bc9-d3a4-4ee8-885b-38ce2f0c857c" providerId="ADAL" clId="{BEC72321-15CF-4721-9E6B-33173EC2C003}" dt="2025-05-27T10:13:10.731" v="11" actId="47"/>
        <pc:sldMkLst>
          <pc:docMk/>
          <pc:sldMk cId="1720225164" sldId="2145709052"/>
        </pc:sldMkLst>
      </pc:sldChg>
      <pc:sldChg chg="del">
        <pc:chgData name="Ashwani Mishra" userId="15d57bc9-d3a4-4ee8-885b-38ce2f0c857c" providerId="ADAL" clId="{BEC72321-15CF-4721-9E6B-33173EC2C003}" dt="2025-05-27T10:13:10.731" v="11" actId="47"/>
        <pc:sldMkLst>
          <pc:docMk/>
          <pc:sldMk cId="1799826521" sldId="2145709055"/>
        </pc:sldMkLst>
      </pc:sldChg>
      <pc:sldChg chg="del">
        <pc:chgData name="Ashwani Mishra" userId="15d57bc9-d3a4-4ee8-885b-38ce2f0c857c" providerId="ADAL" clId="{BEC72321-15CF-4721-9E6B-33173EC2C003}" dt="2025-05-27T10:13:10.731" v="11" actId="47"/>
        <pc:sldMkLst>
          <pc:docMk/>
          <pc:sldMk cId="3925078302" sldId="2145709056"/>
        </pc:sldMkLst>
      </pc:sldChg>
      <pc:sldChg chg="del">
        <pc:chgData name="Ashwani Mishra" userId="15d57bc9-d3a4-4ee8-885b-38ce2f0c857c" providerId="ADAL" clId="{BEC72321-15CF-4721-9E6B-33173EC2C003}" dt="2025-05-27T10:13:10.731" v="11" actId="47"/>
        <pc:sldMkLst>
          <pc:docMk/>
          <pc:sldMk cId="2557009241" sldId="2145709057"/>
        </pc:sldMkLst>
      </pc:sldChg>
      <pc:sldChg chg="modSp mod">
        <pc:chgData name="Ashwani Mishra" userId="15d57bc9-d3a4-4ee8-885b-38ce2f0c857c" providerId="ADAL" clId="{BEC72321-15CF-4721-9E6B-33173EC2C003}" dt="2025-06-03T11:52:18.166" v="277" actId="1035"/>
        <pc:sldMkLst>
          <pc:docMk/>
          <pc:sldMk cId="1433058619" sldId="2145709062"/>
        </pc:sldMkLst>
      </pc:sldChg>
      <pc:sldChg chg="addSp delSp modSp mod">
        <pc:chgData name="Ashwani Mishra" userId="15d57bc9-d3a4-4ee8-885b-38ce2f0c857c" providerId="ADAL" clId="{BEC72321-15CF-4721-9E6B-33173EC2C003}" dt="2025-06-03T11:48:12.601" v="44" actId="478"/>
        <pc:sldMkLst>
          <pc:docMk/>
          <pc:sldMk cId="1940949243" sldId="2145709065"/>
        </pc:sldMkLst>
      </pc:sldChg>
      <pc:sldChg chg="del">
        <pc:chgData name="Ashwani Mishra" userId="15d57bc9-d3a4-4ee8-885b-38ce2f0c857c" providerId="ADAL" clId="{BEC72321-15CF-4721-9E6B-33173EC2C003}" dt="2025-05-27T10:13:10.731" v="11" actId="47"/>
        <pc:sldMkLst>
          <pc:docMk/>
          <pc:sldMk cId="3658085823" sldId="2145709157"/>
        </pc:sldMkLst>
      </pc:sldChg>
      <pc:sldChg chg="del">
        <pc:chgData name="Ashwani Mishra" userId="15d57bc9-d3a4-4ee8-885b-38ce2f0c857c" providerId="ADAL" clId="{BEC72321-15CF-4721-9E6B-33173EC2C003}" dt="2025-05-27T10:13:10.731" v="11" actId="47"/>
        <pc:sldMkLst>
          <pc:docMk/>
          <pc:sldMk cId="432471066" sldId="2145709168"/>
        </pc:sldMkLst>
      </pc:sldChg>
      <pc:sldChg chg="del">
        <pc:chgData name="Ashwani Mishra" userId="15d57bc9-d3a4-4ee8-885b-38ce2f0c857c" providerId="ADAL" clId="{BEC72321-15CF-4721-9E6B-33173EC2C003}" dt="2025-05-27T10:13:10.731" v="11" actId="47"/>
        <pc:sldMkLst>
          <pc:docMk/>
          <pc:sldMk cId="1478649589" sldId="2145709191"/>
        </pc:sldMkLst>
      </pc:sldChg>
      <pc:sldChg chg="add del">
        <pc:chgData name="Ashwani Mishra" userId="15d57bc9-d3a4-4ee8-885b-38ce2f0c857c" providerId="ADAL" clId="{BEC72321-15CF-4721-9E6B-33173EC2C003}" dt="2025-05-27T10:13:10.731" v="11" actId="47"/>
        <pc:sldMkLst>
          <pc:docMk/>
          <pc:sldMk cId="2719157650" sldId="2145709215"/>
        </pc:sldMkLst>
      </pc:sldChg>
      <pc:sldChg chg="del">
        <pc:chgData name="Ashwani Mishra" userId="15d57bc9-d3a4-4ee8-885b-38ce2f0c857c" providerId="ADAL" clId="{BEC72321-15CF-4721-9E6B-33173EC2C003}" dt="2025-05-27T10:13:10.731" v="11" actId="47"/>
        <pc:sldMkLst>
          <pc:docMk/>
          <pc:sldMk cId="3800592211" sldId="2145709219"/>
        </pc:sldMkLst>
      </pc:sldChg>
      <pc:sldChg chg="del">
        <pc:chgData name="Ashwani Mishra" userId="15d57bc9-d3a4-4ee8-885b-38ce2f0c857c" providerId="ADAL" clId="{BEC72321-15CF-4721-9E6B-33173EC2C003}" dt="2025-05-27T10:13:10.731" v="11" actId="47"/>
        <pc:sldMkLst>
          <pc:docMk/>
          <pc:sldMk cId="1613334812" sldId="2145709220"/>
        </pc:sldMkLst>
      </pc:sldChg>
      <pc:sldChg chg="del">
        <pc:chgData name="Ashwani Mishra" userId="15d57bc9-d3a4-4ee8-885b-38ce2f0c857c" providerId="ADAL" clId="{BEC72321-15CF-4721-9E6B-33173EC2C003}" dt="2025-05-27T10:13:10.731" v="11" actId="47"/>
        <pc:sldMkLst>
          <pc:docMk/>
          <pc:sldMk cId="694823645" sldId="2145709221"/>
        </pc:sldMkLst>
      </pc:sldChg>
      <pc:sldChg chg="del">
        <pc:chgData name="Ashwani Mishra" userId="15d57bc9-d3a4-4ee8-885b-38ce2f0c857c" providerId="ADAL" clId="{BEC72321-15CF-4721-9E6B-33173EC2C003}" dt="2025-05-27T10:12:47.249" v="7" actId="47"/>
        <pc:sldMkLst>
          <pc:docMk/>
          <pc:sldMk cId="2841593980" sldId="2147376426"/>
        </pc:sldMkLst>
      </pc:sldChg>
      <pc:sldChg chg="del">
        <pc:chgData name="Ashwani Mishra" userId="15d57bc9-d3a4-4ee8-885b-38ce2f0c857c" providerId="ADAL" clId="{BEC72321-15CF-4721-9E6B-33173EC2C003}" dt="2025-05-27T10:12:47.249" v="7" actId="47"/>
        <pc:sldMkLst>
          <pc:docMk/>
          <pc:sldMk cId="2656991403" sldId="2147376427"/>
        </pc:sldMkLst>
      </pc:sldChg>
      <pc:sldChg chg="modSp mod">
        <pc:chgData name="Ashwani Mishra" userId="15d57bc9-d3a4-4ee8-885b-38ce2f0c857c" providerId="ADAL" clId="{BEC72321-15CF-4721-9E6B-33173EC2C003}" dt="2025-06-03T12:16:49.735" v="358" actId="20577"/>
        <pc:sldMkLst>
          <pc:docMk/>
          <pc:sldMk cId="3576340285" sldId="2147376479"/>
        </pc:sldMkLst>
      </pc:sldChg>
      <pc:sldChg chg="del">
        <pc:chgData name="Ashwani Mishra" userId="15d57bc9-d3a4-4ee8-885b-38ce2f0c857c" providerId="ADAL" clId="{BEC72321-15CF-4721-9E6B-33173EC2C003}" dt="2025-05-27T10:12:47.249" v="7" actId="47"/>
        <pc:sldMkLst>
          <pc:docMk/>
          <pc:sldMk cId="3424460635" sldId="2147376480"/>
        </pc:sldMkLst>
      </pc:sldChg>
      <pc:sldChg chg="addSp delSp modSp mod">
        <pc:chgData name="Ashwani Mishra" userId="15d57bc9-d3a4-4ee8-885b-38ce2f0c857c" providerId="ADAL" clId="{BEC72321-15CF-4721-9E6B-33173EC2C003}" dt="2025-06-03T11:52:11.801" v="274" actId="1035"/>
        <pc:sldMkLst>
          <pc:docMk/>
          <pc:sldMk cId="1035693169" sldId="2147376613"/>
        </pc:sldMkLst>
      </pc:sldChg>
      <pc:sldChg chg="addSp delSp modSp mod">
        <pc:chgData name="Ashwani Mishra" userId="15d57bc9-d3a4-4ee8-885b-38ce2f0c857c" providerId="ADAL" clId="{BEC72321-15CF-4721-9E6B-33173EC2C003}" dt="2025-06-03T11:50:29.004" v="240" actId="1035"/>
        <pc:sldMkLst>
          <pc:docMk/>
          <pc:sldMk cId="402419678" sldId="2147376614"/>
        </pc:sldMkLst>
      </pc:sldChg>
      <pc:sldChg chg="del">
        <pc:chgData name="Ashwani Mishra" userId="15d57bc9-d3a4-4ee8-885b-38ce2f0c857c" providerId="ADAL" clId="{BEC72321-15CF-4721-9E6B-33173EC2C003}" dt="2025-05-27T10:12:56.902" v="10" actId="47"/>
        <pc:sldMkLst>
          <pc:docMk/>
          <pc:sldMk cId="418202682" sldId="2147376615"/>
        </pc:sldMkLst>
      </pc:sldChg>
      <pc:sldChg chg="del">
        <pc:chgData name="Ashwani Mishra" userId="15d57bc9-d3a4-4ee8-885b-38ce2f0c857c" providerId="ADAL" clId="{BEC72321-15CF-4721-9E6B-33173EC2C003}" dt="2025-05-27T10:12:50.211" v="8" actId="47"/>
        <pc:sldMkLst>
          <pc:docMk/>
          <pc:sldMk cId="222882548" sldId="2147376618"/>
        </pc:sldMkLst>
      </pc:sldChg>
      <pc:sldChg chg="del">
        <pc:chgData name="Ashwani Mishra" userId="15d57bc9-d3a4-4ee8-885b-38ce2f0c857c" providerId="ADAL" clId="{BEC72321-15CF-4721-9E6B-33173EC2C003}" dt="2025-05-27T10:12:53.572" v="9" actId="47"/>
        <pc:sldMkLst>
          <pc:docMk/>
          <pc:sldMk cId="671220431" sldId="2147376622"/>
        </pc:sldMkLst>
      </pc:sldChg>
      <pc:sldChg chg="del">
        <pc:chgData name="Ashwani Mishra" userId="15d57bc9-d3a4-4ee8-885b-38ce2f0c857c" providerId="ADAL" clId="{BEC72321-15CF-4721-9E6B-33173EC2C003}" dt="2025-05-27T10:12:50.211" v="8" actId="47"/>
        <pc:sldMkLst>
          <pc:docMk/>
          <pc:sldMk cId="3839465103" sldId="2147376636"/>
        </pc:sldMkLst>
      </pc:sldChg>
      <pc:sldChg chg="del">
        <pc:chgData name="Ashwani Mishra" userId="15d57bc9-d3a4-4ee8-885b-38ce2f0c857c" providerId="ADAL" clId="{BEC72321-15CF-4721-9E6B-33173EC2C003}" dt="2025-05-27T10:12:53.572" v="9" actId="47"/>
        <pc:sldMkLst>
          <pc:docMk/>
          <pc:sldMk cId="573594142" sldId="2147376639"/>
        </pc:sldMkLst>
      </pc:sldChg>
      <pc:sldChg chg="del">
        <pc:chgData name="Ashwani Mishra" userId="15d57bc9-d3a4-4ee8-885b-38ce2f0c857c" providerId="ADAL" clId="{BEC72321-15CF-4721-9E6B-33173EC2C003}" dt="2025-05-27T10:12:56.902" v="10" actId="47"/>
        <pc:sldMkLst>
          <pc:docMk/>
          <pc:sldMk cId="3904791787" sldId="2147376640"/>
        </pc:sldMkLst>
      </pc:sldChg>
      <pc:sldChg chg="del">
        <pc:chgData name="Ashwani Mishra" userId="15d57bc9-d3a4-4ee8-885b-38ce2f0c857c" providerId="ADAL" clId="{BEC72321-15CF-4721-9E6B-33173EC2C003}" dt="2025-05-27T10:12:50.211" v="8" actId="47"/>
        <pc:sldMkLst>
          <pc:docMk/>
          <pc:sldMk cId="65857030" sldId="2147376655"/>
        </pc:sldMkLst>
      </pc:sldChg>
      <pc:sldChg chg="del">
        <pc:chgData name="Ashwani Mishra" userId="15d57bc9-d3a4-4ee8-885b-38ce2f0c857c" providerId="ADAL" clId="{BEC72321-15CF-4721-9E6B-33173EC2C003}" dt="2025-05-27T10:12:53.572" v="9" actId="47"/>
        <pc:sldMkLst>
          <pc:docMk/>
          <pc:sldMk cId="2832218767" sldId="2147376696"/>
        </pc:sldMkLst>
      </pc:sldChg>
      <pc:sldChg chg="modSp mod">
        <pc:chgData name="Ashwani Mishra" userId="15d57bc9-d3a4-4ee8-885b-38ce2f0c857c" providerId="ADAL" clId="{BEC72321-15CF-4721-9E6B-33173EC2C003}" dt="2025-06-03T11:53:53.664" v="322" actId="20577"/>
        <pc:sldMkLst>
          <pc:docMk/>
          <pc:sldMk cId="3697540684" sldId="2147376697"/>
        </pc:sldMkLst>
      </pc:sldChg>
      <pc:sldChg chg="del">
        <pc:chgData name="Ashwani Mishra" userId="15d57bc9-d3a4-4ee8-885b-38ce2f0c857c" providerId="ADAL" clId="{BEC72321-15CF-4721-9E6B-33173EC2C003}" dt="2025-05-27T10:12:47.249" v="7" actId="47"/>
        <pc:sldMkLst>
          <pc:docMk/>
          <pc:sldMk cId="72037711" sldId="2147376698"/>
        </pc:sldMkLst>
      </pc:sldChg>
      <pc:sldChg chg="del">
        <pc:chgData name="Ashwani Mishra" userId="15d57bc9-d3a4-4ee8-885b-38ce2f0c857c" providerId="ADAL" clId="{BEC72321-15CF-4721-9E6B-33173EC2C003}" dt="2025-05-27T10:12:34.167" v="0" actId="47"/>
        <pc:sldMkLst>
          <pc:docMk/>
          <pc:sldMk cId="4010021905" sldId="2147376700"/>
        </pc:sldMkLst>
      </pc:sldChg>
      <pc:sldChg chg="del">
        <pc:chgData name="Ashwani Mishra" userId="15d57bc9-d3a4-4ee8-885b-38ce2f0c857c" providerId="ADAL" clId="{BEC72321-15CF-4721-9E6B-33173EC2C003}" dt="2025-05-27T10:13:10.731" v="11" actId="47"/>
        <pc:sldMkLst>
          <pc:docMk/>
          <pc:sldMk cId="3433070542" sldId="2147376701"/>
        </pc:sldMkLst>
      </pc:sldChg>
      <pc:sldChg chg="del">
        <pc:chgData name="Ashwani Mishra" userId="15d57bc9-d3a4-4ee8-885b-38ce2f0c857c" providerId="ADAL" clId="{BEC72321-15CF-4721-9E6B-33173EC2C003}" dt="2025-05-27T10:13:10.731" v="11" actId="47"/>
        <pc:sldMkLst>
          <pc:docMk/>
          <pc:sldMk cId="2495040766" sldId="2147376702"/>
        </pc:sldMkLst>
      </pc:sldChg>
      <pc:sldChg chg="del">
        <pc:chgData name="Ashwani Mishra" userId="15d57bc9-d3a4-4ee8-885b-38ce2f0c857c" providerId="ADAL" clId="{BEC72321-15CF-4721-9E6B-33173EC2C003}" dt="2025-05-27T10:13:10.731" v="11" actId="47"/>
        <pc:sldMkLst>
          <pc:docMk/>
          <pc:sldMk cId="3660011275" sldId="2147376703"/>
        </pc:sldMkLst>
      </pc:sldChg>
      <pc:sldChg chg="del">
        <pc:chgData name="Ashwani Mishra" userId="15d57bc9-d3a4-4ee8-885b-38ce2f0c857c" providerId="ADAL" clId="{BEC72321-15CF-4721-9E6B-33173EC2C003}" dt="2025-05-27T10:13:10.731" v="11" actId="47"/>
        <pc:sldMkLst>
          <pc:docMk/>
          <pc:sldMk cId="3556828421" sldId="2147376704"/>
        </pc:sldMkLst>
      </pc:sldChg>
      <pc:sldChg chg="del">
        <pc:chgData name="Ashwani Mishra" userId="15d57bc9-d3a4-4ee8-885b-38ce2f0c857c" providerId="ADAL" clId="{BEC72321-15CF-4721-9E6B-33173EC2C003}" dt="2025-05-27T10:13:10.731" v="11" actId="47"/>
        <pc:sldMkLst>
          <pc:docMk/>
          <pc:sldMk cId="1020428610" sldId="2147376705"/>
        </pc:sldMkLst>
      </pc:sldChg>
      <pc:sldChg chg="del">
        <pc:chgData name="Ashwani Mishra" userId="15d57bc9-d3a4-4ee8-885b-38ce2f0c857c" providerId="ADAL" clId="{BEC72321-15CF-4721-9E6B-33173EC2C003}" dt="2025-05-27T10:13:10.731" v="11" actId="47"/>
        <pc:sldMkLst>
          <pc:docMk/>
          <pc:sldMk cId="2634282041" sldId="2147376706"/>
        </pc:sldMkLst>
      </pc:sldChg>
      <pc:sldChg chg="del">
        <pc:chgData name="Ashwani Mishra" userId="15d57bc9-d3a4-4ee8-885b-38ce2f0c857c" providerId="ADAL" clId="{BEC72321-15CF-4721-9E6B-33173EC2C003}" dt="2025-05-27T10:13:10.731" v="11" actId="47"/>
        <pc:sldMkLst>
          <pc:docMk/>
          <pc:sldMk cId="2751895764" sldId="2147376707"/>
        </pc:sldMkLst>
      </pc:sldChg>
      <pc:sldChg chg="del">
        <pc:chgData name="Ashwani Mishra" userId="15d57bc9-d3a4-4ee8-885b-38ce2f0c857c" providerId="ADAL" clId="{BEC72321-15CF-4721-9E6B-33173EC2C003}" dt="2025-05-27T10:13:10.731" v="11" actId="47"/>
        <pc:sldMkLst>
          <pc:docMk/>
          <pc:sldMk cId="1109104479" sldId="2147376708"/>
        </pc:sldMkLst>
      </pc:sldChg>
      <pc:sldChg chg="del">
        <pc:chgData name="Ashwani Mishra" userId="15d57bc9-d3a4-4ee8-885b-38ce2f0c857c" providerId="ADAL" clId="{BEC72321-15CF-4721-9E6B-33173EC2C003}" dt="2025-05-27T10:13:10.731" v="11" actId="47"/>
        <pc:sldMkLst>
          <pc:docMk/>
          <pc:sldMk cId="229778211" sldId="2147376709"/>
        </pc:sldMkLst>
      </pc:sldChg>
      <pc:sldChg chg="del">
        <pc:chgData name="Ashwani Mishra" userId="15d57bc9-d3a4-4ee8-885b-38ce2f0c857c" providerId="ADAL" clId="{BEC72321-15CF-4721-9E6B-33173EC2C003}" dt="2025-05-27T10:13:10.731" v="11" actId="47"/>
        <pc:sldMkLst>
          <pc:docMk/>
          <pc:sldMk cId="935423711" sldId="2147376710"/>
        </pc:sldMkLst>
      </pc:sldChg>
      <pc:sldChg chg="del">
        <pc:chgData name="Ashwani Mishra" userId="15d57bc9-d3a4-4ee8-885b-38ce2f0c857c" providerId="ADAL" clId="{BEC72321-15CF-4721-9E6B-33173EC2C003}" dt="2025-05-27T10:13:10.731" v="11" actId="47"/>
        <pc:sldMkLst>
          <pc:docMk/>
          <pc:sldMk cId="2481122760" sldId="2147376711"/>
        </pc:sldMkLst>
      </pc:sldChg>
      <pc:sldChg chg="del">
        <pc:chgData name="Ashwani Mishra" userId="15d57bc9-d3a4-4ee8-885b-38ce2f0c857c" providerId="ADAL" clId="{BEC72321-15CF-4721-9E6B-33173EC2C003}" dt="2025-05-27T10:13:10.731" v="11" actId="47"/>
        <pc:sldMkLst>
          <pc:docMk/>
          <pc:sldMk cId="1520781175" sldId="2147376712"/>
        </pc:sldMkLst>
      </pc:sldChg>
      <pc:sldChg chg="del">
        <pc:chgData name="Ashwani Mishra" userId="15d57bc9-d3a4-4ee8-885b-38ce2f0c857c" providerId="ADAL" clId="{BEC72321-15CF-4721-9E6B-33173EC2C003}" dt="2025-05-27T10:13:10.731" v="11" actId="47"/>
        <pc:sldMkLst>
          <pc:docMk/>
          <pc:sldMk cId="1435304999" sldId="2147376713"/>
        </pc:sldMkLst>
      </pc:sldChg>
      <pc:sldChg chg="del">
        <pc:chgData name="Ashwani Mishra" userId="15d57bc9-d3a4-4ee8-885b-38ce2f0c857c" providerId="ADAL" clId="{BEC72321-15CF-4721-9E6B-33173EC2C003}" dt="2025-05-27T10:13:10.731" v="11" actId="47"/>
        <pc:sldMkLst>
          <pc:docMk/>
          <pc:sldMk cId="2501579431" sldId="2147376714"/>
        </pc:sldMkLst>
      </pc:sldChg>
      <pc:sldChg chg="del">
        <pc:chgData name="Ashwani Mishra" userId="15d57bc9-d3a4-4ee8-885b-38ce2f0c857c" providerId="ADAL" clId="{BEC72321-15CF-4721-9E6B-33173EC2C003}" dt="2025-05-27T10:13:10.731" v="11" actId="47"/>
        <pc:sldMkLst>
          <pc:docMk/>
          <pc:sldMk cId="664449989" sldId="2147376715"/>
        </pc:sldMkLst>
      </pc:sldChg>
      <pc:sldChg chg="del">
        <pc:chgData name="Ashwani Mishra" userId="15d57bc9-d3a4-4ee8-885b-38ce2f0c857c" providerId="ADAL" clId="{BEC72321-15CF-4721-9E6B-33173EC2C003}" dt="2025-05-27T10:13:10.731" v="11" actId="47"/>
        <pc:sldMkLst>
          <pc:docMk/>
          <pc:sldMk cId="2699178926" sldId="2147376716"/>
        </pc:sldMkLst>
      </pc:sldChg>
      <pc:sldChg chg="del">
        <pc:chgData name="Ashwani Mishra" userId="15d57bc9-d3a4-4ee8-885b-38ce2f0c857c" providerId="ADAL" clId="{BEC72321-15CF-4721-9E6B-33173EC2C003}" dt="2025-05-27T10:13:10.731" v="11" actId="47"/>
        <pc:sldMkLst>
          <pc:docMk/>
          <pc:sldMk cId="628253750" sldId="2147376717"/>
        </pc:sldMkLst>
      </pc:sldChg>
      <pc:sldChg chg="del">
        <pc:chgData name="Ashwani Mishra" userId="15d57bc9-d3a4-4ee8-885b-38ce2f0c857c" providerId="ADAL" clId="{BEC72321-15CF-4721-9E6B-33173EC2C003}" dt="2025-05-27T10:13:10.731" v="11" actId="47"/>
        <pc:sldMkLst>
          <pc:docMk/>
          <pc:sldMk cId="2807645824" sldId="2147376718"/>
        </pc:sldMkLst>
      </pc:sldChg>
      <pc:sldChg chg="addSp delSp modSp mod">
        <pc:chgData name="Ashwani Mishra" userId="15d57bc9-d3a4-4ee8-885b-38ce2f0c857c" providerId="ADAL" clId="{BEC72321-15CF-4721-9E6B-33173EC2C003}" dt="2025-06-03T11:48:58.611" v="85" actId="1035"/>
        <pc:sldMkLst>
          <pc:docMk/>
          <pc:sldMk cId="4076976967" sldId="2147376719"/>
        </pc:sldMkLst>
      </pc:sldChg>
      <pc:sldChg chg="addSp delSp modSp mod">
        <pc:chgData name="Ashwani Mishra" userId="15d57bc9-d3a4-4ee8-885b-38ce2f0c857c" providerId="ADAL" clId="{BEC72321-15CF-4721-9E6B-33173EC2C003}" dt="2025-06-03T11:49:57.935" v="180" actId="1035"/>
        <pc:sldMkLst>
          <pc:docMk/>
          <pc:sldMk cId="1486431657" sldId="2147376720"/>
        </pc:sldMkLst>
      </pc:sldChg>
      <pc:sldChg chg="addSp delSp modSp mod">
        <pc:chgData name="Ashwani Mishra" userId="15d57bc9-d3a4-4ee8-885b-38ce2f0c857c" providerId="ADAL" clId="{BEC72321-15CF-4721-9E6B-33173EC2C003}" dt="2025-06-03T11:49:28.338" v="120" actId="1035"/>
        <pc:sldMkLst>
          <pc:docMk/>
          <pc:sldMk cId="2124297709" sldId="2147376721"/>
        </pc:sldMkLst>
      </pc:sldChg>
      <pc:sldChg chg="addSp delSp modSp add mod">
        <pc:chgData name="Ashwani Mishra" userId="15d57bc9-d3a4-4ee8-885b-38ce2f0c857c" providerId="ADAL" clId="{BEC72321-15CF-4721-9E6B-33173EC2C003}" dt="2025-06-03T12:25:15.671" v="363"/>
        <pc:sldMkLst>
          <pc:docMk/>
          <pc:sldMk cId="1342659779" sldId="2147376722"/>
        </pc:sldMkLst>
      </pc:sldChg>
      <pc:sldChg chg="addSp delSp modSp add mod">
        <pc:chgData name="Ashwani Mishra" userId="15d57bc9-d3a4-4ee8-885b-38ce2f0c857c" providerId="ADAL" clId="{BEC72321-15CF-4721-9E6B-33173EC2C003}" dt="2025-06-03T12:25:45.145" v="367"/>
        <pc:sldMkLst>
          <pc:docMk/>
          <pc:sldMk cId="1183482694" sldId="2147376723"/>
        </pc:sldMkLst>
      </pc:sldChg>
      <pc:sldMasterChg chg="delSldLayout">
        <pc:chgData name="Ashwani Mishra" userId="15d57bc9-d3a4-4ee8-885b-38ce2f0c857c" providerId="ADAL" clId="{BEC72321-15CF-4721-9E6B-33173EC2C003}" dt="2025-05-27T10:12:56.902" v="10" actId="47"/>
        <pc:sldMasterMkLst>
          <pc:docMk/>
          <pc:sldMasterMk cId="848123093" sldId="2147483648"/>
        </pc:sldMasterMkLst>
        <pc:sldLayoutChg chg="del">
          <pc:chgData name="Ashwani Mishra" userId="15d57bc9-d3a4-4ee8-885b-38ce2f0c857c" providerId="ADAL" clId="{BEC72321-15CF-4721-9E6B-33173EC2C003}" dt="2025-05-27T10:12:56.902" v="10" actId="47"/>
          <pc:sldLayoutMkLst>
            <pc:docMk/>
            <pc:sldMasterMk cId="848123093" sldId="2147483648"/>
            <pc:sldLayoutMk cId="2959404532" sldId="2147483691"/>
          </pc:sldLayoutMkLst>
        </pc:sldLayoutChg>
      </pc:sldMasterChg>
    </pc:docChg>
  </pc:docChgLst>
  <pc:docChgLst>
    <pc:chgData name="Ashwani Mishra" userId="15d57bc9-d3a4-4ee8-885b-38ce2f0c857c" providerId="ADAL" clId="{0C908628-89F8-4118-A3EE-29844D690BF4}"/>
    <pc:docChg chg="undo custSel addSld delSld modSld sldOrd">
      <pc:chgData name="Ashwani Mishra" userId="15d57bc9-d3a4-4ee8-885b-38ce2f0c857c" providerId="ADAL" clId="{0C908628-89F8-4118-A3EE-29844D690BF4}" dt="2024-06-27T06:16:26.566" v="931" actId="20577"/>
      <pc:docMkLst>
        <pc:docMk/>
      </pc:docMkLst>
      <pc:sldChg chg="modSp mod">
        <pc:chgData name="Ashwani Mishra" userId="15d57bc9-d3a4-4ee8-885b-38ce2f0c857c" providerId="ADAL" clId="{0C908628-89F8-4118-A3EE-29844D690BF4}" dt="2024-06-26T09:17:28.845" v="606"/>
        <pc:sldMkLst>
          <pc:docMk/>
          <pc:sldMk cId="789466733" sldId="591"/>
        </pc:sldMkLst>
      </pc:sldChg>
      <pc:sldChg chg="add">
        <pc:chgData name="Ashwani Mishra" userId="15d57bc9-d3a4-4ee8-885b-38ce2f0c857c" providerId="ADAL" clId="{0C908628-89F8-4118-A3EE-29844D690BF4}" dt="2024-06-26T09:19:21.182" v="608"/>
        <pc:sldMkLst>
          <pc:docMk/>
          <pc:sldMk cId="124968358" sldId="5928"/>
        </pc:sldMkLst>
      </pc:sldChg>
      <pc:sldChg chg="del">
        <pc:chgData name="Ashwani Mishra" userId="15d57bc9-d3a4-4ee8-885b-38ce2f0c857c" providerId="ADAL" clId="{0C908628-89F8-4118-A3EE-29844D690BF4}" dt="2024-06-26T09:19:17.459" v="607" actId="2696"/>
        <pc:sldMkLst>
          <pc:docMk/>
          <pc:sldMk cId="902625032" sldId="5928"/>
        </pc:sldMkLst>
      </pc:sldChg>
      <pc:sldChg chg="del">
        <pc:chgData name="Ashwani Mishra" userId="15d57bc9-d3a4-4ee8-885b-38ce2f0c857c" providerId="ADAL" clId="{0C908628-89F8-4118-A3EE-29844D690BF4}" dt="2024-06-26T09:19:17.459" v="607" actId="2696"/>
        <pc:sldMkLst>
          <pc:docMk/>
          <pc:sldMk cId="2506995720" sldId="6031"/>
        </pc:sldMkLst>
      </pc:sldChg>
      <pc:sldChg chg="add">
        <pc:chgData name="Ashwani Mishra" userId="15d57bc9-d3a4-4ee8-885b-38ce2f0c857c" providerId="ADAL" clId="{0C908628-89F8-4118-A3EE-29844D690BF4}" dt="2024-06-26T09:19:21.182" v="608"/>
        <pc:sldMkLst>
          <pc:docMk/>
          <pc:sldMk cId="4095797323" sldId="6031"/>
        </pc:sldMkLst>
      </pc:sldChg>
      <pc:sldChg chg="add">
        <pc:chgData name="Ashwani Mishra" userId="15d57bc9-d3a4-4ee8-885b-38ce2f0c857c" providerId="ADAL" clId="{0C908628-89F8-4118-A3EE-29844D690BF4}" dt="2024-06-26T09:19:21.182" v="608"/>
        <pc:sldMkLst>
          <pc:docMk/>
          <pc:sldMk cId="2960193944" sldId="6032"/>
        </pc:sldMkLst>
      </pc:sldChg>
      <pc:sldChg chg="del">
        <pc:chgData name="Ashwani Mishra" userId="15d57bc9-d3a4-4ee8-885b-38ce2f0c857c" providerId="ADAL" clId="{0C908628-89F8-4118-A3EE-29844D690BF4}" dt="2024-06-26T09:19:17.459" v="607" actId="2696"/>
        <pc:sldMkLst>
          <pc:docMk/>
          <pc:sldMk cId="3881750626" sldId="6032"/>
        </pc:sldMkLst>
      </pc:sldChg>
      <pc:sldChg chg="del">
        <pc:chgData name="Ashwani Mishra" userId="15d57bc9-d3a4-4ee8-885b-38ce2f0c857c" providerId="ADAL" clId="{0C908628-89F8-4118-A3EE-29844D690BF4}" dt="2024-06-26T09:19:17.459" v="607" actId="2696"/>
        <pc:sldMkLst>
          <pc:docMk/>
          <pc:sldMk cId="3101900149" sldId="6033"/>
        </pc:sldMkLst>
      </pc:sldChg>
      <pc:sldChg chg="add">
        <pc:chgData name="Ashwani Mishra" userId="15d57bc9-d3a4-4ee8-885b-38ce2f0c857c" providerId="ADAL" clId="{0C908628-89F8-4118-A3EE-29844D690BF4}" dt="2024-06-26T09:19:21.182" v="608"/>
        <pc:sldMkLst>
          <pc:docMk/>
          <pc:sldMk cId="3762988662" sldId="6033"/>
        </pc:sldMkLst>
      </pc:sldChg>
      <pc:sldChg chg="del">
        <pc:chgData name="Ashwani Mishra" userId="15d57bc9-d3a4-4ee8-885b-38ce2f0c857c" providerId="ADAL" clId="{0C908628-89F8-4118-A3EE-29844D690BF4}" dt="2024-06-26T09:19:17.459" v="607" actId="2696"/>
        <pc:sldMkLst>
          <pc:docMk/>
          <pc:sldMk cId="106795822" sldId="6034"/>
        </pc:sldMkLst>
      </pc:sldChg>
      <pc:sldChg chg="add">
        <pc:chgData name="Ashwani Mishra" userId="15d57bc9-d3a4-4ee8-885b-38ce2f0c857c" providerId="ADAL" clId="{0C908628-89F8-4118-A3EE-29844D690BF4}" dt="2024-06-26T09:19:21.182" v="608"/>
        <pc:sldMkLst>
          <pc:docMk/>
          <pc:sldMk cId="232938452" sldId="6034"/>
        </pc:sldMkLst>
      </pc:sldChg>
      <pc:sldChg chg="add">
        <pc:chgData name="Ashwani Mishra" userId="15d57bc9-d3a4-4ee8-885b-38ce2f0c857c" providerId="ADAL" clId="{0C908628-89F8-4118-A3EE-29844D690BF4}" dt="2024-06-26T09:19:21.182" v="608"/>
        <pc:sldMkLst>
          <pc:docMk/>
          <pc:sldMk cId="1983986002" sldId="6035"/>
        </pc:sldMkLst>
      </pc:sldChg>
      <pc:sldChg chg="del">
        <pc:chgData name="Ashwani Mishra" userId="15d57bc9-d3a4-4ee8-885b-38ce2f0c857c" providerId="ADAL" clId="{0C908628-89F8-4118-A3EE-29844D690BF4}" dt="2024-06-26T09:19:17.459" v="607" actId="2696"/>
        <pc:sldMkLst>
          <pc:docMk/>
          <pc:sldMk cId="2515747275" sldId="6035"/>
        </pc:sldMkLst>
      </pc:sldChg>
      <pc:sldChg chg="delSp modSp del mod">
        <pc:chgData name="Ashwani Mishra" userId="15d57bc9-d3a4-4ee8-885b-38ce2f0c857c" providerId="ADAL" clId="{0C908628-89F8-4118-A3EE-29844D690BF4}" dt="2024-06-26T09:19:25.916" v="609" actId="2696"/>
        <pc:sldMkLst>
          <pc:docMk/>
          <pc:sldMk cId="4274876319" sldId="6038"/>
        </pc:sldMkLst>
      </pc:sldChg>
      <pc:sldChg chg="add">
        <pc:chgData name="Ashwani Mishra" userId="15d57bc9-d3a4-4ee8-885b-38ce2f0c857c" providerId="ADAL" clId="{0C908628-89F8-4118-A3EE-29844D690BF4}" dt="2024-06-26T09:20:05.032" v="613"/>
        <pc:sldMkLst>
          <pc:docMk/>
          <pc:sldMk cId="1468102244" sldId="6248"/>
        </pc:sldMkLst>
      </pc:sldChg>
      <pc:sldChg chg="del ord">
        <pc:chgData name="Ashwani Mishra" userId="15d57bc9-d3a4-4ee8-885b-38ce2f0c857c" providerId="ADAL" clId="{0C908628-89F8-4118-A3EE-29844D690BF4}" dt="2024-06-26T09:20:01.521" v="612" actId="2696"/>
        <pc:sldMkLst>
          <pc:docMk/>
          <pc:sldMk cId="2143177125" sldId="6248"/>
        </pc:sldMkLst>
      </pc:sldChg>
      <pc:sldChg chg="modSp mod">
        <pc:chgData name="Ashwani Mishra" userId="15d57bc9-d3a4-4ee8-885b-38ce2f0c857c" providerId="ADAL" clId="{0C908628-89F8-4118-A3EE-29844D690BF4}" dt="2024-06-26T11:24:03.438" v="839" actId="20577"/>
        <pc:sldMkLst>
          <pc:docMk/>
          <pc:sldMk cId="221505521" sldId="6321"/>
        </pc:sldMkLst>
      </pc:sldChg>
      <pc:sldChg chg="modSp mod">
        <pc:chgData name="Ashwani Mishra" userId="15d57bc9-d3a4-4ee8-885b-38ce2f0c857c" providerId="ADAL" clId="{0C908628-89F8-4118-A3EE-29844D690BF4}" dt="2024-06-26T11:24:17.077" v="842" actId="20577"/>
        <pc:sldMkLst>
          <pc:docMk/>
          <pc:sldMk cId="362077388" sldId="6322"/>
        </pc:sldMkLst>
      </pc:sldChg>
      <pc:sldChg chg="modSp mod">
        <pc:chgData name="Ashwani Mishra" userId="15d57bc9-d3a4-4ee8-885b-38ce2f0c857c" providerId="ADAL" clId="{0C908628-89F8-4118-A3EE-29844D690BF4}" dt="2024-06-26T11:24:25.037" v="845" actId="20577"/>
        <pc:sldMkLst>
          <pc:docMk/>
          <pc:sldMk cId="2233062774" sldId="6323"/>
        </pc:sldMkLst>
      </pc:sldChg>
      <pc:sldChg chg="modSp mod">
        <pc:chgData name="Ashwani Mishra" userId="15d57bc9-d3a4-4ee8-885b-38ce2f0c857c" providerId="ADAL" clId="{0C908628-89F8-4118-A3EE-29844D690BF4}" dt="2024-06-26T07:58:57.060" v="344" actId="2711"/>
        <pc:sldMkLst>
          <pc:docMk/>
          <pc:sldMk cId="799634694" sldId="2145708978"/>
        </pc:sldMkLst>
      </pc:sldChg>
      <pc:sldChg chg="modSp mod">
        <pc:chgData name="Ashwani Mishra" userId="15d57bc9-d3a4-4ee8-885b-38ce2f0c857c" providerId="ADAL" clId="{0C908628-89F8-4118-A3EE-29844D690BF4}" dt="2024-06-26T07:19:45.530" v="6"/>
        <pc:sldMkLst>
          <pc:docMk/>
          <pc:sldMk cId="2915413342" sldId="2145709040"/>
        </pc:sldMkLst>
      </pc:sldChg>
      <pc:sldChg chg="modSp mod">
        <pc:chgData name="Ashwani Mishra" userId="15d57bc9-d3a4-4ee8-885b-38ce2f0c857c" providerId="ADAL" clId="{0C908628-89F8-4118-A3EE-29844D690BF4}" dt="2024-06-26T07:36:14.380" v="145"/>
        <pc:sldMkLst>
          <pc:docMk/>
          <pc:sldMk cId="2170024570" sldId="2145709043"/>
        </pc:sldMkLst>
      </pc:sldChg>
      <pc:sldChg chg="modSp mod">
        <pc:chgData name="Ashwani Mishra" userId="15d57bc9-d3a4-4ee8-885b-38ce2f0c857c" providerId="ADAL" clId="{0C908628-89F8-4118-A3EE-29844D690BF4}" dt="2024-06-26T12:40:06.134" v="881"/>
        <pc:sldMkLst>
          <pc:docMk/>
          <pc:sldMk cId="1060553319" sldId="2145709045"/>
        </pc:sldMkLst>
      </pc:sldChg>
      <pc:sldChg chg="addSp delSp modSp mod">
        <pc:chgData name="Ashwani Mishra" userId="15d57bc9-d3a4-4ee8-885b-38ce2f0c857c" providerId="ADAL" clId="{0C908628-89F8-4118-A3EE-29844D690BF4}" dt="2024-06-26T12:40:13.631" v="883"/>
        <pc:sldMkLst>
          <pc:docMk/>
          <pc:sldMk cId="2233215685" sldId="2145709046"/>
        </pc:sldMkLst>
      </pc:sldChg>
      <pc:sldChg chg="modSp">
        <pc:chgData name="Ashwani Mishra" userId="15d57bc9-d3a4-4ee8-885b-38ce2f0c857c" providerId="ADAL" clId="{0C908628-89F8-4118-A3EE-29844D690BF4}" dt="2024-06-26T12:41:45.527" v="884"/>
        <pc:sldMkLst>
          <pc:docMk/>
          <pc:sldMk cId="3750506967" sldId="2145709048"/>
        </pc:sldMkLst>
      </pc:sldChg>
      <pc:sldChg chg="modSp mod">
        <pc:chgData name="Ashwani Mishra" userId="15d57bc9-d3a4-4ee8-885b-38ce2f0c857c" providerId="ADAL" clId="{0C908628-89F8-4118-A3EE-29844D690BF4}" dt="2024-06-26T07:43:21.224" v="275"/>
        <pc:sldMkLst>
          <pc:docMk/>
          <pc:sldMk cId="1444399480" sldId="2145709053"/>
        </pc:sldMkLst>
      </pc:sldChg>
      <pc:sldChg chg="modSp mod">
        <pc:chgData name="Ashwani Mishra" userId="15d57bc9-d3a4-4ee8-885b-38ce2f0c857c" providerId="ADAL" clId="{0C908628-89F8-4118-A3EE-29844D690BF4}" dt="2024-06-26T11:21:42.505" v="798" actId="108"/>
        <pc:sldMkLst>
          <pc:docMk/>
          <pc:sldMk cId="1799826521" sldId="2145709055"/>
        </pc:sldMkLst>
      </pc:sldChg>
      <pc:sldChg chg="modSp mod">
        <pc:chgData name="Ashwani Mishra" userId="15d57bc9-d3a4-4ee8-885b-38ce2f0c857c" providerId="ADAL" clId="{0C908628-89F8-4118-A3EE-29844D690BF4}" dt="2024-06-26T11:21:58.981" v="801" actId="108"/>
        <pc:sldMkLst>
          <pc:docMk/>
          <pc:sldMk cId="3925078302" sldId="2145709056"/>
        </pc:sldMkLst>
      </pc:sldChg>
      <pc:sldChg chg="modSp mod">
        <pc:chgData name="Ashwani Mishra" userId="15d57bc9-d3a4-4ee8-885b-38ce2f0c857c" providerId="ADAL" clId="{0C908628-89F8-4118-A3EE-29844D690BF4}" dt="2024-06-26T11:22:26.288" v="810" actId="20577"/>
        <pc:sldMkLst>
          <pc:docMk/>
          <pc:sldMk cId="2557009241" sldId="2145709057"/>
        </pc:sldMkLst>
      </pc:sldChg>
      <pc:sldChg chg="modSp mod">
        <pc:chgData name="Ashwani Mishra" userId="15d57bc9-d3a4-4ee8-885b-38ce2f0c857c" providerId="ADAL" clId="{0C908628-89F8-4118-A3EE-29844D690BF4}" dt="2024-06-26T07:41:21.012" v="221"/>
        <pc:sldMkLst>
          <pc:docMk/>
          <pc:sldMk cId="730183974" sldId="2145709066"/>
        </pc:sldMkLst>
      </pc:sldChg>
      <pc:sldChg chg="add">
        <pc:chgData name="Ashwani Mishra" userId="15d57bc9-d3a4-4ee8-885b-38ce2f0c857c" providerId="ADAL" clId="{0C908628-89F8-4118-A3EE-29844D690BF4}" dt="2024-06-26T09:20:05.032" v="613"/>
        <pc:sldMkLst>
          <pc:docMk/>
          <pc:sldMk cId="1596110750" sldId="2145709164"/>
        </pc:sldMkLst>
      </pc:sldChg>
      <pc:sldChg chg="del">
        <pc:chgData name="Ashwani Mishra" userId="15d57bc9-d3a4-4ee8-885b-38ce2f0c857c" providerId="ADAL" clId="{0C908628-89F8-4118-A3EE-29844D690BF4}" dt="2024-06-26T09:20:01.521" v="612" actId="2696"/>
        <pc:sldMkLst>
          <pc:docMk/>
          <pc:sldMk cId="3633257175" sldId="2145709164"/>
        </pc:sldMkLst>
      </pc:sldChg>
      <pc:sldChg chg="modSp mod">
        <pc:chgData name="Ashwani Mishra" userId="15d57bc9-d3a4-4ee8-885b-38ce2f0c857c" providerId="ADAL" clId="{0C908628-89F8-4118-A3EE-29844D690BF4}" dt="2024-06-27T06:16:26.566" v="931" actId="20577"/>
        <pc:sldMkLst>
          <pc:docMk/>
          <pc:sldMk cId="432471066" sldId="2145709168"/>
        </pc:sldMkLst>
      </pc:sldChg>
      <pc:sldChg chg="ord">
        <pc:chgData name="Ashwani Mishra" userId="15d57bc9-d3a4-4ee8-885b-38ce2f0c857c" providerId="ADAL" clId="{0C908628-89F8-4118-A3EE-29844D690BF4}" dt="2024-06-26T09:15:13.650" v="576"/>
        <pc:sldMkLst>
          <pc:docMk/>
          <pc:sldMk cId="4028716161" sldId="2145709169"/>
        </pc:sldMkLst>
      </pc:sldChg>
      <pc:sldChg chg="modSp mod">
        <pc:chgData name="Ashwani Mishra" userId="15d57bc9-d3a4-4ee8-885b-38ce2f0c857c" providerId="ADAL" clId="{0C908628-89F8-4118-A3EE-29844D690BF4}" dt="2024-06-26T07:58:11.602" v="342" actId="20577"/>
        <pc:sldMkLst>
          <pc:docMk/>
          <pc:sldMk cId="2222909355" sldId="2145709171"/>
        </pc:sldMkLst>
      </pc:sldChg>
      <pc:sldChg chg="modSp mod">
        <pc:chgData name="Ashwani Mishra" userId="15d57bc9-d3a4-4ee8-885b-38ce2f0c857c" providerId="ADAL" clId="{0C908628-89F8-4118-A3EE-29844D690BF4}" dt="2024-06-26T12:42:16.579" v="885"/>
        <pc:sldMkLst>
          <pc:docMk/>
          <pc:sldMk cId="1478649589" sldId="2145709191"/>
        </pc:sldMkLst>
      </pc:sldChg>
      <pc:sldChg chg="modSp mod">
        <pc:chgData name="Ashwani Mishra" userId="15d57bc9-d3a4-4ee8-885b-38ce2f0c857c" providerId="ADAL" clId="{0C908628-89F8-4118-A3EE-29844D690BF4}" dt="2024-06-26T12:43:18.126" v="888" actId="20577"/>
        <pc:sldMkLst>
          <pc:docMk/>
          <pc:sldMk cId="3749733307" sldId="2145709200"/>
        </pc:sldMkLst>
      </pc:sldChg>
      <pc:sldChg chg="modSp mod">
        <pc:chgData name="Ashwani Mishra" userId="15d57bc9-d3a4-4ee8-885b-38ce2f0c857c" providerId="ADAL" clId="{0C908628-89F8-4118-A3EE-29844D690BF4}" dt="2024-06-26T12:43:56.235" v="894" actId="20577"/>
        <pc:sldMkLst>
          <pc:docMk/>
          <pc:sldMk cId="509921694" sldId="2145709203"/>
        </pc:sldMkLst>
      </pc:sldChg>
      <pc:sldChg chg="modSp mod">
        <pc:chgData name="Ashwani Mishra" userId="15d57bc9-d3a4-4ee8-885b-38ce2f0c857c" providerId="ADAL" clId="{0C908628-89F8-4118-A3EE-29844D690BF4}" dt="2024-06-26T12:44:11.295" v="897" actId="20577"/>
        <pc:sldMkLst>
          <pc:docMk/>
          <pc:sldMk cId="108617586" sldId="2145709204"/>
        </pc:sldMkLst>
      </pc:sldChg>
      <pc:sldChg chg="modSp mod">
        <pc:chgData name="Ashwani Mishra" userId="15d57bc9-d3a4-4ee8-885b-38ce2f0c857c" providerId="ADAL" clId="{0C908628-89F8-4118-A3EE-29844D690BF4}" dt="2024-06-26T12:44:48.301" v="900" actId="6549"/>
        <pc:sldMkLst>
          <pc:docMk/>
          <pc:sldMk cId="1574735728" sldId="2145709207"/>
        </pc:sldMkLst>
      </pc:sldChg>
      <pc:sldChg chg="modSp mod">
        <pc:chgData name="Ashwani Mishra" userId="15d57bc9-d3a4-4ee8-885b-38ce2f0c857c" providerId="ADAL" clId="{0C908628-89F8-4118-A3EE-29844D690BF4}" dt="2024-06-26T08:21:17.259" v="540" actId="20577"/>
        <pc:sldMkLst>
          <pc:docMk/>
          <pc:sldMk cId="2656657796" sldId="2145709208"/>
        </pc:sldMkLst>
      </pc:sldChg>
      <pc:sldChg chg="modSp mod">
        <pc:chgData name="Ashwani Mishra" userId="15d57bc9-d3a4-4ee8-885b-38ce2f0c857c" providerId="ADAL" clId="{0C908628-89F8-4118-A3EE-29844D690BF4}" dt="2024-06-26T08:21:12.714" v="538" actId="20577"/>
        <pc:sldMkLst>
          <pc:docMk/>
          <pc:sldMk cId="923075846" sldId="2145709209"/>
        </pc:sldMkLst>
      </pc:sldChg>
      <pc:sldChg chg="modSp mod">
        <pc:chgData name="Ashwani Mishra" userId="15d57bc9-d3a4-4ee8-885b-38ce2f0c857c" providerId="ADAL" clId="{0C908628-89F8-4118-A3EE-29844D690BF4}" dt="2024-06-26T08:04:42.065" v="391"/>
        <pc:sldMkLst>
          <pc:docMk/>
          <pc:sldMk cId="723396954" sldId="2145709210"/>
        </pc:sldMkLst>
      </pc:sldChg>
      <pc:sldChg chg="addSp modSp mod">
        <pc:chgData name="Ashwani Mishra" userId="15d57bc9-d3a4-4ee8-885b-38ce2f0c857c" providerId="ADAL" clId="{0C908628-89F8-4118-A3EE-29844D690BF4}" dt="2024-06-26T08:05:46.691" v="394" actId="1076"/>
        <pc:sldMkLst>
          <pc:docMk/>
          <pc:sldMk cId="0" sldId="2145709211"/>
        </pc:sldMkLst>
      </pc:sldChg>
      <pc:sldChg chg="modSp mod">
        <pc:chgData name="Ashwani Mishra" userId="15d57bc9-d3a4-4ee8-885b-38ce2f0c857c" providerId="ADAL" clId="{0C908628-89F8-4118-A3EE-29844D690BF4}" dt="2024-06-26T12:43:31.411" v="891" actId="20577"/>
        <pc:sldMkLst>
          <pc:docMk/>
          <pc:sldMk cId="2611867153" sldId="2145709212"/>
        </pc:sldMkLst>
      </pc:sldChg>
      <pc:sldChg chg="add">
        <pc:chgData name="Ashwani Mishra" userId="15d57bc9-d3a4-4ee8-885b-38ce2f0c857c" providerId="ADAL" clId="{0C908628-89F8-4118-A3EE-29844D690BF4}" dt="2024-06-26T09:14:17.440" v="572"/>
        <pc:sldMkLst>
          <pc:docMk/>
          <pc:sldMk cId="1573293131" sldId="2145709214"/>
        </pc:sldMkLst>
      </pc:sldChg>
      <pc:sldChg chg="del">
        <pc:chgData name="Ashwani Mishra" userId="15d57bc9-d3a4-4ee8-885b-38ce2f0c857c" providerId="ADAL" clId="{0C908628-89F8-4118-A3EE-29844D690BF4}" dt="2024-06-26T09:14:12.628" v="571" actId="2696"/>
        <pc:sldMkLst>
          <pc:docMk/>
          <pc:sldMk cId="3097490130" sldId="2145709214"/>
        </pc:sldMkLst>
      </pc:sldChg>
      <pc:sldChg chg="add">
        <pc:chgData name="Ashwani Mishra" userId="15d57bc9-d3a4-4ee8-885b-38ce2f0c857c" providerId="ADAL" clId="{0C908628-89F8-4118-A3EE-29844D690BF4}" dt="2024-06-26T09:14:35.298" v="574"/>
        <pc:sldMkLst>
          <pc:docMk/>
          <pc:sldMk cId="2679415752" sldId="2145709216"/>
        </pc:sldMkLst>
      </pc:sldChg>
      <pc:sldChg chg="del">
        <pc:chgData name="Ashwani Mishra" userId="15d57bc9-d3a4-4ee8-885b-38ce2f0c857c" providerId="ADAL" clId="{0C908628-89F8-4118-A3EE-29844D690BF4}" dt="2024-06-26T09:14:31.414" v="573" actId="2696"/>
        <pc:sldMkLst>
          <pc:docMk/>
          <pc:sldMk cId="4209638789" sldId="2145709216"/>
        </pc:sldMkLst>
      </pc:sldChg>
      <pc:sldChg chg="add">
        <pc:chgData name="Ashwani Mishra" userId="15d57bc9-d3a4-4ee8-885b-38ce2f0c857c" providerId="ADAL" clId="{0C908628-89F8-4118-A3EE-29844D690BF4}" dt="2024-06-26T09:14:17.440" v="572"/>
        <pc:sldMkLst>
          <pc:docMk/>
          <pc:sldMk cId="174091374" sldId="2145709217"/>
        </pc:sldMkLst>
      </pc:sldChg>
      <pc:sldChg chg="del">
        <pc:chgData name="Ashwani Mishra" userId="15d57bc9-d3a4-4ee8-885b-38ce2f0c857c" providerId="ADAL" clId="{0C908628-89F8-4118-A3EE-29844D690BF4}" dt="2024-06-26T07:36:25.939" v="146" actId="2696"/>
        <pc:sldMkLst>
          <pc:docMk/>
          <pc:sldMk cId="2930840622" sldId="2145709217"/>
        </pc:sldMkLst>
      </pc:sldChg>
      <pc:sldChg chg="add del">
        <pc:chgData name="Ashwani Mishra" userId="15d57bc9-d3a4-4ee8-885b-38ce2f0c857c" providerId="ADAL" clId="{0C908628-89F8-4118-A3EE-29844D690BF4}" dt="2024-06-26T09:14:12.628" v="571" actId="2696"/>
        <pc:sldMkLst>
          <pc:docMk/>
          <pc:sldMk cId="3041929623" sldId="2145709217"/>
        </pc:sldMkLst>
      </pc:sldChg>
      <pc:sldChg chg="del">
        <pc:chgData name="Ashwani Mishra" userId="15d57bc9-d3a4-4ee8-885b-38ce2f0c857c" providerId="ADAL" clId="{0C908628-89F8-4118-A3EE-29844D690BF4}" dt="2024-06-26T09:14:12.628" v="571" actId="2696"/>
        <pc:sldMkLst>
          <pc:docMk/>
          <pc:sldMk cId="1761924982" sldId="2145709218"/>
        </pc:sldMkLst>
      </pc:sldChg>
      <pc:sldChg chg="add">
        <pc:chgData name="Ashwani Mishra" userId="15d57bc9-d3a4-4ee8-885b-38ce2f0c857c" providerId="ADAL" clId="{0C908628-89F8-4118-A3EE-29844D690BF4}" dt="2024-06-26T09:14:17.440" v="572"/>
        <pc:sldMkLst>
          <pc:docMk/>
          <pc:sldMk cId="1989515576" sldId="2145709218"/>
        </pc:sldMkLst>
      </pc:sldChg>
      <pc:sldChg chg="modSp mod">
        <pc:chgData name="Ashwani Mishra" userId="15d57bc9-d3a4-4ee8-885b-38ce2f0c857c" providerId="ADAL" clId="{0C908628-89F8-4118-A3EE-29844D690BF4}" dt="2024-06-26T08:26:11.234" v="570"/>
        <pc:sldMkLst>
          <pc:docMk/>
          <pc:sldMk cId="1805333659" sldId="2145709231"/>
        </pc:sldMkLst>
      </pc:sldChg>
      <pc:sldChg chg="add">
        <pc:chgData name="Ashwani Mishra" userId="15d57bc9-d3a4-4ee8-885b-38ce2f0c857c" providerId="ADAL" clId="{0C908628-89F8-4118-A3EE-29844D690BF4}" dt="2024-06-26T09:14:17.440" v="572"/>
        <pc:sldMkLst>
          <pc:docMk/>
          <pc:sldMk cId="793196934" sldId="2147376141"/>
        </pc:sldMkLst>
      </pc:sldChg>
      <pc:sldChg chg="del">
        <pc:chgData name="Ashwani Mishra" userId="15d57bc9-d3a4-4ee8-885b-38ce2f0c857c" providerId="ADAL" clId="{0C908628-89F8-4118-A3EE-29844D690BF4}" dt="2024-06-26T09:14:12.628" v="571" actId="2696"/>
        <pc:sldMkLst>
          <pc:docMk/>
          <pc:sldMk cId="884954211" sldId="2147376141"/>
        </pc:sldMkLst>
      </pc:sldChg>
      <pc:sldChg chg="modSp mod">
        <pc:chgData name="Ashwani Mishra" userId="15d57bc9-d3a4-4ee8-885b-38ce2f0c857c" providerId="ADAL" clId="{0C908628-89F8-4118-A3EE-29844D690BF4}" dt="2024-06-26T08:20:02.338" v="518" actId="20577"/>
        <pc:sldMkLst>
          <pc:docMk/>
          <pc:sldMk cId="1563699850" sldId="2147376144"/>
        </pc:sldMkLst>
      </pc:sldChg>
      <pc:sldChg chg="del">
        <pc:chgData name="Ashwani Mishra" userId="15d57bc9-d3a4-4ee8-885b-38ce2f0c857c" providerId="ADAL" clId="{0C908628-89F8-4118-A3EE-29844D690BF4}" dt="2024-06-26T09:19:17.459" v="607" actId="2696"/>
        <pc:sldMkLst>
          <pc:docMk/>
          <pc:sldMk cId="731278685" sldId="2147376145"/>
        </pc:sldMkLst>
      </pc:sldChg>
      <pc:sldChg chg="add">
        <pc:chgData name="Ashwani Mishra" userId="15d57bc9-d3a4-4ee8-885b-38ce2f0c857c" providerId="ADAL" clId="{0C908628-89F8-4118-A3EE-29844D690BF4}" dt="2024-06-26T09:19:21.182" v="608"/>
        <pc:sldMkLst>
          <pc:docMk/>
          <pc:sldMk cId="987636983" sldId="2147376145"/>
        </pc:sldMkLst>
      </pc:sldChg>
      <pc:sldChg chg="del">
        <pc:chgData name="Ashwani Mishra" userId="15d57bc9-d3a4-4ee8-885b-38ce2f0c857c" providerId="ADAL" clId="{0C908628-89F8-4118-A3EE-29844D690BF4}" dt="2024-06-26T09:19:17.459" v="607" actId="2696"/>
        <pc:sldMkLst>
          <pc:docMk/>
          <pc:sldMk cId="1887680349" sldId="2147376146"/>
        </pc:sldMkLst>
      </pc:sldChg>
      <pc:sldChg chg="add">
        <pc:chgData name="Ashwani Mishra" userId="15d57bc9-d3a4-4ee8-885b-38ce2f0c857c" providerId="ADAL" clId="{0C908628-89F8-4118-A3EE-29844D690BF4}" dt="2024-06-26T09:19:21.182" v="608"/>
        <pc:sldMkLst>
          <pc:docMk/>
          <pc:sldMk cId="2347247811" sldId="2147376146"/>
        </pc:sldMkLst>
      </pc:sldChg>
      <pc:sldChg chg="modSp mod">
        <pc:chgData name="Ashwani Mishra" userId="15d57bc9-d3a4-4ee8-885b-38ce2f0c857c" providerId="ADAL" clId="{0C908628-89F8-4118-A3EE-29844D690BF4}" dt="2024-06-26T11:21:08.462" v="795" actId="6549"/>
        <pc:sldMkLst>
          <pc:docMk/>
          <pc:sldMk cId="3709877784" sldId="2147376147"/>
        </pc:sldMkLst>
      </pc:sldChg>
      <pc:sldChg chg="add">
        <pc:chgData name="Ashwani Mishra" userId="15d57bc9-d3a4-4ee8-885b-38ce2f0c857c" providerId="ADAL" clId="{0C908628-89F8-4118-A3EE-29844D690BF4}" dt="2024-06-26T09:20:27.972" v="615"/>
        <pc:sldMkLst>
          <pc:docMk/>
          <pc:sldMk cId="3507719620" sldId="2147376148"/>
        </pc:sldMkLst>
      </pc:sldChg>
      <pc:sldChg chg="del">
        <pc:chgData name="Ashwani Mishra" userId="15d57bc9-d3a4-4ee8-885b-38ce2f0c857c" providerId="ADAL" clId="{0C908628-89F8-4118-A3EE-29844D690BF4}" dt="2024-06-26T09:20:24.823" v="614" actId="2696"/>
        <pc:sldMkLst>
          <pc:docMk/>
          <pc:sldMk cId="3963502927" sldId="2147376148"/>
        </pc:sldMkLst>
      </pc:sldChg>
      <pc:sldChg chg="add">
        <pc:chgData name="Ashwani Mishra" userId="15d57bc9-d3a4-4ee8-885b-38ce2f0c857c" providerId="ADAL" clId="{0C908628-89F8-4118-A3EE-29844D690BF4}" dt="2024-06-26T09:20:27.972" v="615"/>
        <pc:sldMkLst>
          <pc:docMk/>
          <pc:sldMk cId="1179812339" sldId="2147376149"/>
        </pc:sldMkLst>
      </pc:sldChg>
      <pc:sldChg chg="del">
        <pc:chgData name="Ashwani Mishra" userId="15d57bc9-d3a4-4ee8-885b-38ce2f0c857c" providerId="ADAL" clId="{0C908628-89F8-4118-A3EE-29844D690BF4}" dt="2024-06-26T09:20:24.823" v="614" actId="2696"/>
        <pc:sldMkLst>
          <pc:docMk/>
          <pc:sldMk cId="1475360595" sldId="2147376149"/>
        </pc:sldMkLst>
      </pc:sldChg>
      <pc:sldChg chg="del">
        <pc:chgData name="Ashwani Mishra" userId="15d57bc9-d3a4-4ee8-885b-38ce2f0c857c" providerId="ADAL" clId="{0C908628-89F8-4118-A3EE-29844D690BF4}" dt="2024-06-26T09:20:24.823" v="614" actId="2696"/>
        <pc:sldMkLst>
          <pc:docMk/>
          <pc:sldMk cId="404566268" sldId="2147376150"/>
        </pc:sldMkLst>
      </pc:sldChg>
      <pc:sldChg chg="add">
        <pc:chgData name="Ashwani Mishra" userId="15d57bc9-d3a4-4ee8-885b-38ce2f0c857c" providerId="ADAL" clId="{0C908628-89F8-4118-A3EE-29844D690BF4}" dt="2024-06-26T09:20:27.972" v="615"/>
        <pc:sldMkLst>
          <pc:docMk/>
          <pc:sldMk cId="2241610559" sldId="2147376150"/>
        </pc:sldMkLst>
      </pc:sldChg>
      <pc:sldChg chg="del">
        <pc:chgData name="Ashwani Mishra" userId="15d57bc9-d3a4-4ee8-885b-38ce2f0c857c" providerId="ADAL" clId="{0C908628-89F8-4118-A3EE-29844D690BF4}" dt="2024-06-26T09:20:24.823" v="614" actId="2696"/>
        <pc:sldMkLst>
          <pc:docMk/>
          <pc:sldMk cId="2430048782" sldId="2147376151"/>
        </pc:sldMkLst>
      </pc:sldChg>
      <pc:sldChg chg="add">
        <pc:chgData name="Ashwani Mishra" userId="15d57bc9-d3a4-4ee8-885b-38ce2f0c857c" providerId="ADAL" clId="{0C908628-89F8-4118-A3EE-29844D690BF4}" dt="2024-06-26T09:20:27.972" v="615"/>
        <pc:sldMkLst>
          <pc:docMk/>
          <pc:sldMk cId="3912905512" sldId="2147376151"/>
        </pc:sldMkLst>
      </pc:sldChg>
      <pc:sldChg chg="del">
        <pc:chgData name="Ashwani Mishra" userId="15d57bc9-d3a4-4ee8-885b-38ce2f0c857c" providerId="ADAL" clId="{0C908628-89F8-4118-A3EE-29844D690BF4}" dt="2024-06-26T09:20:24.823" v="614" actId="2696"/>
        <pc:sldMkLst>
          <pc:docMk/>
          <pc:sldMk cId="1185020605" sldId="2147376152"/>
        </pc:sldMkLst>
      </pc:sldChg>
      <pc:sldChg chg="add">
        <pc:chgData name="Ashwani Mishra" userId="15d57bc9-d3a4-4ee8-885b-38ce2f0c857c" providerId="ADAL" clId="{0C908628-89F8-4118-A3EE-29844D690BF4}" dt="2024-06-26T09:20:27.972" v="615"/>
        <pc:sldMkLst>
          <pc:docMk/>
          <pc:sldMk cId="2177608152" sldId="2147376152"/>
        </pc:sldMkLst>
      </pc:sldChg>
      <pc:sldChg chg="del">
        <pc:chgData name="Ashwani Mishra" userId="15d57bc9-d3a4-4ee8-885b-38ce2f0c857c" providerId="ADAL" clId="{0C908628-89F8-4118-A3EE-29844D690BF4}" dt="2024-06-26T09:20:24.823" v="614" actId="2696"/>
        <pc:sldMkLst>
          <pc:docMk/>
          <pc:sldMk cId="1252791213" sldId="2147376153"/>
        </pc:sldMkLst>
      </pc:sldChg>
      <pc:sldChg chg="add">
        <pc:chgData name="Ashwani Mishra" userId="15d57bc9-d3a4-4ee8-885b-38ce2f0c857c" providerId="ADAL" clId="{0C908628-89F8-4118-A3EE-29844D690BF4}" dt="2024-06-26T09:20:27.972" v="615"/>
        <pc:sldMkLst>
          <pc:docMk/>
          <pc:sldMk cId="4185833469" sldId="2147376153"/>
        </pc:sldMkLst>
      </pc:sldChg>
      <pc:sldChg chg="add">
        <pc:chgData name="Ashwani Mishra" userId="15d57bc9-d3a4-4ee8-885b-38ce2f0c857c" providerId="ADAL" clId="{0C908628-89F8-4118-A3EE-29844D690BF4}" dt="2024-06-26T09:20:27.972" v="615"/>
        <pc:sldMkLst>
          <pc:docMk/>
          <pc:sldMk cId="721058716" sldId="2147376154"/>
        </pc:sldMkLst>
      </pc:sldChg>
      <pc:sldChg chg="del">
        <pc:chgData name="Ashwani Mishra" userId="15d57bc9-d3a4-4ee8-885b-38ce2f0c857c" providerId="ADAL" clId="{0C908628-89F8-4118-A3EE-29844D690BF4}" dt="2024-06-26T09:20:24.823" v="614" actId="2696"/>
        <pc:sldMkLst>
          <pc:docMk/>
          <pc:sldMk cId="3870838020" sldId="2147376154"/>
        </pc:sldMkLst>
      </pc:sldChg>
      <pc:sldChg chg="modSp mod">
        <pc:chgData name="Ashwani Mishra" userId="15d57bc9-d3a4-4ee8-885b-38ce2f0c857c" providerId="ADAL" clId="{0C908628-89F8-4118-A3EE-29844D690BF4}" dt="2024-06-26T10:59:48.363" v="743" actId="20577"/>
        <pc:sldMkLst>
          <pc:docMk/>
          <pc:sldMk cId="1500137299" sldId="2147376156"/>
        </pc:sldMkLst>
      </pc:sldChg>
      <pc:sldChg chg="modSp mod">
        <pc:chgData name="Ashwani Mishra" userId="15d57bc9-d3a4-4ee8-885b-38ce2f0c857c" providerId="ADAL" clId="{0C908628-89F8-4118-A3EE-29844D690BF4}" dt="2024-06-26T08:21:43.402" v="545" actId="20577"/>
        <pc:sldMkLst>
          <pc:docMk/>
          <pc:sldMk cId="2822637573" sldId="2147376159"/>
        </pc:sldMkLst>
      </pc:sldChg>
      <pc:sldChg chg="addSp delSp modSp add mod">
        <pc:chgData name="Ashwani Mishra" userId="15d57bc9-d3a4-4ee8-885b-38ce2f0c857c" providerId="ADAL" clId="{0C908628-89F8-4118-A3EE-29844D690BF4}" dt="2024-06-26T10:01:56.730" v="741"/>
        <pc:sldMkLst>
          <pc:docMk/>
          <pc:sldMk cId="433682352" sldId="2147376160"/>
        </pc:sldMkLst>
      </pc:sldChg>
      <pc:sldChg chg="addSp delSp modSp add mod setBg">
        <pc:chgData name="Ashwani Mishra" userId="15d57bc9-d3a4-4ee8-885b-38ce2f0c857c" providerId="ADAL" clId="{0C908628-89F8-4118-A3EE-29844D690BF4}" dt="2024-06-26T10:01:04.803" v="737"/>
        <pc:sldMkLst>
          <pc:docMk/>
          <pc:sldMk cId="802019646" sldId="2147376161"/>
        </pc:sldMkLst>
      </pc:sldChg>
      <pc:sldChg chg="addSp delSp modSp add mod ord">
        <pc:chgData name="Ashwani Mishra" userId="15d57bc9-d3a4-4ee8-885b-38ce2f0c857c" providerId="ADAL" clId="{0C908628-89F8-4118-A3EE-29844D690BF4}" dt="2024-06-26T09:56:49.097" v="710"/>
        <pc:sldMkLst>
          <pc:docMk/>
          <pc:sldMk cId="3425562321" sldId="2147376162"/>
        </pc:sldMkLst>
      </pc:sldChg>
      <pc:sldChg chg="addSp delSp modSp add del mod">
        <pc:chgData name="Ashwani Mishra" userId="15d57bc9-d3a4-4ee8-885b-38ce2f0c857c" providerId="ADAL" clId="{0C908628-89F8-4118-A3EE-29844D690BF4}" dt="2024-06-26T07:59:23.763" v="345" actId="47"/>
        <pc:sldMkLst>
          <pc:docMk/>
          <pc:sldMk cId="399793101" sldId="2147376469"/>
        </pc:sldMkLst>
      </pc:sldChg>
      <pc:sldMasterChg chg="delSldLayout">
        <pc:chgData name="Ashwani Mishra" userId="15d57bc9-d3a4-4ee8-885b-38ce2f0c857c" providerId="ADAL" clId="{0C908628-89F8-4118-A3EE-29844D690BF4}" dt="2024-06-26T09:19:17.459" v="607" actId="2696"/>
        <pc:sldMasterMkLst>
          <pc:docMk/>
          <pc:sldMasterMk cId="848123093" sldId="2147483648"/>
        </pc:sldMasterMkLst>
        <pc:sldLayoutChg chg="del">
          <pc:chgData name="Ashwani Mishra" userId="15d57bc9-d3a4-4ee8-885b-38ce2f0c857c" providerId="ADAL" clId="{0C908628-89F8-4118-A3EE-29844D690BF4}" dt="2024-06-26T09:19:17.459" v="607" actId="2696"/>
          <pc:sldLayoutMkLst>
            <pc:docMk/>
            <pc:sldMasterMk cId="848123093" sldId="2147483648"/>
            <pc:sldLayoutMk cId="4247856675" sldId="2147483690"/>
          </pc:sldLayoutMkLst>
        </pc:sldLayoutChg>
      </pc:sldMasterChg>
    </pc:docChg>
  </pc:docChgLst>
  <pc:docChgLst>
    <pc:chgData name="Ashwani Mishra" userId="15d57bc9-d3a4-4ee8-885b-38ce2f0c857c" providerId="ADAL" clId="{DF6BBA32-F192-456A-9BA1-2C33B12DD5EB}"/>
    <pc:docChg chg="undo custSel addSld delSld modSld">
      <pc:chgData name="Ashwani Mishra" userId="15d57bc9-d3a4-4ee8-885b-38ce2f0c857c" providerId="ADAL" clId="{DF6BBA32-F192-456A-9BA1-2C33B12DD5EB}" dt="2025-03-06T06:35:35.024" v="1764" actId="255"/>
      <pc:docMkLst>
        <pc:docMk/>
      </pc:docMkLst>
      <pc:sldChg chg="add del">
        <pc:chgData name="Ashwani Mishra" userId="15d57bc9-d3a4-4ee8-885b-38ce2f0c857c" providerId="ADAL" clId="{DF6BBA32-F192-456A-9BA1-2C33B12DD5EB}" dt="2025-03-06T05:08:15.362" v="1322" actId="47"/>
        <pc:sldMkLst>
          <pc:docMk/>
          <pc:sldMk cId="2163590052" sldId="279"/>
        </pc:sldMkLst>
      </pc:sldChg>
      <pc:sldChg chg="del">
        <pc:chgData name="Ashwani Mishra" userId="15d57bc9-d3a4-4ee8-885b-38ce2f0c857c" providerId="ADAL" clId="{DF6BBA32-F192-456A-9BA1-2C33B12DD5EB}" dt="2025-03-06T05:08:15.362" v="1322" actId="47"/>
        <pc:sldMkLst>
          <pc:docMk/>
          <pc:sldMk cId="2700264757" sldId="358"/>
        </pc:sldMkLst>
      </pc:sldChg>
      <pc:sldChg chg="add del">
        <pc:chgData name="Ashwani Mishra" userId="15d57bc9-d3a4-4ee8-885b-38ce2f0c857c" providerId="ADAL" clId="{DF6BBA32-F192-456A-9BA1-2C33B12DD5EB}" dt="2025-03-05T09:45:44.256" v="1100" actId="47"/>
        <pc:sldMkLst>
          <pc:docMk/>
          <pc:sldMk cId="789466733" sldId="591"/>
        </pc:sldMkLst>
      </pc:sldChg>
      <pc:sldChg chg="del">
        <pc:chgData name="Ashwani Mishra" userId="15d57bc9-d3a4-4ee8-885b-38ce2f0c857c" providerId="ADAL" clId="{DF6BBA32-F192-456A-9BA1-2C33B12DD5EB}" dt="2025-03-05T09:46:17.260" v="1106" actId="47"/>
        <pc:sldMkLst>
          <pc:docMk/>
          <pc:sldMk cId="762716925" sldId="2148"/>
        </pc:sldMkLst>
      </pc:sldChg>
      <pc:sldChg chg="del">
        <pc:chgData name="Ashwani Mishra" userId="15d57bc9-d3a4-4ee8-885b-38ce2f0c857c" providerId="ADAL" clId="{DF6BBA32-F192-456A-9BA1-2C33B12DD5EB}" dt="2025-03-05T09:46:58.221" v="1155" actId="47"/>
        <pc:sldMkLst>
          <pc:docMk/>
          <pc:sldMk cId="124968358" sldId="5928"/>
        </pc:sldMkLst>
      </pc:sldChg>
      <pc:sldChg chg="modSp mod">
        <pc:chgData name="Ashwani Mishra" userId="15d57bc9-d3a4-4ee8-885b-38ce2f0c857c" providerId="ADAL" clId="{DF6BBA32-F192-456A-9BA1-2C33B12DD5EB}" dt="2025-03-05T09:45:09.303" v="1089" actId="14100"/>
        <pc:sldMkLst>
          <pc:docMk/>
          <pc:sldMk cId="1281870220" sldId="6001"/>
        </pc:sldMkLst>
      </pc:sldChg>
      <pc:sldChg chg="del">
        <pc:chgData name="Ashwani Mishra" userId="15d57bc9-d3a4-4ee8-885b-38ce2f0c857c" providerId="ADAL" clId="{DF6BBA32-F192-456A-9BA1-2C33B12DD5EB}" dt="2025-03-05T08:49:10.324" v="0" actId="47"/>
        <pc:sldMkLst>
          <pc:docMk/>
          <pc:sldMk cId="2319989365" sldId="6006"/>
        </pc:sldMkLst>
      </pc:sldChg>
      <pc:sldChg chg="del">
        <pc:chgData name="Ashwani Mishra" userId="15d57bc9-d3a4-4ee8-885b-38ce2f0c857c" providerId="ADAL" clId="{DF6BBA32-F192-456A-9BA1-2C33B12DD5EB}" dt="2025-03-05T09:47:00.749" v="1157" actId="47"/>
        <pc:sldMkLst>
          <pc:docMk/>
          <pc:sldMk cId="4095797323" sldId="6031"/>
        </pc:sldMkLst>
      </pc:sldChg>
      <pc:sldChg chg="del">
        <pc:chgData name="Ashwani Mishra" userId="15d57bc9-d3a4-4ee8-885b-38ce2f0c857c" providerId="ADAL" clId="{DF6BBA32-F192-456A-9BA1-2C33B12DD5EB}" dt="2025-03-05T09:47:01.169" v="1158" actId="47"/>
        <pc:sldMkLst>
          <pc:docMk/>
          <pc:sldMk cId="2960193944" sldId="6032"/>
        </pc:sldMkLst>
      </pc:sldChg>
      <pc:sldChg chg="del">
        <pc:chgData name="Ashwani Mishra" userId="15d57bc9-d3a4-4ee8-885b-38ce2f0c857c" providerId="ADAL" clId="{DF6BBA32-F192-456A-9BA1-2C33B12DD5EB}" dt="2025-03-05T09:47:01.533" v="1159" actId="47"/>
        <pc:sldMkLst>
          <pc:docMk/>
          <pc:sldMk cId="3762988662" sldId="6033"/>
        </pc:sldMkLst>
      </pc:sldChg>
      <pc:sldChg chg="del">
        <pc:chgData name="Ashwani Mishra" userId="15d57bc9-d3a4-4ee8-885b-38ce2f0c857c" providerId="ADAL" clId="{DF6BBA32-F192-456A-9BA1-2C33B12DD5EB}" dt="2025-03-05T09:47:02.346" v="1160" actId="47"/>
        <pc:sldMkLst>
          <pc:docMk/>
          <pc:sldMk cId="232938452" sldId="6034"/>
        </pc:sldMkLst>
      </pc:sldChg>
      <pc:sldChg chg="del">
        <pc:chgData name="Ashwani Mishra" userId="15d57bc9-d3a4-4ee8-885b-38ce2f0c857c" providerId="ADAL" clId="{DF6BBA32-F192-456A-9BA1-2C33B12DD5EB}" dt="2025-03-05T09:47:03.036" v="1161" actId="47"/>
        <pc:sldMkLst>
          <pc:docMk/>
          <pc:sldMk cId="1983986002" sldId="6035"/>
        </pc:sldMkLst>
      </pc:sldChg>
      <pc:sldChg chg="add del">
        <pc:chgData name="Ashwani Mishra" userId="15d57bc9-d3a4-4ee8-885b-38ce2f0c857c" providerId="ADAL" clId="{DF6BBA32-F192-456A-9BA1-2C33B12DD5EB}" dt="2025-03-05T09:47:08.050" v="1166" actId="47"/>
        <pc:sldMkLst>
          <pc:docMk/>
          <pc:sldMk cId="4274876319" sldId="6038"/>
        </pc:sldMkLst>
      </pc:sldChg>
      <pc:sldChg chg="del">
        <pc:chgData name="Ashwani Mishra" userId="15d57bc9-d3a4-4ee8-885b-38ce2f0c857c" providerId="ADAL" clId="{DF6BBA32-F192-456A-9BA1-2C33B12DD5EB}" dt="2025-03-05T09:46:28.916" v="1139" actId="47"/>
        <pc:sldMkLst>
          <pc:docMk/>
          <pc:sldMk cId="1863930307" sldId="6044"/>
        </pc:sldMkLst>
      </pc:sldChg>
      <pc:sldChg chg="del">
        <pc:chgData name="Ashwani Mishra" userId="15d57bc9-d3a4-4ee8-885b-38ce2f0c857c" providerId="ADAL" clId="{DF6BBA32-F192-456A-9BA1-2C33B12DD5EB}" dt="2025-03-05T09:46:29.433" v="1140" actId="47"/>
        <pc:sldMkLst>
          <pc:docMk/>
          <pc:sldMk cId="1583158059" sldId="6045"/>
        </pc:sldMkLst>
      </pc:sldChg>
      <pc:sldChg chg="del">
        <pc:chgData name="Ashwani Mishra" userId="15d57bc9-d3a4-4ee8-885b-38ce2f0c857c" providerId="ADAL" clId="{DF6BBA32-F192-456A-9BA1-2C33B12DD5EB}" dt="2025-03-05T09:47:09.215" v="1168" actId="47"/>
        <pc:sldMkLst>
          <pc:docMk/>
          <pc:sldMk cId="1468102244" sldId="6248"/>
        </pc:sldMkLst>
      </pc:sldChg>
      <pc:sldChg chg="del">
        <pc:chgData name="Ashwani Mishra" userId="15d57bc9-d3a4-4ee8-885b-38ce2f0c857c" providerId="ADAL" clId="{DF6BBA32-F192-456A-9BA1-2C33B12DD5EB}" dt="2025-03-05T09:46:26.455" v="1134" actId="47"/>
        <pc:sldMkLst>
          <pc:docMk/>
          <pc:sldMk cId="221505521" sldId="6321"/>
        </pc:sldMkLst>
      </pc:sldChg>
      <pc:sldChg chg="del">
        <pc:chgData name="Ashwani Mishra" userId="15d57bc9-d3a4-4ee8-885b-38ce2f0c857c" providerId="ADAL" clId="{DF6BBA32-F192-456A-9BA1-2C33B12DD5EB}" dt="2025-03-05T09:46:26.920" v="1135" actId="47"/>
        <pc:sldMkLst>
          <pc:docMk/>
          <pc:sldMk cId="362077388" sldId="6322"/>
        </pc:sldMkLst>
      </pc:sldChg>
      <pc:sldChg chg="del">
        <pc:chgData name="Ashwani Mishra" userId="15d57bc9-d3a4-4ee8-885b-38ce2f0c857c" providerId="ADAL" clId="{DF6BBA32-F192-456A-9BA1-2C33B12DD5EB}" dt="2025-03-05T09:46:27.127" v="1136" actId="47"/>
        <pc:sldMkLst>
          <pc:docMk/>
          <pc:sldMk cId="2233062774" sldId="6323"/>
        </pc:sldMkLst>
      </pc:sldChg>
      <pc:sldChg chg="del">
        <pc:chgData name="Ashwani Mishra" userId="15d57bc9-d3a4-4ee8-885b-38ce2f0c857c" providerId="ADAL" clId="{DF6BBA32-F192-456A-9BA1-2C33B12DD5EB}" dt="2025-03-05T09:47:18.465" v="1180" actId="47"/>
        <pc:sldMkLst>
          <pc:docMk/>
          <pc:sldMk cId="80257033" sldId="6324"/>
        </pc:sldMkLst>
      </pc:sldChg>
      <pc:sldChg chg="del">
        <pc:chgData name="Ashwani Mishra" userId="15d57bc9-d3a4-4ee8-885b-38ce2f0c857c" providerId="ADAL" clId="{DF6BBA32-F192-456A-9BA1-2C33B12DD5EB}" dt="2025-03-05T09:45:55.887" v="1105" actId="47"/>
        <pc:sldMkLst>
          <pc:docMk/>
          <pc:sldMk cId="799634694" sldId="2145708978"/>
        </pc:sldMkLst>
      </pc:sldChg>
      <pc:sldChg chg="del">
        <pc:chgData name="Ashwani Mishra" userId="15d57bc9-d3a4-4ee8-885b-38ce2f0c857c" providerId="ADAL" clId="{DF6BBA32-F192-456A-9BA1-2C33B12DD5EB}" dt="2025-03-05T08:53:53.469" v="42" actId="47"/>
        <pc:sldMkLst>
          <pc:docMk/>
          <pc:sldMk cId="2915413342" sldId="2145709040"/>
        </pc:sldMkLst>
      </pc:sldChg>
      <pc:sldChg chg="del">
        <pc:chgData name="Ashwani Mishra" userId="15d57bc9-d3a4-4ee8-885b-38ce2f0c857c" providerId="ADAL" clId="{DF6BBA32-F192-456A-9BA1-2C33B12DD5EB}" dt="2025-03-05T08:49:12.286" v="2" actId="47"/>
        <pc:sldMkLst>
          <pc:docMk/>
          <pc:sldMk cId="1480011886" sldId="2145709042"/>
        </pc:sldMkLst>
      </pc:sldChg>
      <pc:sldChg chg="del">
        <pc:chgData name="Ashwani Mishra" userId="15d57bc9-d3a4-4ee8-885b-38ce2f0c857c" providerId="ADAL" clId="{DF6BBA32-F192-456A-9BA1-2C33B12DD5EB}" dt="2025-03-05T09:45:22.317" v="1090" actId="47"/>
        <pc:sldMkLst>
          <pc:docMk/>
          <pc:sldMk cId="206005507" sldId="2145709043"/>
        </pc:sldMkLst>
      </pc:sldChg>
      <pc:sldChg chg="del">
        <pc:chgData name="Ashwani Mishra" userId="15d57bc9-d3a4-4ee8-885b-38ce2f0c857c" providerId="ADAL" clId="{DF6BBA32-F192-456A-9BA1-2C33B12DD5EB}" dt="2025-03-05T09:46:27.309" v="1137" actId="47"/>
        <pc:sldMkLst>
          <pc:docMk/>
          <pc:sldMk cId="1060553319" sldId="2145709045"/>
        </pc:sldMkLst>
      </pc:sldChg>
      <pc:sldChg chg="del">
        <pc:chgData name="Ashwani Mishra" userId="15d57bc9-d3a4-4ee8-885b-38ce2f0c857c" providerId="ADAL" clId="{DF6BBA32-F192-456A-9BA1-2C33B12DD5EB}" dt="2025-03-05T09:46:27.547" v="1138" actId="47"/>
        <pc:sldMkLst>
          <pc:docMk/>
          <pc:sldMk cId="2233215685" sldId="2145709046"/>
        </pc:sldMkLst>
      </pc:sldChg>
      <pc:sldChg chg="del">
        <pc:chgData name="Ashwani Mishra" userId="15d57bc9-d3a4-4ee8-885b-38ce2f0c857c" providerId="ADAL" clId="{DF6BBA32-F192-456A-9BA1-2C33B12DD5EB}" dt="2025-03-05T09:45:28.595" v="1093" actId="47"/>
        <pc:sldMkLst>
          <pc:docMk/>
          <pc:sldMk cId="4033474657" sldId="2145709048"/>
        </pc:sldMkLst>
      </pc:sldChg>
      <pc:sldChg chg="del">
        <pc:chgData name="Ashwani Mishra" userId="15d57bc9-d3a4-4ee8-885b-38ce2f0c857c" providerId="ADAL" clId="{DF6BBA32-F192-456A-9BA1-2C33B12DD5EB}" dt="2025-03-05T09:45:36.580" v="1094" actId="47"/>
        <pc:sldMkLst>
          <pc:docMk/>
          <pc:sldMk cId="4283047361" sldId="2145709053"/>
        </pc:sldMkLst>
      </pc:sldChg>
      <pc:sldChg chg="del">
        <pc:chgData name="Ashwani Mishra" userId="15d57bc9-d3a4-4ee8-885b-38ce2f0c857c" providerId="ADAL" clId="{DF6BBA32-F192-456A-9BA1-2C33B12DD5EB}" dt="2025-03-05T09:46:44.943" v="1145" actId="47"/>
        <pc:sldMkLst>
          <pc:docMk/>
          <pc:sldMk cId="294629081" sldId="2145709058"/>
        </pc:sldMkLst>
      </pc:sldChg>
      <pc:sldChg chg="addSp delSp modSp mod">
        <pc:chgData name="Ashwani Mishra" userId="15d57bc9-d3a4-4ee8-885b-38ce2f0c857c" providerId="ADAL" clId="{DF6BBA32-F192-456A-9BA1-2C33B12DD5EB}" dt="2025-03-05T09:32:39.144" v="778" actId="2711"/>
        <pc:sldMkLst>
          <pc:docMk/>
          <pc:sldMk cId="1433058619" sldId="2145709062"/>
        </pc:sldMkLst>
      </pc:sldChg>
      <pc:sldChg chg="del">
        <pc:chgData name="Ashwani Mishra" userId="15d57bc9-d3a4-4ee8-885b-38ce2f0c857c" providerId="ADAL" clId="{DF6BBA32-F192-456A-9BA1-2C33B12DD5EB}" dt="2025-03-05T08:49:11.463" v="1" actId="47"/>
        <pc:sldMkLst>
          <pc:docMk/>
          <pc:sldMk cId="1940949243" sldId="2145709065"/>
        </pc:sldMkLst>
      </pc:sldChg>
      <pc:sldChg chg="addSp delSp modSp add del mod">
        <pc:chgData name="Ashwani Mishra" userId="15d57bc9-d3a4-4ee8-885b-38ce2f0c857c" providerId="ADAL" clId="{DF6BBA32-F192-456A-9BA1-2C33B12DD5EB}" dt="2025-03-05T09:24:40.477" v="589" actId="47"/>
        <pc:sldMkLst>
          <pc:docMk/>
          <pc:sldMk cId="730183974" sldId="2145709066"/>
        </pc:sldMkLst>
      </pc:sldChg>
      <pc:sldChg chg="del">
        <pc:chgData name="Ashwani Mishra" userId="15d57bc9-d3a4-4ee8-885b-38ce2f0c857c" providerId="ADAL" clId="{DF6BBA32-F192-456A-9BA1-2C33B12DD5EB}" dt="2025-03-05T08:49:14.094" v="3" actId="47"/>
        <pc:sldMkLst>
          <pc:docMk/>
          <pc:sldMk cId="4008787351" sldId="2145709068"/>
        </pc:sldMkLst>
      </pc:sldChg>
      <pc:sldChg chg="add del">
        <pc:chgData name="Ashwani Mishra" userId="15d57bc9-d3a4-4ee8-885b-38ce2f0c857c" providerId="ADAL" clId="{DF6BBA32-F192-456A-9BA1-2C33B12DD5EB}" dt="2025-03-05T09:47:08.494" v="1167" actId="47"/>
        <pc:sldMkLst>
          <pc:docMk/>
          <pc:sldMk cId="1596110750" sldId="2145709164"/>
        </pc:sldMkLst>
      </pc:sldChg>
      <pc:sldChg chg="add del">
        <pc:chgData name="Ashwani Mishra" userId="15d57bc9-d3a4-4ee8-885b-38ce2f0c857c" providerId="ADAL" clId="{DF6BBA32-F192-456A-9BA1-2C33B12DD5EB}" dt="2025-03-05T09:45:48.993" v="1102" actId="47"/>
        <pc:sldMkLst>
          <pc:docMk/>
          <pc:sldMk cId="432471066" sldId="2145709168"/>
        </pc:sldMkLst>
      </pc:sldChg>
      <pc:sldChg chg="add del">
        <pc:chgData name="Ashwani Mishra" userId="15d57bc9-d3a4-4ee8-885b-38ce2f0c857c" providerId="ADAL" clId="{DF6BBA32-F192-456A-9BA1-2C33B12DD5EB}" dt="2025-03-05T09:46:53.968" v="1153" actId="47"/>
        <pc:sldMkLst>
          <pc:docMk/>
          <pc:sldMk cId="4028716161" sldId="2145709169"/>
        </pc:sldMkLst>
      </pc:sldChg>
      <pc:sldChg chg="del">
        <pc:chgData name="Ashwani Mishra" userId="15d57bc9-d3a4-4ee8-885b-38ce2f0c857c" providerId="ADAL" clId="{DF6BBA32-F192-456A-9BA1-2C33B12DD5EB}" dt="2025-03-05T09:44:25.701" v="1041" actId="47"/>
        <pc:sldMkLst>
          <pc:docMk/>
          <pc:sldMk cId="545096286" sldId="2145709171"/>
        </pc:sldMkLst>
      </pc:sldChg>
      <pc:sldChg chg="del">
        <pc:chgData name="Ashwani Mishra" userId="15d57bc9-d3a4-4ee8-885b-38ce2f0c857c" providerId="ADAL" clId="{DF6BBA32-F192-456A-9BA1-2C33B12DD5EB}" dt="2025-03-05T09:46:20.363" v="1107" actId="47"/>
        <pc:sldMkLst>
          <pc:docMk/>
          <pc:sldMk cId="2304711442" sldId="2145709181"/>
        </pc:sldMkLst>
      </pc:sldChg>
      <pc:sldChg chg="del">
        <pc:chgData name="Ashwani Mishra" userId="15d57bc9-d3a4-4ee8-885b-38ce2f0c857c" providerId="ADAL" clId="{DF6BBA32-F192-456A-9BA1-2C33B12DD5EB}" dt="2025-03-05T09:46:21.070" v="1108" actId="47"/>
        <pc:sldMkLst>
          <pc:docMk/>
          <pc:sldMk cId="2717807574" sldId="2145709182"/>
        </pc:sldMkLst>
      </pc:sldChg>
      <pc:sldChg chg="del">
        <pc:chgData name="Ashwani Mishra" userId="15d57bc9-d3a4-4ee8-885b-38ce2f0c857c" providerId="ADAL" clId="{DF6BBA32-F192-456A-9BA1-2C33B12DD5EB}" dt="2025-03-05T09:46:21.334" v="1109" actId="47"/>
        <pc:sldMkLst>
          <pc:docMk/>
          <pc:sldMk cId="2876529596" sldId="2145709183"/>
        </pc:sldMkLst>
      </pc:sldChg>
      <pc:sldChg chg="del">
        <pc:chgData name="Ashwani Mishra" userId="15d57bc9-d3a4-4ee8-885b-38ce2f0c857c" providerId="ADAL" clId="{DF6BBA32-F192-456A-9BA1-2C33B12DD5EB}" dt="2025-03-05T09:46:21.530" v="1110" actId="47"/>
        <pc:sldMkLst>
          <pc:docMk/>
          <pc:sldMk cId="477239510" sldId="2145709184"/>
        </pc:sldMkLst>
      </pc:sldChg>
      <pc:sldChg chg="del">
        <pc:chgData name="Ashwani Mishra" userId="15d57bc9-d3a4-4ee8-885b-38ce2f0c857c" providerId="ADAL" clId="{DF6BBA32-F192-456A-9BA1-2C33B12DD5EB}" dt="2025-03-05T09:46:21.744" v="1111" actId="47"/>
        <pc:sldMkLst>
          <pc:docMk/>
          <pc:sldMk cId="1501654301" sldId="2145709185"/>
        </pc:sldMkLst>
      </pc:sldChg>
      <pc:sldChg chg="del">
        <pc:chgData name="Ashwani Mishra" userId="15d57bc9-d3a4-4ee8-885b-38ce2f0c857c" providerId="ADAL" clId="{DF6BBA32-F192-456A-9BA1-2C33B12DD5EB}" dt="2025-03-05T09:46:22.006" v="1112" actId="47"/>
        <pc:sldMkLst>
          <pc:docMk/>
          <pc:sldMk cId="3514482394" sldId="2145709186"/>
        </pc:sldMkLst>
      </pc:sldChg>
      <pc:sldChg chg="del">
        <pc:chgData name="Ashwani Mishra" userId="15d57bc9-d3a4-4ee8-885b-38ce2f0c857c" providerId="ADAL" clId="{DF6BBA32-F192-456A-9BA1-2C33B12DD5EB}" dt="2025-03-05T09:46:22.251" v="1113" actId="47"/>
        <pc:sldMkLst>
          <pc:docMk/>
          <pc:sldMk cId="3544457149" sldId="2145709187"/>
        </pc:sldMkLst>
      </pc:sldChg>
      <pc:sldChg chg="del">
        <pc:chgData name="Ashwani Mishra" userId="15d57bc9-d3a4-4ee8-885b-38ce2f0c857c" providerId="ADAL" clId="{DF6BBA32-F192-456A-9BA1-2C33B12DD5EB}" dt="2025-03-05T09:46:22.454" v="1114" actId="47"/>
        <pc:sldMkLst>
          <pc:docMk/>
          <pc:sldMk cId="254191183" sldId="2145709189"/>
        </pc:sldMkLst>
      </pc:sldChg>
      <pc:sldChg chg="del">
        <pc:chgData name="Ashwani Mishra" userId="15d57bc9-d3a4-4ee8-885b-38ce2f0c857c" providerId="ADAL" clId="{DF6BBA32-F192-456A-9BA1-2C33B12DD5EB}" dt="2025-03-05T09:46:22.662" v="1115" actId="47"/>
        <pc:sldMkLst>
          <pc:docMk/>
          <pc:sldMk cId="1262239485" sldId="2145709190"/>
        </pc:sldMkLst>
      </pc:sldChg>
      <pc:sldChg chg="addSp delSp modSp add del mod">
        <pc:chgData name="Ashwani Mishra" userId="15d57bc9-d3a4-4ee8-885b-38ce2f0c857c" providerId="ADAL" clId="{DF6BBA32-F192-456A-9BA1-2C33B12DD5EB}" dt="2025-03-06T06:12:12.923" v="1493" actId="20577"/>
        <pc:sldMkLst>
          <pc:docMk/>
          <pc:sldMk cId="1478649589" sldId="2145709191"/>
        </pc:sldMkLst>
      </pc:sldChg>
      <pc:sldChg chg="del">
        <pc:chgData name="Ashwani Mishra" userId="15d57bc9-d3a4-4ee8-885b-38ce2f0c857c" providerId="ADAL" clId="{DF6BBA32-F192-456A-9BA1-2C33B12DD5EB}" dt="2025-03-05T09:46:23.103" v="1117" actId="47"/>
        <pc:sldMkLst>
          <pc:docMk/>
          <pc:sldMk cId="2528012253" sldId="2145709192"/>
        </pc:sldMkLst>
      </pc:sldChg>
      <pc:sldChg chg="del">
        <pc:chgData name="Ashwani Mishra" userId="15d57bc9-d3a4-4ee8-885b-38ce2f0c857c" providerId="ADAL" clId="{DF6BBA32-F192-456A-9BA1-2C33B12DD5EB}" dt="2025-03-05T09:46:23.345" v="1118" actId="47"/>
        <pc:sldMkLst>
          <pc:docMk/>
          <pc:sldMk cId="2505965403" sldId="2145709196"/>
        </pc:sldMkLst>
      </pc:sldChg>
      <pc:sldChg chg="del">
        <pc:chgData name="Ashwani Mishra" userId="15d57bc9-d3a4-4ee8-885b-38ce2f0c857c" providerId="ADAL" clId="{DF6BBA32-F192-456A-9BA1-2C33B12DD5EB}" dt="2025-03-05T09:46:23.538" v="1119" actId="47"/>
        <pc:sldMkLst>
          <pc:docMk/>
          <pc:sldMk cId="2796841418" sldId="2145709197"/>
        </pc:sldMkLst>
      </pc:sldChg>
      <pc:sldChg chg="del">
        <pc:chgData name="Ashwani Mishra" userId="15d57bc9-d3a4-4ee8-885b-38ce2f0c857c" providerId="ADAL" clId="{DF6BBA32-F192-456A-9BA1-2C33B12DD5EB}" dt="2025-03-05T09:46:23.738" v="1120" actId="47"/>
        <pc:sldMkLst>
          <pc:docMk/>
          <pc:sldMk cId="1689152342" sldId="2145709198"/>
        </pc:sldMkLst>
      </pc:sldChg>
      <pc:sldChg chg="del">
        <pc:chgData name="Ashwani Mishra" userId="15d57bc9-d3a4-4ee8-885b-38ce2f0c857c" providerId="ADAL" clId="{DF6BBA32-F192-456A-9BA1-2C33B12DD5EB}" dt="2025-03-05T09:46:23.948" v="1121" actId="47"/>
        <pc:sldMkLst>
          <pc:docMk/>
          <pc:sldMk cId="1126235388" sldId="2145709199"/>
        </pc:sldMkLst>
      </pc:sldChg>
      <pc:sldChg chg="del">
        <pc:chgData name="Ashwani Mishra" userId="15d57bc9-d3a4-4ee8-885b-38ce2f0c857c" providerId="ADAL" clId="{DF6BBA32-F192-456A-9BA1-2C33B12DD5EB}" dt="2025-03-05T09:46:24.126" v="1122" actId="47"/>
        <pc:sldMkLst>
          <pc:docMk/>
          <pc:sldMk cId="3749733307" sldId="2145709200"/>
        </pc:sldMkLst>
      </pc:sldChg>
      <pc:sldChg chg="del">
        <pc:chgData name="Ashwani Mishra" userId="15d57bc9-d3a4-4ee8-885b-38ce2f0c857c" providerId="ADAL" clId="{DF6BBA32-F192-456A-9BA1-2C33B12DD5EB}" dt="2025-03-05T09:46:24.499" v="1124" actId="47"/>
        <pc:sldMkLst>
          <pc:docMk/>
          <pc:sldMk cId="210247988" sldId="2145709201"/>
        </pc:sldMkLst>
      </pc:sldChg>
      <pc:sldChg chg="del">
        <pc:chgData name="Ashwani Mishra" userId="15d57bc9-d3a4-4ee8-885b-38ce2f0c857c" providerId="ADAL" clId="{DF6BBA32-F192-456A-9BA1-2C33B12DD5EB}" dt="2025-03-05T09:46:24.690" v="1125" actId="47"/>
        <pc:sldMkLst>
          <pc:docMk/>
          <pc:sldMk cId="2818705220" sldId="2145709202"/>
        </pc:sldMkLst>
      </pc:sldChg>
      <pc:sldChg chg="del">
        <pc:chgData name="Ashwani Mishra" userId="15d57bc9-d3a4-4ee8-885b-38ce2f0c857c" providerId="ADAL" clId="{DF6BBA32-F192-456A-9BA1-2C33B12DD5EB}" dt="2025-03-05T09:46:24.928" v="1126" actId="47"/>
        <pc:sldMkLst>
          <pc:docMk/>
          <pc:sldMk cId="509921694" sldId="2145709203"/>
        </pc:sldMkLst>
      </pc:sldChg>
      <pc:sldChg chg="del">
        <pc:chgData name="Ashwani Mishra" userId="15d57bc9-d3a4-4ee8-885b-38ce2f0c857c" providerId="ADAL" clId="{DF6BBA32-F192-456A-9BA1-2C33B12DD5EB}" dt="2025-03-05T09:46:25.078" v="1127" actId="47"/>
        <pc:sldMkLst>
          <pc:docMk/>
          <pc:sldMk cId="108617586" sldId="2145709204"/>
        </pc:sldMkLst>
      </pc:sldChg>
      <pc:sldChg chg="del">
        <pc:chgData name="Ashwani Mishra" userId="15d57bc9-d3a4-4ee8-885b-38ce2f0c857c" providerId="ADAL" clId="{DF6BBA32-F192-456A-9BA1-2C33B12DD5EB}" dt="2025-03-05T09:46:25.698" v="1130" actId="47"/>
        <pc:sldMkLst>
          <pc:docMk/>
          <pc:sldMk cId="3151595210" sldId="2145709206"/>
        </pc:sldMkLst>
      </pc:sldChg>
      <pc:sldChg chg="del">
        <pc:chgData name="Ashwani Mishra" userId="15d57bc9-d3a4-4ee8-885b-38ce2f0c857c" providerId="ADAL" clId="{DF6BBA32-F192-456A-9BA1-2C33B12DD5EB}" dt="2025-03-05T09:46:25.306" v="1128" actId="47"/>
        <pc:sldMkLst>
          <pc:docMk/>
          <pc:sldMk cId="1574735728" sldId="2145709207"/>
        </pc:sldMkLst>
      </pc:sldChg>
      <pc:sldChg chg="del">
        <pc:chgData name="Ashwani Mishra" userId="15d57bc9-d3a4-4ee8-885b-38ce2f0c857c" providerId="ADAL" clId="{DF6BBA32-F192-456A-9BA1-2C33B12DD5EB}" dt="2025-03-05T09:46:25.857" v="1131" actId="47"/>
        <pc:sldMkLst>
          <pc:docMk/>
          <pc:sldMk cId="2656657796" sldId="2145709208"/>
        </pc:sldMkLst>
      </pc:sldChg>
      <pc:sldChg chg="del">
        <pc:chgData name="Ashwani Mishra" userId="15d57bc9-d3a4-4ee8-885b-38ce2f0c857c" providerId="ADAL" clId="{DF6BBA32-F192-456A-9BA1-2C33B12DD5EB}" dt="2025-03-05T09:46:26.049" v="1132" actId="47"/>
        <pc:sldMkLst>
          <pc:docMk/>
          <pc:sldMk cId="923075846" sldId="2145709209"/>
        </pc:sldMkLst>
      </pc:sldChg>
      <pc:sldChg chg="del">
        <pc:chgData name="Ashwani Mishra" userId="15d57bc9-d3a4-4ee8-885b-38ce2f0c857c" providerId="ADAL" clId="{DF6BBA32-F192-456A-9BA1-2C33B12DD5EB}" dt="2025-03-05T09:45:54.137" v="1104" actId="47"/>
        <pc:sldMkLst>
          <pc:docMk/>
          <pc:sldMk cId="723396954" sldId="2145709210"/>
        </pc:sldMkLst>
      </pc:sldChg>
      <pc:sldChg chg="del">
        <pc:chgData name="Ashwani Mishra" userId="15d57bc9-d3a4-4ee8-885b-38ce2f0c857c" providerId="ADAL" clId="{DF6BBA32-F192-456A-9BA1-2C33B12DD5EB}" dt="2025-03-05T09:45:53.355" v="1103" actId="47"/>
        <pc:sldMkLst>
          <pc:docMk/>
          <pc:sldMk cId="0" sldId="2145709211"/>
        </pc:sldMkLst>
      </pc:sldChg>
      <pc:sldChg chg="del">
        <pc:chgData name="Ashwani Mishra" userId="15d57bc9-d3a4-4ee8-885b-38ce2f0c857c" providerId="ADAL" clId="{DF6BBA32-F192-456A-9BA1-2C33B12DD5EB}" dt="2025-03-05T09:46:24.312" v="1123" actId="47"/>
        <pc:sldMkLst>
          <pc:docMk/>
          <pc:sldMk cId="2611867153" sldId="2145709212"/>
        </pc:sldMkLst>
      </pc:sldChg>
      <pc:sldChg chg="del">
        <pc:chgData name="Ashwani Mishra" userId="15d57bc9-d3a4-4ee8-885b-38ce2f0c857c" providerId="ADAL" clId="{DF6BBA32-F192-456A-9BA1-2C33B12DD5EB}" dt="2025-03-05T09:46:25.481" v="1129" actId="47"/>
        <pc:sldMkLst>
          <pc:docMk/>
          <pc:sldMk cId="41955555" sldId="2145709213"/>
        </pc:sldMkLst>
      </pc:sldChg>
      <pc:sldChg chg="del">
        <pc:chgData name="Ashwani Mishra" userId="15d57bc9-d3a4-4ee8-885b-38ce2f0c857c" providerId="ADAL" clId="{DF6BBA32-F192-456A-9BA1-2C33B12DD5EB}" dt="2025-03-05T09:46:48.379" v="1149" actId="47"/>
        <pc:sldMkLst>
          <pc:docMk/>
          <pc:sldMk cId="1573293131" sldId="2145709214"/>
        </pc:sldMkLst>
      </pc:sldChg>
      <pc:sldChg chg="del">
        <pc:chgData name="Ashwani Mishra" userId="15d57bc9-d3a4-4ee8-885b-38ce2f0c857c" providerId="ADAL" clId="{DF6BBA32-F192-456A-9BA1-2C33B12DD5EB}" dt="2025-03-05T09:46:49.316" v="1150" actId="47"/>
        <pc:sldMkLst>
          <pc:docMk/>
          <pc:sldMk cId="2679415752" sldId="2145709216"/>
        </pc:sldMkLst>
      </pc:sldChg>
      <pc:sldChg chg="del">
        <pc:chgData name="Ashwani Mishra" userId="15d57bc9-d3a4-4ee8-885b-38ce2f0c857c" providerId="ADAL" clId="{DF6BBA32-F192-456A-9BA1-2C33B12DD5EB}" dt="2025-03-05T09:46:46.442" v="1146" actId="47"/>
        <pc:sldMkLst>
          <pc:docMk/>
          <pc:sldMk cId="174091374" sldId="2145709217"/>
        </pc:sldMkLst>
      </pc:sldChg>
      <pc:sldChg chg="del">
        <pc:chgData name="Ashwani Mishra" userId="15d57bc9-d3a4-4ee8-885b-38ce2f0c857c" providerId="ADAL" clId="{DF6BBA32-F192-456A-9BA1-2C33B12DD5EB}" dt="2025-03-05T09:46:47.273" v="1147" actId="47"/>
        <pc:sldMkLst>
          <pc:docMk/>
          <pc:sldMk cId="1989515576" sldId="2145709218"/>
        </pc:sldMkLst>
      </pc:sldChg>
      <pc:sldChg chg="del">
        <pc:chgData name="Ashwani Mishra" userId="15d57bc9-d3a4-4ee8-885b-38ce2f0c857c" providerId="ADAL" clId="{DF6BBA32-F192-456A-9BA1-2C33B12DD5EB}" dt="2025-03-06T05:08:15.362" v="1322" actId="47"/>
        <pc:sldMkLst>
          <pc:docMk/>
          <pc:sldMk cId="2882579402" sldId="2145709222"/>
        </pc:sldMkLst>
      </pc:sldChg>
      <pc:sldChg chg="del">
        <pc:chgData name="Ashwani Mishra" userId="15d57bc9-d3a4-4ee8-885b-38ce2f0c857c" providerId="ADAL" clId="{DF6BBA32-F192-456A-9BA1-2C33B12DD5EB}" dt="2025-03-05T09:47:14.772" v="1177" actId="47"/>
        <pc:sldMkLst>
          <pc:docMk/>
          <pc:sldMk cId="938535941" sldId="2145709223"/>
        </pc:sldMkLst>
      </pc:sldChg>
      <pc:sldChg chg="del">
        <pc:chgData name="Ashwani Mishra" userId="15d57bc9-d3a4-4ee8-885b-38ce2f0c857c" providerId="ADAL" clId="{DF6BBA32-F192-456A-9BA1-2C33B12DD5EB}" dt="2025-03-06T05:08:15.362" v="1322" actId="47"/>
        <pc:sldMkLst>
          <pc:docMk/>
          <pc:sldMk cId="2993260989" sldId="2145709224"/>
        </pc:sldMkLst>
      </pc:sldChg>
      <pc:sldChg chg="del">
        <pc:chgData name="Ashwani Mishra" userId="15d57bc9-d3a4-4ee8-885b-38ce2f0c857c" providerId="ADAL" clId="{DF6BBA32-F192-456A-9BA1-2C33B12DD5EB}" dt="2025-03-06T05:08:15.362" v="1322" actId="47"/>
        <pc:sldMkLst>
          <pc:docMk/>
          <pc:sldMk cId="3660305007" sldId="2145709229"/>
        </pc:sldMkLst>
      </pc:sldChg>
      <pc:sldChg chg="del">
        <pc:chgData name="Ashwani Mishra" userId="15d57bc9-d3a4-4ee8-885b-38ce2f0c857c" providerId="ADAL" clId="{DF6BBA32-F192-456A-9BA1-2C33B12DD5EB}" dt="2025-03-06T05:08:15.362" v="1322" actId="47"/>
        <pc:sldMkLst>
          <pc:docMk/>
          <pc:sldMk cId="1650825569" sldId="2145709230"/>
        </pc:sldMkLst>
      </pc:sldChg>
      <pc:sldChg chg="del">
        <pc:chgData name="Ashwani Mishra" userId="15d57bc9-d3a4-4ee8-885b-38ce2f0c857c" providerId="ADAL" clId="{DF6BBA32-F192-456A-9BA1-2C33B12DD5EB}" dt="2025-03-05T09:45:40.727" v="1096" actId="47"/>
        <pc:sldMkLst>
          <pc:docMk/>
          <pc:sldMk cId="1805333659" sldId="2145709231"/>
        </pc:sldMkLst>
      </pc:sldChg>
      <pc:sldChg chg="del">
        <pc:chgData name="Ashwani Mishra" userId="15d57bc9-d3a4-4ee8-885b-38ce2f0c857c" providerId="ADAL" clId="{DF6BBA32-F192-456A-9BA1-2C33B12DD5EB}" dt="2025-03-06T05:08:15.362" v="1322" actId="47"/>
        <pc:sldMkLst>
          <pc:docMk/>
          <pc:sldMk cId="2106846554" sldId="2145709232"/>
        </pc:sldMkLst>
      </pc:sldChg>
      <pc:sldChg chg="del">
        <pc:chgData name="Ashwani Mishra" userId="15d57bc9-d3a4-4ee8-885b-38ce2f0c857c" providerId="ADAL" clId="{DF6BBA32-F192-456A-9BA1-2C33B12DD5EB}" dt="2025-03-05T09:45:41.309" v="1097" actId="47"/>
        <pc:sldMkLst>
          <pc:docMk/>
          <pc:sldMk cId="2222670766" sldId="2145709234"/>
        </pc:sldMkLst>
      </pc:sldChg>
      <pc:sldChg chg="del">
        <pc:chgData name="Ashwani Mishra" userId="15d57bc9-d3a4-4ee8-885b-38ce2f0c857c" providerId="ADAL" clId="{DF6BBA32-F192-456A-9BA1-2C33B12DD5EB}" dt="2025-03-05T09:45:41.937" v="1098" actId="47"/>
        <pc:sldMkLst>
          <pc:docMk/>
          <pc:sldMk cId="3048719488" sldId="2145709235"/>
        </pc:sldMkLst>
      </pc:sldChg>
      <pc:sldChg chg="del">
        <pc:chgData name="Ashwani Mishra" userId="15d57bc9-d3a4-4ee8-885b-38ce2f0c857c" providerId="ADAL" clId="{DF6BBA32-F192-456A-9BA1-2C33B12DD5EB}" dt="2025-03-06T05:08:15.362" v="1322" actId="47"/>
        <pc:sldMkLst>
          <pc:docMk/>
          <pc:sldMk cId="2912954689" sldId="2145709236"/>
        </pc:sldMkLst>
      </pc:sldChg>
      <pc:sldChg chg="del">
        <pc:chgData name="Ashwani Mishra" userId="15d57bc9-d3a4-4ee8-885b-38ce2f0c857c" providerId="ADAL" clId="{DF6BBA32-F192-456A-9BA1-2C33B12DD5EB}" dt="2025-03-06T05:08:15.362" v="1322" actId="47"/>
        <pc:sldMkLst>
          <pc:docMk/>
          <pc:sldMk cId="3951430112" sldId="2145709237"/>
        </pc:sldMkLst>
      </pc:sldChg>
      <pc:sldChg chg="del">
        <pc:chgData name="Ashwani Mishra" userId="15d57bc9-d3a4-4ee8-885b-38ce2f0c857c" providerId="ADAL" clId="{DF6BBA32-F192-456A-9BA1-2C33B12DD5EB}" dt="2025-03-06T05:08:15.362" v="1322" actId="47"/>
        <pc:sldMkLst>
          <pc:docMk/>
          <pc:sldMk cId="3197901299" sldId="2145709238"/>
        </pc:sldMkLst>
      </pc:sldChg>
      <pc:sldChg chg="del">
        <pc:chgData name="Ashwani Mishra" userId="15d57bc9-d3a4-4ee8-885b-38ce2f0c857c" providerId="ADAL" clId="{DF6BBA32-F192-456A-9BA1-2C33B12DD5EB}" dt="2025-03-05T09:46:47.847" v="1148" actId="47"/>
        <pc:sldMkLst>
          <pc:docMk/>
          <pc:sldMk cId="793196934" sldId="2147376141"/>
        </pc:sldMkLst>
      </pc:sldChg>
      <pc:sldChg chg="del">
        <pc:chgData name="Ashwani Mishra" userId="15d57bc9-d3a4-4ee8-885b-38ce2f0c857c" providerId="ADAL" clId="{DF6BBA32-F192-456A-9BA1-2C33B12DD5EB}" dt="2025-03-06T05:08:15.362" v="1322" actId="47"/>
        <pc:sldMkLst>
          <pc:docMk/>
          <pc:sldMk cId="1896298845" sldId="2147376142"/>
        </pc:sldMkLst>
      </pc:sldChg>
      <pc:sldChg chg="add del">
        <pc:chgData name="Ashwani Mishra" userId="15d57bc9-d3a4-4ee8-885b-38ce2f0c857c" providerId="ADAL" clId="{DF6BBA32-F192-456A-9BA1-2C33B12DD5EB}" dt="2025-03-06T05:08:15.362" v="1322" actId="47"/>
        <pc:sldMkLst>
          <pc:docMk/>
          <pc:sldMk cId="1949651568" sldId="2147376143"/>
        </pc:sldMkLst>
      </pc:sldChg>
      <pc:sldChg chg="del">
        <pc:chgData name="Ashwani Mishra" userId="15d57bc9-d3a4-4ee8-885b-38ce2f0c857c" providerId="ADAL" clId="{DF6BBA32-F192-456A-9BA1-2C33B12DD5EB}" dt="2025-03-05T09:46:57.704" v="1154" actId="47"/>
        <pc:sldMkLst>
          <pc:docMk/>
          <pc:sldMk cId="987636983" sldId="2147376145"/>
        </pc:sldMkLst>
      </pc:sldChg>
      <pc:sldChg chg="del">
        <pc:chgData name="Ashwani Mishra" userId="15d57bc9-d3a4-4ee8-885b-38ce2f0c857c" providerId="ADAL" clId="{DF6BBA32-F192-456A-9BA1-2C33B12DD5EB}" dt="2025-03-05T09:47:00.305" v="1156" actId="47"/>
        <pc:sldMkLst>
          <pc:docMk/>
          <pc:sldMk cId="2347247811" sldId="2147376146"/>
        </pc:sldMkLst>
      </pc:sldChg>
      <pc:sldChg chg="del">
        <pc:chgData name="Ashwani Mishra" userId="15d57bc9-d3a4-4ee8-885b-38ce2f0c857c" providerId="ADAL" clId="{DF6BBA32-F192-456A-9BA1-2C33B12DD5EB}" dt="2025-03-05T08:50:08.885" v="22" actId="47"/>
        <pc:sldMkLst>
          <pc:docMk/>
          <pc:sldMk cId="3709877784" sldId="2147376147"/>
        </pc:sldMkLst>
      </pc:sldChg>
      <pc:sldChg chg="del">
        <pc:chgData name="Ashwani Mishra" userId="15d57bc9-d3a4-4ee8-885b-38ce2f0c857c" providerId="ADAL" clId="{DF6BBA32-F192-456A-9BA1-2C33B12DD5EB}" dt="2025-03-05T09:47:09.902" v="1169" actId="47"/>
        <pc:sldMkLst>
          <pc:docMk/>
          <pc:sldMk cId="3507719620" sldId="2147376148"/>
        </pc:sldMkLst>
      </pc:sldChg>
      <pc:sldChg chg="del">
        <pc:chgData name="Ashwani Mishra" userId="15d57bc9-d3a4-4ee8-885b-38ce2f0c857c" providerId="ADAL" clId="{DF6BBA32-F192-456A-9BA1-2C33B12DD5EB}" dt="2025-03-05T09:47:10.440" v="1170" actId="47"/>
        <pc:sldMkLst>
          <pc:docMk/>
          <pc:sldMk cId="1179812339" sldId="2147376149"/>
        </pc:sldMkLst>
      </pc:sldChg>
      <pc:sldChg chg="del">
        <pc:chgData name="Ashwani Mishra" userId="15d57bc9-d3a4-4ee8-885b-38ce2f0c857c" providerId="ADAL" clId="{DF6BBA32-F192-456A-9BA1-2C33B12DD5EB}" dt="2025-03-05T09:47:11.023" v="1171" actId="47"/>
        <pc:sldMkLst>
          <pc:docMk/>
          <pc:sldMk cId="2241610559" sldId="2147376150"/>
        </pc:sldMkLst>
      </pc:sldChg>
      <pc:sldChg chg="del">
        <pc:chgData name="Ashwani Mishra" userId="15d57bc9-d3a4-4ee8-885b-38ce2f0c857c" providerId="ADAL" clId="{DF6BBA32-F192-456A-9BA1-2C33B12DD5EB}" dt="2025-03-05T09:47:11.835" v="1172" actId="47"/>
        <pc:sldMkLst>
          <pc:docMk/>
          <pc:sldMk cId="3912905512" sldId="2147376151"/>
        </pc:sldMkLst>
      </pc:sldChg>
      <pc:sldChg chg="del">
        <pc:chgData name="Ashwani Mishra" userId="15d57bc9-d3a4-4ee8-885b-38ce2f0c857c" providerId="ADAL" clId="{DF6BBA32-F192-456A-9BA1-2C33B12DD5EB}" dt="2025-03-05T09:47:12.452" v="1173" actId="47"/>
        <pc:sldMkLst>
          <pc:docMk/>
          <pc:sldMk cId="2177608152" sldId="2147376152"/>
        </pc:sldMkLst>
      </pc:sldChg>
      <pc:sldChg chg="del">
        <pc:chgData name="Ashwani Mishra" userId="15d57bc9-d3a4-4ee8-885b-38ce2f0c857c" providerId="ADAL" clId="{DF6BBA32-F192-456A-9BA1-2C33B12DD5EB}" dt="2025-03-05T09:47:13.027" v="1174" actId="47"/>
        <pc:sldMkLst>
          <pc:docMk/>
          <pc:sldMk cId="4185833469" sldId="2147376153"/>
        </pc:sldMkLst>
      </pc:sldChg>
      <pc:sldChg chg="del">
        <pc:chgData name="Ashwani Mishra" userId="15d57bc9-d3a4-4ee8-885b-38ce2f0c857c" providerId="ADAL" clId="{DF6BBA32-F192-456A-9BA1-2C33B12DD5EB}" dt="2025-03-05T09:47:13.496" v="1175" actId="47"/>
        <pc:sldMkLst>
          <pc:docMk/>
          <pc:sldMk cId="721058716" sldId="2147376154"/>
        </pc:sldMkLst>
      </pc:sldChg>
      <pc:sldChg chg="modSp mod">
        <pc:chgData name="Ashwani Mishra" userId="15d57bc9-d3a4-4ee8-885b-38ce2f0c857c" providerId="ADAL" clId="{DF6BBA32-F192-456A-9BA1-2C33B12DD5EB}" dt="2025-03-05T09:53:27.522" v="1185" actId="255"/>
        <pc:sldMkLst>
          <pc:docMk/>
          <pc:sldMk cId="1500137299" sldId="2147376156"/>
        </pc:sldMkLst>
      </pc:sldChg>
      <pc:sldChg chg="del">
        <pc:chgData name="Ashwani Mishra" userId="15d57bc9-d3a4-4ee8-885b-38ce2f0c857c" providerId="ADAL" clId="{DF6BBA32-F192-456A-9BA1-2C33B12DD5EB}" dt="2025-03-05T09:46:42.766" v="1144" actId="47"/>
        <pc:sldMkLst>
          <pc:docMk/>
          <pc:sldMk cId="2185870475" sldId="2147376157"/>
        </pc:sldMkLst>
      </pc:sldChg>
      <pc:sldChg chg="del">
        <pc:chgData name="Ashwani Mishra" userId="15d57bc9-d3a4-4ee8-885b-38ce2f0c857c" providerId="ADAL" clId="{DF6BBA32-F192-456A-9BA1-2C33B12DD5EB}" dt="2025-03-05T09:46:42.250" v="1143" actId="47"/>
        <pc:sldMkLst>
          <pc:docMk/>
          <pc:sldMk cId="1479747691" sldId="2147376158"/>
        </pc:sldMkLst>
      </pc:sldChg>
      <pc:sldChg chg="del">
        <pc:chgData name="Ashwani Mishra" userId="15d57bc9-d3a4-4ee8-885b-38ce2f0c857c" providerId="ADAL" clId="{DF6BBA32-F192-456A-9BA1-2C33B12DD5EB}" dt="2025-03-05T09:46:26.268" v="1133" actId="47"/>
        <pc:sldMkLst>
          <pc:docMk/>
          <pc:sldMk cId="2822637573" sldId="2147376159"/>
        </pc:sldMkLst>
      </pc:sldChg>
      <pc:sldChg chg="del">
        <pc:chgData name="Ashwani Mishra" userId="15d57bc9-d3a4-4ee8-885b-38ce2f0c857c" providerId="ADAL" clId="{DF6BBA32-F192-456A-9BA1-2C33B12DD5EB}" dt="2025-03-05T08:50:00.214" v="21" actId="47"/>
        <pc:sldMkLst>
          <pc:docMk/>
          <pc:sldMk cId="433682352" sldId="2147376160"/>
        </pc:sldMkLst>
      </pc:sldChg>
      <pc:sldChg chg="del">
        <pc:chgData name="Ashwani Mishra" userId="15d57bc9-d3a4-4ee8-885b-38ce2f0c857c" providerId="ADAL" clId="{DF6BBA32-F192-456A-9BA1-2C33B12DD5EB}" dt="2025-03-05T09:47:14.240" v="1176" actId="47"/>
        <pc:sldMkLst>
          <pc:docMk/>
          <pc:sldMk cId="2032984443" sldId="2147376161"/>
        </pc:sldMkLst>
      </pc:sldChg>
      <pc:sldChg chg="del">
        <pc:chgData name="Ashwani Mishra" userId="15d57bc9-d3a4-4ee8-885b-38ce2f0c857c" providerId="ADAL" clId="{DF6BBA32-F192-456A-9BA1-2C33B12DD5EB}" dt="2025-03-05T09:47:15.308" v="1178" actId="47"/>
        <pc:sldMkLst>
          <pc:docMk/>
          <pc:sldMk cId="3763892721" sldId="2147376162"/>
        </pc:sldMkLst>
      </pc:sldChg>
      <pc:sldChg chg="addSp delSp modSp add del mod">
        <pc:chgData name="Ashwani Mishra" userId="15d57bc9-d3a4-4ee8-885b-38ce2f0c857c" providerId="ADAL" clId="{DF6BBA32-F192-456A-9BA1-2C33B12DD5EB}" dt="2025-03-05T10:01:21.763" v="1215" actId="20577"/>
        <pc:sldMkLst>
          <pc:docMk/>
          <pc:sldMk cId="2841593980" sldId="2147376426"/>
        </pc:sldMkLst>
      </pc:sldChg>
      <pc:sldChg chg="addSp delSp modSp add del mod">
        <pc:chgData name="Ashwani Mishra" userId="15d57bc9-d3a4-4ee8-885b-38ce2f0c857c" providerId="ADAL" clId="{DF6BBA32-F192-456A-9BA1-2C33B12DD5EB}" dt="2025-03-05T10:01:41.843" v="1244" actId="20577"/>
        <pc:sldMkLst>
          <pc:docMk/>
          <pc:sldMk cId="2656991403" sldId="2147376427"/>
        </pc:sldMkLst>
      </pc:sldChg>
      <pc:sldChg chg="del">
        <pc:chgData name="Ashwani Mishra" userId="15d57bc9-d3a4-4ee8-885b-38ce2f0c857c" providerId="ADAL" clId="{DF6BBA32-F192-456A-9BA1-2C33B12DD5EB}" dt="2025-03-05T09:45:39.007" v="1095" actId="47"/>
        <pc:sldMkLst>
          <pc:docMk/>
          <pc:sldMk cId="3608601964" sldId="2147376470"/>
        </pc:sldMkLst>
      </pc:sldChg>
      <pc:sldChg chg="del">
        <pc:chgData name="Ashwani Mishra" userId="15d57bc9-d3a4-4ee8-885b-38ce2f0c857c" providerId="ADAL" clId="{DF6BBA32-F192-456A-9BA1-2C33B12DD5EB}" dt="2025-03-05T09:45:23.218" v="1091" actId="47"/>
        <pc:sldMkLst>
          <pc:docMk/>
          <pc:sldMk cId="1411544291" sldId="2147376471"/>
        </pc:sldMkLst>
      </pc:sldChg>
      <pc:sldChg chg="del">
        <pc:chgData name="Ashwani Mishra" userId="15d57bc9-d3a4-4ee8-885b-38ce2f0c857c" providerId="ADAL" clId="{DF6BBA32-F192-456A-9BA1-2C33B12DD5EB}" dt="2025-03-05T09:45:27.895" v="1092" actId="47"/>
        <pc:sldMkLst>
          <pc:docMk/>
          <pc:sldMk cId="3750506967" sldId="2147376477"/>
        </pc:sldMkLst>
      </pc:sldChg>
      <pc:sldChg chg="del">
        <pc:chgData name="Ashwani Mishra" userId="15d57bc9-d3a4-4ee8-885b-38ce2f0c857c" providerId="ADAL" clId="{DF6BBA32-F192-456A-9BA1-2C33B12DD5EB}" dt="2025-03-05T09:47:17.718" v="1179" actId="47"/>
        <pc:sldMkLst>
          <pc:docMk/>
          <pc:sldMk cId="1971803690" sldId="2147376478"/>
        </pc:sldMkLst>
      </pc:sldChg>
      <pc:sldChg chg="modSp mod">
        <pc:chgData name="Ashwani Mishra" userId="15d57bc9-d3a4-4ee8-885b-38ce2f0c857c" providerId="ADAL" clId="{DF6BBA32-F192-456A-9BA1-2C33B12DD5EB}" dt="2025-03-05T12:59:30.186" v="1321" actId="20577"/>
        <pc:sldMkLst>
          <pc:docMk/>
          <pc:sldMk cId="3576340285" sldId="2147376479"/>
        </pc:sldMkLst>
      </pc:sldChg>
      <pc:sldChg chg="delSp modSp add del mod">
        <pc:chgData name="Ashwani Mishra" userId="15d57bc9-d3a4-4ee8-885b-38ce2f0c857c" providerId="ADAL" clId="{DF6BBA32-F192-456A-9BA1-2C33B12DD5EB}" dt="2025-03-05T09:47:57.318" v="1183" actId="2696"/>
        <pc:sldMkLst>
          <pc:docMk/>
          <pc:sldMk cId="1269065301" sldId="2147376480"/>
        </pc:sldMkLst>
      </pc:sldChg>
      <pc:sldChg chg="modSp add mod">
        <pc:chgData name="Ashwani Mishra" userId="15d57bc9-d3a4-4ee8-885b-38ce2f0c857c" providerId="ADAL" clId="{DF6BBA32-F192-456A-9BA1-2C33B12DD5EB}" dt="2025-03-05T10:00:46.185" v="1202" actId="20577"/>
        <pc:sldMkLst>
          <pc:docMk/>
          <pc:sldMk cId="3424460635" sldId="2147376480"/>
        </pc:sldMkLst>
      </pc:sldChg>
      <pc:sldChg chg="add">
        <pc:chgData name="Ashwani Mishra" userId="15d57bc9-d3a4-4ee8-885b-38ce2f0c857c" providerId="ADAL" clId="{DF6BBA32-F192-456A-9BA1-2C33B12DD5EB}" dt="2025-03-05T10:03:58.953" v="1275"/>
        <pc:sldMkLst>
          <pc:docMk/>
          <pc:sldMk cId="418202682" sldId="2147376615"/>
        </pc:sldMkLst>
      </pc:sldChg>
      <pc:sldChg chg="addSp delSp modSp add mod">
        <pc:chgData name="Ashwani Mishra" userId="15d57bc9-d3a4-4ee8-885b-38ce2f0c857c" providerId="ADAL" clId="{DF6BBA32-F192-456A-9BA1-2C33B12DD5EB}" dt="2025-03-05T08:52:08.062" v="35" actId="14100"/>
        <pc:sldMkLst>
          <pc:docMk/>
          <pc:sldMk cId="222882548" sldId="2147376618"/>
        </pc:sldMkLst>
      </pc:sldChg>
      <pc:sldChg chg="modSp add">
        <pc:chgData name="Ashwani Mishra" userId="15d57bc9-d3a4-4ee8-885b-38ce2f0c857c" providerId="ADAL" clId="{DF6BBA32-F192-456A-9BA1-2C33B12DD5EB}" dt="2025-03-05T08:52:48.901" v="37"/>
        <pc:sldMkLst>
          <pc:docMk/>
          <pc:sldMk cId="671220431" sldId="2147376622"/>
        </pc:sldMkLst>
      </pc:sldChg>
      <pc:sldChg chg="add">
        <pc:chgData name="Ashwani Mishra" userId="15d57bc9-d3a4-4ee8-885b-38ce2f0c857c" providerId="ADAL" clId="{DF6BBA32-F192-456A-9BA1-2C33B12DD5EB}" dt="2025-03-05T08:50:31.367" v="23"/>
        <pc:sldMkLst>
          <pc:docMk/>
          <pc:sldMk cId="3839465103" sldId="2147376636"/>
        </pc:sldMkLst>
      </pc:sldChg>
      <pc:sldChg chg="add">
        <pc:chgData name="Ashwani Mishra" userId="15d57bc9-d3a4-4ee8-885b-38ce2f0c857c" providerId="ADAL" clId="{DF6BBA32-F192-456A-9BA1-2C33B12DD5EB}" dt="2025-03-05T08:50:31.367" v="23"/>
        <pc:sldMkLst>
          <pc:docMk/>
          <pc:sldMk cId="573594142" sldId="2147376639"/>
        </pc:sldMkLst>
      </pc:sldChg>
      <pc:sldChg chg="add">
        <pc:chgData name="Ashwani Mishra" userId="15d57bc9-d3a4-4ee8-885b-38ce2f0c857c" providerId="ADAL" clId="{DF6BBA32-F192-456A-9BA1-2C33B12DD5EB}" dt="2025-03-05T08:53:06.078" v="38"/>
        <pc:sldMkLst>
          <pc:docMk/>
          <pc:sldMk cId="3904791787" sldId="2147376640"/>
        </pc:sldMkLst>
      </pc:sldChg>
      <pc:sldChg chg="add">
        <pc:chgData name="Ashwani Mishra" userId="15d57bc9-d3a4-4ee8-885b-38ce2f0c857c" providerId="ADAL" clId="{DF6BBA32-F192-456A-9BA1-2C33B12DD5EB}" dt="2025-03-05T08:50:31.367" v="23"/>
        <pc:sldMkLst>
          <pc:docMk/>
          <pc:sldMk cId="65857030" sldId="2147376655"/>
        </pc:sldMkLst>
      </pc:sldChg>
      <pc:sldChg chg="add del">
        <pc:chgData name="Ashwani Mishra" userId="15d57bc9-d3a4-4ee8-885b-38ce2f0c857c" providerId="ADAL" clId="{DF6BBA32-F192-456A-9BA1-2C33B12DD5EB}" dt="2025-03-05T08:53:07.662" v="39" actId="47"/>
        <pc:sldMkLst>
          <pc:docMk/>
          <pc:sldMk cId="4284589628" sldId="2147376656"/>
        </pc:sldMkLst>
      </pc:sldChg>
      <pc:sldChg chg="add del">
        <pc:chgData name="Ashwani Mishra" userId="15d57bc9-d3a4-4ee8-885b-38ce2f0c857c" providerId="ADAL" clId="{DF6BBA32-F192-456A-9BA1-2C33B12DD5EB}" dt="2025-03-05T09:37:27.241" v="785" actId="47"/>
        <pc:sldMkLst>
          <pc:docMk/>
          <pc:sldMk cId="2653877397" sldId="2147376657"/>
        </pc:sldMkLst>
      </pc:sldChg>
      <pc:sldChg chg="add">
        <pc:chgData name="Ashwani Mishra" userId="15d57bc9-d3a4-4ee8-885b-38ce2f0c857c" providerId="ADAL" clId="{DF6BBA32-F192-456A-9BA1-2C33B12DD5EB}" dt="2025-03-05T08:53:14.457" v="40"/>
        <pc:sldMkLst>
          <pc:docMk/>
          <pc:sldMk cId="2832218767" sldId="2147376696"/>
        </pc:sldMkLst>
      </pc:sldChg>
      <pc:sldChg chg="modSp add mod">
        <pc:chgData name="Ashwani Mishra" userId="15d57bc9-d3a4-4ee8-885b-38ce2f0c857c" providerId="ADAL" clId="{DF6BBA32-F192-456A-9BA1-2C33B12DD5EB}" dt="2025-03-05T08:54:03.820" v="57" actId="20577"/>
        <pc:sldMkLst>
          <pc:docMk/>
          <pc:sldMk cId="3697540684" sldId="2147376697"/>
        </pc:sldMkLst>
      </pc:sldChg>
      <pc:sldChg chg="modSp add mod">
        <pc:chgData name="Ashwani Mishra" userId="15d57bc9-d3a4-4ee8-885b-38ce2f0c857c" providerId="ADAL" clId="{DF6BBA32-F192-456A-9BA1-2C33B12DD5EB}" dt="2025-03-05T10:01:33.505" v="1231" actId="20577"/>
        <pc:sldMkLst>
          <pc:docMk/>
          <pc:sldMk cId="72037711" sldId="2147376698"/>
        </pc:sldMkLst>
      </pc:sldChg>
      <pc:sldChg chg="addSp delSp modSp add del mod">
        <pc:chgData name="Ashwani Mishra" userId="15d57bc9-d3a4-4ee8-885b-38ce2f0c857c" providerId="ADAL" clId="{DF6BBA32-F192-456A-9BA1-2C33B12DD5EB}" dt="2025-03-05T09:47:57.318" v="1183" actId="2696"/>
        <pc:sldMkLst>
          <pc:docMk/>
          <pc:sldMk cId="2260054825" sldId="2147376698"/>
        </pc:sldMkLst>
      </pc:sldChg>
      <pc:sldChg chg="add del">
        <pc:chgData name="Ashwani Mishra" userId="15d57bc9-d3a4-4ee8-885b-38ce2f0c857c" providerId="ADAL" clId="{DF6BBA32-F192-456A-9BA1-2C33B12DD5EB}" dt="2025-03-05T09:44:23.725" v="1040" actId="47"/>
        <pc:sldMkLst>
          <pc:docMk/>
          <pc:sldMk cId="3480841973" sldId="2147376699"/>
        </pc:sldMkLst>
      </pc:sldChg>
      <pc:sldChg chg="modSp add mod">
        <pc:chgData name="Ashwani Mishra" userId="15d57bc9-d3a4-4ee8-885b-38ce2f0c857c" providerId="ADAL" clId="{DF6BBA32-F192-456A-9BA1-2C33B12DD5EB}" dt="2025-03-05T10:02:02.281" v="1274" actId="6549"/>
        <pc:sldMkLst>
          <pc:docMk/>
          <pc:sldMk cId="4010021905" sldId="2147376700"/>
        </pc:sldMkLst>
      </pc:sldChg>
      <pc:sldChg chg="addSp delSp modSp add mod">
        <pc:chgData name="Ashwani Mishra" userId="15d57bc9-d3a4-4ee8-885b-38ce2f0c857c" providerId="ADAL" clId="{DF6BBA32-F192-456A-9BA1-2C33B12DD5EB}" dt="2025-03-06T05:46:00.709" v="1378" actId="20577"/>
        <pc:sldMkLst>
          <pc:docMk/>
          <pc:sldMk cId="3433070542" sldId="2147376701"/>
        </pc:sldMkLst>
      </pc:sldChg>
      <pc:sldChg chg="modSp add mod">
        <pc:chgData name="Ashwani Mishra" userId="15d57bc9-d3a4-4ee8-885b-38ce2f0c857c" providerId="ADAL" clId="{DF6BBA32-F192-456A-9BA1-2C33B12DD5EB}" dt="2025-03-06T05:46:07.809" v="1380" actId="20577"/>
        <pc:sldMkLst>
          <pc:docMk/>
          <pc:sldMk cId="2495040766" sldId="2147376702"/>
        </pc:sldMkLst>
      </pc:sldChg>
      <pc:sldChg chg="modSp add mod">
        <pc:chgData name="Ashwani Mishra" userId="15d57bc9-d3a4-4ee8-885b-38ce2f0c857c" providerId="ADAL" clId="{DF6BBA32-F192-456A-9BA1-2C33B12DD5EB}" dt="2025-03-06T05:46:13.008" v="1382" actId="20577"/>
        <pc:sldMkLst>
          <pc:docMk/>
          <pc:sldMk cId="3660011275" sldId="2147376703"/>
        </pc:sldMkLst>
      </pc:sldChg>
      <pc:sldChg chg="modSp add mod">
        <pc:chgData name="Ashwani Mishra" userId="15d57bc9-d3a4-4ee8-885b-38ce2f0c857c" providerId="ADAL" clId="{DF6BBA32-F192-456A-9BA1-2C33B12DD5EB}" dt="2025-03-06T05:46:18.750" v="1384" actId="20577"/>
        <pc:sldMkLst>
          <pc:docMk/>
          <pc:sldMk cId="3556828421" sldId="2147376704"/>
        </pc:sldMkLst>
      </pc:sldChg>
      <pc:sldChg chg="modSp add mod">
        <pc:chgData name="Ashwani Mishra" userId="15d57bc9-d3a4-4ee8-885b-38ce2f0c857c" providerId="ADAL" clId="{DF6BBA32-F192-456A-9BA1-2C33B12DD5EB}" dt="2025-03-06T05:46:53.893" v="1403" actId="113"/>
        <pc:sldMkLst>
          <pc:docMk/>
          <pc:sldMk cId="1020428610" sldId="2147376705"/>
        </pc:sldMkLst>
      </pc:sldChg>
      <pc:sldChg chg="modSp add mod">
        <pc:chgData name="Ashwani Mishra" userId="15d57bc9-d3a4-4ee8-885b-38ce2f0c857c" providerId="ADAL" clId="{DF6BBA32-F192-456A-9BA1-2C33B12DD5EB}" dt="2025-03-06T06:12:18.460" v="1495" actId="20577"/>
        <pc:sldMkLst>
          <pc:docMk/>
          <pc:sldMk cId="2634282041" sldId="2147376706"/>
        </pc:sldMkLst>
      </pc:sldChg>
      <pc:sldChg chg="modSp add mod">
        <pc:chgData name="Ashwani Mishra" userId="15d57bc9-d3a4-4ee8-885b-38ce2f0c857c" providerId="ADAL" clId="{DF6BBA32-F192-456A-9BA1-2C33B12DD5EB}" dt="2025-03-06T06:19:31.243" v="1564" actId="20577"/>
        <pc:sldMkLst>
          <pc:docMk/>
          <pc:sldMk cId="2751895764" sldId="2147376707"/>
        </pc:sldMkLst>
      </pc:sldChg>
      <pc:sldChg chg="modSp add mod">
        <pc:chgData name="Ashwani Mishra" userId="15d57bc9-d3a4-4ee8-885b-38ce2f0c857c" providerId="ADAL" clId="{DF6BBA32-F192-456A-9BA1-2C33B12DD5EB}" dt="2025-03-06T06:19:35.077" v="1566" actId="20577"/>
        <pc:sldMkLst>
          <pc:docMk/>
          <pc:sldMk cId="1109104479" sldId="2147376708"/>
        </pc:sldMkLst>
      </pc:sldChg>
      <pc:sldChg chg="modSp add mod">
        <pc:chgData name="Ashwani Mishra" userId="15d57bc9-d3a4-4ee8-885b-38ce2f0c857c" providerId="ADAL" clId="{DF6BBA32-F192-456A-9BA1-2C33B12DD5EB}" dt="2025-03-06T06:19:39.641" v="1568" actId="20577"/>
        <pc:sldMkLst>
          <pc:docMk/>
          <pc:sldMk cId="229778211" sldId="2147376709"/>
        </pc:sldMkLst>
      </pc:sldChg>
      <pc:sldChg chg="modSp add mod">
        <pc:chgData name="Ashwani Mishra" userId="15d57bc9-d3a4-4ee8-885b-38ce2f0c857c" providerId="ADAL" clId="{DF6BBA32-F192-456A-9BA1-2C33B12DD5EB}" dt="2025-03-06T06:21:58.626" v="1578" actId="14734"/>
        <pc:sldMkLst>
          <pc:docMk/>
          <pc:sldMk cId="935423711" sldId="2147376710"/>
        </pc:sldMkLst>
      </pc:sldChg>
      <pc:sldChg chg="modSp add mod">
        <pc:chgData name="Ashwani Mishra" userId="15d57bc9-d3a4-4ee8-885b-38ce2f0c857c" providerId="ADAL" clId="{DF6BBA32-F192-456A-9BA1-2C33B12DD5EB}" dt="2025-03-06T06:22:59.333" v="1593" actId="20577"/>
        <pc:sldMkLst>
          <pc:docMk/>
          <pc:sldMk cId="2481122760" sldId="2147376711"/>
        </pc:sldMkLst>
      </pc:sldChg>
      <pc:sldChg chg="modSp add mod">
        <pc:chgData name="Ashwani Mishra" userId="15d57bc9-d3a4-4ee8-885b-38ce2f0c857c" providerId="ADAL" clId="{DF6BBA32-F192-456A-9BA1-2C33B12DD5EB}" dt="2025-03-06T06:24:25.782" v="1612" actId="255"/>
        <pc:sldMkLst>
          <pc:docMk/>
          <pc:sldMk cId="1520781175" sldId="2147376712"/>
        </pc:sldMkLst>
      </pc:sldChg>
      <pc:sldChg chg="modSp add mod">
        <pc:chgData name="Ashwani Mishra" userId="15d57bc9-d3a4-4ee8-885b-38ce2f0c857c" providerId="ADAL" clId="{DF6BBA32-F192-456A-9BA1-2C33B12DD5EB}" dt="2025-03-06T06:25:22.066" v="1636" actId="2711"/>
        <pc:sldMkLst>
          <pc:docMk/>
          <pc:sldMk cId="1435304999" sldId="2147376713"/>
        </pc:sldMkLst>
      </pc:sldChg>
      <pc:sldChg chg="modSp add mod">
        <pc:chgData name="Ashwani Mishra" userId="15d57bc9-d3a4-4ee8-885b-38ce2f0c857c" providerId="ADAL" clId="{DF6BBA32-F192-456A-9BA1-2C33B12DD5EB}" dt="2025-03-06T06:26:09.669" v="1661" actId="14100"/>
        <pc:sldMkLst>
          <pc:docMk/>
          <pc:sldMk cId="2501579431" sldId="2147376714"/>
        </pc:sldMkLst>
      </pc:sldChg>
      <pc:sldChg chg="modSp add mod">
        <pc:chgData name="Ashwani Mishra" userId="15d57bc9-d3a4-4ee8-885b-38ce2f0c857c" providerId="ADAL" clId="{DF6BBA32-F192-456A-9BA1-2C33B12DD5EB}" dt="2025-03-06T06:28:01.654" v="1688" actId="14734"/>
        <pc:sldMkLst>
          <pc:docMk/>
          <pc:sldMk cId="664449989" sldId="2147376715"/>
        </pc:sldMkLst>
      </pc:sldChg>
      <pc:sldChg chg="modSp add mod">
        <pc:chgData name="Ashwani Mishra" userId="15d57bc9-d3a4-4ee8-885b-38ce2f0c857c" providerId="ADAL" clId="{DF6BBA32-F192-456A-9BA1-2C33B12DD5EB}" dt="2025-03-06T06:29:02.756" v="1713" actId="108"/>
        <pc:sldMkLst>
          <pc:docMk/>
          <pc:sldMk cId="2699178926" sldId="2147376716"/>
        </pc:sldMkLst>
      </pc:sldChg>
      <pc:sldChg chg="modSp add mod">
        <pc:chgData name="Ashwani Mishra" userId="15d57bc9-d3a4-4ee8-885b-38ce2f0c857c" providerId="ADAL" clId="{DF6BBA32-F192-456A-9BA1-2C33B12DD5EB}" dt="2025-03-06T06:29:53.839" v="1735" actId="255"/>
        <pc:sldMkLst>
          <pc:docMk/>
          <pc:sldMk cId="628253750" sldId="2147376717"/>
        </pc:sldMkLst>
      </pc:sldChg>
      <pc:sldChg chg="modSp add mod">
        <pc:chgData name="Ashwani Mishra" userId="15d57bc9-d3a4-4ee8-885b-38ce2f0c857c" providerId="ADAL" clId="{DF6BBA32-F192-456A-9BA1-2C33B12DD5EB}" dt="2025-03-06T06:35:35.024" v="1764" actId="255"/>
        <pc:sldMkLst>
          <pc:docMk/>
          <pc:sldMk cId="2807645824" sldId="2147376718"/>
        </pc:sldMkLst>
      </pc:sldChg>
      <pc:sldMasterChg chg="delSldLayout">
        <pc:chgData name="Ashwani Mishra" userId="15d57bc9-d3a4-4ee8-885b-38ce2f0c857c" providerId="ADAL" clId="{DF6BBA32-F192-456A-9BA1-2C33B12DD5EB}" dt="2025-03-05T09:47:01.533" v="1159" actId="47"/>
        <pc:sldMasterMkLst>
          <pc:docMk/>
          <pc:sldMasterMk cId="848123093" sldId="2147483648"/>
        </pc:sldMasterMkLst>
        <pc:sldLayoutChg chg="del">
          <pc:chgData name="Ashwani Mishra" userId="15d57bc9-d3a4-4ee8-885b-38ce2f0c857c" providerId="ADAL" clId="{DF6BBA32-F192-456A-9BA1-2C33B12DD5EB}" dt="2025-03-05T09:46:29.433" v="1140" actId="47"/>
          <pc:sldLayoutMkLst>
            <pc:docMk/>
            <pc:sldMasterMk cId="848123093" sldId="2147483648"/>
            <pc:sldLayoutMk cId="2763372129" sldId="2147483689"/>
          </pc:sldLayoutMkLst>
        </pc:sldLayoutChg>
        <pc:sldLayoutChg chg="del">
          <pc:chgData name="Ashwani Mishra" userId="15d57bc9-d3a4-4ee8-885b-38ce2f0c857c" providerId="ADAL" clId="{DF6BBA32-F192-456A-9BA1-2C33B12DD5EB}" dt="2025-03-05T09:47:01.533" v="1159" actId="47"/>
          <pc:sldLayoutMkLst>
            <pc:docMk/>
            <pc:sldMasterMk cId="848123093" sldId="2147483648"/>
            <pc:sldLayoutMk cId="3031791118" sldId="2147483690"/>
          </pc:sldLayoutMkLst>
        </pc:sldLayoutChg>
      </pc:sldMasterChg>
    </pc:docChg>
  </pc:docChgLst>
  <pc:docChgLst>
    <pc:chgData name="Ashwani Mishra" userId="15d57bc9-d3a4-4ee8-885b-38ce2f0c857c" providerId="ADAL" clId="{F1F2A71A-3BD1-48EF-B31F-D0FC364401D0}"/>
    <pc:docChg chg="custSel addSld delSld modSld sldOrd">
      <pc:chgData name="Ashwani Mishra" userId="15d57bc9-d3a4-4ee8-885b-38ce2f0c857c" providerId="ADAL" clId="{F1F2A71A-3BD1-48EF-B31F-D0FC364401D0}" dt="2025-09-17T04:51:34.505" v="178" actId="207"/>
      <pc:docMkLst>
        <pc:docMk/>
      </pc:docMkLst>
      <pc:sldChg chg="add">
        <pc:chgData name="Ashwani Mishra" userId="15d57bc9-d3a4-4ee8-885b-38ce2f0c857c" providerId="ADAL" clId="{F1F2A71A-3BD1-48EF-B31F-D0FC364401D0}" dt="2025-09-16T14:52:46.074" v="54"/>
        <pc:sldMkLst>
          <pc:docMk/>
          <pc:sldMk cId="887026810" sldId="256"/>
        </pc:sldMkLst>
      </pc:sldChg>
      <pc:sldChg chg="modSp mod">
        <pc:chgData name="Ashwani Mishra" userId="15d57bc9-d3a4-4ee8-885b-38ce2f0c857c" providerId="ADAL" clId="{F1F2A71A-3BD1-48EF-B31F-D0FC364401D0}" dt="2025-09-17T04:51:15.820" v="176" actId="115"/>
        <pc:sldMkLst>
          <pc:docMk/>
          <pc:sldMk cId="1281870220" sldId="6001"/>
        </pc:sldMkLst>
      </pc:sldChg>
      <pc:sldChg chg="add">
        <pc:chgData name="Ashwani Mishra" userId="15d57bc9-d3a4-4ee8-885b-38ce2f0c857c" providerId="ADAL" clId="{F1F2A71A-3BD1-48EF-B31F-D0FC364401D0}" dt="2025-09-16T14:58:04.483" v="67"/>
        <pc:sldMkLst>
          <pc:docMk/>
          <pc:sldMk cId="700912913" sldId="6246"/>
        </pc:sldMkLst>
      </pc:sldChg>
      <pc:sldChg chg="del">
        <pc:chgData name="Ashwani Mishra" userId="15d57bc9-d3a4-4ee8-885b-38ce2f0c857c" providerId="ADAL" clId="{F1F2A71A-3BD1-48EF-B31F-D0FC364401D0}" dt="2025-09-16T14:51:48.750" v="51" actId="47"/>
        <pc:sldMkLst>
          <pc:docMk/>
          <pc:sldMk cId="1500137299" sldId="2147376156"/>
        </pc:sldMkLst>
      </pc:sldChg>
      <pc:sldChg chg="del">
        <pc:chgData name="Ashwani Mishra" userId="15d57bc9-d3a4-4ee8-885b-38ce2f0c857c" providerId="ADAL" clId="{F1F2A71A-3BD1-48EF-B31F-D0FC364401D0}" dt="2025-09-16T14:52:03.942" v="53" actId="47"/>
        <pc:sldMkLst>
          <pc:docMk/>
          <pc:sldMk cId="3576340285" sldId="2147376479"/>
        </pc:sldMkLst>
      </pc:sldChg>
      <pc:sldChg chg="add">
        <pc:chgData name="Ashwani Mishra" userId="15d57bc9-d3a4-4ee8-885b-38ce2f0c857c" providerId="ADAL" clId="{F1F2A71A-3BD1-48EF-B31F-D0FC364401D0}" dt="2025-09-16T14:59:41.933" v="71"/>
        <pc:sldMkLst>
          <pc:docMk/>
          <pc:sldMk cId="3424460635" sldId="2147376480"/>
        </pc:sldMkLst>
      </pc:sldChg>
      <pc:sldChg chg="addSp delSp modSp add mod">
        <pc:chgData name="Ashwani Mishra" userId="15d57bc9-d3a4-4ee8-885b-38ce2f0c857c" providerId="ADAL" clId="{F1F2A71A-3BD1-48EF-B31F-D0FC364401D0}" dt="2025-09-16T15:17:26.885" v="98" actId="20577"/>
        <pc:sldMkLst>
          <pc:docMk/>
          <pc:sldMk cId="699841221" sldId="2147376549"/>
        </pc:sldMkLst>
        <pc:spChg chg="mod">
          <ac:chgData name="Ashwani Mishra" userId="15d57bc9-d3a4-4ee8-885b-38ce2f0c857c" providerId="ADAL" clId="{F1F2A71A-3BD1-48EF-B31F-D0FC364401D0}" dt="2025-09-16T15:17:26.885" v="98" actId="20577"/>
          <ac:spMkLst>
            <pc:docMk/>
            <pc:sldMk cId="699841221" sldId="2147376549"/>
            <ac:spMk id="10" creationId="{8B7AC293-973F-96F6-D213-C2AE2401E257}"/>
          </ac:spMkLst>
        </pc:spChg>
        <pc:spChg chg="mod">
          <ac:chgData name="Ashwani Mishra" userId="15d57bc9-d3a4-4ee8-885b-38ce2f0c857c" providerId="ADAL" clId="{F1F2A71A-3BD1-48EF-B31F-D0FC364401D0}" dt="2025-09-16T14:58:50.571" v="70" actId="20577"/>
          <ac:spMkLst>
            <pc:docMk/>
            <pc:sldMk cId="699841221" sldId="2147376549"/>
            <ac:spMk id="18" creationId="{B57432E7-F88F-4035-8C49-4F4CE348A9DC}"/>
          </ac:spMkLst>
        </pc:spChg>
        <pc:picChg chg="add mod">
          <ac:chgData name="Ashwani Mishra" userId="15d57bc9-d3a4-4ee8-885b-38ce2f0c857c" providerId="ADAL" clId="{F1F2A71A-3BD1-48EF-B31F-D0FC364401D0}" dt="2025-09-16T15:17:06.682" v="94" actId="14100"/>
          <ac:picMkLst>
            <pc:docMk/>
            <pc:sldMk cId="699841221" sldId="2147376549"/>
            <ac:picMk id="14" creationId="{A8ABE497-8C14-7F5D-2D7C-9043EDF38B32}"/>
          </ac:picMkLst>
        </pc:picChg>
        <pc:picChg chg="add mod">
          <ac:chgData name="Ashwani Mishra" userId="15d57bc9-d3a4-4ee8-885b-38ce2f0c857c" providerId="ADAL" clId="{F1F2A71A-3BD1-48EF-B31F-D0FC364401D0}" dt="2025-09-16T15:17:04.018" v="93" actId="14100"/>
          <ac:picMkLst>
            <pc:docMk/>
            <pc:sldMk cId="699841221" sldId="2147376549"/>
            <ac:picMk id="37" creationId="{D933D798-10BB-F5C9-FDBF-F803FB5AA05A}"/>
          </ac:picMkLst>
        </pc:picChg>
        <pc:picChg chg="add mod">
          <ac:chgData name="Ashwani Mishra" userId="15d57bc9-d3a4-4ee8-885b-38ce2f0c857c" providerId="ADAL" clId="{F1F2A71A-3BD1-48EF-B31F-D0FC364401D0}" dt="2025-09-16T15:17:14.861" v="96" actId="14100"/>
          <ac:picMkLst>
            <pc:docMk/>
            <pc:sldMk cId="699841221" sldId="2147376549"/>
            <ac:picMk id="39" creationId="{A01AF7DE-7038-8822-017B-5CE425C42CFB}"/>
          </ac:picMkLst>
        </pc:picChg>
        <pc:picChg chg="add mod">
          <ac:chgData name="Ashwani Mishra" userId="15d57bc9-d3a4-4ee8-885b-38ce2f0c857c" providerId="ADAL" clId="{F1F2A71A-3BD1-48EF-B31F-D0FC364401D0}" dt="2025-09-16T15:17:00.562" v="92" actId="14100"/>
          <ac:picMkLst>
            <pc:docMk/>
            <pc:sldMk cId="699841221" sldId="2147376549"/>
            <ac:picMk id="41" creationId="{E2B0BECF-248D-1048-C65E-66035FEDE87B}"/>
          </ac:picMkLst>
        </pc:picChg>
      </pc:sldChg>
      <pc:sldChg chg="add">
        <pc:chgData name="Ashwani Mishra" userId="15d57bc9-d3a4-4ee8-885b-38ce2f0c857c" providerId="ADAL" clId="{F1F2A71A-3BD1-48EF-B31F-D0FC364401D0}" dt="2025-09-16T14:51:23.423" v="49"/>
        <pc:sldMkLst>
          <pc:docMk/>
          <pc:sldMk cId="4043791552" sldId="2147376560"/>
        </pc:sldMkLst>
      </pc:sldChg>
      <pc:sldChg chg="addSp delSp modSp add mod">
        <pc:chgData name="Ashwani Mishra" userId="15d57bc9-d3a4-4ee8-885b-38ce2f0c857c" providerId="ADAL" clId="{F1F2A71A-3BD1-48EF-B31F-D0FC364401D0}" dt="2025-09-16T14:56:13.544" v="64"/>
        <pc:sldMkLst>
          <pc:docMk/>
          <pc:sldMk cId="222882548" sldId="2147376618"/>
        </pc:sldMkLst>
      </pc:sldChg>
      <pc:sldChg chg="modSp add">
        <pc:chgData name="Ashwani Mishra" userId="15d57bc9-d3a4-4ee8-885b-38ce2f0c857c" providerId="ADAL" clId="{F1F2A71A-3BD1-48EF-B31F-D0FC364401D0}" dt="2025-09-16T14:56:01.795" v="62"/>
        <pc:sldMkLst>
          <pc:docMk/>
          <pc:sldMk cId="671220431" sldId="2147376622"/>
        </pc:sldMkLst>
      </pc:sldChg>
      <pc:sldChg chg="add">
        <pc:chgData name="Ashwani Mishra" userId="15d57bc9-d3a4-4ee8-885b-38ce2f0c857c" providerId="ADAL" clId="{F1F2A71A-3BD1-48EF-B31F-D0FC364401D0}" dt="2025-09-16T14:54:01.814" v="60"/>
        <pc:sldMkLst>
          <pc:docMk/>
          <pc:sldMk cId="65857030" sldId="2147376655"/>
        </pc:sldMkLst>
      </pc:sldChg>
      <pc:sldChg chg="modSp mod">
        <pc:chgData name="Ashwani Mishra" userId="15d57bc9-d3a4-4ee8-885b-38ce2f0c857c" providerId="ADAL" clId="{F1F2A71A-3BD1-48EF-B31F-D0FC364401D0}" dt="2025-09-16T14:42:36.284" v="47" actId="20577"/>
        <pc:sldMkLst>
          <pc:docMk/>
          <pc:sldMk cId="3697540684" sldId="2147376697"/>
        </pc:sldMkLst>
        <pc:spChg chg="mod">
          <ac:chgData name="Ashwani Mishra" userId="15d57bc9-d3a4-4ee8-885b-38ce2f0c857c" providerId="ADAL" clId="{F1F2A71A-3BD1-48EF-B31F-D0FC364401D0}" dt="2025-09-16T14:42:21.862" v="31" actId="20577"/>
          <ac:spMkLst>
            <pc:docMk/>
            <pc:sldMk cId="3697540684" sldId="2147376697"/>
            <ac:spMk id="2" creationId="{38F185EA-E0C3-007A-75C7-A730F76C7ADD}"/>
          </ac:spMkLst>
        </pc:spChg>
        <pc:spChg chg="mod">
          <ac:chgData name="Ashwani Mishra" userId="15d57bc9-d3a4-4ee8-885b-38ce2f0c857c" providerId="ADAL" clId="{F1F2A71A-3BD1-48EF-B31F-D0FC364401D0}" dt="2025-09-16T14:42:36.284" v="47" actId="20577"/>
          <ac:spMkLst>
            <pc:docMk/>
            <pc:sldMk cId="3697540684" sldId="2147376697"/>
            <ac:spMk id="12" creationId="{F048B9A9-07CE-12BD-EEE2-CA436C3D8EB3}"/>
          </ac:spMkLst>
        </pc:spChg>
      </pc:sldChg>
      <pc:sldChg chg="ord">
        <pc:chgData name="Ashwani Mishra" userId="15d57bc9-d3a4-4ee8-885b-38ce2f0c857c" providerId="ADAL" clId="{F1F2A71A-3BD1-48EF-B31F-D0FC364401D0}" dt="2025-09-16T14:53:09.104" v="57"/>
        <pc:sldMkLst>
          <pc:docMk/>
          <pc:sldMk cId="1342659779" sldId="2147376722"/>
        </pc:sldMkLst>
      </pc:sldChg>
      <pc:sldChg chg="ord">
        <pc:chgData name="Ashwani Mishra" userId="15d57bc9-d3a4-4ee8-885b-38ce2f0c857c" providerId="ADAL" clId="{F1F2A71A-3BD1-48EF-B31F-D0FC364401D0}" dt="2025-09-16T14:53:09.104" v="57"/>
        <pc:sldMkLst>
          <pc:docMk/>
          <pc:sldMk cId="1183482694" sldId="2147376723"/>
        </pc:sldMkLst>
      </pc:sldChg>
      <pc:sldChg chg="add">
        <pc:chgData name="Ashwani Mishra" userId="15d57bc9-d3a4-4ee8-885b-38ce2f0c857c" providerId="ADAL" clId="{F1F2A71A-3BD1-48EF-B31F-D0FC364401D0}" dt="2025-09-16T14:51:45.419" v="50"/>
        <pc:sldMkLst>
          <pc:docMk/>
          <pc:sldMk cId="2648942392" sldId="2147376724"/>
        </pc:sldMkLst>
      </pc:sldChg>
      <pc:sldChg chg="modSp add mod">
        <pc:chgData name="Ashwani Mishra" userId="15d57bc9-d3a4-4ee8-885b-38ce2f0c857c" providerId="ADAL" clId="{F1F2A71A-3BD1-48EF-B31F-D0FC364401D0}" dt="2025-09-16T15:18:20.048" v="99" actId="3626"/>
        <pc:sldMkLst>
          <pc:docMk/>
          <pc:sldMk cId="3109796173" sldId="2147376725"/>
        </pc:sldMkLst>
      </pc:sldChg>
      <pc:sldChg chg="add">
        <pc:chgData name="Ashwani Mishra" userId="15d57bc9-d3a4-4ee8-885b-38ce2f0c857c" providerId="ADAL" clId="{F1F2A71A-3BD1-48EF-B31F-D0FC364401D0}" dt="2025-09-16T14:53:03.336" v="55"/>
        <pc:sldMkLst>
          <pc:docMk/>
          <pc:sldMk cId="4262090947" sldId="2147376726"/>
        </pc:sldMkLst>
      </pc:sldChg>
      <pc:sldChg chg="add">
        <pc:chgData name="Ashwani Mishra" userId="15d57bc9-d3a4-4ee8-885b-38ce2f0c857c" providerId="ADAL" clId="{F1F2A71A-3BD1-48EF-B31F-D0FC364401D0}" dt="2025-09-16T14:53:03.336" v="55"/>
        <pc:sldMkLst>
          <pc:docMk/>
          <pc:sldMk cId="1660375867" sldId="2147376727"/>
        </pc:sldMkLst>
      </pc:sldChg>
      <pc:sldChg chg="add">
        <pc:chgData name="Ashwani Mishra" userId="15d57bc9-d3a4-4ee8-885b-38ce2f0c857c" providerId="ADAL" clId="{F1F2A71A-3BD1-48EF-B31F-D0FC364401D0}" dt="2025-09-16T14:53:24.860" v="58"/>
        <pc:sldMkLst>
          <pc:docMk/>
          <pc:sldMk cId="2267842760" sldId="2147376728"/>
        </pc:sldMkLst>
      </pc:sldChg>
      <pc:sldChg chg="add">
        <pc:chgData name="Ashwani Mishra" userId="15d57bc9-d3a4-4ee8-885b-38ce2f0c857c" providerId="ADAL" clId="{F1F2A71A-3BD1-48EF-B31F-D0FC364401D0}" dt="2025-09-16T14:53:40.317" v="59"/>
        <pc:sldMkLst>
          <pc:docMk/>
          <pc:sldMk cId="184406369" sldId="2147376729"/>
        </pc:sldMkLst>
      </pc:sldChg>
      <pc:sldChg chg="add">
        <pc:chgData name="Ashwani Mishra" userId="15d57bc9-d3a4-4ee8-885b-38ce2f0c857c" providerId="ADAL" clId="{F1F2A71A-3BD1-48EF-B31F-D0FC364401D0}" dt="2025-09-16T14:54:01.814" v="60"/>
        <pc:sldMkLst>
          <pc:docMk/>
          <pc:sldMk cId="154441422" sldId="2147376731"/>
        </pc:sldMkLst>
      </pc:sldChg>
      <pc:sldChg chg="add">
        <pc:chgData name="Ashwani Mishra" userId="15d57bc9-d3a4-4ee8-885b-38ce2f0c857c" providerId="ADAL" clId="{F1F2A71A-3BD1-48EF-B31F-D0FC364401D0}" dt="2025-09-16T14:54:01.814" v="60"/>
        <pc:sldMkLst>
          <pc:docMk/>
          <pc:sldMk cId="1834053900" sldId="2147376732"/>
        </pc:sldMkLst>
      </pc:sldChg>
      <pc:sldChg chg="modSp add">
        <pc:chgData name="Ashwani Mishra" userId="15d57bc9-d3a4-4ee8-885b-38ce2f0c857c" providerId="ADAL" clId="{F1F2A71A-3BD1-48EF-B31F-D0FC364401D0}" dt="2025-09-17T04:49:52.156" v="169" actId="20577"/>
        <pc:sldMkLst>
          <pc:docMk/>
          <pc:sldMk cId="4028222737" sldId="2147376733"/>
        </pc:sldMkLst>
      </pc:sldChg>
      <pc:sldChg chg="modSp add">
        <pc:chgData name="Ashwani Mishra" userId="15d57bc9-d3a4-4ee8-885b-38ce2f0c857c" providerId="ADAL" clId="{F1F2A71A-3BD1-48EF-B31F-D0FC364401D0}" dt="2025-09-16T14:56:34.531" v="65"/>
        <pc:sldMkLst>
          <pc:docMk/>
          <pc:sldMk cId="2959483268" sldId="2147376734"/>
        </pc:sldMkLst>
      </pc:sldChg>
      <pc:sldChg chg="add">
        <pc:chgData name="Ashwani Mishra" userId="15d57bc9-d3a4-4ee8-885b-38ce2f0c857c" providerId="ADAL" clId="{F1F2A71A-3BD1-48EF-B31F-D0FC364401D0}" dt="2025-09-16T14:59:41.933" v="71"/>
        <pc:sldMkLst>
          <pc:docMk/>
          <pc:sldMk cId="941314089" sldId="2147376787"/>
        </pc:sldMkLst>
      </pc:sldChg>
      <pc:sldChg chg="modSp add mod">
        <pc:chgData name="Ashwani Mishra" userId="15d57bc9-d3a4-4ee8-885b-38ce2f0c857c" providerId="ADAL" clId="{F1F2A71A-3BD1-48EF-B31F-D0FC364401D0}" dt="2025-09-17T04:51:34.505" v="178" actId="207"/>
        <pc:sldMkLst>
          <pc:docMk/>
          <pc:sldMk cId="4002326900" sldId="2147376806"/>
        </pc:sldMkLst>
      </pc:sldChg>
      <pc:sldChg chg="add">
        <pc:chgData name="Ashwani Mishra" userId="15d57bc9-d3a4-4ee8-885b-38ce2f0c857c" providerId="ADAL" clId="{F1F2A71A-3BD1-48EF-B31F-D0FC364401D0}" dt="2025-09-16T14:58:04.483" v="67"/>
        <pc:sldMkLst>
          <pc:docMk/>
          <pc:sldMk cId="2949070085" sldId="2147376807"/>
        </pc:sldMkLst>
      </pc:sldChg>
      <pc:sldChg chg="add">
        <pc:chgData name="Ashwani Mishra" userId="15d57bc9-d3a4-4ee8-885b-38ce2f0c857c" providerId="ADAL" clId="{F1F2A71A-3BD1-48EF-B31F-D0FC364401D0}" dt="2025-09-16T14:58:04.483" v="67"/>
        <pc:sldMkLst>
          <pc:docMk/>
          <pc:sldMk cId="567301849" sldId="2147376808"/>
        </pc:sldMkLst>
      </pc:sldChg>
      <pc:sldChg chg="addSp delSp modSp add mod">
        <pc:chgData name="Ashwani Mishra" userId="15d57bc9-d3a4-4ee8-885b-38ce2f0c857c" providerId="ADAL" clId="{F1F2A71A-3BD1-48EF-B31F-D0FC364401D0}" dt="2025-09-16T15:47:54.277" v="142" actId="20577"/>
        <pc:sldMkLst>
          <pc:docMk/>
          <pc:sldMk cId="587208613" sldId="2147376809"/>
        </pc:sldMkLst>
        <pc:spChg chg="mod">
          <ac:chgData name="Ashwani Mishra" userId="15d57bc9-d3a4-4ee8-885b-38ce2f0c857c" providerId="ADAL" clId="{F1F2A71A-3BD1-48EF-B31F-D0FC364401D0}" dt="2025-09-16T15:47:54.277" v="142" actId="20577"/>
          <ac:spMkLst>
            <pc:docMk/>
            <pc:sldMk cId="587208613" sldId="2147376809"/>
            <ac:spMk id="8" creationId="{43193EE3-6B02-F20A-3C05-8BCF3259C187}"/>
          </ac:spMkLst>
        </pc:spChg>
        <pc:picChg chg="add mod modCrop">
          <ac:chgData name="Ashwani Mishra" userId="15d57bc9-d3a4-4ee8-885b-38ce2f0c857c" providerId="ADAL" clId="{F1F2A71A-3BD1-48EF-B31F-D0FC364401D0}" dt="2025-09-16T15:46:37.204" v="115" actId="1076"/>
          <ac:picMkLst>
            <pc:docMk/>
            <pc:sldMk cId="587208613" sldId="2147376809"/>
            <ac:picMk id="9" creationId="{E152435B-4CB4-B6B9-1D33-38358566F00D}"/>
          </ac:picMkLst>
        </pc:picChg>
      </pc:sldChg>
    </pc:docChg>
  </pc:docChgLst>
  <pc:docChgLst>
    <pc:chgData name="Porus P Jain" userId="426241ab-ce3a-418a-a669-bb9355426681" providerId="ADAL" clId="{8714707C-555F-487E-BD4C-2C3BE3293A83}"/>
    <pc:docChg chg="delSld sldOrd">
      <pc:chgData name="Porus P Jain" userId="426241ab-ce3a-418a-a669-bb9355426681" providerId="ADAL" clId="{8714707C-555F-487E-BD4C-2C3BE3293A83}" dt="2024-03-23T07:57:55.196" v="3"/>
      <pc:docMkLst>
        <pc:docMk/>
      </pc:docMkLst>
      <pc:sldChg chg="del">
        <pc:chgData name="Porus P Jain" userId="426241ab-ce3a-418a-a669-bb9355426681" providerId="ADAL" clId="{8714707C-555F-487E-BD4C-2C3BE3293A83}" dt="2024-03-23T07:57:38.266" v="0" actId="47"/>
        <pc:sldMkLst>
          <pc:docMk/>
          <pc:sldMk cId="2173134238" sldId="270"/>
        </pc:sldMkLst>
      </pc:sldChg>
      <pc:sldChg chg="del">
        <pc:chgData name="Porus P Jain" userId="426241ab-ce3a-418a-a669-bb9355426681" providerId="ADAL" clId="{8714707C-555F-487E-BD4C-2C3BE3293A83}" dt="2024-03-23T07:57:38.879" v="1" actId="47"/>
        <pc:sldMkLst>
          <pc:docMk/>
          <pc:sldMk cId="1577418492" sldId="271"/>
        </pc:sldMkLst>
      </pc:sldChg>
      <pc:sldChg chg="ord">
        <pc:chgData name="Porus P Jain" userId="426241ab-ce3a-418a-a669-bb9355426681" providerId="ADAL" clId="{8714707C-555F-487E-BD4C-2C3BE3293A83}" dt="2024-03-23T07:57:55.196" v="3"/>
        <pc:sldMkLst>
          <pc:docMk/>
          <pc:sldMk cId="294629081" sldId="2145709058"/>
        </pc:sldMkLst>
      </pc:sldChg>
      <pc:sldChg chg="del">
        <pc:chgData name="Porus P Jain" userId="426241ab-ce3a-418a-a669-bb9355426681" providerId="ADAL" clId="{8714707C-555F-487E-BD4C-2C3BE3293A83}" dt="2024-03-23T07:57:40.788" v="2" actId="47"/>
        <pc:sldMkLst>
          <pc:docMk/>
          <pc:sldMk cId="2294917627" sldId="2145709155"/>
        </pc:sldMkLst>
      </pc:sldChg>
    </pc:docChg>
  </pc:docChgLst>
  <pc:docChgLst>
    <pc:chgData name="Porus P Jain" userId="426241ab-ce3a-418a-a669-bb9355426681" providerId="ADAL" clId="{4065F156-7A03-47D6-B449-4833BA2319E1}"/>
    <pc:docChg chg="undo custSel addSld modSld modNotesMaster">
      <pc:chgData name="Porus P Jain" userId="426241ab-ce3a-418a-a669-bb9355426681" providerId="ADAL" clId="{4065F156-7A03-47D6-B449-4833BA2319E1}" dt="2024-05-17T13:40:53.695" v="132" actId="14100"/>
      <pc:docMkLst>
        <pc:docMk/>
      </pc:docMkLst>
      <pc:sldChg chg="modNotes">
        <pc:chgData name="Porus P Jain" userId="426241ab-ce3a-418a-a669-bb9355426681" providerId="ADAL" clId="{4065F156-7A03-47D6-B449-4833BA2319E1}" dt="2024-05-17T13:32:49.754" v="0"/>
        <pc:sldMkLst>
          <pc:docMk/>
          <pc:sldMk cId="2700264757" sldId="358"/>
        </pc:sldMkLst>
      </pc:sldChg>
      <pc:sldChg chg="modNotes">
        <pc:chgData name="Porus P Jain" userId="426241ab-ce3a-418a-a669-bb9355426681" providerId="ADAL" clId="{4065F156-7A03-47D6-B449-4833BA2319E1}" dt="2024-05-17T13:32:49.754" v="0"/>
        <pc:sldMkLst>
          <pc:docMk/>
          <pc:sldMk cId="2506995720" sldId="6031"/>
        </pc:sldMkLst>
      </pc:sldChg>
      <pc:sldChg chg="modNotes">
        <pc:chgData name="Porus P Jain" userId="426241ab-ce3a-418a-a669-bb9355426681" providerId="ADAL" clId="{4065F156-7A03-47D6-B449-4833BA2319E1}" dt="2024-05-17T13:32:49.754" v="0"/>
        <pc:sldMkLst>
          <pc:docMk/>
          <pc:sldMk cId="3881750626" sldId="6032"/>
        </pc:sldMkLst>
      </pc:sldChg>
      <pc:sldChg chg="modNotes">
        <pc:chgData name="Porus P Jain" userId="426241ab-ce3a-418a-a669-bb9355426681" providerId="ADAL" clId="{4065F156-7A03-47D6-B449-4833BA2319E1}" dt="2024-05-17T13:32:49.754" v="0"/>
        <pc:sldMkLst>
          <pc:docMk/>
          <pc:sldMk cId="3101900149" sldId="6033"/>
        </pc:sldMkLst>
      </pc:sldChg>
      <pc:sldChg chg="modSp mod">
        <pc:chgData name="Porus P Jain" userId="426241ab-ce3a-418a-a669-bb9355426681" providerId="ADAL" clId="{4065F156-7A03-47D6-B449-4833BA2319E1}" dt="2024-05-17T13:40:53.695" v="132" actId="14100"/>
        <pc:sldMkLst>
          <pc:docMk/>
          <pc:sldMk cId="1126235388" sldId="2145709199"/>
        </pc:sldMkLst>
      </pc:sldChg>
      <pc:sldChg chg="modSp mod">
        <pc:chgData name="Porus P Jain" userId="426241ab-ce3a-418a-a669-bb9355426681" providerId="ADAL" clId="{4065F156-7A03-47D6-B449-4833BA2319E1}" dt="2024-05-17T13:40:41.947" v="130" actId="20577"/>
        <pc:sldMkLst>
          <pc:docMk/>
          <pc:sldMk cId="210247988" sldId="2145709201"/>
        </pc:sldMkLst>
      </pc:sldChg>
      <pc:sldChg chg="modSp mod">
        <pc:chgData name="Porus P Jain" userId="426241ab-ce3a-418a-a669-bb9355426681" providerId="ADAL" clId="{4065F156-7A03-47D6-B449-4833BA2319E1}" dt="2024-05-17T13:40:09.082" v="101" actId="14100"/>
        <pc:sldMkLst>
          <pc:docMk/>
          <pc:sldMk cId="2818705220" sldId="2145709202"/>
        </pc:sldMkLst>
      </pc:sldChg>
      <pc:sldChg chg="modSp mod">
        <pc:chgData name="Porus P Jain" userId="426241ab-ce3a-418a-a669-bb9355426681" providerId="ADAL" clId="{4065F156-7A03-47D6-B449-4833BA2319E1}" dt="2024-05-17T13:39:57.483" v="98" actId="20577"/>
        <pc:sldMkLst>
          <pc:docMk/>
          <pc:sldMk cId="3151595210" sldId="2145709206"/>
        </pc:sldMkLst>
      </pc:sldChg>
      <pc:sldChg chg="modNotes">
        <pc:chgData name="Porus P Jain" userId="426241ab-ce3a-418a-a669-bb9355426681" providerId="ADAL" clId="{4065F156-7A03-47D6-B449-4833BA2319E1}" dt="2024-05-17T13:32:49.754" v="0"/>
        <pc:sldMkLst>
          <pc:docMk/>
          <pc:sldMk cId="2882579402" sldId="2145709222"/>
        </pc:sldMkLst>
      </pc:sldChg>
      <pc:sldChg chg="modNotes">
        <pc:chgData name="Porus P Jain" userId="426241ab-ce3a-418a-a669-bb9355426681" providerId="ADAL" clId="{4065F156-7A03-47D6-B449-4833BA2319E1}" dt="2024-05-17T13:32:49.754" v="0"/>
        <pc:sldMkLst>
          <pc:docMk/>
          <pc:sldMk cId="2993260989" sldId="2145709224"/>
        </pc:sldMkLst>
      </pc:sldChg>
      <pc:sldChg chg="modNotes">
        <pc:chgData name="Porus P Jain" userId="426241ab-ce3a-418a-a669-bb9355426681" providerId="ADAL" clId="{4065F156-7A03-47D6-B449-4833BA2319E1}" dt="2024-05-17T13:32:49.754" v="0"/>
        <pc:sldMkLst>
          <pc:docMk/>
          <pc:sldMk cId="3660305007" sldId="2145709229"/>
        </pc:sldMkLst>
      </pc:sldChg>
      <pc:sldChg chg="modNotes">
        <pc:chgData name="Porus P Jain" userId="426241ab-ce3a-418a-a669-bb9355426681" providerId="ADAL" clId="{4065F156-7A03-47D6-B449-4833BA2319E1}" dt="2024-05-17T13:32:49.754" v="0"/>
        <pc:sldMkLst>
          <pc:docMk/>
          <pc:sldMk cId="1650825569" sldId="2145709230"/>
        </pc:sldMkLst>
      </pc:sldChg>
      <pc:sldChg chg="modNotes">
        <pc:chgData name="Porus P Jain" userId="426241ab-ce3a-418a-a669-bb9355426681" providerId="ADAL" clId="{4065F156-7A03-47D6-B449-4833BA2319E1}" dt="2024-05-17T13:32:49.754" v="0"/>
        <pc:sldMkLst>
          <pc:docMk/>
          <pc:sldMk cId="2106846554" sldId="2145709232"/>
        </pc:sldMkLst>
      </pc:sldChg>
      <pc:sldChg chg="modNotes">
        <pc:chgData name="Porus P Jain" userId="426241ab-ce3a-418a-a669-bb9355426681" providerId="ADAL" clId="{4065F156-7A03-47D6-B449-4833BA2319E1}" dt="2024-05-17T13:32:49.754" v="0"/>
        <pc:sldMkLst>
          <pc:docMk/>
          <pc:sldMk cId="2912954689" sldId="2145709236"/>
        </pc:sldMkLst>
      </pc:sldChg>
      <pc:sldChg chg="modNotes">
        <pc:chgData name="Porus P Jain" userId="426241ab-ce3a-418a-a669-bb9355426681" providerId="ADAL" clId="{4065F156-7A03-47D6-B449-4833BA2319E1}" dt="2024-05-17T13:32:49.754" v="0"/>
        <pc:sldMkLst>
          <pc:docMk/>
          <pc:sldMk cId="3951430112" sldId="2145709237"/>
        </pc:sldMkLst>
      </pc:sldChg>
      <pc:sldChg chg="modNotes">
        <pc:chgData name="Porus P Jain" userId="426241ab-ce3a-418a-a669-bb9355426681" providerId="ADAL" clId="{4065F156-7A03-47D6-B449-4833BA2319E1}" dt="2024-05-17T13:32:49.754" v="0"/>
        <pc:sldMkLst>
          <pc:docMk/>
          <pc:sldMk cId="3197901299" sldId="2145709238"/>
        </pc:sldMkLst>
      </pc:sldChg>
      <pc:sldChg chg="modNotes">
        <pc:chgData name="Porus P Jain" userId="426241ab-ce3a-418a-a669-bb9355426681" providerId="ADAL" clId="{4065F156-7A03-47D6-B449-4833BA2319E1}" dt="2024-05-17T13:32:49.754" v="0"/>
        <pc:sldMkLst>
          <pc:docMk/>
          <pc:sldMk cId="1896298845" sldId="2147376142"/>
        </pc:sldMkLst>
      </pc:sldChg>
      <pc:sldChg chg="modNotes">
        <pc:chgData name="Porus P Jain" userId="426241ab-ce3a-418a-a669-bb9355426681" providerId="ADAL" clId="{4065F156-7A03-47D6-B449-4833BA2319E1}" dt="2024-05-17T13:32:49.754" v="0"/>
        <pc:sldMkLst>
          <pc:docMk/>
          <pc:sldMk cId="1949651568" sldId="2147376143"/>
        </pc:sldMkLst>
      </pc:sldChg>
      <pc:sldChg chg="modNotes">
        <pc:chgData name="Porus P Jain" userId="426241ab-ce3a-418a-a669-bb9355426681" providerId="ADAL" clId="{4065F156-7A03-47D6-B449-4833BA2319E1}" dt="2024-05-17T13:32:49.754" v="0"/>
        <pc:sldMkLst>
          <pc:docMk/>
          <pc:sldMk cId="1887680349" sldId="2147376146"/>
        </pc:sldMkLst>
      </pc:sldChg>
      <pc:sldChg chg="modSp add mod">
        <pc:chgData name="Porus P Jain" userId="426241ab-ce3a-418a-a669-bb9355426681" providerId="ADAL" clId="{4065F156-7A03-47D6-B449-4833BA2319E1}" dt="2024-05-17T13:39:05.726" v="64" actId="20577"/>
        <pc:sldMkLst>
          <pc:docMk/>
          <pc:sldMk cId="2822637573" sldId="2147376159"/>
        </pc:sldMkLst>
      </pc:sldChg>
    </pc:docChg>
  </pc:docChgLst>
  <pc:docChgLst>
    <pc:chgData name="Ashwani Mishra" userId="15d57bc9-d3a4-4ee8-885b-38ce2f0c857c" providerId="ADAL" clId="{A99058D6-49CE-454E-B0B8-33C35C735F30}"/>
    <pc:docChg chg="undo custSel addSld delSld modSld sldOrd modNotesMaster">
      <pc:chgData name="Ashwani Mishra" userId="15d57bc9-d3a4-4ee8-885b-38ce2f0c857c" providerId="ADAL" clId="{A99058D6-49CE-454E-B0B8-33C35C735F30}" dt="2024-07-11T05:51:39.731" v="298" actId="20577"/>
      <pc:docMkLst>
        <pc:docMk/>
      </pc:docMkLst>
      <pc:sldChg chg="modNotes">
        <pc:chgData name="Ashwani Mishra" userId="15d57bc9-d3a4-4ee8-885b-38ce2f0c857c" providerId="ADAL" clId="{A99058D6-49CE-454E-B0B8-33C35C735F30}" dt="2024-07-11T05:40:28.639" v="99"/>
        <pc:sldMkLst>
          <pc:docMk/>
          <pc:sldMk cId="2700264757" sldId="358"/>
        </pc:sldMkLst>
      </pc:sldChg>
      <pc:sldChg chg="modNotes">
        <pc:chgData name="Ashwani Mishra" userId="15d57bc9-d3a4-4ee8-885b-38ce2f0c857c" providerId="ADAL" clId="{A99058D6-49CE-454E-B0B8-33C35C735F30}" dt="2024-07-11T05:40:28.639" v="99"/>
        <pc:sldMkLst>
          <pc:docMk/>
          <pc:sldMk cId="4095797323" sldId="6031"/>
        </pc:sldMkLst>
      </pc:sldChg>
      <pc:sldChg chg="modNotes">
        <pc:chgData name="Ashwani Mishra" userId="15d57bc9-d3a4-4ee8-885b-38ce2f0c857c" providerId="ADAL" clId="{A99058D6-49CE-454E-B0B8-33C35C735F30}" dt="2024-07-11T05:40:28.639" v="99"/>
        <pc:sldMkLst>
          <pc:docMk/>
          <pc:sldMk cId="2960193944" sldId="6032"/>
        </pc:sldMkLst>
      </pc:sldChg>
      <pc:sldChg chg="modNotes">
        <pc:chgData name="Ashwani Mishra" userId="15d57bc9-d3a4-4ee8-885b-38ce2f0c857c" providerId="ADAL" clId="{A99058D6-49CE-454E-B0B8-33C35C735F30}" dt="2024-07-11T05:40:28.639" v="99"/>
        <pc:sldMkLst>
          <pc:docMk/>
          <pc:sldMk cId="3762988662" sldId="6033"/>
        </pc:sldMkLst>
      </pc:sldChg>
      <pc:sldChg chg="modSp mod">
        <pc:chgData name="Ashwani Mishra" userId="15d57bc9-d3a4-4ee8-885b-38ce2f0c857c" providerId="ADAL" clId="{A99058D6-49CE-454E-B0B8-33C35C735F30}" dt="2024-07-05T10:09:40.257" v="86"/>
        <pc:sldMkLst>
          <pc:docMk/>
          <pc:sldMk cId="2915413342" sldId="2145709040"/>
        </pc:sldMkLst>
      </pc:sldChg>
      <pc:sldChg chg="modSp mod">
        <pc:chgData name="Ashwani Mishra" userId="15d57bc9-d3a4-4ee8-885b-38ce2f0c857c" providerId="ADAL" clId="{A99058D6-49CE-454E-B0B8-33C35C735F30}" dt="2024-07-05T09:57:35.397" v="35"/>
        <pc:sldMkLst>
          <pc:docMk/>
          <pc:sldMk cId="2170024570" sldId="2145709043"/>
        </pc:sldMkLst>
      </pc:sldChg>
      <pc:sldChg chg="modSp mod">
        <pc:chgData name="Ashwani Mishra" userId="15d57bc9-d3a4-4ee8-885b-38ce2f0c857c" providerId="ADAL" clId="{A99058D6-49CE-454E-B0B8-33C35C735F30}" dt="2024-07-11T05:51:39.731" v="298" actId="20577"/>
        <pc:sldMkLst>
          <pc:docMk/>
          <pc:sldMk cId="3750506967" sldId="2145709048"/>
        </pc:sldMkLst>
      </pc:sldChg>
      <pc:sldChg chg="modSp mod">
        <pc:chgData name="Ashwani Mishra" userId="15d57bc9-d3a4-4ee8-885b-38ce2f0c857c" providerId="ADAL" clId="{A99058D6-49CE-454E-B0B8-33C35C735F30}" dt="2024-07-03T06:23:49.300" v="0" actId="13926"/>
        <pc:sldMkLst>
          <pc:docMk/>
          <pc:sldMk cId="1444399480" sldId="2145709053"/>
        </pc:sldMkLst>
      </pc:sldChg>
      <pc:sldChg chg="modSp mod">
        <pc:chgData name="Ashwani Mishra" userId="15d57bc9-d3a4-4ee8-885b-38ce2f0c857c" providerId="ADAL" clId="{A99058D6-49CE-454E-B0B8-33C35C735F30}" dt="2024-07-05T10:06:51.134" v="75" actId="20577"/>
        <pc:sldMkLst>
          <pc:docMk/>
          <pc:sldMk cId="730183974" sldId="2145709066"/>
        </pc:sldMkLst>
      </pc:sldChg>
      <pc:sldChg chg="modNotes">
        <pc:chgData name="Ashwani Mishra" userId="15d57bc9-d3a4-4ee8-885b-38ce2f0c857c" providerId="ADAL" clId="{A99058D6-49CE-454E-B0B8-33C35C735F30}" dt="2024-07-11T05:40:28.639" v="99"/>
        <pc:sldMkLst>
          <pc:docMk/>
          <pc:sldMk cId="2882579402" sldId="2145709222"/>
        </pc:sldMkLst>
      </pc:sldChg>
      <pc:sldChg chg="modNotes">
        <pc:chgData name="Ashwani Mishra" userId="15d57bc9-d3a4-4ee8-885b-38ce2f0c857c" providerId="ADAL" clId="{A99058D6-49CE-454E-B0B8-33C35C735F30}" dt="2024-07-11T05:40:28.639" v="99"/>
        <pc:sldMkLst>
          <pc:docMk/>
          <pc:sldMk cId="2993260989" sldId="2145709224"/>
        </pc:sldMkLst>
      </pc:sldChg>
      <pc:sldChg chg="modNotes">
        <pc:chgData name="Ashwani Mishra" userId="15d57bc9-d3a4-4ee8-885b-38ce2f0c857c" providerId="ADAL" clId="{A99058D6-49CE-454E-B0B8-33C35C735F30}" dt="2024-07-11T05:40:28.639" v="99"/>
        <pc:sldMkLst>
          <pc:docMk/>
          <pc:sldMk cId="3660305007" sldId="2145709229"/>
        </pc:sldMkLst>
      </pc:sldChg>
      <pc:sldChg chg="modNotes">
        <pc:chgData name="Ashwani Mishra" userId="15d57bc9-d3a4-4ee8-885b-38ce2f0c857c" providerId="ADAL" clId="{A99058D6-49CE-454E-B0B8-33C35C735F30}" dt="2024-07-11T05:40:28.639" v="99"/>
        <pc:sldMkLst>
          <pc:docMk/>
          <pc:sldMk cId="1650825569" sldId="2145709230"/>
        </pc:sldMkLst>
      </pc:sldChg>
      <pc:sldChg chg="modNotes">
        <pc:chgData name="Ashwani Mishra" userId="15d57bc9-d3a4-4ee8-885b-38ce2f0c857c" providerId="ADAL" clId="{A99058D6-49CE-454E-B0B8-33C35C735F30}" dt="2024-07-11T05:40:28.639" v="99"/>
        <pc:sldMkLst>
          <pc:docMk/>
          <pc:sldMk cId="2106846554" sldId="2145709232"/>
        </pc:sldMkLst>
      </pc:sldChg>
      <pc:sldChg chg="modNotes">
        <pc:chgData name="Ashwani Mishra" userId="15d57bc9-d3a4-4ee8-885b-38ce2f0c857c" providerId="ADAL" clId="{A99058D6-49CE-454E-B0B8-33C35C735F30}" dt="2024-07-11T05:40:28.639" v="99"/>
        <pc:sldMkLst>
          <pc:docMk/>
          <pc:sldMk cId="2912954689" sldId="2145709236"/>
        </pc:sldMkLst>
      </pc:sldChg>
      <pc:sldChg chg="modNotes">
        <pc:chgData name="Ashwani Mishra" userId="15d57bc9-d3a4-4ee8-885b-38ce2f0c857c" providerId="ADAL" clId="{A99058D6-49CE-454E-B0B8-33C35C735F30}" dt="2024-07-11T05:40:28.639" v="99"/>
        <pc:sldMkLst>
          <pc:docMk/>
          <pc:sldMk cId="3951430112" sldId="2145709237"/>
        </pc:sldMkLst>
      </pc:sldChg>
      <pc:sldChg chg="modNotes">
        <pc:chgData name="Ashwani Mishra" userId="15d57bc9-d3a4-4ee8-885b-38ce2f0c857c" providerId="ADAL" clId="{A99058D6-49CE-454E-B0B8-33C35C735F30}" dt="2024-07-11T05:40:28.639" v="99"/>
        <pc:sldMkLst>
          <pc:docMk/>
          <pc:sldMk cId="3197901299" sldId="2145709238"/>
        </pc:sldMkLst>
      </pc:sldChg>
      <pc:sldChg chg="modNotes">
        <pc:chgData name="Ashwani Mishra" userId="15d57bc9-d3a4-4ee8-885b-38ce2f0c857c" providerId="ADAL" clId="{A99058D6-49CE-454E-B0B8-33C35C735F30}" dt="2024-07-11T05:40:28.639" v="99"/>
        <pc:sldMkLst>
          <pc:docMk/>
          <pc:sldMk cId="1896298845" sldId="2147376142"/>
        </pc:sldMkLst>
      </pc:sldChg>
      <pc:sldChg chg="modNotes">
        <pc:chgData name="Ashwani Mishra" userId="15d57bc9-d3a4-4ee8-885b-38ce2f0c857c" providerId="ADAL" clId="{A99058D6-49CE-454E-B0B8-33C35C735F30}" dt="2024-07-11T05:40:28.639" v="99"/>
        <pc:sldMkLst>
          <pc:docMk/>
          <pc:sldMk cId="1949651568" sldId="2147376143"/>
        </pc:sldMkLst>
      </pc:sldChg>
      <pc:sldChg chg="ord">
        <pc:chgData name="Ashwani Mishra" userId="15d57bc9-d3a4-4ee8-885b-38ce2f0c857c" providerId="ADAL" clId="{A99058D6-49CE-454E-B0B8-33C35C735F30}" dt="2024-07-11T05:38:28.790" v="92" actId="20578"/>
        <pc:sldMkLst>
          <pc:docMk/>
          <pc:sldMk cId="1563699850" sldId="2147376144"/>
        </pc:sldMkLst>
      </pc:sldChg>
      <pc:sldChg chg="modNotes">
        <pc:chgData name="Ashwani Mishra" userId="15d57bc9-d3a4-4ee8-885b-38ce2f0c857c" providerId="ADAL" clId="{A99058D6-49CE-454E-B0B8-33C35C735F30}" dt="2024-07-11T05:40:28.639" v="99"/>
        <pc:sldMkLst>
          <pc:docMk/>
          <pc:sldMk cId="2347247811" sldId="2147376146"/>
        </pc:sldMkLst>
      </pc:sldChg>
      <pc:sldChg chg="modSp mod">
        <pc:chgData name="Ashwani Mishra" userId="15d57bc9-d3a4-4ee8-885b-38ce2f0c857c" providerId="ADAL" clId="{A99058D6-49CE-454E-B0B8-33C35C735F30}" dt="2024-07-05T09:49:58.870" v="13" actId="20577"/>
        <pc:sldMkLst>
          <pc:docMk/>
          <pc:sldMk cId="1500137299" sldId="2147376156"/>
        </pc:sldMkLst>
      </pc:sldChg>
      <pc:sldChg chg="addSp delSp modSp add del mod">
        <pc:chgData name="Ashwani Mishra" userId="15d57bc9-d3a4-4ee8-885b-38ce2f0c857c" providerId="ADAL" clId="{A99058D6-49CE-454E-B0B8-33C35C735F30}" dt="2024-07-11T05:38:36.294" v="93" actId="2696"/>
        <pc:sldMkLst>
          <pc:docMk/>
          <pc:sldMk cId="2551892714" sldId="2147376470"/>
        </pc:sldMkLst>
      </pc:sldChg>
      <pc:sldChg chg="add ord">
        <pc:chgData name="Ashwani Mishra" userId="15d57bc9-d3a4-4ee8-885b-38ce2f0c857c" providerId="ADAL" clId="{A99058D6-49CE-454E-B0B8-33C35C735F30}" dt="2024-07-11T05:39:56.442" v="98"/>
        <pc:sldMkLst>
          <pc:docMk/>
          <pc:sldMk cId="3608601964" sldId="2147376470"/>
        </pc:sldMkLst>
      </pc:sldChg>
    </pc:docChg>
  </pc:docChgLst>
  <pc:docChgLst>
    <pc:chgData name="Vasant K Tiwari" userId="94ab7f94-4dc6-474c-9a49-34f940ad4691" providerId="ADAL" clId="{489CBA77-83AA-413F-A2B1-E7FE9A13B7EF}"/>
    <pc:docChg chg="modSld">
      <pc:chgData name="Vasant K Tiwari" userId="94ab7f94-4dc6-474c-9a49-34f940ad4691" providerId="ADAL" clId="{489CBA77-83AA-413F-A2B1-E7FE9A13B7EF}" dt="2024-06-26T06:50:30.102" v="2" actId="13926"/>
      <pc:docMkLst>
        <pc:docMk/>
      </pc:docMkLst>
      <pc:sldChg chg="modSp mod">
        <pc:chgData name="Vasant K Tiwari" userId="94ab7f94-4dc6-474c-9a49-34f940ad4691" providerId="ADAL" clId="{489CBA77-83AA-413F-A2B1-E7FE9A13B7EF}" dt="2024-06-26T06:50:30.102" v="2" actId="13926"/>
        <pc:sldMkLst>
          <pc:docMk/>
          <pc:sldMk cId="1444399480" sldId="2145709053"/>
        </pc:sldMkLst>
      </pc:sldChg>
    </pc:docChg>
  </pc:docChgLst>
  <pc:docChgLst>
    <pc:chgData name="Vasant K Tiwari" userId="94ab7f94-4dc6-474c-9a49-34f940ad4691" providerId="ADAL" clId="{BD0FAEC8-E06F-4A35-A9C0-BB869ACF0BC5}"/>
    <pc:docChg chg="undo redo custSel addSld delSld modSld sldOrd">
      <pc:chgData name="Vasant K Tiwari" userId="94ab7f94-4dc6-474c-9a49-34f940ad4691" providerId="ADAL" clId="{BD0FAEC8-E06F-4A35-A9C0-BB869ACF0BC5}" dt="2024-07-11T06:00:33.339" v="48"/>
      <pc:docMkLst>
        <pc:docMk/>
      </pc:docMkLst>
      <pc:sldChg chg="del">
        <pc:chgData name="Vasant K Tiwari" userId="94ab7f94-4dc6-474c-9a49-34f940ad4691" providerId="ADAL" clId="{BD0FAEC8-E06F-4A35-A9C0-BB869ACF0BC5}" dt="2024-07-11T05:59:02.053" v="36" actId="2696"/>
        <pc:sldMkLst>
          <pc:docMk/>
          <pc:sldMk cId="2728016096" sldId="268"/>
        </pc:sldMkLst>
      </pc:sldChg>
      <pc:sldChg chg="add">
        <pc:chgData name="Vasant K Tiwari" userId="94ab7f94-4dc6-474c-9a49-34f940ad4691" providerId="ADAL" clId="{BD0FAEC8-E06F-4A35-A9C0-BB869ACF0BC5}" dt="2024-07-11T05:59:06.900" v="37"/>
        <pc:sldMkLst>
          <pc:docMk/>
          <pc:sldMk cId="2890597551" sldId="268"/>
        </pc:sldMkLst>
      </pc:sldChg>
      <pc:sldChg chg="add">
        <pc:chgData name="Vasant K Tiwari" userId="94ab7f94-4dc6-474c-9a49-34f940ad4691" providerId="ADAL" clId="{BD0FAEC8-E06F-4A35-A9C0-BB869ACF0BC5}" dt="2024-07-11T05:59:06.900" v="37"/>
        <pc:sldMkLst>
          <pc:docMk/>
          <pc:sldMk cId="1788746267" sldId="269"/>
        </pc:sldMkLst>
      </pc:sldChg>
      <pc:sldChg chg="del">
        <pc:chgData name="Vasant K Tiwari" userId="94ab7f94-4dc6-474c-9a49-34f940ad4691" providerId="ADAL" clId="{BD0FAEC8-E06F-4A35-A9C0-BB869ACF0BC5}" dt="2024-07-11T05:59:02.053" v="36" actId="2696"/>
        <pc:sldMkLst>
          <pc:docMk/>
          <pc:sldMk cId="3278565311" sldId="269"/>
        </pc:sldMkLst>
      </pc:sldChg>
      <pc:sldChg chg="add">
        <pc:chgData name="Vasant K Tiwari" userId="94ab7f94-4dc6-474c-9a49-34f940ad4691" providerId="ADAL" clId="{BD0FAEC8-E06F-4A35-A9C0-BB869ACF0BC5}" dt="2024-07-11T05:59:48.794" v="44"/>
        <pc:sldMkLst>
          <pc:docMk/>
          <pc:sldMk cId="206005507" sldId="2145709043"/>
        </pc:sldMkLst>
      </pc:sldChg>
      <pc:sldChg chg="del">
        <pc:chgData name="Vasant K Tiwari" userId="94ab7f94-4dc6-474c-9a49-34f940ad4691" providerId="ADAL" clId="{BD0FAEC8-E06F-4A35-A9C0-BB869ACF0BC5}" dt="2024-07-11T05:59:45.169" v="43" actId="2696"/>
        <pc:sldMkLst>
          <pc:docMk/>
          <pc:sldMk cId="2170024570" sldId="2145709043"/>
        </pc:sldMkLst>
      </pc:sldChg>
      <pc:sldChg chg="del">
        <pc:chgData name="Vasant K Tiwari" userId="94ab7f94-4dc6-474c-9a49-34f940ad4691" providerId="ADAL" clId="{BD0FAEC8-E06F-4A35-A9C0-BB869ACF0BC5}" dt="2024-07-11T05:49:23.384" v="29" actId="2696"/>
        <pc:sldMkLst>
          <pc:docMk/>
          <pc:sldMk cId="3750506967" sldId="2145709048"/>
        </pc:sldMkLst>
      </pc:sldChg>
      <pc:sldChg chg="add">
        <pc:chgData name="Vasant K Tiwari" userId="94ab7f94-4dc6-474c-9a49-34f940ad4691" providerId="ADAL" clId="{BD0FAEC8-E06F-4A35-A9C0-BB869ACF0BC5}" dt="2024-07-11T05:49:28.793" v="30"/>
        <pc:sldMkLst>
          <pc:docMk/>
          <pc:sldMk cId="4033474657" sldId="2145709048"/>
        </pc:sldMkLst>
      </pc:sldChg>
      <pc:sldChg chg="del">
        <pc:chgData name="Vasant K Tiwari" userId="94ab7f94-4dc6-474c-9a49-34f940ad4691" providerId="ADAL" clId="{BD0FAEC8-E06F-4A35-A9C0-BB869ACF0BC5}" dt="2024-07-11T05:47:45.162" v="23" actId="2696"/>
        <pc:sldMkLst>
          <pc:docMk/>
          <pc:sldMk cId="1444399480" sldId="2145709053"/>
        </pc:sldMkLst>
      </pc:sldChg>
      <pc:sldChg chg="add">
        <pc:chgData name="Vasant K Tiwari" userId="94ab7f94-4dc6-474c-9a49-34f940ad4691" providerId="ADAL" clId="{BD0FAEC8-E06F-4A35-A9C0-BB869ACF0BC5}" dt="2024-07-11T05:47:51.185" v="24"/>
        <pc:sldMkLst>
          <pc:docMk/>
          <pc:sldMk cId="4283047361" sldId="2145709053"/>
        </pc:sldMkLst>
      </pc:sldChg>
      <pc:sldChg chg="ord">
        <pc:chgData name="Vasant K Tiwari" userId="94ab7f94-4dc6-474c-9a49-34f940ad4691" providerId="ADAL" clId="{BD0FAEC8-E06F-4A35-A9C0-BB869ACF0BC5}" dt="2024-07-11T05:49:13.499" v="28"/>
        <pc:sldMkLst>
          <pc:docMk/>
          <pc:sldMk cId="1940949243" sldId="2145709065"/>
        </pc:sldMkLst>
      </pc:sldChg>
      <pc:sldChg chg="ord">
        <pc:chgData name="Vasant K Tiwari" userId="94ab7f94-4dc6-474c-9a49-34f940ad4691" providerId="ADAL" clId="{BD0FAEC8-E06F-4A35-A9C0-BB869ACF0BC5}" dt="2024-07-11T06:00:23.899" v="46"/>
        <pc:sldMkLst>
          <pc:docMk/>
          <pc:sldMk cId="4008787351" sldId="2145709068"/>
        </pc:sldMkLst>
      </pc:sldChg>
      <pc:sldChg chg="add">
        <pc:chgData name="Vasant K Tiwari" userId="94ab7f94-4dc6-474c-9a49-34f940ad4691" providerId="ADAL" clId="{BD0FAEC8-E06F-4A35-A9C0-BB869ACF0BC5}" dt="2024-07-11T05:59:48.794" v="44"/>
        <pc:sldMkLst>
          <pc:docMk/>
          <pc:sldMk cId="545096286" sldId="2145709171"/>
        </pc:sldMkLst>
      </pc:sldChg>
      <pc:sldChg chg="del">
        <pc:chgData name="Vasant K Tiwari" userId="94ab7f94-4dc6-474c-9a49-34f940ad4691" providerId="ADAL" clId="{BD0FAEC8-E06F-4A35-A9C0-BB869ACF0BC5}" dt="2024-07-11T05:59:45.169" v="43" actId="2696"/>
        <pc:sldMkLst>
          <pc:docMk/>
          <pc:sldMk cId="2222909355" sldId="2145709171"/>
        </pc:sldMkLst>
      </pc:sldChg>
      <pc:sldChg chg="del">
        <pc:chgData name="Vasant K Tiwari" userId="94ab7f94-4dc6-474c-9a49-34f940ad4691" providerId="ADAL" clId="{BD0FAEC8-E06F-4A35-A9C0-BB869ACF0BC5}" dt="2024-07-11T05:51:12.763" v="34" actId="2696"/>
        <pc:sldMkLst>
          <pc:docMk/>
          <pc:sldMk cId="144039402" sldId="2145709215"/>
        </pc:sldMkLst>
      </pc:sldChg>
      <pc:sldChg chg="add">
        <pc:chgData name="Vasant K Tiwari" userId="94ab7f94-4dc6-474c-9a49-34f940ad4691" providerId="ADAL" clId="{BD0FAEC8-E06F-4A35-A9C0-BB869ACF0BC5}" dt="2024-07-11T05:51:17.519" v="35"/>
        <pc:sldMkLst>
          <pc:docMk/>
          <pc:sldMk cId="2719157650" sldId="2145709215"/>
        </pc:sldMkLst>
      </pc:sldChg>
      <pc:sldChg chg="ord">
        <pc:chgData name="Vasant K Tiwari" userId="94ab7f94-4dc6-474c-9a49-34f940ad4691" providerId="ADAL" clId="{BD0FAEC8-E06F-4A35-A9C0-BB869ACF0BC5}" dt="2024-07-11T05:45:48.045" v="22" actId="20578"/>
        <pc:sldMkLst>
          <pc:docMk/>
          <pc:sldMk cId="3800592211" sldId="2145709219"/>
        </pc:sldMkLst>
      </pc:sldChg>
      <pc:sldChg chg="ord">
        <pc:chgData name="Vasant K Tiwari" userId="94ab7f94-4dc6-474c-9a49-34f940ad4691" providerId="ADAL" clId="{BD0FAEC8-E06F-4A35-A9C0-BB869ACF0BC5}" dt="2024-07-11T05:45:17.857" v="16"/>
        <pc:sldMkLst>
          <pc:docMk/>
          <pc:sldMk cId="1805333659" sldId="2145709231"/>
        </pc:sldMkLst>
      </pc:sldChg>
      <pc:sldChg chg="ord">
        <pc:chgData name="Vasant K Tiwari" userId="94ab7f94-4dc6-474c-9a49-34f940ad4691" providerId="ADAL" clId="{BD0FAEC8-E06F-4A35-A9C0-BB869ACF0BC5}" dt="2024-07-11T05:45:11.190" v="14"/>
        <pc:sldMkLst>
          <pc:docMk/>
          <pc:sldMk cId="2222670766" sldId="2145709234"/>
        </pc:sldMkLst>
      </pc:sldChg>
      <pc:sldChg chg="ord">
        <pc:chgData name="Vasant K Tiwari" userId="94ab7f94-4dc6-474c-9a49-34f940ad4691" providerId="ADAL" clId="{BD0FAEC8-E06F-4A35-A9C0-BB869ACF0BC5}" dt="2024-07-11T05:45:11.190" v="14"/>
        <pc:sldMkLst>
          <pc:docMk/>
          <pc:sldMk cId="3048719488" sldId="2145709235"/>
        </pc:sldMkLst>
      </pc:sldChg>
      <pc:sldChg chg="ord">
        <pc:chgData name="Vasant K Tiwari" userId="94ab7f94-4dc6-474c-9a49-34f940ad4691" providerId="ADAL" clId="{BD0FAEC8-E06F-4A35-A9C0-BB869ACF0BC5}" dt="2024-07-11T06:00:33.339" v="48"/>
        <pc:sldMkLst>
          <pc:docMk/>
          <pc:sldMk cId="3709877784" sldId="2147376147"/>
        </pc:sldMkLst>
      </pc:sldChg>
      <pc:sldChg chg="delSp modSp mod">
        <pc:chgData name="Vasant K Tiwari" userId="94ab7f94-4dc6-474c-9a49-34f940ad4691" providerId="ADAL" clId="{BD0FAEC8-E06F-4A35-A9C0-BB869ACF0BC5}" dt="2024-07-11T05:59:28.393" v="42" actId="14100"/>
        <pc:sldMkLst>
          <pc:docMk/>
          <pc:sldMk cId="1500137299" sldId="2147376156"/>
        </pc:sldMkLst>
      </pc:sldChg>
      <pc:sldChg chg="ord">
        <pc:chgData name="Vasant K Tiwari" userId="94ab7f94-4dc6-474c-9a49-34f940ad4691" providerId="ADAL" clId="{BD0FAEC8-E06F-4A35-A9C0-BB869ACF0BC5}" dt="2024-07-11T05:48:07.847" v="26"/>
        <pc:sldMkLst>
          <pc:docMk/>
          <pc:sldMk cId="802019646" sldId="2147376161"/>
        </pc:sldMkLst>
      </pc:sldChg>
      <pc:sldChg chg="ord">
        <pc:chgData name="Vasant K Tiwari" userId="94ab7f94-4dc6-474c-9a49-34f940ad4691" providerId="ADAL" clId="{BD0FAEC8-E06F-4A35-A9C0-BB869ACF0BC5}" dt="2024-07-11T05:45:30.437" v="18"/>
        <pc:sldMkLst>
          <pc:docMk/>
          <pc:sldMk cId="3425562321" sldId="2147376162"/>
        </pc:sldMkLst>
      </pc:sldChg>
      <pc:sldChg chg="modSp mod">
        <pc:chgData name="Vasant K Tiwari" userId="94ab7f94-4dc6-474c-9a49-34f940ad4691" providerId="ADAL" clId="{BD0FAEC8-E06F-4A35-A9C0-BB869ACF0BC5}" dt="2024-07-11T05:44:59.505" v="12" actId="20577"/>
        <pc:sldMkLst>
          <pc:docMk/>
          <pc:sldMk cId="3608601964" sldId="2147376470"/>
        </pc:sldMkLst>
      </pc:sldChg>
      <pc:sldChg chg="add">
        <pc:chgData name="Vasant K Tiwari" userId="94ab7f94-4dc6-474c-9a49-34f940ad4691" providerId="ADAL" clId="{BD0FAEC8-E06F-4A35-A9C0-BB869ACF0BC5}" dt="2024-07-11T05:59:19.931" v="40"/>
        <pc:sldMkLst>
          <pc:docMk/>
          <pc:sldMk cId="1411544291" sldId="2147376471"/>
        </pc:sldMkLst>
      </pc:sldChg>
      <pc:sldChg chg="add del">
        <pc:chgData name="Vasant K Tiwari" userId="94ab7f94-4dc6-474c-9a49-34f940ad4691" providerId="ADAL" clId="{BD0FAEC8-E06F-4A35-A9C0-BB869ACF0BC5}" dt="2024-07-11T05:59:16.540" v="39" actId="2696"/>
        <pc:sldMkLst>
          <pc:docMk/>
          <pc:sldMk cId="2894641361" sldId="2147376471"/>
        </pc:sldMkLst>
      </pc:sldChg>
    </pc:docChg>
  </pc:docChgLst>
  <pc:docChgLst>
    <pc:chgData name="Ashwani Mishra" userId="15d57bc9-d3a4-4ee8-885b-38ce2f0c857c" providerId="ADAL" clId="{B0EAADFA-DB5D-4602-A8C4-8C7DEF2E2578}"/>
    <pc:docChg chg="modSld">
      <pc:chgData name="Ashwani Mishra" userId="15d57bc9-d3a4-4ee8-885b-38ce2f0c857c" providerId="ADAL" clId="{B0EAADFA-DB5D-4602-A8C4-8C7DEF2E2578}" dt="2024-09-03T04:55:54.865" v="10"/>
      <pc:docMkLst>
        <pc:docMk/>
      </pc:docMkLst>
      <pc:sldChg chg="modSp mod">
        <pc:chgData name="Ashwani Mishra" userId="15d57bc9-d3a4-4ee8-885b-38ce2f0c857c" providerId="ADAL" clId="{B0EAADFA-DB5D-4602-A8C4-8C7DEF2E2578}" dt="2024-09-03T04:55:54.865" v="10"/>
        <pc:sldMkLst>
          <pc:docMk/>
          <pc:sldMk cId="2915413342" sldId="2145709040"/>
        </pc:sldMkLst>
      </pc:sldChg>
    </pc:docChg>
  </pc:docChgLst>
  <pc:docChgLst>
    <pc:chgData name="Ashwani Mishra" userId="15d57bc9-d3a4-4ee8-885b-38ce2f0c857c" providerId="ADAL" clId="{80964771-805F-4F90-A91F-E4BEB039E69C}"/>
    <pc:docChg chg="addSld modSld">
      <pc:chgData name="Ashwani Mishra" userId="15d57bc9-d3a4-4ee8-885b-38ce2f0c857c" providerId="ADAL" clId="{80964771-805F-4F90-A91F-E4BEB039E69C}" dt="2025-05-24T05:08:23.664" v="31"/>
      <pc:docMkLst>
        <pc:docMk/>
      </pc:docMkLst>
      <pc:sldChg chg="add">
        <pc:chgData name="Ashwani Mishra" userId="15d57bc9-d3a4-4ee8-885b-38ce2f0c857c" providerId="ADAL" clId="{80964771-805F-4F90-A91F-E4BEB039E69C}" dt="2025-05-24T05:05:20.907" v="29"/>
        <pc:sldMkLst>
          <pc:docMk/>
          <pc:sldMk cId="1940949243" sldId="2145709065"/>
        </pc:sldMkLst>
      </pc:sldChg>
      <pc:sldChg chg="modSp mod">
        <pc:chgData name="Ashwani Mishra" userId="15d57bc9-d3a4-4ee8-885b-38ce2f0c857c" providerId="ADAL" clId="{80964771-805F-4F90-A91F-E4BEB039E69C}" dt="2025-05-24T04:44:47.662" v="4"/>
        <pc:sldMkLst>
          <pc:docMk/>
          <pc:sldMk cId="1500137299" sldId="2147376156"/>
        </pc:sldMkLst>
      </pc:sldChg>
      <pc:sldChg chg="modSp mod">
        <pc:chgData name="Ashwani Mishra" userId="15d57bc9-d3a4-4ee8-885b-38ce2f0c857c" providerId="ADAL" clId="{80964771-805F-4F90-A91F-E4BEB039E69C}" dt="2025-05-24T04:50:32.911" v="28" actId="14100"/>
        <pc:sldMkLst>
          <pc:docMk/>
          <pc:sldMk cId="3576340285" sldId="2147376479"/>
        </pc:sldMkLst>
      </pc:sldChg>
      <pc:sldChg chg="add">
        <pc:chgData name="Ashwani Mishra" userId="15d57bc9-d3a4-4ee8-885b-38ce2f0c857c" providerId="ADAL" clId="{80964771-805F-4F90-A91F-E4BEB039E69C}" dt="2025-05-24T05:07:55.852" v="30"/>
        <pc:sldMkLst>
          <pc:docMk/>
          <pc:sldMk cId="1035693169" sldId="2147376613"/>
        </pc:sldMkLst>
      </pc:sldChg>
      <pc:sldChg chg="add">
        <pc:chgData name="Ashwani Mishra" userId="15d57bc9-d3a4-4ee8-885b-38ce2f0c857c" providerId="ADAL" clId="{80964771-805F-4F90-A91F-E4BEB039E69C}" dt="2025-05-24T05:07:55.852" v="30"/>
        <pc:sldMkLst>
          <pc:docMk/>
          <pc:sldMk cId="402419678" sldId="2147376614"/>
        </pc:sldMkLst>
      </pc:sldChg>
      <pc:sldChg chg="modSp mod">
        <pc:chgData name="Ashwani Mishra" userId="15d57bc9-d3a4-4ee8-885b-38ce2f0c857c" providerId="ADAL" clId="{80964771-805F-4F90-A91F-E4BEB039E69C}" dt="2025-05-24T04:42:49.599" v="1" actId="20577"/>
        <pc:sldMkLst>
          <pc:docMk/>
          <pc:sldMk cId="3697540684" sldId="2147376697"/>
        </pc:sldMkLst>
      </pc:sldChg>
      <pc:sldChg chg="add">
        <pc:chgData name="Ashwani Mishra" userId="15d57bc9-d3a4-4ee8-885b-38ce2f0c857c" providerId="ADAL" clId="{80964771-805F-4F90-A91F-E4BEB039E69C}" dt="2025-05-24T05:05:20.907" v="29"/>
        <pc:sldMkLst>
          <pc:docMk/>
          <pc:sldMk cId="4076976967" sldId="2147376719"/>
        </pc:sldMkLst>
      </pc:sldChg>
      <pc:sldChg chg="add">
        <pc:chgData name="Ashwani Mishra" userId="15d57bc9-d3a4-4ee8-885b-38ce2f0c857c" providerId="ADAL" clId="{80964771-805F-4F90-A91F-E4BEB039E69C}" dt="2025-05-24T05:07:55.852" v="30"/>
        <pc:sldMkLst>
          <pc:docMk/>
          <pc:sldMk cId="1486431657" sldId="2147376720"/>
        </pc:sldMkLst>
      </pc:sldChg>
      <pc:sldChg chg="add">
        <pc:chgData name="Ashwani Mishra" userId="15d57bc9-d3a4-4ee8-885b-38ce2f0c857c" providerId="ADAL" clId="{80964771-805F-4F90-A91F-E4BEB039E69C}" dt="2025-05-24T05:08:23.664" v="31"/>
        <pc:sldMkLst>
          <pc:docMk/>
          <pc:sldMk cId="2124297709" sldId="21473767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8"/>
            <a:ext cx="3077739" cy="513508"/>
          </a:xfrm>
          <a:prstGeom prst="rect">
            <a:avLst/>
          </a:prstGeom>
        </p:spPr>
        <p:txBody>
          <a:bodyPr vert="horz" lIns="94699" tIns="47350" rIns="94699" bIns="47350" rtlCol="0"/>
          <a:lstStyle>
            <a:lvl1pPr algn="l">
              <a:defRPr sz="1200"/>
            </a:lvl1pPr>
          </a:lstStyle>
          <a:p>
            <a:endParaRPr lang="en-IN"/>
          </a:p>
        </p:txBody>
      </p:sp>
      <p:sp>
        <p:nvSpPr>
          <p:cNvPr id="3" name="Date Placeholder 2"/>
          <p:cNvSpPr>
            <a:spLocks noGrp="1"/>
          </p:cNvSpPr>
          <p:nvPr>
            <p:ph type="dt" idx="1"/>
          </p:nvPr>
        </p:nvSpPr>
        <p:spPr>
          <a:xfrm>
            <a:off x="4023094" y="8"/>
            <a:ext cx="3077739" cy="513508"/>
          </a:xfrm>
          <a:prstGeom prst="rect">
            <a:avLst/>
          </a:prstGeom>
        </p:spPr>
        <p:txBody>
          <a:bodyPr vert="horz" lIns="94699" tIns="47350" rIns="94699" bIns="47350" rtlCol="0"/>
          <a:lstStyle>
            <a:lvl1pPr algn="r">
              <a:defRPr sz="1200"/>
            </a:lvl1pPr>
          </a:lstStyle>
          <a:p>
            <a:fld id="{E73B7EAE-A438-4338-B26C-6D1B3734B133}" type="datetimeFigureOut">
              <a:rPr lang="en-IN" smtClean="0"/>
              <a:t>26-02-2026</a:t>
            </a:fld>
            <a:endParaRPr lang="en-IN"/>
          </a:p>
        </p:txBody>
      </p:sp>
      <p:sp>
        <p:nvSpPr>
          <p:cNvPr id="4" name="Slide Image Placeholder 3"/>
          <p:cNvSpPr>
            <a:spLocks noGrp="1" noRot="1" noChangeAspect="1"/>
          </p:cNvSpPr>
          <p:nvPr>
            <p:ph type="sldImg" idx="2"/>
          </p:nvPr>
        </p:nvSpPr>
        <p:spPr>
          <a:xfrm>
            <a:off x="479425" y="1279525"/>
            <a:ext cx="6143625" cy="3455988"/>
          </a:xfrm>
          <a:prstGeom prst="rect">
            <a:avLst/>
          </a:prstGeom>
          <a:noFill/>
          <a:ln w="12700">
            <a:solidFill>
              <a:prstClr val="black"/>
            </a:solidFill>
          </a:ln>
        </p:spPr>
        <p:txBody>
          <a:bodyPr vert="horz" lIns="94699" tIns="47350" rIns="94699" bIns="47350" rtlCol="0" anchor="ctr"/>
          <a:lstStyle/>
          <a:p>
            <a:endParaRPr lang="en-IN"/>
          </a:p>
        </p:txBody>
      </p:sp>
      <p:sp>
        <p:nvSpPr>
          <p:cNvPr id="5" name="Notes Placeholder 4"/>
          <p:cNvSpPr>
            <a:spLocks noGrp="1"/>
          </p:cNvSpPr>
          <p:nvPr>
            <p:ph type="body" sz="quarter" idx="3"/>
          </p:nvPr>
        </p:nvSpPr>
        <p:spPr>
          <a:xfrm>
            <a:off x="710248" y="4925411"/>
            <a:ext cx="5681980" cy="4029879"/>
          </a:xfrm>
          <a:prstGeom prst="rect">
            <a:avLst/>
          </a:prstGeom>
        </p:spPr>
        <p:txBody>
          <a:bodyPr vert="horz" lIns="94699" tIns="47350" rIns="94699" bIns="4735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3" y="9721108"/>
            <a:ext cx="3077739" cy="513507"/>
          </a:xfrm>
          <a:prstGeom prst="rect">
            <a:avLst/>
          </a:prstGeom>
        </p:spPr>
        <p:txBody>
          <a:bodyPr vert="horz" lIns="94699" tIns="47350" rIns="94699" bIns="47350" rtlCol="0" anchor="b"/>
          <a:lstStyle>
            <a:lvl1pPr algn="l">
              <a:defRPr sz="1200"/>
            </a:lvl1pPr>
          </a:lstStyle>
          <a:p>
            <a:endParaRPr lang="en-IN"/>
          </a:p>
        </p:txBody>
      </p:sp>
      <p:sp>
        <p:nvSpPr>
          <p:cNvPr id="7" name="Slide Number Placeholder 6"/>
          <p:cNvSpPr>
            <a:spLocks noGrp="1"/>
          </p:cNvSpPr>
          <p:nvPr>
            <p:ph type="sldNum" sz="quarter" idx="5"/>
          </p:nvPr>
        </p:nvSpPr>
        <p:spPr>
          <a:xfrm>
            <a:off x="4023094" y="9721108"/>
            <a:ext cx="3077739" cy="513507"/>
          </a:xfrm>
          <a:prstGeom prst="rect">
            <a:avLst/>
          </a:prstGeom>
        </p:spPr>
        <p:txBody>
          <a:bodyPr vert="horz" lIns="94699" tIns="47350" rIns="94699" bIns="47350" rtlCol="0" anchor="b"/>
          <a:lstStyle>
            <a:lvl1pPr algn="r">
              <a:defRPr sz="1200"/>
            </a:lvl1pPr>
          </a:lstStyle>
          <a:p>
            <a:fld id="{98760BA9-200D-4D85-B7FE-48D300FCD901}" type="slidenum">
              <a:rPr lang="en-IN" smtClean="0"/>
              <a:t>‹#›</a:t>
            </a:fld>
            <a:endParaRPr lang="en-IN"/>
          </a:p>
        </p:txBody>
      </p:sp>
    </p:spTree>
    <p:extLst>
      <p:ext uri="{BB962C8B-B14F-4D97-AF65-F5344CB8AC3E}">
        <p14:creationId xmlns:p14="http://schemas.microsoft.com/office/powerpoint/2010/main" val="3684979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01600" y="750888"/>
            <a:ext cx="6683375" cy="3759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8658" y="4758894"/>
            <a:ext cx="5509260" cy="4508421"/>
          </a:xfrm>
          <a:prstGeom prst="rect">
            <a:avLst/>
          </a:prstGeom>
          <a:noFill/>
          <a:ln>
            <a:noFill/>
          </a:ln>
        </p:spPr>
        <p:txBody>
          <a:bodyPr spcFirstLastPara="1" wrap="square" lIns="93036" tIns="93036" rIns="93036" bIns="93036" anchor="t" anchorCtr="0">
            <a:noAutofit/>
          </a:bodyPr>
          <a:lstStyle/>
          <a:p>
            <a:pPr marL="465261" indent="-232631">
              <a:buSzPts val="1100"/>
            </a:pPr>
            <a:endParaRPr/>
          </a:p>
        </p:txBody>
      </p:sp>
    </p:spTree>
    <p:extLst>
      <p:ext uri="{BB962C8B-B14F-4D97-AF65-F5344CB8AC3E}">
        <p14:creationId xmlns:p14="http://schemas.microsoft.com/office/powerpoint/2010/main" val="3492593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7729A4-D13F-49FE-9CD5-A307C915532A}" type="slidenum">
              <a:rPr lang="en-IN" smtClean="0"/>
              <a:t>8</a:t>
            </a:fld>
            <a:endParaRPr lang="en-IN"/>
          </a:p>
        </p:txBody>
      </p:sp>
    </p:spTree>
    <p:extLst>
      <p:ext uri="{BB962C8B-B14F-4D97-AF65-F5344CB8AC3E}">
        <p14:creationId xmlns:p14="http://schemas.microsoft.com/office/powerpoint/2010/main" val="154817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38113" y="766763"/>
            <a:ext cx="6826250" cy="38401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710248" y="4861443"/>
            <a:ext cx="5681980" cy="4605576"/>
          </a:xfrm>
          <a:prstGeom prst="rect">
            <a:avLst/>
          </a:prstGeom>
          <a:noFill/>
          <a:ln>
            <a:noFill/>
          </a:ln>
        </p:spPr>
        <p:txBody>
          <a:bodyPr spcFirstLastPara="1" wrap="square" lIns="95460" tIns="95460" rIns="95460" bIns="95460" anchor="t" anchorCtr="0">
            <a:noAutofit/>
          </a:bodyPr>
          <a:lstStyle/>
          <a:p>
            <a:pPr marL="477380" indent="-238690">
              <a:buSzPts val="1100"/>
            </a:pPr>
            <a:endParaRPr/>
          </a:p>
        </p:txBody>
      </p:sp>
    </p:spTree>
    <p:extLst>
      <p:ext uri="{BB962C8B-B14F-4D97-AF65-F5344CB8AC3E}">
        <p14:creationId xmlns:p14="http://schemas.microsoft.com/office/powerpoint/2010/main" val="2777127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38113" y="766763"/>
            <a:ext cx="6826250" cy="38401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710248" y="4861443"/>
            <a:ext cx="5681980" cy="4605576"/>
          </a:xfrm>
          <a:prstGeom prst="rect">
            <a:avLst/>
          </a:prstGeom>
          <a:noFill/>
          <a:ln>
            <a:noFill/>
          </a:ln>
        </p:spPr>
        <p:txBody>
          <a:bodyPr spcFirstLastPara="1" wrap="square" lIns="95460" tIns="95460" rIns="95460" bIns="95460" anchor="t" anchorCtr="0">
            <a:noAutofit/>
          </a:bodyPr>
          <a:lstStyle/>
          <a:p>
            <a:pPr marL="477380" indent="-238690">
              <a:buSzPts val="1100"/>
            </a:pPr>
            <a:endParaRPr/>
          </a:p>
        </p:txBody>
      </p:sp>
    </p:spTree>
    <p:extLst>
      <p:ext uri="{BB962C8B-B14F-4D97-AF65-F5344CB8AC3E}">
        <p14:creationId xmlns:p14="http://schemas.microsoft.com/office/powerpoint/2010/main" val="151339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70555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85715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38113" y="766763"/>
            <a:ext cx="6826250" cy="38401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710248" y="4861443"/>
            <a:ext cx="5681980" cy="4605576"/>
          </a:xfrm>
          <a:prstGeom prst="rect">
            <a:avLst/>
          </a:prstGeom>
          <a:noFill/>
          <a:ln>
            <a:noFill/>
          </a:ln>
        </p:spPr>
        <p:txBody>
          <a:bodyPr spcFirstLastPara="1" wrap="square" lIns="95460" tIns="95460" rIns="95460" bIns="95460" anchor="t" anchorCtr="0">
            <a:noAutofit/>
          </a:bodyPr>
          <a:lstStyle/>
          <a:p>
            <a:pPr marL="477380" indent="-238690">
              <a:buSzPts val="1100"/>
            </a:pPr>
            <a:endParaRPr/>
          </a:p>
        </p:txBody>
      </p:sp>
    </p:spTree>
    <p:extLst>
      <p:ext uri="{BB962C8B-B14F-4D97-AF65-F5344CB8AC3E}">
        <p14:creationId xmlns:p14="http://schemas.microsoft.com/office/powerpoint/2010/main" val="631493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23</a:t>
            </a:fld>
            <a:endParaRPr lang="en-IN"/>
          </a:p>
        </p:txBody>
      </p:sp>
    </p:spTree>
    <p:extLst>
      <p:ext uri="{BB962C8B-B14F-4D97-AF65-F5344CB8AC3E}">
        <p14:creationId xmlns:p14="http://schemas.microsoft.com/office/powerpoint/2010/main" val="4147630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24</a:t>
            </a:fld>
            <a:endParaRPr lang="en-US"/>
          </a:p>
        </p:txBody>
      </p:sp>
    </p:spTree>
    <p:extLst>
      <p:ext uri="{BB962C8B-B14F-4D97-AF65-F5344CB8AC3E}">
        <p14:creationId xmlns:p14="http://schemas.microsoft.com/office/powerpoint/2010/main" val="2458496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25</a:t>
            </a:fld>
            <a:endParaRPr lang="en-US"/>
          </a:p>
        </p:txBody>
      </p:sp>
    </p:spTree>
    <p:extLst>
      <p:ext uri="{BB962C8B-B14F-4D97-AF65-F5344CB8AC3E}">
        <p14:creationId xmlns:p14="http://schemas.microsoft.com/office/powerpoint/2010/main" val="3173494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26</a:t>
            </a:fld>
            <a:endParaRPr lang="en-US"/>
          </a:p>
        </p:txBody>
      </p:sp>
    </p:spTree>
    <p:extLst>
      <p:ext uri="{BB962C8B-B14F-4D97-AF65-F5344CB8AC3E}">
        <p14:creationId xmlns:p14="http://schemas.microsoft.com/office/powerpoint/2010/main" val="1700005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27</a:t>
            </a:fld>
            <a:endParaRPr lang="en-US"/>
          </a:p>
        </p:txBody>
      </p:sp>
    </p:spTree>
    <p:extLst>
      <p:ext uri="{BB962C8B-B14F-4D97-AF65-F5344CB8AC3E}">
        <p14:creationId xmlns:p14="http://schemas.microsoft.com/office/powerpoint/2010/main" val="42906065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28</a:t>
            </a:fld>
            <a:endParaRPr lang="en-US"/>
          </a:p>
        </p:txBody>
      </p:sp>
    </p:spTree>
    <p:extLst>
      <p:ext uri="{BB962C8B-B14F-4D97-AF65-F5344CB8AC3E}">
        <p14:creationId xmlns:p14="http://schemas.microsoft.com/office/powerpoint/2010/main" val="23772625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29</a:t>
            </a:fld>
            <a:endParaRPr lang="en-US"/>
          </a:p>
        </p:txBody>
      </p:sp>
    </p:spTree>
    <p:extLst>
      <p:ext uri="{BB962C8B-B14F-4D97-AF65-F5344CB8AC3E}">
        <p14:creationId xmlns:p14="http://schemas.microsoft.com/office/powerpoint/2010/main" val="32466214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30</a:t>
            </a:fld>
            <a:endParaRPr lang="en-US"/>
          </a:p>
        </p:txBody>
      </p:sp>
    </p:spTree>
    <p:extLst>
      <p:ext uri="{BB962C8B-B14F-4D97-AF65-F5344CB8AC3E}">
        <p14:creationId xmlns:p14="http://schemas.microsoft.com/office/powerpoint/2010/main" val="5559410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31</a:t>
            </a:fld>
            <a:endParaRPr lang="en-US"/>
          </a:p>
        </p:txBody>
      </p:sp>
    </p:spTree>
    <p:extLst>
      <p:ext uri="{BB962C8B-B14F-4D97-AF65-F5344CB8AC3E}">
        <p14:creationId xmlns:p14="http://schemas.microsoft.com/office/powerpoint/2010/main" val="477216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34</a:t>
            </a:fld>
            <a:endParaRPr lang="en-IN"/>
          </a:p>
        </p:txBody>
      </p:sp>
    </p:spTree>
    <p:extLst>
      <p:ext uri="{BB962C8B-B14F-4D97-AF65-F5344CB8AC3E}">
        <p14:creationId xmlns:p14="http://schemas.microsoft.com/office/powerpoint/2010/main" val="41932167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38</a:t>
            </a:fld>
            <a:endParaRPr lang="en-IN"/>
          </a:p>
        </p:txBody>
      </p:sp>
    </p:spTree>
    <p:extLst>
      <p:ext uri="{BB962C8B-B14F-4D97-AF65-F5344CB8AC3E}">
        <p14:creationId xmlns:p14="http://schemas.microsoft.com/office/powerpoint/2010/main" val="14647891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39</a:t>
            </a:fld>
            <a:endParaRPr lang="en-US"/>
          </a:p>
        </p:txBody>
      </p:sp>
    </p:spTree>
    <p:extLst>
      <p:ext uri="{BB962C8B-B14F-4D97-AF65-F5344CB8AC3E}">
        <p14:creationId xmlns:p14="http://schemas.microsoft.com/office/powerpoint/2010/main" val="31734949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97B40-D132-7649-E47F-B0AA9434F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49B23-2E83-0202-2D50-2D63818B13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3131A-2F83-E5F4-A516-A0BF0B237E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E01186-A4E8-55F4-7168-EB13F2920A36}"/>
              </a:ext>
            </a:extLst>
          </p:cNvPr>
          <p:cNvSpPr>
            <a:spLocks noGrp="1"/>
          </p:cNvSpPr>
          <p:nvPr>
            <p:ph type="sldNum" sz="quarter" idx="5"/>
          </p:nvPr>
        </p:nvSpPr>
        <p:spPr/>
        <p:txBody>
          <a:bodyPr/>
          <a:lstStyle/>
          <a:p>
            <a:fld id="{9957E4E8-25E5-457C-8945-F1861A7AD405}" type="slidenum">
              <a:rPr lang="en-US" smtClean="0"/>
              <a:t>40</a:t>
            </a:fld>
            <a:endParaRPr lang="en-US"/>
          </a:p>
        </p:txBody>
      </p:sp>
    </p:spTree>
    <p:extLst>
      <p:ext uri="{BB962C8B-B14F-4D97-AF65-F5344CB8AC3E}">
        <p14:creationId xmlns:p14="http://schemas.microsoft.com/office/powerpoint/2010/main" val="21890447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006CC-47DF-7FB5-53BD-DEE4F6F74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1FBB9-79EE-0824-9E01-473271A01A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BD0D15-BC08-ADE2-95D5-DB1F0FAFE0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6AC6B0-D533-0201-735B-68F724F25B2A}"/>
              </a:ext>
            </a:extLst>
          </p:cNvPr>
          <p:cNvSpPr>
            <a:spLocks noGrp="1"/>
          </p:cNvSpPr>
          <p:nvPr>
            <p:ph type="sldNum" sz="quarter" idx="5"/>
          </p:nvPr>
        </p:nvSpPr>
        <p:spPr/>
        <p:txBody>
          <a:bodyPr/>
          <a:lstStyle/>
          <a:p>
            <a:fld id="{9957E4E8-25E5-457C-8945-F1861A7AD405}" type="slidenum">
              <a:rPr lang="en-US" smtClean="0"/>
              <a:t>41</a:t>
            </a:fld>
            <a:endParaRPr lang="en-US"/>
          </a:p>
        </p:txBody>
      </p:sp>
    </p:spTree>
    <p:extLst>
      <p:ext uri="{BB962C8B-B14F-4D97-AF65-F5344CB8AC3E}">
        <p14:creationId xmlns:p14="http://schemas.microsoft.com/office/powerpoint/2010/main" val="35798512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19035-B454-8D32-7CE3-5107EDCF7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75983-0C78-867E-CE0A-9CAF0DC22B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7C1AC-7A6A-526A-7B66-A091629C31E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2B024BF-A5DB-129B-4096-5AD4EAEABEF9}"/>
              </a:ext>
            </a:extLst>
          </p:cNvPr>
          <p:cNvSpPr>
            <a:spLocks noGrp="1"/>
          </p:cNvSpPr>
          <p:nvPr>
            <p:ph type="sldNum" sz="quarter" idx="5"/>
          </p:nvPr>
        </p:nvSpPr>
        <p:spPr/>
        <p:txBody>
          <a:bodyPr/>
          <a:lstStyle/>
          <a:p>
            <a:fld id="{DC3FF893-9F75-4377-8E77-B4B9D354E4D4}" type="slidenum">
              <a:rPr lang="en-IN" smtClean="0"/>
              <a:pPr/>
              <a:t>47</a:t>
            </a:fld>
            <a:endParaRPr lang="en-IN"/>
          </a:p>
        </p:txBody>
      </p:sp>
    </p:spTree>
    <p:extLst>
      <p:ext uri="{BB962C8B-B14F-4D97-AF65-F5344CB8AC3E}">
        <p14:creationId xmlns:p14="http://schemas.microsoft.com/office/powerpoint/2010/main" val="614330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860D4-28A2-B915-5994-BC70554622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4A902-FF66-D227-588D-C5CEBF8AE0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FDA7DE-18C1-1784-87C1-FFBD70B7AB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77DB34-8E5D-9FDD-0E21-30EFF2350899}"/>
              </a:ext>
            </a:extLst>
          </p:cNvPr>
          <p:cNvSpPr>
            <a:spLocks noGrp="1"/>
          </p:cNvSpPr>
          <p:nvPr>
            <p:ph type="sldNum" sz="quarter" idx="5"/>
          </p:nvPr>
        </p:nvSpPr>
        <p:spPr/>
        <p:txBody>
          <a:bodyPr/>
          <a:lstStyle/>
          <a:p>
            <a:fld id="{9957E4E8-25E5-457C-8945-F1861A7AD405}" type="slidenum">
              <a:rPr lang="en-US" smtClean="0"/>
              <a:t>48</a:t>
            </a:fld>
            <a:endParaRPr lang="en-US"/>
          </a:p>
        </p:txBody>
      </p:sp>
    </p:spTree>
    <p:extLst>
      <p:ext uri="{BB962C8B-B14F-4D97-AF65-F5344CB8AC3E}">
        <p14:creationId xmlns:p14="http://schemas.microsoft.com/office/powerpoint/2010/main" val="1353979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860D4-28A2-B915-5994-BC70554622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4A902-FF66-D227-588D-C5CEBF8AE0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FDA7DE-18C1-1784-87C1-FFBD70B7AB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77DB34-8E5D-9FDD-0E21-30EFF2350899}"/>
              </a:ext>
            </a:extLst>
          </p:cNvPr>
          <p:cNvSpPr>
            <a:spLocks noGrp="1"/>
          </p:cNvSpPr>
          <p:nvPr>
            <p:ph type="sldNum" sz="quarter" idx="5"/>
          </p:nvPr>
        </p:nvSpPr>
        <p:spPr/>
        <p:txBody>
          <a:bodyPr/>
          <a:lstStyle/>
          <a:p>
            <a:fld id="{9957E4E8-25E5-457C-8945-F1861A7AD405}" type="slidenum">
              <a:rPr lang="en-US" smtClean="0"/>
              <a:t>51</a:t>
            </a:fld>
            <a:endParaRPr lang="en-US"/>
          </a:p>
        </p:txBody>
      </p:sp>
    </p:spTree>
    <p:extLst>
      <p:ext uri="{BB962C8B-B14F-4D97-AF65-F5344CB8AC3E}">
        <p14:creationId xmlns:p14="http://schemas.microsoft.com/office/powerpoint/2010/main" val="3537275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860D4-28A2-B915-5994-BC70554622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4A902-FF66-D227-588D-C5CEBF8AE0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FDA7DE-18C1-1784-87C1-FFBD70B7AB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77DB34-8E5D-9FDD-0E21-30EFF2350899}"/>
              </a:ext>
            </a:extLst>
          </p:cNvPr>
          <p:cNvSpPr>
            <a:spLocks noGrp="1"/>
          </p:cNvSpPr>
          <p:nvPr>
            <p:ph type="sldNum" sz="quarter" idx="5"/>
          </p:nvPr>
        </p:nvSpPr>
        <p:spPr/>
        <p:txBody>
          <a:bodyPr/>
          <a:lstStyle/>
          <a:p>
            <a:fld id="{9957E4E8-25E5-457C-8945-F1861A7AD405}" type="slidenum">
              <a:rPr lang="en-US" smtClean="0"/>
              <a:t>52</a:t>
            </a:fld>
            <a:endParaRPr lang="en-US"/>
          </a:p>
        </p:txBody>
      </p:sp>
    </p:spTree>
    <p:extLst>
      <p:ext uri="{BB962C8B-B14F-4D97-AF65-F5344CB8AC3E}">
        <p14:creationId xmlns:p14="http://schemas.microsoft.com/office/powerpoint/2010/main" val="2916778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6552F-3F81-FAD2-D3B4-6AB87CAF65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7E2EC28-81E1-6B55-B715-05B0F82C3E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62A025B-8865-0911-10BC-FBADF9D7A6F6}"/>
              </a:ext>
            </a:extLst>
          </p:cNvPr>
          <p:cNvSpPr>
            <a:spLocks noGrp="1"/>
          </p:cNvSpPr>
          <p:nvPr>
            <p:ph type="dt" sz="half" idx="10"/>
          </p:nvPr>
        </p:nvSpPr>
        <p:spPr/>
        <p:txBody>
          <a:bodyPr/>
          <a:lstStyle/>
          <a:p>
            <a:fld id="{3D1D91EE-2DFF-41AD-A170-572CC2ED5E04}" type="datetime1">
              <a:rPr lang="en-IN" smtClean="0"/>
              <a:t>26-02-2026</a:t>
            </a:fld>
            <a:endParaRPr lang="en-IN"/>
          </a:p>
        </p:txBody>
      </p:sp>
      <p:sp>
        <p:nvSpPr>
          <p:cNvPr id="5" name="Footer Placeholder 4">
            <a:extLst>
              <a:ext uri="{FF2B5EF4-FFF2-40B4-BE49-F238E27FC236}">
                <a16:creationId xmlns:a16="http://schemas.microsoft.com/office/drawing/2014/main" id="{BB720225-7567-5734-637D-F03C4D041D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1EF559-8BFE-CD47-85E7-7FBE2ACABAC7}"/>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10493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64D9A-01C6-91AA-447A-756FEEB2EA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18685A-7252-C7C3-50A8-4697BBF082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91FF24-E9EF-CAF1-1985-79D6C7C636A0}"/>
              </a:ext>
            </a:extLst>
          </p:cNvPr>
          <p:cNvSpPr>
            <a:spLocks noGrp="1"/>
          </p:cNvSpPr>
          <p:nvPr>
            <p:ph type="dt" sz="half" idx="10"/>
          </p:nvPr>
        </p:nvSpPr>
        <p:spPr/>
        <p:txBody>
          <a:bodyPr/>
          <a:lstStyle/>
          <a:p>
            <a:fld id="{AB7FCA1B-60D4-457E-B157-6327685ED13F}" type="datetime1">
              <a:rPr lang="en-IN" smtClean="0"/>
              <a:t>26-02-2026</a:t>
            </a:fld>
            <a:endParaRPr lang="en-IN"/>
          </a:p>
        </p:txBody>
      </p:sp>
      <p:sp>
        <p:nvSpPr>
          <p:cNvPr id="5" name="Footer Placeholder 4">
            <a:extLst>
              <a:ext uri="{FF2B5EF4-FFF2-40B4-BE49-F238E27FC236}">
                <a16:creationId xmlns:a16="http://schemas.microsoft.com/office/drawing/2014/main" id="{BD7BD54A-AC63-86F0-13DF-D864119778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EFA53B-05BC-FD6D-91DB-20251C31915D}"/>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2082225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C644F-A2D8-F47E-11A8-9D42202986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7B8AA9C-7447-90D4-A0EE-386CC8EA30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19876D-0D18-AEB0-AEA1-2400087FF250}"/>
              </a:ext>
            </a:extLst>
          </p:cNvPr>
          <p:cNvSpPr>
            <a:spLocks noGrp="1"/>
          </p:cNvSpPr>
          <p:nvPr>
            <p:ph type="dt" sz="half" idx="10"/>
          </p:nvPr>
        </p:nvSpPr>
        <p:spPr/>
        <p:txBody>
          <a:bodyPr/>
          <a:lstStyle/>
          <a:p>
            <a:fld id="{211A45BC-1E7F-4A61-8C84-B14AEB99D9AE}" type="datetime1">
              <a:rPr lang="en-IN" smtClean="0"/>
              <a:t>26-02-2026</a:t>
            </a:fld>
            <a:endParaRPr lang="en-IN"/>
          </a:p>
        </p:txBody>
      </p:sp>
      <p:sp>
        <p:nvSpPr>
          <p:cNvPr id="5" name="Footer Placeholder 4">
            <a:extLst>
              <a:ext uri="{FF2B5EF4-FFF2-40B4-BE49-F238E27FC236}">
                <a16:creationId xmlns:a16="http://schemas.microsoft.com/office/drawing/2014/main" id="{B35091B6-07C0-6DC8-7DBD-635D87274A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ED409C-1048-2FD9-736E-20D19EB7B031}"/>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927476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4DD5E-1EF6-179A-7B1A-A39FB00804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E2786C-D182-C8B3-40EA-DE9BD6E803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05C5B6-6AE9-ED82-6C0D-365BA06309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301B9CD-9EF7-42AD-4B19-933A39CA39AF}"/>
              </a:ext>
            </a:extLst>
          </p:cNvPr>
          <p:cNvSpPr>
            <a:spLocks noGrp="1"/>
          </p:cNvSpPr>
          <p:nvPr>
            <p:ph type="dt" sz="half" idx="10"/>
          </p:nvPr>
        </p:nvSpPr>
        <p:spPr/>
        <p:txBody>
          <a:bodyPr/>
          <a:lstStyle/>
          <a:p>
            <a:fld id="{61C0EBAB-669F-463F-AF2C-5D1879956535}" type="datetime1">
              <a:rPr lang="en-IN" smtClean="0"/>
              <a:t>26-02-2026</a:t>
            </a:fld>
            <a:endParaRPr lang="en-IN"/>
          </a:p>
        </p:txBody>
      </p:sp>
      <p:sp>
        <p:nvSpPr>
          <p:cNvPr id="6" name="Footer Placeholder 5">
            <a:extLst>
              <a:ext uri="{FF2B5EF4-FFF2-40B4-BE49-F238E27FC236}">
                <a16:creationId xmlns:a16="http://schemas.microsoft.com/office/drawing/2014/main" id="{0801C26E-D4DD-E007-340C-B2C782C292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F98575-1332-6E38-B708-01C47033A6BE}"/>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1885555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38BD9-C4D9-0D9C-64C2-6411907EE58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88BE1C-148B-9301-E7D1-308A49302E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3DC229-F39E-FF3D-8097-D61A374B1E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68CF183-9010-1A80-7097-9E7DED6357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F96119-1AF7-0817-F1AD-6111DAC7AA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A92E2F5-F11F-CF1B-C025-883EDA7B4299}"/>
              </a:ext>
            </a:extLst>
          </p:cNvPr>
          <p:cNvSpPr>
            <a:spLocks noGrp="1"/>
          </p:cNvSpPr>
          <p:nvPr>
            <p:ph type="dt" sz="half" idx="10"/>
          </p:nvPr>
        </p:nvSpPr>
        <p:spPr/>
        <p:txBody>
          <a:bodyPr/>
          <a:lstStyle/>
          <a:p>
            <a:fld id="{CE220804-BE94-4936-BC21-33DDDC3D310E}" type="datetime1">
              <a:rPr lang="en-IN" smtClean="0"/>
              <a:t>26-02-2026</a:t>
            </a:fld>
            <a:endParaRPr lang="en-IN"/>
          </a:p>
        </p:txBody>
      </p:sp>
      <p:sp>
        <p:nvSpPr>
          <p:cNvPr id="8" name="Footer Placeholder 7">
            <a:extLst>
              <a:ext uri="{FF2B5EF4-FFF2-40B4-BE49-F238E27FC236}">
                <a16:creationId xmlns:a16="http://schemas.microsoft.com/office/drawing/2014/main" id="{9CAF57BB-ACD7-22C2-1222-3F1A66D58E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D07B6FF-C92A-3014-4363-22FD06CDB713}"/>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749903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03782-E7BA-F582-AF2A-8C68C611C5E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4E94A1-A415-13F0-B406-C06EEDE68060}"/>
              </a:ext>
            </a:extLst>
          </p:cNvPr>
          <p:cNvSpPr>
            <a:spLocks noGrp="1"/>
          </p:cNvSpPr>
          <p:nvPr>
            <p:ph type="dt" sz="half" idx="10"/>
          </p:nvPr>
        </p:nvSpPr>
        <p:spPr/>
        <p:txBody>
          <a:bodyPr/>
          <a:lstStyle/>
          <a:p>
            <a:fld id="{B6096349-4A11-4A70-8F20-94D56C6EA44F}" type="datetime1">
              <a:rPr lang="en-IN" smtClean="0"/>
              <a:t>26-02-2026</a:t>
            </a:fld>
            <a:endParaRPr lang="en-IN"/>
          </a:p>
        </p:txBody>
      </p:sp>
      <p:sp>
        <p:nvSpPr>
          <p:cNvPr id="4" name="Footer Placeholder 3">
            <a:extLst>
              <a:ext uri="{FF2B5EF4-FFF2-40B4-BE49-F238E27FC236}">
                <a16:creationId xmlns:a16="http://schemas.microsoft.com/office/drawing/2014/main" id="{B1DA8299-D51C-B5F5-2959-A897560D0E7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8B638DC-D111-B50F-C4E7-73058EBF1A32}"/>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4212613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76421D-E8DD-F6EF-3F73-2D35C8B16E9A}"/>
              </a:ext>
            </a:extLst>
          </p:cNvPr>
          <p:cNvSpPr>
            <a:spLocks noGrp="1"/>
          </p:cNvSpPr>
          <p:nvPr>
            <p:ph type="dt" sz="half" idx="10"/>
          </p:nvPr>
        </p:nvSpPr>
        <p:spPr/>
        <p:txBody>
          <a:bodyPr/>
          <a:lstStyle/>
          <a:p>
            <a:fld id="{2C69C85B-0D03-462A-9E10-CF41565F0649}" type="datetime1">
              <a:rPr lang="en-IN" smtClean="0"/>
              <a:t>26-02-2026</a:t>
            </a:fld>
            <a:endParaRPr lang="en-IN"/>
          </a:p>
        </p:txBody>
      </p:sp>
      <p:sp>
        <p:nvSpPr>
          <p:cNvPr id="3" name="Footer Placeholder 2">
            <a:extLst>
              <a:ext uri="{FF2B5EF4-FFF2-40B4-BE49-F238E27FC236}">
                <a16:creationId xmlns:a16="http://schemas.microsoft.com/office/drawing/2014/main" id="{68701BCA-5937-B60A-67FD-5CD1C9DCD39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E8DC1BC-A1DC-3B93-1C6F-4A22CBE05A02}"/>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991187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38EF2-5941-D187-A1B2-E991078F50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4EEBD36-145A-FF84-1D23-4DAD2E283E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ED50C1-BDE8-8A37-4C6D-63BB71789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39B5F7-9AC9-3A2F-7691-C9D1CB6237D7}"/>
              </a:ext>
            </a:extLst>
          </p:cNvPr>
          <p:cNvSpPr>
            <a:spLocks noGrp="1"/>
          </p:cNvSpPr>
          <p:nvPr>
            <p:ph type="dt" sz="half" idx="10"/>
          </p:nvPr>
        </p:nvSpPr>
        <p:spPr/>
        <p:txBody>
          <a:bodyPr/>
          <a:lstStyle/>
          <a:p>
            <a:fld id="{E920F0F9-8A73-4E11-8051-A416DCE0A54D}" type="datetime1">
              <a:rPr lang="en-IN" smtClean="0"/>
              <a:t>26-02-2026</a:t>
            </a:fld>
            <a:endParaRPr lang="en-IN"/>
          </a:p>
        </p:txBody>
      </p:sp>
      <p:sp>
        <p:nvSpPr>
          <p:cNvPr id="6" name="Footer Placeholder 5">
            <a:extLst>
              <a:ext uri="{FF2B5EF4-FFF2-40B4-BE49-F238E27FC236}">
                <a16:creationId xmlns:a16="http://schemas.microsoft.com/office/drawing/2014/main" id="{0602BC2B-A29E-FBB0-A156-BD79615C71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80B97F-5B5C-F9F8-9654-39785EAD73A2}"/>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501515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748D2-B515-87E8-8AA9-5117C70B5D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2EC3B4-0E40-6791-B35D-040A3086AF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D770751-E512-3E9E-FC2B-2D6DA4F9A5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C696A0-6B24-AF7C-3642-BD5734CA8D18}"/>
              </a:ext>
            </a:extLst>
          </p:cNvPr>
          <p:cNvSpPr>
            <a:spLocks noGrp="1"/>
          </p:cNvSpPr>
          <p:nvPr>
            <p:ph type="dt" sz="half" idx="10"/>
          </p:nvPr>
        </p:nvSpPr>
        <p:spPr/>
        <p:txBody>
          <a:bodyPr/>
          <a:lstStyle/>
          <a:p>
            <a:fld id="{69A5E788-FED1-4197-9708-90DC1AB61ED5}" type="datetime1">
              <a:rPr lang="en-IN" smtClean="0"/>
              <a:t>26-02-2026</a:t>
            </a:fld>
            <a:endParaRPr lang="en-IN"/>
          </a:p>
        </p:txBody>
      </p:sp>
      <p:sp>
        <p:nvSpPr>
          <p:cNvPr id="6" name="Footer Placeholder 5">
            <a:extLst>
              <a:ext uri="{FF2B5EF4-FFF2-40B4-BE49-F238E27FC236}">
                <a16:creationId xmlns:a16="http://schemas.microsoft.com/office/drawing/2014/main" id="{76087DE9-B307-6713-9DFF-B270C33A8E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571FDD-E6F0-8235-EB75-11246A9B0FDC}"/>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2123545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381AD-2339-FFEE-CC2D-671D4104BCE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DCCA56-D6BD-8591-C507-23830E0872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1457AF-F4D6-AE65-4863-E5F35D698636}"/>
              </a:ext>
            </a:extLst>
          </p:cNvPr>
          <p:cNvSpPr>
            <a:spLocks noGrp="1"/>
          </p:cNvSpPr>
          <p:nvPr>
            <p:ph type="dt" sz="half" idx="10"/>
          </p:nvPr>
        </p:nvSpPr>
        <p:spPr/>
        <p:txBody>
          <a:bodyPr/>
          <a:lstStyle/>
          <a:p>
            <a:fld id="{1F4D1EBC-D99D-4D05-BB0A-A0D1E7858616}" type="datetime1">
              <a:rPr lang="en-IN" smtClean="0"/>
              <a:t>26-02-2026</a:t>
            </a:fld>
            <a:endParaRPr lang="en-IN"/>
          </a:p>
        </p:txBody>
      </p:sp>
      <p:sp>
        <p:nvSpPr>
          <p:cNvPr id="5" name="Footer Placeholder 4">
            <a:extLst>
              <a:ext uri="{FF2B5EF4-FFF2-40B4-BE49-F238E27FC236}">
                <a16:creationId xmlns:a16="http://schemas.microsoft.com/office/drawing/2014/main" id="{2FF69647-3193-EE5F-F6A5-9F6A90B4C3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58E2B3-2284-C071-91FA-B6D20A735267}"/>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251463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45CA23-716B-214E-D0B8-CB311F9DC8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08FDAB-ED4D-E766-2333-5A6D75CF00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99681C-6EC2-D2AC-1A43-0D839DA897F3}"/>
              </a:ext>
            </a:extLst>
          </p:cNvPr>
          <p:cNvSpPr>
            <a:spLocks noGrp="1"/>
          </p:cNvSpPr>
          <p:nvPr>
            <p:ph type="dt" sz="half" idx="10"/>
          </p:nvPr>
        </p:nvSpPr>
        <p:spPr/>
        <p:txBody>
          <a:bodyPr/>
          <a:lstStyle/>
          <a:p>
            <a:fld id="{6B15F072-ECB4-4AD5-8316-A6C4CD1C046D}" type="datetime1">
              <a:rPr lang="en-IN" smtClean="0"/>
              <a:t>26-02-2026</a:t>
            </a:fld>
            <a:endParaRPr lang="en-IN"/>
          </a:p>
        </p:txBody>
      </p:sp>
      <p:sp>
        <p:nvSpPr>
          <p:cNvPr id="5" name="Footer Placeholder 4">
            <a:extLst>
              <a:ext uri="{FF2B5EF4-FFF2-40B4-BE49-F238E27FC236}">
                <a16:creationId xmlns:a16="http://schemas.microsoft.com/office/drawing/2014/main" id="{7D406218-AA3D-FE5C-E07E-B2996D63B2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05BA22-536F-A6F9-6CC5-8A527375D343}"/>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914813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Contents slide layout">
  <p:cSld name="4_Contents slide layout">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22150502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Cover alterna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3E9B9F1-7DCF-4CFE-AAFB-49F5C53767D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12192000" cy="6857999"/>
          </a:xfrm>
          <a:prstGeom prst="rect">
            <a:avLst/>
          </a:prstGeom>
        </p:spPr>
      </p:pic>
      <p:sp>
        <p:nvSpPr>
          <p:cNvPr id="16" name="Freeform 56">
            <a:extLst>
              <a:ext uri="{FF2B5EF4-FFF2-40B4-BE49-F238E27FC236}">
                <a16:creationId xmlns:a16="http://schemas.microsoft.com/office/drawing/2014/main" id="{13A7AC18-CF42-4EC5-8D40-441EAE30A06C}"/>
              </a:ext>
            </a:extLst>
          </p:cNvPr>
          <p:cNvSpPr/>
          <p:nvPr userDrawn="1"/>
        </p:nvSpPr>
        <p:spPr>
          <a:xfrm>
            <a:off x="497856" y="795662"/>
            <a:ext cx="4927845"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itle 1"/>
          <p:cNvSpPr>
            <a:spLocks noGrp="1"/>
          </p:cNvSpPr>
          <p:nvPr>
            <p:ph type="ctrTitle"/>
          </p:nvPr>
        </p:nvSpPr>
        <p:spPr>
          <a:xfrm>
            <a:off x="775100" y="1954221"/>
            <a:ext cx="4326679" cy="979702"/>
          </a:xfrm>
        </p:spPr>
        <p:txBody>
          <a:bodyPr/>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775100" y="3046159"/>
            <a:ext cx="4326679" cy="1046323"/>
          </a:xfrm>
          <a:prstGeom prst="rect">
            <a:avLst/>
          </a:prstGeom>
        </p:spPr>
        <p:txBody>
          <a:bodyPr/>
          <a:lstStyle>
            <a:lvl1pPr marL="0" indent="0" algn="l">
              <a:spcAft>
                <a:spcPts val="1199"/>
              </a:spcAft>
              <a:buNone/>
              <a:defRPr sz="1999">
                <a:solidFill>
                  <a:schemeClr val="bg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4" name="Group 4">
            <a:extLst>
              <a:ext uri="{FF2B5EF4-FFF2-40B4-BE49-F238E27FC236}">
                <a16:creationId xmlns:a16="http://schemas.microsoft.com/office/drawing/2014/main" id="{C8422AE9-8257-41A9-AB41-1F10585C886F}"/>
              </a:ext>
            </a:extLst>
          </p:cNvPr>
          <p:cNvGrpSpPr>
            <a:grpSpLocks noChangeAspect="1"/>
          </p:cNvGrpSpPr>
          <p:nvPr userDrawn="1"/>
        </p:nvGrpSpPr>
        <p:grpSpPr bwMode="auto">
          <a:xfrm>
            <a:off x="10359392" y="4960938"/>
            <a:ext cx="1224912" cy="1435100"/>
            <a:chOff x="6529" y="3125"/>
            <a:chExt cx="772" cy="904"/>
          </a:xfrm>
        </p:grpSpPr>
        <p:sp>
          <p:nvSpPr>
            <p:cNvPr id="15" name="Freeform 5">
              <a:extLst>
                <a:ext uri="{FF2B5EF4-FFF2-40B4-BE49-F238E27FC236}">
                  <a16:creationId xmlns:a16="http://schemas.microsoft.com/office/drawing/2014/main" id="{D19659BD-653C-4300-9060-420AFAE39587}"/>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6">
              <a:extLst>
                <a:ext uri="{FF2B5EF4-FFF2-40B4-BE49-F238E27FC236}">
                  <a16:creationId xmlns:a16="http://schemas.microsoft.com/office/drawing/2014/main" id="{A4669336-72A1-4233-827A-C41AB4C1CC04}"/>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270669046"/>
      </p:ext>
    </p:extLst>
  </p:cSld>
  <p:clrMapOvr>
    <a:masterClrMapping/>
  </p:clrMapOvr>
  <p:extLst>
    <p:ext uri="{DCECCB84-F9BA-43D5-87BE-67443E8EF086}">
      <p15:sldGuideLst xmlns:p15="http://schemas.microsoft.com/office/powerpoint/2012/main">
        <p15:guide id="2" pos="384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a16="http://schemas.microsoft.com/office/drawing/2014/main"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8" name="Text Placeholder 2">
            <a:extLst>
              <a:ext uri="{FF2B5EF4-FFF2-40B4-BE49-F238E27FC236}">
                <a16:creationId xmlns:a16="http://schemas.microsoft.com/office/drawing/2014/main" id="{90356C28-34FC-48BD-943E-82B485EB0C49}"/>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27320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ndard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294200"/>
            <a:ext cx="10972800" cy="590400"/>
          </a:xfrm>
        </p:spPr>
        <p:txBody>
          <a:bodyPr/>
          <a:lstStyle>
            <a:lvl1pPr>
              <a:defRPr sz="2399">
                <a:solidFill>
                  <a:schemeClr val="bg1"/>
                </a:solidFill>
              </a:defRPr>
            </a:lvl1pPr>
          </a:lstStyle>
          <a:p>
            <a:r>
              <a:rPr lang="en-US"/>
              <a:t>Standard slide</a:t>
            </a:r>
            <a:endParaRPr lang="en-GB"/>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608116" y="104237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3726620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8194852" y="1"/>
            <a:ext cx="3997149" cy="6156104"/>
          </a:xfrm>
          <a:prstGeom prst="rect">
            <a:avLst/>
          </a:prstGeom>
        </p:spPr>
        <p:txBody>
          <a:bodyPr/>
          <a:lstStyle/>
          <a:p>
            <a:endParaRPr lang="en-IN"/>
          </a:p>
        </p:txBody>
      </p:sp>
      <p:sp>
        <p:nvSpPr>
          <p:cNvPr id="2" name="Title 1"/>
          <p:cNvSpPr>
            <a:spLocks noGrp="1"/>
          </p:cNvSpPr>
          <p:nvPr>
            <p:ph type="title"/>
          </p:nvPr>
        </p:nvSpPr>
        <p:spPr>
          <a:xfrm>
            <a:off x="609601" y="294200"/>
            <a:ext cx="7440547"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609601" y="1137921"/>
            <a:ext cx="7295842" cy="873760"/>
          </a:xfrm>
          <a:prstGeom prst="rect">
            <a:avLst/>
          </a:prstGeo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609601" y="2311401"/>
            <a:ext cx="3578253" cy="3844704"/>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2" name="Content Placeholder 2">
            <a:extLst>
              <a:ext uri="{FF2B5EF4-FFF2-40B4-BE49-F238E27FC236}">
                <a16:creationId xmlns:a16="http://schemas.microsoft.com/office/drawing/2014/main" id="{0C7BD71A-882B-40FB-A05F-48ECC69FF73D}"/>
              </a:ext>
            </a:extLst>
          </p:cNvPr>
          <p:cNvSpPr>
            <a:spLocks noGrp="1"/>
          </p:cNvSpPr>
          <p:nvPr>
            <p:ph idx="12" hasCustomPrompt="1"/>
          </p:nvPr>
        </p:nvSpPr>
        <p:spPr>
          <a:xfrm>
            <a:off x="4327190" y="2311402"/>
            <a:ext cx="3578253" cy="1254759"/>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4" name="Content Placeholder 2">
            <a:extLst>
              <a:ext uri="{FF2B5EF4-FFF2-40B4-BE49-F238E27FC236}">
                <a16:creationId xmlns:a16="http://schemas.microsoft.com/office/drawing/2014/main" id="{D87D58C8-1517-42AA-8B2A-E449A3F6F028}"/>
              </a:ext>
            </a:extLst>
          </p:cNvPr>
          <p:cNvSpPr>
            <a:spLocks noGrp="1"/>
          </p:cNvSpPr>
          <p:nvPr>
            <p:ph idx="13" hasCustomPrompt="1"/>
          </p:nvPr>
        </p:nvSpPr>
        <p:spPr>
          <a:xfrm>
            <a:off x="4327190" y="4236721"/>
            <a:ext cx="3578253" cy="1944160"/>
          </a:xfrm>
          <a:prstGeom prst="rect">
            <a:avLst/>
          </a:prstGeom>
        </p:spPr>
        <p:txBody>
          <a:bodyPr numCol="1"/>
          <a:lstStyle>
            <a:lvl1pPr marL="0" indent="0">
              <a:buNone/>
              <a:defRPr sz="1799">
                <a:solidFill>
                  <a:schemeClr val="bg1"/>
                </a:solidFill>
                <a:latin typeface="Georgia" panose="02040502050405020303" pitchFamily="18" charset="0"/>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Quote</a:t>
            </a:r>
          </a:p>
        </p:txBody>
      </p:sp>
      <p:sp>
        <p:nvSpPr>
          <p:cNvPr id="23" name="Line 10">
            <a:extLst>
              <a:ext uri="{FF2B5EF4-FFF2-40B4-BE49-F238E27FC236}">
                <a16:creationId xmlns:a16="http://schemas.microsoft.com/office/drawing/2014/main" id="{E820DC59-E206-4DC0-9012-584F8EBAF730}"/>
              </a:ext>
            </a:extLst>
          </p:cNvPr>
          <p:cNvSpPr>
            <a:spLocks noChangeShapeType="1"/>
          </p:cNvSpPr>
          <p:nvPr userDrawn="1"/>
        </p:nvSpPr>
        <p:spPr bwMode="auto">
          <a:xfrm>
            <a:off x="609601" y="907750"/>
            <a:ext cx="771983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631438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0" y="1"/>
            <a:ext cx="2383219" cy="6857999"/>
          </a:xfrm>
          <a:prstGeom prst="rect">
            <a:avLst/>
          </a:prstGeom>
        </p:spPr>
        <p:txBody>
          <a:bodyPr/>
          <a:lstStyle/>
          <a:p>
            <a:endParaRPr lang="en-IN"/>
          </a:p>
        </p:txBody>
      </p:sp>
      <p:sp>
        <p:nvSpPr>
          <p:cNvPr id="2" name="Title 1"/>
          <p:cNvSpPr>
            <a:spLocks noGrp="1"/>
          </p:cNvSpPr>
          <p:nvPr>
            <p:ph type="title"/>
          </p:nvPr>
        </p:nvSpPr>
        <p:spPr>
          <a:xfrm>
            <a:off x="2693891" y="294200"/>
            <a:ext cx="8887371"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2693890" y="1137921"/>
            <a:ext cx="2741454" cy="5018184"/>
          </a:xfrm>
          <a:prstGeom prst="rect">
            <a:avLst/>
          </a:prstGeo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5724102" y="1137921"/>
            <a:ext cx="2802382" cy="5018184"/>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23" name="Content Placeholder 2">
            <a:extLst>
              <a:ext uri="{FF2B5EF4-FFF2-40B4-BE49-F238E27FC236}">
                <a16:creationId xmlns:a16="http://schemas.microsoft.com/office/drawing/2014/main" id="{6FF4A6F8-D9C6-4FEE-9324-5200D308BB1F}"/>
              </a:ext>
            </a:extLst>
          </p:cNvPr>
          <p:cNvSpPr>
            <a:spLocks noGrp="1"/>
          </p:cNvSpPr>
          <p:nvPr userDrawn="1">
            <p:ph idx="12" hasCustomPrompt="1"/>
          </p:nvPr>
        </p:nvSpPr>
        <p:spPr>
          <a:xfrm>
            <a:off x="8815241" y="1137922"/>
            <a:ext cx="2767159" cy="2796151"/>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9" name="Line 10">
            <a:extLst>
              <a:ext uri="{FF2B5EF4-FFF2-40B4-BE49-F238E27FC236}">
                <a16:creationId xmlns:a16="http://schemas.microsoft.com/office/drawing/2014/main" id="{B63A7CBA-3151-452E-BD2F-D3E65CE1595F}"/>
              </a:ext>
            </a:extLst>
          </p:cNvPr>
          <p:cNvSpPr>
            <a:spLocks noChangeShapeType="1"/>
          </p:cNvSpPr>
          <p:nvPr userDrawn="1"/>
        </p:nvSpPr>
        <p:spPr bwMode="auto">
          <a:xfrm>
            <a:off x="2693891" y="907750"/>
            <a:ext cx="8887371"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689707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a:prstGeom prst="rect">
            <a:avLst/>
          </a:prstGeom>
        </p:spPr>
        <p:txBody>
          <a:bodyPr/>
          <a:lstStyle>
            <a:lvl1pPr marL="0" indent="0">
              <a:spcBef>
                <a:spcPts val="0"/>
              </a:spcBef>
              <a:buNone/>
              <a:defRPr>
                <a:solidFill>
                  <a:schemeClr val="bg1"/>
                </a:solidFill>
              </a:defRPr>
            </a:lvl1pPr>
            <a:lvl2pPr marL="0" indent="0">
              <a:spcBef>
                <a:spcPts val="0"/>
              </a:spcBef>
              <a:buNone/>
              <a:defRPr sz="1799">
                <a:solidFill>
                  <a:schemeClr val="bg1"/>
                </a:solidFill>
              </a:defRPr>
            </a:lvl2pPr>
            <a:lvl3pPr marL="0" indent="0">
              <a:spcBef>
                <a:spcPts val="0"/>
              </a:spcBef>
              <a:buNone/>
              <a:defRPr sz="1599">
                <a:solidFill>
                  <a:schemeClr val="bg1"/>
                </a:solidFill>
              </a:defRPr>
            </a:lvl3pPr>
            <a:lvl4pPr marL="0" indent="0">
              <a:spcBef>
                <a:spcPts val="0"/>
              </a:spcBef>
              <a:buNone/>
              <a:defRPr sz="1399">
                <a:solidFill>
                  <a:schemeClr val="bg1"/>
                </a:solidFill>
              </a:defRPr>
            </a:lvl4pPr>
            <a:lvl5pPr marL="0" indent="0">
              <a:spcBef>
                <a:spcPts val="0"/>
              </a:spcBef>
              <a:buNone/>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Line 10">
            <a:extLst>
              <a:ext uri="{FF2B5EF4-FFF2-40B4-BE49-F238E27FC236}">
                <a16:creationId xmlns:a16="http://schemas.microsoft.com/office/drawing/2014/main" id="{CF130104-FAF2-4309-9701-573F3774313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3506765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Standard slide_no bulle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CBA94B7-7BDE-4510-A417-A765301D1371}"/>
              </a:ext>
            </a:extLst>
          </p:cNvPr>
          <p:cNvSpPr>
            <a:spLocks noGrp="1"/>
          </p:cNvSpPr>
          <p:nvPr>
            <p:ph type="pic" sz="quarter" idx="11"/>
          </p:nvPr>
        </p:nvSpPr>
        <p:spPr>
          <a:xfrm>
            <a:off x="0" y="0"/>
            <a:ext cx="12192000" cy="6858000"/>
          </a:xfrm>
          <a:prstGeom prst="rect">
            <a:avLst/>
          </a:prstGeom>
          <a:ln>
            <a:noFill/>
          </a:ln>
        </p:spPr>
        <p:txBody>
          <a:bodyPr/>
          <a:lstStyle>
            <a:lvl1pPr marL="0" indent="0" algn="ctr">
              <a:buNone/>
              <a:defRPr/>
            </a:lvl1pPr>
          </a:lstStyle>
          <a:p>
            <a:endParaRPr lang="en-IN"/>
          </a:p>
        </p:txBody>
      </p:sp>
      <p:sp>
        <p:nvSpPr>
          <p:cNvPr id="5" name="Text Placeholder 4">
            <a:extLst>
              <a:ext uri="{FF2B5EF4-FFF2-40B4-BE49-F238E27FC236}">
                <a16:creationId xmlns:a16="http://schemas.microsoft.com/office/drawing/2014/main" id="{B697C43D-4F1B-43DA-A0C6-DA6B6708E161}"/>
              </a:ext>
            </a:extLst>
          </p:cNvPr>
          <p:cNvSpPr>
            <a:spLocks noGrp="1"/>
          </p:cNvSpPr>
          <p:nvPr>
            <p:ph type="body" sz="quarter" idx="10" hasCustomPrompt="1"/>
          </p:nvPr>
        </p:nvSpPr>
        <p:spPr>
          <a:xfrm>
            <a:off x="352616" y="2851522"/>
            <a:ext cx="4445485" cy="1202318"/>
          </a:xfrm>
          <a:prstGeom prst="rect">
            <a:avLst/>
          </a:prstGeo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tx1"/>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Tree>
    <p:extLst>
      <p:ext uri="{BB962C8B-B14F-4D97-AF65-F5344CB8AC3E}">
        <p14:creationId xmlns:p14="http://schemas.microsoft.com/office/powerpoint/2010/main" val="9897346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697C43D-4F1B-43DA-A0C6-DA6B6708E161}"/>
              </a:ext>
            </a:extLst>
          </p:cNvPr>
          <p:cNvSpPr>
            <a:spLocks noGrp="1"/>
          </p:cNvSpPr>
          <p:nvPr>
            <p:ph type="body" sz="quarter" idx="10" hasCustomPrompt="1"/>
          </p:nvPr>
        </p:nvSpPr>
        <p:spPr>
          <a:xfrm>
            <a:off x="352616" y="2851522"/>
            <a:ext cx="4445485" cy="1202318"/>
          </a:xfrm>
          <a:prstGeom prst="rect">
            <a:avLst/>
          </a:prstGeo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bg2"/>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Tree>
    <p:extLst>
      <p:ext uri="{BB962C8B-B14F-4D97-AF65-F5344CB8AC3E}">
        <p14:creationId xmlns:p14="http://schemas.microsoft.com/office/powerpoint/2010/main" val="5330723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tandard slide_Quotes">
    <p:spTree>
      <p:nvGrpSpPr>
        <p:cNvPr id="1" name=""/>
        <p:cNvGrpSpPr/>
        <p:nvPr/>
      </p:nvGrpSpPr>
      <p:grpSpPr>
        <a:xfrm>
          <a:off x="0" y="0"/>
          <a:ext cx="0" cy="0"/>
          <a:chOff x="0" y="0"/>
          <a:chExt cx="0" cy="0"/>
        </a:xfrm>
      </p:grpSpPr>
      <p:sp>
        <p:nvSpPr>
          <p:cNvPr id="5" name="Text Placeholder 11">
            <a:extLst>
              <a:ext uri="{FF2B5EF4-FFF2-40B4-BE49-F238E27FC236}">
                <a16:creationId xmlns:a16="http://schemas.microsoft.com/office/drawing/2014/main" id="{8F291EB0-15F5-4E9A-A38B-CE3AC1452E21}"/>
              </a:ext>
            </a:extLst>
          </p:cNvPr>
          <p:cNvSpPr txBox="1">
            <a:spLocks/>
          </p:cNvSpPr>
          <p:nvPr userDrawn="1"/>
        </p:nvSpPr>
        <p:spPr>
          <a:xfrm>
            <a:off x="477102" y="1488927"/>
            <a:ext cx="2337171"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194">
                <a:solidFill>
                  <a:schemeClr val="tx2"/>
                </a:solidFill>
                <a:latin typeface="Georgia" panose="02040502050405020303" pitchFamily="18" charset="0"/>
              </a:rPr>
              <a:t>“</a:t>
            </a:r>
          </a:p>
        </p:txBody>
      </p:sp>
      <p:sp>
        <p:nvSpPr>
          <p:cNvPr id="7" name="Text Placeholder 6">
            <a:extLst>
              <a:ext uri="{FF2B5EF4-FFF2-40B4-BE49-F238E27FC236}">
                <a16:creationId xmlns:a16="http://schemas.microsoft.com/office/drawing/2014/main" id="{FB5D2AC0-B4F7-4455-9AE0-201966050A6D}"/>
              </a:ext>
            </a:extLst>
          </p:cNvPr>
          <p:cNvSpPr>
            <a:spLocks noGrp="1"/>
          </p:cNvSpPr>
          <p:nvPr>
            <p:ph type="body" sz="quarter" idx="10"/>
          </p:nvPr>
        </p:nvSpPr>
        <p:spPr>
          <a:xfrm>
            <a:off x="513083" y="2526765"/>
            <a:ext cx="5289245" cy="1800000"/>
          </a:xfrm>
          <a:prstGeom prst="rect">
            <a:avLst/>
          </a:prstGeom>
        </p:spPr>
        <p:txBody>
          <a:bodyPr lIns="90000" tIns="46800" rIns="90000" bIns="46800"/>
          <a:lstStyle>
            <a:lvl1pPr marL="0" indent="0">
              <a:buNone/>
              <a:defRPr lang="en-US" sz="2799" dirty="0" smtClean="0">
                <a:latin typeface="Georgia" panose="02040502050405020303" pitchFamily="18" charset="0"/>
              </a:defRPr>
            </a:lvl1pPr>
          </a:lstStyle>
          <a:p>
            <a:pPr marL="356438" lvl="0" indent="-356438">
              <a:spcBef>
                <a:spcPts val="0"/>
              </a:spcBef>
            </a:pPr>
            <a:r>
              <a:rPr lang="en-US"/>
              <a:t>Edit Master text styles</a:t>
            </a:r>
          </a:p>
        </p:txBody>
      </p:sp>
      <p:sp>
        <p:nvSpPr>
          <p:cNvPr id="8" name="Text Placeholder 6">
            <a:extLst>
              <a:ext uri="{FF2B5EF4-FFF2-40B4-BE49-F238E27FC236}">
                <a16:creationId xmlns:a16="http://schemas.microsoft.com/office/drawing/2014/main" id="{F1BA83A2-78F0-4F7E-836B-9B4B87820F96}"/>
              </a:ext>
            </a:extLst>
          </p:cNvPr>
          <p:cNvSpPr>
            <a:spLocks noGrp="1"/>
          </p:cNvSpPr>
          <p:nvPr>
            <p:ph type="body" sz="quarter" idx="11" hasCustomPrompt="1"/>
          </p:nvPr>
        </p:nvSpPr>
        <p:spPr>
          <a:xfrm>
            <a:off x="513083" y="4632765"/>
            <a:ext cx="5289245" cy="316838"/>
          </a:xfrm>
          <a:prstGeom prst="rect">
            <a:avLst/>
          </a:prstGeo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Name Surname</a:t>
            </a:r>
          </a:p>
        </p:txBody>
      </p:sp>
      <p:sp>
        <p:nvSpPr>
          <p:cNvPr id="9" name="Text Placeholder 6">
            <a:extLst>
              <a:ext uri="{FF2B5EF4-FFF2-40B4-BE49-F238E27FC236}">
                <a16:creationId xmlns:a16="http://schemas.microsoft.com/office/drawing/2014/main" id="{034CE9DD-CE12-4D9F-8FD6-A2522F36C807}"/>
              </a:ext>
            </a:extLst>
          </p:cNvPr>
          <p:cNvSpPr>
            <a:spLocks noGrp="1"/>
          </p:cNvSpPr>
          <p:nvPr>
            <p:ph type="body" sz="quarter" idx="12" hasCustomPrompt="1"/>
          </p:nvPr>
        </p:nvSpPr>
        <p:spPr>
          <a:xfrm>
            <a:off x="513083" y="4971442"/>
            <a:ext cx="5289245" cy="316838"/>
          </a:xfrm>
          <a:prstGeom prst="rect">
            <a:avLst/>
          </a:prstGeo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Job Title</a:t>
            </a:r>
          </a:p>
        </p:txBody>
      </p:sp>
    </p:spTree>
    <p:extLst>
      <p:ext uri="{BB962C8B-B14F-4D97-AF65-F5344CB8AC3E}">
        <p14:creationId xmlns:p14="http://schemas.microsoft.com/office/powerpoint/2010/main" val="39310312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Standard slide_Quotes">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E28D7EA5-A532-4D8B-9984-8F3D1FEA98DB}"/>
              </a:ext>
            </a:extLst>
          </p:cNvPr>
          <p:cNvSpPr>
            <a:spLocks noGrp="1"/>
          </p:cNvSpPr>
          <p:nvPr>
            <p:ph type="body" sz="quarter" idx="10"/>
          </p:nvPr>
        </p:nvSpPr>
        <p:spPr>
          <a:xfrm>
            <a:off x="3451378" y="2060235"/>
            <a:ext cx="5289245" cy="3025522"/>
          </a:xfrm>
          <a:prstGeom prst="rect">
            <a:avLst/>
          </a:prstGeom>
        </p:spPr>
        <p:txBody>
          <a:bodyPr lIns="0" tIns="0" rIns="0" bIns="0">
            <a:noAutofit/>
          </a:bodyPr>
          <a:lstStyle>
            <a:lvl1pPr marL="0" indent="0" algn="ctr">
              <a:buNone/>
              <a:defRPr lang="en-US" sz="2799" dirty="0" smtClean="0">
                <a:latin typeface="Georgia" panose="02040502050405020303" pitchFamily="18" charset="0"/>
              </a:defRPr>
            </a:lvl1pPr>
          </a:lstStyle>
          <a:p>
            <a:pPr marL="356438" lvl="0" indent="-356438" algn="ctr">
              <a:spcBef>
                <a:spcPts val="0"/>
              </a:spcBef>
            </a:pPr>
            <a:r>
              <a:rPr lang="en-US"/>
              <a:t>Edit Master text styles</a:t>
            </a:r>
          </a:p>
        </p:txBody>
      </p:sp>
      <p:sp>
        <p:nvSpPr>
          <p:cNvPr id="5" name="Text Placeholder 6">
            <a:extLst>
              <a:ext uri="{FF2B5EF4-FFF2-40B4-BE49-F238E27FC236}">
                <a16:creationId xmlns:a16="http://schemas.microsoft.com/office/drawing/2014/main" id="{9F9B9C3C-16F2-40B2-A460-0480520ECF89}"/>
              </a:ext>
            </a:extLst>
          </p:cNvPr>
          <p:cNvSpPr>
            <a:spLocks noGrp="1"/>
          </p:cNvSpPr>
          <p:nvPr>
            <p:ph type="body" sz="quarter" idx="11" hasCustomPrompt="1"/>
          </p:nvPr>
        </p:nvSpPr>
        <p:spPr>
          <a:xfrm>
            <a:off x="3451378" y="5506678"/>
            <a:ext cx="5289245" cy="316838"/>
          </a:xfrm>
          <a:prstGeom prst="rect">
            <a:avLst/>
          </a:prstGeom>
        </p:spPr>
        <p:txBody>
          <a:bodyPr lIns="0" tIns="0" rIns="0" bIns="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Name Surname</a:t>
            </a:r>
          </a:p>
        </p:txBody>
      </p:sp>
      <p:sp>
        <p:nvSpPr>
          <p:cNvPr id="6" name="Text Placeholder 6">
            <a:extLst>
              <a:ext uri="{FF2B5EF4-FFF2-40B4-BE49-F238E27FC236}">
                <a16:creationId xmlns:a16="http://schemas.microsoft.com/office/drawing/2014/main" id="{8E04541C-CC5D-4455-8271-73223AE0A881}"/>
              </a:ext>
            </a:extLst>
          </p:cNvPr>
          <p:cNvSpPr>
            <a:spLocks noGrp="1"/>
          </p:cNvSpPr>
          <p:nvPr>
            <p:ph type="body" sz="quarter" idx="12" hasCustomPrompt="1"/>
          </p:nvPr>
        </p:nvSpPr>
        <p:spPr>
          <a:xfrm>
            <a:off x="3451378" y="5818717"/>
            <a:ext cx="5289245" cy="316838"/>
          </a:xfrm>
          <a:prstGeom prst="rect">
            <a:avLst/>
          </a:prstGeom>
        </p:spPr>
        <p:txBody>
          <a:bodyPr vert="horz" lIns="0" tIns="0" rIns="0" bIns="0" rtlCol="0" anchor="t" anchorCtr="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Job Title</a:t>
            </a:r>
          </a:p>
        </p:txBody>
      </p:sp>
      <p:sp>
        <p:nvSpPr>
          <p:cNvPr id="9" name="Text Placeholder 11">
            <a:extLst>
              <a:ext uri="{FF2B5EF4-FFF2-40B4-BE49-F238E27FC236}">
                <a16:creationId xmlns:a16="http://schemas.microsoft.com/office/drawing/2014/main" id="{FBD672D3-B116-471A-8511-D80D5D920D93}"/>
              </a:ext>
            </a:extLst>
          </p:cNvPr>
          <p:cNvSpPr txBox="1">
            <a:spLocks/>
          </p:cNvSpPr>
          <p:nvPr userDrawn="1"/>
        </p:nvSpPr>
        <p:spPr>
          <a:xfrm>
            <a:off x="4927415" y="979788"/>
            <a:ext cx="2337171"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194">
                <a:solidFill>
                  <a:schemeClr val="tx2"/>
                </a:solidFill>
                <a:latin typeface="Georgia" panose="02040502050405020303" pitchFamily="18" charset="0"/>
              </a:rPr>
              <a:t>“ </a:t>
            </a:r>
          </a:p>
        </p:txBody>
      </p:sp>
    </p:spTree>
    <p:extLst>
      <p:ext uri="{BB962C8B-B14F-4D97-AF65-F5344CB8AC3E}">
        <p14:creationId xmlns:p14="http://schemas.microsoft.com/office/powerpoint/2010/main" val="28502130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Standard slide_no bullets">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628F8CDB-776D-4811-AE2C-217236ECDECA}"/>
              </a:ext>
            </a:extLst>
          </p:cNvPr>
          <p:cNvSpPr>
            <a:spLocks noGrp="1"/>
          </p:cNvSpPr>
          <p:nvPr>
            <p:ph type="pic" sz="quarter" idx="12"/>
          </p:nvPr>
        </p:nvSpPr>
        <p:spPr>
          <a:xfrm>
            <a:off x="6223938" y="0"/>
            <a:ext cx="5968062" cy="6858000"/>
          </a:xfrm>
          <a:prstGeom prst="rect">
            <a:avLst/>
          </a:prstGeom>
        </p:spPr>
        <p:txBody>
          <a:bodyPr/>
          <a:lstStyle/>
          <a:p>
            <a:endParaRPr lang="en-IN"/>
          </a:p>
        </p:txBody>
      </p:sp>
      <p:sp>
        <p:nvSpPr>
          <p:cNvPr id="5" name="Text Placeholder 4">
            <a:extLst>
              <a:ext uri="{FF2B5EF4-FFF2-40B4-BE49-F238E27FC236}">
                <a16:creationId xmlns:a16="http://schemas.microsoft.com/office/drawing/2014/main" id="{626E96BA-E9E4-496B-8CA5-6DA27B8AD7E4}"/>
              </a:ext>
            </a:extLst>
          </p:cNvPr>
          <p:cNvSpPr>
            <a:spLocks noGrp="1"/>
          </p:cNvSpPr>
          <p:nvPr>
            <p:ph type="body" sz="quarter" idx="10" hasCustomPrompt="1"/>
          </p:nvPr>
        </p:nvSpPr>
        <p:spPr>
          <a:xfrm>
            <a:off x="616900" y="2578743"/>
            <a:ext cx="4535597" cy="1055708"/>
          </a:xfrm>
          <a:prstGeom prst="rect">
            <a:avLst/>
          </a:prstGeom>
        </p:spPr>
        <p:txBody>
          <a:bodyPr/>
          <a:lstStyle>
            <a:lvl1pPr marL="0" indent="0">
              <a:buNone/>
              <a:defRPr sz="2999"/>
            </a:lvl1pPr>
          </a:lstStyle>
          <a:p>
            <a:pPr lvl="0"/>
            <a:r>
              <a:rPr lang="en-IN"/>
              <a:t>Chapter Title</a:t>
            </a:r>
          </a:p>
          <a:p>
            <a:pPr lvl="0"/>
            <a:r>
              <a:rPr lang="en-IN"/>
              <a:t>EY Interstate Light</a:t>
            </a:r>
          </a:p>
        </p:txBody>
      </p:sp>
      <p:sp>
        <p:nvSpPr>
          <p:cNvPr id="14" name="Text Placeholder 4">
            <a:extLst>
              <a:ext uri="{FF2B5EF4-FFF2-40B4-BE49-F238E27FC236}">
                <a16:creationId xmlns:a16="http://schemas.microsoft.com/office/drawing/2014/main" id="{1173C8A3-BA2F-497B-A214-45B02D73AF20}"/>
              </a:ext>
            </a:extLst>
          </p:cNvPr>
          <p:cNvSpPr>
            <a:spLocks noGrp="1"/>
          </p:cNvSpPr>
          <p:nvPr>
            <p:ph type="body" sz="quarter" idx="11" hasCustomPrompt="1"/>
          </p:nvPr>
        </p:nvSpPr>
        <p:spPr>
          <a:xfrm>
            <a:off x="616900" y="3840384"/>
            <a:ext cx="4535597" cy="1055708"/>
          </a:xfrm>
          <a:prstGeom prst="rect">
            <a:avLst/>
          </a:prstGeom>
        </p:spPr>
        <p:txBody>
          <a:bodyPr/>
          <a:lstStyle>
            <a:lvl1pPr marL="0" indent="0">
              <a:buNone/>
              <a:defRPr sz="1599"/>
            </a:lvl1pPr>
          </a:lstStyle>
          <a:p>
            <a:pPr lvl="0"/>
            <a:r>
              <a:rPr lang="en-IN"/>
              <a:t>text</a:t>
            </a:r>
          </a:p>
        </p:txBody>
      </p:sp>
    </p:spTree>
    <p:extLst>
      <p:ext uri="{BB962C8B-B14F-4D97-AF65-F5344CB8AC3E}">
        <p14:creationId xmlns:p14="http://schemas.microsoft.com/office/powerpoint/2010/main" val="9781851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5" name="Table Placeholder 4">
            <a:extLst>
              <a:ext uri="{FF2B5EF4-FFF2-40B4-BE49-F238E27FC236}">
                <a16:creationId xmlns:a16="http://schemas.microsoft.com/office/drawing/2014/main" id="{95A2BE92-ABF7-4A82-BC35-00F28F500FED}"/>
              </a:ext>
            </a:extLst>
          </p:cNvPr>
          <p:cNvSpPr>
            <a:spLocks noGrp="1"/>
          </p:cNvSpPr>
          <p:nvPr>
            <p:ph type="tbl" sz="quarter" idx="10"/>
          </p:nvPr>
        </p:nvSpPr>
        <p:spPr>
          <a:xfrm>
            <a:off x="609600" y="1137921"/>
            <a:ext cx="4954924" cy="4267457"/>
          </a:xfrm>
          <a:prstGeom prst="rect">
            <a:avLst/>
          </a:prstGeom>
        </p:spPr>
        <p:txBody>
          <a:bodyPr/>
          <a:lstStyle/>
          <a:p>
            <a:endParaRPr lang="en-IN"/>
          </a:p>
        </p:txBody>
      </p:sp>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a:prstGeom prst="rect">
            <a:avLst/>
          </a:prstGeom>
        </p:spPr>
        <p:txBody>
          <a:bodyPr/>
          <a:lstStyle>
            <a:lvl1pPr marL="0" indent="0">
              <a:buNone/>
              <a:defRPr sz="1199">
                <a:solidFill>
                  <a:schemeClr val="bg1"/>
                </a:solidFill>
              </a:defRPr>
            </a:lvl1pPr>
          </a:lstStyle>
          <a:p>
            <a:pPr lvl="0"/>
            <a:r>
              <a:rPr lang="en-US"/>
              <a:t>Name Surname</a:t>
            </a:r>
            <a:endParaRPr lang="en-GB"/>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a:prstGeom prst="rect">
            <a:avLst/>
          </a:prstGeom>
        </p:spPr>
        <p:txBody>
          <a:bodyPr/>
          <a:lstStyle>
            <a:lvl1pPr marL="0" indent="0">
              <a:buNone/>
              <a:defRPr sz="1199">
                <a:solidFill>
                  <a:schemeClr val="bg1"/>
                </a:solidFill>
              </a:defRPr>
            </a:lvl1pPr>
          </a:lstStyle>
          <a:p>
            <a:pPr lvl="0"/>
            <a:r>
              <a:rPr lang="en-US"/>
              <a:t>Job Title to go here</a:t>
            </a:r>
            <a:endParaRPr lang="en-GB"/>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a:p>
        </p:txBody>
      </p:sp>
      <p:sp>
        <p:nvSpPr>
          <p:cNvPr id="9" name="Text Placeholder 8">
            <a:extLst>
              <a:ext uri="{FF2B5EF4-FFF2-40B4-BE49-F238E27FC236}">
                <a16:creationId xmlns:a16="http://schemas.microsoft.com/office/drawing/2014/main" id="{5DB83DAE-9FEB-4E9C-85BA-A34BD239275A}"/>
              </a:ext>
            </a:extLst>
          </p:cNvPr>
          <p:cNvSpPr>
            <a:spLocks noGrp="1"/>
          </p:cNvSpPr>
          <p:nvPr>
            <p:ph type="body" sz="quarter" idx="17" hasCustomPrompt="1"/>
          </p:nvPr>
        </p:nvSpPr>
        <p:spPr>
          <a:xfrm>
            <a:off x="6119821" y="1137921"/>
            <a:ext cx="5462580" cy="373807"/>
          </a:xfrm>
          <a:prstGeom prst="rect">
            <a:avLst/>
          </a:prstGeom>
        </p:spPr>
        <p:txBody>
          <a:bodyPr/>
          <a:lstStyle>
            <a:lvl1pPr marL="0" indent="0">
              <a:buNone/>
              <a:defRPr/>
            </a:lvl1pPr>
          </a:lstStyle>
          <a:p>
            <a:pPr lvl="0"/>
            <a:r>
              <a:rPr lang="en-US"/>
              <a:t>Key Takeaways</a:t>
            </a:r>
          </a:p>
        </p:txBody>
      </p:sp>
      <p:sp>
        <p:nvSpPr>
          <p:cNvPr id="15" name="Text Placeholder 8">
            <a:extLst>
              <a:ext uri="{FF2B5EF4-FFF2-40B4-BE49-F238E27FC236}">
                <a16:creationId xmlns:a16="http://schemas.microsoft.com/office/drawing/2014/main" id="{C1ABE303-7041-4312-AD03-0E872AEF99BE}"/>
              </a:ext>
            </a:extLst>
          </p:cNvPr>
          <p:cNvSpPr>
            <a:spLocks noGrp="1"/>
          </p:cNvSpPr>
          <p:nvPr>
            <p:ph type="body" sz="quarter" idx="18" hasCustomPrompt="1"/>
          </p:nvPr>
        </p:nvSpPr>
        <p:spPr>
          <a:xfrm>
            <a:off x="6119821" y="1635009"/>
            <a:ext cx="5462580" cy="1611554"/>
          </a:xfrm>
          <a:prstGeom prst="rect">
            <a:avLst/>
          </a:prstGeom>
        </p:spPr>
        <p:txBody>
          <a:bodyPr/>
          <a:lstStyle>
            <a:lvl1pPr marL="0" indent="0">
              <a:buNone/>
              <a:defRPr sz="1599"/>
            </a:lvl1pPr>
          </a:lstStyle>
          <a:p>
            <a:pPr lvl="0"/>
            <a:r>
              <a:rPr lang="en-US"/>
              <a:t>Content EY Interstate Light, 16pt, Lorem ipsum dolor, 12pt, </a:t>
            </a:r>
            <a:r>
              <a:rPr lang="en-US" err="1"/>
              <a:t>Utinam</a:t>
            </a:r>
            <a:r>
              <a:rPr lang="en-US"/>
              <a:t> </a:t>
            </a:r>
            <a:r>
              <a:rPr lang="en-US" err="1"/>
              <a:t>nonumy</a:t>
            </a:r>
            <a:r>
              <a:rPr lang="en-US"/>
              <a:t> </a:t>
            </a:r>
            <a:r>
              <a:rPr lang="en-US" err="1"/>
              <a:t>abhorreant</a:t>
            </a:r>
            <a:r>
              <a:rPr lang="en-US"/>
              <a:t> </a:t>
            </a:r>
            <a:r>
              <a:rPr lang="en-US" err="1"/>
              <a:t>sead</a:t>
            </a:r>
            <a:r>
              <a:rPr lang="en-US"/>
              <a:t>. </a:t>
            </a:r>
            <a:r>
              <a:rPr lang="en-US" err="1"/>
              <a:t>Putant</a:t>
            </a:r>
            <a:r>
              <a:rPr lang="en-US"/>
              <a:t> </a:t>
            </a:r>
            <a:r>
              <a:rPr lang="en-US" err="1"/>
              <a:t>probatus</a:t>
            </a:r>
            <a:r>
              <a:rPr lang="en-US"/>
              <a:t> id vis, ad his </a:t>
            </a:r>
            <a:r>
              <a:rPr lang="en-US" err="1"/>
              <a:t>meis</a:t>
            </a:r>
            <a:r>
              <a:rPr lang="en-US"/>
              <a:t> </a:t>
            </a:r>
            <a:r>
              <a:rPr lang="en-US" err="1"/>
              <a:t>habemus</a:t>
            </a:r>
            <a:r>
              <a:rPr lang="en-US"/>
              <a:t> </a:t>
            </a:r>
            <a:r>
              <a:rPr lang="en-US" err="1"/>
              <a:t>repudiare</a:t>
            </a:r>
            <a:r>
              <a:rPr lang="en-US"/>
              <a:t>, has an </a:t>
            </a:r>
            <a:r>
              <a:rPr lang="en-US" err="1"/>
              <a:t>pericula</a:t>
            </a:r>
            <a:r>
              <a:rPr lang="en-US"/>
              <a:t> </a:t>
            </a:r>
            <a:r>
              <a:rPr lang="en-US" err="1"/>
              <a:t>tractatos</a:t>
            </a:r>
            <a:r>
              <a:rPr lang="en-US"/>
              <a:t>. </a:t>
            </a:r>
            <a:r>
              <a:rPr lang="en-US" err="1"/>
              <a:t>Nec</a:t>
            </a:r>
            <a:r>
              <a:rPr lang="en-US"/>
              <a:t> </a:t>
            </a:r>
            <a:r>
              <a:rPr lang="en-US" err="1"/>
              <a:t>debitis</a:t>
            </a:r>
            <a:r>
              <a:rPr lang="en-US"/>
              <a:t> </a:t>
            </a:r>
            <a:r>
              <a:rPr lang="en-US" err="1"/>
              <a:t>dissentias</a:t>
            </a:r>
            <a:r>
              <a:rPr lang="en-US"/>
              <a:t> ad. </a:t>
            </a:r>
            <a:r>
              <a:rPr lang="en-US" err="1"/>
              <a:t>Patrioque</a:t>
            </a:r>
            <a:r>
              <a:rPr lang="en-US"/>
              <a:t> </a:t>
            </a:r>
            <a:r>
              <a:rPr lang="en-US" err="1"/>
              <a:t>voluptatum</a:t>
            </a:r>
            <a:r>
              <a:rPr lang="en-US"/>
              <a:t> </a:t>
            </a:r>
            <a:r>
              <a:rPr lang="en-US" err="1"/>
              <a:t>sed</a:t>
            </a:r>
            <a:r>
              <a:rPr lang="en-US"/>
              <a:t> ex, id </a:t>
            </a:r>
            <a:r>
              <a:rPr lang="en-US" err="1"/>
              <a:t>admodum</a:t>
            </a:r>
            <a:r>
              <a:rPr lang="en-US"/>
              <a:t>.</a:t>
            </a:r>
          </a:p>
          <a:p>
            <a:pPr lvl="0"/>
            <a:endParaRPr lang="en-US"/>
          </a:p>
        </p:txBody>
      </p:sp>
      <p:sp>
        <p:nvSpPr>
          <p:cNvPr id="20" name="Line 10">
            <a:extLst>
              <a:ext uri="{FF2B5EF4-FFF2-40B4-BE49-F238E27FC236}">
                <a16:creationId xmlns:a16="http://schemas.microsoft.com/office/drawing/2014/main" id="{B69EB865-6B86-419B-923C-F7DDC68C9C66}"/>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1419056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andard slide_Quote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0507BA1-EA97-432B-8AAE-BE8FEE624583}"/>
              </a:ext>
            </a:extLst>
          </p:cNvPr>
          <p:cNvSpPr>
            <a:spLocks noGrp="1"/>
          </p:cNvSpPr>
          <p:nvPr>
            <p:ph type="pic" sz="quarter" idx="10"/>
          </p:nvPr>
        </p:nvSpPr>
        <p:spPr>
          <a:xfrm>
            <a:off x="0" y="0"/>
            <a:ext cx="12192000" cy="6858000"/>
          </a:xfrm>
          <a:prstGeom prst="rect">
            <a:avLst/>
          </a:prstGeom>
          <a:ln>
            <a:noFill/>
          </a:ln>
        </p:spPr>
        <p:txBody>
          <a:bodyPr/>
          <a:lstStyle>
            <a:lvl1pPr marL="0" indent="0" algn="ctr">
              <a:buNone/>
              <a:defRPr/>
            </a:lvl1pPr>
          </a:lstStyle>
          <a:p>
            <a:endParaRPr lang="en-IN"/>
          </a:p>
        </p:txBody>
      </p:sp>
    </p:spTree>
    <p:extLst>
      <p:ext uri="{BB962C8B-B14F-4D97-AF65-F5344CB8AC3E}">
        <p14:creationId xmlns:p14="http://schemas.microsoft.com/office/powerpoint/2010/main" val="6440874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a:prstGeom prst="rect">
            <a:avLst/>
          </a:prstGeom>
        </p:spPr>
        <p:txBody>
          <a:bodyPr/>
          <a:lstStyle>
            <a:lvl1pPr marL="0" indent="0">
              <a:buNone/>
              <a:defRPr>
                <a:solidFill>
                  <a:schemeClr val="bg1"/>
                </a:solidFill>
              </a:defRPr>
            </a:lvl1pPr>
            <a:lvl2pPr marL="356438">
              <a:defRPr>
                <a:solidFill>
                  <a:schemeClr val="bg1"/>
                </a:solidFill>
              </a:defRPr>
            </a:lvl2pPr>
            <a:lvl3pPr marL="712875">
              <a:defRPr>
                <a:solidFill>
                  <a:schemeClr val="bg1"/>
                </a:solidFill>
              </a:defRPr>
            </a:lvl3pPr>
            <a:lvl4pPr marL="1069313">
              <a:defRPr>
                <a:solidFill>
                  <a:schemeClr val="bg1"/>
                </a:solidFill>
              </a:defRPr>
            </a:lvl4pPr>
            <a:lvl5pPr marL="1425751">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Line 10">
            <a:extLst>
              <a:ext uri="{FF2B5EF4-FFF2-40B4-BE49-F238E27FC236}">
                <a16:creationId xmlns:a16="http://schemas.microsoft.com/office/drawing/2014/main" id="{8D4CA674-C969-4C5C-9EA4-6D41FE961DE2}"/>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41061842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6" name="Line 10">
            <a:extLst>
              <a:ext uri="{FF2B5EF4-FFF2-40B4-BE49-F238E27FC236}">
                <a16:creationId xmlns:a16="http://schemas.microsoft.com/office/drawing/2014/main" id="{97A26880-8DD7-4A78-ADAF-91ED2E744A7C}"/>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14286205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9601" y="1137919"/>
            <a:ext cx="5384800" cy="4834800"/>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1" y="1137919"/>
            <a:ext cx="5384800" cy="4834800"/>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Line 10">
            <a:extLst>
              <a:ext uri="{FF2B5EF4-FFF2-40B4-BE49-F238E27FC236}">
                <a16:creationId xmlns:a16="http://schemas.microsoft.com/office/drawing/2014/main" id="{9B070B28-7AAC-47E5-9EB5-96B8B8B8805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7770535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329" y="1869441"/>
            <a:ext cx="5390400" cy="4256075"/>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6405" y="1869441"/>
            <a:ext cx="5390400" cy="4256075"/>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p:cNvSpPr>
            <a:spLocks noGrp="1"/>
          </p:cNvSpPr>
          <p:nvPr>
            <p:ph type="body" sz="quarter" idx="12"/>
          </p:nvPr>
        </p:nvSpPr>
        <p:spPr>
          <a:xfrm>
            <a:off x="609601" y="1137920"/>
            <a:ext cx="5390400" cy="640800"/>
          </a:xfrm>
          <a:prstGeom prst="rect">
            <a:avLst/>
          </a:prstGeo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6405" y="1137920"/>
            <a:ext cx="5390400" cy="640800"/>
          </a:xfrm>
          <a:prstGeom prst="rect">
            <a:avLst/>
          </a:prstGeom>
        </p:spPr>
        <p:txBody>
          <a:bodyPr anchor="t" anchorCtr="0"/>
          <a:lstStyle>
            <a:lvl1pPr>
              <a:buNone/>
              <a:defRPr b="1">
                <a:solidFill>
                  <a:schemeClr val="bg1"/>
                </a:solidFill>
              </a:defRPr>
            </a:lvl1pPr>
          </a:lstStyle>
          <a:p>
            <a:pPr lvl="0"/>
            <a:endParaRPr lang="en-GB"/>
          </a:p>
        </p:txBody>
      </p:sp>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p>
        </p:txBody>
      </p:sp>
      <p:sp>
        <p:nvSpPr>
          <p:cNvPr id="14" name="Line 10">
            <a:extLst>
              <a:ext uri="{FF2B5EF4-FFF2-40B4-BE49-F238E27FC236}">
                <a16:creationId xmlns:a16="http://schemas.microsoft.com/office/drawing/2014/main" id="{9773E7D9-2434-4381-A00D-27B62C086733}"/>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17748681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6774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cused data">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0631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512324"/>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702881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95314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0052CFA6-7CF5-41BD-9D94-2D0DAE108428}"/>
              </a:ext>
            </a:extLst>
          </p:cNvPr>
          <p:cNvSpPr>
            <a:spLocks noGrp="1"/>
          </p:cNvSpPr>
          <p:nvPr>
            <p:ph type="media" sz="quarter" idx="10" hasCustomPrompt="1"/>
          </p:nvPr>
        </p:nvSpPr>
        <p:spPr>
          <a:xfrm>
            <a:off x="0" y="0"/>
            <a:ext cx="12192000" cy="6858000"/>
          </a:xfrm>
          <a:prstGeom prst="rect">
            <a:avLst/>
          </a:prstGeom>
        </p:spPr>
        <p:txBody>
          <a:bodyPr anchor="ctr"/>
          <a:lstStyle>
            <a:lvl1pPr marL="0" indent="0" algn="ctr">
              <a:buNone/>
              <a:defRPr/>
            </a:lvl1pPr>
          </a:lstStyle>
          <a:p>
            <a:r>
              <a:rPr lang="en-IN"/>
              <a:t>Video</a:t>
            </a:r>
          </a:p>
        </p:txBody>
      </p:sp>
    </p:spTree>
    <p:extLst>
      <p:ext uri="{BB962C8B-B14F-4D97-AF65-F5344CB8AC3E}">
        <p14:creationId xmlns:p14="http://schemas.microsoft.com/office/powerpoint/2010/main" val="8718205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483" y="719139"/>
            <a:ext cx="4675200" cy="5210062"/>
          </a:xfrm>
          <a:prstGeom prst="rect">
            <a:avLst/>
          </a:prstGeo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5242038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89174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Cover alternate">
    <p:spTree>
      <p:nvGrpSpPr>
        <p:cNvPr id="1" name=""/>
        <p:cNvGrpSpPr/>
        <p:nvPr/>
      </p:nvGrpSpPr>
      <p:grpSpPr>
        <a:xfrm>
          <a:off x="0" y="0"/>
          <a:ext cx="0" cy="0"/>
          <a:chOff x="0" y="0"/>
          <a:chExt cx="0" cy="0"/>
        </a:xfrm>
      </p:grpSpPr>
      <p:sp>
        <p:nvSpPr>
          <p:cNvPr id="8" name="Freeform 5"/>
          <p:cNvSpPr>
            <a:spLocks noChangeAspect="1"/>
          </p:cNvSpPr>
          <p:nvPr userDrawn="1"/>
        </p:nvSpPr>
        <p:spPr bwMode="gray">
          <a:xfrm rot="10800000">
            <a:off x="609283" y="457200"/>
            <a:ext cx="4255152" cy="269447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tx2"/>
          </a:solidFill>
          <a:ln w="9525">
            <a:noFill/>
            <a:round/>
            <a:headEnd/>
            <a:tailEnd/>
          </a:ln>
        </p:spPr>
        <p:txBody>
          <a:bodyPr vert="horz" wrap="square" lIns="91392" tIns="45696" rIns="91392" bIns="45696" numCol="1" anchor="t" anchorCtr="0" compatLnSpc="1">
            <a:prstTxWarp prst="textNoShape">
              <a:avLst/>
            </a:prstTxWarp>
          </a:bodyPr>
          <a:lstStyle/>
          <a:p>
            <a:endParaRPr lang="en-GB" sz="1799"/>
          </a:p>
        </p:txBody>
      </p:sp>
      <p:sp>
        <p:nvSpPr>
          <p:cNvPr id="9" name="Title 1"/>
          <p:cNvSpPr>
            <a:spLocks noGrp="1"/>
          </p:cNvSpPr>
          <p:nvPr>
            <p:ph type="ctrTitle"/>
          </p:nvPr>
        </p:nvSpPr>
        <p:spPr>
          <a:xfrm>
            <a:off x="845136" y="1235056"/>
            <a:ext cx="3203645" cy="534921"/>
          </a:xfrm>
        </p:spPr>
        <p:txBody>
          <a:bodyPr/>
          <a:lstStyle>
            <a:lvl1pPr>
              <a:defRPr>
                <a:solidFill>
                  <a:srgbClr val="404040"/>
                </a:solidFill>
                <a:latin typeface="+mn-lt"/>
                <a:cs typeface="Arial" pitchFamily="34" charset="0"/>
              </a:defRPr>
            </a:lvl1pPr>
          </a:lstStyle>
          <a:p>
            <a:r>
              <a:rPr lang="en-US"/>
              <a:t>Click to edit Master title style</a:t>
            </a:r>
            <a:endParaRPr lang="en-GB"/>
          </a:p>
        </p:txBody>
      </p:sp>
      <p:sp>
        <p:nvSpPr>
          <p:cNvPr id="10" name="Subtitle 2"/>
          <p:cNvSpPr>
            <a:spLocks noGrp="1"/>
          </p:cNvSpPr>
          <p:nvPr>
            <p:ph type="subTitle" idx="1"/>
          </p:nvPr>
        </p:nvSpPr>
        <p:spPr>
          <a:xfrm>
            <a:off x="845136" y="2242676"/>
            <a:ext cx="3203645" cy="401466"/>
          </a:xfrm>
        </p:spPr>
        <p:txBody>
          <a:bodyPr/>
          <a:lstStyle>
            <a:lvl1pPr marL="0" indent="0" algn="l">
              <a:buNone/>
              <a:defRPr sz="1999">
                <a:solidFill>
                  <a:srgbClr val="404040"/>
                </a:solidFill>
                <a:latin typeface="+mn-lt"/>
                <a:cs typeface="Arial" pitchFamily="34" charset="0"/>
              </a:defRPr>
            </a:lvl1pPr>
            <a:lvl2pPr marL="0" indent="0" algn="l">
              <a:buNone/>
              <a:defRPr sz="1599">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3" name="Group 4">
            <a:extLst>
              <a:ext uri="{FF2B5EF4-FFF2-40B4-BE49-F238E27FC236}">
                <a16:creationId xmlns:a16="http://schemas.microsoft.com/office/drawing/2014/main" id="{18E9E051-BDE2-44EF-88FF-F379B291A8AD}"/>
              </a:ext>
            </a:extLst>
          </p:cNvPr>
          <p:cNvGrpSpPr>
            <a:grpSpLocks noChangeAspect="1"/>
          </p:cNvGrpSpPr>
          <p:nvPr userDrawn="1"/>
        </p:nvGrpSpPr>
        <p:grpSpPr bwMode="auto">
          <a:xfrm>
            <a:off x="10359392" y="4960938"/>
            <a:ext cx="1224912" cy="1435100"/>
            <a:chOff x="6529" y="3125"/>
            <a:chExt cx="772" cy="904"/>
          </a:xfrm>
        </p:grpSpPr>
        <p:sp>
          <p:nvSpPr>
            <p:cNvPr id="14" name="Freeform 5">
              <a:extLst>
                <a:ext uri="{FF2B5EF4-FFF2-40B4-BE49-F238E27FC236}">
                  <a16:creationId xmlns:a16="http://schemas.microsoft.com/office/drawing/2014/main" id="{CE181BAA-E545-42AF-BC6A-8F6EDA1E9D56}"/>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 name="Freeform 6">
              <a:extLst>
                <a:ext uri="{FF2B5EF4-FFF2-40B4-BE49-F238E27FC236}">
                  <a16:creationId xmlns:a16="http://schemas.microsoft.com/office/drawing/2014/main" id="{52C48BCA-E317-4540-B247-1007157720F9}"/>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6764587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1" y="201600"/>
            <a:ext cx="10972800" cy="419088"/>
          </a:xfrm>
        </p:spPr>
        <p:txBody>
          <a:bodyPr/>
          <a:lstStyle>
            <a:lvl1pPr>
              <a:defRPr>
                <a:solidFill>
                  <a:srgbClr val="646464"/>
                </a:solidFill>
              </a:defRPr>
            </a:lvl1pPr>
          </a:lstStyle>
          <a:p>
            <a:r>
              <a:rPr lang="en-US"/>
              <a:t>Click to edit Master title style</a:t>
            </a:r>
            <a:endParaRPr lang="en-GB"/>
          </a:p>
        </p:txBody>
      </p:sp>
      <p:sp>
        <p:nvSpPr>
          <p:cNvPr id="7" name="Line 10"/>
          <p:cNvSpPr>
            <a:spLocks noChangeShapeType="1"/>
          </p:cNvSpPr>
          <p:nvPr userDrawn="1"/>
        </p:nvSpPr>
        <p:spPr bwMode="auto">
          <a:xfrm>
            <a:off x="609601" y="1044000"/>
            <a:ext cx="109728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a:solidFill>
                <a:srgbClr val="646464"/>
              </a:solidFill>
            </a:endParaRPr>
          </a:p>
        </p:txBody>
      </p:sp>
      <p:sp>
        <p:nvSpPr>
          <p:cNvPr id="10" name="Text Placeholder 10"/>
          <p:cNvSpPr>
            <a:spLocks noGrp="1"/>
          </p:cNvSpPr>
          <p:nvPr>
            <p:ph type="body" sz="quarter" idx="11"/>
          </p:nvPr>
        </p:nvSpPr>
        <p:spPr>
          <a:xfrm>
            <a:off x="609601" y="566087"/>
            <a:ext cx="10972800" cy="442800"/>
          </a:xfrm>
          <a:prstGeom prst="rect">
            <a:avLst/>
          </a:prstGeom>
        </p:spPr>
        <p:txBody>
          <a:bodyPr/>
          <a:lstStyle>
            <a:lvl1pPr marL="0" indent="0">
              <a:buNone/>
              <a:defRPr sz="2199">
                <a:latin typeface="+mj-lt"/>
              </a:defRPr>
            </a:lvl1pPr>
          </a:lstStyle>
          <a:p>
            <a:pPr lvl="0"/>
            <a:r>
              <a:rPr lang="en-US"/>
              <a:t>Click to edit Master</a:t>
            </a:r>
            <a:endParaRPr lang="en-IN"/>
          </a:p>
        </p:txBody>
      </p:sp>
    </p:spTree>
    <p:extLst>
      <p:ext uri="{BB962C8B-B14F-4D97-AF65-F5344CB8AC3E}">
        <p14:creationId xmlns:p14="http://schemas.microsoft.com/office/powerpoint/2010/main" val="177273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3B5B6-56E0-4357-AC66-4A3696D81E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3B0A710-FB05-4B6B-8979-36F0D5971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538633-7817-4706-876C-34FCA7752C91}"/>
              </a:ext>
            </a:extLst>
          </p:cNvPr>
          <p:cNvSpPr>
            <a:spLocks noGrp="1"/>
          </p:cNvSpPr>
          <p:nvPr>
            <p:ph type="dt" sz="half" idx="10"/>
          </p:nvPr>
        </p:nvSpPr>
        <p:spPr/>
        <p:txBody>
          <a:bodyPr/>
          <a:lstStyle/>
          <a:p>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id="{7458FCAF-EBC7-45B4-8374-D40A05F72AF3}"/>
              </a:ext>
            </a:extLst>
          </p:cNvPr>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a:extLst>
              <a:ext uri="{FF2B5EF4-FFF2-40B4-BE49-F238E27FC236}">
                <a16:creationId xmlns:a16="http://schemas.microsoft.com/office/drawing/2014/main" id="{F736790D-3FD3-4042-97C2-84FB65D9767D}"/>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5844691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171AF-F4B4-48DB-B951-C72C39ADC9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DEDDC6-6EEE-4204-BC08-223493D9922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3570FD-F9D6-4DFE-B9A8-E9B7A02FD587}"/>
              </a:ext>
            </a:extLst>
          </p:cNvPr>
          <p:cNvSpPr>
            <a:spLocks noGrp="1"/>
          </p:cNvSpPr>
          <p:nvPr>
            <p:ph type="dt" sz="half" idx="10"/>
          </p:nvPr>
        </p:nvSpPr>
        <p:spPr/>
        <p:txBody>
          <a:bodyPr/>
          <a:lstStyle/>
          <a:p>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id="{1944ABB4-A407-437A-9E11-380230C5E7D8}"/>
              </a:ext>
            </a:extLst>
          </p:cNvPr>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a:extLst>
              <a:ext uri="{FF2B5EF4-FFF2-40B4-BE49-F238E27FC236}">
                <a16:creationId xmlns:a16="http://schemas.microsoft.com/office/drawing/2014/main" id="{224D9249-FABB-454D-81F8-A3C2D1A59FDB}"/>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4782636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304D6-4923-4566-86A1-4831CC2E18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989C6A-CF9A-4D36-BFAA-A5C5CDF434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41B3259-E574-472A-9343-0933608DBBCF}"/>
              </a:ext>
            </a:extLst>
          </p:cNvPr>
          <p:cNvSpPr>
            <a:spLocks noGrp="1"/>
          </p:cNvSpPr>
          <p:nvPr>
            <p:ph type="dt" sz="half" idx="10"/>
          </p:nvPr>
        </p:nvSpPr>
        <p:spPr/>
        <p:txBody>
          <a:bodyPr/>
          <a:lstStyle/>
          <a:p>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id="{EE068AA3-EADC-4A64-A6CC-80350C95BD4B}"/>
              </a:ext>
            </a:extLst>
          </p:cNvPr>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a:extLst>
              <a:ext uri="{FF2B5EF4-FFF2-40B4-BE49-F238E27FC236}">
                <a16:creationId xmlns:a16="http://schemas.microsoft.com/office/drawing/2014/main" id="{91ACE9A3-AE37-4558-8FFA-41B61AD06592}"/>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5262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F9349-4187-404B-9CF5-1FA4D9543F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CF8C0F1-20A8-4E86-BE70-3DEDD4398F6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7868C0-0473-48B0-83B0-2591F9AC967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0A99621-37C2-4DB0-B6AB-20FE612400C9}"/>
              </a:ext>
            </a:extLst>
          </p:cNvPr>
          <p:cNvSpPr>
            <a:spLocks noGrp="1"/>
          </p:cNvSpPr>
          <p:nvPr>
            <p:ph type="dt" sz="half" idx="10"/>
          </p:nvPr>
        </p:nvSpPr>
        <p:spPr/>
        <p:txBody>
          <a:bodyPr/>
          <a:lstStyle/>
          <a:p>
            <a:endParaRPr lang="en-IN" dirty="0">
              <a:solidFill>
                <a:prstClr val="black">
                  <a:tint val="75000"/>
                </a:prstClr>
              </a:solidFill>
            </a:endParaRPr>
          </a:p>
        </p:txBody>
      </p:sp>
      <p:sp>
        <p:nvSpPr>
          <p:cNvPr id="6" name="Footer Placeholder 5">
            <a:extLst>
              <a:ext uri="{FF2B5EF4-FFF2-40B4-BE49-F238E27FC236}">
                <a16:creationId xmlns:a16="http://schemas.microsoft.com/office/drawing/2014/main" id="{6FC0CD52-627B-45F1-A01C-9D80EA98457D}"/>
              </a:ext>
            </a:extLst>
          </p:cNvPr>
          <p:cNvSpPr>
            <a:spLocks noGrp="1"/>
          </p:cNvSpPr>
          <p:nvPr>
            <p:ph type="ftr" sz="quarter" idx="11"/>
          </p:nvPr>
        </p:nvSpPr>
        <p:spPr/>
        <p:txBody>
          <a:bodyPr/>
          <a:lstStyle/>
          <a:p>
            <a:endParaRPr lang="en-IN" dirty="0">
              <a:solidFill>
                <a:prstClr val="black">
                  <a:tint val="75000"/>
                </a:prstClr>
              </a:solidFill>
            </a:endParaRPr>
          </a:p>
        </p:txBody>
      </p:sp>
      <p:sp>
        <p:nvSpPr>
          <p:cNvPr id="7" name="Slide Number Placeholder 6">
            <a:extLst>
              <a:ext uri="{FF2B5EF4-FFF2-40B4-BE49-F238E27FC236}">
                <a16:creationId xmlns:a16="http://schemas.microsoft.com/office/drawing/2014/main" id="{1E10B14F-9842-4608-9A12-BB01517EE184}"/>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7825753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093A0-DB8C-44B2-8A54-1239612C0FD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9D5D2E-E64D-40B9-95AF-80F35E498C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0CF13DA-EAE8-4EAE-AA06-4F59200A654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2E19BC-11D0-468A-B9FC-3B28C857A3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E149893-CFBC-4F51-AB85-94FB0220DDE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0F0C4AA-1492-4A41-A911-37C2F491228E}"/>
              </a:ext>
            </a:extLst>
          </p:cNvPr>
          <p:cNvSpPr>
            <a:spLocks noGrp="1"/>
          </p:cNvSpPr>
          <p:nvPr>
            <p:ph type="dt" sz="half" idx="10"/>
          </p:nvPr>
        </p:nvSpPr>
        <p:spPr/>
        <p:txBody>
          <a:bodyPr/>
          <a:lstStyle/>
          <a:p>
            <a:endParaRPr lang="en-IN" dirty="0">
              <a:solidFill>
                <a:prstClr val="black">
                  <a:tint val="75000"/>
                </a:prstClr>
              </a:solidFill>
            </a:endParaRPr>
          </a:p>
        </p:txBody>
      </p:sp>
      <p:sp>
        <p:nvSpPr>
          <p:cNvPr id="8" name="Footer Placeholder 7">
            <a:extLst>
              <a:ext uri="{FF2B5EF4-FFF2-40B4-BE49-F238E27FC236}">
                <a16:creationId xmlns:a16="http://schemas.microsoft.com/office/drawing/2014/main" id="{11A1EDF8-B0DB-45F1-8CD7-FF1B83783A3D}"/>
              </a:ext>
            </a:extLst>
          </p:cNvPr>
          <p:cNvSpPr>
            <a:spLocks noGrp="1"/>
          </p:cNvSpPr>
          <p:nvPr>
            <p:ph type="ftr" sz="quarter" idx="11"/>
          </p:nvPr>
        </p:nvSpPr>
        <p:spPr/>
        <p:txBody>
          <a:bodyPr/>
          <a:lstStyle/>
          <a:p>
            <a:endParaRPr lang="en-IN" dirty="0">
              <a:solidFill>
                <a:prstClr val="black">
                  <a:tint val="75000"/>
                </a:prstClr>
              </a:solidFill>
            </a:endParaRPr>
          </a:p>
        </p:txBody>
      </p:sp>
      <p:sp>
        <p:nvSpPr>
          <p:cNvPr id="9" name="Slide Number Placeholder 8">
            <a:extLst>
              <a:ext uri="{FF2B5EF4-FFF2-40B4-BE49-F238E27FC236}">
                <a16:creationId xmlns:a16="http://schemas.microsoft.com/office/drawing/2014/main" id="{1C0D50E6-FDB3-4689-9CC7-D8ED368F9DCA}"/>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2369469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E8C00-670B-41E2-9DF6-5E93B2E1AA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A9AE76B-1C83-4884-9659-C9F23ACF5D5E}"/>
              </a:ext>
            </a:extLst>
          </p:cNvPr>
          <p:cNvSpPr>
            <a:spLocks noGrp="1"/>
          </p:cNvSpPr>
          <p:nvPr>
            <p:ph type="dt" sz="half" idx="10"/>
          </p:nvPr>
        </p:nvSpPr>
        <p:spPr/>
        <p:txBody>
          <a:bodyPr/>
          <a:lstStyle/>
          <a:p>
            <a:endParaRPr lang="en-IN" dirty="0">
              <a:solidFill>
                <a:prstClr val="black">
                  <a:tint val="75000"/>
                </a:prstClr>
              </a:solidFill>
            </a:endParaRPr>
          </a:p>
        </p:txBody>
      </p:sp>
      <p:sp>
        <p:nvSpPr>
          <p:cNvPr id="4" name="Footer Placeholder 3">
            <a:extLst>
              <a:ext uri="{FF2B5EF4-FFF2-40B4-BE49-F238E27FC236}">
                <a16:creationId xmlns:a16="http://schemas.microsoft.com/office/drawing/2014/main" id="{39843712-E04F-4250-9BA6-1C0061BC8110}"/>
              </a:ext>
            </a:extLst>
          </p:cNvPr>
          <p:cNvSpPr>
            <a:spLocks noGrp="1"/>
          </p:cNvSpPr>
          <p:nvPr>
            <p:ph type="ftr" sz="quarter" idx="11"/>
          </p:nvPr>
        </p:nvSpPr>
        <p:spPr/>
        <p:txBody>
          <a:bodyPr/>
          <a:lstStyle/>
          <a:p>
            <a:endParaRPr lang="en-IN" dirty="0">
              <a:solidFill>
                <a:prstClr val="black">
                  <a:tint val="75000"/>
                </a:prstClr>
              </a:solidFill>
            </a:endParaRPr>
          </a:p>
        </p:txBody>
      </p:sp>
      <p:sp>
        <p:nvSpPr>
          <p:cNvPr id="5" name="Slide Number Placeholder 4">
            <a:extLst>
              <a:ext uri="{FF2B5EF4-FFF2-40B4-BE49-F238E27FC236}">
                <a16:creationId xmlns:a16="http://schemas.microsoft.com/office/drawing/2014/main" id="{6B97AD6E-A4D6-4293-A339-AB200AF8D309}"/>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5775534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84BB22-3586-4090-A17E-93829FDA8B0C}"/>
              </a:ext>
            </a:extLst>
          </p:cNvPr>
          <p:cNvSpPr>
            <a:spLocks noGrp="1"/>
          </p:cNvSpPr>
          <p:nvPr>
            <p:ph type="dt" sz="half" idx="10"/>
          </p:nvPr>
        </p:nvSpPr>
        <p:spPr/>
        <p:txBody>
          <a:bodyPr/>
          <a:lstStyle/>
          <a:p>
            <a:endParaRPr lang="en-IN" dirty="0">
              <a:solidFill>
                <a:prstClr val="black">
                  <a:tint val="75000"/>
                </a:prstClr>
              </a:solidFill>
            </a:endParaRPr>
          </a:p>
        </p:txBody>
      </p:sp>
      <p:sp>
        <p:nvSpPr>
          <p:cNvPr id="3" name="Footer Placeholder 2">
            <a:extLst>
              <a:ext uri="{FF2B5EF4-FFF2-40B4-BE49-F238E27FC236}">
                <a16:creationId xmlns:a16="http://schemas.microsoft.com/office/drawing/2014/main" id="{C3BF612B-E9BA-4F38-91B5-C98F8BE2134E}"/>
              </a:ext>
            </a:extLst>
          </p:cNvPr>
          <p:cNvSpPr>
            <a:spLocks noGrp="1"/>
          </p:cNvSpPr>
          <p:nvPr>
            <p:ph type="ftr" sz="quarter" idx="11"/>
          </p:nvPr>
        </p:nvSpPr>
        <p:spPr/>
        <p:txBody>
          <a:bodyPr/>
          <a:lstStyle/>
          <a:p>
            <a:endParaRPr lang="en-IN" dirty="0">
              <a:solidFill>
                <a:prstClr val="black">
                  <a:tint val="75000"/>
                </a:prstClr>
              </a:solidFill>
            </a:endParaRPr>
          </a:p>
        </p:txBody>
      </p:sp>
      <p:sp>
        <p:nvSpPr>
          <p:cNvPr id="4" name="Slide Number Placeholder 3">
            <a:extLst>
              <a:ext uri="{FF2B5EF4-FFF2-40B4-BE49-F238E27FC236}">
                <a16:creationId xmlns:a16="http://schemas.microsoft.com/office/drawing/2014/main" id="{9C254310-7C48-45BF-9CAC-D33393A55050}"/>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9471678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70FFD-A1A7-43BC-89E6-2233318F57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4D06EE6-D9BA-4A1D-961C-91D3169E1A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C502BD-D149-447A-833B-F1E607ADB3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FE8033F-BC4F-4B10-AB4B-FBEFED64221F}"/>
              </a:ext>
            </a:extLst>
          </p:cNvPr>
          <p:cNvSpPr>
            <a:spLocks noGrp="1"/>
          </p:cNvSpPr>
          <p:nvPr>
            <p:ph type="dt" sz="half" idx="10"/>
          </p:nvPr>
        </p:nvSpPr>
        <p:spPr/>
        <p:txBody>
          <a:bodyPr/>
          <a:lstStyle/>
          <a:p>
            <a:endParaRPr lang="en-IN" dirty="0">
              <a:solidFill>
                <a:prstClr val="black">
                  <a:tint val="75000"/>
                </a:prstClr>
              </a:solidFill>
            </a:endParaRPr>
          </a:p>
        </p:txBody>
      </p:sp>
      <p:sp>
        <p:nvSpPr>
          <p:cNvPr id="6" name="Footer Placeholder 5">
            <a:extLst>
              <a:ext uri="{FF2B5EF4-FFF2-40B4-BE49-F238E27FC236}">
                <a16:creationId xmlns:a16="http://schemas.microsoft.com/office/drawing/2014/main" id="{19696B1B-5034-4F30-B9D8-5712254F2EED}"/>
              </a:ext>
            </a:extLst>
          </p:cNvPr>
          <p:cNvSpPr>
            <a:spLocks noGrp="1"/>
          </p:cNvSpPr>
          <p:nvPr>
            <p:ph type="ftr" sz="quarter" idx="11"/>
          </p:nvPr>
        </p:nvSpPr>
        <p:spPr/>
        <p:txBody>
          <a:bodyPr/>
          <a:lstStyle/>
          <a:p>
            <a:endParaRPr lang="en-IN" dirty="0">
              <a:solidFill>
                <a:prstClr val="black">
                  <a:tint val="75000"/>
                </a:prstClr>
              </a:solidFill>
            </a:endParaRPr>
          </a:p>
        </p:txBody>
      </p:sp>
      <p:sp>
        <p:nvSpPr>
          <p:cNvPr id="7" name="Slide Number Placeholder 6">
            <a:extLst>
              <a:ext uri="{FF2B5EF4-FFF2-40B4-BE49-F238E27FC236}">
                <a16:creationId xmlns:a16="http://schemas.microsoft.com/office/drawing/2014/main" id="{19E66B9D-B950-4563-A9C9-0ACA4730598B}"/>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1070212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8A116-7784-4E52-9D0A-7A69961D30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446321-C154-4652-AAA0-C58349A5A7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BB406B2A-303F-486A-BCA6-D65D5F0994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5373EA0-0FD5-4758-A274-8AC6854831DC}"/>
              </a:ext>
            </a:extLst>
          </p:cNvPr>
          <p:cNvSpPr>
            <a:spLocks noGrp="1"/>
          </p:cNvSpPr>
          <p:nvPr>
            <p:ph type="dt" sz="half" idx="10"/>
          </p:nvPr>
        </p:nvSpPr>
        <p:spPr/>
        <p:txBody>
          <a:bodyPr/>
          <a:lstStyle/>
          <a:p>
            <a:endParaRPr lang="en-IN" dirty="0">
              <a:solidFill>
                <a:prstClr val="black">
                  <a:tint val="75000"/>
                </a:prstClr>
              </a:solidFill>
            </a:endParaRPr>
          </a:p>
        </p:txBody>
      </p:sp>
      <p:sp>
        <p:nvSpPr>
          <p:cNvPr id="6" name="Footer Placeholder 5">
            <a:extLst>
              <a:ext uri="{FF2B5EF4-FFF2-40B4-BE49-F238E27FC236}">
                <a16:creationId xmlns:a16="http://schemas.microsoft.com/office/drawing/2014/main" id="{9E1C1D6A-9B06-4982-92C2-BE1CC5EFE9F2}"/>
              </a:ext>
            </a:extLst>
          </p:cNvPr>
          <p:cNvSpPr>
            <a:spLocks noGrp="1"/>
          </p:cNvSpPr>
          <p:nvPr>
            <p:ph type="ftr" sz="quarter" idx="11"/>
          </p:nvPr>
        </p:nvSpPr>
        <p:spPr/>
        <p:txBody>
          <a:bodyPr/>
          <a:lstStyle/>
          <a:p>
            <a:endParaRPr lang="en-IN" dirty="0">
              <a:solidFill>
                <a:prstClr val="black">
                  <a:tint val="75000"/>
                </a:prstClr>
              </a:solidFill>
            </a:endParaRPr>
          </a:p>
        </p:txBody>
      </p:sp>
      <p:sp>
        <p:nvSpPr>
          <p:cNvPr id="7" name="Slide Number Placeholder 6">
            <a:extLst>
              <a:ext uri="{FF2B5EF4-FFF2-40B4-BE49-F238E27FC236}">
                <a16:creationId xmlns:a16="http://schemas.microsoft.com/office/drawing/2014/main" id="{CFC9D2E5-CE44-4165-8648-7A66821C08FA}"/>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0635311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9259B-591C-4AD5-9B47-435CABB9696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89D279-1FD2-42FA-9122-0A6449D4E57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102BDC-D36D-4256-BE97-BFF3C4722FEE}"/>
              </a:ext>
            </a:extLst>
          </p:cNvPr>
          <p:cNvSpPr>
            <a:spLocks noGrp="1"/>
          </p:cNvSpPr>
          <p:nvPr>
            <p:ph type="dt" sz="half" idx="10"/>
          </p:nvPr>
        </p:nvSpPr>
        <p:spPr/>
        <p:txBody>
          <a:bodyPr/>
          <a:lstStyle/>
          <a:p>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id="{69B7D9B9-58D7-4926-AA77-F97EC8A3B232}"/>
              </a:ext>
            </a:extLst>
          </p:cNvPr>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a:extLst>
              <a:ext uri="{FF2B5EF4-FFF2-40B4-BE49-F238E27FC236}">
                <a16:creationId xmlns:a16="http://schemas.microsoft.com/office/drawing/2014/main" id="{6F826CCC-6468-4BC8-A202-A91CC278E94B}"/>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5639637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69AB60-793A-4376-8362-2CAACE8C42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0290A2-4F1F-4027-B8C0-62A16831456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C5D5AA-49B9-4C94-8184-1F41A301AB78}"/>
              </a:ext>
            </a:extLst>
          </p:cNvPr>
          <p:cNvSpPr>
            <a:spLocks noGrp="1"/>
          </p:cNvSpPr>
          <p:nvPr>
            <p:ph type="dt" sz="half" idx="10"/>
          </p:nvPr>
        </p:nvSpPr>
        <p:spPr/>
        <p:txBody>
          <a:bodyPr/>
          <a:lstStyle/>
          <a:p>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id="{87F73205-3FB8-4532-B1FE-30A04B3F469F}"/>
              </a:ext>
            </a:extLst>
          </p:cNvPr>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a:extLst>
              <a:ext uri="{FF2B5EF4-FFF2-40B4-BE49-F238E27FC236}">
                <a16:creationId xmlns:a16="http://schemas.microsoft.com/office/drawing/2014/main" id="{E3B793AD-3D25-482C-9F50-05D41922851B}"/>
              </a:ext>
            </a:extLst>
          </p:cNvPr>
          <p:cNvSpPr>
            <a:spLocks noGrp="1"/>
          </p:cNvSpPr>
          <p:nvPr>
            <p:ph type="sldNum" sz="quarter" idx="12"/>
          </p:nvPr>
        </p:nvSpPr>
        <p:spPr/>
        <p:txBody>
          <a:body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0448373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4_Contents slide layout">
  <p:cSld name="4_Contents slide layout">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3573442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98423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EAFC-D080-716D-536D-58DABA87C6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118237D-7CAD-F3E7-C3E1-2107F518E5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E908363-F6AF-3362-3C4F-C36C048A0F2D}"/>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26-02-2026</a:t>
            </a:fld>
            <a:endParaRPr lang="en-IN">
              <a:solidFill>
                <a:prstClr val="black">
                  <a:tint val="82000"/>
                </a:prstClr>
              </a:solidFill>
            </a:endParaRPr>
          </a:p>
        </p:txBody>
      </p:sp>
      <p:sp>
        <p:nvSpPr>
          <p:cNvPr id="5" name="Footer Placeholder 4">
            <a:extLst>
              <a:ext uri="{FF2B5EF4-FFF2-40B4-BE49-F238E27FC236}">
                <a16:creationId xmlns:a16="http://schemas.microsoft.com/office/drawing/2014/main" id="{C38DA327-1B7A-1F5D-3F39-0768C8FFF3B5}"/>
              </a:ext>
            </a:extLst>
          </p:cNvPr>
          <p:cNvSpPr>
            <a:spLocks noGrp="1"/>
          </p:cNvSpPr>
          <p:nvPr>
            <p:ph type="ftr" sz="quarter" idx="11"/>
          </p:nvPr>
        </p:nvSpPr>
        <p:spPr/>
        <p:txBody>
          <a:bodyPr/>
          <a:lstStyle/>
          <a:p>
            <a:endParaRPr lang="en-IN">
              <a:solidFill>
                <a:prstClr val="black">
                  <a:tint val="82000"/>
                </a:prstClr>
              </a:solidFill>
            </a:endParaRPr>
          </a:p>
        </p:txBody>
      </p:sp>
      <p:sp>
        <p:nvSpPr>
          <p:cNvPr id="6" name="Slide Number Placeholder 5">
            <a:extLst>
              <a:ext uri="{FF2B5EF4-FFF2-40B4-BE49-F238E27FC236}">
                <a16:creationId xmlns:a16="http://schemas.microsoft.com/office/drawing/2014/main" id="{9350B8FE-7D99-3C18-79DA-97AF697F737C}"/>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15654978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CDCCB-2BC1-6051-10F3-1B4305782E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7F372F-992B-75DB-C78B-5A1BC94ACFD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3FD37511-430B-9DC0-7C0E-F7D71F63714C}"/>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26-02-2026</a:t>
            </a:fld>
            <a:endParaRPr lang="en-IN">
              <a:solidFill>
                <a:prstClr val="black">
                  <a:tint val="82000"/>
                </a:prstClr>
              </a:solidFill>
            </a:endParaRPr>
          </a:p>
        </p:txBody>
      </p:sp>
      <p:sp>
        <p:nvSpPr>
          <p:cNvPr id="5" name="Footer Placeholder 4">
            <a:extLst>
              <a:ext uri="{FF2B5EF4-FFF2-40B4-BE49-F238E27FC236}">
                <a16:creationId xmlns:a16="http://schemas.microsoft.com/office/drawing/2014/main" id="{A7B4CC7D-E2ED-3DAD-9786-9340A6AFF585}"/>
              </a:ext>
            </a:extLst>
          </p:cNvPr>
          <p:cNvSpPr>
            <a:spLocks noGrp="1"/>
          </p:cNvSpPr>
          <p:nvPr>
            <p:ph type="ftr" sz="quarter" idx="11"/>
          </p:nvPr>
        </p:nvSpPr>
        <p:spPr/>
        <p:txBody>
          <a:bodyPr/>
          <a:lstStyle/>
          <a:p>
            <a:endParaRPr lang="en-IN">
              <a:solidFill>
                <a:prstClr val="black">
                  <a:tint val="82000"/>
                </a:prstClr>
              </a:solidFill>
            </a:endParaRPr>
          </a:p>
        </p:txBody>
      </p:sp>
      <p:sp>
        <p:nvSpPr>
          <p:cNvPr id="6" name="Slide Number Placeholder 5">
            <a:extLst>
              <a:ext uri="{FF2B5EF4-FFF2-40B4-BE49-F238E27FC236}">
                <a16:creationId xmlns:a16="http://schemas.microsoft.com/office/drawing/2014/main" id="{C7D3AFE2-4444-990F-FF8D-B147906DC14C}"/>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pic>
        <p:nvPicPr>
          <p:cNvPr id="9" name="Picture 8">
            <a:extLst>
              <a:ext uri="{FF2B5EF4-FFF2-40B4-BE49-F238E27FC236}">
                <a16:creationId xmlns:a16="http://schemas.microsoft.com/office/drawing/2014/main" id="{15D9DF89-8B89-0ADC-1618-E6208653ADE7}"/>
              </a:ext>
            </a:extLst>
          </p:cNvPr>
          <p:cNvPicPr>
            <a:picLocks noChangeAspect="1"/>
          </p:cNvPicPr>
          <p:nvPr userDrawn="1"/>
        </p:nvPicPr>
        <p:blipFill>
          <a:blip r:embed="rId2"/>
          <a:stretch>
            <a:fillRect/>
          </a:stretch>
        </p:blipFill>
        <p:spPr>
          <a:xfrm rot="16200000">
            <a:off x="-2319767" y="3044888"/>
            <a:ext cx="3048157" cy="609631"/>
          </a:xfrm>
          <a:prstGeom prst="rect">
            <a:avLst/>
          </a:prstGeom>
        </p:spPr>
      </p:pic>
    </p:spTree>
    <p:extLst>
      <p:ext uri="{BB962C8B-B14F-4D97-AF65-F5344CB8AC3E}">
        <p14:creationId xmlns:p14="http://schemas.microsoft.com/office/powerpoint/2010/main" val="2986465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7DC92-13B7-FF15-E857-250FE7E7E0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75AAD30-0572-D83E-C1EB-D875716508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34492A-E9C9-E9C2-D766-DF2AC8B15374}"/>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26-02-2026</a:t>
            </a:fld>
            <a:endParaRPr lang="en-IN">
              <a:solidFill>
                <a:prstClr val="black">
                  <a:tint val="82000"/>
                </a:prstClr>
              </a:solidFill>
            </a:endParaRPr>
          </a:p>
        </p:txBody>
      </p:sp>
      <p:sp>
        <p:nvSpPr>
          <p:cNvPr id="5" name="Footer Placeholder 4">
            <a:extLst>
              <a:ext uri="{FF2B5EF4-FFF2-40B4-BE49-F238E27FC236}">
                <a16:creationId xmlns:a16="http://schemas.microsoft.com/office/drawing/2014/main" id="{7EDD83D9-5EE9-B1EF-176D-A85603A70251}"/>
              </a:ext>
            </a:extLst>
          </p:cNvPr>
          <p:cNvSpPr>
            <a:spLocks noGrp="1"/>
          </p:cNvSpPr>
          <p:nvPr>
            <p:ph type="ftr" sz="quarter" idx="11"/>
          </p:nvPr>
        </p:nvSpPr>
        <p:spPr/>
        <p:txBody>
          <a:bodyPr/>
          <a:lstStyle/>
          <a:p>
            <a:endParaRPr lang="en-IN">
              <a:solidFill>
                <a:prstClr val="black">
                  <a:tint val="82000"/>
                </a:prstClr>
              </a:solidFill>
            </a:endParaRPr>
          </a:p>
        </p:txBody>
      </p:sp>
      <p:sp>
        <p:nvSpPr>
          <p:cNvPr id="6" name="Slide Number Placeholder 5">
            <a:extLst>
              <a:ext uri="{FF2B5EF4-FFF2-40B4-BE49-F238E27FC236}">
                <a16:creationId xmlns:a16="http://schemas.microsoft.com/office/drawing/2014/main" id="{F42E59FE-5FE4-1CC9-EE76-1AB04394FB8F}"/>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163311232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FF9F9-F52A-DA12-BC68-1C85C668D1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61C4BB0-F72D-F915-6805-9388A746B6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A894BB-0B5C-7A1A-7DBF-4689FDF6F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2F90784-4B7F-7F88-4DCD-C087ED7BF9BD}"/>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26-02-2026</a:t>
            </a:fld>
            <a:endParaRPr lang="en-IN">
              <a:solidFill>
                <a:prstClr val="black">
                  <a:tint val="82000"/>
                </a:prstClr>
              </a:solidFill>
            </a:endParaRPr>
          </a:p>
        </p:txBody>
      </p:sp>
      <p:sp>
        <p:nvSpPr>
          <p:cNvPr id="6" name="Footer Placeholder 5">
            <a:extLst>
              <a:ext uri="{FF2B5EF4-FFF2-40B4-BE49-F238E27FC236}">
                <a16:creationId xmlns:a16="http://schemas.microsoft.com/office/drawing/2014/main" id="{0FFE6065-7B51-4519-9919-39EEB322A735}"/>
              </a:ext>
            </a:extLst>
          </p:cNvPr>
          <p:cNvSpPr>
            <a:spLocks noGrp="1"/>
          </p:cNvSpPr>
          <p:nvPr>
            <p:ph type="ftr" sz="quarter" idx="11"/>
          </p:nvPr>
        </p:nvSpPr>
        <p:spPr/>
        <p:txBody>
          <a:bodyPr/>
          <a:lstStyle/>
          <a:p>
            <a:endParaRPr lang="en-IN">
              <a:solidFill>
                <a:prstClr val="black">
                  <a:tint val="82000"/>
                </a:prstClr>
              </a:solidFill>
            </a:endParaRPr>
          </a:p>
        </p:txBody>
      </p:sp>
      <p:sp>
        <p:nvSpPr>
          <p:cNvPr id="7" name="Slide Number Placeholder 6">
            <a:extLst>
              <a:ext uri="{FF2B5EF4-FFF2-40B4-BE49-F238E27FC236}">
                <a16:creationId xmlns:a16="http://schemas.microsoft.com/office/drawing/2014/main" id="{82D603D5-E8AF-2465-B764-3C71E6DA9E46}"/>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69193505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BB3CF-F494-F2F7-07E2-81EE8EC022F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E36EEB-E0A5-67DF-7729-FDD1F7D078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EF475D-8890-D9D3-7066-25318DE304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48CBAF5-FF0F-379A-816E-61139A3A63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7471D9-86BD-5A97-B635-6518D943C7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E77664-F1CA-732C-446A-28D276BD7416}"/>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26-02-2026</a:t>
            </a:fld>
            <a:endParaRPr lang="en-IN">
              <a:solidFill>
                <a:prstClr val="black">
                  <a:tint val="82000"/>
                </a:prstClr>
              </a:solidFill>
            </a:endParaRPr>
          </a:p>
        </p:txBody>
      </p:sp>
      <p:sp>
        <p:nvSpPr>
          <p:cNvPr id="8" name="Footer Placeholder 7">
            <a:extLst>
              <a:ext uri="{FF2B5EF4-FFF2-40B4-BE49-F238E27FC236}">
                <a16:creationId xmlns:a16="http://schemas.microsoft.com/office/drawing/2014/main" id="{DB86878D-1588-490A-054E-41F923920C2E}"/>
              </a:ext>
            </a:extLst>
          </p:cNvPr>
          <p:cNvSpPr>
            <a:spLocks noGrp="1"/>
          </p:cNvSpPr>
          <p:nvPr>
            <p:ph type="ftr" sz="quarter" idx="11"/>
          </p:nvPr>
        </p:nvSpPr>
        <p:spPr/>
        <p:txBody>
          <a:bodyPr/>
          <a:lstStyle/>
          <a:p>
            <a:endParaRPr lang="en-IN">
              <a:solidFill>
                <a:prstClr val="black">
                  <a:tint val="82000"/>
                </a:prstClr>
              </a:solidFill>
            </a:endParaRPr>
          </a:p>
        </p:txBody>
      </p:sp>
      <p:sp>
        <p:nvSpPr>
          <p:cNvPr id="9" name="Slide Number Placeholder 8">
            <a:extLst>
              <a:ext uri="{FF2B5EF4-FFF2-40B4-BE49-F238E27FC236}">
                <a16:creationId xmlns:a16="http://schemas.microsoft.com/office/drawing/2014/main" id="{D890089B-A649-39E2-5505-4E16391E228D}"/>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5823853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84B21-35E6-A59D-4D10-B7BC494D00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1887A4B-F855-8B3A-E88E-E15347FC80AD}"/>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26-02-2026</a:t>
            </a:fld>
            <a:endParaRPr lang="en-IN">
              <a:solidFill>
                <a:prstClr val="black">
                  <a:tint val="82000"/>
                </a:prstClr>
              </a:solidFill>
            </a:endParaRPr>
          </a:p>
        </p:txBody>
      </p:sp>
      <p:sp>
        <p:nvSpPr>
          <p:cNvPr id="4" name="Footer Placeholder 3">
            <a:extLst>
              <a:ext uri="{FF2B5EF4-FFF2-40B4-BE49-F238E27FC236}">
                <a16:creationId xmlns:a16="http://schemas.microsoft.com/office/drawing/2014/main" id="{9FE94C19-55C0-A1B7-5DA7-786031BDA5F6}"/>
              </a:ext>
            </a:extLst>
          </p:cNvPr>
          <p:cNvSpPr>
            <a:spLocks noGrp="1"/>
          </p:cNvSpPr>
          <p:nvPr>
            <p:ph type="ftr" sz="quarter" idx="11"/>
          </p:nvPr>
        </p:nvSpPr>
        <p:spPr/>
        <p:txBody>
          <a:bodyPr/>
          <a:lstStyle/>
          <a:p>
            <a:endParaRPr lang="en-IN">
              <a:solidFill>
                <a:prstClr val="black">
                  <a:tint val="82000"/>
                </a:prstClr>
              </a:solidFill>
            </a:endParaRPr>
          </a:p>
        </p:txBody>
      </p:sp>
      <p:sp>
        <p:nvSpPr>
          <p:cNvPr id="5" name="Slide Number Placeholder 4">
            <a:extLst>
              <a:ext uri="{FF2B5EF4-FFF2-40B4-BE49-F238E27FC236}">
                <a16:creationId xmlns:a16="http://schemas.microsoft.com/office/drawing/2014/main" id="{9CBC70E6-D3E8-50C4-E7AD-A89DACCA7BE6}"/>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85660539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CB5043-D543-82BE-893F-EB847FAF58EC}"/>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26-02-2026</a:t>
            </a:fld>
            <a:endParaRPr lang="en-IN">
              <a:solidFill>
                <a:prstClr val="black">
                  <a:tint val="82000"/>
                </a:prstClr>
              </a:solidFill>
            </a:endParaRPr>
          </a:p>
        </p:txBody>
      </p:sp>
      <p:sp>
        <p:nvSpPr>
          <p:cNvPr id="3" name="Footer Placeholder 2">
            <a:extLst>
              <a:ext uri="{FF2B5EF4-FFF2-40B4-BE49-F238E27FC236}">
                <a16:creationId xmlns:a16="http://schemas.microsoft.com/office/drawing/2014/main" id="{EE3FB2F4-C3FC-A015-3FE4-903BC803BA30}"/>
              </a:ext>
            </a:extLst>
          </p:cNvPr>
          <p:cNvSpPr>
            <a:spLocks noGrp="1"/>
          </p:cNvSpPr>
          <p:nvPr>
            <p:ph type="ftr" sz="quarter" idx="11"/>
          </p:nvPr>
        </p:nvSpPr>
        <p:spPr/>
        <p:txBody>
          <a:bodyPr/>
          <a:lstStyle/>
          <a:p>
            <a:endParaRPr lang="en-IN">
              <a:solidFill>
                <a:prstClr val="black">
                  <a:tint val="82000"/>
                </a:prstClr>
              </a:solidFill>
            </a:endParaRPr>
          </a:p>
        </p:txBody>
      </p:sp>
      <p:sp>
        <p:nvSpPr>
          <p:cNvPr id="4" name="Slide Number Placeholder 3">
            <a:extLst>
              <a:ext uri="{FF2B5EF4-FFF2-40B4-BE49-F238E27FC236}">
                <a16:creationId xmlns:a16="http://schemas.microsoft.com/office/drawing/2014/main" id="{7FB307A0-C53C-0BA9-1146-F40F1DF91F4A}"/>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84863029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18650-C409-3FC9-CD3F-91F27AA45C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265EBC-319E-CE09-D1F3-F12B420F67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C314858-4635-891C-125F-9D82F1663C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68D758-D31D-22E1-8477-13A75A786733}"/>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26-02-2026</a:t>
            </a:fld>
            <a:endParaRPr lang="en-IN">
              <a:solidFill>
                <a:prstClr val="black">
                  <a:tint val="82000"/>
                </a:prstClr>
              </a:solidFill>
            </a:endParaRPr>
          </a:p>
        </p:txBody>
      </p:sp>
      <p:sp>
        <p:nvSpPr>
          <p:cNvPr id="6" name="Footer Placeholder 5">
            <a:extLst>
              <a:ext uri="{FF2B5EF4-FFF2-40B4-BE49-F238E27FC236}">
                <a16:creationId xmlns:a16="http://schemas.microsoft.com/office/drawing/2014/main" id="{103627CC-27C7-5C71-C518-44566B1A55D5}"/>
              </a:ext>
            </a:extLst>
          </p:cNvPr>
          <p:cNvSpPr>
            <a:spLocks noGrp="1"/>
          </p:cNvSpPr>
          <p:nvPr>
            <p:ph type="ftr" sz="quarter" idx="11"/>
          </p:nvPr>
        </p:nvSpPr>
        <p:spPr/>
        <p:txBody>
          <a:bodyPr/>
          <a:lstStyle/>
          <a:p>
            <a:endParaRPr lang="en-IN">
              <a:solidFill>
                <a:prstClr val="black">
                  <a:tint val="82000"/>
                </a:prstClr>
              </a:solidFill>
            </a:endParaRPr>
          </a:p>
        </p:txBody>
      </p:sp>
      <p:sp>
        <p:nvSpPr>
          <p:cNvPr id="7" name="Slide Number Placeholder 6">
            <a:extLst>
              <a:ext uri="{FF2B5EF4-FFF2-40B4-BE49-F238E27FC236}">
                <a16:creationId xmlns:a16="http://schemas.microsoft.com/office/drawing/2014/main" id="{BDB755F5-7522-FD77-130A-79F8E3F9A99D}"/>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385544534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5DDDD-36B2-3BDC-8584-652AD5E6B6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38E3BB-50D4-7218-AE0E-93A44FD599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300B67F-B4AA-97F4-C5EE-6F2EF277D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3707D9-EB5D-0FDD-44A3-9EB02D89ECDE}"/>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26-02-2026</a:t>
            </a:fld>
            <a:endParaRPr lang="en-IN">
              <a:solidFill>
                <a:prstClr val="black">
                  <a:tint val="82000"/>
                </a:prstClr>
              </a:solidFill>
            </a:endParaRPr>
          </a:p>
        </p:txBody>
      </p:sp>
      <p:sp>
        <p:nvSpPr>
          <p:cNvPr id="6" name="Footer Placeholder 5">
            <a:extLst>
              <a:ext uri="{FF2B5EF4-FFF2-40B4-BE49-F238E27FC236}">
                <a16:creationId xmlns:a16="http://schemas.microsoft.com/office/drawing/2014/main" id="{A117880F-7588-BDE5-E2EA-A735D7ACFF5E}"/>
              </a:ext>
            </a:extLst>
          </p:cNvPr>
          <p:cNvSpPr>
            <a:spLocks noGrp="1"/>
          </p:cNvSpPr>
          <p:nvPr>
            <p:ph type="ftr" sz="quarter" idx="11"/>
          </p:nvPr>
        </p:nvSpPr>
        <p:spPr/>
        <p:txBody>
          <a:bodyPr/>
          <a:lstStyle/>
          <a:p>
            <a:endParaRPr lang="en-IN">
              <a:solidFill>
                <a:prstClr val="black">
                  <a:tint val="82000"/>
                </a:prstClr>
              </a:solidFill>
            </a:endParaRPr>
          </a:p>
        </p:txBody>
      </p:sp>
      <p:sp>
        <p:nvSpPr>
          <p:cNvPr id="7" name="Slide Number Placeholder 6">
            <a:extLst>
              <a:ext uri="{FF2B5EF4-FFF2-40B4-BE49-F238E27FC236}">
                <a16:creationId xmlns:a16="http://schemas.microsoft.com/office/drawing/2014/main" id="{DF5E1F65-E1B9-7BF5-DA66-BF639397671B}"/>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02415114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6ECCE-468C-8989-AA76-402ACA38F4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994F9A-B57B-B690-EB56-0B0249DA46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55E6C6-0631-4C4D-46BC-AE90D69A8F90}"/>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26-02-2026</a:t>
            </a:fld>
            <a:endParaRPr lang="en-IN">
              <a:solidFill>
                <a:prstClr val="black">
                  <a:tint val="82000"/>
                </a:prstClr>
              </a:solidFill>
            </a:endParaRPr>
          </a:p>
        </p:txBody>
      </p:sp>
      <p:sp>
        <p:nvSpPr>
          <p:cNvPr id="5" name="Footer Placeholder 4">
            <a:extLst>
              <a:ext uri="{FF2B5EF4-FFF2-40B4-BE49-F238E27FC236}">
                <a16:creationId xmlns:a16="http://schemas.microsoft.com/office/drawing/2014/main" id="{495D49B0-0538-707A-DF68-874366D5FC55}"/>
              </a:ext>
            </a:extLst>
          </p:cNvPr>
          <p:cNvSpPr>
            <a:spLocks noGrp="1"/>
          </p:cNvSpPr>
          <p:nvPr>
            <p:ph type="ftr" sz="quarter" idx="11"/>
          </p:nvPr>
        </p:nvSpPr>
        <p:spPr/>
        <p:txBody>
          <a:bodyPr/>
          <a:lstStyle/>
          <a:p>
            <a:endParaRPr lang="en-IN">
              <a:solidFill>
                <a:prstClr val="black">
                  <a:tint val="82000"/>
                </a:prstClr>
              </a:solidFill>
            </a:endParaRPr>
          </a:p>
        </p:txBody>
      </p:sp>
      <p:sp>
        <p:nvSpPr>
          <p:cNvPr id="6" name="Slide Number Placeholder 5">
            <a:extLst>
              <a:ext uri="{FF2B5EF4-FFF2-40B4-BE49-F238E27FC236}">
                <a16:creationId xmlns:a16="http://schemas.microsoft.com/office/drawing/2014/main" id="{4581E2CF-8472-8117-A710-958E34B8B6B4}"/>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87068516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37837C-A207-AAA8-80A3-5D06002365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9BA1E5-0E32-642A-5712-9FFF9D1C67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331057-DA84-9D82-1103-51FE1F0D57F2}"/>
              </a:ext>
            </a:extLst>
          </p:cNvPr>
          <p:cNvSpPr>
            <a:spLocks noGrp="1"/>
          </p:cNvSpPr>
          <p:nvPr>
            <p:ph type="dt" sz="half" idx="10"/>
          </p:nvPr>
        </p:nvSpPr>
        <p:spPr/>
        <p:txBody>
          <a:bodyPr/>
          <a:lstStyle/>
          <a:p>
            <a:fld id="{8C7FFB4F-F878-40B6-8FEB-F5523AD2182F}" type="datetimeFigureOut">
              <a:rPr lang="en-IN" smtClean="0">
                <a:solidFill>
                  <a:prstClr val="black">
                    <a:tint val="82000"/>
                  </a:prstClr>
                </a:solidFill>
              </a:rPr>
              <a:pPr/>
              <a:t>26-02-2026</a:t>
            </a:fld>
            <a:endParaRPr lang="en-IN">
              <a:solidFill>
                <a:prstClr val="black">
                  <a:tint val="82000"/>
                </a:prstClr>
              </a:solidFill>
            </a:endParaRPr>
          </a:p>
        </p:txBody>
      </p:sp>
      <p:sp>
        <p:nvSpPr>
          <p:cNvPr id="5" name="Footer Placeholder 4">
            <a:extLst>
              <a:ext uri="{FF2B5EF4-FFF2-40B4-BE49-F238E27FC236}">
                <a16:creationId xmlns:a16="http://schemas.microsoft.com/office/drawing/2014/main" id="{06BE8229-E749-B30A-FA1A-626E6B3A032E}"/>
              </a:ext>
            </a:extLst>
          </p:cNvPr>
          <p:cNvSpPr>
            <a:spLocks noGrp="1"/>
          </p:cNvSpPr>
          <p:nvPr>
            <p:ph type="ftr" sz="quarter" idx="11"/>
          </p:nvPr>
        </p:nvSpPr>
        <p:spPr/>
        <p:txBody>
          <a:bodyPr/>
          <a:lstStyle/>
          <a:p>
            <a:endParaRPr lang="en-IN">
              <a:solidFill>
                <a:prstClr val="black">
                  <a:tint val="82000"/>
                </a:prstClr>
              </a:solidFill>
            </a:endParaRPr>
          </a:p>
        </p:txBody>
      </p:sp>
      <p:sp>
        <p:nvSpPr>
          <p:cNvPr id="6" name="Slide Number Placeholder 5">
            <a:extLst>
              <a:ext uri="{FF2B5EF4-FFF2-40B4-BE49-F238E27FC236}">
                <a16:creationId xmlns:a16="http://schemas.microsoft.com/office/drawing/2014/main" id="{5408459E-66E0-3FA8-6248-897E62234BE1}"/>
              </a:ext>
            </a:extLst>
          </p:cNvPr>
          <p:cNvSpPr>
            <a:spLocks noGrp="1"/>
          </p:cNvSpPr>
          <p:nvPr>
            <p:ph type="sldNum" sz="quarter" idx="12"/>
          </p:nvPr>
        </p:nvSpPr>
        <p:spPr/>
        <p:txBody>
          <a:body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6122281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4_Contents slide layout">
  <p:cSld name="4_Contents slide layout">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3442671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theme" Target="../theme/theme2.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theme" Target="../theme/theme4.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F60130-FE90-2686-340A-62D7926F3F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BEB1FD-E900-1328-F99C-0A6CA65033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10A65A-3C5B-C6F8-1F3B-52BBBE39F0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F0B9DB-266E-4A13-96E9-1D00DA8E9BCD}" type="datetime1">
              <a:rPr lang="en-IN" smtClean="0"/>
              <a:t>26-02-2026</a:t>
            </a:fld>
            <a:endParaRPr lang="en-IN"/>
          </a:p>
        </p:txBody>
      </p:sp>
      <p:sp>
        <p:nvSpPr>
          <p:cNvPr id="5" name="Footer Placeholder 4">
            <a:extLst>
              <a:ext uri="{FF2B5EF4-FFF2-40B4-BE49-F238E27FC236}">
                <a16:creationId xmlns:a16="http://schemas.microsoft.com/office/drawing/2014/main" id="{8BE8ED1A-BC4B-8264-03FA-8230C19619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BC85714-F9F4-5A11-5BC7-D36D3CFE19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1F1FE-085D-4934-9B29-4A0B9B603379}" type="slidenum">
              <a:rPr lang="en-IN" smtClean="0"/>
              <a:t>‹#›</a:t>
            </a:fld>
            <a:endParaRPr lang="en-IN"/>
          </a:p>
        </p:txBody>
      </p:sp>
      <p:sp>
        <p:nvSpPr>
          <p:cNvPr id="8" name="TextBox 7">
            <a:extLst>
              <a:ext uri="{FF2B5EF4-FFF2-40B4-BE49-F238E27FC236}">
                <a16:creationId xmlns:a16="http://schemas.microsoft.com/office/drawing/2014/main" id="{60016C63-1A80-B9F2-A283-04CBBA506077}"/>
              </a:ext>
            </a:extLst>
          </p:cNvPr>
          <p:cNvSpPr txBox="1"/>
          <p:nvPr>
            <p:extLst>
              <p:ext uri="{1162E1C5-73C7-4A58-AE30-91384D911F3F}">
                <p184:classification xmlns="" xmlns:p184="http://schemas.microsoft.com/office/powerpoint/2018/4/main" val="ftr"/>
              </p:ext>
            </p:extLst>
          </p:nvPr>
        </p:nvSpPr>
        <p:spPr>
          <a:xfrm>
            <a:off x="63500" y="6642100"/>
            <a:ext cx="1382713"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Data sensitivity - Internal</a:t>
            </a:r>
          </a:p>
        </p:txBody>
      </p:sp>
    </p:spTree>
    <p:extLst>
      <p:ext uri="{BB962C8B-B14F-4D97-AF65-F5344CB8AC3E}">
        <p14:creationId xmlns:p14="http://schemas.microsoft.com/office/powerpoint/2010/main" val="8481230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1"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2942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4" name="TextBox 3">
            <a:extLst>
              <a:ext uri="{FF2B5EF4-FFF2-40B4-BE49-F238E27FC236}">
                <a16:creationId xmlns:a16="http://schemas.microsoft.com/office/drawing/2014/main" id="{A15A37C9-F3D3-693B-127C-09373C0496A5}"/>
              </a:ext>
            </a:extLst>
          </p:cNvPr>
          <p:cNvSpPr txBox="1"/>
          <p:nvPr>
            <p:extLst>
              <p:ext uri="{1162E1C5-73C7-4A58-AE30-91384D911F3F}">
                <p184:classification xmlns="" xmlns:p184="http://schemas.microsoft.com/office/powerpoint/2018/4/main" val="ftr"/>
              </p:ext>
            </p:extLst>
          </p:nvPr>
        </p:nvSpPr>
        <p:spPr>
          <a:xfrm>
            <a:off x="63500" y="6642100"/>
            <a:ext cx="1382713"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Data sensitivity - Internal</a:t>
            </a:r>
          </a:p>
        </p:txBody>
      </p:sp>
    </p:spTree>
    <p:extLst>
      <p:ext uri="{BB962C8B-B14F-4D97-AF65-F5344CB8AC3E}">
        <p14:creationId xmlns:p14="http://schemas.microsoft.com/office/powerpoint/2010/main" val="3779384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7" r:id="rId26"/>
    <p:sldLayoutId id="2147483688" r:id="rId27"/>
  </p:sldLayoutIdLst>
  <p:hf sldNum="0" hdr="0" ftr="0" dt="0"/>
  <p:txStyles>
    <p:titleStyle>
      <a:lvl1pPr algn="l" defTabSz="913943" rtl="0" eaLnBrk="1" latinLnBrk="0" hangingPunct="1">
        <a:lnSpc>
          <a:spcPct val="85000"/>
        </a:lnSpc>
        <a:spcBef>
          <a:spcPct val="0"/>
        </a:spcBef>
        <a:buNone/>
        <a:defRPr sz="2399" b="0" kern="1200">
          <a:solidFill>
            <a:schemeClr val="bg1"/>
          </a:solidFill>
          <a:latin typeface="EYInterstate Light" panose="02000506000000020004" pitchFamily="2" charset="0"/>
          <a:ea typeface="+mj-ea"/>
          <a:cs typeface="Arial" pitchFamily="34" charset="0"/>
        </a:defRPr>
      </a:lvl1pPr>
    </p:titleStyle>
    <p:body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2">
          <p15:clr>
            <a:srgbClr val="F26B43"/>
          </p15:clr>
        </p15:guide>
        <p15:guide id="3" pos="384">
          <p15:clr>
            <a:srgbClr val="F26B43"/>
          </p15:clr>
        </p15:guide>
        <p15:guide id="4" pos="7302">
          <p15:clr>
            <a:srgbClr val="F26B43"/>
          </p15:clr>
        </p15:guide>
        <p15:guide id="5" orient="horz" pos="712">
          <p15:clr>
            <a:srgbClr val="F26B43"/>
          </p15:clr>
        </p15:guide>
        <p15:guide id="6" orient="horz" pos="3840">
          <p15:clr>
            <a:srgbClr val="F26B43"/>
          </p15:clr>
        </p15:guide>
        <p15:guide id="7" orient="horz" pos="4199">
          <p15:clr>
            <a:srgbClr val="F26B43"/>
          </p15:clr>
        </p15:guide>
        <p15:guide id="8" orient="horz" pos="173">
          <p15:clr>
            <a:srgbClr val="F26B43"/>
          </p15:clr>
        </p15:guide>
        <p15:guide id="9" orient="horz" pos="399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133036-7FA1-49E9-B58F-4B733F6947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A08181-823A-4CEE-A00F-90CCEA37AD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A8BB3B-15B1-4D47-B73E-3E501F3FE1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id="{E4D56DE5-49E3-44A2-B329-C6EEADAC26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solidFill>
                <a:prstClr val="black">
                  <a:tint val="75000"/>
                </a:prstClr>
              </a:solidFill>
            </a:endParaRPr>
          </a:p>
        </p:txBody>
      </p:sp>
      <p:sp>
        <p:nvSpPr>
          <p:cNvPr id="6" name="Slide Number Placeholder 5">
            <a:extLst>
              <a:ext uri="{FF2B5EF4-FFF2-40B4-BE49-F238E27FC236}">
                <a16:creationId xmlns:a16="http://schemas.microsoft.com/office/drawing/2014/main" id="{BC41C304-AA13-4D47-80F2-7350365F9C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4AB65F-F49C-444B-BD26-D6DDA86AEAA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67320556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CA0C07-AF27-C43E-EB6F-40203753CB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DFC7B1-4354-C34F-BA6B-40F51012EF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476C78-9F5A-048A-6273-79669F24DE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7FFB4F-F878-40B6-8FEB-F5523AD2182F}" type="datetimeFigureOut">
              <a:rPr lang="en-IN" smtClean="0">
                <a:solidFill>
                  <a:prstClr val="black">
                    <a:tint val="82000"/>
                  </a:prstClr>
                </a:solidFill>
              </a:rPr>
              <a:pPr/>
              <a:t>26-02-2026</a:t>
            </a:fld>
            <a:endParaRPr lang="en-IN">
              <a:solidFill>
                <a:prstClr val="black">
                  <a:tint val="82000"/>
                </a:prstClr>
              </a:solidFill>
            </a:endParaRPr>
          </a:p>
        </p:txBody>
      </p:sp>
      <p:sp>
        <p:nvSpPr>
          <p:cNvPr id="5" name="Footer Placeholder 4">
            <a:extLst>
              <a:ext uri="{FF2B5EF4-FFF2-40B4-BE49-F238E27FC236}">
                <a16:creationId xmlns:a16="http://schemas.microsoft.com/office/drawing/2014/main" id="{22738EF7-DA88-FC26-6ED0-E72C7E535A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solidFill>
                <a:prstClr val="black">
                  <a:tint val="82000"/>
                </a:prstClr>
              </a:solidFill>
            </a:endParaRPr>
          </a:p>
        </p:txBody>
      </p:sp>
      <p:sp>
        <p:nvSpPr>
          <p:cNvPr id="6" name="Slide Number Placeholder 5">
            <a:extLst>
              <a:ext uri="{FF2B5EF4-FFF2-40B4-BE49-F238E27FC236}">
                <a16:creationId xmlns:a16="http://schemas.microsoft.com/office/drawing/2014/main" id="{B13873E3-55B9-606A-C076-F713A09A03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ECBED6-7765-4044-817E-9F0A345E7AEC}" type="slidenum">
              <a:rPr lang="en-IN" smtClean="0">
                <a:solidFill>
                  <a:prstClr val="black">
                    <a:tint val="82000"/>
                  </a:prstClr>
                </a:solidFill>
              </a:rPr>
              <a:pPr/>
              <a:t>‹#›</a:t>
            </a:fld>
            <a:endParaRPr lang="en-IN">
              <a:solidFill>
                <a:prstClr val="black">
                  <a:tint val="82000"/>
                </a:prstClr>
              </a:solidFill>
            </a:endParaRPr>
          </a:p>
        </p:txBody>
      </p:sp>
    </p:spTree>
    <p:extLst>
      <p:ext uri="{BB962C8B-B14F-4D97-AF65-F5344CB8AC3E}">
        <p14:creationId xmlns:p14="http://schemas.microsoft.com/office/powerpoint/2010/main" val="255905185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Layout" Target="../slideLayouts/slideLayout5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31.jp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jp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34.jpg"/><Relationship Id="rId5" Type="http://schemas.openxmlformats.org/officeDocument/2006/relationships/image" Target="../media/image30.png"/><Relationship Id="rId4" Type="http://schemas.openxmlformats.org/officeDocument/2006/relationships/image" Target="../media/image33.jpg"/></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svg"/><Relationship Id="rId7" Type="http://schemas.openxmlformats.org/officeDocument/2006/relationships/image" Target="../media/image43.sv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 Id="rId9" Type="http://schemas.openxmlformats.org/officeDocument/2006/relationships/image" Target="../media/image45.jpeg"/></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jpeg"/></Relationships>
</file>

<file path=ppt/slides/_rels/slide3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3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75.jpeg"/><Relationship Id="rId5" Type="http://schemas.openxmlformats.org/officeDocument/2006/relationships/image" Target="../media/image74.jpeg"/><Relationship Id="rId4" Type="http://schemas.openxmlformats.org/officeDocument/2006/relationships/image" Target="../media/image73.jpeg"/></Relationships>
</file>

<file path=ppt/slides/_rels/slide40.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77.jpeg"/></Relationships>
</file>

<file path=ppt/slides/_rels/slide4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4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88.jpeg"/><Relationship Id="rId5" Type="http://schemas.openxmlformats.org/officeDocument/2006/relationships/image" Target="../media/image87.jpeg"/><Relationship Id="rId4" Type="http://schemas.openxmlformats.org/officeDocument/2006/relationships/image" Target="../media/image86.jpeg"/></Relationships>
</file>

<file path=ppt/slides/_rels/slide49.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image" Target="../media/image89.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91.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95.jpeg"/><Relationship Id="rId4" Type="http://schemas.openxmlformats.org/officeDocument/2006/relationships/image" Target="../media/image94.jpeg"/></Relationships>
</file>

<file path=ppt/slides/_rels/slide52.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8.jpeg"/><Relationship Id="rId7" Type="http://schemas.openxmlformats.org/officeDocument/2006/relationships/image" Target="../media/image102.jpeg"/><Relationship Id="rId2" Type="http://schemas.openxmlformats.org/officeDocument/2006/relationships/image" Target="../media/image97.jpeg"/><Relationship Id="rId1" Type="http://schemas.openxmlformats.org/officeDocument/2006/relationships/slideLayout" Target="../slideLayouts/slideLayout2.xml"/><Relationship Id="rId6" Type="http://schemas.openxmlformats.org/officeDocument/2006/relationships/image" Target="../media/image101.jpeg"/><Relationship Id="rId5" Type="http://schemas.openxmlformats.org/officeDocument/2006/relationships/image" Target="../media/image100.jpeg"/><Relationship Id="rId4" Type="http://schemas.openxmlformats.org/officeDocument/2006/relationships/image" Target="../media/image9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Water Wave Transparent &amp; PNG Clipart Free Download - YWD">
            <a:extLst>
              <a:ext uri="{FF2B5EF4-FFF2-40B4-BE49-F238E27FC236}">
                <a16:creationId xmlns:a16="http://schemas.microsoft.com/office/drawing/2014/main" id="{F4E77448-4EFA-0DE1-3C79-05DB21FD5FAD}"/>
              </a:ext>
            </a:extLst>
          </p:cNvPr>
          <p:cNvPicPr>
            <a:picLocks noChangeArrowheads="1"/>
          </p:cNvPicPr>
          <p:nvPr/>
        </p:nvPicPr>
        <p:blipFill rotWithShape="1">
          <a:blip r:embed="rId2" cstate="email">
            <a:extLst>
              <a:ext uri="{28A0092B-C50C-407E-A947-70E740481C1C}">
                <a14:useLocalDpi xmlns:a14="http://schemas.microsoft.com/office/drawing/2010/main"/>
              </a:ext>
            </a:extLst>
          </a:blip>
          <a:srcRect b="10450"/>
          <a:stretch/>
        </p:blipFill>
        <p:spPr bwMode="auto">
          <a:xfrm>
            <a:off x="-25707" y="4438650"/>
            <a:ext cx="12192000" cy="241935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C2C7A666-26BA-69DD-A14E-A11E66165609}"/>
              </a:ext>
            </a:extLst>
          </p:cNvPr>
          <p:cNvSpPr>
            <a:spLocks noGrp="1"/>
          </p:cNvSpPr>
          <p:nvPr>
            <p:ph type="sldNum" sz="quarter" idx="12"/>
          </p:nvPr>
        </p:nvSpPr>
        <p:spPr>
          <a:xfrm>
            <a:off x="9281160" y="6396990"/>
            <a:ext cx="2743200" cy="365125"/>
          </a:xfrm>
        </p:spPr>
        <p:txBody>
          <a:bodyPr/>
          <a:lstStyle/>
          <a:p>
            <a:fld id="{5071F1FE-085D-4934-9B29-4A0B9B603379}" type="slidenum">
              <a:rPr lang="en-IN" smtClean="0"/>
              <a:t>1</a:t>
            </a:fld>
            <a:endParaRPr lang="en-IN"/>
          </a:p>
        </p:txBody>
      </p:sp>
      <p:sp>
        <p:nvSpPr>
          <p:cNvPr id="5" name="Rectangle 4">
            <a:extLst>
              <a:ext uri="{FF2B5EF4-FFF2-40B4-BE49-F238E27FC236}">
                <a16:creationId xmlns:a16="http://schemas.microsoft.com/office/drawing/2014/main" id="{A14C8B90-6ADE-942C-6293-9B7FCD62D9FD}"/>
              </a:ext>
            </a:extLst>
          </p:cNvPr>
          <p:cNvSpPr/>
          <p:nvPr/>
        </p:nvSpPr>
        <p:spPr>
          <a:xfrm>
            <a:off x="1498293" y="1832682"/>
            <a:ext cx="9144000" cy="1987200"/>
          </a:xfrm>
          <a:prstGeom prst="rect">
            <a:avLst/>
          </a:prstGeom>
          <a:solidFill>
            <a:srgbClr val="2E7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A096356E-2508-FD08-8968-1338A9B342D8}"/>
              </a:ext>
            </a:extLst>
          </p:cNvPr>
          <p:cNvSpPr/>
          <p:nvPr/>
        </p:nvSpPr>
        <p:spPr>
          <a:xfrm>
            <a:off x="1436665" y="546256"/>
            <a:ext cx="9143999" cy="1015663"/>
          </a:xfrm>
          <a:prstGeom prst="rect">
            <a:avLst/>
          </a:prstGeom>
        </p:spPr>
        <p:txBody>
          <a:bodyPr wrap="square">
            <a:spAutoFit/>
          </a:bodyPr>
          <a:lstStyle/>
          <a:p>
            <a:pPr algn="ctr"/>
            <a:r>
              <a:rPr lang="en-IN" sz="6000" b="1" dirty="0">
                <a:solidFill>
                  <a:srgbClr val="2E73B6"/>
                </a:solidFill>
                <a:cs typeface="Calibri" panose="020F0502020204030204" pitchFamily="34" charset="0"/>
              </a:rPr>
              <a:t>Madhya Pradesh </a:t>
            </a:r>
            <a:r>
              <a:rPr lang="en-IN" sz="6000" b="1" dirty="0" err="1">
                <a:solidFill>
                  <a:srgbClr val="2E73B6"/>
                </a:solidFill>
                <a:cs typeface="Calibri" panose="020F0502020204030204" pitchFamily="34" charset="0"/>
              </a:rPr>
              <a:t>Jal</a:t>
            </a:r>
            <a:r>
              <a:rPr lang="en-IN" sz="6000" b="1" dirty="0">
                <a:solidFill>
                  <a:srgbClr val="2E73B6"/>
                </a:solidFill>
                <a:cs typeface="Calibri" panose="020F0502020204030204" pitchFamily="34" charset="0"/>
              </a:rPr>
              <a:t> Nigam</a:t>
            </a:r>
            <a:endParaRPr lang="hi-IN" sz="6000" b="1" dirty="0">
              <a:solidFill>
                <a:srgbClr val="2E73B6"/>
              </a:solidFill>
              <a:cs typeface="Kokila" panose="020B0604020202020204" pitchFamily="34" charset="0"/>
            </a:endParaRPr>
          </a:p>
        </p:txBody>
      </p:sp>
      <p:pic>
        <p:nvPicPr>
          <p:cNvPr id="7" name="Picture 6">
            <a:extLst>
              <a:ext uri="{FF2B5EF4-FFF2-40B4-BE49-F238E27FC236}">
                <a16:creationId xmlns:a16="http://schemas.microsoft.com/office/drawing/2014/main" id="{21034762-2AF2-37A6-4E11-814DEC6A265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139423" y="2004110"/>
            <a:ext cx="2229380" cy="1575410"/>
          </a:xfrm>
          <a:prstGeom prst="rect">
            <a:avLst/>
          </a:prstGeom>
        </p:spPr>
      </p:pic>
      <p:pic>
        <p:nvPicPr>
          <p:cNvPr id="8" name="Picture 7">
            <a:extLst>
              <a:ext uri="{FF2B5EF4-FFF2-40B4-BE49-F238E27FC236}">
                <a16:creationId xmlns:a16="http://schemas.microsoft.com/office/drawing/2014/main" id="{5F427926-C576-4079-8C60-D262E0FEA19A}"/>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479823" y="2004110"/>
            <a:ext cx="2052417" cy="1575410"/>
          </a:xfrm>
          <a:prstGeom prst="rect">
            <a:avLst/>
          </a:prstGeom>
        </p:spPr>
      </p:pic>
      <p:pic>
        <p:nvPicPr>
          <p:cNvPr id="9" name="Picture 8">
            <a:extLst>
              <a:ext uri="{FF2B5EF4-FFF2-40B4-BE49-F238E27FC236}">
                <a16:creationId xmlns:a16="http://schemas.microsoft.com/office/drawing/2014/main" id="{5428B3BE-E014-326E-4B77-9F9A03A01727}"/>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634332" y="2004110"/>
            <a:ext cx="2396987" cy="1575410"/>
          </a:xfrm>
          <a:prstGeom prst="rect">
            <a:avLst/>
          </a:prstGeom>
        </p:spPr>
      </p:pic>
      <p:pic>
        <p:nvPicPr>
          <p:cNvPr id="10" name="Picture 4">
            <a:extLst>
              <a:ext uri="{FF2B5EF4-FFF2-40B4-BE49-F238E27FC236}">
                <a16:creationId xmlns:a16="http://schemas.microsoft.com/office/drawing/2014/main" id="{7209B32C-0075-F084-E78D-7BBF474E899F}"/>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541440" y="2004110"/>
            <a:ext cx="1977490" cy="1575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D3F1404D-2678-C1C6-AB12-A1E824082E92}"/>
              </a:ext>
            </a:extLst>
          </p:cNvPr>
          <p:cNvPicPr>
            <a:picLocks noChangeAspect="1"/>
          </p:cNvPicPr>
          <p:nvPr/>
        </p:nvPicPr>
        <p:blipFill rotWithShape="1">
          <a:blip r:embed="rId7"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0580665" y="128916"/>
            <a:ext cx="1385765" cy="1449514"/>
          </a:xfrm>
          <a:prstGeom prst="rect">
            <a:avLst/>
          </a:prstGeom>
        </p:spPr>
      </p:pic>
      <p:sp>
        <p:nvSpPr>
          <p:cNvPr id="3" name="Rectangle 2">
            <a:extLst>
              <a:ext uri="{FF2B5EF4-FFF2-40B4-BE49-F238E27FC236}">
                <a16:creationId xmlns:a16="http://schemas.microsoft.com/office/drawing/2014/main" id="{A5111DC4-81E5-42B7-A41B-ECF8240ACCE8}"/>
              </a:ext>
            </a:extLst>
          </p:cNvPr>
          <p:cNvSpPr/>
          <p:nvPr/>
        </p:nvSpPr>
        <p:spPr>
          <a:xfrm>
            <a:off x="2328530" y="3991310"/>
            <a:ext cx="6728133" cy="738664"/>
          </a:xfrm>
          <a:prstGeom prst="rect">
            <a:avLst/>
          </a:prstGeom>
        </p:spPr>
        <p:txBody>
          <a:bodyPr wrap="square">
            <a:spAutoFit/>
          </a:bodyPr>
          <a:lstStyle/>
          <a:p>
            <a:pPr lvl="0" algn="ctr">
              <a:defRPr/>
            </a:pPr>
            <a:r>
              <a:rPr lang="en-IN" sz="2400" b="1" dirty="0">
                <a:ln w="0"/>
                <a:solidFill>
                  <a:schemeClr val="accent5">
                    <a:lumMod val="50000"/>
                  </a:schemeClr>
                </a:solidFill>
                <a:effectLst>
                  <a:reflection blurRad="6350" stA="53000" endA="300" endPos="35500" dir="5400000" sy="-90000" algn="bl" rotWithShape="0"/>
                </a:effectLst>
              </a:rPr>
              <a:t>Jal Rekha</a:t>
            </a:r>
            <a:endParaRPr lang="en-US" sz="2400" b="1" dirty="0">
              <a:ln w="0"/>
              <a:solidFill>
                <a:schemeClr val="accent5">
                  <a:lumMod val="50000"/>
                </a:schemeClr>
              </a:solidFill>
              <a:effectLst>
                <a:reflection blurRad="6350" stA="53000" endA="300" endPos="35500" dir="5400000" sy="-90000" algn="bl" rotWithShape="0"/>
              </a:effectLst>
            </a:endParaRPr>
          </a:p>
          <a:p>
            <a:pPr lvl="0" algn="ctr">
              <a:defRPr/>
            </a:pPr>
            <a:r>
              <a:rPr lang="en-US" b="1" dirty="0">
                <a:ln w="0"/>
                <a:solidFill>
                  <a:schemeClr val="accent5">
                    <a:lumMod val="50000"/>
                  </a:schemeClr>
                </a:solidFill>
                <a:effectLst>
                  <a:reflection blurRad="6350" stA="53000" endA="300" endPos="35500" dir="5400000" sy="-90000" algn="bl" rotWithShape="0"/>
                </a:effectLst>
              </a:rPr>
              <a:t>GIS-based Web &amp; Mobile Application </a:t>
            </a:r>
          </a:p>
        </p:txBody>
      </p:sp>
      <p:pic>
        <p:nvPicPr>
          <p:cNvPr id="14" name="Picture 13">
            <a:extLst>
              <a:ext uri="{FF2B5EF4-FFF2-40B4-BE49-F238E27FC236}">
                <a16:creationId xmlns:a16="http://schemas.microsoft.com/office/drawing/2014/main" id="{767482A7-7220-43A6-83EE-EDE177899D9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5570" y="88607"/>
            <a:ext cx="1139061" cy="915297"/>
          </a:xfrm>
          <a:prstGeom prst="rect">
            <a:avLst/>
          </a:prstGeom>
        </p:spPr>
      </p:pic>
    </p:spTree>
    <p:extLst>
      <p:ext uri="{BB962C8B-B14F-4D97-AF65-F5344CB8AC3E}">
        <p14:creationId xmlns:p14="http://schemas.microsoft.com/office/powerpoint/2010/main" val="3697540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6000">
              <a:srgbClr val="0070C0"/>
            </a:gs>
          </a:gsLst>
          <a:lin ang="5400000" scaled="1"/>
        </a:gra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A96C46E-6463-44AD-AFFB-04470CC13A29}"/>
              </a:ext>
            </a:extLst>
          </p:cNvPr>
          <p:cNvGrpSpPr/>
          <p:nvPr/>
        </p:nvGrpSpPr>
        <p:grpSpPr>
          <a:xfrm>
            <a:off x="-284" y="0"/>
            <a:ext cx="12192650" cy="6903067"/>
            <a:chOff x="-284" y="283415"/>
            <a:chExt cx="12192650" cy="6619652"/>
          </a:xfrm>
        </p:grpSpPr>
        <p:sp>
          <p:nvSpPr>
            <p:cNvPr id="3" name="Rectangle 2">
              <a:extLst>
                <a:ext uri="{FF2B5EF4-FFF2-40B4-BE49-F238E27FC236}">
                  <a16:creationId xmlns:a16="http://schemas.microsoft.com/office/drawing/2014/main" id="{B04C3EBF-320C-4FC4-92E7-4C75C9E4A50D}"/>
                </a:ext>
              </a:extLst>
            </p:cNvPr>
            <p:cNvSpPr/>
            <p:nvPr/>
          </p:nvSpPr>
          <p:spPr>
            <a:xfrm>
              <a:off x="1120742" y="3752441"/>
              <a:ext cx="10400127" cy="1661993"/>
            </a:xfrm>
            <a:prstGeom prst="rect">
              <a:avLst/>
            </a:prstGeom>
          </p:spPr>
          <p:txBody>
            <a:bodyPr wrap="square">
              <a:spAutoFit/>
            </a:bodyPr>
            <a:lstStyle/>
            <a:p>
              <a:pPr algn="ctr"/>
              <a:r>
                <a:rPr lang="en-IN" sz="5400" b="1" dirty="0">
                  <a:ln w="0"/>
                  <a:solidFill>
                    <a:prstClr val="white"/>
                  </a:solidFill>
                  <a:effectLst>
                    <a:reflection blurRad="6350" stA="53000" endA="300" endPos="35500" dir="5400000" sy="-90000" algn="bl" rotWithShape="0"/>
                  </a:effectLst>
                </a:rPr>
                <a:t>Jal Rekha</a:t>
              </a:r>
              <a:endParaRPr lang="en-US" sz="5400" b="1" dirty="0">
                <a:ln w="0"/>
                <a:solidFill>
                  <a:prstClr val="white"/>
                </a:solidFill>
                <a:effectLst>
                  <a:reflection blurRad="6350" stA="53000" endA="300" endPos="35500" dir="5400000" sy="-90000" algn="bl" rotWithShape="0"/>
                </a:effectLst>
              </a:endParaRPr>
            </a:p>
            <a:p>
              <a:pPr algn="ctr"/>
              <a:r>
                <a:rPr lang="en-US" sz="4400" b="1" dirty="0">
                  <a:ln w="0"/>
                  <a:solidFill>
                    <a:prstClr val="white"/>
                  </a:solidFill>
                  <a:effectLst>
                    <a:reflection blurRad="6350" stA="53000" endA="300" endPos="35500" dir="5400000" sy="-90000" algn="bl" rotWithShape="0"/>
                  </a:effectLst>
                </a:rPr>
                <a:t>GIS-based Web &amp; Mobile Application </a:t>
              </a:r>
            </a:p>
          </p:txBody>
        </p:sp>
        <p:pic>
          <p:nvPicPr>
            <p:cNvPr id="6" name="Picture 5">
              <a:extLst>
                <a:ext uri="{FF2B5EF4-FFF2-40B4-BE49-F238E27FC236}">
                  <a16:creationId xmlns:a16="http://schemas.microsoft.com/office/drawing/2014/main" id="{94FFB007-A2AA-34C3-A264-1CBD77B91E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266" y="593952"/>
              <a:ext cx="4613467" cy="3359250"/>
            </a:xfrm>
            <a:prstGeom prst="rect">
              <a:avLst/>
            </a:prstGeom>
          </p:spPr>
        </p:pic>
        <p:pic>
          <p:nvPicPr>
            <p:cNvPr id="8" name="Picture 7">
              <a:extLst>
                <a:ext uri="{FF2B5EF4-FFF2-40B4-BE49-F238E27FC236}">
                  <a16:creationId xmlns:a16="http://schemas.microsoft.com/office/drawing/2014/main" id="{B185033A-53A4-3A03-6F4D-E808F9E574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62620" y="283415"/>
              <a:ext cx="1139061" cy="877718"/>
            </a:xfrm>
            <a:prstGeom prst="rect">
              <a:avLst/>
            </a:prstGeom>
          </p:spPr>
        </p:pic>
        <p:pic>
          <p:nvPicPr>
            <p:cNvPr id="10" name="Picture 9">
              <a:extLst>
                <a:ext uri="{FF2B5EF4-FFF2-40B4-BE49-F238E27FC236}">
                  <a16:creationId xmlns:a16="http://schemas.microsoft.com/office/drawing/2014/main" id="{99331B4A-345B-2909-ECCD-C4B810A9552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0319" y="327786"/>
              <a:ext cx="830423" cy="833347"/>
            </a:xfrm>
            <a:prstGeom prst="rect">
              <a:avLst/>
            </a:prstGeom>
          </p:spPr>
        </p:pic>
        <p:pic>
          <p:nvPicPr>
            <p:cNvPr id="22" name="Picture 21">
              <a:extLst>
                <a:ext uri="{FF2B5EF4-FFF2-40B4-BE49-F238E27FC236}">
                  <a16:creationId xmlns:a16="http://schemas.microsoft.com/office/drawing/2014/main" id="{A8EE6956-9278-E5CE-1CC2-98BDB5EFDF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1130" y="3062748"/>
              <a:ext cx="878662" cy="2920295"/>
            </a:xfrm>
            <a:prstGeom prst="rect">
              <a:avLst/>
            </a:prstGeom>
          </p:spPr>
        </p:pic>
        <p:grpSp>
          <p:nvGrpSpPr>
            <p:cNvPr id="4" name="Graphic 15">
              <a:extLst>
                <a:ext uri="{FF2B5EF4-FFF2-40B4-BE49-F238E27FC236}">
                  <a16:creationId xmlns:a16="http://schemas.microsoft.com/office/drawing/2014/main" id="{718A0AB3-44A7-9EF3-AFD8-22D11AB57DF8}"/>
                </a:ext>
              </a:extLst>
            </p:cNvPr>
            <p:cNvGrpSpPr/>
            <p:nvPr/>
          </p:nvGrpSpPr>
          <p:grpSpPr>
            <a:xfrm>
              <a:off x="-284" y="5428433"/>
              <a:ext cx="12192650" cy="1474634"/>
              <a:chOff x="-284" y="5428433"/>
              <a:chExt cx="12192650" cy="1474634"/>
            </a:xfrm>
            <a:solidFill>
              <a:srgbClr val="07F6F9"/>
            </a:solidFill>
          </p:grpSpPr>
          <p:sp>
            <p:nvSpPr>
              <p:cNvPr id="5" name="Freeform: Shape 4">
                <a:extLst>
                  <a:ext uri="{FF2B5EF4-FFF2-40B4-BE49-F238E27FC236}">
                    <a16:creationId xmlns:a16="http://schemas.microsoft.com/office/drawing/2014/main" id="{52F6BF8E-507F-4186-85E1-D86407FCEFB2}"/>
                  </a:ext>
                </a:extLst>
              </p:cNvPr>
              <p:cNvSpPr/>
              <p:nvPr/>
            </p:nvSpPr>
            <p:spPr>
              <a:xfrm>
                <a:off x="9868688" y="6809693"/>
                <a:ext cx="356863" cy="93177"/>
              </a:xfrm>
              <a:custGeom>
                <a:avLst/>
                <a:gdLst>
                  <a:gd name="connsiteX0" fmla="*/ 2564 w 356863"/>
                  <a:gd name="connsiteY0" fmla="*/ 2816 h 93177"/>
                  <a:gd name="connsiteX1" fmla="*/ 191296 w 356863"/>
                  <a:gd name="connsiteY1" fmla="*/ 4780 h 93177"/>
                  <a:gd name="connsiteX2" fmla="*/ 236529 w 356863"/>
                  <a:gd name="connsiteY2" fmla="*/ 27851 h 93177"/>
                  <a:gd name="connsiteX3" fmla="*/ 283955 w 356863"/>
                  <a:gd name="connsiteY3" fmla="*/ 56356 h 93177"/>
                  <a:gd name="connsiteX4" fmla="*/ 332479 w 356863"/>
                  <a:gd name="connsiteY4" fmla="*/ 83901 h 93177"/>
                  <a:gd name="connsiteX5" fmla="*/ 349630 w 356863"/>
                  <a:gd name="connsiteY5" fmla="*/ 93178 h 93177"/>
                  <a:gd name="connsiteX6" fmla="*/ 356863 w 356863"/>
                  <a:gd name="connsiteY6" fmla="*/ 93178 h 93177"/>
                  <a:gd name="connsiteX7" fmla="*/ 336137 w 356863"/>
                  <a:gd name="connsiteY7" fmla="*/ 81893 h 93177"/>
                  <a:gd name="connsiteX8" fmla="*/ 287613 w 356863"/>
                  <a:gd name="connsiteY8" fmla="*/ 54435 h 93177"/>
                  <a:gd name="connsiteX9" fmla="*/ 240064 w 356863"/>
                  <a:gd name="connsiteY9" fmla="*/ 25821 h 93177"/>
                  <a:gd name="connsiteX10" fmla="*/ 194019 w 356863"/>
                  <a:gd name="connsiteY10" fmla="*/ 2335 h 93177"/>
                  <a:gd name="connsiteX11" fmla="*/ 192312 w 356863"/>
                  <a:gd name="connsiteY11" fmla="*/ 1964 h 93177"/>
                  <a:gd name="connsiteX12" fmla="*/ 2604 w 356863"/>
                  <a:gd name="connsiteY12" fmla="*/ 0 h 93177"/>
                  <a:gd name="connsiteX13" fmla="*/ 2482 w 356863"/>
                  <a:gd name="connsiteY13" fmla="*/ 0 h 93177"/>
                  <a:gd name="connsiteX14" fmla="*/ 4 w 356863"/>
                  <a:gd name="connsiteY14" fmla="*/ 1375 h 93177"/>
                  <a:gd name="connsiteX15" fmla="*/ 2482 w 356863"/>
                  <a:gd name="connsiteY15" fmla="*/ 2816 h 9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6863" h="93177">
                    <a:moveTo>
                      <a:pt x="2564" y="2816"/>
                    </a:moveTo>
                    <a:lnTo>
                      <a:pt x="191296" y="4780"/>
                    </a:lnTo>
                    <a:lnTo>
                      <a:pt x="236529" y="27851"/>
                    </a:lnTo>
                    <a:lnTo>
                      <a:pt x="283955" y="56356"/>
                    </a:lnTo>
                    <a:lnTo>
                      <a:pt x="332479" y="83901"/>
                    </a:lnTo>
                    <a:lnTo>
                      <a:pt x="349630" y="93178"/>
                    </a:lnTo>
                    <a:lnTo>
                      <a:pt x="356863" y="93178"/>
                    </a:lnTo>
                    <a:lnTo>
                      <a:pt x="336137" y="81893"/>
                    </a:lnTo>
                    <a:lnTo>
                      <a:pt x="287613" y="54435"/>
                    </a:lnTo>
                    <a:lnTo>
                      <a:pt x="240064" y="25821"/>
                    </a:lnTo>
                    <a:lnTo>
                      <a:pt x="194019" y="2335"/>
                    </a:lnTo>
                    <a:cubicBezTo>
                      <a:pt x="193531" y="2117"/>
                      <a:pt x="192922" y="2008"/>
                      <a:pt x="192312" y="1964"/>
                    </a:cubicBezTo>
                    <a:lnTo>
                      <a:pt x="2604" y="0"/>
                    </a:lnTo>
                    <a:lnTo>
                      <a:pt x="2482" y="0"/>
                    </a:lnTo>
                    <a:cubicBezTo>
                      <a:pt x="1101" y="0"/>
                      <a:pt x="4" y="589"/>
                      <a:pt x="4" y="1375"/>
                    </a:cubicBezTo>
                    <a:cubicBezTo>
                      <a:pt x="-77" y="2183"/>
                      <a:pt x="1101" y="2816"/>
                      <a:pt x="2482" y="2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 name="Freeform: Shape 6">
                <a:extLst>
                  <a:ext uri="{FF2B5EF4-FFF2-40B4-BE49-F238E27FC236}">
                    <a16:creationId xmlns:a16="http://schemas.microsoft.com/office/drawing/2014/main" id="{42759DD8-D90A-41B3-BF8E-0785DE49CD32}"/>
                  </a:ext>
                </a:extLst>
              </p:cNvPr>
              <p:cNvSpPr/>
              <p:nvPr/>
            </p:nvSpPr>
            <p:spPr>
              <a:xfrm>
                <a:off x="3209178" y="6775491"/>
                <a:ext cx="5151454" cy="127401"/>
              </a:xfrm>
              <a:custGeom>
                <a:avLst/>
                <a:gdLst>
                  <a:gd name="connsiteX0" fmla="*/ 6746 w 5151454"/>
                  <a:gd name="connsiteY0" fmla="*/ 127402 h 127401"/>
                  <a:gd name="connsiteX1" fmla="*/ 70592 w 5151454"/>
                  <a:gd name="connsiteY1" fmla="*/ 87110 h 127401"/>
                  <a:gd name="connsiteX2" fmla="*/ 219294 w 5151454"/>
                  <a:gd name="connsiteY2" fmla="*/ 88397 h 127401"/>
                  <a:gd name="connsiteX3" fmla="*/ 409204 w 5151454"/>
                  <a:gd name="connsiteY3" fmla="*/ 89183 h 127401"/>
                  <a:gd name="connsiteX4" fmla="*/ 409245 w 5151454"/>
                  <a:gd name="connsiteY4" fmla="*/ 89183 h 127401"/>
                  <a:gd name="connsiteX5" fmla="*/ 411277 w 5151454"/>
                  <a:gd name="connsiteY5" fmla="*/ 88594 h 127401"/>
                  <a:gd name="connsiteX6" fmla="*/ 443748 w 5151454"/>
                  <a:gd name="connsiteY6" fmla="*/ 64236 h 127401"/>
                  <a:gd name="connsiteX7" fmla="*/ 474716 w 5151454"/>
                  <a:gd name="connsiteY7" fmla="*/ 40466 h 127401"/>
                  <a:gd name="connsiteX8" fmla="*/ 658978 w 5151454"/>
                  <a:gd name="connsiteY8" fmla="*/ 40794 h 127401"/>
                  <a:gd name="connsiteX9" fmla="*/ 844621 w 5151454"/>
                  <a:gd name="connsiteY9" fmla="*/ 41580 h 127401"/>
                  <a:gd name="connsiteX10" fmla="*/ 1030468 w 5151454"/>
                  <a:gd name="connsiteY10" fmla="*/ 41274 h 127401"/>
                  <a:gd name="connsiteX11" fmla="*/ 1216355 w 5151454"/>
                  <a:gd name="connsiteY11" fmla="*/ 40205 h 127401"/>
                  <a:gd name="connsiteX12" fmla="*/ 1402365 w 5151454"/>
                  <a:gd name="connsiteY12" fmla="*/ 39397 h 127401"/>
                  <a:gd name="connsiteX13" fmla="*/ 1588537 w 5151454"/>
                  <a:gd name="connsiteY13" fmla="*/ 37651 h 127401"/>
                  <a:gd name="connsiteX14" fmla="*/ 1774830 w 5151454"/>
                  <a:gd name="connsiteY14" fmla="*/ 35359 h 127401"/>
                  <a:gd name="connsiteX15" fmla="*/ 1961246 w 5151454"/>
                  <a:gd name="connsiteY15" fmla="*/ 32849 h 127401"/>
                  <a:gd name="connsiteX16" fmla="*/ 2147784 w 5151454"/>
                  <a:gd name="connsiteY16" fmla="*/ 29924 h 127401"/>
                  <a:gd name="connsiteX17" fmla="*/ 2334362 w 5151454"/>
                  <a:gd name="connsiteY17" fmla="*/ 27676 h 127401"/>
                  <a:gd name="connsiteX18" fmla="*/ 2521143 w 5151454"/>
                  <a:gd name="connsiteY18" fmla="*/ 26825 h 127401"/>
                  <a:gd name="connsiteX19" fmla="*/ 2708006 w 5151454"/>
                  <a:gd name="connsiteY19" fmla="*/ 26454 h 127401"/>
                  <a:gd name="connsiteX20" fmla="*/ 2895031 w 5151454"/>
                  <a:gd name="connsiteY20" fmla="*/ 25537 h 127401"/>
                  <a:gd name="connsiteX21" fmla="*/ 3269448 w 5151454"/>
                  <a:gd name="connsiteY21" fmla="*/ 22918 h 127401"/>
                  <a:gd name="connsiteX22" fmla="*/ 3456879 w 5151454"/>
                  <a:gd name="connsiteY22" fmla="*/ 20670 h 127401"/>
                  <a:gd name="connsiteX23" fmla="*/ 3644392 w 5151454"/>
                  <a:gd name="connsiteY23" fmla="*/ 17112 h 127401"/>
                  <a:gd name="connsiteX24" fmla="*/ 3832027 w 5151454"/>
                  <a:gd name="connsiteY24" fmla="*/ 13860 h 127401"/>
                  <a:gd name="connsiteX25" fmla="*/ 4207581 w 5151454"/>
                  <a:gd name="connsiteY25" fmla="*/ 5544 h 127401"/>
                  <a:gd name="connsiteX26" fmla="*/ 4395379 w 5151454"/>
                  <a:gd name="connsiteY26" fmla="*/ 2772 h 127401"/>
                  <a:gd name="connsiteX27" fmla="*/ 4583623 w 5151454"/>
                  <a:gd name="connsiteY27" fmla="*/ 6657 h 127401"/>
                  <a:gd name="connsiteX28" fmla="*/ 4960234 w 5151454"/>
                  <a:gd name="connsiteY28" fmla="*/ 12725 h 127401"/>
                  <a:gd name="connsiteX29" fmla="*/ 5148845 w 5151454"/>
                  <a:gd name="connsiteY29" fmla="*/ 16392 h 127401"/>
                  <a:gd name="connsiteX30" fmla="*/ 5151445 w 5151454"/>
                  <a:gd name="connsiteY30" fmla="*/ 15017 h 127401"/>
                  <a:gd name="connsiteX31" fmla="*/ 5149047 w 5151454"/>
                  <a:gd name="connsiteY31" fmla="*/ 13576 h 127401"/>
                  <a:gd name="connsiteX32" fmla="*/ 4960437 w 5151454"/>
                  <a:gd name="connsiteY32" fmla="*/ 9909 h 127401"/>
                  <a:gd name="connsiteX33" fmla="*/ 4583705 w 5151454"/>
                  <a:gd name="connsiteY33" fmla="*/ 3841 h 127401"/>
                  <a:gd name="connsiteX34" fmla="*/ 4395379 w 5151454"/>
                  <a:gd name="connsiteY34" fmla="*/ 0 h 127401"/>
                  <a:gd name="connsiteX35" fmla="*/ 4207378 w 5151454"/>
                  <a:gd name="connsiteY35" fmla="*/ 2728 h 127401"/>
                  <a:gd name="connsiteX36" fmla="*/ 3831824 w 5151454"/>
                  <a:gd name="connsiteY36" fmla="*/ 11044 h 127401"/>
                  <a:gd name="connsiteX37" fmla="*/ 3644189 w 5151454"/>
                  <a:gd name="connsiteY37" fmla="*/ 14340 h 127401"/>
                  <a:gd name="connsiteX38" fmla="*/ 3456757 w 5151454"/>
                  <a:gd name="connsiteY38" fmla="*/ 17920 h 127401"/>
                  <a:gd name="connsiteX39" fmla="*/ 3269448 w 5151454"/>
                  <a:gd name="connsiteY39" fmla="*/ 20102 h 127401"/>
                  <a:gd name="connsiteX40" fmla="*/ 2894991 w 5151454"/>
                  <a:gd name="connsiteY40" fmla="*/ 22700 h 127401"/>
                  <a:gd name="connsiteX41" fmla="*/ 2708006 w 5151454"/>
                  <a:gd name="connsiteY41" fmla="*/ 23616 h 127401"/>
                  <a:gd name="connsiteX42" fmla="*/ 2521103 w 5151454"/>
                  <a:gd name="connsiteY42" fmla="*/ 24031 h 127401"/>
                  <a:gd name="connsiteX43" fmla="*/ 2334321 w 5151454"/>
                  <a:gd name="connsiteY43" fmla="*/ 24839 h 127401"/>
                  <a:gd name="connsiteX44" fmla="*/ 2147662 w 5151454"/>
                  <a:gd name="connsiteY44" fmla="*/ 27131 h 127401"/>
                  <a:gd name="connsiteX45" fmla="*/ 1961124 w 5151454"/>
                  <a:gd name="connsiteY45" fmla="*/ 30011 h 127401"/>
                  <a:gd name="connsiteX46" fmla="*/ 1774749 w 5151454"/>
                  <a:gd name="connsiteY46" fmla="*/ 32522 h 127401"/>
                  <a:gd name="connsiteX47" fmla="*/ 1588455 w 5151454"/>
                  <a:gd name="connsiteY47" fmla="*/ 34813 h 127401"/>
                  <a:gd name="connsiteX48" fmla="*/ 1402324 w 5151454"/>
                  <a:gd name="connsiteY48" fmla="*/ 36625 h 127401"/>
                  <a:gd name="connsiteX49" fmla="*/ 1216274 w 5151454"/>
                  <a:gd name="connsiteY49" fmla="*/ 37367 h 127401"/>
                  <a:gd name="connsiteX50" fmla="*/ 1030387 w 5151454"/>
                  <a:gd name="connsiteY50" fmla="*/ 38437 h 127401"/>
                  <a:gd name="connsiteX51" fmla="*/ 844621 w 5151454"/>
                  <a:gd name="connsiteY51" fmla="*/ 38808 h 127401"/>
                  <a:gd name="connsiteX52" fmla="*/ 658978 w 5151454"/>
                  <a:gd name="connsiteY52" fmla="*/ 37956 h 127401"/>
                  <a:gd name="connsiteX53" fmla="*/ 473456 w 5151454"/>
                  <a:gd name="connsiteY53" fmla="*/ 37694 h 127401"/>
                  <a:gd name="connsiteX54" fmla="*/ 473456 w 5151454"/>
                  <a:gd name="connsiteY54" fmla="*/ 37694 h 127401"/>
                  <a:gd name="connsiteX55" fmla="*/ 471424 w 5151454"/>
                  <a:gd name="connsiteY55" fmla="*/ 38284 h 127401"/>
                  <a:gd name="connsiteX56" fmla="*/ 439725 w 5151454"/>
                  <a:gd name="connsiteY56" fmla="*/ 62577 h 127401"/>
                  <a:gd name="connsiteX57" fmla="*/ 407985 w 5151454"/>
                  <a:gd name="connsiteY57" fmla="*/ 86346 h 127401"/>
                  <a:gd name="connsiteX58" fmla="*/ 219375 w 5151454"/>
                  <a:gd name="connsiteY58" fmla="*/ 85538 h 127401"/>
                  <a:gd name="connsiteX59" fmla="*/ 69495 w 5151454"/>
                  <a:gd name="connsiteY59" fmla="*/ 84272 h 127401"/>
                  <a:gd name="connsiteX60" fmla="*/ 67544 w 5151454"/>
                  <a:gd name="connsiteY60" fmla="*/ 84752 h 127401"/>
                  <a:gd name="connsiteX61" fmla="*/ 30074 w 5151454"/>
                  <a:gd name="connsiteY61" fmla="*/ 108522 h 127401"/>
                  <a:gd name="connsiteX62" fmla="*/ 0 w 5151454"/>
                  <a:gd name="connsiteY62" fmla="*/ 127380 h 127401"/>
                  <a:gd name="connsiteX63" fmla="*/ 6706 w 5151454"/>
                  <a:gd name="connsiteY63" fmla="*/ 127380 h 12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151454" h="127401">
                    <a:moveTo>
                      <a:pt x="6746" y="127402"/>
                    </a:moveTo>
                    <a:lnTo>
                      <a:pt x="70592" y="87110"/>
                    </a:lnTo>
                    <a:lnTo>
                      <a:pt x="219294" y="88397"/>
                    </a:lnTo>
                    <a:lnTo>
                      <a:pt x="409204" y="89183"/>
                    </a:lnTo>
                    <a:lnTo>
                      <a:pt x="409245" y="89183"/>
                    </a:lnTo>
                    <a:cubicBezTo>
                      <a:pt x="410058" y="89183"/>
                      <a:pt x="410789" y="88921"/>
                      <a:pt x="411277" y="88594"/>
                    </a:cubicBezTo>
                    <a:lnTo>
                      <a:pt x="443748" y="64236"/>
                    </a:lnTo>
                    <a:lnTo>
                      <a:pt x="474716" y="40466"/>
                    </a:lnTo>
                    <a:lnTo>
                      <a:pt x="658978" y="40794"/>
                    </a:lnTo>
                    <a:lnTo>
                      <a:pt x="844621" y="41580"/>
                    </a:lnTo>
                    <a:lnTo>
                      <a:pt x="1030468" y="41274"/>
                    </a:lnTo>
                    <a:lnTo>
                      <a:pt x="1216355" y="40205"/>
                    </a:lnTo>
                    <a:lnTo>
                      <a:pt x="1402365" y="39397"/>
                    </a:lnTo>
                    <a:lnTo>
                      <a:pt x="1588537" y="37651"/>
                    </a:lnTo>
                    <a:lnTo>
                      <a:pt x="1774830" y="35359"/>
                    </a:lnTo>
                    <a:lnTo>
                      <a:pt x="1961246" y="32849"/>
                    </a:lnTo>
                    <a:lnTo>
                      <a:pt x="2147784" y="29924"/>
                    </a:lnTo>
                    <a:lnTo>
                      <a:pt x="2334362" y="27676"/>
                    </a:lnTo>
                    <a:lnTo>
                      <a:pt x="2521143" y="26825"/>
                    </a:lnTo>
                    <a:lnTo>
                      <a:pt x="2708006" y="26454"/>
                    </a:lnTo>
                    <a:lnTo>
                      <a:pt x="2895031" y="25537"/>
                    </a:lnTo>
                    <a:lnTo>
                      <a:pt x="3269448" y="22918"/>
                    </a:lnTo>
                    <a:lnTo>
                      <a:pt x="3456879" y="20670"/>
                    </a:lnTo>
                    <a:lnTo>
                      <a:pt x="3644392" y="17112"/>
                    </a:lnTo>
                    <a:lnTo>
                      <a:pt x="3832027" y="13860"/>
                    </a:lnTo>
                    <a:lnTo>
                      <a:pt x="4207581" y="5544"/>
                    </a:lnTo>
                    <a:lnTo>
                      <a:pt x="4395379" y="2772"/>
                    </a:lnTo>
                    <a:lnTo>
                      <a:pt x="4583623" y="6657"/>
                    </a:lnTo>
                    <a:lnTo>
                      <a:pt x="4960234" y="12725"/>
                    </a:lnTo>
                    <a:lnTo>
                      <a:pt x="5148845" y="16392"/>
                    </a:lnTo>
                    <a:cubicBezTo>
                      <a:pt x="5150429" y="16348"/>
                      <a:pt x="5151445" y="15803"/>
                      <a:pt x="5151445" y="15017"/>
                    </a:cubicBezTo>
                    <a:cubicBezTo>
                      <a:pt x="5151567" y="14275"/>
                      <a:pt x="5150470" y="13576"/>
                      <a:pt x="5149047" y="13576"/>
                    </a:cubicBezTo>
                    <a:lnTo>
                      <a:pt x="4960437" y="9909"/>
                    </a:lnTo>
                    <a:lnTo>
                      <a:pt x="4583705" y="3841"/>
                    </a:lnTo>
                    <a:lnTo>
                      <a:pt x="4395379" y="0"/>
                    </a:lnTo>
                    <a:lnTo>
                      <a:pt x="4207378" y="2728"/>
                    </a:lnTo>
                    <a:lnTo>
                      <a:pt x="3831824" y="11044"/>
                    </a:lnTo>
                    <a:lnTo>
                      <a:pt x="3644189" y="14340"/>
                    </a:lnTo>
                    <a:lnTo>
                      <a:pt x="3456757" y="17920"/>
                    </a:lnTo>
                    <a:lnTo>
                      <a:pt x="3269448" y="20102"/>
                    </a:lnTo>
                    <a:lnTo>
                      <a:pt x="2894991" y="22700"/>
                    </a:lnTo>
                    <a:lnTo>
                      <a:pt x="2708006" y="23616"/>
                    </a:lnTo>
                    <a:lnTo>
                      <a:pt x="2521103" y="24031"/>
                    </a:lnTo>
                    <a:lnTo>
                      <a:pt x="2334321" y="24839"/>
                    </a:lnTo>
                    <a:lnTo>
                      <a:pt x="2147662" y="27131"/>
                    </a:lnTo>
                    <a:lnTo>
                      <a:pt x="1961124" y="30011"/>
                    </a:lnTo>
                    <a:lnTo>
                      <a:pt x="1774749" y="32522"/>
                    </a:lnTo>
                    <a:lnTo>
                      <a:pt x="1588455" y="34813"/>
                    </a:lnTo>
                    <a:lnTo>
                      <a:pt x="1402324" y="36625"/>
                    </a:lnTo>
                    <a:lnTo>
                      <a:pt x="1216274" y="37367"/>
                    </a:lnTo>
                    <a:lnTo>
                      <a:pt x="1030387" y="38437"/>
                    </a:lnTo>
                    <a:lnTo>
                      <a:pt x="844621" y="38808"/>
                    </a:lnTo>
                    <a:lnTo>
                      <a:pt x="658978" y="37956"/>
                    </a:lnTo>
                    <a:lnTo>
                      <a:pt x="473456" y="37694"/>
                    </a:lnTo>
                    <a:lnTo>
                      <a:pt x="473456" y="37694"/>
                    </a:lnTo>
                    <a:cubicBezTo>
                      <a:pt x="472684" y="37694"/>
                      <a:pt x="471871" y="37869"/>
                      <a:pt x="471424" y="38284"/>
                    </a:cubicBezTo>
                    <a:lnTo>
                      <a:pt x="439725" y="62577"/>
                    </a:lnTo>
                    <a:lnTo>
                      <a:pt x="407985" y="86346"/>
                    </a:lnTo>
                    <a:lnTo>
                      <a:pt x="219375" y="85538"/>
                    </a:lnTo>
                    <a:lnTo>
                      <a:pt x="69495" y="84272"/>
                    </a:lnTo>
                    <a:cubicBezTo>
                      <a:pt x="68804" y="84207"/>
                      <a:pt x="68072" y="84425"/>
                      <a:pt x="67544" y="84752"/>
                    </a:cubicBezTo>
                    <a:lnTo>
                      <a:pt x="30074" y="108522"/>
                    </a:lnTo>
                    <a:lnTo>
                      <a:pt x="0" y="127380"/>
                    </a:lnTo>
                    <a:lnTo>
                      <a:pt x="6706" y="12738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 name="Freeform: Shape 8">
                <a:extLst>
                  <a:ext uri="{FF2B5EF4-FFF2-40B4-BE49-F238E27FC236}">
                    <a16:creationId xmlns:a16="http://schemas.microsoft.com/office/drawing/2014/main" id="{FD78873C-E3CC-478E-AD9A-11C5EF9BEBEB}"/>
                  </a:ext>
                </a:extLst>
              </p:cNvPr>
              <p:cNvSpPr/>
              <p:nvPr/>
            </p:nvSpPr>
            <p:spPr>
              <a:xfrm>
                <a:off x="3167684" y="6749387"/>
                <a:ext cx="4609754" cy="153527"/>
              </a:xfrm>
              <a:custGeom>
                <a:avLst/>
                <a:gdLst>
                  <a:gd name="connsiteX0" fmla="*/ 6868 w 4609754"/>
                  <a:gd name="connsiteY0" fmla="*/ 153506 h 153527"/>
                  <a:gd name="connsiteX1" fmla="*/ 72989 w 4609754"/>
                  <a:gd name="connsiteY1" fmla="*/ 112363 h 153527"/>
                  <a:gd name="connsiteX2" fmla="*/ 110053 w 4609754"/>
                  <a:gd name="connsiteY2" fmla="*/ 88332 h 153527"/>
                  <a:gd name="connsiteX3" fmla="*/ 145491 w 4609754"/>
                  <a:gd name="connsiteY3" fmla="*/ 64890 h 153527"/>
                  <a:gd name="connsiteX4" fmla="*/ 329590 w 4609754"/>
                  <a:gd name="connsiteY4" fmla="*/ 66178 h 153527"/>
                  <a:gd name="connsiteX5" fmla="*/ 514990 w 4609754"/>
                  <a:gd name="connsiteY5" fmla="*/ 66593 h 153527"/>
                  <a:gd name="connsiteX6" fmla="*/ 517063 w 4609754"/>
                  <a:gd name="connsiteY6" fmla="*/ 66003 h 153527"/>
                  <a:gd name="connsiteX7" fmla="*/ 547258 w 4609754"/>
                  <a:gd name="connsiteY7" fmla="*/ 42671 h 153527"/>
                  <a:gd name="connsiteX8" fmla="*/ 729285 w 4609754"/>
                  <a:gd name="connsiteY8" fmla="*/ 42889 h 153527"/>
                  <a:gd name="connsiteX9" fmla="*/ 912734 w 4609754"/>
                  <a:gd name="connsiteY9" fmla="*/ 42846 h 153527"/>
                  <a:gd name="connsiteX10" fmla="*/ 1096386 w 4609754"/>
                  <a:gd name="connsiteY10" fmla="*/ 42627 h 153527"/>
                  <a:gd name="connsiteX11" fmla="*/ 1280079 w 4609754"/>
                  <a:gd name="connsiteY11" fmla="*/ 41667 h 153527"/>
                  <a:gd name="connsiteX12" fmla="*/ 1463934 w 4609754"/>
                  <a:gd name="connsiteY12" fmla="*/ 40226 h 153527"/>
                  <a:gd name="connsiteX13" fmla="*/ 1647871 w 4609754"/>
                  <a:gd name="connsiteY13" fmla="*/ 38262 h 153527"/>
                  <a:gd name="connsiteX14" fmla="*/ 1831970 w 4609754"/>
                  <a:gd name="connsiteY14" fmla="*/ 36079 h 153527"/>
                  <a:gd name="connsiteX15" fmla="*/ 2016151 w 4609754"/>
                  <a:gd name="connsiteY15" fmla="*/ 33635 h 153527"/>
                  <a:gd name="connsiteX16" fmla="*/ 2346025 w 4609754"/>
                  <a:gd name="connsiteY16" fmla="*/ 30819 h 153527"/>
                  <a:gd name="connsiteX17" fmla="*/ 2569383 w 4609754"/>
                  <a:gd name="connsiteY17" fmla="*/ 28375 h 153527"/>
                  <a:gd name="connsiteX18" fmla="*/ 2754051 w 4609754"/>
                  <a:gd name="connsiteY18" fmla="*/ 28593 h 153527"/>
                  <a:gd name="connsiteX19" fmla="*/ 2938841 w 4609754"/>
                  <a:gd name="connsiteY19" fmla="*/ 28113 h 153527"/>
                  <a:gd name="connsiteX20" fmla="*/ 3123794 w 4609754"/>
                  <a:gd name="connsiteY20" fmla="*/ 27305 h 153527"/>
                  <a:gd name="connsiteX21" fmla="*/ 3308828 w 4609754"/>
                  <a:gd name="connsiteY21" fmla="*/ 26235 h 153527"/>
                  <a:gd name="connsiteX22" fmla="*/ 3494065 w 4609754"/>
                  <a:gd name="connsiteY22" fmla="*/ 23529 h 153527"/>
                  <a:gd name="connsiteX23" fmla="*/ 3679302 w 4609754"/>
                  <a:gd name="connsiteY23" fmla="*/ 19273 h 153527"/>
                  <a:gd name="connsiteX24" fmla="*/ 3864620 w 4609754"/>
                  <a:gd name="connsiteY24" fmla="*/ 15802 h 153527"/>
                  <a:gd name="connsiteX25" fmla="*/ 4235704 w 4609754"/>
                  <a:gd name="connsiteY25" fmla="*/ 5086 h 153527"/>
                  <a:gd name="connsiteX26" fmla="*/ 4421348 w 4609754"/>
                  <a:gd name="connsiteY26" fmla="*/ 2794 h 153527"/>
                  <a:gd name="connsiteX27" fmla="*/ 4607276 w 4609754"/>
                  <a:gd name="connsiteY27" fmla="*/ 2947 h 153527"/>
                  <a:gd name="connsiteX28" fmla="*/ 4609755 w 4609754"/>
                  <a:gd name="connsiteY28" fmla="*/ 1506 h 153527"/>
                  <a:gd name="connsiteX29" fmla="*/ 4607276 w 4609754"/>
                  <a:gd name="connsiteY29" fmla="*/ 109 h 153527"/>
                  <a:gd name="connsiteX30" fmla="*/ 4421348 w 4609754"/>
                  <a:gd name="connsiteY30" fmla="*/ 0 h 153527"/>
                  <a:gd name="connsiteX31" fmla="*/ 4235501 w 4609754"/>
                  <a:gd name="connsiteY31" fmla="*/ 2248 h 153527"/>
                  <a:gd name="connsiteX32" fmla="*/ 3864417 w 4609754"/>
                  <a:gd name="connsiteY32" fmla="*/ 12965 h 153527"/>
                  <a:gd name="connsiteX33" fmla="*/ 3679099 w 4609754"/>
                  <a:gd name="connsiteY33" fmla="*/ 16435 h 153527"/>
                  <a:gd name="connsiteX34" fmla="*/ 3493862 w 4609754"/>
                  <a:gd name="connsiteY34" fmla="*/ 20692 h 153527"/>
                  <a:gd name="connsiteX35" fmla="*/ 3308706 w 4609754"/>
                  <a:gd name="connsiteY35" fmla="*/ 23398 h 153527"/>
                  <a:gd name="connsiteX36" fmla="*/ 3123672 w 4609754"/>
                  <a:gd name="connsiteY36" fmla="*/ 24467 h 153527"/>
                  <a:gd name="connsiteX37" fmla="*/ 2938800 w 4609754"/>
                  <a:gd name="connsiteY37" fmla="*/ 25275 h 153527"/>
                  <a:gd name="connsiteX38" fmla="*/ 2754051 w 4609754"/>
                  <a:gd name="connsiteY38" fmla="*/ 25799 h 153527"/>
                  <a:gd name="connsiteX39" fmla="*/ 2569302 w 4609754"/>
                  <a:gd name="connsiteY39" fmla="*/ 25537 h 153527"/>
                  <a:gd name="connsiteX40" fmla="*/ 2384755 w 4609754"/>
                  <a:gd name="connsiteY40" fmla="*/ 27676 h 153527"/>
                  <a:gd name="connsiteX41" fmla="*/ 2016029 w 4609754"/>
                  <a:gd name="connsiteY41" fmla="*/ 30819 h 153527"/>
                  <a:gd name="connsiteX42" fmla="*/ 1831848 w 4609754"/>
                  <a:gd name="connsiteY42" fmla="*/ 33264 h 153527"/>
                  <a:gd name="connsiteX43" fmla="*/ 1647749 w 4609754"/>
                  <a:gd name="connsiteY43" fmla="*/ 35446 h 153527"/>
                  <a:gd name="connsiteX44" fmla="*/ 1463812 w 4609754"/>
                  <a:gd name="connsiteY44" fmla="*/ 37411 h 153527"/>
                  <a:gd name="connsiteX45" fmla="*/ 1280038 w 4609754"/>
                  <a:gd name="connsiteY45" fmla="*/ 38851 h 153527"/>
                  <a:gd name="connsiteX46" fmla="*/ 1096345 w 4609754"/>
                  <a:gd name="connsiteY46" fmla="*/ 39812 h 153527"/>
                  <a:gd name="connsiteX47" fmla="*/ 912734 w 4609754"/>
                  <a:gd name="connsiteY47" fmla="*/ 40030 h 153527"/>
                  <a:gd name="connsiteX48" fmla="*/ 729285 w 4609754"/>
                  <a:gd name="connsiteY48" fmla="*/ 40095 h 153527"/>
                  <a:gd name="connsiteX49" fmla="*/ 545958 w 4609754"/>
                  <a:gd name="connsiteY49" fmla="*/ 39877 h 153527"/>
                  <a:gd name="connsiteX50" fmla="*/ 545917 w 4609754"/>
                  <a:gd name="connsiteY50" fmla="*/ 39877 h 153527"/>
                  <a:gd name="connsiteX51" fmla="*/ 543885 w 4609754"/>
                  <a:gd name="connsiteY51" fmla="*/ 40466 h 153527"/>
                  <a:gd name="connsiteX52" fmla="*/ 513689 w 4609754"/>
                  <a:gd name="connsiteY52" fmla="*/ 63821 h 153527"/>
                  <a:gd name="connsiteX53" fmla="*/ 329590 w 4609754"/>
                  <a:gd name="connsiteY53" fmla="*/ 63384 h 153527"/>
                  <a:gd name="connsiteX54" fmla="*/ 144353 w 4609754"/>
                  <a:gd name="connsiteY54" fmla="*/ 62097 h 153527"/>
                  <a:gd name="connsiteX55" fmla="*/ 142362 w 4609754"/>
                  <a:gd name="connsiteY55" fmla="*/ 62620 h 153527"/>
                  <a:gd name="connsiteX56" fmla="*/ 106192 w 4609754"/>
                  <a:gd name="connsiteY56" fmla="*/ 86542 h 153527"/>
                  <a:gd name="connsiteX57" fmla="*/ 69169 w 4609754"/>
                  <a:gd name="connsiteY57" fmla="*/ 110530 h 153527"/>
                  <a:gd name="connsiteX58" fmla="*/ 0 w 4609754"/>
                  <a:gd name="connsiteY58" fmla="*/ 153528 h 153527"/>
                  <a:gd name="connsiteX59" fmla="*/ 6868 w 4609754"/>
                  <a:gd name="connsiteY59" fmla="*/ 153528 h 153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609754" h="153527">
                    <a:moveTo>
                      <a:pt x="6868" y="153506"/>
                    </a:moveTo>
                    <a:lnTo>
                      <a:pt x="72989" y="112363"/>
                    </a:lnTo>
                    <a:lnTo>
                      <a:pt x="110053" y="88332"/>
                    </a:lnTo>
                    <a:lnTo>
                      <a:pt x="145491" y="64890"/>
                    </a:lnTo>
                    <a:lnTo>
                      <a:pt x="329590" y="66178"/>
                    </a:lnTo>
                    <a:lnTo>
                      <a:pt x="514990" y="66593"/>
                    </a:lnTo>
                    <a:cubicBezTo>
                      <a:pt x="515965" y="66702"/>
                      <a:pt x="516575" y="66374"/>
                      <a:pt x="517063" y="66003"/>
                    </a:cubicBezTo>
                    <a:lnTo>
                      <a:pt x="547258" y="42671"/>
                    </a:lnTo>
                    <a:lnTo>
                      <a:pt x="729285" y="42889"/>
                    </a:lnTo>
                    <a:lnTo>
                      <a:pt x="912734" y="42846"/>
                    </a:lnTo>
                    <a:lnTo>
                      <a:pt x="1096386" y="42627"/>
                    </a:lnTo>
                    <a:lnTo>
                      <a:pt x="1280079" y="41667"/>
                    </a:lnTo>
                    <a:lnTo>
                      <a:pt x="1463934" y="40226"/>
                    </a:lnTo>
                    <a:lnTo>
                      <a:pt x="1647871" y="38262"/>
                    </a:lnTo>
                    <a:lnTo>
                      <a:pt x="1831970" y="36079"/>
                    </a:lnTo>
                    <a:lnTo>
                      <a:pt x="2016151" y="33635"/>
                    </a:lnTo>
                    <a:lnTo>
                      <a:pt x="2346025" y="30819"/>
                    </a:lnTo>
                    <a:lnTo>
                      <a:pt x="2569383" y="28375"/>
                    </a:lnTo>
                    <a:lnTo>
                      <a:pt x="2754051" y="28593"/>
                    </a:lnTo>
                    <a:lnTo>
                      <a:pt x="2938841" y="28113"/>
                    </a:lnTo>
                    <a:lnTo>
                      <a:pt x="3123794" y="27305"/>
                    </a:lnTo>
                    <a:lnTo>
                      <a:pt x="3308828" y="26235"/>
                    </a:lnTo>
                    <a:lnTo>
                      <a:pt x="3494065" y="23529"/>
                    </a:lnTo>
                    <a:lnTo>
                      <a:pt x="3679302" y="19273"/>
                    </a:lnTo>
                    <a:lnTo>
                      <a:pt x="3864620" y="15802"/>
                    </a:lnTo>
                    <a:lnTo>
                      <a:pt x="4235704" y="5086"/>
                    </a:lnTo>
                    <a:lnTo>
                      <a:pt x="4421348" y="2794"/>
                    </a:lnTo>
                    <a:lnTo>
                      <a:pt x="4607276" y="2947"/>
                    </a:lnTo>
                    <a:cubicBezTo>
                      <a:pt x="4608657" y="2947"/>
                      <a:pt x="4609755" y="2314"/>
                      <a:pt x="4609755" y="1506"/>
                    </a:cubicBezTo>
                    <a:cubicBezTo>
                      <a:pt x="4609755" y="764"/>
                      <a:pt x="4608657" y="109"/>
                      <a:pt x="4607276" y="109"/>
                    </a:cubicBezTo>
                    <a:lnTo>
                      <a:pt x="4421348" y="0"/>
                    </a:lnTo>
                    <a:lnTo>
                      <a:pt x="4235501" y="2248"/>
                    </a:lnTo>
                    <a:lnTo>
                      <a:pt x="3864417" y="12965"/>
                    </a:lnTo>
                    <a:lnTo>
                      <a:pt x="3679099" y="16435"/>
                    </a:lnTo>
                    <a:lnTo>
                      <a:pt x="3493862" y="20692"/>
                    </a:lnTo>
                    <a:lnTo>
                      <a:pt x="3308706" y="23398"/>
                    </a:lnTo>
                    <a:lnTo>
                      <a:pt x="3123672" y="24467"/>
                    </a:lnTo>
                    <a:lnTo>
                      <a:pt x="2938800" y="25275"/>
                    </a:lnTo>
                    <a:lnTo>
                      <a:pt x="2754051" y="25799"/>
                    </a:lnTo>
                    <a:lnTo>
                      <a:pt x="2569302" y="25537"/>
                    </a:lnTo>
                    <a:lnTo>
                      <a:pt x="2384755" y="27676"/>
                    </a:lnTo>
                    <a:lnTo>
                      <a:pt x="2016029" y="30819"/>
                    </a:lnTo>
                    <a:lnTo>
                      <a:pt x="1831848" y="33264"/>
                    </a:lnTo>
                    <a:lnTo>
                      <a:pt x="1647749" y="35446"/>
                    </a:lnTo>
                    <a:lnTo>
                      <a:pt x="1463812" y="37411"/>
                    </a:lnTo>
                    <a:lnTo>
                      <a:pt x="1280038" y="38851"/>
                    </a:lnTo>
                    <a:lnTo>
                      <a:pt x="1096345" y="39812"/>
                    </a:lnTo>
                    <a:lnTo>
                      <a:pt x="912734" y="40030"/>
                    </a:lnTo>
                    <a:lnTo>
                      <a:pt x="729285" y="40095"/>
                    </a:lnTo>
                    <a:lnTo>
                      <a:pt x="545958" y="39877"/>
                    </a:lnTo>
                    <a:lnTo>
                      <a:pt x="545917" y="39877"/>
                    </a:lnTo>
                    <a:cubicBezTo>
                      <a:pt x="545104" y="39877"/>
                      <a:pt x="544332" y="40139"/>
                      <a:pt x="543885" y="40466"/>
                    </a:cubicBezTo>
                    <a:lnTo>
                      <a:pt x="513689" y="63821"/>
                    </a:lnTo>
                    <a:lnTo>
                      <a:pt x="329590" y="63384"/>
                    </a:lnTo>
                    <a:lnTo>
                      <a:pt x="144353" y="62097"/>
                    </a:lnTo>
                    <a:cubicBezTo>
                      <a:pt x="143500" y="62097"/>
                      <a:pt x="142890" y="62315"/>
                      <a:pt x="142362" y="62620"/>
                    </a:cubicBezTo>
                    <a:lnTo>
                      <a:pt x="106192" y="86542"/>
                    </a:lnTo>
                    <a:lnTo>
                      <a:pt x="69169" y="110530"/>
                    </a:lnTo>
                    <a:lnTo>
                      <a:pt x="0" y="153528"/>
                    </a:lnTo>
                    <a:lnTo>
                      <a:pt x="6868" y="1535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 name="Freeform: Shape 11">
                <a:extLst>
                  <a:ext uri="{FF2B5EF4-FFF2-40B4-BE49-F238E27FC236}">
                    <a16:creationId xmlns:a16="http://schemas.microsoft.com/office/drawing/2014/main" id="{D8A2398D-0CA8-43FF-BE71-A3427C9BA763}"/>
                  </a:ext>
                </a:extLst>
              </p:cNvPr>
              <p:cNvSpPr/>
              <p:nvPr/>
            </p:nvSpPr>
            <p:spPr>
              <a:xfrm>
                <a:off x="2969890" y="6734392"/>
                <a:ext cx="4606547" cy="168500"/>
              </a:xfrm>
              <a:custGeom>
                <a:avLst/>
                <a:gdLst>
                  <a:gd name="connsiteX0" fmla="*/ 6868 w 4606547"/>
                  <a:gd name="connsiteY0" fmla="*/ 168501 h 168500"/>
                  <a:gd name="connsiteX1" fmla="*/ 81077 w 4606547"/>
                  <a:gd name="connsiteY1" fmla="*/ 125612 h 168500"/>
                  <a:gd name="connsiteX2" fmla="*/ 120457 w 4606547"/>
                  <a:gd name="connsiteY2" fmla="*/ 101581 h 168500"/>
                  <a:gd name="connsiteX3" fmla="*/ 158902 w 4606547"/>
                  <a:gd name="connsiteY3" fmla="*/ 77550 h 168500"/>
                  <a:gd name="connsiteX4" fmla="*/ 196413 w 4606547"/>
                  <a:gd name="connsiteY4" fmla="*/ 53475 h 168500"/>
                  <a:gd name="connsiteX5" fmla="*/ 232257 w 4606547"/>
                  <a:gd name="connsiteY5" fmla="*/ 29706 h 168500"/>
                  <a:gd name="connsiteX6" fmla="*/ 411886 w 4606547"/>
                  <a:gd name="connsiteY6" fmla="*/ 30601 h 168500"/>
                  <a:gd name="connsiteX7" fmla="*/ 592856 w 4606547"/>
                  <a:gd name="connsiteY7" fmla="*/ 31976 h 168500"/>
                  <a:gd name="connsiteX8" fmla="*/ 773948 w 4606547"/>
                  <a:gd name="connsiteY8" fmla="*/ 32609 h 168500"/>
                  <a:gd name="connsiteX9" fmla="*/ 955162 w 4606547"/>
                  <a:gd name="connsiteY9" fmla="*/ 32980 h 168500"/>
                  <a:gd name="connsiteX10" fmla="*/ 1136498 w 4606547"/>
                  <a:gd name="connsiteY10" fmla="*/ 32980 h 168500"/>
                  <a:gd name="connsiteX11" fmla="*/ 1317955 w 4606547"/>
                  <a:gd name="connsiteY11" fmla="*/ 32652 h 168500"/>
                  <a:gd name="connsiteX12" fmla="*/ 1499535 w 4606547"/>
                  <a:gd name="connsiteY12" fmla="*/ 31758 h 168500"/>
                  <a:gd name="connsiteX13" fmla="*/ 1681236 w 4606547"/>
                  <a:gd name="connsiteY13" fmla="*/ 30317 h 168500"/>
                  <a:gd name="connsiteX14" fmla="*/ 1863019 w 4606547"/>
                  <a:gd name="connsiteY14" fmla="*/ 27916 h 168500"/>
                  <a:gd name="connsiteX15" fmla="*/ 2044964 w 4606547"/>
                  <a:gd name="connsiteY15" fmla="*/ 27392 h 168500"/>
                  <a:gd name="connsiteX16" fmla="*/ 2226991 w 4606547"/>
                  <a:gd name="connsiteY16" fmla="*/ 26279 h 168500"/>
                  <a:gd name="connsiteX17" fmla="*/ 2591450 w 4606547"/>
                  <a:gd name="connsiteY17" fmla="*/ 23245 h 168500"/>
                  <a:gd name="connsiteX18" fmla="*/ 2773802 w 4606547"/>
                  <a:gd name="connsiteY18" fmla="*/ 20146 h 168500"/>
                  <a:gd name="connsiteX19" fmla="*/ 2956275 w 4606547"/>
                  <a:gd name="connsiteY19" fmla="*/ 18181 h 168500"/>
                  <a:gd name="connsiteX20" fmla="*/ 3138952 w 4606547"/>
                  <a:gd name="connsiteY20" fmla="*/ 18553 h 168500"/>
                  <a:gd name="connsiteX21" fmla="*/ 3321710 w 4606547"/>
                  <a:gd name="connsiteY21" fmla="*/ 17483 h 168500"/>
                  <a:gd name="connsiteX22" fmla="*/ 3504550 w 4606547"/>
                  <a:gd name="connsiteY22" fmla="*/ 15890 h 168500"/>
                  <a:gd name="connsiteX23" fmla="*/ 3870554 w 4606547"/>
                  <a:gd name="connsiteY23" fmla="*/ 11001 h 168500"/>
                  <a:gd name="connsiteX24" fmla="*/ 4053799 w 4606547"/>
                  <a:gd name="connsiteY24" fmla="*/ 9560 h 168500"/>
                  <a:gd name="connsiteX25" fmla="*/ 4420494 w 4606547"/>
                  <a:gd name="connsiteY25" fmla="*/ 3208 h 168500"/>
                  <a:gd name="connsiteX26" fmla="*/ 4604065 w 4606547"/>
                  <a:gd name="connsiteY26" fmla="*/ 2837 h 168500"/>
                  <a:gd name="connsiteX27" fmla="*/ 4606544 w 4606547"/>
                  <a:gd name="connsiteY27" fmla="*/ 1397 h 168500"/>
                  <a:gd name="connsiteX28" fmla="*/ 4604065 w 4606547"/>
                  <a:gd name="connsiteY28" fmla="*/ 0 h 168500"/>
                  <a:gd name="connsiteX29" fmla="*/ 4604065 w 4606547"/>
                  <a:gd name="connsiteY29" fmla="*/ 0 h 168500"/>
                  <a:gd name="connsiteX30" fmla="*/ 4420413 w 4606547"/>
                  <a:gd name="connsiteY30" fmla="*/ 371 h 168500"/>
                  <a:gd name="connsiteX31" fmla="*/ 4053718 w 4606547"/>
                  <a:gd name="connsiteY31" fmla="*/ 6766 h 168500"/>
                  <a:gd name="connsiteX32" fmla="*/ 3870472 w 4606547"/>
                  <a:gd name="connsiteY32" fmla="*/ 8141 h 168500"/>
                  <a:gd name="connsiteX33" fmla="*/ 3504468 w 4606547"/>
                  <a:gd name="connsiteY33" fmla="*/ 13052 h 168500"/>
                  <a:gd name="connsiteX34" fmla="*/ 3321629 w 4606547"/>
                  <a:gd name="connsiteY34" fmla="*/ 14646 h 168500"/>
                  <a:gd name="connsiteX35" fmla="*/ 3138993 w 4606547"/>
                  <a:gd name="connsiteY35" fmla="*/ 15715 h 168500"/>
                  <a:gd name="connsiteX36" fmla="*/ 2956275 w 4606547"/>
                  <a:gd name="connsiteY36" fmla="*/ 15344 h 168500"/>
                  <a:gd name="connsiteX37" fmla="*/ 2773761 w 4606547"/>
                  <a:gd name="connsiteY37" fmla="*/ 17308 h 168500"/>
                  <a:gd name="connsiteX38" fmla="*/ 2591410 w 4606547"/>
                  <a:gd name="connsiteY38" fmla="*/ 20408 h 168500"/>
                  <a:gd name="connsiteX39" fmla="*/ 2226991 w 4606547"/>
                  <a:gd name="connsiteY39" fmla="*/ 23442 h 168500"/>
                  <a:gd name="connsiteX40" fmla="*/ 2044964 w 4606547"/>
                  <a:gd name="connsiteY40" fmla="*/ 24555 h 168500"/>
                  <a:gd name="connsiteX41" fmla="*/ 1863019 w 4606547"/>
                  <a:gd name="connsiteY41" fmla="*/ 25079 h 168500"/>
                  <a:gd name="connsiteX42" fmla="*/ 1681195 w 4606547"/>
                  <a:gd name="connsiteY42" fmla="*/ 27480 h 168500"/>
                  <a:gd name="connsiteX43" fmla="*/ 1499535 w 4606547"/>
                  <a:gd name="connsiteY43" fmla="*/ 28920 h 168500"/>
                  <a:gd name="connsiteX44" fmla="*/ 1317955 w 4606547"/>
                  <a:gd name="connsiteY44" fmla="*/ 29837 h 168500"/>
                  <a:gd name="connsiteX45" fmla="*/ 1136538 w 4606547"/>
                  <a:gd name="connsiteY45" fmla="*/ 30208 h 168500"/>
                  <a:gd name="connsiteX46" fmla="*/ 955203 w 4606547"/>
                  <a:gd name="connsiteY46" fmla="*/ 30142 h 168500"/>
                  <a:gd name="connsiteX47" fmla="*/ 774029 w 4606547"/>
                  <a:gd name="connsiteY47" fmla="*/ 29771 h 168500"/>
                  <a:gd name="connsiteX48" fmla="*/ 592937 w 4606547"/>
                  <a:gd name="connsiteY48" fmla="*/ 29138 h 168500"/>
                  <a:gd name="connsiteX49" fmla="*/ 450047 w 4606547"/>
                  <a:gd name="connsiteY49" fmla="*/ 28069 h 168500"/>
                  <a:gd name="connsiteX50" fmla="*/ 231120 w 4606547"/>
                  <a:gd name="connsiteY50" fmla="*/ 26890 h 168500"/>
                  <a:gd name="connsiteX51" fmla="*/ 231079 w 4606547"/>
                  <a:gd name="connsiteY51" fmla="*/ 26890 h 168500"/>
                  <a:gd name="connsiteX52" fmla="*/ 229128 w 4606547"/>
                  <a:gd name="connsiteY52" fmla="*/ 27370 h 168500"/>
                  <a:gd name="connsiteX53" fmla="*/ 192512 w 4606547"/>
                  <a:gd name="connsiteY53" fmla="*/ 51620 h 168500"/>
                  <a:gd name="connsiteX54" fmla="*/ 155001 w 4606547"/>
                  <a:gd name="connsiteY54" fmla="*/ 75651 h 168500"/>
                  <a:gd name="connsiteX55" fmla="*/ 116596 w 4606547"/>
                  <a:gd name="connsiteY55" fmla="*/ 99682 h 168500"/>
                  <a:gd name="connsiteX56" fmla="*/ 77297 w 4606547"/>
                  <a:gd name="connsiteY56" fmla="*/ 123669 h 168500"/>
                  <a:gd name="connsiteX57" fmla="*/ 0 w 4606547"/>
                  <a:gd name="connsiteY57" fmla="*/ 168479 h 168500"/>
                  <a:gd name="connsiteX58" fmla="*/ 6787 w 4606547"/>
                  <a:gd name="connsiteY58" fmla="*/ 168479 h 16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606547" h="168500">
                    <a:moveTo>
                      <a:pt x="6868" y="168501"/>
                    </a:moveTo>
                    <a:lnTo>
                      <a:pt x="81077" y="125612"/>
                    </a:lnTo>
                    <a:lnTo>
                      <a:pt x="120457" y="101581"/>
                    </a:lnTo>
                    <a:lnTo>
                      <a:pt x="158902" y="77550"/>
                    </a:lnTo>
                    <a:lnTo>
                      <a:pt x="196413" y="53475"/>
                    </a:lnTo>
                    <a:lnTo>
                      <a:pt x="232257" y="29706"/>
                    </a:lnTo>
                    <a:lnTo>
                      <a:pt x="411886" y="30601"/>
                    </a:lnTo>
                    <a:lnTo>
                      <a:pt x="592856" y="31976"/>
                    </a:lnTo>
                    <a:lnTo>
                      <a:pt x="773948" y="32609"/>
                    </a:lnTo>
                    <a:lnTo>
                      <a:pt x="955162" y="32980"/>
                    </a:lnTo>
                    <a:lnTo>
                      <a:pt x="1136498" y="32980"/>
                    </a:lnTo>
                    <a:lnTo>
                      <a:pt x="1317955" y="32652"/>
                    </a:lnTo>
                    <a:lnTo>
                      <a:pt x="1499535" y="31758"/>
                    </a:lnTo>
                    <a:lnTo>
                      <a:pt x="1681236" y="30317"/>
                    </a:lnTo>
                    <a:lnTo>
                      <a:pt x="1863019" y="27916"/>
                    </a:lnTo>
                    <a:lnTo>
                      <a:pt x="2044964" y="27392"/>
                    </a:lnTo>
                    <a:lnTo>
                      <a:pt x="2226991" y="26279"/>
                    </a:lnTo>
                    <a:lnTo>
                      <a:pt x="2591450" y="23245"/>
                    </a:lnTo>
                    <a:lnTo>
                      <a:pt x="2773802" y="20146"/>
                    </a:lnTo>
                    <a:lnTo>
                      <a:pt x="2956275" y="18181"/>
                    </a:lnTo>
                    <a:lnTo>
                      <a:pt x="3138952" y="18553"/>
                    </a:lnTo>
                    <a:lnTo>
                      <a:pt x="3321710" y="17483"/>
                    </a:lnTo>
                    <a:lnTo>
                      <a:pt x="3504550" y="15890"/>
                    </a:lnTo>
                    <a:lnTo>
                      <a:pt x="3870554" y="11001"/>
                    </a:lnTo>
                    <a:lnTo>
                      <a:pt x="4053799" y="9560"/>
                    </a:lnTo>
                    <a:lnTo>
                      <a:pt x="4420494" y="3208"/>
                    </a:lnTo>
                    <a:lnTo>
                      <a:pt x="4604065" y="2837"/>
                    </a:lnTo>
                    <a:cubicBezTo>
                      <a:pt x="4605447" y="2837"/>
                      <a:pt x="4606626" y="2183"/>
                      <a:pt x="4606544" y="1397"/>
                    </a:cubicBezTo>
                    <a:cubicBezTo>
                      <a:pt x="4606544" y="655"/>
                      <a:pt x="4605447" y="0"/>
                      <a:pt x="4604065" y="0"/>
                    </a:cubicBezTo>
                    <a:lnTo>
                      <a:pt x="4604065" y="0"/>
                    </a:lnTo>
                    <a:lnTo>
                      <a:pt x="4420413" y="371"/>
                    </a:lnTo>
                    <a:lnTo>
                      <a:pt x="4053718" y="6766"/>
                    </a:lnTo>
                    <a:lnTo>
                      <a:pt x="3870472" y="8141"/>
                    </a:lnTo>
                    <a:lnTo>
                      <a:pt x="3504468" y="13052"/>
                    </a:lnTo>
                    <a:lnTo>
                      <a:pt x="3321629" y="14646"/>
                    </a:lnTo>
                    <a:lnTo>
                      <a:pt x="3138993" y="15715"/>
                    </a:lnTo>
                    <a:lnTo>
                      <a:pt x="2956275" y="15344"/>
                    </a:lnTo>
                    <a:lnTo>
                      <a:pt x="2773761" y="17308"/>
                    </a:lnTo>
                    <a:lnTo>
                      <a:pt x="2591410" y="20408"/>
                    </a:lnTo>
                    <a:lnTo>
                      <a:pt x="2226991" y="23442"/>
                    </a:lnTo>
                    <a:lnTo>
                      <a:pt x="2044964" y="24555"/>
                    </a:lnTo>
                    <a:lnTo>
                      <a:pt x="1863019" y="25079"/>
                    </a:lnTo>
                    <a:lnTo>
                      <a:pt x="1681195" y="27480"/>
                    </a:lnTo>
                    <a:lnTo>
                      <a:pt x="1499535" y="28920"/>
                    </a:lnTo>
                    <a:lnTo>
                      <a:pt x="1317955" y="29837"/>
                    </a:lnTo>
                    <a:lnTo>
                      <a:pt x="1136538" y="30208"/>
                    </a:lnTo>
                    <a:lnTo>
                      <a:pt x="955203" y="30142"/>
                    </a:lnTo>
                    <a:lnTo>
                      <a:pt x="774029" y="29771"/>
                    </a:lnTo>
                    <a:lnTo>
                      <a:pt x="592937" y="29138"/>
                    </a:lnTo>
                    <a:lnTo>
                      <a:pt x="450047" y="28069"/>
                    </a:lnTo>
                    <a:lnTo>
                      <a:pt x="231120" y="26890"/>
                    </a:lnTo>
                    <a:lnTo>
                      <a:pt x="231079" y="26890"/>
                    </a:lnTo>
                    <a:cubicBezTo>
                      <a:pt x="230307" y="26890"/>
                      <a:pt x="229616" y="27043"/>
                      <a:pt x="229128" y="27370"/>
                    </a:cubicBezTo>
                    <a:lnTo>
                      <a:pt x="192512" y="51620"/>
                    </a:lnTo>
                    <a:lnTo>
                      <a:pt x="155001" y="75651"/>
                    </a:lnTo>
                    <a:lnTo>
                      <a:pt x="116596" y="99682"/>
                    </a:lnTo>
                    <a:lnTo>
                      <a:pt x="77297" y="123669"/>
                    </a:lnTo>
                    <a:lnTo>
                      <a:pt x="0" y="168479"/>
                    </a:lnTo>
                    <a:lnTo>
                      <a:pt x="6787" y="16847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 name="Freeform: Shape 12">
                <a:extLst>
                  <a:ext uri="{FF2B5EF4-FFF2-40B4-BE49-F238E27FC236}">
                    <a16:creationId xmlns:a16="http://schemas.microsoft.com/office/drawing/2014/main" id="{A3F4CA44-47B4-4377-AA10-9C1DAC9D3AFD}"/>
                  </a:ext>
                </a:extLst>
              </p:cNvPr>
              <p:cNvSpPr/>
              <p:nvPr/>
            </p:nvSpPr>
            <p:spPr>
              <a:xfrm>
                <a:off x="2579177" y="6705734"/>
                <a:ext cx="4788814" cy="197246"/>
              </a:xfrm>
              <a:custGeom>
                <a:avLst/>
                <a:gdLst>
                  <a:gd name="connsiteX0" fmla="*/ 7397 w 4788814"/>
                  <a:gd name="connsiteY0" fmla="*/ 197159 h 197246"/>
                  <a:gd name="connsiteX1" fmla="*/ 47833 w 4788814"/>
                  <a:gd name="connsiteY1" fmla="*/ 176162 h 197246"/>
                  <a:gd name="connsiteX2" fmla="*/ 92822 w 4788814"/>
                  <a:gd name="connsiteY2" fmla="*/ 151869 h 197246"/>
                  <a:gd name="connsiteX3" fmla="*/ 136753 w 4788814"/>
                  <a:gd name="connsiteY3" fmla="*/ 127249 h 197246"/>
                  <a:gd name="connsiteX4" fmla="*/ 220716 w 4788814"/>
                  <a:gd name="connsiteY4" fmla="*/ 78925 h 197246"/>
                  <a:gd name="connsiteX5" fmla="*/ 402295 w 4788814"/>
                  <a:gd name="connsiteY5" fmla="*/ 80584 h 197246"/>
                  <a:gd name="connsiteX6" fmla="*/ 585175 w 4788814"/>
                  <a:gd name="connsiteY6" fmla="*/ 82657 h 197246"/>
                  <a:gd name="connsiteX7" fmla="*/ 768137 w 4788814"/>
                  <a:gd name="connsiteY7" fmla="*/ 84207 h 197246"/>
                  <a:gd name="connsiteX8" fmla="*/ 951261 w 4788814"/>
                  <a:gd name="connsiteY8" fmla="*/ 85538 h 197246"/>
                  <a:gd name="connsiteX9" fmla="*/ 1134466 w 4788814"/>
                  <a:gd name="connsiteY9" fmla="*/ 86346 h 197246"/>
                  <a:gd name="connsiteX10" fmla="*/ 1134466 w 4788814"/>
                  <a:gd name="connsiteY10" fmla="*/ 86346 h 197246"/>
                  <a:gd name="connsiteX11" fmla="*/ 1136579 w 4788814"/>
                  <a:gd name="connsiteY11" fmla="*/ 85713 h 197246"/>
                  <a:gd name="connsiteX12" fmla="*/ 1166896 w 4788814"/>
                  <a:gd name="connsiteY12" fmla="*/ 60612 h 197246"/>
                  <a:gd name="connsiteX13" fmla="*/ 1196442 w 4788814"/>
                  <a:gd name="connsiteY13" fmla="*/ 35097 h 197246"/>
                  <a:gd name="connsiteX14" fmla="*/ 1224646 w 4788814"/>
                  <a:gd name="connsiteY14" fmla="*/ 10368 h 197246"/>
                  <a:gd name="connsiteX15" fmla="*/ 1400292 w 4788814"/>
                  <a:gd name="connsiteY15" fmla="*/ 10368 h 197246"/>
                  <a:gd name="connsiteX16" fmla="*/ 1577482 w 4788814"/>
                  <a:gd name="connsiteY16" fmla="*/ 10630 h 197246"/>
                  <a:gd name="connsiteX17" fmla="*/ 1754795 w 4788814"/>
                  <a:gd name="connsiteY17" fmla="*/ 10368 h 197246"/>
                  <a:gd name="connsiteX18" fmla="*/ 1932229 w 4788814"/>
                  <a:gd name="connsiteY18" fmla="*/ 9778 h 197246"/>
                  <a:gd name="connsiteX19" fmla="*/ 2465141 w 4788814"/>
                  <a:gd name="connsiteY19" fmla="*/ 5937 h 197246"/>
                  <a:gd name="connsiteX20" fmla="*/ 2999069 w 4788814"/>
                  <a:gd name="connsiteY20" fmla="*/ 2794 h 197246"/>
                  <a:gd name="connsiteX21" fmla="*/ 3177195 w 4788814"/>
                  <a:gd name="connsiteY21" fmla="*/ 2794 h 197246"/>
                  <a:gd name="connsiteX22" fmla="*/ 3355523 w 4788814"/>
                  <a:gd name="connsiteY22" fmla="*/ 5086 h 197246"/>
                  <a:gd name="connsiteX23" fmla="*/ 3533973 w 4788814"/>
                  <a:gd name="connsiteY23" fmla="*/ 6635 h 197246"/>
                  <a:gd name="connsiteX24" fmla="*/ 3712505 w 4788814"/>
                  <a:gd name="connsiteY24" fmla="*/ 7050 h 197246"/>
                  <a:gd name="connsiteX25" fmla="*/ 3891199 w 4788814"/>
                  <a:gd name="connsiteY25" fmla="*/ 8338 h 197246"/>
                  <a:gd name="connsiteX26" fmla="*/ 4069974 w 4788814"/>
                  <a:gd name="connsiteY26" fmla="*/ 10520 h 197246"/>
                  <a:gd name="connsiteX27" fmla="*/ 4248872 w 4788814"/>
                  <a:gd name="connsiteY27" fmla="*/ 11372 h 197246"/>
                  <a:gd name="connsiteX28" fmla="*/ 4427972 w 4788814"/>
                  <a:gd name="connsiteY28" fmla="*/ 10782 h 197246"/>
                  <a:gd name="connsiteX29" fmla="*/ 4786336 w 4788814"/>
                  <a:gd name="connsiteY29" fmla="*/ 4278 h 197246"/>
                  <a:gd name="connsiteX30" fmla="*/ 4788815 w 4788814"/>
                  <a:gd name="connsiteY30" fmla="*/ 2837 h 197246"/>
                  <a:gd name="connsiteX31" fmla="*/ 4786132 w 4788814"/>
                  <a:gd name="connsiteY31" fmla="*/ 1506 h 197246"/>
                  <a:gd name="connsiteX32" fmla="*/ 4427850 w 4788814"/>
                  <a:gd name="connsiteY32" fmla="*/ 8010 h 197246"/>
                  <a:gd name="connsiteX33" fmla="*/ 4248953 w 4788814"/>
                  <a:gd name="connsiteY33" fmla="*/ 8556 h 197246"/>
                  <a:gd name="connsiteX34" fmla="*/ 4070055 w 4788814"/>
                  <a:gd name="connsiteY34" fmla="*/ 7705 h 197246"/>
                  <a:gd name="connsiteX35" fmla="*/ 3891280 w 4788814"/>
                  <a:gd name="connsiteY35" fmla="*/ 5588 h 197246"/>
                  <a:gd name="connsiteX36" fmla="*/ 3712586 w 4788814"/>
                  <a:gd name="connsiteY36" fmla="*/ 4256 h 197246"/>
                  <a:gd name="connsiteX37" fmla="*/ 3534014 w 4788814"/>
                  <a:gd name="connsiteY37" fmla="*/ 3841 h 197246"/>
                  <a:gd name="connsiteX38" fmla="*/ 3355645 w 4788814"/>
                  <a:gd name="connsiteY38" fmla="*/ 2292 h 197246"/>
                  <a:gd name="connsiteX39" fmla="*/ 3177235 w 4788814"/>
                  <a:gd name="connsiteY39" fmla="*/ 65 h 197246"/>
                  <a:gd name="connsiteX40" fmla="*/ 2998988 w 4788814"/>
                  <a:gd name="connsiteY40" fmla="*/ 0 h 197246"/>
                  <a:gd name="connsiteX41" fmla="*/ 2465060 w 4788814"/>
                  <a:gd name="connsiteY41" fmla="*/ 3143 h 197246"/>
                  <a:gd name="connsiteX42" fmla="*/ 1932147 w 4788814"/>
                  <a:gd name="connsiteY42" fmla="*/ 7028 h 197246"/>
                  <a:gd name="connsiteX43" fmla="*/ 1754713 w 4788814"/>
                  <a:gd name="connsiteY43" fmla="*/ 7617 h 197246"/>
                  <a:gd name="connsiteX44" fmla="*/ 1577482 w 4788814"/>
                  <a:gd name="connsiteY44" fmla="*/ 7836 h 197246"/>
                  <a:gd name="connsiteX45" fmla="*/ 1400292 w 4788814"/>
                  <a:gd name="connsiteY45" fmla="*/ 7574 h 197246"/>
                  <a:gd name="connsiteX46" fmla="*/ 1223183 w 4788814"/>
                  <a:gd name="connsiteY46" fmla="*/ 7574 h 197246"/>
                  <a:gd name="connsiteX47" fmla="*/ 1221069 w 4788814"/>
                  <a:gd name="connsiteY47" fmla="*/ 8207 h 197246"/>
                  <a:gd name="connsiteX48" fmla="*/ 1192174 w 4788814"/>
                  <a:gd name="connsiteY48" fmla="*/ 33635 h 197246"/>
                  <a:gd name="connsiteX49" fmla="*/ 1162629 w 4788814"/>
                  <a:gd name="connsiteY49" fmla="*/ 59150 h 197246"/>
                  <a:gd name="connsiteX50" fmla="*/ 1133125 w 4788814"/>
                  <a:gd name="connsiteY50" fmla="*/ 83552 h 197246"/>
                  <a:gd name="connsiteX51" fmla="*/ 951301 w 4788814"/>
                  <a:gd name="connsiteY51" fmla="*/ 82810 h 197246"/>
                  <a:gd name="connsiteX52" fmla="*/ 585297 w 4788814"/>
                  <a:gd name="connsiteY52" fmla="*/ 79885 h 197246"/>
                  <a:gd name="connsiteX53" fmla="*/ 402417 w 4788814"/>
                  <a:gd name="connsiteY53" fmla="*/ 77812 h 197246"/>
                  <a:gd name="connsiteX54" fmla="*/ 219700 w 4788814"/>
                  <a:gd name="connsiteY54" fmla="*/ 76153 h 197246"/>
                  <a:gd name="connsiteX55" fmla="*/ 217871 w 4788814"/>
                  <a:gd name="connsiteY55" fmla="*/ 76589 h 197246"/>
                  <a:gd name="connsiteX56" fmla="*/ 133137 w 4788814"/>
                  <a:gd name="connsiteY56" fmla="*/ 125350 h 197246"/>
                  <a:gd name="connsiteX57" fmla="*/ 89286 w 4788814"/>
                  <a:gd name="connsiteY57" fmla="*/ 149927 h 197246"/>
                  <a:gd name="connsiteX58" fmla="*/ 44338 w 4788814"/>
                  <a:gd name="connsiteY58" fmla="*/ 174176 h 197246"/>
                  <a:gd name="connsiteX59" fmla="*/ 0 w 4788814"/>
                  <a:gd name="connsiteY59" fmla="*/ 197246 h 197246"/>
                  <a:gd name="connsiteX60" fmla="*/ 7437 w 4788814"/>
                  <a:gd name="connsiteY60" fmla="*/ 197246 h 197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788814" h="197246">
                    <a:moveTo>
                      <a:pt x="7397" y="197159"/>
                    </a:moveTo>
                    <a:lnTo>
                      <a:pt x="47833" y="176162"/>
                    </a:lnTo>
                    <a:lnTo>
                      <a:pt x="92822" y="151869"/>
                    </a:lnTo>
                    <a:lnTo>
                      <a:pt x="136753" y="127249"/>
                    </a:lnTo>
                    <a:lnTo>
                      <a:pt x="220716" y="78925"/>
                    </a:lnTo>
                    <a:lnTo>
                      <a:pt x="402295" y="80584"/>
                    </a:lnTo>
                    <a:lnTo>
                      <a:pt x="585175" y="82657"/>
                    </a:lnTo>
                    <a:lnTo>
                      <a:pt x="768137" y="84207"/>
                    </a:lnTo>
                    <a:lnTo>
                      <a:pt x="951261" y="85538"/>
                    </a:lnTo>
                    <a:lnTo>
                      <a:pt x="1134466" y="86346"/>
                    </a:lnTo>
                    <a:lnTo>
                      <a:pt x="1134466" y="86346"/>
                    </a:lnTo>
                    <a:cubicBezTo>
                      <a:pt x="1135360" y="86346"/>
                      <a:pt x="1136132" y="86127"/>
                      <a:pt x="1136579" y="85713"/>
                    </a:cubicBezTo>
                    <a:lnTo>
                      <a:pt x="1166896" y="60612"/>
                    </a:lnTo>
                    <a:lnTo>
                      <a:pt x="1196442" y="35097"/>
                    </a:lnTo>
                    <a:lnTo>
                      <a:pt x="1224646" y="10368"/>
                    </a:lnTo>
                    <a:lnTo>
                      <a:pt x="1400292" y="10368"/>
                    </a:lnTo>
                    <a:lnTo>
                      <a:pt x="1577482" y="10630"/>
                    </a:lnTo>
                    <a:lnTo>
                      <a:pt x="1754795" y="10368"/>
                    </a:lnTo>
                    <a:lnTo>
                      <a:pt x="1932229" y="9778"/>
                    </a:lnTo>
                    <a:lnTo>
                      <a:pt x="2465141" y="5937"/>
                    </a:lnTo>
                    <a:lnTo>
                      <a:pt x="2999069" y="2794"/>
                    </a:lnTo>
                    <a:lnTo>
                      <a:pt x="3177195" y="2794"/>
                    </a:lnTo>
                    <a:lnTo>
                      <a:pt x="3355523" y="5086"/>
                    </a:lnTo>
                    <a:lnTo>
                      <a:pt x="3533973" y="6635"/>
                    </a:lnTo>
                    <a:lnTo>
                      <a:pt x="3712505" y="7050"/>
                    </a:lnTo>
                    <a:lnTo>
                      <a:pt x="3891199" y="8338"/>
                    </a:lnTo>
                    <a:lnTo>
                      <a:pt x="4069974" y="10520"/>
                    </a:lnTo>
                    <a:lnTo>
                      <a:pt x="4248872" y="11372"/>
                    </a:lnTo>
                    <a:lnTo>
                      <a:pt x="4427972" y="10782"/>
                    </a:lnTo>
                    <a:lnTo>
                      <a:pt x="4786336" y="4278"/>
                    </a:lnTo>
                    <a:cubicBezTo>
                      <a:pt x="4787717" y="4278"/>
                      <a:pt x="4788815" y="3645"/>
                      <a:pt x="4788815" y="2837"/>
                    </a:cubicBezTo>
                    <a:cubicBezTo>
                      <a:pt x="4788733" y="2095"/>
                      <a:pt x="4787514" y="1462"/>
                      <a:pt x="4786132" y="1506"/>
                    </a:cubicBezTo>
                    <a:lnTo>
                      <a:pt x="4427850" y="8010"/>
                    </a:lnTo>
                    <a:lnTo>
                      <a:pt x="4248953" y="8556"/>
                    </a:lnTo>
                    <a:lnTo>
                      <a:pt x="4070055" y="7705"/>
                    </a:lnTo>
                    <a:lnTo>
                      <a:pt x="3891280" y="5588"/>
                    </a:lnTo>
                    <a:lnTo>
                      <a:pt x="3712586" y="4256"/>
                    </a:lnTo>
                    <a:lnTo>
                      <a:pt x="3534014" y="3841"/>
                    </a:lnTo>
                    <a:lnTo>
                      <a:pt x="3355645" y="2292"/>
                    </a:lnTo>
                    <a:lnTo>
                      <a:pt x="3177235" y="65"/>
                    </a:lnTo>
                    <a:lnTo>
                      <a:pt x="2998988" y="0"/>
                    </a:lnTo>
                    <a:lnTo>
                      <a:pt x="2465060" y="3143"/>
                    </a:lnTo>
                    <a:lnTo>
                      <a:pt x="1932147" y="7028"/>
                    </a:lnTo>
                    <a:lnTo>
                      <a:pt x="1754713" y="7617"/>
                    </a:lnTo>
                    <a:lnTo>
                      <a:pt x="1577482" y="7836"/>
                    </a:lnTo>
                    <a:lnTo>
                      <a:pt x="1400292" y="7574"/>
                    </a:lnTo>
                    <a:lnTo>
                      <a:pt x="1223183" y="7574"/>
                    </a:lnTo>
                    <a:cubicBezTo>
                      <a:pt x="1222329" y="7574"/>
                      <a:pt x="1221517" y="7792"/>
                      <a:pt x="1221069" y="8207"/>
                    </a:cubicBezTo>
                    <a:lnTo>
                      <a:pt x="1192174" y="33635"/>
                    </a:lnTo>
                    <a:lnTo>
                      <a:pt x="1162629" y="59150"/>
                    </a:lnTo>
                    <a:lnTo>
                      <a:pt x="1133125" y="83552"/>
                    </a:lnTo>
                    <a:lnTo>
                      <a:pt x="951301" y="82810"/>
                    </a:lnTo>
                    <a:lnTo>
                      <a:pt x="585297" y="79885"/>
                    </a:lnTo>
                    <a:lnTo>
                      <a:pt x="402417" y="77812"/>
                    </a:lnTo>
                    <a:lnTo>
                      <a:pt x="219700" y="76153"/>
                    </a:lnTo>
                    <a:cubicBezTo>
                      <a:pt x="219090" y="76109"/>
                      <a:pt x="218359" y="76305"/>
                      <a:pt x="217871" y="76589"/>
                    </a:cubicBezTo>
                    <a:lnTo>
                      <a:pt x="133137" y="125350"/>
                    </a:lnTo>
                    <a:lnTo>
                      <a:pt x="89286" y="149927"/>
                    </a:lnTo>
                    <a:lnTo>
                      <a:pt x="44338" y="174176"/>
                    </a:lnTo>
                    <a:lnTo>
                      <a:pt x="0" y="197246"/>
                    </a:lnTo>
                    <a:lnTo>
                      <a:pt x="7437" y="19724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 name="Freeform: Shape 14">
                <a:extLst>
                  <a:ext uri="{FF2B5EF4-FFF2-40B4-BE49-F238E27FC236}">
                    <a16:creationId xmlns:a16="http://schemas.microsoft.com/office/drawing/2014/main" id="{940D6259-2310-488A-9D77-6D0F05FC5C50}"/>
                  </a:ext>
                </a:extLst>
              </p:cNvPr>
              <p:cNvSpPr/>
              <p:nvPr/>
            </p:nvSpPr>
            <p:spPr>
              <a:xfrm>
                <a:off x="9665289" y="6717171"/>
                <a:ext cx="956827" cy="185700"/>
              </a:xfrm>
              <a:custGeom>
                <a:avLst/>
                <a:gdLst>
                  <a:gd name="connsiteX0" fmla="*/ 2478 w 956827"/>
                  <a:gd name="connsiteY0" fmla="*/ 2881 h 185700"/>
                  <a:gd name="connsiteX1" fmla="*/ 181376 w 956827"/>
                  <a:gd name="connsiteY1" fmla="*/ 4540 h 185700"/>
                  <a:gd name="connsiteX2" fmla="*/ 359583 w 956827"/>
                  <a:gd name="connsiteY2" fmla="*/ 6395 h 185700"/>
                  <a:gd name="connsiteX3" fmla="*/ 445699 w 956827"/>
                  <a:gd name="connsiteY3" fmla="*/ 39484 h 185700"/>
                  <a:gd name="connsiteX4" fmla="*/ 490728 w 956827"/>
                  <a:gd name="connsiteY4" fmla="*/ 59630 h 185700"/>
                  <a:gd name="connsiteX5" fmla="*/ 492313 w 956827"/>
                  <a:gd name="connsiteY5" fmla="*/ 59957 h 185700"/>
                  <a:gd name="connsiteX6" fmla="*/ 676941 w 956827"/>
                  <a:gd name="connsiteY6" fmla="*/ 62882 h 185700"/>
                  <a:gd name="connsiteX7" fmla="*/ 724652 w 956827"/>
                  <a:gd name="connsiteY7" fmla="*/ 81959 h 185700"/>
                  <a:gd name="connsiteX8" fmla="*/ 774070 w 956827"/>
                  <a:gd name="connsiteY8" fmla="*/ 100926 h 185700"/>
                  <a:gd name="connsiteX9" fmla="*/ 824463 w 956827"/>
                  <a:gd name="connsiteY9" fmla="*/ 121115 h 185700"/>
                  <a:gd name="connsiteX10" fmla="*/ 876645 w 956827"/>
                  <a:gd name="connsiteY10" fmla="*/ 148813 h 185700"/>
                  <a:gd name="connsiteX11" fmla="*/ 930127 w 956827"/>
                  <a:gd name="connsiteY11" fmla="*/ 176206 h 185700"/>
                  <a:gd name="connsiteX12" fmla="*/ 949188 w 956827"/>
                  <a:gd name="connsiteY12" fmla="*/ 185700 h 185700"/>
                  <a:gd name="connsiteX13" fmla="*/ 956828 w 956827"/>
                  <a:gd name="connsiteY13" fmla="*/ 185700 h 185700"/>
                  <a:gd name="connsiteX14" fmla="*/ 933501 w 956827"/>
                  <a:gd name="connsiteY14" fmla="*/ 174132 h 185700"/>
                  <a:gd name="connsiteX15" fmla="*/ 880141 w 956827"/>
                  <a:gd name="connsiteY15" fmla="*/ 146783 h 185700"/>
                  <a:gd name="connsiteX16" fmla="*/ 827755 w 956827"/>
                  <a:gd name="connsiteY16" fmla="*/ 118976 h 185700"/>
                  <a:gd name="connsiteX17" fmla="*/ 777077 w 956827"/>
                  <a:gd name="connsiteY17" fmla="*/ 98612 h 185700"/>
                  <a:gd name="connsiteX18" fmla="*/ 727578 w 956827"/>
                  <a:gd name="connsiteY18" fmla="*/ 79580 h 185700"/>
                  <a:gd name="connsiteX19" fmla="*/ 679338 w 956827"/>
                  <a:gd name="connsiteY19" fmla="*/ 60285 h 185700"/>
                  <a:gd name="connsiteX20" fmla="*/ 677835 w 956827"/>
                  <a:gd name="connsiteY20" fmla="*/ 60023 h 185700"/>
                  <a:gd name="connsiteX21" fmla="*/ 493288 w 956827"/>
                  <a:gd name="connsiteY21" fmla="*/ 57142 h 185700"/>
                  <a:gd name="connsiteX22" fmla="*/ 448747 w 956827"/>
                  <a:gd name="connsiteY22" fmla="*/ 37214 h 185700"/>
                  <a:gd name="connsiteX23" fmla="*/ 361818 w 956827"/>
                  <a:gd name="connsiteY23" fmla="*/ 3798 h 185700"/>
                  <a:gd name="connsiteX24" fmla="*/ 360436 w 956827"/>
                  <a:gd name="connsiteY24" fmla="*/ 3580 h 185700"/>
                  <a:gd name="connsiteX25" fmla="*/ 181457 w 956827"/>
                  <a:gd name="connsiteY25" fmla="*/ 1659 h 185700"/>
                  <a:gd name="connsiteX26" fmla="*/ 2560 w 956827"/>
                  <a:gd name="connsiteY26" fmla="*/ 0 h 185700"/>
                  <a:gd name="connsiteX27" fmla="*/ 2560 w 956827"/>
                  <a:gd name="connsiteY27" fmla="*/ 0 h 185700"/>
                  <a:gd name="connsiteX28" fmla="*/ 0 w 956827"/>
                  <a:gd name="connsiteY28" fmla="*/ 1375 h 185700"/>
                  <a:gd name="connsiteX29" fmla="*/ 2478 w 956827"/>
                  <a:gd name="connsiteY29" fmla="*/ 2816 h 18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56827" h="185700">
                    <a:moveTo>
                      <a:pt x="2478" y="2881"/>
                    </a:moveTo>
                    <a:lnTo>
                      <a:pt x="181376" y="4540"/>
                    </a:lnTo>
                    <a:lnTo>
                      <a:pt x="359583" y="6395"/>
                    </a:lnTo>
                    <a:lnTo>
                      <a:pt x="445699" y="39484"/>
                    </a:lnTo>
                    <a:lnTo>
                      <a:pt x="490728" y="59630"/>
                    </a:lnTo>
                    <a:cubicBezTo>
                      <a:pt x="491215" y="59848"/>
                      <a:pt x="491703" y="59957"/>
                      <a:pt x="492313" y="59957"/>
                    </a:cubicBezTo>
                    <a:lnTo>
                      <a:pt x="676941" y="62882"/>
                    </a:lnTo>
                    <a:lnTo>
                      <a:pt x="724652" y="81959"/>
                    </a:lnTo>
                    <a:lnTo>
                      <a:pt x="774070" y="100926"/>
                    </a:lnTo>
                    <a:lnTo>
                      <a:pt x="824463" y="121115"/>
                    </a:lnTo>
                    <a:lnTo>
                      <a:pt x="876645" y="148813"/>
                    </a:lnTo>
                    <a:lnTo>
                      <a:pt x="930127" y="176206"/>
                    </a:lnTo>
                    <a:lnTo>
                      <a:pt x="949188" y="185700"/>
                    </a:lnTo>
                    <a:lnTo>
                      <a:pt x="956828" y="185700"/>
                    </a:lnTo>
                    <a:lnTo>
                      <a:pt x="933501" y="174132"/>
                    </a:lnTo>
                    <a:lnTo>
                      <a:pt x="880141" y="146783"/>
                    </a:lnTo>
                    <a:lnTo>
                      <a:pt x="827755" y="118976"/>
                    </a:lnTo>
                    <a:lnTo>
                      <a:pt x="777077" y="98612"/>
                    </a:lnTo>
                    <a:lnTo>
                      <a:pt x="727578" y="79580"/>
                    </a:lnTo>
                    <a:lnTo>
                      <a:pt x="679338" y="60285"/>
                    </a:lnTo>
                    <a:cubicBezTo>
                      <a:pt x="678851" y="60132"/>
                      <a:pt x="678363" y="60067"/>
                      <a:pt x="677835" y="60023"/>
                    </a:cubicBezTo>
                    <a:lnTo>
                      <a:pt x="493288" y="57142"/>
                    </a:lnTo>
                    <a:lnTo>
                      <a:pt x="448747" y="37214"/>
                    </a:lnTo>
                    <a:lnTo>
                      <a:pt x="361818" y="3798"/>
                    </a:lnTo>
                    <a:cubicBezTo>
                      <a:pt x="361411" y="3689"/>
                      <a:pt x="360924" y="3580"/>
                      <a:pt x="360436" y="3580"/>
                    </a:cubicBezTo>
                    <a:lnTo>
                      <a:pt x="181457" y="1659"/>
                    </a:lnTo>
                    <a:lnTo>
                      <a:pt x="2560" y="0"/>
                    </a:lnTo>
                    <a:lnTo>
                      <a:pt x="2560" y="0"/>
                    </a:lnTo>
                    <a:cubicBezTo>
                      <a:pt x="1179" y="0"/>
                      <a:pt x="0" y="633"/>
                      <a:pt x="0" y="1375"/>
                    </a:cubicBezTo>
                    <a:cubicBezTo>
                      <a:pt x="0" y="2183"/>
                      <a:pt x="1097" y="2816"/>
                      <a:pt x="2478" y="2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 name="Freeform: Shape 16">
                <a:extLst>
                  <a:ext uri="{FF2B5EF4-FFF2-40B4-BE49-F238E27FC236}">
                    <a16:creationId xmlns:a16="http://schemas.microsoft.com/office/drawing/2014/main" id="{0113CC7D-5E85-4307-8F10-D50D5C9A2B5A}"/>
                  </a:ext>
                </a:extLst>
              </p:cNvPr>
              <p:cNvSpPr/>
              <p:nvPr/>
            </p:nvSpPr>
            <p:spPr>
              <a:xfrm>
                <a:off x="9627331" y="6699469"/>
                <a:ext cx="1393586" cy="203466"/>
              </a:xfrm>
              <a:custGeom>
                <a:avLst/>
                <a:gdLst>
                  <a:gd name="connsiteX0" fmla="*/ 2520 w 1393586"/>
                  <a:gd name="connsiteY0" fmla="*/ 2750 h 203466"/>
                  <a:gd name="connsiteX1" fmla="*/ 178532 w 1393586"/>
                  <a:gd name="connsiteY1" fmla="*/ 5042 h 203466"/>
                  <a:gd name="connsiteX2" fmla="*/ 217831 w 1393586"/>
                  <a:gd name="connsiteY2" fmla="*/ 21936 h 203466"/>
                  <a:gd name="connsiteX3" fmla="*/ 258715 w 1393586"/>
                  <a:gd name="connsiteY3" fmla="*/ 38938 h 203466"/>
                  <a:gd name="connsiteX4" fmla="*/ 260218 w 1393586"/>
                  <a:gd name="connsiteY4" fmla="*/ 39266 h 203466"/>
                  <a:gd name="connsiteX5" fmla="*/ 441310 w 1393586"/>
                  <a:gd name="connsiteY5" fmla="*/ 40772 h 203466"/>
                  <a:gd name="connsiteX6" fmla="*/ 621589 w 1393586"/>
                  <a:gd name="connsiteY6" fmla="*/ 41994 h 203466"/>
                  <a:gd name="connsiteX7" fmla="*/ 667106 w 1393586"/>
                  <a:gd name="connsiteY7" fmla="*/ 59805 h 203466"/>
                  <a:gd name="connsiteX8" fmla="*/ 668487 w 1393586"/>
                  <a:gd name="connsiteY8" fmla="*/ 60067 h 203466"/>
                  <a:gd name="connsiteX9" fmla="*/ 851937 w 1393586"/>
                  <a:gd name="connsiteY9" fmla="*/ 63799 h 203466"/>
                  <a:gd name="connsiteX10" fmla="*/ 1034695 w 1393586"/>
                  <a:gd name="connsiteY10" fmla="*/ 67095 h 203466"/>
                  <a:gd name="connsiteX11" fmla="*/ 1085780 w 1393586"/>
                  <a:gd name="connsiteY11" fmla="*/ 86651 h 203466"/>
                  <a:gd name="connsiteX12" fmla="*/ 1138652 w 1393586"/>
                  <a:gd name="connsiteY12" fmla="*/ 105466 h 203466"/>
                  <a:gd name="connsiteX13" fmla="*/ 1247892 w 1393586"/>
                  <a:gd name="connsiteY13" fmla="*/ 143400 h 203466"/>
                  <a:gd name="connsiteX14" fmla="*/ 1304463 w 1393586"/>
                  <a:gd name="connsiteY14" fmla="*/ 165838 h 203466"/>
                  <a:gd name="connsiteX15" fmla="*/ 1362904 w 1393586"/>
                  <a:gd name="connsiteY15" fmla="*/ 193121 h 203466"/>
                  <a:gd name="connsiteX16" fmla="*/ 1385540 w 1393586"/>
                  <a:gd name="connsiteY16" fmla="*/ 203467 h 203466"/>
                  <a:gd name="connsiteX17" fmla="*/ 1393587 w 1393586"/>
                  <a:gd name="connsiteY17" fmla="*/ 203467 h 203466"/>
                  <a:gd name="connsiteX18" fmla="*/ 1366196 w 1393586"/>
                  <a:gd name="connsiteY18" fmla="*/ 191004 h 203466"/>
                  <a:gd name="connsiteX19" fmla="*/ 1307673 w 1393586"/>
                  <a:gd name="connsiteY19" fmla="*/ 163612 h 203466"/>
                  <a:gd name="connsiteX20" fmla="*/ 1250818 w 1393586"/>
                  <a:gd name="connsiteY20" fmla="*/ 141130 h 203466"/>
                  <a:gd name="connsiteX21" fmla="*/ 1141375 w 1393586"/>
                  <a:gd name="connsiteY21" fmla="*/ 103087 h 203466"/>
                  <a:gd name="connsiteX22" fmla="*/ 1088584 w 1393586"/>
                  <a:gd name="connsiteY22" fmla="*/ 84338 h 203466"/>
                  <a:gd name="connsiteX23" fmla="*/ 1037012 w 1393586"/>
                  <a:gd name="connsiteY23" fmla="*/ 64563 h 203466"/>
                  <a:gd name="connsiteX24" fmla="*/ 1035711 w 1393586"/>
                  <a:gd name="connsiteY24" fmla="*/ 64301 h 203466"/>
                  <a:gd name="connsiteX25" fmla="*/ 852140 w 1393586"/>
                  <a:gd name="connsiteY25" fmla="*/ 61005 h 203466"/>
                  <a:gd name="connsiteX26" fmla="*/ 669503 w 1393586"/>
                  <a:gd name="connsiteY26" fmla="*/ 57273 h 203466"/>
                  <a:gd name="connsiteX27" fmla="*/ 623946 w 1393586"/>
                  <a:gd name="connsiteY27" fmla="*/ 39484 h 203466"/>
                  <a:gd name="connsiteX28" fmla="*/ 622443 w 1393586"/>
                  <a:gd name="connsiteY28" fmla="*/ 39222 h 203466"/>
                  <a:gd name="connsiteX29" fmla="*/ 441351 w 1393586"/>
                  <a:gd name="connsiteY29" fmla="*/ 38000 h 203466"/>
                  <a:gd name="connsiteX30" fmla="*/ 261071 w 1393586"/>
                  <a:gd name="connsiteY30" fmla="*/ 36516 h 203466"/>
                  <a:gd name="connsiteX31" fmla="*/ 220879 w 1393586"/>
                  <a:gd name="connsiteY31" fmla="*/ 19775 h 203466"/>
                  <a:gd name="connsiteX32" fmla="*/ 180889 w 1393586"/>
                  <a:gd name="connsiteY32" fmla="*/ 2619 h 203466"/>
                  <a:gd name="connsiteX33" fmla="*/ 179386 w 1393586"/>
                  <a:gd name="connsiteY33" fmla="*/ 2292 h 203466"/>
                  <a:gd name="connsiteX34" fmla="*/ 2561 w 1393586"/>
                  <a:gd name="connsiteY34" fmla="*/ 0 h 203466"/>
                  <a:gd name="connsiteX35" fmla="*/ 0 w 1393586"/>
                  <a:gd name="connsiteY35" fmla="*/ 1375 h 203466"/>
                  <a:gd name="connsiteX36" fmla="*/ 2479 w 1393586"/>
                  <a:gd name="connsiteY36" fmla="*/ 2816 h 20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393586" h="203466">
                    <a:moveTo>
                      <a:pt x="2520" y="2750"/>
                    </a:moveTo>
                    <a:lnTo>
                      <a:pt x="178532" y="5042"/>
                    </a:lnTo>
                    <a:lnTo>
                      <a:pt x="217831" y="21936"/>
                    </a:lnTo>
                    <a:lnTo>
                      <a:pt x="258715" y="38938"/>
                    </a:lnTo>
                    <a:cubicBezTo>
                      <a:pt x="259121" y="39091"/>
                      <a:pt x="259609" y="39200"/>
                      <a:pt x="260218" y="39266"/>
                    </a:cubicBezTo>
                    <a:lnTo>
                      <a:pt x="441310" y="40772"/>
                    </a:lnTo>
                    <a:lnTo>
                      <a:pt x="621589" y="41994"/>
                    </a:lnTo>
                    <a:lnTo>
                      <a:pt x="667106" y="59805"/>
                    </a:lnTo>
                    <a:cubicBezTo>
                      <a:pt x="667512" y="59957"/>
                      <a:pt x="668000" y="60067"/>
                      <a:pt x="668487" y="60067"/>
                    </a:cubicBezTo>
                    <a:lnTo>
                      <a:pt x="851937" y="63799"/>
                    </a:lnTo>
                    <a:lnTo>
                      <a:pt x="1034695" y="67095"/>
                    </a:lnTo>
                    <a:lnTo>
                      <a:pt x="1085780" y="86651"/>
                    </a:lnTo>
                    <a:lnTo>
                      <a:pt x="1138652" y="105466"/>
                    </a:lnTo>
                    <a:lnTo>
                      <a:pt x="1247892" y="143400"/>
                    </a:lnTo>
                    <a:lnTo>
                      <a:pt x="1304463" y="165838"/>
                    </a:lnTo>
                    <a:lnTo>
                      <a:pt x="1362904" y="193121"/>
                    </a:lnTo>
                    <a:lnTo>
                      <a:pt x="1385540" y="203467"/>
                    </a:lnTo>
                    <a:lnTo>
                      <a:pt x="1393587" y="203467"/>
                    </a:lnTo>
                    <a:lnTo>
                      <a:pt x="1366196" y="191004"/>
                    </a:lnTo>
                    <a:lnTo>
                      <a:pt x="1307673" y="163612"/>
                    </a:lnTo>
                    <a:lnTo>
                      <a:pt x="1250818" y="141130"/>
                    </a:lnTo>
                    <a:lnTo>
                      <a:pt x="1141375" y="103087"/>
                    </a:lnTo>
                    <a:lnTo>
                      <a:pt x="1088584" y="84338"/>
                    </a:lnTo>
                    <a:lnTo>
                      <a:pt x="1037012" y="64563"/>
                    </a:lnTo>
                    <a:cubicBezTo>
                      <a:pt x="1036605" y="64410"/>
                      <a:pt x="1036198" y="64345"/>
                      <a:pt x="1035711" y="64301"/>
                    </a:cubicBezTo>
                    <a:lnTo>
                      <a:pt x="852140" y="61005"/>
                    </a:lnTo>
                    <a:lnTo>
                      <a:pt x="669503" y="57273"/>
                    </a:lnTo>
                    <a:lnTo>
                      <a:pt x="623946" y="39484"/>
                    </a:lnTo>
                    <a:cubicBezTo>
                      <a:pt x="623459" y="39331"/>
                      <a:pt x="622971" y="39222"/>
                      <a:pt x="622443" y="39222"/>
                    </a:cubicBezTo>
                    <a:lnTo>
                      <a:pt x="441351" y="38000"/>
                    </a:lnTo>
                    <a:lnTo>
                      <a:pt x="261071" y="36516"/>
                    </a:lnTo>
                    <a:lnTo>
                      <a:pt x="220879" y="19775"/>
                    </a:lnTo>
                    <a:lnTo>
                      <a:pt x="180889" y="2619"/>
                    </a:lnTo>
                    <a:cubicBezTo>
                      <a:pt x="180483" y="2401"/>
                      <a:pt x="179995" y="2292"/>
                      <a:pt x="179386" y="2292"/>
                    </a:cubicBezTo>
                    <a:lnTo>
                      <a:pt x="2561" y="0"/>
                    </a:lnTo>
                    <a:cubicBezTo>
                      <a:pt x="1260" y="109"/>
                      <a:pt x="0" y="589"/>
                      <a:pt x="0" y="1375"/>
                    </a:cubicBezTo>
                    <a:cubicBezTo>
                      <a:pt x="0" y="2161"/>
                      <a:pt x="1097" y="2816"/>
                      <a:pt x="2479" y="2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 name="Freeform: Shape 17">
                <a:extLst>
                  <a:ext uri="{FF2B5EF4-FFF2-40B4-BE49-F238E27FC236}">
                    <a16:creationId xmlns:a16="http://schemas.microsoft.com/office/drawing/2014/main" id="{18C05B97-40FE-4E98-9700-CC26D140E04E}"/>
                  </a:ext>
                </a:extLst>
              </p:cNvPr>
              <p:cNvSpPr/>
              <p:nvPr/>
            </p:nvSpPr>
            <p:spPr>
              <a:xfrm>
                <a:off x="9590227" y="6679498"/>
                <a:ext cx="1631045" cy="223416"/>
              </a:xfrm>
              <a:custGeom>
                <a:avLst/>
                <a:gdLst>
                  <a:gd name="connsiteX0" fmla="*/ 2438 w 1631045"/>
                  <a:gd name="connsiteY0" fmla="*/ 2837 h 223416"/>
                  <a:gd name="connsiteX1" fmla="*/ 176377 w 1631045"/>
                  <a:gd name="connsiteY1" fmla="*/ 5653 h 223416"/>
                  <a:gd name="connsiteX2" fmla="*/ 214863 w 1631045"/>
                  <a:gd name="connsiteY2" fmla="*/ 24620 h 223416"/>
                  <a:gd name="connsiteX3" fmla="*/ 216449 w 1631045"/>
                  <a:gd name="connsiteY3" fmla="*/ 24991 h 223416"/>
                  <a:gd name="connsiteX4" fmla="*/ 393355 w 1631045"/>
                  <a:gd name="connsiteY4" fmla="*/ 27392 h 223416"/>
                  <a:gd name="connsiteX5" fmla="*/ 569773 w 1631045"/>
                  <a:gd name="connsiteY5" fmla="*/ 28680 h 223416"/>
                  <a:gd name="connsiteX6" fmla="*/ 613135 w 1631045"/>
                  <a:gd name="connsiteY6" fmla="*/ 44613 h 223416"/>
                  <a:gd name="connsiteX7" fmla="*/ 614517 w 1631045"/>
                  <a:gd name="connsiteY7" fmla="*/ 44875 h 223416"/>
                  <a:gd name="connsiteX8" fmla="*/ 793008 w 1631045"/>
                  <a:gd name="connsiteY8" fmla="*/ 45901 h 223416"/>
                  <a:gd name="connsiteX9" fmla="*/ 839419 w 1631045"/>
                  <a:gd name="connsiteY9" fmla="*/ 62577 h 223416"/>
                  <a:gd name="connsiteX10" fmla="*/ 840719 w 1631045"/>
                  <a:gd name="connsiteY10" fmla="*/ 62795 h 223416"/>
                  <a:gd name="connsiteX11" fmla="*/ 1022096 w 1631045"/>
                  <a:gd name="connsiteY11" fmla="*/ 67226 h 223416"/>
                  <a:gd name="connsiteX12" fmla="*/ 1203066 w 1631045"/>
                  <a:gd name="connsiteY12" fmla="*/ 71329 h 223416"/>
                  <a:gd name="connsiteX13" fmla="*/ 1255045 w 1631045"/>
                  <a:gd name="connsiteY13" fmla="*/ 90144 h 223416"/>
                  <a:gd name="connsiteX14" fmla="*/ 1363797 w 1631045"/>
                  <a:gd name="connsiteY14" fmla="*/ 127554 h 223416"/>
                  <a:gd name="connsiteX15" fmla="*/ 1420165 w 1631045"/>
                  <a:gd name="connsiteY15" fmla="*/ 146216 h 223416"/>
                  <a:gd name="connsiteX16" fmla="*/ 1477792 w 1631045"/>
                  <a:gd name="connsiteY16" fmla="*/ 165991 h 223416"/>
                  <a:gd name="connsiteX17" fmla="*/ 1536842 w 1631045"/>
                  <a:gd name="connsiteY17" fmla="*/ 186552 h 223416"/>
                  <a:gd name="connsiteX18" fmla="*/ 1597680 w 1631045"/>
                  <a:gd name="connsiteY18" fmla="*/ 212438 h 223416"/>
                  <a:gd name="connsiteX19" fmla="*/ 1622796 w 1631045"/>
                  <a:gd name="connsiteY19" fmla="*/ 223416 h 223416"/>
                  <a:gd name="connsiteX20" fmla="*/ 1631045 w 1631045"/>
                  <a:gd name="connsiteY20" fmla="*/ 223416 h 223416"/>
                  <a:gd name="connsiteX21" fmla="*/ 1600769 w 1631045"/>
                  <a:gd name="connsiteY21" fmla="*/ 210255 h 223416"/>
                  <a:gd name="connsiteX22" fmla="*/ 1539768 w 1631045"/>
                  <a:gd name="connsiteY22" fmla="*/ 184260 h 223416"/>
                  <a:gd name="connsiteX23" fmla="*/ 1480556 w 1631045"/>
                  <a:gd name="connsiteY23" fmla="*/ 163634 h 223416"/>
                  <a:gd name="connsiteX24" fmla="*/ 1422887 w 1631045"/>
                  <a:gd name="connsiteY24" fmla="*/ 143815 h 223416"/>
                  <a:gd name="connsiteX25" fmla="*/ 1366520 w 1631045"/>
                  <a:gd name="connsiteY25" fmla="*/ 125175 h 223416"/>
                  <a:gd name="connsiteX26" fmla="*/ 1257889 w 1631045"/>
                  <a:gd name="connsiteY26" fmla="*/ 87808 h 223416"/>
                  <a:gd name="connsiteX27" fmla="*/ 1205301 w 1631045"/>
                  <a:gd name="connsiteY27" fmla="*/ 68775 h 223416"/>
                  <a:gd name="connsiteX28" fmla="*/ 1204001 w 1631045"/>
                  <a:gd name="connsiteY28" fmla="*/ 68557 h 223416"/>
                  <a:gd name="connsiteX29" fmla="*/ 1022340 w 1631045"/>
                  <a:gd name="connsiteY29" fmla="*/ 64410 h 223416"/>
                  <a:gd name="connsiteX30" fmla="*/ 841654 w 1631045"/>
                  <a:gd name="connsiteY30" fmla="*/ 59979 h 223416"/>
                  <a:gd name="connsiteX31" fmla="*/ 795243 w 1631045"/>
                  <a:gd name="connsiteY31" fmla="*/ 43347 h 223416"/>
                  <a:gd name="connsiteX32" fmla="*/ 793861 w 1631045"/>
                  <a:gd name="connsiteY32" fmla="*/ 43129 h 223416"/>
                  <a:gd name="connsiteX33" fmla="*/ 615371 w 1631045"/>
                  <a:gd name="connsiteY33" fmla="*/ 42060 h 223416"/>
                  <a:gd name="connsiteX34" fmla="*/ 572008 w 1631045"/>
                  <a:gd name="connsiteY34" fmla="*/ 26126 h 223416"/>
                  <a:gd name="connsiteX35" fmla="*/ 570626 w 1631045"/>
                  <a:gd name="connsiteY35" fmla="*/ 25865 h 223416"/>
                  <a:gd name="connsiteX36" fmla="*/ 393516 w 1631045"/>
                  <a:gd name="connsiteY36" fmla="*/ 24577 h 223416"/>
                  <a:gd name="connsiteX37" fmla="*/ 217627 w 1631045"/>
                  <a:gd name="connsiteY37" fmla="*/ 22176 h 223416"/>
                  <a:gd name="connsiteX38" fmla="*/ 179140 w 1631045"/>
                  <a:gd name="connsiteY38" fmla="*/ 3209 h 223416"/>
                  <a:gd name="connsiteX39" fmla="*/ 177556 w 1631045"/>
                  <a:gd name="connsiteY39" fmla="*/ 2881 h 223416"/>
                  <a:gd name="connsiteX40" fmla="*/ 2723 w 1631045"/>
                  <a:gd name="connsiteY40" fmla="*/ 0 h 223416"/>
                  <a:gd name="connsiteX41" fmla="*/ 2601 w 1631045"/>
                  <a:gd name="connsiteY41" fmla="*/ 0 h 223416"/>
                  <a:gd name="connsiteX42" fmla="*/ 0 w 1631045"/>
                  <a:gd name="connsiteY42" fmla="*/ 1331 h 223416"/>
                  <a:gd name="connsiteX43" fmla="*/ 2478 w 1631045"/>
                  <a:gd name="connsiteY43" fmla="*/ 2816 h 223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631045" h="223416">
                    <a:moveTo>
                      <a:pt x="2438" y="2837"/>
                    </a:moveTo>
                    <a:lnTo>
                      <a:pt x="176377" y="5653"/>
                    </a:lnTo>
                    <a:lnTo>
                      <a:pt x="214863" y="24620"/>
                    </a:lnTo>
                    <a:cubicBezTo>
                      <a:pt x="215270" y="24839"/>
                      <a:pt x="215838" y="24991"/>
                      <a:pt x="216449" y="24991"/>
                    </a:cubicBezTo>
                    <a:lnTo>
                      <a:pt x="393355" y="27392"/>
                    </a:lnTo>
                    <a:lnTo>
                      <a:pt x="569773" y="28680"/>
                    </a:lnTo>
                    <a:lnTo>
                      <a:pt x="613135" y="44613"/>
                    </a:lnTo>
                    <a:cubicBezTo>
                      <a:pt x="613542" y="44788"/>
                      <a:pt x="614029" y="44875"/>
                      <a:pt x="614517" y="44875"/>
                    </a:cubicBezTo>
                    <a:lnTo>
                      <a:pt x="793008" y="45901"/>
                    </a:lnTo>
                    <a:lnTo>
                      <a:pt x="839419" y="62577"/>
                    </a:lnTo>
                    <a:cubicBezTo>
                      <a:pt x="839825" y="62686"/>
                      <a:pt x="840191" y="62751"/>
                      <a:pt x="840719" y="62795"/>
                    </a:cubicBezTo>
                    <a:lnTo>
                      <a:pt x="1022096" y="67226"/>
                    </a:lnTo>
                    <a:lnTo>
                      <a:pt x="1203066" y="71329"/>
                    </a:lnTo>
                    <a:lnTo>
                      <a:pt x="1255045" y="90144"/>
                    </a:lnTo>
                    <a:lnTo>
                      <a:pt x="1363797" y="127554"/>
                    </a:lnTo>
                    <a:lnTo>
                      <a:pt x="1420165" y="146216"/>
                    </a:lnTo>
                    <a:lnTo>
                      <a:pt x="1477792" y="165991"/>
                    </a:lnTo>
                    <a:lnTo>
                      <a:pt x="1536842" y="186552"/>
                    </a:lnTo>
                    <a:lnTo>
                      <a:pt x="1597680" y="212438"/>
                    </a:lnTo>
                    <a:lnTo>
                      <a:pt x="1622796" y="223416"/>
                    </a:lnTo>
                    <a:lnTo>
                      <a:pt x="1631045" y="223416"/>
                    </a:lnTo>
                    <a:lnTo>
                      <a:pt x="1600769" y="210255"/>
                    </a:lnTo>
                    <a:lnTo>
                      <a:pt x="1539768" y="184260"/>
                    </a:lnTo>
                    <a:lnTo>
                      <a:pt x="1480556" y="163634"/>
                    </a:lnTo>
                    <a:lnTo>
                      <a:pt x="1422887" y="143815"/>
                    </a:lnTo>
                    <a:lnTo>
                      <a:pt x="1366520" y="125175"/>
                    </a:lnTo>
                    <a:lnTo>
                      <a:pt x="1257889" y="87808"/>
                    </a:lnTo>
                    <a:lnTo>
                      <a:pt x="1205301" y="68775"/>
                    </a:lnTo>
                    <a:cubicBezTo>
                      <a:pt x="1204895" y="68666"/>
                      <a:pt x="1204407" y="68557"/>
                      <a:pt x="1204001" y="68557"/>
                    </a:cubicBezTo>
                    <a:lnTo>
                      <a:pt x="1022340" y="64410"/>
                    </a:lnTo>
                    <a:lnTo>
                      <a:pt x="841654" y="59979"/>
                    </a:lnTo>
                    <a:lnTo>
                      <a:pt x="795243" y="43347"/>
                    </a:lnTo>
                    <a:cubicBezTo>
                      <a:pt x="794756" y="43195"/>
                      <a:pt x="794349" y="43129"/>
                      <a:pt x="793861" y="43129"/>
                    </a:cubicBezTo>
                    <a:lnTo>
                      <a:pt x="615371" y="42060"/>
                    </a:lnTo>
                    <a:lnTo>
                      <a:pt x="572008" y="26126"/>
                    </a:lnTo>
                    <a:cubicBezTo>
                      <a:pt x="571601" y="25952"/>
                      <a:pt x="571114" y="25908"/>
                      <a:pt x="570626" y="25865"/>
                    </a:cubicBezTo>
                    <a:lnTo>
                      <a:pt x="393516" y="24577"/>
                    </a:lnTo>
                    <a:lnTo>
                      <a:pt x="217627" y="22176"/>
                    </a:lnTo>
                    <a:lnTo>
                      <a:pt x="179140" y="3209"/>
                    </a:lnTo>
                    <a:cubicBezTo>
                      <a:pt x="178735" y="2990"/>
                      <a:pt x="178165" y="2881"/>
                      <a:pt x="177556" y="2881"/>
                    </a:cubicBezTo>
                    <a:lnTo>
                      <a:pt x="2723" y="0"/>
                    </a:lnTo>
                    <a:lnTo>
                      <a:pt x="2601" y="0"/>
                    </a:lnTo>
                    <a:cubicBezTo>
                      <a:pt x="1219" y="0"/>
                      <a:pt x="122" y="589"/>
                      <a:pt x="0" y="1331"/>
                    </a:cubicBezTo>
                    <a:cubicBezTo>
                      <a:pt x="0" y="2139"/>
                      <a:pt x="1097" y="2772"/>
                      <a:pt x="2478" y="2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 name="Freeform: Shape 18">
                <a:extLst>
                  <a:ext uri="{FF2B5EF4-FFF2-40B4-BE49-F238E27FC236}">
                    <a16:creationId xmlns:a16="http://schemas.microsoft.com/office/drawing/2014/main" id="{30B71258-2F0B-46BC-AB77-35C722BC01F4}"/>
                  </a:ext>
                </a:extLst>
              </p:cNvPr>
              <p:cNvSpPr/>
              <p:nvPr/>
            </p:nvSpPr>
            <p:spPr>
              <a:xfrm>
                <a:off x="9553773" y="6657800"/>
                <a:ext cx="1867448" cy="245092"/>
              </a:xfrm>
              <a:custGeom>
                <a:avLst/>
                <a:gdLst>
                  <a:gd name="connsiteX0" fmla="*/ 2560 w 1867448"/>
                  <a:gd name="connsiteY0" fmla="*/ 2840 h 245092"/>
                  <a:gd name="connsiteX1" fmla="*/ 175483 w 1867448"/>
                  <a:gd name="connsiteY1" fmla="*/ 6048 h 245092"/>
                  <a:gd name="connsiteX2" fmla="*/ 348447 w 1867448"/>
                  <a:gd name="connsiteY2" fmla="*/ 8340 h 245092"/>
                  <a:gd name="connsiteX3" fmla="*/ 521695 w 1867448"/>
                  <a:gd name="connsiteY3" fmla="*/ 11854 h 245092"/>
                  <a:gd name="connsiteX4" fmla="*/ 694903 w 1867448"/>
                  <a:gd name="connsiteY4" fmla="*/ 13666 h 245092"/>
                  <a:gd name="connsiteX5" fmla="*/ 867339 w 1867448"/>
                  <a:gd name="connsiteY5" fmla="*/ 14146 h 245092"/>
                  <a:gd name="connsiteX6" fmla="*/ 912774 w 1867448"/>
                  <a:gd name="connsiteY6" fmla="*/ 33004 h 245092"/>
                  <a:gd name="connsiteX7" fmla="*/ 914156 w 1867448"/>
                  <a:gd name="connsiteY7" fmla="*/ 33331 h 245092"/>
                  <a:gd name="connsiteX8" fmla="*/ 1088989 w 1867448"/>
                  <a:gd name="connsiteY8" fmla="*/ 38395 h 245092"/>
                  <a:gd name="connsiteX9" fmla="*/ 1137391 w 1867448"/>
                  <a:gd name="connsiteY9" fmla="*/ 56511 h 245092"/>
                  <a:gd name="connsiteX10" fmla="*/ 1138692 w 1867448"/>
                  <a:gd name="connsiteY10" fmla="*/ 56729 h 245092"/>
                  <a:gd name="connsiteX11" fmla="*/ 1315598 w 1867448"/>
                  <a:gd name="connsiteY11" fmla="*/ 60396 h 245092"/>
                  <a:gd name="connsiteX12" fmla="*/ 1367292 w 1867448"/>
                  <a:gd name="connsiteY12" fmla="*/ 76919 h 245092"/>
                  <a:gd name="connsiteX13" fmla="*/ 1420652 w 1867448"/>
                  <a:gd name="connsiteY13" fmla="*/ 95515 h 245092"/>
                  <a:gd name="connsiteX14" fmla="*/ 1531275 w 1867448"/>
                  <a:gd name="connsiteY14" fmla="*/ 132926 h 245092"/>
                  <a:gd name="connsiteX15" fmla="*/ 1647058 w 1867448"/>
                  <a:gd name="connsiteY15" fmla="*/ 169856 h 245092"/>
                  <a:gd name="connsiteX16" fmla="*/ 1768693 w 1867448"/>
                  <a:gd name="connsiteY16" fmla="*/ 209973 h 245092"/>
                  <a:gd name="connsiteX17" fmla="*/ 1831807 w 1867448"/>
                  <a:gd name="connsiteY17" fmla="*/ 233743 h 245092"/>
                  <a:gd name="connsiteX18" fmla="*/ 1858995 w 1867448"/>
                  <a:gd name="connsiteY18" fmla="*/ 245092 h 245092"/>
                  <a:gd name="connsiteX19" fmla="*/ 1867449 w 1867448"/>
                  <a:gd name="connsiteY19" fmla="*/ 245092 h 245092"/>
                  <a:gd name="connsiteX20" fmla="*/ 1834815 w 1867448"/>
                  <a:gd name="connsiteY20" fmla="*/ 231451 h 245092"/>
                  <a:gd name="connsiteX21" fmla="*/ 1771416 w 1867448"/>
                  <a:gd name="connsiteY21" fmla="*/ 207573 h 245092"/>
                  <a:gd name="connsiteX22" fmla="*/ 1649659 w 1867448"/>
                  <a:gd name="connsiteY22" fmla="*/ 167390 h 245092"/>
                  <a:gd name="connsiteX23" fmla="*/ 1533875 w 1867448"/>
                  <a:gd name="connsiteY23" fmla="*/ 130459 h 245092"/>
                  <a:gd name="connsiteX24" fmla="*/ 1423335 w 1867448"/>
                  <a:gd name="connsiteY24" fmla="*/ 93092 h 245092"/>
                  <a:gd name="connsiteX25" fmla="*/ 1369852 w 1867448"/>
                  <a:gd name="connsiteY25" fmla="*/ 74496 h 245092"/>
                  <a:gd name="connsiteX26" fmla="*/ 1317589 w 1867448"/>
                  <a:gd name="connsiteY26" fmla="*/ 57755 h 245092"/>
                  <a:gd name="connsiteX27" fmla="*/ 1316370 w 1867448"/>
                  <a:gd name="connsiteY27" fmla="*/ 57537 h 245092"/>
                  <a:gd name="connsiteX28" fmla="*/ 1139586 w 1867448"/>
                  <a:gd name="connsiteY28" fmla="*/ 53870 h 245092"/>
                  <a:gd name="connsiteX29" fmla="*/ 1091143 w 1867448"/>
                  <a:gd name="connsiteY29" fmla="*/ 35798 h 245092"/>
                  <a:gd name="connsiteX30" fmla="*/ 1089843 w 1867448"/>
                  <a:gd name="connsiteY30" fmla="*/ 35579 h 245092"/>
                  <a:gd name="connsiteX31" fmla="*/ 915131 w 1867448"/>
                  <a:gd name="connsiteY31" fmla="*/ 30472 h 245092"/>
                  <a:gd name="connsiteX32" fmla="*/ 869696 w 1867448"/>
                  <a:gd name="connsiteY32" fmla="*/ 11614 h 245092"/>
                  <a:gd name="connsiteX33" fmla="*/ 868192 w 1867448"/>
                  <a:gd name="connsiteY33" fmla="*/ 11352 h 245092"/>
                  <a:gd name="connsiteX34" fmla="*/ 694944 w 1867448"/>
                  <a:gd name="connsiteY34" fmla="*/ 10828 h 245092"/>
                  <a:gd name="connsiteX35" fmla="*/ 521695 w 1867448"/>
                  <a:gd name="connsiteY35" fmla="*/ 9017 h 245092"/>
                  <a:gd name="connsiteX36" fmla="*/ 348569 w 1867448"/>
                  <a:gd name="connsiteY36" fmla="*/ 5502 h 245092"/>
                  <a:gd name="connsiteX37" fmla="*/ 175524 w 1867448"/>
                  <a:gd name="connsiteY37" fmla="*/ 3211 h 245092"/>
                  <a:gd name="connsiteX38" fmla="*/ 2682 w 1867448"/>
                  <a:gd name="connsiteY38" fmla="*/ 2 h 245092"/>
                  <a:gd name="connsiteX39" fmla="*/ 0 w 1867448"/>
                  <a:gd name="connsiteY39" fmla="*/ 1399 h 245092"/>
                  <a:gd name="connsiteX40" fmla="*/ 2478 w 1867448"/>
                  <a:gd name="connsiteY40" fmla="*/ 2840 h 245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867448" h="245092">
                    <a:moveTo>
                      <a:pt x="2560" y="2840"/>
                    </a:moveTo>
                    <a:lnTo>
                      <a:pt x="175483" y="6048"/>
                    </a:lnTo>
                    <a:lnTo>
                      <a:pt x="348447" y="8340"/>
                    </a:lnTo>
                    <a:lnTo>
                      <a:pt x="521695" y="11854"/>
                    </a:lnTo>
                    <a:lnTo>
                      <a:pt x="694903" y="13666"/>
                    </a:lnTo>
                    <a:lnTo>
                      <a:pt x="867339" y="14146"/>
                    </a:lnTo>
                    <a:lnTo>
                      <a:pt x="912774" y="33004"/>
                    </a:lnTo>
                    <a:cubicBezTo>
                      <a:pt x="913181" y="33157"/>
                      <a:pt x="913668" y="33266"/>
                      <a:pt x="914156" y="33331"/>
                    </a:cubicBezTo>
                    <a:lnTo>
                      <a:pt x="1088989" y="38395"/>
                    </a:lnTo>
                    <a:lnTo>
                      <a:pt x="1137391" y="56511"/>
                    </a:lnTo>
                    <a:cubicBezTo>
                      <a:pt x="1137798" y="56620"/>
                      <a:pt x="1138163" y="56729"/>
                      <a:pt x="1138692" y="56729"/>
                    </a:cubicBezTo>
                    <a:lnTo>
                      <a:pt x="1315598" y="60396"/>
                    </a:lnTo>
                    <a:lnTo>
                      <a:pt x="1367292" y="76919"/>
                    </a:lnTo>
                    <a:lnTo>
                      <a:pt x="1420652" y="95515"/>
                    </a:lnTo>
                    <a:lnTo>
                      <a:pt x="1531275" y="132926"/>
                    </a:lnTo>
                    <a:lnTo>
                      <a:pt x="1647058" y="169856"/>
                    </a:lnTo>
                    <a:lnTo>
                      <a:pt x="1768693" y="209973"/>
                    </a:lnTo>
                    <a:lnTo>
                      <a:pt x="1831807" y="233743"/>
                    </a:lnTo>
                    <a:lnTo>
                      <a:pt x="1858995" y="245092"/>
                    </a:lnTo>
                    <a:lnTo>
                      <a:pt x="1867449" y="245092"/>
                    </a:lnTo>
                    <a:lnTo>
                      <a:pt x="1834815" y="231451"/>
                    </a:lnTo>
                    <a:lnTo>
                      <a:pt x="1771416" y="207573"/>
                    </a:lnTo>
                    <a:lnTo>
                      <a:pt x="1649659" y="167390"/>
                    </a:lnTo>
                    <a:lnTo>
                      <a:pt x="1533875" y="130459"/>
                    </a:lnTo>
                    <a:lnTo>
                      <a:pt x="1423335" y="93092"/>
                    </a:lnTo>
                    <a:lnTo>
                      <a:pt x="1369852" y="74496"/>
                    </a:lnTo>
                    <a:lnTo>
                      <a:pt x="1317589" y="57755"/>
                    </a:lnTo>
                    <a:cubicBezTo>
                      <a:pt x="1317305" y="57646"/>
                      <a:pt x="1316777" y="57602"/>
                      <a:pt x="1316370" y="57537"/>
                    </a:cubicBezTo>
                    <a:lnTo>
                      <a:pt x="1139586" y="53870"/>
                    </a:lnTo>
                    <a:lnTo>
                      <a:pt x="1091143" y="35798"/>
                    </a:lnTo>
                    <a:cubicBezTo>
                      <a:pt x="1090859" y="35689"/>
                      <a:pt x="1090370" y="35579"/>
                      <a:pt x="1089843" y="35579"/>
                    </a:cubicBezTo>
                    <a:lnTo>
                      <a:pt x="915131" y="30472"/>
                    </a:lnTo>
                    <a:lnTo>
                      <a:pt x="869696" y="11614"/>
                    </a:lnTo>
                    <a:cubicBezTo>
                      <a:pt x="869289" y="11396"/>
                      <a:pt x="868721" y="11352"/>
                      <a:pt x="868192" y="11352"/>
                    </a:cubicBezTo>
                    <a:lnTo>
                      <a:pt x="694944" y="10828"/>
                    </a:lnTo>
                    <a:lnTo>
                      <a:pt x="521695" y="9017"/>
                    </a:lnTo>
                    <a:lnTo>
                      <a:pt x="348569" y="5502"/>
                    </a:lnTo>
                    <a:lnTo>
                      <a:pt x="175524" y="3211"/>
                    </a:lnTo>
                    <a:lnTo>
                      <a:pt x="2682" y="2"/>
                    </a:lnTo>
                    <a:cubicBezTo>
                      <a:pt x="1097" y="-42"/>
                      <a:pt x="122" y="591"/>
                      <a:pt x="0" y="1399"/>
                    </a:cubicBezTo>
                    <a:cubicBezTo>
                      <a:pt x="0" y="2141"/>
                      <a:pt x="1097" y="2840"/>
                      <a:pt x="2478" y="284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 name="Freeform: Shape 19">
                <a:extLst>
                  <a:ext uri="{FF2B5EF4-FFF2-40B4-BE49-F238E27FC236}">
                    <a16:creationId xmlns:a16="http://schemas.microsoft.com/office/drawing/2014/main" id="{AFBA37CF-5456-459D-96AD-BF232FE716C9}"/>
                  </a:ext>
                </a:extLst>
              </p:cNvPr>
              <p:cNvSpPr/>
              <p:nvPr/>
            </p:nvSpPr>
            <p:spPr>
              <a:xfrm>
                <a:off x="9518497" y="6647020"/>
                <a:ext cx="2103526" cy="255850"/>
              </a:xfrm>
              <a:custGeom>
                <a:avLst/>
                <a:gdLst>
                  <a:gd name="connsiteX0" fmla="*/ 2439 w 2103526"/>
                  <a:gd name="connsiteY0" fmla="*/ 2816 h 255850"/>
                  <a:gd name="connsiteX1" fmla="*/ 172801 w 2103526"/>
                  <a:gd name="connsiteY1" fmla="*/ 4082 h 255850"/>
                  <a:gd name="connsiteX2" fmla="*/ 209012 w 2103526"/>
                  <a:gd name="connsiteY2" fmla="*/ 16392 h 255850"/>
                  <a:gd name="connsiteX3" fmla="*/ 247295 w 2103526"/>
                  <a:gd name="connsiteY3" fmla="*/ 37760 h 255850"/>
                  <a:gd name="connsiteX4" fmla="*/ 249001 w 2103526"/>
                  <a:gd name="connsiteY4" fmla="*/ 38131 h 255850"/>
                  <a:gd name="connsiteX5" fmla="*/ 424038 w 2103526"/>
                  <a:gd name="connsiteY5" fmla="*/ 40685 h 255850"/>
                  <a:gd name="connsiteX6" fmla="*/ 599156 w 2103526"/>
                  <a:gd name="connsiteY6" fmla="*/ 41907 h 255850"/>
                  <a:gd name="connsiteX7" fmla="*/ 774273 w 2103526"/>
                  <a:gd name="connsiteY7" fmla="*/ 43282 h 255850"/>
                  <a:gd name="connsiteX8" fmla="*/ 948782 w 2103526"/>
                  <a:gd name="connsiteY8" fmla="*/ 44024 h 255850"/>
                  <a:gd name="connsiteX9" fmla="*/ 995234 w 2103526"/>
                  <a:gd name="connsiteY9" fmla="*/ 62206 h 255850"/>
                  <a:gd name="connsiteX10" fmla="*/ 996534 w 2103526"/>
                  <a:gd name="connsiteY10" fmla="*/ 62468 h 255850"/>
                  <a:gd name="connsiteX11" fmla="*/ 1173359 w 2103526"/>
                  <a:gd name="connsiteY11" fmla="*/ 67466 h 255850"/>
                  <a:gd name="connsiteX12" fmla="*/ 1222858 w 2103526"/>
                  <a:gd name="connsiteY12" fmla="*/ 84993 h 255850"/>
                  <a:gd name="connsiteX13" fmla="*/ 1224239 w 2103526"/>
                  <a:gd name="connsiteY13" fmla="*/ 85211 h 255850"/>
                  <a:gd name="connsiteX14" fmla="*/ 1403828 w 2103526"/>
                  <a:gd name="connsiteY14" fmla="*/ 87874 h 255850"/>
                  <a:gd name="connsiteX15" fmla="*/ 1582928 w 2103526"/>
                  <a:gd name="connsiteY15" fmla="*/ 91715 h 255850"/>
                  <a:gd name="connsiteX16" fmla="*/ 1637873 w 2103526"/>
                  <a:gd name="connsiteY16" fmla="*/ 108565 h 255850"/>
                  <a:gd name="connsiteX17" fmla="*/ 1694526 w 2103526"/>
                  <a:gd name="connsiteY17" fmla="*/ 126681 h 255850"/>
                  <a:gd name="connsiteX18" fmla="*/ 1752763 w 2103526"/>
                  <a:gd name="connsiteY18" fmla="*/ 145539 h 255850"/>
                  <a:gd name="connsiteX19" fmla="*/ 1812301 w 2103526"/>
                  <a:gd name="connsiteY19" fmla="*/ 163546 h 255850"/>
                  <a:gd name="connsiteX20" fmla="*/ 1935643 w 2103526"/>
                  <a:gd name="connsiteY20" fmla="*/ 202179 h 255850"/>
                  <a:gd name="connsiteX21" fmla="*/ 1999651 w 2103526"/>
                  <a:gd name="connsiteY21" fmla="*/ 222587 h 255850"/>
                  <a:gd name="connsiteX22" fmla="*/ 2065041 w 2103526"/>
                  <a:gd name="connsiteY22" fmla="*/ 243802 h 255850"/>
                  <a:gd name="connsiteX23" fmla="*/ 2094911 w 2103526"/>
                  <a:gd name="connsiteY23" fmla="*/ 255851 h 255850"/>
                  <a:gd name="connsiteX24" fmla="*/ 2103527 w 2103526"/>
                  <a:gd name="connsiteY24" fmla="*/ 255851 h 255850"/>
                  <a:gd name="connsiteX25" fmla="*/ 2067804 w 2103526"/>
                  <a:gd name="connsiteY25" fmla="*/ 241467 h 255850"/>
                  <a:gd name="connsiteX26" fmla="*/ 2002212 w 2103526"/>
                  <a:gd name="connsiteY26" fmla="*/ 220164 h 255850"/>
                  <a:gd name="connsiteX27" fmla="*/ 1938122 w 2103526"/>
                  <a:gd name="connsiteY27" fmla="*/ 199757 h 255850"/>
                  <a:gd name="connsiteX28" fmla="*/ 1814698 w 2103526"/>
                  <a:gd name="connsiteY28" fmla="*/ 161124 h 255850"/>
                  <a:gd name="connsiteX29" fmla="*/ 1755364 w 2103526"/>
                  <a:gd name="connsiteY29" fmla="*/ 143117 h 255850"/>
                  <a:gd name="connsiteX30" fmla="*/ 1697127 w 2103526"/>
                  <a:gd name="connsiteY30" fmla="*/ 124258 h 255850"/>
                  <a:gd name="connsiteX31" fmla="*/ 1640394 w 2103526"/>
                  <a:gd name="connsiteY31" fmla="*/ 106142 h 255850"/>
                  <a:gd name="connsiteX32" fmla="*/ 1584839 w 2103526"/>
                  <a:gd name="connsiteY32" fmla="*/ 89140 h 255850"/>
                  <a:gd name="connsiteX33" fmla="*/ 1583742 w 2103526"/>
                  <a:gd name="connsiteY33" fmla="*/ 88921 h 255850"/>
                  <a:gd name="connsiteX34" fmla="*/ 1404071 w 2103526"/>
                  <a:gd name="connsiteY34" fmla="*/ 85080 h 255850"/>
                  <a:gd name="connsiteX35" fmla="*/ 1225094 w 2103526"/>
                  <a:gd name="connsiteY35" fmla="*/ 82483 h 255850"/>
                  <a:gd name="connsiteX36" fmla="*/ 1175593 w 2103526"/>
                  <a:gd name="connsiteY36" fmla="*/ 64890 h 255850"/>
                  <a:gd name="connsiteX37" fmla="*/ 1174294 w 2103526"/>
                  <a:gd name="connsiteY37" fmla="*/ 64672 h 255850"/>
                  <a:gd name="connsiteX38" fmla="*/ 997591 w 2103526"/>
                  <a:gd name="connsiteY38" fmla="*/ 59652 h 255850"/>
                  <a:gd name="connsiteX39" fmla="*/ 951139 w 2103526"/>
                  <a:gd name="connsiteY39" fmla="*/ 41536 h 255850"/>
                  <a:gd name="connsiteX40" fmla="*/ 949636 w 2103526"/>
                  <a:gd name="connsiteY40" fmla="*/ 41274 h 255850"/>
                  <a:gd name="connsiteX41" fmla="*/ 774436 w 2103526"/>
                  <a:gd name="connsiteY41" fmla="*/ 40532 h 255850"/>
                  <a:gd name="connsiteX42" fmla="*/ 599319 w 2103526"/>
                  <a:gd name="connsiteY42" fmla="*/ 39091 h 255850"/>
                  <a:gd name="connsiteX43" fmla="*/ 424201 w 2103526"/>
                  <a:gd name="connsiteY43" fmla="*/ 37935 h 255850"/>
                  <a:gd name="connsiteX44" fmla="*/ 250261 w 2103526"/>
                  <a:gd name="connsiteY44" fmla="*/ 35381 h 255850"/>
                  <a:gd name="connsiteX45" fmla="*/ 212263 w 2103526"/>
                  <a:gd name="connsiteY45" fmla="*/ 14231 h 255850"/>
                  <a:gd name="connsiteX46" fmla="*/ 174955 w 2103526"/>
                  <a:gd name="connsiteY46" fmla="*/ 1506 h 255850"/>
                  <a:gd name="connsiteX47" fmla="*/ 173655 w 2103526"/>
                  <a:gd name="connsiteY47" fmla="*/ 1288 h 255850"/>
                  <a:gd name="connsiteX48" fmla="*/ 2602 w 2103526"/>
                  <a:gd name="connsiteY48" fmla="*/ 0 h 255850"/>
                  <a:gd name="connsiteX49" fmla="*/ 2602 w 2103526"/>
                  <a:gd name="connsiteY49" fmla="*/ 0 h 255850"/>
                  <a:gd name="connsiteX50" fmla="*/ 0 w 2103526"/>
                  <a:gd name="connsiteY50" fmla="*/ 1375 h 255850"/>
                  <a:gd name="connsiteX51" fmla="*/ 2479 w 2103526"/>
                  <a:gd name="connsiteY51" fmla="*/ 2816 h 25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103526" h="255850">
                    <a:moveTo>
                      <a:pt x="2439" y="2816"/>
                    </a:moveTo>
                    <a:lnTo>
                      <a:pt x="172801" y="4082"/>
                    </a:lnTo>
                    <a:lnTo>
                      <a:pt x="209012" y="16392"/>
                    </a:lnTo>
                    <a:lnTo>
                      <a:pt x="247295" y="37760"/>
                    </a:lnTo>
                    <a:cubicBezTo>
                      <a:pt x="247702" y="37978"/>
                      <a:pt x="248392" y="38131"/>
                      <a:pt x="249001" y="38131"/>
                    </a:cubicBezTo>
                    <a:lnTo>
                      <a:pt x="424038" y="40685"/>
                    </a:lnTo>
                    <a:lnTo>
                      <a:pt x="599156" y="41907"/>
                    </a:lnTo>
                    <a:lnTo>
                      <a:pt x="774273" y="43282"/>
                    </a:lnTo>
                    <a:lnTo>
                      <a:pt x="948782" y="44024"/>
                    </a:lnTo>
                    <a:lnTo>
                      <a:pt x="995234" y="62206"/>
                    </a:lnTo>
                    <a:cubicBezTo>
                      <a:pt x="995639" y="62358"/>
                      <a:pt x="996046" y="62424"/>
                      <a:pt x="996534" y="62468"/>
                    </a:cubicBezTo>
                    <a:lnTo>
                      <a:pt x="1173359" y="67466"/>
                    </a:lnTo>
                    <a:lnTo>
                      <a:pt x="1222858" y="84993"/>
                    </a:lnTo>
                    <a:cubicBezTo>
                      <a:pt x="1223264" y="85145"/>
                      <a:pt x="1223752" y="85211"/>
                      <a:pt x="1224239" y="85211"/>
                    </a:cubicBezTo>
                    <a:lnTo>
                      <a:pt x="1403828" y="87874"/>
                    </a:lnTo>
                    <a:lnTo>
                      <a:pt x="1582928" y="91715"/>
                    </a:lnTo>
                    <a:lnTo>
                      <a:pt x="1637873" y="108565"/>
                    </a:lnTo>
                    <a:lnTo>
                      <a:pt x="1694526" y="126681"/>
                    </a:lnTo>
                    <a:lnTo>
                      <a:pt x="1752763" y="145539"/>
                    </a:lnTo>
                    <a:lnTo>
                      <a:pt x="1812301" y="163546"/>
                    </a:lnTo>
                    <a:lnTo>
                      <a:pt x="1935643" y="202179"/>
                    </a:lnTo>
                    <a:lnTo>
                      <a:pt x="1999651" y="222587"/>
                    </a:lnTo>
                    <a:lnTo>
                      <a:pt x="2065041" y="243802"/>
                    </a:lnTo>
                    <a:lnTo>
                      <a:pt x="2094911" y="255851"/>
                    </a:lnTo>
                    <a:lnTo>
                      <a:pt x="2103527" y="255851"/>
                    </a:lnTo>
                    <a:lnTo>
                      <a:pt x="2067804" y="241467"/>
                    </a:lnTo>
                    <a:lnTo>
                      <a:pt x="2002212" y="220164"/>
                    </a:lnTo>
                    <a:lnTo>
                      <a:pt x="1938122" y="199757"/>
                    </a:lnTo>
                    <a:lnTo>
                      <a:pt x="1814698" y="161124"/>
                    </a:lnTo>
                    <a:lnTo>
                      <a:pt x="1755364" y="143117"/>
                    </a:lnTo>
                    <a:lnTo>
                      <a:pt x="1697127" y="124258"/>
                    </a:lnTo>
                    <a:lnTo>
                      <a:pt x="1640394" y="106142"/>
                    </a:lnTo>
                    <a:lnTo>
                      <a:pt x="1584839" y="89140"/>
                    </a:lnTo>
                    <a:cubicBezTo>
                      <a:pt x="1584554" y="89031"/>
                      <a:pt x="1584147" y="88987"/>
                      <a:pt x="1583742" y="88921"/>
                    </a:cubicBezTo>
                    <a:lnTo>
                      <a:pt x="1404071" y="85080"/>
                    </a:lnTo>
                    <a:lnTo>
                      <a:pt x="1225094" y="82483"/>
                    </a:lnTo>
                    <a:lnTo>
                      <a:pt x="1175593" y="64890"/>
                    </a:lnTo>
                    <a:cubicBezTo>
                      <a:pt x="1175188" y="64781"/>
                      <a:pt x="1174781" y="64672"/>
                      <a:pt x="1174294" y="64672"/>
                    </a:cubicBezTo>
                    <a:lnTo>
                      <a:pt x="997591" y="59652"/>
                    </a:lnTo>
                    <a:lnTo>
                      <a:pt x="951139" y="41536"/>
                    </a:lnTo>
                    <a:cubicBezTo>
                      <a:pt x="950733" y="41318"/>
                      <a:pt x="950163" y="41274"/>
                      <a:pt x="949636" y="41274"/>
                    </a:cubicBezTo>
                    <a:lnTo>
                      <a:pt x="774436" y="40532"/>
                    </a:lnTo>
                    <a:lnTo>
                      <a:pt x="599319" y="39091"/>
                    </a:lnTo>
                    <a:lnTo>
                      <a:pt x="424201" y="37935"/>
                    </a:lnTo>
                    <a:lnTo>
                      <a:pt x="250261" y="35381"/>
                    </a:lnTo>
                    <a:lnTo>
                      <a:pt x="212263" y="14231"/>
                    </a:lnTo>
                    <a:lnTo>
                      <a:pt x="174955" y="1506"/>
                    </a:lnTo>
                    <a:cubicBezTo>
                      <a:pt x="174550" y="1397"/>
                      <a:pt x="174183" y="1288"/>
                      <a:pt x="173655" y="1288"/>
                    </a:cubicBezTo>
                    <a:lnTo>
                      <a:pt x="2602" y="0"/>
                    </a:lnTo>
                    <a:lnTo>
                      <a:pt x="2602" y="0"/>
                    </a:lnTo>
                    <a:cubicBezTo>
                      <a:pt x="1219" y="0"/>
                      <a:pt x="0" y="589"/>
                      <a:pt x="0" y="1375"/>
                    </a:cubicBezTo>
                    <a:cubicBezTo>
                      <a:pt x="0" y="2117"/>
                      <a:pt x="1097" y="2750"/>
                      <a:pt x="2479" y="2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 name="Freeform: Shape 20">
                <a:extLst>
                  <a:ext uri="{FF2B5EF4-FFF2-40B4-BE49-F238E27FC236}">
                    <a16:creationId xmlns:a16="http://schemas.microsoft.com/office/drawing/2014/main" id="{17023FAD-F561-4D40-8200-062FEDCC8721}"/>
                  </a:ext>
                </a:extLst>
              </p:cNvPr>
              <p:cNvSpPr/>
              <p:nvPr/>
            </p:nvSpPr>
            <p:spPr>
              <a:xfrm>
                <a:off x="3718843" y="6553755"/>
                <a:ext cx="3395676" cy="69539"/>
              </a:xfrm>
              <a:custGeom>
                <a:avLst/>
                <a:gdLst>
                  <a:gd name="connsiteX0" fmla="*/ 3393157 w 3395676"/>
                  <a:gd name="connsiteY0" fmla="*/ 69539 h 69539"/>
                  <a:gd name="connsiteX1" fmla="*/ 3393157 w 3395676"/>
                  <a:gd name="connsiteY1" fmla="*/ 69539 h 69539"/>
                  <a:gd name="connsiteX2" fmla="*/ 3065029 w 3395676"/>
                  <a:gd name="connsiteY2" fmla="*/ 66134 h 69539"/>
                  <a:gd name="connsiteX3" fmla="*/ 2737308 w 3395676"/>
                  <a:gd name="connsiteY3" fmla="*/ 58364 h 69539"/>
                  <a:gd name="connsiteX4" fmla="*/ 2573610 w 3395676"/>
                  <a:gd name="connsiteY4" fmla="*/ 53191 h 69539"/>
                  <a:gd name="connsiteX5" fmla="*/ 2410034 w 3395676"/>
                  <a:gd name="connsiteY5" fmla="*/ 49503 h 69539"/>
                  <a:gd name="connsiteX6" fmla="*/ 2246580 w 3395676"/>
                  <a:gd name="connsiteY6" fmla="*/ 47800 h 69539"/>
                  <a:gd name="connsiteX7" fmla="*/ 2083126 w 3395676"/>
                  <a:gd name="connsiteY7" fmla="*/ 44352 h 69539"/>
                  <a:gd name="connsiteX8" fmla="*/ 1885616 w 3395676"/>
                  <a:gd name="connsiteY8" fmla="*/ 39506 h 69539"/>
                  <a:gd name="connsiteX9" fmla="*/ 1756706 w 3395676"/>
                  <a:gd name="connsiteY9" fmla="*/ 36690 h 69539"/>
                  <a:gd name="connsiteX10" fmla="*/ 1430570 w 3395676"/>
                  <a:gd name="connsiteY10" fmla="*/ 25821 h 69539"/>
                  <a:gd name="connsiteX11" fmla="*/ 1267807 w 3395676"/>
                  <a:gd name="connsiteY11" fmla="*/ 24118 h 69539"/>
                  <a:gd name="connsiteX12" fmla="*/ 1104921 w 3395676"/>
                  <a:gd name="connsiteY12" fmla="*/ 19797 h 69539"/>
                  <a:gd name="connsiteX13" fmla="*/ 942280 w 3395676"/>
                  <a:gd name="connsiteY13" fmla="*/ 14995 h 69539"/>
                  <a:gd name="connsiteX14" fmla="*/ 779761 w 3395676"/>
                  <a:gd name="connsiteY14" fmla="*/ 12856 h 69539"/>
                  <a:gd name="connsiteX15" fmla="*/ 454925 w 3395676"/>
                  <a:gd name="connsiteY15" fmla="*/ 11634 h 69539"/>
                  <a:gd name="connsiteX16" fmla="*/ 292609 w 3395676"/>
                  <a:gd name="connsiteY16" fmla="*/ 9123 h 69539"/>
                  <a:gd name="connsiteX17" fmla="*/ 130374 w 3395676"/>
                  <a:gd name="connsiteY17" fmla="*/ 5326 h 69539"/>
                  <a:gd name="connsiteX18" fmla="*/ 2439 w 3395676"/>
                  <a:gd name="connsiteY18" fmla="*/ 2772 h 69539"/>
                  <a:gd name="connsiteX19" fmla="*/ 1 w 3395676"/>
                  <a:gd name="connsiteY19" fmla="*/ 1331 h 69539"/>
                  <a:gd name="connsiteX20" fmla="*/ 2643 w 3395676"/>
                  <a:gd name="connsiteY20" fmla="*/ 0 h 69539"/>
                  <a:gd name="connsiteX21" fmla="*/ 130577 w 3395676"/>
                  <a:gd name="connsiteY21" fmla="*/ 2554 h 69539"/>
                  <a:gd name="connsiteX22" fmla="*/ 292731 w 3395676"/>
                  <a:gd name="connsiteY22" fmla="*/ 6351 h 69539"/>
                  <a:gd name="connsiteX23" fmla="*/ 455007 w 3395676"/>
                  <a:gd name="connsiteY23" fmla="*/ 8862 h 69539"/>
                  <a:gd name="connsiteX24" fmla="*/ 779842 w 3395676"/>
                  <a:gd name="connsiteY24" fmla="*/ 10040 h 69539"/>
                  <a:gd name="connsiteX25" fmla="*/ 942443 w 3395676"/>
                  <a:gd name="connsiteY25" fmla="*/ 12179 h 69539"/>
                  <a:gd name="connsiteX26" fmla="*/ 1105206 w 3395676"/>
                  <a:gd name="connsiteY26" fmla="*/ 16981 h 69539"/>
                  <a:gd name="connsiteX27" fmla="*/ 1267929 w 3395676"/>
                  <a:gd name="connsiteY27" fmla="*/ 21346 h 69539"/>
                  <a:gd name="connsiteX28" fmla="*/ 1430732 w 3395676"/>
                  <a:gd name="connsiteY28" fmla="*/ 23005 h 69539"/>
                  <a:gd name="connsiteX29" fmla="*/ 1756909 w 3395676"/>
                  <a:gd name="connsiteY29" fmla="*/ 33875 h 69539"/>
                  <a:gd name="connsiteX30" fmla="*/ 1920038 w 3395676"/>
                  <a:gd name="connsiteY30" fmla="*/ 37498 h 69539"/>
                  <a:gd name="connsiteX31" fmla="*/ 2083329 w 3395676"/>
                  <a:gd name="connsiteY31" fmla="*/ 41536 h 69539"/>
                  <a:gd name="connsiteX32" fmla="*/ 2246702 w 3395676"/>
                  <a:gd name="connsiteY32" fmla="*/ 45050 h 69539"/>
                  <a:gd name="connsiteX33" fmla="*/ 2410156 w 3395676"/>
                  <a:gd name="connsiteY33" fmla="*/ 46752 h 69539"/>
                  <a:gd name="connsiteX34" fmla="*/ 2573773 w 3395676"/>
                  <a:gd name="connsiteY34" fmla="*/ 50376 h 69539"/>
                  <a:gd name="connsiteX35" fmla="*/ 2737471 w 3395676"/>
                  <a:gd name="connsiteY35" fmla="*/ 55592 h 69539"/>
                  <a:gd name="connsiteX36" fmla="*/ 3065192 w 3395676"/>
                  <a:gd name="connsiteY36" fmla="*/ 63319 h 69539"/>
                  <a:gd name="connsiteX37" fmla="*/ 3393197 w 3395676"/>
                  <a:gd name="connsiteY37" fmla="*/ 66724 h 69539"/>
                  <a:gd name="connsiteX38" fmla="*/ 3395676 w 3395676"/>
                  <a:gd name="connsiteY38" fmla="*/ 68164 h 69539"/>
                  <a:gd name="connsiteX39" fmla="*/ 3393116 w 3395676"/>
                  <a:gd name="connsiteY39" fmla="*/ 69539 h 69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95676" h="69539">
                    <a:moveTo>
                      <a:pt x="3393157" y="69539"/>
                    </a:moveTo>
                    <a:lnTo>
                      <a:pt x="3393157" y="69539"/>
                    </a:lnTo>
                    <a:lnTo>
                      <a:pt x="3065029" y="66134"/>
                    </a:lnTo>
                    <a:lnTo>
                      <a:pt x="2737308" y="58364"/>
                    </a:lnTo>
                    <a:lnTo>
                      <a:pt x="2573610" y="53191"/>
                    </a:lnTo>
                    <a:lnTo>
                      <a:pt x="2410034" y="49503"/>
                    </a:lnTo>
                    <a:lnTo>
                      <a:pt x="2246580" y="47800"/>
                    </a:lnTo>
                    <a:lnTo>
                      <a:pt x="2083126" y="44352"/>
                    </a:lnTo>
                    <a:lnTo>
                      <a:pt x="1885616" y="39506"/>
                    </a:lnTo>
                    <a:lnTo>
                      <a:pt x="1756706" y="36690"/>
                    </a:lnTo>
                    <a:lnTo>
                      <a:pt x="1430570" y="25821"/>
                    </a:lnTo>
                    <a:lnTo>
                      <a:pt x="1267807" y="24118"/>
                    </a:lnTo>
                    <a:lnTo>
                      <a:pt x="1104921" y="19797"/>
                    </a:lnTo>
                    <a:lnTo>
                      <a:pt x="942280" y="14995"/>
                    </a:lnTo>
                    <a:lnTo>
                      <a:pt x="779761" y="12856"/>
                    </a:lnTo>
                    <a:lnTo>
                      <a:pt x="454925" y="11634"/>
                    </a:lnTo>
                    <a:lnTo>
                      <a:pt x="292609" y="9123"/>
                    </a:lnTo>
                    <a:lnTo>
                      <a:pt x="130374" y="5326"/>
                    </a:lnTo>
                    <a:lnTo>
                      <a:pt x="2439" y="2772"/>
                    </a:lnTo>
                    <a:cubicBezTo>
                      <a:pt x="1058" y="2772"/>
                      <a:pt x="-40" y="2139"/>
                      <a:pt x="1" y="1331"/>
                    </a:cubicBezTo>
                    <a:cubicBezTo>
                      <a:pt x="42" y="524"/>
                      <a:pt x="1302" y="0"/>
                      <a:pt x="2643" y="0"/>
                    </a:cubicBezTo>
                    <a:lnTo>
                      <a:pt x="130577" y="2554"/>
                    </a:lnTo>
                    <a:lnTo>
                      <a:pt x="292731" y="6351"/>
                    </a:lnTo>
                    <a:lnTo>
                      <a:pt x="455007" y="8862"/>
                    </a:lnTo>
                    <a:lnTo>
                      <a:pt x="779842" y="10040"/>
                    </a:lnTo>
                    <a:lnTo>
                      <a:pt x="942443" y="12179"/>
                    </a:lnTo>
                    <a:lnTo>
                      <a:pt x="1105206" y="16981"/>
                    </a:lnTo>
                    <a:lnTo>
                      <a:pt x="1267929" y="21346"/>
                    </a:lnTo>
                    <a:lnTo>
                      <a:pt x="1430732" y="23005"/>
                    </a:lnTo>
                    <a:lnTo>
                      <a:pt x="1756909" y="33875"/>
                    </a:lnTo>
                    <a:lnTo>
                      <a:pt x="1920038" y="37498"/>
                    </a:lnTo>
                    <a:lnTo>
                      <a:pt x="2083329" y="41536"/>
                    </a:lnTo>
                    <a:lnTo>
                      <a:pt x="2246702" y="45050"/>
                    </a:lnTo>
                    <a:lnTo>
                      <a:pt x="2410156" y="46752"/>
                    </a:lnTo>
                    <a:lnTo>
                      <a:pt x="2573773" y="50376"/>
                    </a:lnTo>
                    <a:lnTo>
                      <a:pt x="2737471" y="55592"/>
                    </a:lnTo>
                    <a:lnTo>
                      <a:pt x="3065192" y="63319"/>
                    </a:lnTo>
                    <a:lnTo>
                      <a:pt x="3393197" y="66724"/>
                    </a:lnTo>
                    <a:cubicBezTo>
                      <a:pt x="3394579" y="66767"/>
                      <a:pt x="3395676" y="67422"/>
                      <a:pt x="3395676" y="68164"/>
                    </a:cubicBezTo>
                    <a:cubicBezTo>
                      <a:pt x="3395676" y="68950"/>
                      <a:pt x="3394498" y="69539"/>
                      <a:pt x="3393116" y="695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 name="Freeform: Shape 22">
                <a:extLst>
                  <a:ext uri="{FF2B5EF4-FFF2-40B4-BE49-F238E27FC236}">
                    <a16:creationId xmlns:a16="http://schemas.microsoft.com/office/drawing/2014/main" id="{9E9B7943-6914-44DF-AD85-78963296543B}"/>
                  </a:ext>
                </a:extLst>
              </p:cNvPr>
              <p:cNvSpPr/>
              <p:nvPr/>
            </p:nvSpPr>
            <p:spPr>
              <a:xfrm>
                <a:off x="0" y="6534395"/>
                <a:ext cx="115134" cy="4845"/>
              </a:xfrm>
              <a:custGeom>
                <a:avLst/>
                <a:gdLst>
                  <a:gd name="connsiteX0" fmla="*/ 112695 w 115134"/>
                  <a:gd name="connsiteY0" fmla="*/ 2030 h 4845"/>
                  <a:gd name="connsiteX1" fmla="*/ 0 w 115134"/>
                  <a:gd name="connsiteY1" fmla="*/ 0 h 4845"/>
                  <a:gd name="connsiteX2" fmla="*/ 0 w 115134"/>
                  <a:gd name="connsiteY2" fmla="*/ 2816 h 4845"/>
                  <a:gd name="connsiteX3" fmla="*/ 112492 w 115134"/>
                  <a:gd name="connsiteY3" fmla="*/ 4845 h 4845"/>
                  <a:gd name="connsiteX4" fmla="*/ 112613 w 115134"/>
                  <a:gd name="connsiteY4" fmla="*/ 4845 h 4845"/>
                  <a:gd name="connsiteX5" fmla="*/ 115133 w 115134"/>
                  <a:gd name="connsiteY5" fmla="*/ 3514 h 4845"/>
                  <a:gd name="connsiteX6" fmla="*/ 112695 w 115134"/>
                  <a:gd name="connsiteY6" fmla="*/ 2030 h 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134" h="4845">
                    <a:moveTo>
                      <a:pt x="112695" y="2030"/>
                    </a:moveTo>
                    <a:lnTo>
                      <a:pt x="0" y="0"/>
                    </a:lnTo>
                    <a:lnTo>
                      <a:pt x="0" y="2816"/>
                    </a:lnTo>
                    <a:lnTo>
                      <a:pt x="112492" y="4845"/>
                    </a:lnTo>
                    <a:lnTo>
                      <a:pt x="112613" y="4845"/>
                    </a:lnTo>
                    <a:cubicBezTo>
                      <a:pt x="113955" y="4845"/>
                      <a:pt x="115092" y="4256"/>
                      <a:pt x="115133" y="3514"/>
                    </a:cubicBezTo>
                    <a:cubicBezTo>
                      <a:pt x="115174" y="2728"/>
                      <a:pt x="114076" y="2073"/>
                      <a:pt x="112695" y="203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 name="Freeform: Shape 23">
                <a:extLst>
                  <a:ext uri="{FF2B5EF4-FFF2-40B4-BE49-F238E27FC236}">
                    <a16:creationId xmlns:a16="http://schemas.microsoft.com/office/drawing/2014/main" id="{A410E948-240B-409F-B0C5-5CD025223A0B}"/>
                  </a:ext>
                </a:extLst>
              </p:cNvPr>
              <p:cNvSpPr/>
              <p:nvPr/>
            </p:nvSpPr>
            <p:spPr>
              <a:xfrm>
                <a:off x="4950378" y="5476414"/>
                <a:ext cx="7241865" cy="1224408"/>
              </a:xfrm>
              <a:custGeom>
                <a:avLst/>
                <a:gdLst>
                  <a:gd name="connsiteX0" fmla="*/ 7241621 w 7241865"/>
                  <a:gd name="connsiteY0" fmla="*/ 1221593 h 1224408"/>
                  <a:gd name="connsiteX1" fmla="*/ 7211548 w 7241865"/>
                  <a:gd name="connsiteY1" fmla="*/ 1221440 h 1224408"/>
                  <a:gd name="connsiteX2" fmla="*/ 7037039 w 7241865"/>
                  <a:gd name="connsiteY2" fmla="*/ 1218668 h 1224408"/>
                  <a:gd name="connsiteX3" fmla="*/ 6862694 w 7241865"/>
                  <a:gd name="connsiteY3" fmla="*/ 1216704 h 1224408"/>
                  <a:gd name="connsiteX4" fmla="*/ 6688958 w 7241865"/>
                  <a:gd name="connsiteY4" fmla="*/ 1212077 h 1224408"/>
                  <a:gd name="connsiteX5" fmla="*/ 6631127 w 7241865"/>
                  <a:gd name="connsiteY5" fmla="*/ 1195925 h 1224408"/>
                  <a:gd name="connsiteX6" fmla="*/ 6573987 w 7241865"/>
                  <a:gd name="connsiteY6" fmla="*/ 1178289 h 1224408"/>
                  <a:gd name="connsiteX7" fmla="*/ 6572809 w 7241865"/>
                  <a:gd name="connsiteY7" fmla="*/ 1178071 h 1224408"/>
                  <a:gd name="connsiteX8" fmla="*/ 6492748 w 7241865"/>
                  <a:gd name="connsiteY8" fmla="*/ 1178115 h 1224408"/>
                  <a:gd name="connsiteX9" fmla="*/ 6492748 w 7241865"/>
                  <a:gd name="connsiteY9" fmla="*/ 1178115 h 1224408"/>
                  <a:gd name="connsiteX10" fmla="*/ 6438169 w 7241865"/>
                  <a:gd name="connsiteY10" fmla="*/ 1162771 h 1224408"/>
                  <a:gd name="connsiteX11" fmla="*/ 6437071 w 7241865"/>
                  <a:gd name="connsiteY11" fmla="*/ 1162618 h 1224408"/>
                  <a:gd name="connsiteX12" fmla="*/ 6348354 w 7241865"/>
                  <a:gd name="connsiteY12" fmla="*/ 1162618 h 1224408"/>
                  <a:gd name="connsiteX13" fmla="*/ 6180551 w 7241865"/>
                  <a:gd name="connsiteY13" fmla="*/ 1163513 h 1224408"/>
                  <a:gd name="connsiteX14" fmla="*/ 6129670 w 7241865"/>
                  <a:gd name="connsiteY14" fmla="*/ 1157336 h 1224408"/>
                  <a:gd name="connsiteX15" fmla="*/ 6080049 w 7241865"/>
                  <a:gd name="connsiteY15" fmla="*/ 1152010 h 1224408"/>
                  <a:gd name="connsiteX16" fmla="*/ 6031525 w 7241865"/>
                  <a:gd name="connsiteY16" fmla="*/ 1144502 h 1224408"/>
                  <a:gd name="connsiteX17" fmla="*/ 5983813 w 7241865"/>
                  <a:gd name="connsiteY17" fmla="*/ 1133850 h 1224408"/>
                  <a:gd name="connsiteX18" fmla="*/ 4476679 w 7241865"/>
                  <a:gd name="connsiteY18" fmla="*/ 678985 h 1224408"/>
                  <a:gd name="connsiteX19" fmla="*/ 4475785 w 7241865"/>
                  <a:gd name="connsiteY19" fmla="*/ 678832 h 1224408"/>
                  <a:gd name="connsiteX20" fmla="*/ 4366667 w 7241865"/>
                  <a:gd name="connsiteY20" fmla="*/ 672481 h 1224408"/>
                  <a:gd name="connsiteX21" fmla="*/ 4258523 w 7241865"/>
                  <a:gd name="connsiteY21" fmla="*/ 678440 h 1224408"/>
                  <a:gd name="connsiteX22" fmla="*/ 4150787 w 7241865"/>
                  <a:gd name="connsiteY22" fmla="*/ 678287 h 1224408"/>
                  <a:gd name="connsiteX23" fmla="*/ 3643884 w 7241865"/>
                  <a:gd name="connsiteY23" fmla="*/ 507603 h 1224408"/>
                  <a:gd name="connsiteX24" fmla="*/ 3642583 w 7241865"/>
                  <a:gd name="connsiteY24" fmla="*/ 507385 h 1224408"/>
                  <a:gd name="connsiteX25" fmla="*/ 3554598 w 7241865"/>
                  <a:gd name="connsiteY25" fmla="*/ 507276 h 1224408"/>
                  <a:gd name="connsiteX26" fmla="*/ 3542772 w 7241865"/>
                  <a:gd name="connsiteY26" fmla="*/ 503129 h 1224408"/>
                  <a:gd name="connsiteX27" fmla="*/ 3541471 w 7241865"/>
                  <a:gd name="connsiteY27" fmla="*/ 502911 h 1224408"/>
                  <a:gd name="connsiteX28" fmla="*/ 3454055 w 7241865"/>
                  <a:gd name="connsiteY28" fmla="*/ 502801 h 1224408"/>
                  <a:gd name="connsiteX29" fmla="*/ 3442919 w 7241865"/>
                  <a:gd name="connsiteY29" fmla="*/ 498742 h 1224408"/>
                  <a:gd name="connsiteX30" fmla="*/ 3441537 w 7241865"/>
                  <a:gd name="connsiteY30" fmla="*/ 498480 h 1224408"/>
                  <a:gd name="connsiteX31" fmla="*/ 3090977 w 7241865"/>
                  <a:gd name="connsiteY31" fmla="*/ 498065 h 1224408"/>
                  <a:gd name="connsiteX32" fmla="*/ 2924881 w 7241865"/>
                  <a:gd name="connsiteY32" fmla="*/ 502059 h 1224408"/>
                  <a:gd name="connsiteX33" fmla="*/ 2837952 w 7241865"/>
                  <a:gd name="connsiteY33" fmla="*/ 501950 h 1224408"/>
                  <a:gd name="connsiteX34" fmla="*/ 2822103 w 7241865"/>
                  <a:gd name="connsiteY34" fmla="*/ 493787 h 1224408"/>
                  <a:gd name="connsiteX35" fmla="*/ 2820396 w 7241865"/>
                  <a:gd name="connsiteY35" fmla="*/ 493416 h 1224408"/>
                  <a:gd name="connsiteX36" fmla="*/ 2734483 w 7241865"/>
                  <a:gd name="connsiteY36" fmla="*/ 493307 h 1224408"/>
                  <a:gd name="connsiteX37" fmla="*/ 2720177 w 7241865"/>
                  <a:gd name="connsiteY37" fmla="*/ 485471 h 1224408"/>
                  <a:gd name="connsiteX38" fmla="*/ 2713025 w 7241865"/>
                  <a:gd name="connsiteY38" fmla="*/ 480669 h 1224408"/>
                  <a:gd name="connsiteX39" fmla="*/ 2705710 w 7241865"/>
                  <a:gd name="connsiteY39" fmla="*/ 462182 h 1224408"/>
                  <a:gd name="connsiteX40" fmla="*/ 2698273 w 7241865"/>
                  <a:gd name="connsiteY40" fmla="*/ 445441 h 1224408"/>
                  <a:gd name="connsiteX41" fmla="*/ 2690835 w 7241865"/>
                  <a:gd name="connsiteY41" fmla="*/ 425819 h 1224408"/>
                  <a:gd name="connsiteX42" fmla="*/ 2683683 w 7241865"/>
                  <a:gd name="connsiteY42" fmla="*/ 412243 h 1224408"/>
                  <a:gd name="connsiteX43" fmla="*/ 2676449 w 7241865"/>
                  <a:gd name="connsiteY43" fmla="*/ 394127 h 1224408"/>
                  <a:gd name="connsiteX44" fmla="*/ 2669296 w 7241865"/>
                  <a:gd name="connsiteY44" fmla="*/ 377866 h 1224408"/>
                  <a:gd name="connsiteX45" fmla="*/ 2662265 w 7241865"/>
                  <a:gd name="connsiteY45" fmla="*/ 362741 h 1224408"/>
                  <a:gd name="connsiteX46" fmla="*/ 2655316 w 7241865"/>
                  <a:gd name="connsiteY46" fmla="*/ 346589 h 1224408"/>
                  <a:gd name="connsiteX47" fmla="*/ 2648489 w 7241865"/>
                  <a:gd name="connsiteY47" fmla="*/ 329477 h 1224408"/>
                  <a:gd name="connsiteX48" fmla="*/ 2641620 w 7241865"/>
                  <a:gd name="connsiteY48" fmla="*/ 309658 h 1224408"/>
                  <a:gd name="connsiteX49" fmla="*/ 2628616 w 7241865"/>
                  <a:gd name="connsiteY49" fmla="*/ 266595 h 1224408"/>
                  <a:gd name="connsiteX50" fmla="*/ 2622560 w 7241865"/>
                  <a:gd name="connsiteY50" fmla="*/ 239748 h 1224408"/>
                  <a:gd name="connsiteX51" fmla="*/ 2604191 w 7241865"/>
                  <a:gd name="connsiteY51" fmla="*/ 149997 h 1224408"/>
                  <a:gd name="connsiteX52" fmla="*/ 2597932 w 7241865"/>
                  <a:gd name="connsiteY52" fmla="*/ 136094 h 1224408"/>
                  <a:gd name="connsiteX53" fmla="*/ 2591674 w 7241865"/>
                  <a:gd name="connsiteY53" fmla="*/ 126294 h 1224408"/>
                  <a:gd name="connsiteX54" fmla="*/ 2590089 w 7241865"/>
                  <a:gd name="connsiteY54" fmla="*/ 125377 h 1224408"/>
                  <a:gd name="connsiteX55" fmla="*/ 2518766 w 7241865"/>
                  <a:gd name="connsiteY55" fmla="*/ 111779 h 1224408"/>
                  <a:gd name="connsiteX56" fmla="*/ 2440493 w 7241865"/>
                  <a:gd name="connsiteY56" fmla="*/ 100167 h 1224408"/>
                  <a:gd name="connsiteX57" fmla="*/ 2367382 w 7241865"/>
                  <a:gd name="connsiteY57" fmla="*/ 96500 h 1224408"/>
                  <a:gd name="connsiteX58" fmla="*/ 2294677 w 7241865"/>
                  <a:gd name="connsiteY58" fmla="*/ 94209 h 1224408"/>
                  <a:gd name="connsiteX59" fmla="*/ 2293905 w 7241865"/>
                  <a:gd name="connsiteY59" fmla="*/ 94252 h 1224408"/>
                  <a:gd name="connsiteX60" fmla="*/ 2220793 w 7241865"/>
                  <a:gd name="connsiteY60" fmla="*/ 106344 h 1224408"/>
                  <a:gd name="connsiteX61" fmla="*/ 2147479 w 7241865"/>
                  <a:gd name="connsiteY61" fmla="*/ 128083 h 1224408"/>
                  <a:gd name="connsiteX62" fmla="*/ 2071197 w 7241865"/>
                  <a:gd name="connsiteY62" fmla="*/ 146265 h 1224408"/>
                  <a:gd name="connsiteX63" fmla="*/ 1993819 w 7241865"/>
                  <a:gd name="connsiteY63" fmla="*/ 169270 h 1224408"/>
                  <a:gd name="connsiteX64" fmla="*/ 1915953 w 7241865"/>
                  <a:gd name="connsiteY64" fmla="*/ 185051 h 1224408"/>
                  <a:gd name="connsiteX65" fmla="*/ 1834104 w 7241865"/>
                  <a:gd name="connsiteY65" fmla="*/ 199020 h 1224408"/>
                  <a:gd name="connsiteX66" fmla="*/ 1754530 w 7241865"/>
                  <a:gd name="connsiteY66" fmla="*/ 207117 h 1224408"/>
                  <a:gd name="connsiteX67" fmla="*/ 1677436 w 7241865"/>
                  <a:gd name="connsiteY67" fmla="*/ 204673 h 1224408"/>
                  <a:gd name="connsiteX68" fmla="*/ 1602252 w 7241865"/>
                  <a:gd name="connsiteY68" fmla="*/ 196357 h 1224408"/>
                  <a:gd name="connsiteX69" fmla="*/ 1528735 w 7241865"/>
                  <a:gd name="connsiteY69" fmla="*/ 182890 h 1224408"/>
                  <a:gd name="connsiteX70" fmla="*/ 1457005 w 7241865"/>
                  <a:gd name="connsiteY70" fmla="*/ 173504 h 1224408"/>
                  <a:gd name="connsiteX71" fmla="*/ 1386657 w 7241865"/>
                  <a:gd name="connsiteY71" fmla="*/ 168484 h 1224408"/>
                  <a:gd name="connsiteX72" fmla="*/ 1316228 w 7241865"/>
                  <a:gd name="connsiteY72" fmla="*/ 159274 h 1224408"/>
                  <a:gd name="connsiteX73" fmla="*/ 1243767 w 7241865"/>
                  <a:gd name="connsiteY73" fmla="*/ 149997 h 1224408"/>
                  <a:gd name="connsiteX74" fmla="*/ 1168502 w 7241865"/>
                  <a:gd name="connsiteY74" fmla="*/ 138124 h 1224408"/>
                  <a:gd name="connsiteX75" fmla="*/ 1089335 w 7241865"/>
                  <a:gd name="connsiteY75" fmla="*/ 121601 h 1224408"/>
                  <a:gd name="connsiteX76" fmla="*/ 1005291 w 7241865"/>
                  <a:gd name="connsiteY76" fmla="*/ 102372 h 1224408"/>
                  <a:gd name="connsiteX77" fmla="*/ 917874 w 7241865"/>
                  <a:gd name="connsiteY77" fmla="*/ 80414 h 1224408"/>
                  <a:gd name="connsiteX78" fmla="*/ 829036 w 7241865"/>
                  <a:gd name="connsiteY78" fmla="*/ 58610 h 1224408"/>
                  <a:gd name="connsiteX79" fmla="*/ 828304 w 7241865"/>
                  <a:gd name="connsiteY79" fmla="*/ 58500 h 1224408"/>
                  <a:gd name="connsiteX80" fmla="*/ 742310 w 7241865"/>
                  <a:gd name="connsiteY80" fmla="*/ 52324 h 1224408"/>
                  <a:gd name="connsiteX81" fmla="*/ 658307 w 7241865"/>
                  <a:gd name="connsiteY81" fmla="*/ 38529 h 1224408"/>
                  <a:gd name="connsiteX82" fmla="*/ 610149 w 7241865"/>
                  <a:gd name="connsiteY82" fmla="*/ 29318 h 1224408"/>
                  <a:gd name="connsiteX83" fmla="*/ 596209 w 7241865"/>
                  <a:gd name="connsiteY83" fmla="*/ 26874 h 1224408"/>
                  <a:gd name="connsiteX84" fmla="*/ 595478 w 7241865"/>
                  <a:gd name="connsiteY84" fmla="*/ 26765 h 1224408"/>
                  <a:gd name="connsiteX85" fmla="*/ 519074 w 7241865"/>
                  <a:gd name="connsiteY85" fmla="*/ 26284 h 1224408"/>
                  <a:gd name="connsiteX86" fmla="*/ 444581 w 7241865"/>
                  <a:gd name="connsiteY86" fmla="*/ 30868 h 1224408"/>
                  <a:gd name="connsiteX87" fmla="*/ 370819 w 7241865"/>
                  <a:gd name="connsiteY87" fmla="*/ 32265 h 1224408"/>
                  <a:gd name="connsiteX88" fmla="*/ 296123 w 7241865"/>
                  <a:gd name="connsiteY88" fmla="*/ 23622 h 1224408"/>
                  <a:gd name="connsiteX89" fmla="*/ 219070 w 7241865"/>
                  <a:gd name="connsiteY89" fmla="*/ 8016 h 1224408"/>
                  <a:gd name="connsiteX90" fmla="*/ 140757 w 7241865"/>
                  <a:gd name="connsiteY90" fmla="*/ 27 h 1224408"/>
                  <a:gd name="connsiteX91" fmla="*/ 139537 w 7241865"/>
                  <a:gd name="connsiteY91" fmla="*/ 93 h 1224408"/>
                  <a:gd name="connsiteX92" fmla="*/ 131490 w 7241865"/>
                  <a:gd name="connsiteY92" fmla="*/ 1533 h 1224408"/>
                  <a:gd name="connsiteX93" fmla="*/ 129743 w 7241865"/>
                  <a:gd name="connsiteY93" fmla="*/ 2559 h 1224408"/>
                  <a:gd name="connsiteX94" fmla="*/ 125070 w 7241865"/>
                  <a:gd name="connsiteY94" fmla="*/ 13756 h 1224408"/>
                  <a:gd name="connsiteX95" fmla="*/ 118567 w 7241865"/>
                  <a:gd name="connsiteY95" fmla="*/ 25149 h 1224408"/>
                  <a:gd name="connsiteX96" fmla="*/ 99060 w 7241865"/>
                  <a:gd name="connsiteY96" fmla="*/ 104707 h 1224408"/>
                  <a:gd name="connsiteX97" fmla="*/ 92517 w 7241865"/>
                  <a:gd name="connsiteY97" fmla="*/ 125071 h 1224408"/>
                  <a:gd name="connsiteX98" fmla="*/ 86380 w 7241865"/>
                  <a:gd name="connsiteY98" fmla="*/ 145326 h 1224408"/>
                  <a:gd name="connsiteX99" fmla="*/ 81178 w 7241865"/>
                  <a:gd name="connsiteY99" fmla="*/ 156305 h 1224408"/>
                  <a:gd name="connsiteX100" fmla="*/ 76302 w 7241865"/>
                  <a:gd name="connsiteY100" fmla="*/ 162002 h 1224408"/>
                  <a:gd name="connsiteX101" fmla="*/ 72360 w 7241865"/>
                  <a:gd name="connsiteY101" fmla="*/ 169357 h 1224408"/>
                  <a:gd name="connsiteX102" fmla="*/ 69393 w 7241865"/>
                  <a:gd name="connsiteY102" fmla="*/ 178263 h 1224408"/>
                  <a:gd name="connsiteX103" fmla="*/ 66873 w 7241865"/>
                  <a:gd name="connsiteY103" fmla="*/ 184549 h 1224408"/>
                  <a:gd name="connsiteX104" fmla="*/ 64638 w 7241865"/>
                  <a:gd name="connsiteY104" fmla="*/ 192712 h 1224408"/>
                  <a:gd name="connsiteX105" fmla="*/ 61671 w 7241865"/>
                  <a:gd name="connsiteY105" fmla="*/ 198736 h 1224408"/>
                  <a:gd name="connsiteX106" fmla="*/ 57567 w 7241865"/>
                  <a:gd name="connsiteY106" fmla="*/ 202468 h 1224408"/>
                  <a:gd name="connsiteX107" fmla="*/ 52080 w 7241865"/>
                  <a:gd name="connsiteY107" fmla="*/ 207008 h 1224408"/>
                  <a:gd name="connsiteX108" fmla="*/ 44806 w 7241865"/>
                  <a:gd name="connsiteY108" fmla="*/ 210631 h 1224408"/>
                  <a:gd name="connsiteX109" fmla="*/ 44155 w 7241865"/>
                  <a:gd name="connsiteY109" fmla="*/ 211177 h 1224408"/>
                  <a:gd name="connsiteX110" fmla="*/ 34970 w 7241865"/>
                  <a:gd name="connsiteY110" fmla="*/ 224753 h 1224408"/>
                  <a:gd name="connsiteX111" fmla="*/ 24404 w 7241865"/>
                  <a:gd name="connsiteY111" fmla="*/ 256140 h 1224408"/>
                  <a:gd name="connsiteX112" fmla="*/ 12618 w 7241865"/>
                  <a:gd name="connsiteY112" fmla="*/ 288006 h 1224408"/>
                  <a:gd name="connsiteX113" fmla="*/ 20 w 7241865"/>
                  <a:gd name="connsiteY113" fmla="*/ 325723 h 1224408"/>
                  <a:gd name="connsiteX114" fmla="*/ 548 w 7241865"/>
                  <a:gd name="connsiteY114" fmla="*/ 326901 h 1224408"/>
                  <a:gd name="connsiteX115" fmla="*/ 86990 w 7241865"/>
                  <a:gd name="connsiteY115" fmla="*/ 385200 h 1224408"/>
                  <a:gd name="connsiteX116" fmla="*/ 173228 w 7241865"/>
                  <a:gd name="connsiteY116" fmla="*/ 442386 h 1224408"/>
                  <a:gd name="connsiteX117" fmla="*/ 261010 w 7241865"/>
                  <a:gd name="connsiteY117" fmla="*/ 490819 h 1224408"/>
                  <a:gd name="connsiteX118" fmla="*/ 349321 w 7241865"/>
                  <a:gd name="connsiteY118" fmla="*/ 524912 h 1224408"/>
                  <a:gd name="connsiteX119" fmla="*/ 350540 w 7241865"/>
                  <a:gd name="connsiteY119" fmla="*/ 525130 h 1224408"/>
                  <a:gd name="connsiteX120" fmla="*/ 440192 w 7241865"/>
                  <a:gd name="connsiteY120" fmla="*/ 529757 h 1224408"/>
                  <a:gd name="connsiteX121" fmla="*/ 529885 w 7241865"/>
                  <a:gd name="connsiteY121" fmla="*/ 533555 h 1224408"/>
                  <a:gd name="connsiteX122" fmla="*/ 617261 w 7241865"/>
                  <a:gd name="connsiteY122" fmla="*/ 537920 h 1224408"/>
                  <a:gd name="connsiteX123" fmla="*/ 705937 w 7241865"/>
                  <a:gd name="connsiteY123" fmla="*/ 539579 h 1224408"/>
                  <a:gd name="connsiteX124" fmla="*/ 707888 w 7241865"/>
                  <a:gd name="connsiteY124" fmla="*/ 539099 h 1224408"/>
                  <a:gd name="connsiteX125" fmla="*/ 711545 w 7241865"/>
                  <a:gd name="connsiteY125" fmla="*/ 536982 h 1224408"/>
                  <a:gd name="connsiteX126" fmla="*/ 799043 w 7241865"/>
                  <a:gd name="connsiteY126" fmla="*/ 537986 h 1224408"/>
                  <a:gd name="connsiteX127" fmla="*/ 886988 w 7241865"/>
                  <a:gd name="connsiteY127" fmla="*/ 540758 h 1224408"/>
                  <a:gd name="connsiteX128" fmla="*/ 958271 w 7241865"/>
                  <a:gd name="connsiteY128" fmla="*/ 542831 h 1224408"/>
                  <a:gd name="connsiteX129" fmla="*/ 977697 w 7241865"/>
                  <a:gd name="connsiteY129" fmla="*/ 542875 h 1224408"/>
                  <a:gd name="connsiteX130" fmla="*/ 1070681 w 7241865"/>
                  <a:gd name="connsiteY130" fmla="*/ 540627 h 1224408"/>
                  <a:gd name="connsiteX131" fmla="*/ 1346058 w 7241865"/>
                  <a:gd name="connsiteY131" fmla="*/ 527094 h 1224408"/>
                  <a:gd name="connsiteX132" fmla="*/ 1436157 w 7241865"/>
                  <a:gd name="connsiteY132" fmla="*/ 524912 h 1224408"/>
                  <a:gd name="connsiteX133" fmla="*/ 1438554 w 7241865"/>
                  <a:gd name="connsiteY133" fmla="*/ 523471 h 1224408"/>
                  <a:gd name="connsiteX134" fmla="*/ 1435872 w 7241865"/>
                  <a:gd name="connsiteY134" fmla="*/ 522140 h 1224408"/>
                  <a:gd name="connsiteX135" fmla="*/ 1345773 w 7241865"/>
                  <a:gd name="connsiteY135" fmla="*/ 524257 h 1224408"/>
                  <a:gd name="connsiteX136" fmla="*/ 1070356 w 7241865"/>
                  <a:gd name="connsiteY136" fmla="*/ 537789 h 1224408"/>
                  <a:gd name="connsiteX137" fmla="*/ 977656 w 7241865"/>
                  <a:gd name="connsiteY137" fmla="*/ 540038 h 1224408"/>
                  <a:gd name="connsiteX138" fmla="*/ 958433 w 7241865"/>
                  <a:gd name="connsiteY138" fmla="*/ 539972 h 1224408"/>
                  <a:gd name="connsiteX139" fmla="*/ 799287 w 7241865"/>
                  <a:gd name="connsiteY139" fmla="*/ 535127 h 1224408"/>
                  <a:gd name="connsiteX140" fmla="*/ 710529 w 7241865"/>
                  <a:gd name="connsiteY140" fmla="*/ 534101 h 1224408"/>
                  <a:gd name="connsiteX141" fmla="*/ 708660 w 7241865"/>
                  <a:gd name="connsiteY141" fmla="*/ 534515 h 1224408"/>
                  <a:gd name="connsiteX142" fmla="*/ 705043 w 7241865"/>
                  <a:gd name="connsiteY142" fmla="*/ 536654 h 1224408"/>
                  <a:gd name="connsiteX143" fmla="*/ 617626 w 7241865"/>
                  <a:gd name="connsiteY143" fmla="*/ 535105 h 1224408"/>
                  <a:gd name="connsiteX144" fmla="*/ 530332 w 7241865"/>
                  <a:gd name="connsiteY144" fmla="*/ 530674 h 1224408"/>
                  <a:gd name="connsiteX145" fmla="*/ 440680 w 7241865"/>
                  <a:gd name="connsiteY145" fmla="*/ 526898 h 1224408"/>
                  <a:gd name="connsiteX146" fmla="*/ 351719 w 7241865"/>
                  <a:gd name="connsiteY146" fmla="*/ 522314 h 1224408"/>
                  <a:gd name="connsiteX147" fmla="*/ 264262 w 7241865"/>
                  <a:gd name="connsiteY147" fmla="*/ 488636 h 1224408"/>
                  <a:gd name="connsiteX148" fmla="*/ 177008 w 7241865"/>
                  <a:gd name="connsiteY148" fmla="*/ 440399 h 1224408"/>
                  <a:gd name="connsiteX149" fmla="*/ 90932 w 7241865"/>
                  <a:gd name="connsiteY149" fmla="*/ 383323 h 1224408"/>
                  <a:gd name="connsiteX150" fmla="*/ 5222 w 7241865"/>
                  <a:gd name="connsiteY150" fmla="*/ 325548 h 1224408"/>
                  <a:gd name="connsiteX151" fmla="*/ 17617 w 7241865"/>
                  <a:gd name="connsiteY151" fmla="*/ 288465 h 1224408"/>
                  <a:gd name="connsiteX152" fmla="*/ 29362 w 7241865"/>
                  <a:gd name="connsiteY152" fmla="*/ 256598 h 1224408"/>
                  <a:gd name="connsiteX153" fmla="*/ 39807 w 7241865"/>
                  <a:gd name="connsiteY153" fmla="*/ 225473 h 1224408"/>
                  <a:gd name="connsiteX154" fmla="*/ 48625 w 7241865"/>
                  <a:gd name="connsiteY154" fmla="*/ 212421 h 1224408"/>
                  <a:gd name="connsiteX155" fmla="*/ 55657 w 7241865"/>
                  <a:gd name="connsiteY155" fmla="*/ 208951 h 1224408"/>
                  <a:gd name="connsiteX156" fmla="*/ 56063 w 7241865"/>
                  <a:gd name="connsiteY156" fmla="*/ 208689 h 1224408"/>
                  <a:gd name="connsiteX157" fmla="*/ 61833 w 7241865"/>
                  <a:gd name="connsiteY157" fmla="*/ 203952 h 1224408"/>
                  <a:gd name="connsiteX158" fmla="*/ 66182 w 7241865"/>
                  <a:gd name="connsiteY158" fmla="*/ 199958 h 1224408"/>
                  <a:gd name="connsiteX159" fmla="*/ 66507 w 7241865"/>
                  <a:gd name="connsiteY159" fmla="*/ 199587 h 1224408"/>
                  <a:gd name="connsiteX160" fmla="*/ 69637 w 7241865"/>
                  <a:gd name="connsiteY160" fmla="*/ 193257 h 1224408"/>
                  <a:gd name="connsiteX161" fmla="*/ 71913 w 7241865"/>
                  <a:gd name="connsiteY161" fmla="*/ 185051 h 1224408"/>
                  <a:gd name="connsiteX162" fmla="*/ 74392 w 7241865"/>
                  <a:gd name="connsiteY162" fmla="*/ 178765 h 1224408"/>
                  <a:gd name="connsiteX163" fmla="*/ 77318 w 7241865"/>
                  <a:gd name="connsiteY163" fmla="*/ 169969 h 1224408"/>
                  <a:gd name="connsiteX164" fmla="*/ 81097 w 7241865"/>
                  <a:gd name="connsiteY164" fmla="*/ 162984 h 1224408"/>
                  <a:gd name="connsiteX165" fmla="*/ 86015 w 7241865"/>
                  <a:gd name="connsiteY165" fmla="*/ 157178 h 1224408"/>
                  <a:gd name="connsiteX166" fmla="*/ 91419 w 7241865"/>
                  <a:gd name="connsiteY166" fmla="*/ 145872 h 1224408"/>
                  <a:gd name="connsiteX167" fmla="*/ 97597 w 7241865"/>
                  <a:gd name="connsiteY167" fmla="*/ 125508 h 1224408"/>
                  <a:gd name="connsiteX168" fmla="*/ 104140 w 7241865"/>
                  <a:gd name="connsiteY168" fmla="*/ 105100 h 1224408"/>
                  <a:gd name="connsiteX169" fmla="*/ 123607 w 7241865"/>
                  <a:gd name="connsiteY169" fmla="*/ 25695 h 1224408"/>
                  <a:gd name="connsiteX170" fmla="*/ 130068 w 7241865"/>
                  <a:gd name="connsiteY170" fmla="*/ 14454 h 1224408"/>
                  <a:gd name="connsiteX171" fmla="*/ 134457 w 7241865"/>
                  <a:gd name="connsiteY171" fmla="*/ 3956 h 1224408"/>
                  <a:gd name="connsiteX172" fmla="*/ 140513 w 7241865"/>
                  <a:gd name="connsiteY172" fmla="*/ 2843 h 1224408"/>
                  <a:gd name="connsiteX173" fmla="*/ 217810 w 7241865"/>
                  <a:gd name="connsiteY173" fmla="*/ 10678 h 1224408"/>
                  <a:gd name="connsiteX174" fmla="*/ 294823 w 7241865"/>
                  <a:gd name="connsiteY174" fmla="*/ 26350 h 1224408"/>
                  <a:gd name="connsiteX175" fmla="*/ 370495 w 7241865"/>
                  <a:gd name="connsiteY175" fmla="*/ 35037 h 1224408"/>
                  <a:gd name="connsiteX176" fmla="*/ 445110 w 7241865"/>
                  <a:gd name="connsiteY176" fmla="*/ 33705 h 1224408"/>
                  <a:gd name="connsiteX177" fmla="*/ 519521 w 7241865"/>
                  <a:gd name="connsiteY177" fmla="*/ 29122 h 1224408"/>
                  <a:gd name="connsiteX178" fmla="*/ 595153 w 7241865"/>
                  <a:gd name="connsiteY178" fmla="*/ 29602 h 1224408"/>
                  <a:gd name="connsiteX179" fmla="*/ 608686 w 7241865"/>
                  <a:gd name="connsiteY179" fmla="*/ 32003 h 1224408"/>
                  <a:gd name="connsiteX180" fmla="*/ 656925 w 7241865"/>
                  <a:gd name="connsiteY180" fmla="*/ 41236 h 1224408"/>
                  <a:gd name="connsiteX181" fmla="*/ 741416 w 7241865"/>
                  <a:gd name="connsiteY181" fmla="*/ 55095 h 1224408"/>
                  <a:gd name="connsiteX182" fmla="*/ 827410 w 7241865"/>
                  <a:gd name="connsiteY182" fmla="*/ 61316 h 1224408"/>
                  <a:gd name="connsiteX183" fmla="*/ 915924 w 7241865"/>
                  <a:gd name="connsiteY183" fmla="*/ 83055 h 1224408"/>
                  <a:gd name="connsiteX184" fmla="*/ 1003422 w 7241865"/>
                  <a:gd name="connsiteY184" fmla="*/ 104947 h 1224408"/>
                  <a:gd name="connsiteX185" fmla="*/ 1087587 w 7241865"/>
                  <a:gd name="connsiteY185" fmla="*/ 124242 h 1224408"/>
                  <a:gd name="connsiteX186" fmla="*/ 1166998 w 7241865"/>
                  <a:gd name="connsiteY186" fmla="*/ 140808 h 1224408"/>
                  <a:gd name="connsiteX187" fmla="*/ 1242588 w 7241865"/>
                  <a:gd name="connsiteY187" fmla="*/ 152747 h 1224408"/>
                  <a:gd name="connsiteX188" fmla="*/ 1385763 w 7241865"/>
                  <a:gd name="connsiteY188" fmla="*/ 171300 h 1224408"/>
                  <a:gd name="connsiteX189" fmla="*/ 1456192 w 7241865"/>
                  <a:gd name="connsiteY189" fmla="*/ 176320 h 1224408"/>
                  <a:gd name="connsiteX190" fmla="*/ 1527434 w 7241865"/>
                  <a:gd name="connsiteY190" fmla="*/ 185640 h 1224408"/>
                  <a:gd name="connsiteX191" fmla="*/ 1601033 w 7241865"/>
                  <a:gd name="connsiteY191" fmla="*/ 199107 h 1224408"/>
                  <a:gd name="connsiteX192" fmla="*/ 1676827 w 7241865"/>
                  <a:gd name="connsiteY192" fmla="*/ 207467 h 1224408"/>
                  <a:gd name="connsiteX193" fmla="*/ 1754896 w 7241865"/>
                  <a:gd name="connsiteY193" fmla="*/ 209911 h 1224408"/>
                  <a:gd name="connsiteX194" fmla="*/ 1835363 w 7241865"/>
                  <a:gd name="connsiteY194" fmla="*/ 201813 h 1224408"/>
                  <a:gd name="connsiteX195" fmla="*/ 1916034 w 7241865"/>
                  <a:gd name="connsiteY195" fmla="*/ 188128 h 1224408"/>
                  <a:gd name="connsiteX196" fmla="*/ 1996013 w 7241865"/>
                  <a:gd name="connsiteY196" fmla="*/ 171867 h 1224408"/>
                  <a:gd name="connsiteX197" fmla="*/ 2073514 w 7241865"/>
                  <a:gd name="connsiteY197" fmla="*/ 148797 h 1224408"/>
                  <a:gd name="connsiteX198" fmla="*/ 2149795 w 7241865"/>
                  <a:gd name="connsiteY198" fmla="*/ 130615 h 1224408"/>
                  <a:gd name="connsiteX199" fmla="*/ 2222906 w 7241865"/>
                  <a:gd name="connsiteY199" fmla="*/ 108985 h 1224408"/>
                  <a:gd name="connsiteX200" fmla="*/ 2295042 w 7241865"/>
                  <a:gd name="connsiteY200" fmla="*/ 97046 h 1224408"/>
                  <a:gd name="connsiteX201" fmla="*/ 2367178 w 7241865"/>
                  <a:gd name="connsiteY201" fmla="*/ 99338 h 1224408"/>
                  <a:gd name="connsiteX202" fmla="*/ 2439802 w 7241865"/>
                  <a:gd name="connsiteY202" fmla="*/ 102961 h 1224408"/>
                  <a:gd name="connsiteX203" fmla="*/ 2513604 w 7241865"/>
                  <a:gd name="connsiteY203" fmla="*/ 113722 h 1224408"/>
                  <a:gd name="connsiteX204" fmla="*/ 2587529 w 7241865"/>
                  <a:gd name="connsiteY204" fmla="*/ 127843 h 1224408"/>
                  <a:gd name="connsiteX205" fmla="*/ 2593299 w 7241865"/>
                  <a:gd name="connsiteY205" fmla="*/ 136901 h 1224408"/>
                  <a:gd name="connsiteX206" fmla="*/ 2599355 w 7241865"/>
                  <a:gd name="connsiteY206" fmla="*/ 150543 h 1224408"/>
                  <a:gd name="connsiteX207" fmla="*/ 2617724 w 7241865"/>
                  <a:gd name="connsiteY207" fmla="*/ 240054 h 1224408"/>
                  <a:gd name="connsiteX208" fmla="*/ 2623779 w 7241865"/>
                  <a:gd name="connsiteY208" fmla="*/ 266966 h 1224408"/>
                  <a:gd name="connsiteX209" fmla="*/ 2636784 w 7241865"/>
                  <a:gd name="connsiteY209" fmla="*/ 310139 h 1224408"/>
                  <a:gd name="connsiteX210" fmla="*/ 2643612 w 7241865"/>
                  <a:gd name="connsiteY210" fmla="*/ 330066 h 1224408"/>
                  <a:gd name="connsiteX211" fmla="*/ 2650561 w 7241865"/>
                  <a:gd name="connsiteY211" fmla="*/ 347222 h 1224408"/>
                  <a:gd name="connsiteX212" fmla="*/ 2657592 w 7241865"/>
                  <a:gd name="connsiteY212" fmla="*/ 363374 h 1224408"/>
                  <a:gd name="connsiteX213" fmla="*/ 2664541 w 7241865"/>
                  <a:gd name="connsiteY213" fmla="*/ 378565 h 1224408"/>
                  <a:gd name="connsiteX214" fmla="*/ 2671694 w 7241865"/>
                  <a:gd name="connsiteY214" fmla="*/ 394760 h 1224408"/>
                  <a:gd name="connsiteX215" fmla="*/ 2678928 w 7241865"/>
                  <a:gd name="connsiteY215" fmla="*/ 412942 h 1224408"/>
                  <a:gd name="connsiteX216" fmla="*/ 2686081 w 7241865"/>
                  <a:gd name="connsiteY216" fmla="*/ 426518 h 1224408"/>
                  <a:gd name="connsiteX217" fmla="*/ 2693518 w 7241865"/>
                  <a:gd name="connsiteY217" fmla="*/ 446031 h 1224408"/>
                  <a:gd name="connsiteX218" fmla="*/ 2700955 w 7241865"/>
                  <a:gd name="connsiteY218" fmla="*/ 462815 h 1224408"/>
                  <a:gd name="connsiteX219" fmla="*/ 2708514 w 7241865"/>
                  <a:gd name="connsiteY219" fmla="*/ 481630 h 1224408"/>
                  <a:gd name="connsiteX220" fmla="*/ 2709001 w 7241865"/>
                  <a:gd name="connsiteY220" fmla="*/ 482219 h 1224408"/>
                  <a:gd name="connsiteX221" fmla="*/ 2716642 w 7241865"/>
                  <a:gd name="connsiteY221" fmla="*/ 487392 h 1224408"/>
                  <a:gd name="connsiteX222" fmla="*/ 2731922 w 7241865"/>
                  <a:gd name="connsiteY222" fmla="*/ 495708 h 1224408"/>
                  <a:gd name="connsiteX223" fmla="*/ 2733589 w 7241865"/>
                  <a:gd name="connsiteY223" fmla="*/ 496123 h 1224408"/>
                  <a:gd name="connsiteX224" fmla="*/ 2819624 w 7241865"/>
                  <a:gd name="connsiteY224" fmla="*/ 496232 h 1224408"/>
                  <a:gd name="connsiteX225" fmla="*/ 2835392 w 7241865"/>
                  <a:gd name="connsiteY225" fmla="*/ 504395 h 1224408"/>
                  <a:gd name="connsiteX226" fmla="*/ 2837180 w 7241865"/>
                  <a:gd name="connsiteY226" fmla="*/ 504766 h 1224408"/>
                  <a:gd name="connsiteX227" fmla="*/ 2925206 w 7241865"/>
                  <a:gd name="connsiteY227" fmla="*/ 504875 h 1224408"/>
                  <a:gd name="connsiteX228" fmla="*/ 3091302 w 7241865"/>
                  <a:gd name="connsiteY228" fmla="*/ 500815 h 1224408"/>
                  <a:gd name="connsiteX229" fmla="*/ 3440928 w 7241865"/>
                  <a:gd name="connsiteY229" fmla="*/ 501295 h 1224408"/>
                  <a:gd name="connsiteX230" fmla="*/ 3452063 w 7241865"/>
                  <a:gd name="connsiteY230" fmla="*/ 505399 h 1224408"/>
                  <a:gd name="connsiteX231" fmla="*/ 3453445 w 7241865"/>
                  <a:gd name="connsiteY231" fmla="*/ 505617 h 1224408"/>
                  <a:gd name="connsiteX232" fmla="*/ 3540861 w 7241865"/>
                  <a:gd name="connsiteY232" fmla="*/ 505726 h 1224408"/>
                  <a:gd name="connsiteX233" fmla="*/ 3552688 w 7241865"/>
                  <a:gd name="connsiteY233" fmla="*/ 509873 h 1224408"/>
                  <a:gd name="connsiteX234" fmla="*/ 3554069 w 7241865"/>
                  <a:gd name="connsiteY234" fmla="*/ 510092 h 1224408"/>
                  <a:gd name="connsiteX235" fmla="*/ 3641974 w 7241865"/>
                  <a:gd name="connsiteY235" fmla="*/ 510201 h 1224408"/>
                  <a:gd name="connsiteX236" fmla="*/ 4148877 w 7241865"/>
                  <a:gd name="connsiteY236" fmla="*/ 680819 h 1224408"/>
                  <a:gd name="connsiteX237" fmla="*/ 4150177 w 7241865"/>
                  <a:gd name="connsiteY237" fmla="*/ 681037 h 1224408"/>
                  <a:gd name="connsiteX238" fmla="*/ 4258930 w 7241865"/>
                  <a:gd name="connsiteY238" fmla="*/ 681255 h 1224408"/>
                  <a:gd name="connsiteX239" fmla="*/ 4366789 w 7241865"/>
                  <a:gd name="connsiteY239" fmla="*/ 675275 h 1224408"/>
                  <a:gd name="connsiteX240" fmla="*/ 4474931 w 7241865"/>
                  <a:gd name="connsiteY240" fmla="*/ 681561 h 1224408"/>
                  <a:gd name="connsiteX241" fmla="*/ 5981863 w 7241865"/>
                  <a:gd name="connsiteY241" fmla="*/ 1136317 h 1224408"/>
                  <a:gd name="connsiteX242" fmla="*/ 6030183 w 7241865"/>
                  <a:gd name="connsiteY242" fmla="*/ 1147143 h 1224408"/>
                  <a:gd name="connsiteX243" fmla="*/ 6079114 w 7241865"/>
                  <a:gd name="connsiteY243" fmla="*/ 1154717 h 1224408"/>
                  <a:gd name="connsiteX244" fmla="*/ 6128939 w 7241865"/>
                  <a:gd name="connsiteY244" fmla="*/ 1160108 h 1224408"/>
                  <a:gd name="connsiteX245" fmla="*/ 6180349 w 7241865"/>
                  <a:gd name="connsiteY245" fmla="*/ 1166285 h 1224408"/>
                  <a:gd name="connsiteX246" fmla="*/ 6348639 w 7241865"/>
                  <a:gd name="connsiteY246" fmla="*/ 1165433 h 1224408"/>
                  <a:gd name="connsiteX247" fmla="*/ 6436746 w 7241865"/>
                  <a:gd name="connsiteY247" fmla="*/ 1165433 h 1224408"/>
                  <a:gd name="connsiteX248" fmla="*/ 6491001 w 7241865"/>
                  <a:gd name="connsiteY248" fmla="*/ 1180777 h 1224408"/>
                  <a:gd name="connsiteX249" fmla="*/ 6492302 w 7241865"/>
                  <a:gd name="connsiteY249" fmla="*/ 1180930 h 1224408"/>
                  <a:gd name="connsiteX250" fmla="*/ 6572362 w 7241865"/>
                  <a:gd name="connsiteY250" fmla="*/ 1180865 h 1224408"/>
                  <a:gd name="connsiteX251" fmla="*/ 6629014 w 7241865"/>
                  <a:gd name="connsiteY251" fmla="*/ 1198392 h 1224408"/>
                  <a:gd name="connsiteX252" fmla="*/ 6687454 w 7241865"/>
                  <a:gd name="connsiteY252" fmla="*/ 1214652 h 1224408"/>
                  <a:gd name="connsiteX253" fmla="*/ 6688429 w 7241865"/>
                  <a:gd name="connsiteY253" fmla="*/ 1214805 h 1224408"/>
                  <a:gd name="connsiteX254" fmla="*/ 6862775 w 7241865"/>
                  <a:gd name="connsiteY254" fmla="*/ 1219498 h 1224408"/>
                  <a:gd name="connsiteX255" fmla="*/ 7037202 w 7241865"/>
                  <a:gd name="connsiteY255" fmla="*/ 1221462 h 1224408"/>
                  <a:gd name="connsiteX256" fmla="*/ 7211710 w 7241865"/>
                  <a:gd name="connsiteY256" fmla="*/ 1224234 h 1224408"/>
                  <a:gd name="connsiteX257" fmla="*/ 7241866 w 7241865"/>
                  <a:gd name="connsiteY257" fmla="*/ 1224409 h 1224408"/>
                  <a:gd name="connsiteX258" fmla="*/ 7241866 w 7241865"/>
                  <a:gd name="connsiteY258" fmla="*/ 1221571 h 122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Lst>
                <a:rect l="l" t="t" r="r" b="b"/>
                <a:pathLst>
                  <a:path w="7241865" h="1224408">
                    <a:moveTo>
                      <a:pt x="7241621" y="1221593"/>
                    </a:moveTo>
                    <a:lnTo>
                      <a:pt x="7211548" y="1221440"/>
                    </a:lnTo>
                    <a:lnTo>
                      <a:pt x="7037039" y="1218668"/>
                    </a:lnTo>
                    <a:lnTo>
                      <a:pt x="6862694" y="1216704"/>
                    </a:lnTo>
                    <a:lnTo>
                      <a:pt x="6688958" y="1212077"/>
                    </a:lnTo>
                    <a:lnTo>
                      <a:pt x="6631127" y="1195925"/>
                    </a:lnTo>
                    <a:lnTo>
                      <a:pt x="6573987" y="1178289"/>
                    </a:lnTo>
                    <a:cubicBezTo>
                      <a:pt x="6573703" y="1178180"/>
                      <a:pt x="6573215" y="1178071"/>
                      <a:pt x="6572809" y="1178071"/>
                    </a:cubicBezTo>
                    <a:lnTo>
                      <a:pt x="6492748" y="1178115"/>
                    </a:lnTo>
                    <a:lnTo>
                      <a:pt x="6492748" y="1178115"/>
                    </a:lnTo>
                    <a:lnTo>
                      <a:pt x="6438169" y="1162771"/>
                    </a:lnTo>
                    <a:cubicBezTo>
                      <a:pt x="6437884" y="1162661"/>
                      <a:pt x="6437477" y="1162618"/>
                      <a:pt x="6437071" y="1162618"/>
                    </a:cubicBezTo>
                    <a:lnTo>
                      <a:pt x="6348354" y="1162618"/>
                    </a:lnTo>
                    <a:lnTo>
                      <a:pt x="6180551" y="1163513"/>
                    </a:lnTo>
                    <a:lnTo>
                      <a:pt x="6129670" y="1157336"/>
                    </a:lnTo>
                    <a:lnTo>
                      <a:pt x="6080049" y="1152010"/>
                    </a:lnTo>
                    <a:lnTo>
                      <a:pt x="6031525" y="1144502"/>
                    </a:lnTo>
                    <a:lnTo>
                      <a:pt x="5983813" y="1133850"/>
                    </a:lnTo>
                    <a:lnTo>
                      <a:pt x="4476679" y="678985"/>
                    </a:lnTo>
                    <a:cubicBezTo>
                      <a:pt x="4476395" y="678920"/>
                      <a:pt x="4476110" y="678832"/>
                      <a:pt x="4475785" y="678832"/>
                    </a:cubicBezTo>
                    <a:lnTo>
                      <a:pt x="4366667" y="672481"/>
                    </a:lnTo>
                    <a:lnTo>
                      <a:pt x="4258523" y="678440"/>
                    </a:lnTo>
                    <a:lnTo>
                      <a:pt x="4150787" y="678287"/>
                    </a:lnTo>
                    <a:lnTo>
                      <a:pt x="3643884" y="507603"/>
                    </a:lnTo>
                    <a:cubicBezTo>
                      <a:pt x="3643477" y="507494"/>
                      <a:pt x="3642990" y="507385"/>
                      <a:pt x="3642583" y="507385"/>
                    </a:cubicBezTo>
                    <a:lnTo>
                      <a:pt x="3554598" y="507276"/>
                    </a:lnTo>
                    <a:lnTo>
                      <a:pt x="3542772" y="503129"/>
                    </a:lnTo>
                    <a:cubicBezTo>
                      <a:pt x="3542365" y="503020"/>
                      <a:pt x="3541959" y="502911"/>
                      <a:pt x="3541471" y="502911"/>
                    </a:cubicBezTo>
                    <a:lnTo>
                      <a:pt x="3454055" y="502801"/>
                    </a:lnTo>
                    <a:lnTo>
                      <a:pt x="3442919" y="498742"/>
                    </a:lnTo>
                    <a:cubicBezTo>
                      <a:pt x="3442513" y="498589"/>
                      <a:pt x="3442025" y="498480"/>
                      <a:pt x="3441537" y="498480"/>
                    </a:cubicBezTo>
                    <a:lnTo>
                      <a:pt x="3090977" y="498065"/>
                    </a:lnTo>
                    <a:lnTo>
                      <a:pt x="2924881" y="502059"/>
                    </a:lnTo>
                    <a:lnTo>
                      <a:pt x="2837952" y="501950"/>
                    </a:lnTo>
                    <a:lnTo>
                      <a:pt x="2822103" y="493787"/>
                    </a:lnTo>
                    <a:cubicBezTo>
                      <a:pt x="2821696" y="493569"/>
                      <a:pt x="2821005" y="493416"/>
                      <a:pt x="2820396" y="493416"/>
                    </a:cubicBezTo>
                    <a:lnTo>
                      <a:pt x="2734483" y="493307"/>
                    </a:lnTo>
                    <a:lnTo>
                      <a:pt x="2720177" y="485471"/>
                    </a:lnTo>
                    <a:lnTo>
                      <a:pt x="2713025" y="480669"/>
                    </a:lnTo>
                    <a:lnTo>
                      <a:pt x="2705710" y="462182"/>
                    </a:lnTo>
                    <a:lnTo>
                      <a:pt x="2698273" y="445441"/>
                    </a:lnTo>
                    <a:lnTo>
                      <a:pt x="2690835" y="425819"/>
                    </a:lnTo>
                    <a:lnTo>
                      <a:pt x="2683683" y="412243"/>
                    </a:lnTo>
                    <a:lnTo>
                      <a:pt x="2676449" y="394127"/>
                    </a:lnTo>
                    <a:lnTo>
                      <a:pt x="2669296" y="377866"/>
                    </a:lnTo>
                    <a:lnTo>
                      <a:pt x="2662265" y="362741"/>
                    </a:lnTo>
                    <a:lnTo>
                      <a:pt x="2655316" y="346589"/>
                    </a:lnTo>
                    <a:lnTo>
                      <a:pt x="2648489" y="329477"/>
                    </a:lnTo>
                    <a:lnTo>
                      <a:pt x="2641620" y="309658"/>
                    </a:lnTo>
                    <a:lnTo>
                      <a:pt x="2628616" y="266595"/>
                    </a:lnTo>
                    <a:lnTo>
                      <a:pt x="2622560" y="239748"/>
                    </a:lnTo>
                    <a:lnTo>
                      <a:pt x="2604191" y="149997"/>
                    </a:lnTo>
                    <a:lnTo>
                      <a:pt x="2597932" y="136094"/>
                    </a:lnTo>
                    <a:lnTo>
                      <a:pt x="2591674" y="126294"/>
                    </a:lnTo>
                    <a:cubicBezTo>
                      <a:pt x="2591471" y="125857"/>
                      <a:pt x="2590902" y="125552"/>
                      <a:pt x="2590089" y="125377"/>
                    </a:cubicBezTo>
                    <a:lnTo>
                      <a:pt x="2518766" y="111779"/>
                    </a:lnTo>
                    <a:lnTo>
                      <a:pt x="2440493" y="100167"/>
                    </a:lnTo>
                    <a:lnTo>
                      <a:pt x="2367382" y="96500"/>
                    </a:lnTo>
                    <a:lnTo>
                      <a:pt x="2294677" y="94209"/>
                    </a:lnTo>
                    <a:cubicBezTo>
                      <a:pt x="2294392" y="94143"/>
                      <a:pt x="2294067" y="94209"/>
                      <a:pt x="2293905" y="94252"/>
                    </a:cubicBezTo>
                    <a:lnTo>
                      <a:pt x="2220793" y="106344"/>
                    </a:lnTo>
                    <a:lnTo>
                      <a:pt x="2147479" y="128083"/>
                    </a:lnTo>
                    <a:lnTo>
                      <a:pt x="2071197" y="146265"/>
                    </a:lnTo>
                    <a:lnTo>
                      <a:pt x="1993819" y="169270"/>
                    </a:lnTo>
                    <a:lnTo>
                      <a:pt x="1915953" y="185051"/>
                    </a:lnTo>
                    <a:lnTo>
                      <a:pt x="1834104" y="199020"/>
                    </a:lnTo>
                    <a:lnTo>
                      <a:pt x="1754530" y="207117"/>
                    </a:lnTo>
                    <a:lnTo>
                      <a:pt x="1677436" y="204673"/>
                    </a:lnTo>
                    <a:lnTo>
                      <a:pt x="1602252" y="196357"/>
                    </a:lnTo>
                    <a:lnTo>
                      <a:pt x="1528735" y="182890"/>
                    </a:lnTo>
                    <a:lnTo>
                      <a:pt x="1457005" y="173504"/>
                    </a:lnTo>
                    <a:lnTo>
                      <a:pt x="1386657" y="168484"/>
                    </a:lnTo>
                    <a:lnTo>
                      <a:pt x="1316228" y="159274"/>
                    </a:lnTo>
                    <a:lnTo>
                      <a:pt x="1243767" y="149997"/>
                    </a:lnTo>
                    <a:lnTo>
                      <a:pt x="1168502" y="138124"/>
                    </a:lnTo>
                    <a:lnTo>
                      <a:pt x="1089335" y="121601"/>
                    </a:lnTo>
                    <a:lnTo>
                      <a:pt x="1005291" y="102372"/>
                    </a:lnTo>
                    <a:lnTo>
                      <a:pt x="917874" y="80414"/>
                    </a:lnTo>
                    <a:lnTo>
                      <a:pt x="829036" y="58610"/>
                    </a:lnTo>
                    <a:cubicBezTo>
                      <a:pt x="828792" y="58566"/>
                      <a:pt x="828548" y="58500"/>
                      <a:pt x="828304" y="58500"/>
                    </a:cubicBezTo>
                    <a:lnTo>
                      <a:pt x="742310" y="52324"/>
                    </a:lnTo>
                    <a:lnTo>
                      <a:pt x="658307" y="38529"/>
                    </a:lnTo>
                    <a:lnTo>
                      <a:pt x="610149" y="29318"/>
                    </a:lnTo>
                    <a:lnTo>
                      <a:pt x="596209" y="26874"/>
                    </a:lnTo>
                    <a:cubicBezTo>
                      <a:pt x="595965" y="26808"/>
                      <a:pt x="595721" y="26765"/>
                      <a:pt x="595478" y="26765"/>
                    </a:cubicBezTo>
                    <a:lnTo>
                      <a:pt x="519074" y="26284"/>
                    </a:lnTo>
                    <a:lnTo>
                      <a:pt x="444581" y="30868"/>
                    </a:lnTo>
                    <a:lnTo>
                      <a:pt x="370819" y="32265"/>
                    </a:lnTo>
                    <a:lnTo>
                      <a:pt x="296123" y="23622"/>
                    </a:lnTo>
                    <a:lnTo>
                      <a:pt x="219070" y="8016"/>
                    </a:lnTo>
                    <a:lnTo>
                      <a:pt x="140757" y="27"/>
                    </a:lnTo>
                    <a:cubicBezTo>
                      <a:pt x="140350" y="-38"/>
                      <a:pt x="139903" y="27"/>
                      <a:pt x="139537" y="93"/>
                    </a:cubicBezTo>
                    <a:lnTo>
                      <a:pt x="131490" y="1533"/>
                    </a:lnTo>
                    <a:cubicBezTo>
                      <a:pt x="130597" y="1708"/>
                      <a:pt x="130027" y="2079"/>
                      <a:pt x="129743" y="2559"/>
                    </a:cubicBezTo>
                    <a:lnTo>
                      <a:pt x="125070" y="13756"/>
                    </a:lnTo>
                    <a:lnTo>
                      <a:pt x="118567" y="25149"/>
                    </a:lnTo>
                    <a:lnTo>
                      <a:pt x="99060" y="104707"/>
                    </a:lnTo>
                    <a:lnTo>
                      <a:pt x="92517" y="125071"/>
                    </a:lnTo>
                    <a:lnTo>
                      <a:pt x="86380" y="145326"/>
                    </a:lnTo>
                    <a:lnTo>
                      <a:pt x="81178" y="156305"/>
                    </a:lnTo>
                    <a:lnTo>
                      <a:pt x="76302" y="162002"/>
                    </a:lnTo>
                    <a:lnTo>
                      <a:pt x="72360" y="169357"/>
                    </a:lnTo>
                    <a:lnTo>
                      <a:pt x="69393" y="178263"/>
                    </a:lnTo>
                    <a:lnTo>
                      <a:pt x="66873" y="184549"/>
                    </a:lnTo>
                    <a:lnTo>
                      <a:pt x="64638" y="192712"/>
                    </a:lnTo>
                    <a:lnTo>
                      <a:pt x="61671" y="198736"/>
                    </a:lnTo>
                    <a:lnTo>
                      <a:pt x="57567" y="202468"/>
                    </a:lnTo>
                    <a:lnTo>
                      <a:pt x="52080" y="207008"/>
                    </a:lnTo>
                    <a:lnTo>
                      <a:pt x="44806" y="210631"/>
                    </a:lnTo>
                    <a:cubicBezTo>
                      <a:pt x="44521" y="210741"/>
                      <a:pt x="44277" y="210959"/>
                      <a:pt x="44155" y="211177"/>
                    </a:cubicBezTo>
                    <a:lnTo>
                      <a:pt x="34970" y="224753"/>
                    </a:lnTo>
                    <a:lnTo>
                      <a:pt x="24404" y="256140"/>
                    </a:lnTo>
                    <a:lnTo>
                      <a:pt x="12618" y="288006"/>
                    </a:lnTo>
                    <a:lnTo>
                      <a:pt x="20" y="325723"/>
                    </a:lnTo>
                    <a:cubicBezTo>
                      <a:pt x="-61" y="326137"/>
                      <a:pt x="102" y="326574"/>
                      <a:pt x="548" y="326901"/>
                    </a:cubicBezTo>
                    <a:lnTo>
                      <a:pt x="86990" y="385200"/>
                    </a:lnTo>
                    <a:lnTo>
                      <a:pt x="173228" y="442386"/>
                    </a:lnTo>
                    <a:lnTo>
                      <a:pt x="261010" y="490819"/>
                    </a:lnTo>
                    <a:lnTo>
                      <a:pt x="349321" y="524912"/>
                    </a:lnTo>
                    <a:cubicBezTo>
                      <a:pt x="349728" y="525021"/>
                      <a:pt x="350093" y="525130"/>
                      <a:pt x="350540" y="525130"/>
                    </a:cubicBezTo>
                    <a:lnTo>
                      <a:pt x="440192" y="529757"/>
                    </a:lnTo>
                    <a:lnTo>
                      <a:pt x="529885" y="533555"/>
                    </a:lnTo>
                    <a:lnTo>
                      <a:pt x="617261" y="537920"/>
                    </a:lnTo>
                    <a:lnTo>
                      <a:pt x="705937" y="539579"/>
                    </a:lnTo>
                    <a:cubicBezTo>
                      <a:pt x="706831" y="539579"/>
                      <a:pt x="707360" y="539426"/>
                      <a:pt x="707888" y="539099"/>
                    </a:cubicBezTo>
                    <a:lnTo>
                      <a:pt x="711545" y="536982"/>
                    </a:lnTo>
                    <a:lnTo>
                      <a:pt x="799043" y="537986"/>
                    </a:lnTo>
                    <a:lnTo>
                      <a:pt x="886988" y="540758"/>
                    </a:lnTo>
                    <a:lnTo>
                      <a:pt x="958271" y="542831"/>
                    </a:lnTo>
                    <a:lnTo>
                      <a:pt x="977697" y="542875"/>
                    </a:lnTo>
                    <a:lnTo>
                      <a:pt x="1070681" y="540627"/>
                    </a:lnTo>
                    <a:lnTo>
                      <a:pt x="1346058" y="527094"/>
                    </a:lnTo>
                    <a:lnTo>
                      <a:pt x="1436157" y="524912"/>
                    </a:lnTo>
                    <a:cubicBezTo>
                      <a:pt x="1437538" y="524912"/>
                      <a:pt x="1438636" y="524213"/>
                      <a:pt x="1438554" y="523471"/>
                    </a:cubicBezTo>
                    <a:cubicBezTo>
                      <a:pt x="1438473" y="522664"/>
                      <a:pt x="1437254" y="522140"/>
                      <a:pt x="1435872" y="522140"/>
                    </a:cubicBezTo>
                    <a:lnTo>
                      <a:pt x="1345773" y="524257"/>
                    </a:lnTo>
                    <a:lnTo>
                      <a:pt x="1070356" y="537789"/>
                    </a:lnTo>
                    <a:lnTo>
                      <a:pt x="977656" y="540038"/>
                    </a:lnTo>
                    <a:lnTo>
                      <a:pt x="958433" y="539972"/>
                    </a:lnTo>
                    <a:lnTo>
                      <a:pt x="799287" y="535127"/>
                    </a:lnTo>
                    <a:lnTo>
                      <a:pt x="710529" y="534101"/>
                    </a:lnTo>
                    <a:cubicBezTo>
                      <a:pt x="709798" y="534101"/>
                      <a:pt x="709148" y="534254"/>
                      <a:pt x="708660" y="534515"/>
                    </a:cubicBezTo>
                    <a:lnTo>
                      <a:pt x="705043" y="536654"/>
                    </a:lnTo>
                    <a:lnTo>
                      <a:pt x="617626" y="535105"/>
                    </a:lnTo>
                    <a:lnTo>
                      <a:pt x="530332" y="530674"/>
                    </a:lnTo>
                    <a:lnTo>
                      <a:pt x="440680" y="526898"/>
                    </a:lnTo>
                    <a:lnTo>
                      <a:pt x="351719" y="522314"/>
                    </a:lnTo>
                    <a:lnTo>
                      <a:pt x="264262" y="488636"/>
                    </a:lnTo>
                    <a:lnTo>
                      <a:pt x="177008" y="440399"/>
                    </a:lnTo>
                    <a:lnTo>
                      <a:pt x="90932" y="383323"/>
                    </a:lnTo>
                    <a:lnTo>
                      <a:pt x="5222" y="325548"/>
                    </a:lnTo>
                    <a:lnTo>
                      <a:pt x="17617" y="288465"/>
                    </a:lnTo>
                    <a:lnTo>
                      <a:pt x="29362" y="256598"/>
                    </a:lnTo>
                    <a:lnTo>
                      <a:pt x="39807" y="225473"/>
                    </a:lnTo>
                    <a:lnTo>
                      <a:pt x="48625" y="212421"/>
                    </a:lnTo>
                    <a:lnTo>
                      <a:pt x="55657" y="208951"/>
                    </a:lnTo>
                    <a:cubicBezTo>
                      <a:pt x="55657" y="208951"/>
                      <a:pt x="55941" y="208798"/>
                      <a:pt x="56063" y="208689"/>
                    </a:cubicBezTo>
                    <a:lnTo>
                      <a:pt x="61833" y="203952"/>
                    </a:lnTo>
                    <a:lnTo>
                      <a:pt x="66182" y="199958"/>
                    </a:lnTo>
                    <a:cubicBezTo>
                      <a:pt x="66182" y="199958"/>
                      <a:pt x="66426" y="199740"/>
                      <a:pt x="66507" y="199587"/>
                    </a:cubicBezTo>
                    <a:lnTo>
                      <a:pt x="69637" y="193257"/>
                    </a:lnTo>
                    <a:lnTo>
                      <a:pt x="71913" y="185051"/>
                    </a:lnTo>
                    <a:lnTo>
                      <a:pt x="74392" y="178765"/>
                    </a:lnTo>
                    <a:lnTo>
                      <a:pt x="77318" y="169969"/>
                    </a:lnTo>
                    <a:lnTo>
                      <a:pt x="81097" y="162984"/>
                    </a:lnTo>
                    <a:lnTo>
                      <a:pt x="86015" y="157178"/>
                    </a:lnTo>
                    <a:lnTo>
                      <a:pt x="91419" y="145872"/>
                    </a:lnTo>
                    <a:lnTo>
                      <a:pt x="97597" y="125508"/>
                    </a:lnTo>
                    <a:lnTo>
                      <a:pt x="104140" y="105100"/>
                    </a:lnTo>
                    <a:lnTo>
                      <a:pt x="123607" y="25695"/>
                    </a:lnTo>
                    <a:lnTo>
                      <a:pt x="130068" y="14454"/>
                    </a:lnTo>
                    <a:lnTo>
                      <a:pt x="134457" y="3956"/>
                    </a:lnTo>
                    <a:lnTo>
                      <a:pt x="140513" y="2843"/>
                    </a:lnTo>
                    <a:lnTo>
                      <a:pt x="217810" y="10678"/>
                    </a:lnTo>
                    <a:lnTo>
                      <a:pt x="294823" y="26350"/>
                    </a:lnTo>
                    <a:lnTo>
                      <a:pt x="370495" y="35037"/>
                    </a:lnTo>
                    <a:lnTo>
                      <a:pt x="445110" y="33705"/>
                    </a:lnTo>
                    <a:lnTo>
                      <a:pt x="519521" y="29122"/>
                    </a:lnTo>
                    <a:lnTo>
                      <a:pt x="595153" y="29602"/>
                    </a:lnTo>
                    <a:lnTo>
                      <a:pt x="608686" y="32003"/>
                    </a:lnTo>
                    <a:lnTo>
                      <a:pt x="656925" y="41236"/>
                    </a:lnTo>
                    <a:lnTo>
                      <a:pt x="741416" y="55095"/>
                    </a:lnTo>
                    <a:lnTo>
                      <a:pt x="827410" y="61316"/>
                    </a:lnTo>
                    <a:lnTo>
                      <a:pt x="915924" y="83055"/>
                    </a:lnTo>
                    <a:lnTo>
                      <a:pt x="1003422" y="104947"/>
                    </a:lnTo>
                    <a:lnTo>
                      <a:pt x="1087587" y="124242"/>
                    </a:lnTo>
                    <a:lnTo>
                      <a:pt x="1166998" y="140808"/>
                    </a:lnTo>
                    <a:lnTo>
                      <a:pt x="1242588" y="152747"/>
                    </a:lnTo>
                    <a:lnTo>
                      <a:pt x="1385763" y="171300"/>
                    </a:lnTo>
                    <a:lnTo>
                      <a:pt x="1456192" y="176320"/>
                    </a:lnTo>
                    <a:lnTo>
                      <a:pt x="1527434" y="185640"/>
                    </a:lnTo>
                    <a:lnTo>
                      <a:pt x="1601033" y="199107"/>
                    </a:lnTo>
                    <a:lnTo>
                      <a:pt x="1676827" y="207467"/>
                    </a:lnTo>
                    <a:lnTo>
                      <a:pt x="1754896" y="209911"/>
                    </a:lnTo>
                    <a:lnTo>
                      <a:pt x="1835363" y="201813"/>
                    </a:lnTo>
                    <a:lnTo>
                      <a:pt x="1916034" y="188128"/>
                    </a:lnTo>
                    <a:lnTo>
                      <a:pt x="1996013" y="171867"/>
                    </a:lnTo>
                    <a:lnTo>
                      <a:pt x="2073514" y="148797"/>
                    </a:lnTo>
                    <a:lnTo>
                      <a:pt x="2149795" y="130615"/>
                    </a:lnTo>
                    <a:lnTo>
                      <a:pt x="2222906" y="108985"/>
                    </a:lnTo>
                    <a:lnTo>
                      <a:pt x="2295042" y="97046"/>
                    </a:lnTo>
                    <a:lnTo>
                      <a:pt x="2367178" y="99338"/>
                    </a:lnTo>
                    <a:lnTo>
                      <a:pt x="2439802" y="102961"/>
                    </a:lnTo>
                    <a:lnTo>
                      <a:pt x="2513604" y="113722"/>
                    </a:lnTo>
                    <a:lnTo>
                      <a:pt x="2587529" y="127843"/>
                    </a:lnTo>
                    <a:lnTo>
                      <a:pt x="2593299" y="136901"/>
                    </a:lnTo>
                    <a:lnTo>
                      <a:pt x="2599355" y="150543"/>
                    </a:lnTo>
                    <a:lnTo>
                      <a:pt x="2617724" y="240054"/>
                    </a:lnTo>
                    <a:lnTo>
                      <a:pt x="2623779" y="266966"/>
                    </a:lnTo>
                    <a:lnTo>
                      <a:pt x="2636784" y="310139"/>
                    </a:lnTo>
                    <a:lnTo>
                      <a:pt x="2643612" y="330066"/>
                    </a:lnTo>
                    <a:lnTo>
                      <a:pt x="2650561" y="347222"/>
                    </a:lnTo>
                    <a:lnTo>
                      <a:pt x="2657592" y="363374"/>
                    </a:lnTo>
                    <a:lnTo>
                      <a:pt x="2664541" y="378565"/>
                    </a:lnTo>
                    <a:lnTo>
                      <a:pt x="2671694" y="394760"/>
                    </a:lnTo>
                    <a:lnTo>
                      <a:pt x="2678928" y="412942"/>
                    </a:lnTo>
                    <a:lnTo>
                      <a:pt x="2686081" y="426518"/>
                    </a:lnTo>
                    <a:lnTo>
                      <a:pt x="2693518" y="446031"/>
                    </a:lnTo>
                    <a:lnTo>
                      <a:pt x="2700955" y="462815"/>
                    </a:lnTo>
                    <a:lnTo>
                      <a:pt x="2708514" y="481630"/>
                    </a:lnTo>
                    <a:cubicBezTo>
                      <a:pt x="2708595" y="481848"/>
                      <a:pt x="2708717" y="482001"/>
                      <a:pt x="2709001" y="482219"/>
                    </a:cubicBezTo>
                    <a:lnTo>
                      <a:pt x="2716642" y="487392"/>
                    </a:lnTo>
                    <a:lnTo>
                      <a:pt x="2731922" y="495708"/>
                    </a:lnTo>
                    <a:cubicBezTo>
                      <a:pt x="2732329" y="495970"/>
                      <a:pt x="2733020" y="496123"/>
                      <a:pt x="2733589" y="496123"/>
                    </a:cubicBezTo>
                    <a:lnTo>
                      <a:pt x="2819624" y="496232"/>
                    </a:lnTo>
                    <a:lnTo>
                      <a:pt x="2835392" y="504395"/>
                    </a:lnTo>
                    <a:cubicBezTo>
                      <a:pt x="2835880" y="504613"/>
                      <a:pt x="2836489" y="504766"/>
                      <a:pt x="2837180" y="504766"/>
                    </a:cubicBezTo>
                    <a:lnTo>
                      <a:pt x="2925206" y="504875"/>
                    </a:lnTo>
                    <a:lnTo>
                      <a:pt x="3091302" y="500815"/>
                    </a:lnTo>
                    <a:lnTo>
                      <a:pt x="3440928" y="501295"/>
                    </a:lnTo>
                    <a:lnTo>
                      <a:pt x="3452063" y="505399"/>
                    </a:lnTo>
                    <a:cubicBezTo>
                      <a:pt x="3452469" y="505508"/>
                      <a:pt x="3452957" y="505617"/>
                      <a:pt x="3453445" y="505617"/>
                    </a:cubicBezTo>
                    <a:lnTo>
                      <a:pt x="3540861" y="505726"/>
                    </a:lnTo>
                    <a:lnTo>
                      <a:pt x="3552688" y="509873"/>
                    </a:lnTo>
                    <a:cubicBezTo>
                      <a:pt x="3553094" y="509982"/>
                      <a:pt x="3553582" y="510092"/>
                      <a:pt x="3554069" y="510092"/>
                    </a:cubicBezTo>
                    <a:lnTo>
                      <a:pt x="3641974" y="510201"/>
                    </a:lnTo>
                    <a:lnTo>
                      <a:pt x="4148877" y="680819"/>
                    </a:lnTo>
                    <a:cubicBezTo>
                      <a:pt x="4149283" y="680972"/>
                      <a:pt x="4149771" y="681037"/>
                      <a:pt x="4150177" y="681037"/>
                    </a:cubicBezTo>
                    <a:lnTo>
                      <a:pt x="4258930" y="681255"/>
                    </a:lnTo>
                    <a:lnTo>
                      <a:pt x="4366789" y="675275"/>
                    </a:lnTo>
                    <a:lnTo>
                      <a:pt x="4474931" y="681561"/>
                    </a:lnTo>
                    <a:lnTo>
                      <a:pt x="5981863" y="1136317"/>
                    </a:lnTo>
                    <a:lnTo>
                      <a:pt x="6030183" y="1147143"/>
                    </a:lnTo>
                    <a:lnTo>
                      <a:pt x="6079114" y="1154717"/>
                    </a:lnTo>
                    <a:lnTo>
                      <a:pt x="6128939" y="1160108"/>
                    </a:lnTo>
                    <a:lnTo>
                      <a:pt x="6180349" y="1166285"/>
                    </a:lnTo>
                    <a:lnTo>
                      <a:pt x="6348639" y="1165433"/>
                    </a:lnTo>
                    <a:lnTo>
                      <a:pt x="6436746" y="1165433"/>
                    </a:lnTo>
                    <a:lnTo>
                      <a:pt x="6491001" y="1180777"/>
                    </a:lnTo>
                    <a:cubicBezTo>
                      <a:pt x="6491407" y="1180887"/>
                      <a:pt x="6491895" y="1180930"/>
                      <a:pt x="6492302" y="1180930"/>
                    </a:cubicBezTo>
                    <a:lnTo>
                      <a:pt x="6572362" y="1180865"/>
                    </a:lnTo>
                    <a:lnTo>
                      <a:pt x="6629014" y="1198392"/>
                    </a:lnTo>
                    <a:lnTo>
                      <a:pt x="6687454" y="1214652"/>
                    </a:lnTo>
                    <a:cubicBezTo>
                      <a:pt x="6687739" y="1214761"/>
                      <a:pt x="6688023" y="1214805"/>
                      <a:pt x="6688429" y="1214805"/>
                    </a:cubicBezTo>
                    <a:lnTo>
                      <a:pt x="6862775" y="1219498"/>
                    </a:lnTo>
                    <a:lnTo>
                      <a:pt x="7037202" y="1221462"/>
                    </a:lnTo>
                    <a:lnTo>
                      <a:pt x="7211710" y="1224234"/>
                    </a:lnTo>
                    <a:lnTo>
                      <a:pt x="7241866" y="1224409"/>
                    </a:lnTo>
                    <a:lnTo>
                      <a:pt x="7241866" y="12215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 name="Freeform: Shape 24">
                <a:extLst>
                  <a:ext uri="{FF2B5EF4-FFF2-40B4-BE49-F238E27FC236}">
                    <a16:creationId xmlns:a16="http://schemas.microsoft.com/office/drawing/2014/main" id="{E3158D77-2CC7-49B8-B785-0CC1022C2E7F}"/>
                  </a:ext>
                </a:extLst>
              </p:cNvPr>
              <p:cNvSpPr/>
              <p:nvPr/>
            </p:nvSpPr>
            <p:spPr>
              <a:xfrm>
                <a:off x="3846901" y="6478781"/>
                <a:ext cx="435101" cy="8097"/>
              </a:xfrm>
              <a:custGeom>
                <a:avLst/>
                <a:gdLst>
                  <a:gd name="connsiteX0" fmla="*/ 432532 w 435101"/>
                  <a:gd name="connsiteY0" fmla="*/ 8098 h 8097"/>
                  <a:gd name="connsiteX1" fmla="*/ 432450 w 435101"/>
                  <a:gd name="connsiteY1" fmla="*/ 8098 h 8097"/>
                  <a:gd name="connsiteX2" fmla="*/ 278221 w 435101"/>
                  <a:gd name="connsiteY2" fmla="*/ 3667 h 8097"/>
                  <a:gd name="connsiteX3" fmla="*/ 124155 w 435101"/>
                  <a:gd name="connsiteY3" fmla="*/ 3034 h 8097"/>
                  <a:gd name="connsiteX4" fmla="*/ 2520 w 435101"/>
                  <a:gd name="connsiteY4" fmla="*/ 2816 h 8097"/>
                  <a:gd name="connsiteX5" fmla="*/ 0 w 435101"/>
                  <a:gd name="connsiteY5" fmla="*/ 1375 h 8097"/>
                  <a:gd name="connsiteX6" fmla="*/ 2520 w 435101"/>
                  <a:gd name="connsiteY6" fmla="*/ 0 h 8097"/>
                  <a:gd name="connsiteX7" fmla="*/ 2520 w 435101"/>
                  <a:gd name="connsiteY7" fmla="*/ 0 h 8097"/>
                  <a:gd name="connsiteX8" fmla="*/ 124196 w 435101"/>
                  <a:gd name="connsiteY8" fmla="*/ 218 h 8097"/>
                  <a:gd name="connsiteX9" fmla="*/ 278384 w 435101"/>
                  <a:gd name="connsiteY9" fmla="*/ 851 h 8097"/>
                  <a:gd name="connsiteX10" fmla="*/ 432735 w 435101"/>
                  <a:gd name="connsiteY10" fmla="*/ 5282 h 8097"/>
                  <a:gd name="connsiteX11" fmla="*/ 435092 w 435101"/>
                  <a:gd name="connsiteY11" fmla="*/ 6723 h 8097"/>
                  <a:gd name="connsiteX12" fmla="*/ 432572 w 435101"/>
                  <a:gd name="connsiteY12" fmla="*/ 8098 h 8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5101" h="8097">
                    <a:moveTo>
                      <a:pt x="432532" y="8098"/>
                    </a:moveTo>
                    <a:lnTo>
                      <a:pt x="432450" y="8098"/>
                    </a:lnTo>
                    <a:lnTo>
                      <a:pt x="278221" y="3667"/>
                    </a:lnTo>
                    <a:lnTo>
                      <a:pt x="124155" y="3034"/>
                    </a:lnTo>
                    <a:lnTo>
                      <a:pt x="2520" y="2816"/>
                    </a:lnTo>
                    <a:cubicBezTo>
                      <a:pt x="1138" y="2816"/>
                      <a:pt x="0" y="2183"/>
                      <a:pt x="0" y="1375"/>
                    </a:cubicBezTo>
                    <a:cubicBezTo>
                      <a:pt x="0" y="633"/>
                      <a:pt x="1138" y="0"/>
                      <a:pt x="2520" y="0"/>
                    </a:cubicBezTo>
                    <a:lnTo>
                      <a:pt x="2520" y="0"/>
                    </a:lnTo>
                    <a:lnTo>
                      <a:pt x="124196" y="218"/>
                    </a:lnTo>
                    <a:lnTo>
                      <a:pt x="278384" y="851"/>
                    </a:lnTo>
                    <a:lnTo>
                      <a:pt x="432735" y="5282"/>
                    </a:lnTo>
                    <a:cubicBezTo>
                      <a:pt x="434117" y="5326"/>
                      <a:pt x="435214" y="5980"/>
                      <a:pt x="435092" y="6723"/>
                    </a:cubicBezTo>
                    <a:cubicBezTo>
                      <a:pt x="435051" y="7508"/>
                      <a:pt x="433913" y="8098"/>
                      <a:pt x="432572" y="809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 name="Freeform: Shape 25">
                <a:extLst>
                  <a:ext uri="{FF2B5EF4-FFF2-40B4-BE49-F238E27FC236}">
                    <a16:creationId xmlns:a16="http://schemas.microsoft.com/office/drawing/2014/main" id="{DB80ABFE-75A5-409A-9FEB-E544416970F5}"/>
                  </a:ext>
                </a:extLst>
              </p:cNvPr>
              <p:cNvSpPr/>
              <p:nvPr/>
            </p:nvSpPr>
            <p:spPr>
              <a:xfrm>
                <a:off x="-40" y="6512285"/>
                <a:ext cx="238191" cy="6897"/>
              </a:xfrm>
              <a:custGeom>
                <a:avLst/>
                <a:gdLst>
                  <a:gd name="connsiteX0" fmla="*/ 235712 w 238191"/>
                  <a:gd name="connsiteY0" fmla="*/ 4060 h 6897"/>
                  <a:gd name="connsiteX1" fmla="*/ 82255 w 238191"/>
                  <a:gd name="connsiteY1" fmla="*/ 2510 h 6897"/>
                  <a:gd name="connsiteX2" fmla="*/ 0 w 238191"/>
                  <a:gd name="connsiteY2" fmla="*/ 0 h 6897"/>
                  <a:gd name="connsiteX3" fmla="*/ 0 w 238191"/>
                  <a:gd name="connsiteY3" fmla="*/ 2837 h 6897"/>
                  <a:gd name="connsiteX4" fmla="*/ 82093 w 238191"/>
                  <a:gd name="connsiteY4" fmla="*/ 5347 h 6897"/>
                  <a:gd name="connsiteX5" fmla="*/ 235590 w 238191"/>
                  <a:gd name="connsiteY5" fmla="*/ 6897 h 6897"/>
                  <a:gd name="connsiteX6" fmla="*/ 235631 w 238191"/>
                  <a:gd name="connsiteY6" fmla="*/ 6897 h 6897"/>
                  <a:gd name="connsiteX7" fmla="*/ 238191 w 238191"/>
                  <a:gd name="connsiteY7" fmla="*/ 5500 h 6897"/>
                  <a:gd name="connsiteX8" fmla="*/ 235671 w 238191"/>
                  <a:gd name="connsiteY8" fmla="*/ 4060 h 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191" h="6897">
                    <a:moveTo>
                      <a:pt x="235712" y="4060"/>
                    </a:moveTo>
                    <a:lnTo>
                      <a:pt x="82255" y="2510"/>
                    </a:lnTo>
                    <a:lnTo>
                      <a:pt x="0" y="0"/>
                    </a:lnTo>
                    <a:lnTo>
                      <a:pt x="0" y="2837"/>
                    </a:lnTo>
                    <a:lnTo>
                      <a:pt x="82093" y="5347"/>
                    </a:lnTo>
                    <a:lnTo>
                      <a:pt x="235590" y="6897"/>
                    </a:lnTo>
                    <a:lnTo>
                      <a:pt x="235631" y="6897"/>
                    </a:lnTo>
                    <a:cubicBezTo>
                      <a:pt x="237012" y="6897"/>
                      <a:pt x="238150" y="6264"/>
                      <a:pt x="238191" y="5500"/>
                    </a:cubicBezTo>
                    <a:cubicBezTo>
                      <a:pt x="238191" y="4758"/>
                      <a:pt x="237094" y="4125"/>
                      <a:pt x="235671" y="40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 name="Freeform: Shape 26">
                <a:extLst>
                  <a:ext uri="{FF2B5EF4-FFF2-40B4-BE49-F238E27FC236}">
                    <a16:creationId xmlns:a16="http://schemas.microsoft.com/office/drawing/2014/main" id="{2B695BA9-A393-438A-93D0-1A774C71E3C3}"/>
                  </a:ext>
                </a:extLst>
              </p:cNvPr>
              <p:cNvSpPr/>
              <p:nvPr/>
            </p:nvSpPr>
            <p:spPr>
              <a:xfrm>
                <a:off x="3894653" y="6446958"/>
                <a:ext cx="578113" cy="13968"/>
              </a:xfrm>
              <a:custGeom>
                <a:avLst/>
                <a:gdLst>
                  <a:gd name="connsiteX0" fmla="*/ 575543 w 578113"/>
                  <a:gd name="connsiteY0" fmla="*/ 13969 h 13968"/>
                  <a:gd name="connsiteX1" fmla="*/ 575341 w 578113"/>
                  <a:gd name="connsiteY1" fmla="*/ 13969 h 13968"/>
                  <a:gd name="connsiteX2" fmla="*/ 424038 w 578113"/>
                  <a:gd name="connsiteY2" fmla="*/ 7356 h 13968"/>
                  <a:gd name="connsiteX3" fmla="*/ 272938 w 578113"/>
                  <a:gd name="connsiteY3" fmla="*/ 5588 h 13968"/>
                  <a:gd name="connsiteX4" fmla="*/ 121757 w 578113"/>
                  <a:gd name="connsiteY4" fmla="*/ 2925 h 13968"/>
                  <a:gd name="connsiteX5" fmla="*/ 2520 w 578113"/>
                  <a:gd name="connsiteY5" fmla="*/ 2816 h 13968"/>
                  <a:gd name="connsiteX6" fmla="*/ 0 w 578113"/>
                  <a:gd name="connsiteY6" fmla="*/ 1375 h 13968"/>
                  <a:gd name="connsiteX7" fmla="*/ 2520 w 578113"/>
                  <a:gd name="connsiteY7" fmla="*/ 0 h 13968"/>
                  <a:gd name="connsiteX8" fmla="*/ 2520 w 578113"/>
                  <a:gd name="connsiteY8" fmla="*/ 0 h 13968"/>
                  <a:gd name="connsiteX9" fmla="*/ 121839 w 578113"/>
                  <a:gd name="connsiteY9" fmla="*/ 175 h 13968"/>
                  <a:gd name="connsiteX10" fmla="*/ 273101 w 578113"/>
                  <a:gd name="connsiteY10" fmla="*/ 2837 h 13968"/>
                  <a:gd name="connsiteX11" fmla="*/ 424322 w 578113"/>
                  <a:gd name="connsiteY11" fmla="*/ 4540 h 13968"/>
                  <a:gd name="connsiteX12" fmla="*/ 575788 w 578113"/>
                  <a:gd name="connsiteY12" fmla="*/ 11153 h 13968"/>
                  <a:gd name="connsiteX13" fmla="*/ 578104 w 578113"/>
                  <a:gd name="connsiteY13" fmla="*/ 12703 h 13968"/>
                  <a:gd name="connsiteX14" fmla="*/ 575584 w 578113"/>
                  <a:gd name="connsiteY14" fmla="*/ 13969 h 13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8113" h="13968">
                    <a:moveTo>
                      <a:pt x="575543" y="13969"/>
                    </a:moveTo>
                    <a:lnTo>
                      <a:pt x="575341" y="13969"/>
                    </a:lnTo>
                    <a:lnTo>
                      <a:pt x="424038" y="7356"/>
                    </a:lnTo>
                    <a:lnTo>
                      <a:pt x="272938" y="5588"/>
                    </a:lnTo>
                    <a:lnTo>
                      <a:pt x="121757" y="2925"/>
                    </a:lnTo>
                    <a:lnTo>
                      <a:pt x="2520" y="2816"/>
                    </a:lnTo>
                    <a:cubicBezTo>
                      <a:pt x="1138" y="2816"/>
                      <a:pt x="0" y="2183"/>
                      <a:pt x="0" y="1375"/>
                    </a:cubicBezTo>
                    <a:cubicBezTo>
                      <a:pt x="0" y="633"/>
                      <a:pt x="1138" y="0"/>
                      <a:pt x="2520" y="0"/>
                    </a:cubicBezTo>
                    <a:lnTo>
                      <a:pt x="2520" y="0"/>
                    </a:lnTo>
                    <a:lnTo>
                      <a:pt x="121839" y="175"/>
                    </a:lnTo>
                    <a:lnTo>
                      <a:pt x="273101" y="2837"/>
                    </a:lnTo>
                    <a:lnTo>
                      <a:pt x="424322" y="4540"/>
                    </a:lnTo>
                    <a:lnTo>
                      <a:pt x="575788" y="11153"/>
                    </a:lnTo>
                    <a:cubicBezTo>
                      <a:pt x="577169" y="11197"/>
                      <a:pt x="578226" y="11895"/>
                      <a:pt x="578104" y="12703"/>
                    </a:cubicBezTo>
                    <a:cubicBezTo>
                      <a:pt x="578023" y="13380"/>
                      <a:pt x="576885" y="13969"/>
                      <a:pt x="575584" y="1396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 name="Freeform: Shape 27">
                <a:extLst>
                  <a:ext uri="{FF2B5EF4-FFF2-40B4-BE49-F238E27FC236}">
                    <a16:creationId xmlns:a16="http://schemas.microsoft.com/office/drawing/2014/main" id="{3D3F66AE-F814-486A-9B66-E6F46FDB7F7D}"/>
                  </a:ext>
                </a:extLst>
              </p:cNvPr>
              <p:cNvSpPr/>
              <p:nvPr/>
            </p:nvSpPr>
            <p:spPr>
              <a:xfrm>
                <a:off x="9146803" y="6525403"/>
                <a:ext cx="3045196" cy="10018"/>
              </a:xfrm>
              <a:custGeom>
                <a:avLst/>
                <a:gdLst>
                  <a:gd name="connsiteX0" fmla="*/ 3045196 w 3045196"/>
                  <a:gd name="connsiteY0" fmla="*/ 7203 h 10018"/>
                  <a:gd name="connsiteX1" fmla="*/ 2561 w 3045196"/>
                  <a:gd name="connsiteY1" fmla="*/ 0 h 10018"/>
                  <a:gd name="connsiteX2" fmla="*/ 2561 w 3045196"/>
                  <a:gd name="connsiteY2" fmla="*/ 0 h 10018"/>
                  <a:gd name="connsiteX3" fmla="*/ 0 w 3045196"/>
                  <a:gd name="connsiteY3" fmla="*/ 1375 h 10018"/>
                  <a:gd name="connsiteX4" fmla="*/ 2561 w 3045196"/>
                  <a:gd name="connsiteY4" fmla="*/ 2816 h 10018"/>
                  <a:gd name="connsiteX5" fmla="*/ 3045196 w 3045196"/>
                  <a:gd name="connsiteY5" fmla="*/ 10018 h 10018"/>
                  <a:gd name="connsiteX6" fmla="*/ 3045196 w 3045196"/>
                  <a:gd name="connsiteY6" fmla="*/ 7203 h 1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5196" h="10018">
                    <a:moveTo>
                      <a:pt x="3045196" y="7203"/>
                    </a:moveTo>
                    <a:lnTo>
                      <a:pt x="2561" y="0"/>
                    </a:lnTo>
                    <a:lnTo>
                      <a:pt x="2561" y="0"/>
                    </a:lnTo>
                    <a:cubicBezTo>
                      <a:pt x="1179" y="0"/>
                      <a:pt x="0" y="633"/>
                      <a:pt x="0" y="1375"/>
                    </a:cubicBezTo>
                    <a:cubicBezTo>
                      <a:pt x="0" y="2183"/>
                      <a:pt x="1097" y="2772"/>
                      <a:pt x="2561" y="2816"/>
                    </a:cubicBezTo>
                    <a:lnTo>
                      <a:pt x="3045196" y="10018"/>
                    </a:lnTo>
                    <a:lnTo>
                      <a:pt x="3045196" y="720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 name="Freeform: Shape 28">
                <a:extLst>
                  <a:ext uri="{FF2B5EF4-FFF2-40B4-BE49-F238E27FC236}">
                    <a16:creationId xmlns:a16="http://schemas.microsoft.com/office/drawing/2014/main" id="{96C67149-96DF-4C83-BC06-275BF3E1D59C}"/>
                  </a:ext>
                </a:extLst>
              </p:cNvPr>
              <p:cNvSpPr/>
              <p:nvPr/>
            </p:nvSpPr>
            <p:spPr>
              <a:xfrm>
                <a:off x="3984750" y="6390689"/>
                <a:ext cx="411035" cy="6657"/>
              </a:xfrm>
              <a:custGeom>
                <a:avLst/>
                <a:gdLst>
                  <a:gd name="connsiteX0" fmla="*/ 408514 w 411035"/>
                  <a:gd name="connsiteY0" fmla="*/ 6657 h 6657"/>
                  <a:gd name="connsiteX1" fmla="*/ 408474 w 411035"/>
                  <a:gd name="connsiteY1" fmla="*/ 6657 h 6657"/>
                  <a:gd name="connsiteX2" fmla="*/ 262861 w 411035"/>
                  <a:gd name="connsiteY2" fmla="*/ 4584 h 6657"/>
                  <a:gd name="connsiteX3" fmla="*/ 117369 w 411035"/>
                  <a:gd name="connsiteY3" fmla="*/ 2816 h 6657"/>
                  <a:gd name="connsiteX4" fmla="*/ 2602 w 411035"/>
                  <a:gd name="connsiteY4" fmla="*/ 3929 h 6657"/>
                  <a:gd name="connsiteX5" fmla="*/ 1 w 411035"/>
                  <a:gd name="connsiteY5" fmla="*/ 2554 h 6657"/>
                  <a:gd name="connsiteX6" fmla="*/ 2480 w 411035"/>
                  <a:gd name="connsiteY6" fmla="*/ 1179 h 6657"/>
                  <a:gd name="connsiteX7" fmla="*/ 117329 w 411035"/>
                  <a:gd name="connsiteY7" fmla="*/ 0 h 6657"/>
                  <a:gd name="connsiteX8" fmla="*/ 262942 w 411035"/>
                  <a:gd name="connsiteY8" fmla="*/ 1768 h 6657"/>
                  <a:gd name="connsiteX9" fmla="*/ 408555 w 411035"/>
                  <a:gd name="connsiteY9" fmla="*/ 3841 h 6657"/>
                  <a:gd name="connsiteX10" fmla="*/ 411034 w 411035"/>
                  <a:gd name="connsiteY10" fmla="*/ 5282 h 6657"/>
                  <a:gd name="connsiteX11" fmla="*/ 408514 w 411035"/>
                  <a:gd name="connsiteY11" fmla="*/ 6657 h 6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1035" h="6657">
                    <a:moveTo>
                      <a:pt x="408514" y="6657"/>
                    </a:moveTo>
                    <a:lnTo>
                      <a:pt x="408474" y="6657"/>
                    </a:lnTo>
                    <a:lnTo>
                      <a:pt x="262861" y="4584"/>
                    </a:lnTo>
                    <a:lnTo>
                      <a:pt x="117369" y="2816"/>
                    </a:lnTo>
                    <a:lnTo>
                      <a:pt x="2602" y="3929"/>
                    </a:lnTo>
                    <a:cubicBezTo>
                      <a:pt x="976" y="3929"/>
                      <a:pt x="1" y="3340"/>
                      <a:pt x="1" y="2554"/>
                    </a:cubicBezTo>
                    <a:cubicBezTo>
                      <a:pt x="-40" y="1812"/>
                      <a:pt x="1098" y="1179"/>
                      <a:pt x="2480" y="1179"/>
                    </a:cubicBezTo>
                    <a:lnTo>
                      <a:pt x="117329" y="0"/>
                    </a:lnTo>
                    <a:lnTo>
                      <a:pt x="262942" y="1768"/>
                    </a:lnTo>
                    <a:lnTo>
                      <a:pt x="408555" y="3841"/>
                    </a:lnTo>
                    <a:cubicBezTo>
                      <a:pt x="409977" y="3885"/>
                      <a:pt x="411075" y="4540"/>
                      <a:pt x="411034" y="5282"/>
                    </a:cubicBezTo>
                    <a:cubicBezTo>
                      <a:pt x="411034" y="6068"/>
                      <a:pt x="409896" y="6657"/>
                      <a:pt x="408514" y="665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 name="Freeform: Shape 29">
                <a:extLst>
                  <a:ext uri="{FF2B5EF4-FFF2-40B4-BE49-F238E27FC236}">
                    <a16:creationId xmlns:a16="http://schemas.microsoft.com/office/drawing/2014/main" id="{1B1487CE-D359-4D77-8FB4-D4A8ECC09F01}"/>
                  </a:ext>
                </a:extLst>
              </p:cNvPr>
              <p:cNvSpPr/>
              <p:nvPr/>
            </p:nvSpPr>
            <p:spPr>
              <a:xfrm>
                <a:off x="-40" y="6436569"/>
                <a:ext cx="580340" cy="6853"/>
              </a:xfrm>
              <a:custGeom>
                <a:avLst/>
                <a:gdLst>
                  <a:gd name="connsiteX0" fmla="*/ 577779 w 580340"/>
                  <a:gd name="connsiteY0" fmla="*/ 0 h 6853"/>
                  <a:gd name="connsiteX1" fmla="*/ 432735 w 580340"/>
                  <a:gd name="connsiteY1" fmla="*/ 1855 h 6853"/>
                  <a:gd name="connsiteX2" fmla="*/ 287812 w 580340"/>
                  <a:gd name="connsiteY2" fmla="*/ 3187 h 6853"/>
                  <a:gd name="connsiteX3" fmla="*/ 142890 w 580340"/>
                  <a:gd name="connsiteY3" fmla="*/ 3034 h 6853"/>
                  <a:gd name="connsiteX4" fmla="*/ 0 w 580340"/>
                  <a:gd name="connsiteY4" fmla="*/ 4038 h 6853"/>
                  <a:gd name="connsiteX5" fmla="*/ 0 w 580340"/>
                  <a:gd name="connsiteY5" fmla="*/ 6853 h 6853"/>
                  <a:gd name="connsiteX6" fmla="*/ 142931 w 580340"/>
                  <a:gd name="connsiteY6" fmla="*/ 5828 h 6853"/>
                  <a:gd name="connsiteX7" fmla="*/ 287812 w 580340"/>
                  <a:gd name="connsiteY7" fmla="*/ 6002 h 6853"/>
                  <a:gd name="connsiteX8" fmla="*/ 432816 w 580340"/>
                  <a:gd name="connsiteY8" fmla="*/ 4671 h 6853"/>
                  <a:gd name="connsiteX9" fmla="*/ 577860 w 580340"/>
                  <a:gd name="connsiteY9" fmla="*/ 2816 h 6853"/>
                  <a:gd name="connsiteX10" fmla="*/ 580339 w 580340"/>
                  <a:gd name="connsiteY10" fmla="*/ 1375 h 6853"/>
                  <a:gd name="connsiteX11" fmla="*/ 577738 w 580340"/>
                  <a:gd name="connsiteY11" fmla="*/ 0 h 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0340" h="6853">
                    <a:moveTo>
                      <a:pt x="577779" y="0"/>
                    </a:moveTo>
                    <a:lnTo>
                      <a:pt x="432735" y="1855"/>
                    </a:lnTo>
                    <a:lnTo>
                      <a:pt x="287812" y="3187"/>
                    </a:lnTo>
                    <a:lnTo>
                      <a:pt x="142890" y="3034"/>
                    </a:lnTo>
                    <a:lnTo>
                      <a:pt x="0" y="4038"/>
                    </a:lnTo>
                    <a:lnTo>
                      <a:pt x="0" y="6853"/>
                    </a:lnTo>
                    <a:lnTo>
                      <a:pt x="142931" y="5828"/>
                    </a:lnTo>
                    <a:lnTo>
                      <a:pt x="287812" y="6002"/>
                    </a:lnTo>
                    <a:lnTo>
                      <a:pt x="432816" y="4671"/>
                    </a:lnTo>
                    <a:lnTo>
                      <a:pt x="577860" y="2816"/>
                    </a:lnTo>
                    <a:cubicBezTo>
                      <a:pt x="579242" y="2816"/>
                      <a:pt x="580380" y="2183"/>
                      <a:pt x="580339" y="1375"/>
                    </a:cubicBezTo>
                    <a:cubicBezTo>
                      <a:pt x="580339" y="633"/>
                      <a:pt x="579283" y="0"/>
                      <a:pt x="577738" y="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 name="Freeform: Shape 30">
                <a:extLst>
                  <a:ext uri="{FF2B5EF4-FFF2-40B4-BE49-F238E27FC236}">
                    <a16:creationId xmlns:a16="http://schemas.microsoft.com/office/drawing/2014/main" id="{3B4D69F4-450D-43A1-9385-1CB17E5ED1EF}"/>
                  </a:ext>
                </a:extLst>
              </p:cNvPr>
              <p:cNvSpPr/>
              <p:nvPr/>
            </p:nvSpPr>
            <p:spPr>
              <a:xfrm>
                <a:off x="0" y="6420046"/>
                <a:ext cx="633781" cy="9058"/>
              </a:xfrm>
              <a:custGeom>
                <a:avLst/>
                <a:gdLst>
                  <a:gd name="connsiteX0" fmla="*/ 631139 w 633781"/>
                  <a:gd name="connsiteY0" fmla="*/ 0 h 9058"/>
                  <a:gd name="connsiteX1" fmla="*/ 487477 w 633781"/>
                  <a:gd name="connsiteY1" fmla="*/ 2292 h 9058"/>
                  <a:gd name="connsiteX2" fmla="*/ 343855 w 633781"/>
                  <a:gd name="connsiteY2" fmla="*/ 2772 h 9058"/>
                  <a:gd name="connsiteX3" fmla="*/ 200233 w 633781"/>
                  <a:gd name="connsiteY3" fmla="*/ 3885 h 9058"/>
                  <a:gd name="connsiteX4" fmla="*/ 56855 w 633781"/>
                  <a:gd name="connsiteY4" fmla="*/ 6221 h 9058"/>
                  <a:gd name="connsiteX5" fmla="*/ 0 w 633781"/>
                  <a:gd name="connsiteY5" fmla="*/ 5697 h 9058"/>
                  <a:gd name="connsiteX6" fmla="*/ 0 w 633781"/>
                  <a:gd name="connsiteY6" fmla="*/ 8469 h 9058"/>
                  <a:gd name="connsiteX7" fmla="*/ 56855 w 633781"/>
                  <a:gd name="connsiteY7" fmla="*/ 9058 h 9058"/>
                  <a:gd name="connsiteX8" fmla="*/ 200355 w 633781"/>
                  <a:gd name="connsiteY8" fmla="*/ 6723 h 9058"/>
                  <a:gd name="connsiteX9" fmla="*/ 343896 w 633781"/>
                  <a:gd name="connsiteY9" fmla="*/ 5609 h 9058"/>
                  <a:gd name="connsiteX10" fmla="*/ 487558 w 633781"/>
                  <a:gd name="connsiteY10" fmla="*/ 5129 h 9058"/>
                  <a:gd name="connsiteX11" fmla="*/ 631302 w 633781"/>
                  <a:gd name="connsiteY11" fmla="*/ 2837 h 9058"/>
                  <a:gd name="connsiteX12" fmla="*/ 633781 w 633781"/>
                  <a:gd name="connsiteY12" fmla="*/ 1353 h 9058"/>
                  <a:gd name="connsiteX13" fmla="*/ 631139 w 633781"/>
                  <a:gd name="connsiteY13" fmla="*/ 22 h 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33781" h="9058">
                    <a:moveTo>
                      <a:pt x="631139" y="0"/>
                    </a:moveTo>
                    <a:lnTo>
                      <a:pt x="487477" y="2292"/>
                    </a:lnTo>
                    <a:lnTo>
                      <a:pt x="343855" y="2772"/>
                    </a:lnTo>
                    <a:lnTo>
                      <a:pt x="200233" y="3885"/>
                    </a:lnTo>
                    <a:lnTo>
                      <a:pt x="56855" y="6221"/>
                    </a:lnTo>
                    <a:lnTo>
                      <a:pt x="0" y="5697"/>
                    </a:lnTo>
                    <a:lnTo>
                      <a:pt x="0" y="8469"/>
                    </a:lnTo>
                    <a:lnTo>
                      <a:pt x="56855" y="9058"/>
                    </a:lnTo>
                    <a:lnTo>
                      <a:pt x="200355" y="6723"/>
                    </a:lnTo>
                    <a:lnTo>
                      <a:pt x="343896" y="5609"/>
                    </a:lnTo>
                    <a:lnTo>
                      <a:pt x="487558" y="5129"/>
                    </a:lnTo>
                    <a:lnTo>
                      <a:pt x="631302" y="2837"/>
                    </a:lnTo>
                    <a:cubicBezTo>
                      <a:pt x="632724" y="2772"/>
                      <a:pt x="633821" y="2139"/>
                      <a:pt x="633781" y="1353"/>
                    </a:cubicBezTo>
                    <a:cubicBezTo>
                      <a:pt x="633740" y="611"/>
                      <a:pt x="632440" y="22"/>
                      <a:pt x="631139" y="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 name="Freeform: Shape 31">
                <a:extLst>
                  <a:ext uri="{FF2B5EF4-FFF2-40B4-BE49-F238E27FC236}">
                    <a16:creationId xmlns:a16="http://schemas.microsoft.com/office/drawing/2014/main" id="{84F9B7EC-42F9-4EC1-9D4E-C9BE5D8E3D77}"/>
                  </a:ext>
                </a:extLst>
              </p:cNvPr>
              <p:cNvSpPr/>
              <p:nvPr/>
            </p:nvSpPr>
            <p:spPr>
              <a:xfrm>
                <a:off x="2343098" y="6332827"/>
                <a:ext cx="1231515" cy="31430"/>
              </a:xfrm>
              <a:custGeom>
                <a:avLst/>
                <a:gdLst>
                  <a:gd name="connsiteX0" fmla="*/ 2521 w 1231515"/>
                  <a:gd name="connsiteY0" fmla="*/ 31387 h 31430"/>
                  <a:gd name="connsiteX1" fmla="*/ 1 w 1231515"/>
                  <a:gd name="connsiteY1" fmla="*/ 30055 h 31430"/>
                  <a:gd name="connsiteX2" fmla="*/ 2440 w 1231515"/>
                  <a:gd name="connsiteY2" fmla="*/ 28571 h 31430"/>
                  <a:gd name="connsiteX3" fmla="*/ 55231 w 1231515"/>
                  <a:gd name="connsiteY3" fmla="*/ 27021 h 31430"/>
                  <a:gd name="connsiteX4" fmla="*/ 198609 w 1231515"/>
                  <a:gd name="connsiteY4" fmla="*/ 22656 h 31430"/>
                  <a:gd name="connsiteX5" fmla="*/ 342027 w 1231515"/>
                  <a:gd name="connsiteY5" fmla="*/ 19666 h 31430"/>
                  <a:gd name="connsiteX6" fmla="*/ 484389 w 1231515"/>
                  <a:gd name="connsiteY6" fmla="*/ 19447 h 31430"/>
                  <a:gd name="connsiteX7" fmla="*/ 515641 w 1231515"/>
                  <a:gd name="connsiteY7" fmla="*/ 480 h 31430"/>
                  <a:gd name="connsiteX8" fmla="*/ 517673 w 1231515"/>
                  <a:gd name="connsiteY8" fmla="*/ 0 h 31430"/>
                  <a:gd name="connsiteX9" fmla="*/ 659751 w 1231515"/>
                  <a:gd name="connsiteY9" fmla="*/ 4322 h 31430"/>
                  <a:gd name="connsiteX10" fmla="*/ 801991 w 1231515"/>
                  <a:gd name="connsiteY10" fmla="*/ 9233 h 31430"/>
                  <a:gd name="connsiteX11" fmla="*/ 944312 w 1231515"/>
                  <a:gd name="connsiteY11" fmla="*/ 15737 h 31430"/>
                  <a:gd name="connsiteX12" fmla="*/ 1086552 w 1231515"/>
                  <a:gd name="connsiteY12" fmla="*/ 18662 h 31430"/>
                  <a:gd name="connsiteX13" fmla="*/ 1228996 w 1231515"/>
                  <a:gd name="connsiteY13" fmla="*/ 19513 h 31430"/>
                  <a:gd name="connsiteX14" fmla="*/ 1231515 w 1231515"/>
                  <a:gd name="connsiteY14" fmla="*/ 20953 h 31430"/>
                  <a:gd name="connsiteX15" fmla="*/ 1228914 w 1231515"/>
                  <a:gd name="connsiteY15" fmla="*/ 22350 h 31430"/>
                  <a:gd name="connsiteX16" fmla="*/ 1228914 w 1231515"/>
                  <a:gd name="connsiteY16" fmla="*/ 22350 h 31430"/>
                  <a:gd name="connsiteX17" fmla="*/ 1086390 w 1231515"/>
                  <a:gd name="connsiteY17" fmla="*/ 21499 h 31430"/>
                  <a:gd name="connsiteX18" fmla="*/ 943946 w 1231515"/>
                  <a:gd name="connsiteY18" fmla="*/ 18574 h 31430"/>
                  <a:gd name="connsiteX19" fmla="*/ 801625 w 1231515"/>
                  <a:gd name="connsiteY19" fmla="*/ 12070 h 31430"/>
                  <a:gd name="connsiteX20" fmla="*/ 659466 w 1231515"/>
                  <a:gd name="connsiteY20" fmla="*/ 7181 h 31430"/>
                  <a:gd name="connsiteX21" fmla="*/ 518608 w 1231515"/>
                  <a:gd name="connsiteY21" fmla="*/ 2925 h 31430"/>
                  <a:gd name="connsiteX22" fmla="*/ 487397 w 1231515"/>
                  <a:gd name="connsiteY22" fmla="*/ 21827 h 31430"/>
                  <a:gd name="connsiteX23" fmla="*/ 485487 w 1231515"/>
                  <a:gd name="connsiteY23" fmla="*/ 22307 h 31430"/>
                  <a:gd name="connsiteX24" fmla="*/ 342068 w 1231515"/>
                  <a:gd name="connsiteY24" fmla="*/ 22525 h 31430"/>
                  <a:gd name="connsiteX25" fmla="*/ 198771 w 1231515"/>
                  <a:gd name="connsiteY25" fmla="*/ 25515 h 31430"/>
                  <a:gd name="connsiteX26" fmla="*/ 2643 w 1231515"/>
                  <a:gd name="connsiteY26" fmla="*/ 31430 h 31430"/>
                  <a:gd name="connsiteX27" fmla="*/ 2480 w 1231515"/>
                  <a:gd name="connsiteY27" fmla="*/ 31430 h 3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31515" h="31430">
                    <a:moveTo>
                      <a:pt x="2521" y="31387"/>
                    </a:moveTo>
                    <a:cubicBezTo>
                      <a:pt x="1180" y="31387"/>
                      <a:pt x="82" y="30797"/>
                      <a:pt x="1" y="30055"/>
                    </a:cubicBezTo>
                    <a:cubicBezTo>
                      <a:pt x="-40" y="29269"/>
                      <a:pt x="1058" y="28615"/>
                      <a:pt x="2440" y="28571"/>
                    </a:cubicBezTo>
                    <a:lnTo>
                      <a:pt x="55231" y="27021"/>
                    </a:lnTo>
                    <a:lnTo>
                      <a:pt x="198609" y="22656"/>
                    </a:lnTo>
                    <a:lnTo>
                      <a:pt x="342027" y="19666"/>
                    </a:lnTo>
                    <a:lnTo>
                      <a:pt x="484389" y="19447"/>
                    </a:lnTo>
                    <a:lnTo>
                      <a:pt x="515641" y="480"/>
                    </a:lnTo>
                    <a:cubicBezTo>
                      <a:pt x="516170" y="153"/>
                      <a:pt x="516861" y="65"/>
                      <a:pt x="517673" y="0"/>
                    </a:cubicBezTo>
                    <a:lnTo>
                      <a:pt x="659751" y="4322"/>
                    </a:lnTo>
                    <a:lnTo>
                      <a:pt x="801991" y="9233"/>
                    </a:lnTo>
                    <a:lnTo>
                      <a:pt x="944312" y="15737"/>
                    </a:lnTo>
                    <a:lnTo>
                      <a:pt x="1086552" y="18662"/>
                    </a:lnTo>
                    <a:lnTo>
                      <a:pt x="1228996" y="19513"/>
                    </a:lnTo>
                    <a:cubicBezTo>
                      <a:pt x="1230377" y="19557"/>
                      <a:pt x="1231515" y="20146"/>
                      <a:pt x="1231515" y="20953"/>
                    </a:cubicBezTo>
                    <a:cubicBezTo>
                      <a:pt x="1231475" y="21696"/>
                      <a:pt x="1230336" y="22350"/>
                      <a:pt x="1228914" y="22350"/>
                    </a:cubicBezTo>
                    <a:lnTo>
                      <a:pt x="1228914" y="22350"/>
                    </a:lnTo>
                    <a:lnTo>
                      <a:pt x="1086390" y="21499"/>
                    </a:lnTo>
                    <a:lnTo>
                      <a:pt x="943946" y="18574"/>
                    </a:lnTo>
                    <a:lnTo>
                      <a:pt x="801625" y="12070"/>
                    </a:lnTo>
                    <a:lnTo>
                      <a:pt x="659466" y="7181"/>
                    </a:lnTo>
                    <a:lnTo>
                      <a:pt x="518608" y="2925"/>
                    </a:lnTo>
                    <a:lnTo>
                      <a:pt x="487397" y="21827"/>
                    </a:lnTo>
                    <a:cubicBezTo>
                      <a:pt x="486909" y="22154"/>
                      <a:pt x="486259" y="22307"/>
                      <a:pt x="485487" y="22307"/>
                    </a:cubicBezTo>
                    <a:lnTo>
                      <a:pt x="342068" y="22525"/>
                    </a:lnTo>
                    <a:lnTo>
                      <a:pt x="198771" y="25515"/>
                    </a:lnTo>
                    <a:lnTo>
                      <a:pt x="2643" y="31430"/>
                    </a:lnTo>
                    <a:lnTo>
                      <a:pt x="2480" y="3143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 name="Freeform: Shape 32">
                <a:extLst>
                  <a:ext uri="{FF2B5EF4-FFF2-40B4-BE49-F238E27FC236}">
                    <a16:creationId xmlns:a16="http://schemas.microsoft.com/office/drawing/2014/main" id="{A33F0655-BEFB-4041-9314-5795358E437E}"/>
                  </a:ext>
                </a:extLst>
              </p:cNvPr>
              <p:cNvSpPr/>
              <p:nvPr/>
            </p:nvSpPr>
            <p:spPr>
              <a:xfrm>
                <a:off x="81" y="6266780"/>
                <a:ext cx="6598848" cy="460605"/>
              </a:xfrm>
              <a:custGeom>
                <a:avLst/>
                <a:gdLst>
                  <a:gd name="connsiteX0" fmla="*/ 6596157 w 6598848"/>
                  <a:gd name="connsiteY0" fmla="*/ 55483 h 460605"/>
                  <a:gd name="connsiteX1" fmla="*/ 6452982 w 6598848"/>
                  <a:gd name="connsiteY1" fmla="*/ 58888 h 460605"/>
                  <a:gd name="connsiteX2" fmla="*/ 6308832 w 6598848"/>
                  <a:gd name="connsiteY2" fmla="*/ 63843 h 460605"/>
                  <a:gd name="connsiteX3" fmla="*/ 6164641 w 6598848"/>
                  <a:gd name="connsiteY3" fmla="*/ 70718 h 460605"/>
                  <a:gd name="connsiteX4" fmla="*/ 6020735 w 6598848"/>
                  <a:gd name="connsiteY4" fmla="*/ 72377 h 460605"/>
                  <a:gd name="connsiteX5" fmla="*/ 5876219 w 6598848"/>
                  <a:gd name="connsiteY5" fmla="*/ 66505 h 460605"/>
                  <a:gd name="connsiteX6" fmla="*/ 5732760 w 6598848"/>
                  <a:gd name="connsiteY6" fmla="*/ 61398 h 460605"/>
                  <a:gd name="connsiteX7" fmla="*/ 5590317 w 6598848"/>
                  <a:gd name="connsiteY7" fmla="*/ 51598 h 460605"/>
                  <a:gd name="connsiteX8" fmla="*/ 5449337 w 6598848"/>
                  <a:gd name="connsiteY8" fmla="*/ 36188 h 460605"/>
                  <a:gd name="connsiteX9" fmla="*/ 5309251 w 6598848"/>
                  <a:gd name="connsiteY9" fmla="*/ 25101 h 460605"/>
                  <a:gd name="connsiteX10" fmla="*/ 5170099 w 6598848"/>
                  <a:gd name="connsiteY10" fmla="*/ 16894 h 460605"/>
                  <a:gd name="connsiteX11" fmla="*/ 5031476 w 6598848"/>
                  <a:gd name="connsiteY11" fmla="*/ 7727 h 460605"/>
                  <a:gd name="connsiteX12" fmla="*/ 4893463 w 6598848"/>
                  <a:gd name="connsiteY12" fmla="*/ 2881 h 460605"/>
                  <a:gd name="connsiteX13" fmla="*/ 4755652 w 6598848"/>
                  <a:gd name="connsiteY13" fmla="*/ 262 h 460605"/>
                  <a:gd name="connsiteX14" fmla="*/ 4617761 w 6598848"/>
                  <a:gd name="connsiteY14" fmla="*/ 0 h 460605"/>
                  <a:gd name="connsiteX15" fmla="*/ 4479138 w 6598848"/>
                  <a:gd name="connsiteY15" fmla="*/ 3252 h 460605"/>
                  <a:gd name="connsiteX16" fmla="*/ 4340108 w 6598848"/>
                  <a:gd name="connsiteY16" fmla="*/ 4213 h 460605"/>
                  <a:gd name="connsiteX17" fmla="*/ 4201120 w 6598848"/>
                  <a:gd name="connsiteY17" fmla="*/ 3994 h 460605"/>
                  <a:gd name="connsiteX18" fmla="*/ 4062212 w 6598848"/>
                  <a:gd name="connsiteY18" fmla="*/ 4540 h 460605"/>
                  <a:gd name="connsiteX19" fmla="*/ 3923183 w 6598848"/>
                  <a:gd name="connsiteY19" fmla="*/ 3907 h 460605"/>
                  <a:gd name="connsiteX20" fmla="*/ 3784275 w 6598848"/>
                  <a:gd name="connsiteY20" fmla="*/ 9604 h 460605"/>
                  <a:gd name="connsiteX21" fmla="*/ 3782243 w 6598848"/>
                  <a:gd name="connsiteY21" fmla="*/ 10389 h 460605"/>
                  <a:gd name="connsiteX22" fmla="*/ 3759322 w 6598848"/>
                  <a:gd name="connsiteY22" fmla="*/ 35272 h 460605"/>
                  <a:gd name="connsiteX23" fmla="*/ 3736076 w 6598848"/>
                  <a:gd name="connsiteY23" fmla="*/ 63144 h 460605"/>
                  <a:gd name="connsiteX24" fmla="*/ 3712464 w 6598848"/>
                  <a:gd name="connsiteY24" fmla="*/ 86848 h 460605"/>
                  <a:gd name="connsiteX25" fmla="*/ 3688609 w 6598848"/>
                  <a:gd name="connsiteY25" fmla="*/ 108478 h 460605"/>
                  <a:gd name="connsiteX26" fmla="*/ 3664184 w 6598848"/>
                  <a:gd name="connsiteY26" fmla="*/ 124411 h 460605"/>
                  <a:gd name="connsiteX27" fmla="*/ 3639272 w 6598848"/>
                  <a:gd name="connsiteY27" fmla="*/ 139166 h 460605"/>
                  <a:gd name="connsiteX28" fmla="*/ 3614075 w 6598848"/>
                  <a:gd name="connsiteY28" fmla="*/ 153397 h 460605"/>
                  <a:gd name="connsiteX29" fmla="*/ 3588390 w 6598848"/>
                  <a:gd name="connsiteY29" fmla="*/ 164965 h 460605"/>
                  <a:gd name="connsiteX30" fmla="*/ 3561730 w 6598848"/>
                  <a:gd name="connsiteY30" fmla="*/ 175398 h 460605"/>
                  <a:gd name="connsiteX31" fmla="*/ 3534745 w 6598848"/>
                  <a:gd name="connsiteY31" fmla="*/ 190109 h 460605"/>
                  <a:gd name="connsiteX32" fmla="*/ 3507395 w 6598848"/>
                  <a:gd name="connsiteY32" fmla="*/ 205824 h 460605"/>
                  <a:gd name="connsiteX33" fmla="*/ 3479353 w 6598848"/>
                  <a:gd name="connsiteY33" fmla="*/ 220383 h 460605"/>
                  <a:gd name="connsiteX34" fmla="*/ 3450865 w 6598848"/>
                  <a:gd name="connsiteY34" fmla="*/ 235530 h 460605"/>
                  <a:gd name="connsiteX35" fmla="*/ 3421888 w 6598848"/>
                  <a:gd name="connsiteY35" fmla="*/ 250176 h 460605"/>
                  <a:gd name="connsiteX36" fmla="*/ 3392953 w 6598848"/>
                  <a:gd name="connsiteY36" fmla="*/ 262180 h 460605"/>
                  <a:gd name="connsiteX37" fmla="*/ 3233806 w 6598848"/>
                  <a:gd name="connsiteY37" fmla="*/ 256789 h 460605"/>
                  <a:gd name="connsiteX38" fmla="*/ 3231815 w 6598848"/>
                  <a:gd name="connsiteY38" fmla="*/ 257226 h 460605"/>
                  <a:gd name="connsiteX39" fmla="*/ 3199953 w 6598848"/>
                  <a:gd name="connsiteY39" fmla="*/ 275604 h 460605"/>
                  <a:gd name="connsiteX40" fmla="*/ 3167157 w 6598848"/>
                  <a:gd name="connsiteY40" fmla="*/ 290358 h 460605"/>
                  <a:gd name="connsiteX41" fmla="*/ 3133791 w 6598848"/>
                  <a:gd name="connsiteY41" fmla="*/ 307667 h 460605"/>
                  <a:gd name="connsiteX42" fmla="*/ 3099816 w 6598848"/>
                  <a:gd name="connsiteY42" fmla="*/ 324561 h 460605"/>
                  <a:gd name="connsiteX43" fmla="*/ 3064703 w 6598848"/>
                  <a:gd name="connsiteY43" fmla="*/ 339796 h 460605"/>
                  <a:gd name="connsiteX44" fmla="*/ 3028818 w 6598848"/>
                  <a:gd name="connsiteY44" fmla="*/ 361055 h 460605"/>
                  <a:gd name="connsiteX45" fmla="*/ 2993055 w 6598848"/>
                  <a:gd name="connsiteY45" fmla="*/ 387967 h 460605"/>
                  <a:gd name="connsiteX46" fmla="*/ 2821879 w 6598848"/>
                  <a:gd name="connsiteY46" fmla="*/ 386526 h 460605"/>
                  <a:gd name="connsiteX47" fmla="*/ 2649525 w 6598848"/>
                  <a:gd name="connsiteY47" fmla="*/ 384562 h 460605"/>
                  <a:gd name="connsiteX48" fmla="*/ 2477333 w 6598848"/>
                  <a:gd name="connsiteY48" fmla="*/ 381855 h 460605"/>
                  <a:gd name="connsiteX49" fmla="*/ 2305223 w 6598848"/>
                  <a:gd name="connsiteY49" fmla="*/ 379673 h 460605"/>
                  <a:gd name="connsiteX50" fmla="*/ 1961408 w 6598848"/>
                  <a:gd name="connsiteY50" fmla="*/ 373758 h 460605"/>
                  <a:gd name="connsiteX51" fmla="*/ 1789664 w 6598848"/>
                  <a:gd name="connsiteY51" fmla="*/ 370134 h 460605"/>
                  <a:gd name="connsiteX52" fmla="*/ 1618082 w 6598848"/>
                  <a:gd name="connsiteY52" fmla="*/ 367035 h 460605"/>
                  <a:gd name="connsiteX53" fmla="*/ 1554886 w 6598848"/>
                  <a:gd name="connsiteY53" fmla="*/ 365595 h 460605"/>
                  <a:gd name="connsiteX54" fmla="*/ 1554358 w 6598848"/>
                  <a:gd name="connsiteY54" fmla="*/ 365638 h 460605"/>
                  <a:gd name="connsiteX55" fmla="*/ 1446500 w 6598848"/>
                  <a:gd name="connsiteY55" fmla="*/ 363237 h 460605"/>
                  <a:gd name="connsiteX56" fmla="*/ 1274999 w 6598848"/>
                  <a:gd name="connsiteY56" fmla="*/ 361971 h 460605"/>
                  <a:gd name="connsiteX57" fmla="*/ 932404 w 6598848"/>
                  <a:gd name="connsiteY57" fmla="*/ 360531 h 460605"/>
                  <a:gd name="connsiteX58" fmla="*/ 931022 w 6598848"/>
                  <a:gd name="connsiteY58" fmla="*/ 360749 h 460605"/>
                  <a:gd name="connsiteX59" fmla="*/ 870549 w 6598848"/>
                  <a:gd name="connsiteY59" fmla="*/ 382052 h 460605"/>
                  <a:gd name="connsiteX60" fmla="*/ 808777 w 6598848"/>
                  <a:gd name="connsiteY60" fmla="*/ 407043 h 460605"/>
                  <a:gd name="connsiteX61" fmla="*/ 681655 w 6598848"/>
                  <a:gd name="connsiteY61" fmla="*/ 457768 h 460605"/>
                  <a:gd name="connsiteX62" fmla="*/ 503448 w 6598848"/>
                  <a:gd name="connsiteY62" fmla="*/ 456808 h 460605"/>
                  <a:gd name="connsiteX63" fmla="*/ 324592 w 6598848"/>
                  <a:gd name="connsiteY63" fmla="*/ 455040 h 460605"/>
                  <a:gd name="connsiteX64" fmla="*/ 145857 w 6598848"/>
                  <a:gd name="connsiteY64" fmla="*/ 452224 h 460605"/>
                  <a:gd name="connsiteX65" fmla="*/ 0 w 6598848"/>
                  <a:gd name="connsiteY65" fmla="*/ 449670 h 460605"/>
                  <a:gd name="connsiteX66" fmla="*/ 0 w 6598848"/>
                  <a:gd name="connsiteY66" fmla="*/ 452486 h 460605"/>
                  <a:gd name="connsiteX67" fmla="*/ 145694 w 6598848"/>
                  <a:gd name="connsiteY67" fmla="*/ 455040 h 460605"/>
                  <a:gd name="connsiteX68" fmla="*/ 324429 w 6598848"/>
                  <a:gd name="connsiteY68" fmla="*/ 457877 h 460605"/>
                  <a:gd name="connsiteX69" fmla="*/ 503367 w 6598848"/>
                  <a:gd name="connsiteY69" fmla="*/ 459645 h 460605"/>
                  <a:gd name="connsiteX70" fmla="*/ 682427 w 6598848"/>
                  <a:gd name="connsiteY70" fmla="*/ 460605 h 460605"/>
                  <a:gd name="connsiteX71" fmla="*/ 683890 w 6598848"/>
                  <a:gd name="connsiteY71" fmla="*/ 460344 h 460605"/>
                  <a:gd name="connsiteX72" fmla="*/ 811743 w 6598848"/>
                  <a:gd name="connsiteY72" fmla="*/ 409357 h 460605"/>
                  <a:gd name="connsiteX73" fmla="*/ 873435 w 6598848"/>
                  <a:gd name="connsiteY73" fmla="*/ 384365 h 460605"/>
                  <a:gd name="connsiteX74" fmla="*/ 933135 w 6598848"/>
                  <a:gd name="connsiteY74" fmla="*/ 363368 h 460605"/>
                  <a:gd name="connsiteX75" fmla="*/ 1274999 w 6598848"/>
                  <a:gd name="connsiteY75" fmla="*/ 364809 h 460605"/>
                  <a:gd name="connsiteX76" fmla="*/ 1446378 w 6598848"/>
                  <a:gd name="connsiteY76" fmla="*/ 366097 h 460605"/>
                  <a:gd name="connsiteX77" fmla="*/ 1554521 w 6598848"/>
                  <a:gd name="connsiteY77" fmla="*/ 368497 h 460605"/>
                  <a:gd name="connsiteX78" fmla="*/ 1555008 w 6598848"/>
                  <a:gd name="connsiteY78" fmla="*/ 368454 h 460605"/>
                  <a:gd name="connsiteX79" fmla="*/ 1617919 w 6598848"/>
                  <a:gd name="connsiteY79" fmla="*/ 369894 h 460605"/>
                  <a:gd name="connsiteX80" fmla="*/ 1789582 w 6598848"/>
                  <a:gd name="connsiteY80" fmla="*/ 372972 h 460605"/>
                  <a:gd name="connsiteX81" fmla="*/ 1961327 w 6598848"/>
                  <a:gd name="connsiteY81" fmla="*/ 376551 h 460605"/>
                  <a:gd name="connsiteX82" fmla="*/ 2305182 w 6598848"/>
                  <a:gd name="connsiteY82" fmla="*/ 382466 h 460605"/>
                  <a:gd name="connsiteX83" fmla="*/ 2477293 w 6598848"/>
                  <a:gd name="connsiteY83" fmla="*/ 384693 h 460605"/>
                  <a:gd name="connsiteX84" fmla="*/ 2649525 w 6598848"/>
                  <a:gd name="connsiteY84" fmla="*/ 387356 h 460605"/>
                  <a:gd name="connsiteX85" fmla="*/ 2821879 w 6598848"/>
                  <a:gd name="connsiteY85" fmla="*/ 389385 h 460605"/>
                  <a:gd name="connsiteX86" fmla="*/ 2994355 w 6598848"/>
                  <a:gd name="connsiteY86" fmla="*/ 390826 h 460605"/>
                  <a:gd name="connsiteX87" fmla="*/ 2996428 w 6598848"/>
                  <a:gd name="connsiteY87" fmla="*/ 390237 h 460605"/>
                  <a:gd name="connsiteX88" fmla="*/ 3032801 w 6598848"/>
                  <a:gd name="connsiteY88" fmla="*/ 362910 h 460605"/>
                  <a:gd name="connsiteX89" fmla="*/ 3068157 w 6598848"/>
                  <a:gd name="connsiteY89" fmla="*/ 341913 h 460605"/>
                  <a:gd name="connsiteX90" fmla="*/ 3103149 w 6598848"/>
                  <a:gd name="connsiteY90" fmla="*/ 326722 h 460605"/>
                  <a:gd name="connsiteX91" fmla="*/ 3137286 w 6598848"/>
                  <a:gd name="connsiteY91" fmla="*/ 309784 h 460605"/>
                  <a:gd name="connsiteX92" fmla="*/ 3170570 w 6598848"/>
                  <a:gd name="connsiteY92" fmla="*/ 292454 h 460605"/>
                  <a:gd name="connsiteX93" fmla="*/ 3203448 w 6598848"/>
                  <a:gd name="connsiteY93" fmla="*/ 277699 h 460605"/>
                  <a:gd name="connsiteX94" fmla="*/ 3234700 w 6598848"/>
                  <a:gd name="connsiteY94" fmla="*/ 259627 h 460605"/>
                  <a:gd name="connsiteX95" fmla="*/ 3393603 w 6598848"/>
                  <a:gd name="connsiteY95" fmla="*/ 265062 h 460605"/>
                  <a:gd name="connsiteX96" fmla="*/ 3395309 w 6598848"/>
                  <a:gd name="connsiteY96" fmla="*/ 264734 h 460605"/>
                  <a:gd name="connsiteX97" fmla="*/ 3425180 w 6598848"/>
                  <a:gd name="connsiteY97" fmla="*/ 252380 h 460605"/>
                  <a:gd name="connsiteX98" fmla="*/ 3454400 w 6598848"/>
                  <a:gd name="connsiteY98" fmla="*/ 237560 h 460605"/>
                  <a:gd name="connsiteX99" fmla="*/ 3482929 w 6598848"/>
                  <a:gd name="connsiteY99" fmla="*/ 222478 h 460605"/>
                  <a:gd name="connsiteX100" fmla="*/ 3511012 w 6598848"/>
                  <a:gd name="connsiteY100" fmla="*/ 207876 h 460605"/>
                  <a:gd name="connsiteX101" fmla="*/ 3538403 w 6598848"/>
                  <a:gd name="connsiteY101" fmla="*/ 192117 h 460605"/>
                  <a:gd name="connsiteX102" fmla="*/ 3564981 w 6598848"/>
                  <a:gd name="connsiteY102" fmla="*/ 177559 h 460605"/>
                  <a:gd name="connsiteX103" fmla="*/ 3591479 w 6598848"/>
                  <a:gd name="connsiteY103" fmla="*/ 167279 h 460605"/>
                  <a:gd name="connsiteX104" fmla="*/ 3617529 w 6598848"/>
                  <a:gd name="connsiteY104" fmla="*/ 155449 h 460605"/>
                  <a:gd name="connsiteX105" fmla="*/ 3642970 w 6598848"/>
                  <a:gd name="connsiteY105" fmla="*/ 141109 h 460605"/>
                  <a:gd name="connsiteX106" fmla="*/ 3667963 w 6598848"/>
                  <a:gd name="connsiteY106" fmla="*/ 126288 h 460605"/>
                  <a:gd name="connsiteX107" fmla="*/ 3692673 w 6598848"/>
                  <a:gd name="connsiteY107" fmla="*/ 110093 h 460605"/>
                  <a:gd name="connsiteX108" fmla="*/ 3716894 w 6598848"/>
                  <a:gd name="connsiteY108" fmla="*/ 88245 h 460605"/>
                  <a:gd name="connsiteX109" fmla="*/ 3740668 w 6598848"/>
                  <a:gd name="connsiteY109" fmla="*/ 64366 h 460605"/>
                  <a:gd name="connsiteX110" fmla="*/ 3763955 w 6598848"/>
                  <a:gd name="connsiteY110" fmla="*/ 36494 h 460605"/>
                  <a:gd name="connsiteX111" fmla="*/ 3786185 w 6598848"/>
                  <a:gd name="connsiteY111" fmla="*/ 12354 h 460605"/>
                  <a:gd name="connsiteX112" fmla="*/ 3923426 w 6598848"/>
                  <a:gd name="connsiteY112" fmla="*/ 6701 h 460605"/>
                  <a:gd name="connsiteX113" fmla="*/ 4062334 w 6598848"/>
                  <a:gd name="connsiteY113" fmla="*/ 7334 h 460605"/>
                  <a:gd name="connsiteX114" fmla="*/ 4201242 w 6598848"/>
                  <a:gd name="connsiteY114" fmla="*/ 6810 h 460605"/>
                  <a:gd name="connsiteX115" fmla="*/ 4340230 w 6598848"/>
                  <a:gd name="connsiteY115" fmla="*/ 7028 h 460605"/>
                  <a:gd name="connsiteX116" fmla="*/ 4479382 w 6598848"/>
                  <a:gd name="connsiteY116" fmla="*/ 6002 h 460605"/>
                  <a:gd name="connsiteX117" fmla="*/ 4618005 w 6598848"/>
                  <a:gd name="connsiteY117" fmla="*/ 2794 h 460605"/>
                  <a:gd name="connsiteX118" fmla="*/ 4755693 w 6598848"/>
                  <a:gd name="connsiteY118" fmla="*/ 3056 h 460605"/>
                  <a:gd name="connsiteX119" fmla="*/ 4893341 w 6598848"/>
                  <a:gd name="connsiteY119" fmla="*/ 5675 h 460605"/>
                  <a:gd name="connsiteX120" fmla="*/ 5031151 w 6598848"/>
                  <a:gd name="connsiteY120" fmla="*/ 10520 h 460605"/>
                  <a:gd name="connsiteX121" fmla="*/ 5169652 w 6598848"/>
                  <a:gd name="connsiteY121" fmla="*/ 19688 h 460605"/>
                  <a:gd name="connsiteX122" fmla="*/ 5308722 w 6598848"/>
                  <a:gd name="connsiteY122" fmla="*/ 27829 h 460605"/>
                  <a:gd name="connsiteX123" fmla="*/ 5448564 w 6598848"/>
                  <a:gd name="connsiteY123" fmla="*/ 38917 h 460605"/>
                  <a:gd name="connsiteX124" fmla="*/ 5589626 w 6598848"/>
                  <a:gd name="connsiteY124" fmla="*/ 54326 h 460605"/>
                  <a:gd name="connsiteX125" fmla="*/ 5732394 w 6598848"/>
                  <a:gd name="connsiteY125" fmla="*/ 64170 h 460605"/>
                  <a:gd name="connsiteX126" fmla="*/ 5875975 w 6598848"/>
                  <a:gd name="connsiteY126" fmla="*/ 69234 h 460605"/>
                  <a:gd name="connsiteX127" fmla="*/ 6020694 w 6598848"/>
                  <a:gd name="connsiteY127" fmla="*/ 75149 h 460605"/>
                  <a:gd name="connsiteX128" fmla="*/ 6165048 w 6598848"/>
                  <a:gd name="connsiteY128" fmla="*/ 73490 h 460605"/>
                  <a:gd name="connsiteX129" fmla="*/ 6309360 w 6598848"/>
                  <a:gd name="connsiteY129" fmla="*/ 66615 h 460605"/>
                  <a:gd name="connsiteX130" fmla="*/ 6453429 w 6598848"/>
                  <a:gd name="connsiteY130" fmla="*/ 61660 h 460605"/>
                  <a:gd name="connsiteX131" fmla="*/ 6596482 w 6598848"/>
                  <a:gd name="connsiteY131" fmla="*/ 58255 h 460605"/>
                  <a:gd name="connsiteX132" fmla="*/ 6598839 w 6598848"/>
                  <a:gd name="connsiteY132" fmla="*/ 56771 h 460605"/>
                  <a:gd name="connsiteX133" fmla="*/ 6596279 w 6598848"/>
                  <a:gd name="connsiteY133" fmla="*/ 55439 h 460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6598848" h="460605">
                    <a:moveTo>
                      <a:pt x="6596157" y="55483"/>
                    </a:moveTo>
                    <a:lnTo>
                      <a:pt x="6452982" y="58888"/>
                    </a:lnTo>
                    <a:lnTo>
                      <a:pt x="6308832" y="63843"/>
                    </a:lnTo>
                    <a:lnTo>
                      <a:pt x="6164641" y="70718"/>
                    </a:lnTo>
                    <a:lnTo>
                      <a:pt x="6020735" y="72377"/>
                    </a:lnTo>
                    <a:lnTo>
                      <a:pt x="5876219" y="66505"/>
                    </a:lnTo>
                    <a:lnTo>
                      <a:pt x="5732760" y="61398"/>
                    </a:lnTo>
                    <a:lnTo>
                      <a:pt x="5590317" y="51598"/>
                    </a:lnTo>
                    <a:lnTo>
                      <a:pt x="5449337" y="36188"/>
                    </a:lnTo>
                    <a:lnTo>
                      <a:pt x="5309251" y="25101"/>
                    </a:lnTo>
                    <a:lnTo>
                      <a:pt x="5170099" y="16894"/>
                    </a:lnTo>
                    <a:lnTo>
                      <a:pt x="5031476" y="7727"/>
                    </a:lnTo>
                    <a:lnTo>
                      <a:pt x="4893463" y="2881"/>
                    </a:lnTo>
                    <a:lnTo>
                      <a:pt x="4755652" y="262"/>
                    </a:lnTo>
                    <a:lnTo>
                      <a:pt x="4617761" y="0"/>
                    </a:lnTo>
                    <a:lnTo>
                      <a:pt x="4479138" y="3252"/>
                    </a:lnTo>
                    <a:lnTo>
                      <a:pt x="4340108" y="4213"/>
                    </a:lnTo>
                    <a:lnTo>
                      <a:pt x="4201120" y="3994"/>
                    </a:lnTo>
                    <a:lnTo>
                      <a:pt x="4062212" y="4540"/>
                    </a:lnTo>
                    <a:lnTo>
                      <a:pt x="3923183" y="3907"/>
                    </a:lnTo>
                    <a:lnTo>
                      <a:pt x="3784275" y="9604"/>
                    </a:lnTo>
                    <a:cubicBezTo>
                      <a:pt x="3783421" y="9647"/>
                      <a:pt x="3782649" y="9931"/>
                      <a:pt x="3782243" y="10389"/>
                    </a:cubicBezTo>
                    <a:lnTo>
                      <a:pt x="3759322" y="35272"/>
                    </a:lnTo>
                    <a:lnTo>
                      <a:pt x="3736076" y="63144"/>
                    </a:lnTo>
                    <a:lnTo>
                      <a:pt x="3712464" y="86848"/>
                    </a:lnTo>
                    <a:lnTo>
                      <a:pt x="3688609" y="108478"/>
                    </a:lnTo>
                    <a:lnTo>
                      <a:pt x="3664184" y="124411"/>
                    </a:lnTo>
                    <a:lnTo>
                      <a:pt x="3639272" y="139166"/>
                    </a:lnTo>
                    <a:lnTo>
                      <a:pt x="3614075" y="153397"/>
                    </a:lnTo>
                    <a:lnTo>
                      <a:pt x="3588390" y="164965"/>
                    </a:lnTo>
                    <a:lnTo>
                      <a:pt x="3561730" y="175398"/>
                    </a:lnTo>
                    <a:lnTo>
                      <a:pt x="3534745" y="190109"/>
                    </a:lnTo>
                    <a:lnTo>
                      <a:pt x="3507395" y="205824"/>
                    </a:lnTo>
                    <a:lnTo>
                      <a:pt x="3479353" y="220383"/>
                    </a:lnTo>
                    <a:lnTo>
                      <a:pt x="3450865" y="235530"/>
                    </a:lnTo>
                    <a:lnTo>
                      <a:pt x="3421888" y="250176"/>
                    </a:lnTo>
                    <a:lnTo>
                      <a:pt x="3392953" y="262180"/>
                    </a:lnTo>
                    <a:lnTo>
                      <a:pt x="3233806" y="256789"/>
                    </a:lnTo>
                    <a:cubicBezTo>
                      <a:pt x="3233075" y="256789"/>
                      <a:pt x="3232343" y="256898"/>
                      <a:pt x="3231815" y="257226"/>
                    </a:cubicBezTo>
                    <a:lnTo>
                      <a:pt x="3199953" y="275604"/>
                    </a:lnTo>
                    <a:lnTo>
                      <a:pt x="3167157" y="290358"/>
                    </a:lnTo>
                    <a:lnTo>
                      <a:pt x="3133791" y="307667"/>
                    </a:lnTo>
                    <a:lnTo>
                      <a:pt x="3099816" y="324561"/>
                    </a:lnTo>
                    <a:lnTo>
                      <a:pt x="3064703" y="339796"/>
                    </a:lnTo>
                    <a:lnTo>
                      <a:pt x="3028818" y="361055"/>
                    </a:lnTo>
                    <a:lnTo>
                      <a:pt x="2993055" y="387967"/>
                    </a:lnTo>
                    <a:lnTo>
                      <a:pt x="2821879" y="386526"/>
                    </a:lnTo>
                    <a:lnTo>
                      <a:pt x="2649525" y="384562"/>
                    </a:lnTo>
                    <a:lnTo>
                      <a:pt x="2477333" y="381855"/>
                    </a:lnTo>
                    <a:lnTo>
                      <a:pt x="2305223" y="379673"/>
                    </a:lnTo>
                    <a:lnTo>
                      <a:pt x="1961408" y="373758"/>
                    </a:lnTo>
                    <a:lnTo>
                      <a:pt x="1789664" y="370134"/>
                    </a:lnTo>
                    <a:lnTo>
                      <a:pt x="1618082" y="367035"/>
                    </a:lnTo>
                    <a:lnTo>
                      <a:pt x="1554886" y="365595"/>
                    </a:lnTo>
                    <a:cubicBezTo>
                      <a:pt x="1554886" y="365595"/>
                      <a:pt x="1554521" y="365595"/>
                      <a:pt x="1554358" y="365638"/>
                    </a:cubicBezTo>
                    <a:lnTo>
                      <a:pt x="1446500" y="363237"/>
                    </a:lnTo>
                    <a:lnTo>
                      <a:pt x="1274999" y="361971"/>
                    </a:lnTo>
                    <a:lnTo>
                      <a:pt x="932404" y="360531"/>
                    </a:lnTo>
                    <a:cubicBezTo>
                      <a:pt x="931753" y="360531"/>
                      <a:pt x="931428" y="360640"/>
                      <a:pt x="931022" y="360749"/>
                    </a:cubicBezTo>
                    <a:lnTo>
                      <a:pt x="870549" y="382052"/>
                    </a:lnTo>
                    <a:lnTo>
                      <a:pt x="808777" y="407043"/>
                    </a:lnTo>
                    <a:lnTo>
                      <a:pt x="681655" y="457768"/>
                    </a:lnTo>
                    <a:lnTo>
                      <a:pt x="503448" y="456808"/>
                    </a:lnTo>
                    <a:lnTo>
                      <a:pt x="324592" y="455040"/>
                    </a:lnTo>
                    <a:lnTo>
                      <a:pt x="145857" y="452224"/>
                    </a:lnTo>
                    <a:lnTo>
                      <a:pt x="0" y="449670"/>
                    </a:lnTo>
                    <a:lnTo>
                      <a:pt x="0" y="452486"/>
                    </a:lnTo>
                    <a:lnTo>
                      <a:pt x="145694" y="455040"/>
                    </a:lnTo>
                    <a:lnTo>
                      <a:pt x="324429" y="457877"/>
                    </a:lnTo>
                    <a:lnTo>
                      <a:pt x="503367" y="459645"/>
                    </a:lnTo>
                    <a:lnTo>
                      <a:pt x="682427" y="460605"/>
                    </a:lnTo>
                    <a:cubicBezTo>
                      <a:pt x="683158" y="460540"/>
                      <a:pt x="683484" y="460540"/>
                      <a:pt x="683890" y="460344"/>
                    </a:cubicBezTo>
                    <a:lnTo>
                      <a:pt x="811743" y="409357"/>
                    </a:lnTo>
                    <a:lnTo>
                      <a:pt x="873435" y="384365"/>
                    </a:lnTo>
                    <a:lnTo>
                      <a:pt x="933135" y="363368"/>
                    </a:lnTo>
                    <a:lnTo>
                      <a:pt x="1274999" y="364809"/>
                    </a:lnTo>
                    <a:lnTo>
                      <a:pt x="1446378" y="366097"/>
                    </a:lnTo>
                    <a:lnTo>
                      <a:pt x="1554521" y="368497"/>
                    </a:lnTo>
                    <a:cubicBezTo>
                      <a:pt x="1554521" y="368497"/>
                      <a:pt x="1554886" y="368454"/>
                      <a:pt x="1555008" y="368454"/>
                    </a:cubicBezTo>
                    <a:lnTo>
                      <a:pt x="1617919" y="369894"/>
                    </a:lnTo>
                    <a:lnTo>
                      <a:pt x="1789582" y="372972"/>
                    </a:lnTo>
                    <a:lnTo>
                      <a:pt x="1961327" y="376551"/>
                    </a:lnTo>
                    <a:lnTo>
                      <a:pt x="2305182" y="382466"/>
                    </a:lnTo>
                    <a:lnTo>
                      <a:pt x="2477293" y="384693"/>
                    </a:lnTo>
                    <a:lnTo>
                      <a:pt x="2649525" y="387356"/>
                    </a:lnTo>
                    <a:lnTo>
                      <a:pt x="2821879" y="389385"/>
                    </a:lnTo>
                    <a:lnTo>
                      <a:pt x="2994355" y="390826"/>
                    </a:lnTo>
                    <a:cubicBezTo>
                      <a:pt x="2994965" y="390826"/>
                      <a:pt x="2995940" y="390608"/>
                      <a:pt x="2996428" y="390237"/>
                    </a:cubicBezTo>
                    <a:lnTo>
                      <a:pt x="3032801" y="362910"/>
                    </a:lnTo>
                    <a:lnTo>
                      <a:pt x="3068157" y="341913"/>
                    </a:lnTo>
                    <a:lnTo>
                      <a:pt x="3103149" y="326722"/>
                    </a:lnTo>
                    <a:lnTo>
                      <a:pt x="3137286" y="309784"/>
                    </a:lnTo>
                    <a:lnTo>
                      <a:pt x="3170570" y="292454"/>
                    </a:lnTo>
                    <a:lnTo>
                      <a:pt x="3203448" y="277699"/>
                    </a:lnTo>
                    <a:lnTo>
                      <a:pt x="3234700" y="259627"/>
                    </a:lnTo>
                    <a:lnTo>
                      <a:pt x="3393603" y="265062"/>
                    </a:lnTo>
                    <a:cubicBezTo>
                      <a:pt x="3394212" y="265062"/>
                      <a:pt x="3394781" y="264952"/>
                      <a:pt x="3395309" y="264734"/>
                    </a:cubicBezTo>
                    <a:lnTo>
                      <a:pt x="3425180" y="252380"/>
                    </a:lnTo>
                    <a:lnTo>
                      <a:pt x="3454400" y="237560"/>
                    </a:lnTo>
                    <a:lnTo>
                      <a:pt x="3482929" y="222478"/>
                    </a:lnTo>
                    <a:lnTo>
                      <a:pt x="3511012" y="207876"/>
                    </a:lnTo>
                    <a:lnTo>
                      <a:pt x="3538403" y="192117"/>
                    </a:lnTo>
                    <a:lnTo>
                      <a:pt x="3564981" y="177559"/>
                    </a:lnTo>
                    <a:lnTo>
                      <a:pt x="3591479" y="167279"/>
                    </a:lnTo>
                    <a:lnTo>
                      <a:pt x="3617529" y="155449"/>
                    </a:lnTo>
                    <a:lnTo>
                      <a:pt x="3642970" y="141109"/>
                    </a:lnTo>
                    <a:lnTo>
                      <a:pt x="3667963" y="126288"/>
                    </a:lnTo>
                    <a:lnTo>
                      <a:pt x="3692673" y="110093"/>
                    </a:lnTo>
                    <a:lnTo>
                      <a:pt x="3716894" y="88245"/>
                    </a:lnTo>
                    <a:lnTo>
                      <a:pt x="3740668" y="64366"/>
                    </a:lnTo>
                    <a:lnTo>
                      <a:pt x="3763955" y="36494"/>
                    </a:lnTo>
                    <a:lnTo>
                      <a:pt x="3786185" y="12354"/>
                    </a:lnTo>
                    <a:lnTo>
                      <a:pt x="3923426" y="6701"/>
                    </a:lnTo>
                    <a:lnTo>
                      <a:pt x="4062334" y="7334"/>
                    </a:lnTo>
                    <a:lnTo>
                      <a:pt x="4201242" y="6810"/>
                    </a:lnTo>
                    <a:lnTo>
                      <a:pt x="4340230" y="7028"/>
                    </a:lnTo>
                    <a:lnTo>
                      <a:pt x="4479382" y="6002"/>
                    </a:lnTo>
                    <a:lnTo>
                      <a:pt x="4618005" y="2794"/>
                    </a:lnTo>
                    <a:lnTo>
                      <a:pt x="4755693" y="3056"/>
                    </a:lnTo>
                    <a:lnTo>
                      <a:pt x="4893341" y="5675"/>
                    </a:lnTo>
                    <a:lnTo>
                      <a:pt x="5031151" y="10520"/>
                    </a:lnTo>
                    <a:lnTo>
                      <a:pt x="5169652" y="19688"/>
                    </a:lnTo>
                    <a:lnTo>
                      <a:pt x="5308722" y="27829"/>
                    </a:lnTo>
                    <a:lnTo>
                      <a:pt x="5448564" y="38917"/>
                    </a:lnTo>
                    <a:lnTo>
                      <a:pt x="5589626" y="54326"/>
                    </a:lnTo>
                    <a:lnTo>
                      <a:pt x="5732394" y="64170"/>
                    </a:lnTo>
                    <a:lnTo>
                      <a:pt x="5875975" y="69234"/>
                    </a:lnTo>
                    <a:lnTo>
                      <a:pt x="6020694" y="75149"/>
                    </a:lnTo>
                    <a:lnTo>
                      <a:pt x="6165048" y="73490"/>
                    </a:lnTo>
                    <a:lnTo>
                      <a:pt x="6309360" y="66615"/>
                    </a:lnTo>
                    <a:lnTo>
                      <a:pt x="6453429" y="61660"/>
                    </a:lnTo>
                    <a:lnTo>
                      <a:pt x="6596482" y="58255"/>
                    </a:lnTo>
                    <a:cubicBezTo>
                      <a:pt x="6597864" y="58211"/>
                      <a:pt x="6598961" y="57557"/>
                      <a:pt x="6598839" y="56771"/>
                    </a:cubicBezTo>
                    <a:cubicBezTo>
                      <a:pt x="6598839" y="56029"/>
                      <a:pt x="6597539" y="55396"/>
                      <a:pt x="6596279" y="554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 name="Freeform: Shape 33">
                <a:extLst>
                  <a:ext uri="{FF2B5EF4-FFF2-40B4-BE49-F238E27FC236}">
                    <a16:creationId xmlns:a16="http://schemas.microsoft.com/office/drawing/2014/main" id="{BAF3A2C2-F459-425C-9552-DF7A597F58E7}"/>
                  </a:ext>
                </a:extLst>
              </p:cNvPr>
              <p:cNvSpPr/>
              <p:nvPr/>
            </p:nvSpPr>
            <p:spPr>
              <a:xfrm>
                <a:off x="6294914" y="6295501"/>
                <a:ext cx="253778" cy="15695"/>
              </a:xfrm>
              <a:custGeom>
                <a:avLst/>
                <a:gdLst>
                  <a:gd name="connsiteX0" fmla="*/ 251254 w 253778"/>
                  <a:gd name="connsiteY0" fmla="*/ 15696 h 15695"/>
                  <a:gd name="connsiteX1" fmla="*/ 251051 w 253778"/>
                  <a:gd name="connsiteY1" fmla="*/ 15696 h 15695"/>
                  <a:gd name="connsiteX2" fmla="*/ 140713 w 253778"/>
                  <a:gd name="connsiteY2" fmla="*/ 10632 h 15695"/>
                  <a:gd name="connsiteX3" fmla="*/ 2212 w 253778"/>
                  <a:gd name="connsiteY3" fmla="*/ 2796 h 15695"/>
                  <a:gd name="connsiteX4" fmla="*/ 18 w 253778"/>
                  <a:gd name="connsiteY4" fmla="*/ 1203 h 15695"/>
                  <a:gd name="connsiteX5" fmla="*/ 2985 w 253778"/>
                  <a:gd name="connsiteY5" fmla="*/ 24 h 15695"/>
                  <a:gd name="connsiteX6" fmla="*/ 6236 w 253778"/>
                  <a:gd name="connsiteY6" fmla="*/ 242 h 15695"/>
                  <a:gd name="connsiteX7" fmla="*/ 146322 w 253778"/>
                  <a:gd name="connsiteY7" fmla="*/ 8078 h 15695"/>
                  <a:gd name="connsiteX8" fmla="*/ 251376 w 253778"/>
                  <a:gd name="connsiteY8" fmla="*/ 12924 h 15695"/>
                  <a:gd name="connsiteX9" fmla="*/ 253774 w 253778"/>
                  <a:gd name="connsiteY9" fmla="*/ 14408 h 15695"/>
                  <a:gd name="connsiteX10" fmla="*/ 251214 w 253778"/>
                  <a:gd name="connsiteY10" fmla="*/ 15696 h 1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3778" h="15695">
                    <a:moveTo>
                      <a:pt x="251254" y="15696"/>
                    </a:moveTo>
                    <a:lnTo>
                      <a:pt x="251051" y="15696"/>
                    </a:lnTo>
                    <a:lnTo>
                      <a:pt x="140713" y="10632"/>
                    </a:lnTo>
                    <a:lnTo>
                      <a:pt x="2212" y="2796"/>
                    </a:lnTo>
                    <a:cubicBezTo>
                      <a:pt x="831" y="2687"/>
                      <a:pt x="-145" y="2011"/>
                      <a:pt x="18" y="1203"/>
                    </a:cubicBezTo>
                    <a:cubicBezTo>
                      <a:pt x="221" y="461"/>
                      <a:pt x="1400" y="-129"/>
                      <a:pt x="2985" y="24"/>
                    </a:cubicBezTo>
                    <a:lnTo>
                      <a:pt x="6236" y="242"/>
                    </a:lnTo>
                    <a:lnTo>
                      <a:pt x="146322" y="8078"/>
                    </a:lnTo>
                    <a:lnTo>
                      <a:pt x="251376" y="12924"/>
                    </a:lnTo>
                    <a:cubicBezTo>
                      <a:pt x="252758" y="12967"/>
                      <a:pt x="253855" y="13622"/>
                      <a:pt x="253774" y="14408"/>
                    </a:cubicBezTo>
                    <a:cubicBezTo>
                      <a:pt x="253693" y="15150"/>
                      <a:pt x="252473" y="15696"/>
                      <a:pt x="251214" y="156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 name="Freeform: Shape 34">
                <a:extLst>
                  <a:ext uri="{FF2B5EF4-FFF2-40B4-BE49-F238E27FC236}">
                    <a16:creationId xmlns:a16="http://schemas.microsoft.com/office/drawing/2014/main" id="{6E56AA5F-4C2D-40B7-A426-00548AAEB037}"/>
                  </a:ext>
                </a:extLst>
              </p:cNvPr>
              <p:cNvSpPr/>
              <p:nvPr/>
            </p:nvSpPr>
            <p:spPr>
              <a:xfrm>
                <a:off x="5732408" y="6176993"/>
                <a:ext cx="3306008" cy="302421"/>
              </a:xfrm>
              <a:custGeom>
                <a:avLst/>
                <a:gdLst>
                  <a:gd name="connsiteX0" fmla="*/ 3303529 w 3306008"/>
                  <a:gd name="connsiteY0" fmla="*/ 302421 h 302421"/>
                  <a:gd name="connsiteX1" fmla="*/ 3303529 w 3306008"/>
                  <a:gd name="connsiteY1" fmla="*/ 302421 h 302421"/>
                  <a:gd name="connsiteX2" fmla="*/ 3165719 w 3306008"/>
                  <a:gd name="connsiteY2" fmla="*/ 302094 h 302421"/>
                  <a:gd name="connsiteX3" fmla="*/ 3164013 w 3306008"/>
                  <a:gd name="connsiteY3" fmla="*/ 301766 h 302421"/>
                  <a:gd name="connsiteX4" fmla="*/ 3140888 w 3306008"/>
                  <a:gd name="connsiteY4" fmla="*/ 290482 h 302421"/>
                  <a:gd name="connsiteX5" fmla="*/ 2997795 w 3306008"/>
                  <a:gd name="connsiteY5" fmla="*/ 290155 h 302421"/>
                  <a:gd name="connsiteX6" fmla="*/ 2996088 w 3306008"/>
                  <a:gd name="connsiteY6" fmla="*/ 289783 h 302421"/>
                  <a:gd name="connsiteX7" fmla="*/ 2869779 w 3306008"/>
                  <a:gd name="connsiteY7" fmla="*/ 224719 h 302421"/>
                  <a:gd name="connsiteX8" fmla="*/ 2461875 w 3306008"/>
                  <a:gd name="connsiteY8" fmla="*/ 223867 h 302421"/>
                  <a:gd name="connsiteX9" fmla="*/ 2460006 w 3306008"/>
                  <a:gd name="connsiteY9" fmla="*/ 223387 h 302421"/>
                  <a:gd name="connsiteX10" fmla="*/ 2444319 w 3306008"/>
                  <a:gd name="connsiteY10" fmla="*/ 213587 h 302421"/>
                  <a:gd name="connsiteX11" fmla="*/ 2310491 w 3306008"/>
                  <a:gd name="connsiteY11" fmla="*/ 213325 h 302421"/>
                  <a:gd name="connsiteX12" fmla="*/ 2308581 w 3306008"/>
                  <a:gd name="connsiteY12" fmla="*/ 212801 h 302421"/>
                  <a:gd name="connsiteX13" fmla="*/ 2294398 w 3306008"/>
                  <a:gd name="connsiteY13" fmla="*/ 203263 h 302421"/>
                  <a:gd name="connsiteX14" fmla="*/ 2028084 w 3306008"/>
                  <a:gd name="connsiteY14" fmla="*/ 202717 h 302421"/>
                  <a:gd name="connsiteX15" fmla="*/ 1894338 w 3306008"/>
                  <a:gd name="connsiteY15" fmla="*/ 198308 h 302421"/>
                  <a:gd name="connsiteX16" fmla="*/ 1760510 w 3306008"/>
                  <a:gd name="connsiteY16" fmla="*/ 189360 h 302421"/>
                  <a:gd name="connsiteX17" fmla="*/ 1626764 w 3306008"/>
                  <a:gd name="connsiteY17" fmla="*/ 176460 h 302421"/>
                  <a:gd name="connsiteX18" fmla="*/ 1493302 w 3306008"/>
                  <a:gd name="connsiteY18" fmla="*/ 162076 h 302421"/>
                  <a:gd name="connsiteX19" fmla="*/ 1356792 w 3306008"/>
                  <a:gd name="connsiteY19" fmla="*/ 141887 h 302421"/>
                  <a:gd name="connsiteX20" fmla="*/ 1227232 w 3306008"/>
                  <a:gd name="connsiteY20" fmla="*/ 123291 h 302421"/>
                  <a:gd name="connsiteX21" fmla="*/ 1094786 w 3306008"/>
                  <a:gd name="connsiteY21" fmla="*/ 116568 h 302421"/>
                  <a:gd name="connsiteX22" fmla="*/ 961731 w 3306008"/>
                  <a:gd name="connsiteY22" fmla="*/ 110173 h 302421"/>
                  <a:gd name="connsiteX23" fmla="*/ 828391 w 3306008"/>
                  <a:gd name="connsiteY23" fmla="*/ 100307 h 302421"/>
                  <a:gd name="connsiteX24" fmla="*/ 694360 w 3306008"/>
                  <a:gd name="connsiteY24" fmla="*/ 90071 h 302421"/>
                  <a:gd name="connsiteX25" fmla="*/ 557851 w 3306008"/>
                  <a:gd name="connsiteY25" fmla="*/ 72478 h 302421"/>
                  <a:gd name="connsiteX26" fmla="*/ 419959 w 3306008"/>
                  <a:gd name="connsiteY26" fmla="*/ 53358 h 302421"/>
                  <a:gd name="connsiteX27" fmla="*/ 280401 w 3306008"/>
                  <a:gd name="connsiteY27" fmla="*/ 24897 h 302421"/>
                  <a:gd name="connsiteX28" fmla="*/ 140275 w 3306008"/>
                  <a:gd name="connsiteY28" fmla="*/ 12325 h 302421"/>
                  <a:gd name="connsiteX29" fmla="*/ 2220 w 3306008"/>
                  <a:gd name="connsiteY29" fmla="*/ 2786 h 302421"/>
                  <a:gd name="connsiteX30" fmla="*/ 26 w 3306008"/>
                  <a:gd name="connsiteY30" fmla="*/ 1237 h 302421"/>
                  <a:gd name="connsiteX31" fmla="*/ 2830 w 3306008"/>
                  <a:gd name="connsiteY31" fmla="*/ 14 h 302421"/>
                  <a:gd name="connsiteX32" fmla="*/ 141006 w 3306008"/>
                  <a:gd name="connsiteY32" fmla="*/ 9553 h 302421"/>
                  <a:gd name="connsiteX33" fmla="*/ 281702 w 3306008"/>
                  <a:gd name="connsiteY33" fmla="*/ 22234 h 302421"/>
                  <a:gd name="connsiteX34" fmla="*/ 421463 w 3306008"/>
                  <a:gd name="connsiteY34" fmla="*/ 50696 h 302421"/>
                  <a:gd name="connsiteX35" fmla="*/ 559070 w 3306008"/>
                  <a:gd name="connsiteY35" fmla="*/ 69772 h 302421"/>
                  <a:gd name="connsiteX36" fmla="*/ 695295 w 3306008"/>
                  <a:gd name="connsiteY36" fmla="*/ 87299 h 302421"/>
                  <a:gd name="connsiteX37" fmla="*/ 829163 w 3306008"/>
                  <a:gd name="connsiteY37" fmla="*/ 97535 h 302421"/>
                  <a:gd name="connsiteX38" fmla="*/ 962422 w 3306008"/>
                  <a:gd name="connsiteY38" fmla="*/ 107379 h 302421"/>
                  <a:gd name="connsiteX39" fmla="*/ 1095274 w 3306008"/>
                  <a:gd name="connsiteY39" fmla="*/ 113731 h 302421"/>
                  <a:gd name="connsiteX40" fmla="*/ 1228207 w 3306008"/>
                  <a:gd name="connsiteY40" fmla="*/ 120497 h 302421"/>
                  <a:gd name="connsiteX41" fmla="*/ 1366424 w 3306008"/>
                  <a:gd name="connsiteY41" fmla="*/ 140359 h 302421"/>
                  <a:gd name="connsiteX42" fmla="*/ 1494521 w 3306008"/>
                  <a:gd name="connsiteY42" fmla="*/ 159283 h 302421"/>
                  <a:gd name="connsiteX43" fmla="*/ 1627861 w 3306008"/>
                  <a:gd name="connsiteY43" fmla="*/ 173666 h 302421"/>
                  <a:gd name="connsiteX44" fmla="*/ 1761404 w 3306008"/>
                  <a:gd name="connsiteY44" fmla="*/ 186566 h 302421"/>
                  <a:gd name="connsiteX45" fmla="*/ 1894866 w 3306008"/>
                  <a:gd name="connsiteY45" fmla="*/ 195515 h 302421"/>
                  <a:gd name="connsiteX46" fmla="*/ 2028409 w 3306008"/>
                  <a:gd name="connsiteY46" fmla="*/ 199880 h 302421"/>
                  <a:gd name="connsiteX47" fmla="*/ 2295698 w 3306008"/>
                  <a:gd name="connsiteY47" fmla="*/ 200469 h 302421"/>
                  <a:gd name="connsiteX48" fmla="*/ 2297690 w 3306008"/>
                  <a:gd name="connsiteY48" fmla="*/ 200949 h 302421"/>
                  <a:gd name="connsiteX49" fmla="*/ 2311873 w 3306008"/>
                  <a:gd name="connsiteY49" fmla="*/ 210488 h 302421"/>
                  <a:gd name="connsiteX50" fmla="*/ 2445619 w 3306008"/>
                  <a:gd name="connsiteY50" fmla="*/ 210815 h 302421"/>
                  <a:gd name="connsiteX51" fmla="*/ 2447489 w 3306008"/>
                  <a:gd name="connsiteY51" fmla="*/ 211295 h 302421"/>
                  <a:gd name="connsiteX52" fmla="*/ 2463054 w 3306008"/>
                  <a:gd name="connsiteY52" fmla="*/ 221052 h 302421"/>
                  <a:gd name="connsiteX53" fmla="*/ 2870835 w 3306008"/>
                  <a:gd name="connsiteY53" fmla="*/ 221903 h 302421"/>
                  <a:gd name="connsiteX54" fmla="*/ 2872623 w 3306008"/>
                  <a:gd name="connsiteY54" fmla="*/ 222274 h 302421"/>
                  <a:gd name="connsiteX55" fmla="*/ 2998811 w 3306008"/>
                  <a:gd name="connsiteY55" fmla="*/ 287339 h 302421"/>
                  <a:gd name="connsiteX56" fmla="*/ 3141904 w 3306008"/>
                  <a:gd name="connsiteY56" fmla="*/ 287666 h 302421"/>
                  <a:gd name="connsiteX57" fmla="*/ 3143489 w 3306008"/>
                  <a:gd name="connsiteY57" fmla="*/ 288037 h 302421"/>
                  <a:gd name="connsiteX58" fmla="*/ 3166695 w 3306008"/>
                  <a:gd name="connsiteY58" fmla="*/ 299322 h 302421"/>
                  <a:gd name="connsiteX59" fmla="*/ 3303529 w 3306008"/>
                  <a:gd name="connsiteY59" fmla="*/ 299649 h 302421"/>
                  <a:gd name="connsiteX60" fmla="*/ 3306009 w 3306008"/>
                  <a:gd name="connsiteY60" fmla="*/ 301046 h 302421"/>
                  <a:gd name="connsiteX61" fmla="*/ 3303529 w 3306008"/>
                  <a:gd name="connsiteY61" fmla="*/ 302421 h 302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06008" h="302421">
                    <a:moveTo>
                      <a:pt x="3303529" y="302421"/>
                    </a:moveTo>
                    <a:lnTo>
                      <a:pt x="3303529" y="302421"/>
                    </a:lnTo>
                    <a:lnTo>
                      <a:pt x="3165719" y="302094"/>
                    </a:lnTo>
                    <a:cubicBezTo>
                      <a:pt x="3165110" y="302094"/>
                      <a:pt x="3164541" y="301985"/>
                      <a:pt x="3164013" y="301766"/>
                    </a:cubicBezTo>
                    <a:lnTo>
                      <a:pt x="3140888" y="290482"/>
                    </a:lnTo>
                    <a:lnTo>
                      <a:pt x="2997795" y="290155"/>
                    </a:lnTo>
                    <a:cubicBezTo>
                      <a:pt x="2997185" y="290155"/>
                      <a:pt x="2996495" y="290045"/>
                      <a:pt x="2996088" y="289783"/>
                    </a:cubicBezTo>
                    <a:lnTo>
                      <a:pt x="2869779" y="224719"/>
                    </a:lnTo>
                    <a:lnTo>
                      <a:pt x="2461875" y="223867"/>
                    </a:lnTo>
                    <a:cubicBezTo>
                      <a:pt x="2461103" y="223867"/>
                      <a:pt x="2460412" y="223649"/>
                      <a:pt x="2460006" y="223387"/>
                    </a:cubicBezTo>
                    <a:lnTo>
                      <a:pt x="2444319" y="213587"/>
                    </a:lnTo>
                    <a:lnTo>
                      <a:pt x="2310491" y="213325"/>
                    </a:lnTo>
                    <a:cubicBezTo>
                      <a:pt x="2309800" y="213325"/>
                      <a:pt x="2309109" y="213172"/>
                      <a:pt x="2308581" y="212801"/>
                    </a:cubicBezTo>
                    <a:lnTo>
                      <a:pt x="2294398" y="203263"/>
                    </a:lnTo>
                    <a:lnTo>
                      <a:pt x="2028084" y="202717"/>
                    </a:lnTo>
                    <a:lnTo>
                      <a:pt x="1894338" y="198308"/>
                    </a:lnTo>
                    <a:lnTo>
                      <a:pt x="1760510" y="189360"/>
                    </a:lnTo>
                    <a:lnTo>
                      <a:pt x="1626764" y="176460"/>
                    </a:lnTo>
                    <a:lnTo>
                      <a:pt x="1493302" y="162076"/>
                    </a:lnTo>
                    <a:lnTo>
                      <a:pt x="1356792" y="141887"/>
                    </a:lnTo>
                    <a:lnTo>
                      <a:pt x="1227232" y="123291"/>
                    </a:lnTo>
                    <a:lnTo>
                      <a:pt x="1094786" y="116568"/>
                    </a:lnTo>
                    <a:lnTo>
                      <a:pt x="961731" y="110173"/>
                    </a:lnTo>
                    <a:lnTo>
                      <a:pt x="828391" y="100307"/>
                    </a:lnTo>
                    <a:lnTo>
                      <a:pt x="694360" y="90071"/>
                    </a:lnTo>
                    <a:lnTo>
                      <a:pt x="557851" y="72478"/>
                    </a:lnTo>
                    <a:lnTo>
                      <a:pt x="419959" y="53358"/>
                    </a:lnTo>
                    <a:lnTo>
                      <a:pt x="280401" y="24897"/>
                    </a:lnTo>
                    <a:lnTo>
                      <a:pt x="140275" y="12325"/>
                    </a:lnTo>
                    <a:lnTo>
                      <a:pt x="2220" y="2786"/>
                    </a:lnTo>
                    <a:cubicBezTo>
                      <a:pt x="839" y="2677"/>
                      <a:pt x="-177" y="1979"/>
                      <a:pt x="26" y="1237"/>
                    </a:cubicBezTo>
                    <a:cubicBezTo>
                      <a:pt x="188" y="429"/>
                      <a:pt x="1530" y="-95"/>
                      <a:pt x="2830" y="14"/>
                    </a:cubicBezTo>
                    <a:lnTo>
                      <a:pt x="141006" y="9553"/>
                    </a:lnTo>
                    <a:lnTo>
                      <a:pt x="281702" y="22234"/>
                    </a:lnTo>
                    <a:lnTo>
                      <a:pt x="421463" y="50696"/>
                    </a:lnTo>
                    <a:lnTo>
                      <a:pt x="559070" y="69772"/>
                    </a:lnTo>
                    <a:lnTo>
                      <a:pt x="695295" y="87299"/>
                    </a:lnTo>
                    <a:lnTo>
                      <a:pt x="829163" y="97535"/>
                    </a:lnTo>
                    <a:lnTo>
                      <a:pt x="962422" y="107379"/>
                    </a:lnTo>
                    <a:lnTo>
                      <a:pt x="1095274" y="113731"/>
                    </a:lnTo>
                    <a:lnTo>
                      <a:pt x="1228207" y="120497"/>
                    </a:lnTo>
                    <a:lnTo>
                      <a:pt x="1366424" y="140359"/>
                    </a:lnTo>
                    <a:lnTo>
                      <a:pt x="1494521" y="159283"/>
                    </a:lnTo>
                    <a:lnTo>
                      <a:pt x="1627861" y="173666"/>
                    </a:lnTo>
                    <a:lnTo>
                      <a:pt x="1761404" y="186566"/>
                    </a:lnTo>
                    <a:lnTo>
                      <a:pt x="1894866" y="195515"/>
                    </a:lnTo>
                    <a:lnTo>
                      <a:pt x="2028409" y="199880"/>
                    </a:lnTo>
                    <a:lnTo>
                      <a:pt x="2295698" y="200469"/>
                    </a:lnTo>
                    <a:cubicBezTo>
                      <a:pt x="2296470" y="200469"/>
                      <a:pt x="2297202" y="200622"/>
                      <a:pt x="2297690" y="200949"/>
                    </a:cubicBezTo>
                    <a:lnTo>
                      <a:pt x="2311873" y="210488"/>
                    </a:lnTo>
                    <a:lnTo>
                      <a:pt x="2445619" y="210815"/>
                    </a:lnTo>
                    <a:cubicBezTo>
                      <a:pt x="2446310" y="210815"/>
                      <a:pt x="2447001" y="210968"/>
                      <a:pt x="2447489" y="211295"/>
                    </a:cubicBezTo>
                    <a:lnTo>
                      <a:pt x="2463054" y="221052"/>
                    </a:lnTo>
                    <a:lnTo>
                      <a:pt x="2870835" y="221903"/>
                    </a:lnTo>
                    <a:cubicBezTo>
                      <a:pt x="2871527" y="221903"/>
                      <a:pt x="2872136" y="222056"/>
                      <a:pt x="2872623" y="222274"/>
                    </a:cubicBezTo>
                    <a:lnTo>
                      <a:pt x="2998811" y="287339"/>
                    </a:lnTo>
                    <a:lnTo>
                      <a:pt x="3141904" y="287666"/>
                    </a:lnTo>
                    <a:cubicBezTo>
                      <a:pt x="3142514" y="287666"/>
                      <a:pt x="3143083" y="287819"/>
                      <a:pt x="3143489" y="288037"/>
                    </a:cubicBezTo>
                    <a:lnTo>
                      <a:pt x="3166695" y="299322"/>
                    </a:lnTo>
                    <a:lnTo>
                      <a:pt x="3303529" y="299649"/>
                    </a:lnTo>
                    <a:cubicBezTo>
                      <a:pt x="3304911" y="299649"/>
                      <a:pt x="3306009" y="300282"/>
                      <a:pt x="3306009" y="301046"/>
                    </a:cubicBezTo>
                    <a:cubicBezTo>
                      <a:pt x="3306009" y="301832"/>
                      <a:pt x="3304911" y="302421"/>
                      <a:pt x="3303529" y="30242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 name="Freeform: Shape 35">
                <a:extLst>
                  <a:ext uri="{FF2B5EF4-FFF2-40B4-BE49-F238E27FC236}">
                    <a16:creationId xmlns:a16="http://schemas.microsoft.com/office/drawing/2014/main" id="{F2B2B395-788C-46F1-A95C-6EBC1188123E}"/>
                  </a:ext>
                </a:extLst>
              </p:cNvPr>
              <p:cNvSpPr/>
              <p:nvPr/>
            </p:nvSpPr>
            <p:spPr>
              <a:xfrm>
                <a:off x="5737163" y="6159162"/>
                <a:ext cx="3353029" cy="344239"/>
              </a:xfrm>
              <a:custGeom>
                <a:avLst/>
                <a:gdLst>
                  <a:gd name="connsiteX0" fmla="*/ 3350469 w 3353029"/>
                  <a:gd name="connsiteY0" fmla="*/ 344174 h 344239"/>
                  <a:gd name="connsiteX1" fmla="*/ 3350469 w 3353029"/>
                  <a:gd name="connsiteY1" fmla="*/ 344174 h 344239"/>
                  <a:gd name="connsiteX2" fmla="*/ 3210058 w 3353029"/>
                  <a:gd name="connsiteY2" fmla="*/ 343868 h 344239"/>
                  <a:gd name="connsiteX3" fmla="*/ 3208351 w 3353029"/>
                  <a:gd name="connsiteY3" fmla="*/ 343497 h 344239"/>
                  <a:gd name="connsiteX4" fmla="*/ 3159949 w 3353029"/>
                  <a:gd name="connsiteY4" fmla="*/ 319946 h 344239"/>
                  <a:gd name="connsiteX5" fmla="*/ 3015595 w 3353029"/>
                  <a:gd name="connsiteY5" fmla="*/ 319619 h 344239"/>
                  <a:gd name="connsiteX6" fmla="*/ 3013929 w 3353029"/>
                  <a:gd name="connsiteY6" fmla="*/ 319248 h 344239"/>
                  <a:gd name="connsiteX7" fmla="*/ 2992105 w 3353029"/>
                  <a:gd name="connsiteY7" fmla="*/ 308007 h 344239"/>
                  <a:gd name="connsiteX8" fmla="*/ 2274241 w 3353029"/>
                  <a:gd name="connsiteY8" fmla="*/ 306414 h 344239"/>
                  <a:gd name="connsiteX9" fmla="*/ 2131269 w 3353029"/>
                  <a:gd name="connsiteY9" fmla="*/ 303904 h 344239"/>
                  <a:gd name="connsiteX10" fmla="*/ 1986306 w 3353029"/>
                  <a:gd name="connsiteY10" fmla="*/ 297290 h 344239"/>
                  <a:gd name="connsiteX11" fmla="*/ 1848780 w 3353029"/>
                  <a:gd name="connsiteY11" fmla="*/ 283431 h 344239"/>
                  <a:gd name="connsiteX12" fmla="*/ 1708085 w 3353029"/>
                  <a:gd name="connsiteY12" fmla="*/ 267868 h 344239"/>
                  <a:gd name="connsiteX13" fmla="*/ 1571250 w 3353029"/>
                  <a:gd name="connsiteY13" fmla="*/ 250342 h 344239"/>
                  <a:gd name="connsiteX14" fmla="*/ 1569584 w 3353029"/>
                  <a:gd name="connsiteY14" fmla="*/ 249600 h 344239"/>
                  <a:gd name="connsiteX15" fmla="*/ 1548044 w 3353029"/>
                  <a:gd name="connsiteY15" fmla="*/ 226267 h 344239"/>
                  <a:gd name="connsiteX16" fmla="*/ 1537031 w 3353029"/>
                  <a:gd name="connsiteY16" fmla="*/ 216249 h 344239"/>
                  <a:gd name="connsiteX17" fmla="*/ 1526017 w 3353029"/>
                  <a:gd name="connsiteY17" fmla="*/ 206754 h 344239"/>
                  <a:gd name="connsiteX18" fmla="*/ 1515207 w 3353029"/>
                  <a:gd name="connsiteY18" fmla="*/ 194335 h 344239"/>
                  <a:gd name="connsiteX19" fmla="*/ 1505088 w 3353029"/>
                  <a:gd name="connsiteY19" fmla="*/ 185757 h 344239"/>
                  <a:gd name="connsiteX20" fmla="*/ 1497163 w 3353029"/>
                  <a:gd name="connsiteY20" fmla="*/ 184164 h 344239"/>
                  <a:gd name="connsiteX21" fmla="*/ 1363620 w 3353029"/>
                  <a:gd name="connsiteY21" fmla="*/ 165044 h 344239"/>
                  <a:gd name="connsiteX22" fmla="*/ 1362360 w 3353029"/>
                  <a:gd name="connsiteY22" fmla="*/ 164629 h 344239"/>
                  <a:gd name="connsiteX23" fmla="*/ 1354313 w 3353029"/>
                  <a:gd name="connsiteY23" fmla="*/ 159827 h 344239"/>
                  <a:gd name="connsiteX24" fmla="*/ 1353826 w 3353029"/>
                  <a:gd name="connsiteY24" fmla="*/ 159347 h 344239"/>
                  <a:gd name="connsiteX25" fmla="*/ 1346876 w 3353029"/>
                  <a:gd name="connsiteY25" fmla="*/ 148957 h 344239"/>
                  <a:gd name="connsiteX26" fmla="*/ 1333303 w 3353029"/>
                  <a:gd name="connsiteY26" fmla="*/ 146731 h 344239"/>
                  <a:gd name="connsiteX27" fmla="*/ 1216137 w 3353029"/>
                  <a:gd name="connsiteY27" fmla="*/ 127611 h 344239"/>
                  <a:gd name="connsiteX28" fmla="*/ 1084179 w 3353029"/>
                  <a:gd name="connsiteY28" fmla="*/ 114297 h 344239"/>
                  <a:gd name="connsiteX29" fmla="*/ 952425 w 3353029"/>
                  <a:gd name="connsiteY29" fmla="*/ 106046 h 344239"/>
                  <a:gd name="connsiteX30" fmla="*/ 820182 w 3353029"/>
                  <a:gd name="connsiteY30" fmla="*/ 92885 h 344239"/>
                  <a:gd name="connsiteX31" fmla="*/ 687208 w 3353029"/>
                  <a:gd name="connsiteY31" fmla="*/ 81382 h 344239"/>
                  <a:gd name="connsiteX32" fmla="*/ 551999 w 3353029"/>
                  <a:gd name="connsiteY32" fmla="*/ 61869 h 344239"/>
                  <a:gd name="connsiteX33" fmla="*/ 415286 w 3353029"/>
                  <a:gd name="connsiteY33" fmla="*/ 40501 h 344239"/>
                  <a:gd name="connsiteX34" fmla="*/ 276744 w 3353029"/>
                  <a:gd name="connsiteY34" fmla="*/ 20683 h 344239"/>
                  <a:gd name="connsiteX35" fmla="*/ 136942 w 3353029"/>
                  <a:gd name="connsiteY35" fmla="*/ 11690 h 344239"/>
                  <a:gd name="connsiteX36" fmla="*/ 2221 w 3353029"/>
                  <a:gd name="connsiteY36" fmla="*/ 2785 h 344239"/>
                  <a:gd name="connsiteX37" fmla="*/ 26 w 3353029"/>
                  <a:gd name="connsiteY37" fmla="*/ 1235 h 344239"/>
                  <a:gd name="connsiteX38" fmla="*/ 2830 w 3353029"/>
                  <a:gd name="connsiteY38" fmla="*/ 13 h 344239"/>
                  <a:gd name="connsiteX39" fmla="*/ 137511 w 3353029"/>
                  <a:gd name="connsiteY39" fmla="*/ 8918 h 344239"/>
                  <a:gd name="connsiteX40" fmla="*/ 277597 w 3353029"/>
                  <a:gd name="connsiteY40" fmla="*/ 17933 h 344239"/>
                  <a:gd name="connsiteX41" fmla="*/ 416545 w 3353029"/>
                  <a:gd name="connsiteY41" fmla="*/ 37795 h 344239"/>
                  <a:gd name="connsiteX42" fmla="*/ 553380 w 3353029"/>
                  <a:gd name="connsiteY42" fmla="*/ 59163 h 344239"/>
                  <a:gd name="connsiteX43" fmla="*/ 688305 w 3353029"/>
                  <a:gd name="connsiteY43" fmla="*/ 78676 h 344239"/>
                  <a:gd name="connsiteX44" fmla="*/ 821035 w 3353029"/>
                  <a:gd name="connsiteY44" fmla="*/ 90135 h 344239"/>
                  <a:gd name="connsiteX45" fmla="*/ 953075 w 3353029"/>
                  <a:gd name="connsiteY45" fmla="*/ 103296 h 344239"/>
                  <a:gd name="connsiteX46" fmla="*/ 1084952 w 3353029"/>
                  <a:gd name="connsiteY46" fmla="*/ 111547 h 344239"/>
                  <a:gd name="connsiteX47" fmla="*/ 1217113 w 3353029"/>
                  <a:gd name="connsiteY47" fmla="*/ 124861 h 344239"/>
                  <a:gd name="connsiteX48" fmla="*/ 1349559 w 3353029"/>
                  <a:gd name="connsiteY48" fmla="*/ 146491 h 344239"/>
                  <a:gd name="connsiteX49" fmla="*/ 1351225 w 3353029"/>
                  <a:gd name="connsiteY49" fmla="*/ 147342 h 344239"/>
                  <a:gd name="connsiteX50" fmla="*/ 1358377 w 3353029"/>
                  <a:gd name="connsiteY50" fmla="*/ 158168 h 344239"/>
                  <a:gd name="connsiteX51" fmla="*/ 1365611 w 3353029"/>
                  <a:gd name="connsiteY51" fmla="*/ 162424 h 344239"/>
                  <a:gd name="connsiteX52" fmla="*/ 1498667 w 3353029"/>
                  <a:gd name="connsiteY52" fmla="*/ 181544 h 344239"/>
                  <a:gd name="connsiteX53" fmla="*/ 1507567 w 3353029"/>
                  <a:gd name="connsiteY53" fmla="*/ 183312 h 344239"/>
                  <a:gd name="connsiteX54" fmla="*/ 1508867 w 3353029"/>
                  <a:gd name="connsiteY54" fmla="*/ 183902 h 344239"/>
                  <a:gd name="connsiteX55" fmla="*/ 1519678 w 3353029"/>
                  <a:gd name="connsiteY55" fmla="*/ 193003 h 344239"/>
                  <a:gd name="connsiteX56" fmla="*/ 1530488 w 3353029"/>
                  <a:gd name="connsiteY56" fmla="*/ 205423 h 344239"/>
                  <a:gd name="connsiteX57" fmla="*/ 1541298 w 3353029"/>
                  <a:gd name="connsiteY57" fmla="*/ 214808 h 344239"/>
                  <a:gd name="connsiteX58" fmla="*/ 1552515 w 3353029"/>
                  <a:gd name="connsiteY58" fmla="*/ 224979 h 344239"/>
                  <a:gd name="connsiteX59" fmla="*/ 1573566 w 3353029"/>
                  <a:gd name="connsiteY59" fmla="*/ 247788 h 344239"/>
                  <a:gd name="connsiteX60" fmla="*/ 1710564 w 3353029"/>
                  <a:gd name="connsiteY60" fmla="*/ 265315 h 344239"/>
                  <a:gd name="connsiteX61" fmla="*/ 1849471 w 3353029"/>
                  <a:gd name="connsiteY61" fmla="*/ 280724 h 344239"/>
                  <a:gd name="connsiteX62" fmla="*/ 1990167 w 3353029"/>
                  <a:gd name="connsiteY62" fmla="*/ 294890 h 344239"/>
                  <a:gd name="connsiteX63" fmla="*/ 2131553 w 3353029"/>
                  <a:gd name="connsiteY63" fmla="*/ 301132 h 344239"/>
                  <a:gd name="connsiteX64" fmla="*/ 2274241 w 3353029"/>
                  <a:gd name="connsiteY64" fmla="*/ 303642 h 344239"/>
                  <a:gd name="connsiteX65" fmla="*/ 2993081 w 3353029"/>
                  <a:gd name="connsiteY65" fmla="*/ 305235 h 344239"/>
                  <a:gd name="connsiteX66" fmla="*/ 2994788 w 3353029"/>
                  <a:gd name="connsiteY66" fmla="*/ 305606 h 344239"/>
                  <a:gd name="connsiteX67" fmla="*/ 3016611 w 3353029"/>
                  <a:gd name="connsiteY67" fmla="*/ 316847 h 344239"/>
                  <a:gd name="connsiteX68" fmla="*/ 3160965 w 3353029"/>
                  <a:gd name="connsiteY68" fmla="*/ 317218 h 344239"/>
                  <a:gd name="connsiteX69" fmla="*/ 3162671 w 3353029"/>
                  <a:gd name="connsiteY69" fmla="*/ 317546 h 344239"/>
                  <a:gd name="connsiteX70" fmla="*/ 3211074 w 3353029"/>
                  <a:gd name="connsiteY70" fmla="*/ 341096 h 344239"/>
                  <a:gd name="connsiteX71" fmla="*/ 3350469 w 3353029"/>
                  <a:gd name="connsiteY71" fmla="*/ 341424 h 344239"/>
                  <a:gd name="connsiteX72" fmla="*/ 3353029 w 3353029"/>
                  <a:gd name="connsiteY72" fmla="*/ 342864 h 344239"/>
                  <a:gd name="connsiteX73" fmla="*/ 3350469 w 3353029"/>
                  <a:gd name="connsiteY73" fmla="*/ 344239 h 34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353029" h="344239">
                    <a:moveTo>
                      <a:pt x="3350469" y="344174"/>
                    </a:moveTo>
                    <a:lnTo>
                      <a:pt x="3350469" y="344174"/>
                    </a:lnTo>
                    <a:lnTo>
                      <a:pt x="3210058" y="343868"/>
                    </a:lnTo>
                    <a:cubicBezTo>
                      <a:pt x="3209448" y="343868"/>
                      <a:pt x="3208879" y="343759"/>
                      <a:pt x="3208351" y="343497"/>
                    </a:cubicBezTo>
                    <a:lnTo>
                      <a:pt x="3159949" y="319946"/>
                    </a:lnTo>
                    <a:lnTo>
                      <a:pt x="3015595" y="319619"/>
                    </a:lnTo>
                    <a:cubicBezTo>
                      <a:pt x="3014986" y="319619"/>
                      <a:pt x="3014417" y="319510"/>
                      <a:pt x="3013929" y="319248"/>
                    </a:cubicBezTo>
                    <a:lnTo>
                      <a:pt x="2992105" y="308007"/>
                    </a:lnTo>
                    <a:lnTo>
                      <a:pt x="2274241" y="306414"/>
                    </a:lnTo>
                    <a:lnTo>
                      <a:pt x="2131269" y="303904"/>
                    </a:lnTo>
                    <a:lnTo>
                      <a:pt x="1986306" y="297290"/>
                    </a:lnTo>
                    <a:lnTo>
                      <a:pt x="1848780" y="283431"/>
                    </a:lnTo>
                    <a:lnTo>
                      <a:pt x="1708085" y="267868"/>
                    </a:lnTo>
                    <a:lnTo>
                      <a:pt x="1571250" y="250342"/>
                    </a:lnTo>
                    <a:cubicBezTo>
                      <a:pt x="1570559" y="250232"/>
                      <a:pt x="1569949" y="249971"/>
                      <a:pt x="1569584" y="249600"/>
                    </a:cubicBezTo>
                    <a:lnTo>
                      <a:pt x="1548044" y="226267"/>
                    </a:lnTo>
                    <a:lnTo>
                      <a:pt x="1537031" y="216249"/>
                    </a:lnTo>
                    <a:lnTo>
                      <a:pt x="1526017" y="206754"/>
                    </a:lnTo>
                    <a:lnTo>
                      <a:pt x="1515207" y="194335"/>
                    </a:lnTo>
                    <a:lnTo>
                      <a:pt x="1505088" y="185757"/>
                    </a:lnTo>
                    <a:lnTo>
                      <a:pt x="1497163" y="184164"/>
                    </a:lnTo>
                    <a:lnTo>
                      <a:pt x="1363620" y="165044"/>
                    </a:lnTo>
                    <a:cubicBezTo>
                      <a:pt x="1363132" y="164934"/>
                      <a:pt x="1362726" y="164825"/>
                      <a:pt x="1362360" y="164629"/>
                    </a:cubicBezTo>
                    <a:lnTo>
                      <a:pt x="1354313" y="159827"/>
                    </a:lnTo>
                    <a:cubicBezTo>
                      <a:pt x="1354110" y="159674"/>
                      <a:pt x="1353907" y="159521"/>
                      <a:pt x="1353826" y="159347"/>
                    </a:cubicBezTo>
                    <a:lnTo>
                      <a:pt x="1346876" y="148957"/>
                    </a:lnTo>
                    <a:lnTo>
                      <a:pt x="1333303" y="146731"/>
                    </a:lnTo>
                    <a:lnTo>
                      <a:pt x="1216137" y="127611"/>
                    </a:lnTo>
                    <a:lnTo>
                      <a:pt x="1084179" y="114297"/>
                    </a:lnTo>
                    <a:lnTo>
                      <a:pt x="952425" y="106046"/>
                    </a:lnTo>
                    <a:lnTo>
                      <a:pt x="820182" y="92885"/>
                    </a:lnTo>
                    <a:lnTo>
                      <a:pt x="687208" y="81382"/>
                    </a:lnTo>
                    <a:lnTo>
                      <a:pt x="551999" y="61869"/>
                    </a:lnTo>
                    <a:lnTo>
                      <a:pt x="415286" y="40501"/>
                    </a:lnTo>
                    <a:lnTo>
                      <a:pt x="276744" y="20683"/>
                    </a:lnTo>
                    <a:lnTo>
                      <a:pt x="136942" y="11690"/>
                    </a:lnTo>
                    <a:lnTo>
                      <a:pt x="2221" y="2785"/>
                    </a:lnTo>
                    <a:cubicBezTo>
                      <a:pt x="839" y="2741"/>
                      <a:pt x="-177" y="2043"/>
                      <a:pt x="26" y="1235"/>
                    </a:cubicBezTo>
                    <a:cubicBezTo>
                      <a:pt x="189" y="493"/>
                      <a:pt x="1408" y="-96"/>
                      <a:pt x="2830" y="13"/>
                    </a:cubicBezTo>
                    <a:lnTo>
                      <a:pt x="137511" y="8918"/>
                    </a:lnTo>
                    <a:lnTo>
                      <a:pt x="277597" y="17933"/>
                    </a:lnTo>
                    <a:lnTo>
                      <a:pt x="416545" y="37795"/>
                    </a:lnTo>
                    <a:lnTo>
                      <a:pt x="553380" y="59163"/>
                    </a:lnTo>
                    <a:lnTo>
                      <a:pt x="688305" y="78676"/>
                    </a:lnTo>
                    <a:lnTo>
                      <a:pt x="821035" y="90135"/>
                    </a:lnTo>
                    <a:lnTo>
                      <a:pt x="953075" y="103296"/>
                    </a:lnTo>
                    <a:lnTo>
                      <a:pt x="1084952" y="111547"/>
                    </a:lnTo>
                    <a:lnTo>
                      <a:pt x="1217113" y="124861"/>
                    </a:lnTo>
                    <a:lnTo>
                      <a:pt x="1349559" y="146491"/>
                    </a:lnTo>
                    <a:cubicBezTo>
                      <a:pt x="1350331" y="146600"/>
                      <a:pt x="1350940" y="146906"/>
                      <a:pt x="1351225" y="147342"/>
                    </a:cubicBezTo>
                    <a:lnTo>
                      <a:pt x="1358377" y="158168"/>
                    </a:lnTo>
                    <a:lnTo>
                      <a:pt x="1365611" y="162424"/>
                    </a:lnTo>
                    <a:lnTo>
                      <a:pt x="1498667" y="181544"/>
                    </a:lnTo>
                    <a:lnTo>
                      <a:pt x="1507567" y="183312"/>
                    </a:lnTo>
                    <a:cubicBezTo>
                      <a:pt x="1508055" y="183421"/>
                      <a:pt x="1508542" y="183640"/>
                      <a:pt x="1508867" y="183902"/>
                    </a:cubicBezTo>
                    <a:lnTo>
                      <a:pt x="1519678" y="193003"/>
                    </a:lnTo>
                    <a:lnTo>
                      <a:pt x="1530488" y="205423"/>
                    </a:lnTo>
                    <a:lnTo>
                      <a:pt x="1541298" y="214808"/>
                    </a:lnTo>
                    <a:lnTo>
                      <a:pt x="1552515" y="224979"/>
                    </a:lnTo>
                    <a:lnTo>
                      <a:pt x="1573566" y="247788"/>
                    </a:lnTo>
                    <a:lnTo>
                      <a:pt x="1710564" y="265315"/>
                    </a:lnTo>
                    <a:lnTo>
                      <a:pt x="1849471" y="280724"/>
                    </a:lnTo>
                    <a:lnTo>
                      <a:pt x="1990167" y="294890"/>
                    </a:lnTo>
                    <a:lnTo>
                      <a:pt x="2131553" y="301132"/>
                    </a:lnTo>
                    <a:lnTo>
                      <a:pt x="2274241" y="303642"/>
                    </a:lnTo>
                    <a:lnTo>
                      <a:pt x="2993081" y="305235"/>
                    </a:lnTo>
                    <a:cubicBezTo>
                      <a:pt x="2993772" y="305235"/>
                      <a:pt x="2994381" y="305388"/>
                      <a:pt x="2994788" y="305606"/>
                    </a:cubicBezTo>
                    <a:lnTo>
                      <a:pt x="3016611" y="316847"/>
                    </a:lnTo>
                    <a:lnTo>
                      <a:pt x="3160965" y="317218"/>
                    </a:lnTo>
                    <a:cubicBezTo>
                      <a:pt x="3161574" y="317218"/>
                      <a:pt x="3162143" y="317327"/>
                      <a:pt x="3162671" y="317546"/>
                    </a:cubicBezTo>
                    <a:lnTo>
                      <a:pt x="3211074" y="341096"/>
                    </a:lnTo>
                    <a:lnTo>
                      <a:pt x="3350469" y="341424"/>
                    </a:lnTo>
                    <a:cubicBezTo>
                      <a:pt x="3351851" y="341424"/>
                      <a:pt x="3353029" y="342057"/>
                      <a:pt x="3353029" y="342864"/>
                    </a:cubicBezTo>
                    <a:cubicBezTo>
                      <a:pt x="3353029" y="343606"/>
                      <a:pt x="3351851" y="344239"/>
                      <a:pt x="3350469" y="3442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 name="Freeform: Shape 36">
                <a:extLst>
                  <a:ext uri="{FF2B5EF4-FFF2-40B4-BE49-F238E27FC236}">
                    <a16:creationId xmlns:a16="http://schemas.microsoft.com/office/drawing/2014/main" id="{0519DEBF-9E06-4212-9F4B-6019F8800954}"/>
                  </a:ext>
                </a:extLst>
              </p:cNvPr>
              <p:cNvSpPr/>
              <p:nvPr/>
            </p:nvSpPr>
            <p:spPr>
              <a:xfrm>
                <a:off x="739971" y="6154903"/>
                <a:ext cx="1944759" cy="236309"/>
              </a:xfrm>
              <a:custGeom>
                <a:avLst/>
                <a:gdLst>
                  <a:gd name="connsiteX0" fmla="*/ 2521 w 1944759"/>
                  <a:gd name="connsiteY0" fmla="*/ 236310 h 236309"/>
                  <a:gd name="connsiteX1" fmla="*/ 1 w 1944759"/>
                  <a:gd name="connsiteY1" fmla="*/ 234978 h 236309"/>
                  <a:gd name="connsiteX2" fmla="*/ 2399 w 1944759"/>
                  <a:gd name="connsiteY2" fmla="*/ 233494 h 236309"/>
                  <a:gd name="connsiteX3" fmla="*/ 136267 w 1944759"/>
                  <a:gd name="connsiteY3" fmla="*/ 229347 h 236309"/>
                  <a:gd name="connsiteX4" fmla="*/ 277532 w 1944759"/>
                  <a:gd name="connsiteY4" fmla="*/ 223279 h 236309"/>
                  <a:gd name="connsiteX5" fmla="*/ 560386 w 1944759"/>
                  <a:gd name="connsiteY5" fmla="*/ 218543 h 236309"/>
                  <a:gd name="connsiteX6" fmla="*/ 843484 w 1944759"/>
                  <a:gd name="connsiteY6" fmla="*/ 203352 h 236309"/>
                  <a:gd name="connsiteX7" fmla="*/ 984302 w 1944759"/>
                  <a:gd name="connsiteY7" fmla="*/ 191936 h 236309"/>
                  <a:gd name="connsiteX8" fmla="*/ 1025470 w 1944759"/>
                  <a:gd name="connsiteY8" fmla="*/ 168604 h 236309"/>
                  <a:gd name="connsiteX9" fmla="*/ 1066557 w 1944759"/>
                  <a:gd name="connsiteY9" fmla="*/ 147563 h 236309"/>
                  <a:gd name="connsiteX10" fmla="*/ 1106750 w 1944759"/>
                  <a:gd name="connsiteY10" fmla="*/ 124907 h 236309"/>
                  <a:gd name="connsiteX11" fmla="*/ 1146293 w 1944759"/>
                  <a:gd name="connsiteY11" fmla="*/ 97449 h 236309"/>
                  <a:gd name="connsiteX12" fmla="*/ 1148041 w 1944759"/>
                  <a:gd name="connsiteY12" fmla="*/ 96925 h 236309"/>
                  <a:gd name="connsiteX13" fmla="*/ 1284794 w 1944759"/>
                  <a:gd name="connsiteY13" fmla="*/ 89679 h 236309"/>
                  <a:gd name="connsiteX14" fmla="*/ 1421548 w 1944759"/>
                  <a:gd name="connsiteY14" fmla="*/ 80250 h 236309"/>
                  <a:gd name="connsiteX15" fmla="*/ 1558464 w 1944759"/>
                  <a:gd name="connsiteY15" fmla="*/ 73266 h 236309"/>
                  <a:gd name="connsiteX16" fmla="*/ 1694161 w 1944759"/>
                  <a:gd name="connsiteY16" fmla="*/ 69162 h 236309"/>
                  <a:gd name="connsiteX17" fmla="*/ 1727689 w 1944759"/>
                  <a:gd name="connsiteY17" fmla="*/ 39478 h 236309"/>
                  <a:gd name="connsiteX18" fmla="*/ 1729762 w 1944759"/>
                  <a:gd name="connsiteY18" fmla="*/ 38845 h 236309"/>
                  <a:gd name="connsiteX19" fmla="*/ 1814902 w 1944759"/>
                  <a:gd name="connsiteY19" fmla="*/ 37841 h 236309"/>
                  <a:gd name="connsiteX20" fmla="*/ 1846967 w 1944759"/>
                  <a:gd name="connsiteY20" fmla="*/ 29198 h 236309"/>
                  <a:gd name="connsiteX21" fmla="*/ 1878423 w 1944759"/>
                  <a:gd name="connsiteY21" fmla="*/ 19987 h 236309"/>
                  <a:gd name="connsiteX22" fmla="*/ 1879276 w 1944759"/>
                  <a:gd name="connsiteY22" fmla="*/ 19834 h 236309"/>
                  <a:gd name="connsiteX23" fmla="*/ 1909878 w 1944759"/>
                  <a:gd name="connsiteY23" fmla="*/ 9401 h 236309"/>
                  <a:gd name="connsiteX24" fmla="*/ 1910772 w 1944759"/>
                  <a:gd name="connsiteY24" fmla="*/ 9183 h 236309"/>
                  <a:gd name="connsiteX25" fmla="*/ 1941049 w 1944759"/>
                  <a:gd name="connsiteY25" fmla="*/ 168 h 236309"/>
                  <a:gd name="connsiteX26" fmla="*/ 1944463 w 1944759"/>
                  <a:gd name="connsiteY26" fmla="*/ 758 h 236309"/>
                  <a:gd name="connsiteX27" fmla="*/ 1943406 w 1944759"/>
                  <a:gd name="connsiteY27" fmla="*/ 2679 h 236309"/>
                  <a:gd name="connsiteX28" fmla="*/ 1912682 w 1944759"/>
                  <a:gd name="connsiteY28" fmla="*/ 11846 h 236309"/>
                  <a:gd name="connsiteX29" fmla="*/ 1911991 w 1944759"/>
                  <a:gd name="connsiteY29" fmla="*/ 11955 h 236309"/>
                  <a:gd name="connsiteX30" fmla="*/ 1881308 w 1944759"/>
                  <a:gd name="connsiteY30" fmla="*/ 22453 h 236309"/>
                  <a:gd name="connsiteX31" fmla="*/ 1880211 w 1944759"/>
                  <a:gd name="connsiteY31" fmla="*/ 22628 h 236309"/>
                  <a:gd name="connsiteX32" fmla="*/ 1849202 w 1944759"/>
                  <a:gd name="connsiteY32" fmla="*/ 31730 h 236309"/>
                  <a:gd name="connsiteX33" fmla="*/ 1816609 w 1944759"/>
                  <a:gd name="connsiteY33" fmla="*/ 40526 h 236309"/>
                  <a:gd name="connsiteX34" fmla="*/ 1815553 w 1944759"/>
                  <a:gd name="connsiteY34" fmla="*/ 40679 h 236309"/>
                  <a:gd name="connsiteX35" fmla="*/ 1731225 w 1944759"/>
                  <a:gd name="connsiteY35" fmla="*/ 41639 h 236309"/>
                  <a:gd name="connsiteX36" fmla="*/ 1697737 w 1944759"/>
                  <a:gd name="connsiteY36" fmla="*/ 71258 h 236309"/>
                  <a:gd name="connsiteX37" fmla="*/ 1695705 w 1944759"/>
                  <a:gd name="connsiteY37" fmla="*/ 71956 h 236309"/>
                  <a:gd name="connsiteX38" fmla="*/ 1558830 w 1944759"/>
                  <a:gd name="connsiteY38" fmla="*/ 76103 h 236309"/>
                  <a:gd name="connsiteX39" fmla="*/ 1422076 w 1944759"/>
                  <a:gd name="connsiteY39" fmla="*/ 83087 h 236309"/>
                  <a:gd name="connsiteX40" fmla="*/ 1285322 w 1944759"/>
                  <a:gd name="connsiteY40" fmla="*/ 92451 h 236309"/>
                  <a:gd name="connsiteX41" fmla="*/ 1149544 w 1944759"/>
                  <a:gd name="connsiteY41" fmla="*/ 99698 h 236309"/>
                  <a:gd name="connsiteX42" fmla="*/ 1110530 w 1944759"/>
                  <a:gd name="connsiteY42" fmla="*/ 126762 h 236309"/>
                  <a:gd name="connsiteX43" fmla="*/ 1070052 w 1944759"/>
                  <a:gd name="connsiteY43" fmla="*/ 149571 h 236309"/>
                  <a:gd name="connsiteX44" fmla="*/ 1028965 w 1944759"/>
                  <a:gd name="connsiteY44" fmla="*/ 170612 h 236309"/>
                  <a:gd name="connsiteX45" fmla="*/ 987309 w 1944759"/>
                  <a:gd name="connsiteY45" fmla="*/ 194228 h 236309"/>
                  <a:gd name="connsiteX46" fmla="*/ 985846 w 1944759"/>
                  <a:gd name="connsiteY46" fmla="*/ 194643 h 236309"/>
                  <a:gd name="connsiteX47" fmla="*/ 844013 w 1944759"/>
                  <a:gd name="connsiteY47" fmla="*/ 206146 h 236309"/>
                  <a:gd name="connsiteX48" fmla="*/ 702220 w 1944759"/>
                  <a:gd name="connsiteY48" fmla="*/ 213807 h 236309"/>
                  <a:gd name="connsiteX49" fmla="*/ 560630 w 1944759"/>
                  <a:gd name="connsiteY49" fmla="*/ 221271 h 236309"/>
                  <a:gd name="connsiteX50" fmla="*/ 277735 w 1944759"/>
                  <a:gd name="connsiteY50" fmla="*/ 226073 h 236309"/>
                  <a:gd name="connsiteX51" fmla="*/ 136470 w 1944759"/>
                  <a:gd name="connsiteY51" fmla="*/ 232141 h 236309"/>
                  <a:gd name="connsiteX52" fmla="*/ 2602 w 1944759"/>
                  <a:gd name="connsiteY52" fmla="*/ 236288 h 236309"/>
                  <a:gd name="connsiteX53" fmla="*/ 2439 w 1944759"/>
                  <a:gd name="connsiteY53" fmla="*/ 236288 h 23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944759" h="236309">
                    <a:moveTo>
                      <a:pt x="2521" y="236310"/>
                    </a:moveTo>
                    <a:cubicBezTo>
                      <a:pt x="1180" y="236310"/>
                      <a:pt x="82" y="235786"/>
                      <a:pt x="1" y="234978"/>
                    </a:cubicBezTo>
                    <a:cubicBezTo>
                      <a:pt x="-39" y="234236"/>
                      <a:pt x="1017" y="233538"/>
                      <a:pt x="2399" y="233494"/>
                    </a:cubicBezTo>
                    <a:lnTo>
                      <a:pt x="136267" y="229347"/>
                    </a:lnTo>
                    <a:lnTo>
                      <a:pt x="277532" y="223279"/>
                    </a:lnTo>
                    <a:lnTo>
                      <a:pt x="560386" y="218543"/>
                    </a:lnTo>
                    <a:lnTo>
                      <a:pt x="843484" y="203352"/>
                    </a:lnTo>
                    <a:lnTo>
                      <a:pt x="984302" y="191936"/>
                    </a:lnTo>
                    <a:lnTo>
                      <a:pt x="1025470" y="168604"/>
                    </a:lnTo>
                    <a:lnTo>
                      <a:pt x="1066557" y="147563"/>
                    </a:lnTo>
                    <a:lnTo>
                      <a:pt x="1106750" y="124907"/>
                    </a:lnTo>
                    <a:lnTo>
                      <a:pt x="1146293" y="97449"/>
                    </a:lnTo>
                    <a:cubicBezTo>
                      <a:pt x="1146740" y="97187"/>
                      <a:pt x="1147350" y="96969"/>
                      <a:pt x="1148041" y="96925"/>
                    </a:cubicBezTo>
                    <a:lnTo>
                      <a:pt x="1284794" y="89679"/>
                    </a:lnTo>
                    <a:lnTo>
                      <a:pt x="1421548" y="80250"/>
                    </a:lnTo>
                    <a:lnTo>
                      <a:pt x="1558464" y="73266"/>
                    </a:lnTo>
                    <a:lnTo>
                      <a:pt x="1694161" y="69162"/>
                    </a:lnTo>
                    <a:lnTo>
                      <a:pt x="1727689" y="39478"/>
                    </a:lnTo>
                    <a:cubicBezTo>
                      <a:pt x="1728136" y="39063"/>
                      <a:pt x="1728908" y="38845"/>
                      <a:pt x="1729762" y="38845"/>
                    </a:cubicBezTo>
                    <a:lnTo>
                      <a:pt x="1814902" y="37841"/>
                    </a:lnTo>
                    <a:lnTo>
                      <a:pt x="1846967" y="29198"/>
                    </a:lnTo>
                    <a:lnTo>
                      <a:pt x="1878423" y="19987"/>
                    </a:lnTo>
                    <a:cubicBezTo>
                      <a:pt x="1878666" y="19878"/>
                      <a:pt x="1878992" y="19878"/>
                      <a:pt x="1879276" y="19834"/>
                    </a:cubicBezTo>
                    <a:lnTo>
                      <a:pt x="1909878" y="9401"/>
                    </a:lnTo>
                    <a:cubicBezTo>
                      <a:pt x="1910122" y="9292"/>
                      <a:pt x="1910447" y="9226"/>
                      <a:pt x="1910772" y="9183"/>
                    </a:cubicBezTo>
                    <a:lnTo>
                      <a:pt x="1941049" y="168"/>
                    </a:lnTo>
                    <a:cubicBezTo>
                      <a:pt x="1942227" y="-203"/>
                      <a:pt x="1943812" y="59"/>
                      <a:pt x="1944463" y="758"/>
                    </a:cubicBezTo>
                    <a:cubicBezTo>
                      <a:pt x="1945113" y="1456"/>
                      <a:pt x="1944666" y="2307"/>
                      <a:pt x="1943406" y="2679"/>
                    </a:cubicBezTo>
                    <a:lnTo>
                      <a:pt x="1912682" y="11846"/>
                    </a:lnTo>
                    <a:cubicBezTo>
                      <a:pt x="1912438" y="11911"/>
                      <a:pt x="1912235" y="11955"/>
                      <a:pt x="1911991" y="11955"/>
                    </a:cubicBezTo>
                    <a:lnTo>
                      <a:pt x="1881308" y="22453"/>
                    </a:lnTo>
                    <a:cubicBezTo>
                      <a:pt x="1880942" y="22563"/>
                      <a:pt x="1880617" y="22628"/>
                      <a:pt x="1880211" y="22628"/>
                    </a:cubicBezTo>
                    <a:lnTo>
                      <a:pt x="1849202" y="31730"/>
                    </a:lnTo>
                    <a:lnTo>
                      <a:pt x="1816609" y="40526"/>
                    </a:lnTo>
                    <a:cubicBezTo>
                      <a:pt x="1816243" y="40635"/>
                      <a:pt x="1815918" y="40635"/>
                      <a:pt x="1815553" y="40679"/>
                    </a:cubicBezTo>
                    <a:lnTo>
                      <a:pt x="1731225" y="41639"/>
                    </a:lnTo>
                    <a:lnTo>
                      <a:pt x="1697737" y="71258"/>
                    </a:lnTo>
                    <a:cubicBezTo>
                      <a:pt x="1697290" y="71694"/>
                      <a:pt x="1696518" y="71890"/>
                      <a:pt x="1695705" y="71956"/>
                    </a:cubicBezTo>
                    <a:lnTo>
                      <a:pt x="1558830" y="76103"/>
                    </a:lnTo>
                    <a:lnTo>
                      <a:pt x="1422076" y="83087"/>
                    </a:lnTo>
                    <a:lnTo>
                      <a:pt x="1285322" y="92451"/>
                    </a:lnTo>
                    <a:lnTo>
                      <a:pt x="1149544" y="99698"/>
                    </a:lnTo>
                    <a:lnTo>
                      <a:pt x="1110530" y="126762"/>
                    </a:lnTo>
                    <a:lnTo>
                      <a:pt x="1070052" y="149571"/>
                    </a:lnTo>
                    <a:lnTo>
                      <a:pt x="1028965" y="170612"/>
                    </a:lnTo>
                    <a:lnTo>
                      <a:pt x="987309" y="194228"/>
                    </a:lnTo>
                    <a:cubicBezTo>
                      <a:pt x="986903" y="194447"/>
                      <a:pt x="986415" y="194599"/>
                      <a:pt x="985846" y="194643"/>
                    </a:cubicBezTo>
                    <a:lnTo>
                      <a:pt x="844013" y="206146"/>
                    </a:lnTo>
                    <a:lnTo>
                      <a:pt x="702220" y="213807"/>
                    </a:lnTo>
                    <a:lnTo>
                      <a:pt x="560630" y="221271"/>
                    </a:lnTo>
                    <a:lnTo>
                      <a:pt x="277735" y="226073"/>
                    </a:lnTo>
                    <a:lnTo>
                      <a:pt x="136470" y="232141"/>
                    </a:lnTo>
                    <a:lnTo>
                      <a:pt x="2602" y="236288"/>
                    </a:lnTo>
                    <a:lnTo>
                      <a:pt x="2439" y="23628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 name="Freeform: Shape 37">
                <a:extLst>
                  <a:ext uri="{FF2B5EF4-FFF2-40B4-BE49-F238E27FC236}">
                    <a16:creationId xmlns:a16="http://schemas.microsoft.com/office/drawing/2014/main" id="{B3BF3D95-2555-4824-83BE-454ABB1898CC}"/>
                  </a:ext>
                </a:extLst>
              </p:cNvPr>
              <p:cNvSpPr/>
              <p:nvPr/>
            </p:nvSpPr>
            <p:spPr>
              <a:xfrm>
                <a:off x="118342" y="6317767"/>
                <a:ext cx="3763794" cy="222827"/>
              </a:xfrm>
              <a:custGeom>
                <a:avLst/>
                <a:gdLst>
                  <a:gd name="connsiteX0" fmla="*/ 150979 w 3763794"/>
                  <a:gd name="connsiteY0" fmla="*/ 222762 h 222827"/>
                  <a:gd name="connsiteX1" fmla="*/ 150938 w 3763794"/>
                  <a:gd name="connsiteY1" fmla="*/ 222762 h 222827"/>
                  <a:gd name="connsiteX2" fmla="*/ 2480 w 3763794"/>
                  <a:gd name="connsiteY2" fmla="*/ 221539 h 222827"/>
                  <a:gd name="connsiteX3" fmla="*/ 1 w 3763794"/>
                  <a:gd name="connsiteY3" fmla="*/ 220142 h 222827"/>
                  <a:gd name="connsiteX4" fmla="*/ 2561 w 3763794"/>
                  <a:gd name="connsiteY4" fmla="*/ 218767 h 222827"/>
                  <a:gd name="connsiteX5" fmla="*/ 150613 w 3763794"/>
                  <a:gd name="connsiteY5" fmla="*/ 219946 h 222827"/>
                  <a:gd name="connsiteX6" fmla="*/ 210841 w 3763794"/>
                  <a:gd name="connsiteY6" fmla="*/ 209142 h 222827"/>
                  <a:gd name="connsiteX7" fmla="*/ 270257 w 3763794"/>
                  <a:gd name="connsiteY7" fmla="*/ 199276 h 222827"/>
                  <a:gd name="connsiteX8" fmla="*/ 270948 w 3763794"/>
                  <a:gd name="connsiteY8" fmla="*/ 199211 h 222827"/>
                  <a:gd name="connsiteX9" fmla="*/ 424283 w 3763794"/>
                  <a:gd name="connsiteY9" fmla="*/ 198316 h 222827"/>
                  <a:gd name="connsiteX10" fmla="*/ 536327 w 3763794"/>
                  <a:gd name="connsiteY10" fmla="*/ 175136 h 222827"/>
                  <a:gd name="connsiteX11" fmla="*/ 537099 w 3763794"/>
                  <a:gd name="connsiteY11" fmla="*/ 175027 h 222827"/>
                  <a:gd name="connsiteX12" fmla="*/ 687508 w 3763794"/>
                  <a:gd name="connsiteY12" fmla="*/ 172997 h 222827"/>
                  <a:gd name="connsiteX13" fmla="*/ 740259 w 3763794"/>
                  <a:gd name="connsiteY13" fmla="*/ 160163 h 222827"/>
                  <a:gd name="connsiteX14" fmla="*/ 741193 w 3763794"/>
                  <a:gd name="connsiteY14" fmla="*/ 160054 h 222827"/>
                  <a:gd name="connsiteX15" fmla="*/ 890749 w 3763794"/>
                  <a:gd name="connsiteY15" fmla="*/ 156845 h 222827"/>
                  <a:gd name="connsiteX16" fmla="*/ 1040426 w 3763794"/>
                  <a:gd name="connsiteY16" fmla="*/ 153004 h 222827"/>
                  <a:gd name="connsiteX17" fmla="*/ 1189575 w 3763794"/>
                  <a:gd name="connsiteY17" fmla="*/ 148901 h 222827"/>
                  <a:gd name="connsiteX18" fmla="*/ 1237042 w 3763794"/>
                  <a:gd name="connsiteY18" fmla="*/ 135848 h 222827"/>
                  <a:gd name="connsiteX19" fmla="*/ 1283900 w 3763794"/>
                  <a:gd name="connsiteY19" fmla="*/ 120286 h 222827"/>
                  <a:gd name="connsiteX20" fmla="*/ 1284997 w 3763794"/>
                  <a:gd name="connsiteY20" fmla="*/ 120068 h 222827"/>
                  <a:gd name="connsiteX21" fmla="*/ 1432033 w 3763794"/>
                  <a:gd name="connsiteY21" fmla="*/ 112974 h 222827"/>
                  <a:gd name="connsiteX22" fmla="*/ 1579150 w 3763794"/>
                  <a:gd name="connsiteY22" fmla="*/ 104178 h 222827"/>
                  <a:gd name="connsiteX23" fmla="*/ 1726429 w 3763794"/>
                  <a:gd name="connsiteY23" fmla="*/ 101297 h 222827"/>
                  <a:gd name="connsiteX24" fmla="*/ 1873627 w 3763794"/>
                  <a:gd name="connsiteY24" fmla="*/ 100882 h 222827"/>
                  <a:gd name="connsiteX25" fmla="*/ 2020053 w 3763794"/>
                  <a:gd name="connsiteY25" fmla="*/ 97674 h 222827"/>
                  <a:gd name="connsiteX26" fmla="*/ 2058702 w 3763794"/>
                  <a:gd name="connsiteY26" fmla="*/ 82177 h 222827"/>
                  <a:gd name="connsiteX27" fmla="*/ 2060043 w 3763794"/>
                  <a:gd name="connsiteY27" fmla="*/ 81915 h 222827"/>
                  <a:gd name="connsiteX28" fmla="*/ 2206062 w 3763794"/>
                  <a:gd name="connsiteY28" fmla="*/ 76633 h 222827"/>
                  <a:gd name="connsiteX29" fmla="*/ 2352123 w 3763794"/>
                  <a:gd name="connsiteY29" fmla="*/ 71897 h 222827"/>
                  <a:gd name="connsiteX30" fmla="*/ 2498345 w 3763794"/>
                  <a:gd name="connsiteY30" fmla="*/ 70238 h 222827"/>
                  <a:gd name="connsiteX31" fmla="*/ 2644487 w 3763794"/>
                  <a:gd name="connsiteY31" fmla="*/ 69387 h 222827"/>
                  <a:gd name="connsiteX32" fmla="*/ 2789856 w 3763794"/>
                  <a:gd name="connsiteY32" fmla="*/ 69277 h 222827"/>
                  <a:gd name="connsiteX33" fmla="*/ 2820905 w 3763794"/>
                  <a:gd name="connsiteY33" fmla="*/ 55941 h 222827"/>
                  <a:gd name="connsiteX34" fmla="*/ 2851954 w 3763794"/>
                  <a:gd name="connsiteY34" fmla="*/ 40597 h 222827"/>
                  <a:gd name="connsiteX35" fmla="*/ 2882393 w 3763794"/>
                  <a:gd name="connsiteY35" fmla="*/ 19862 h 222827"/>
                  <a:gd name="connsiteX36" fmla="*/ 2912548 w 3763794"/>
                  <a:gd name="connsiteY36" fmla="*/ 524 h 222827"/>
                  <a:gd name="connsiteX37" fmla="*/ 2914580 w 3763794"/>
                  <a:gd name="connsiteY37" fmla="*/ 0 h 222827"/>
                  <a:gd name="connsiteX38" fmla="*/ 3055519 w 3763794"/>
                  <a:gd name="connsiteY38" fmla="*/ 4213 h 222827"/>
                  <a:gd name="connsiteX39" fmla="*/ 3196459 w 3763794"/>
                  <a:gd name="connsiteY39" fmla="*/ 7246 h 222827"/>
                  <a:gd name="connsiteX40" fmla="*/ 3337561 w 3763794"/>
                  <a:gd name="connsiteY40" fmla="*/ 10760 h 222827"/>
                  <a:gd name="connsiteX41" fmla="*/ 3478663 w 3763794"/>
                  <a:gd name="connsiteY41" fmla="*/ 10870 h 222827"/>
                  <a:gd name="connsiteX42" fmla="*/ 3619928 w 3763794"/>
                  <a:gd name="connsiteY42" fmla="*/ 11393 h 222827"/>
                  <a:gd name="connsiteX43" fmla="*/ 3761233 w 3763794"/>
                  <a:gd name="connsiteY43" fmla="*/ 9691 h 222827"/>
                  <a:gd name="connsiteX44" fmla="*/ 3763793 w 3763794"/>
                  <a:gd name="connsiteY44" fmla="*/ 11088 h 222827"/>
                  <a:gd name="connsiteX45" fmla="*/ 3761315 w 3763794"/>
                  <a:gd name="connsiteY45" fmla="*/ 12528 h 222827"/>
                  <a:gd name="connsiteX46" fmla="*/ 3619928 w 3763794"/>
                  <a:gd name="connsiteY46" fmla="*/ 14231 h 222827"/>
                  <a:gd name="connsiteX47" fmla="*/ 3478663 w 3763794"/>
                  <a:gd name="connsiteY47" fmla="*/ 13642 h 222827"/>
                  <a:gd name="connsiteX48" fmla="*/ 3337480 w 3763794"/>
                  <a:gd name="connsiteY48" fmla="*/ 13598 h 222827"/>
                  <a:gd name="connsiteX49" fmla="*/ 3196296 w 3763794"/>
                  <a:gd name="connsiteY49" fmla="*/ 10084 h 222827"/>
                  <a:gd name="connsiteX50" fmla="*/ 3055316 w 3763794"/>
                  <a:gd name="connsiteY50" fmla="*/ 7050 h 222827"/>
                  <a:gd name="connsiteX51" fmla="*/ 2915596 w 3763794"/>
                  <a:gd name="connsiteY51" fmla="*/ 2903 h 222827"/>
                  <a:gd name="connsiteX52" fmla="*/ 2886335 w 3763794"/>
                  <a:gd name="connsiteY52" fmla="*/ 21717 h 222827"/>
                  <a:gd name="connsiteX53" fmla="*/ 2855693 w 3763794"/>
                  <a:gd name="connsiteY53" fmla="*/ 42605 h 222827"/>
                  <a:gd name="connsiteX54" fmla="*/ 2824237 w 3763794"/>
                  <a:gd name="connsiteY54" fmla="*/ 58168 h 222827"/>
                  <a:gd name="connsiteX55" fmla="*/ 2792335 w 3763794"/>
                  <a:gd name="connsiteY55" fmla="*/ 71809 h 222827"/>
                  <a:gd name="connsiteX56" fmla="*/ 2790791 w 3763794"/>
                  <a:gd name="connsiteY56" fmla="*/ 72137 h 222827"/>
                  <a:gd name="connsiteX57" fmla="*/ 2644608 w 3763794"/>
                  <a:gd name="connsiteY57" fmla="*/ 72246 h 222827"/>
                  <a:gd name="connsiteX58" fmla="*/ 2498467 w 3763794"/>
                  <a:gd name="connsiteY58" fmla="*/ 73097 h 222827"/>
                  <a:gd name="connsiteX59" fmla="*/ 2352407 w 3763794"/>
                  <a:gd name="connsiteY59" fmla="*/ 74690 h 222827"/>
                  <a:gd name="connsiteX60" fmla="*/ 2206469 w 3763794"/>
                  <a:gd name="connsiteY60" fmla="*/ 79492 h 222827"/>
                  <a:gd name="connsiteX61" fmla="*/ 2061221 w 3763794"/>
                  <a:gd name="connsiteY61" fmla="*/ 84709 h 222827"/>
                  <a:gd name="connsiteX62" fmla="*/ 2022532 w 3763794"/>
                  <a:gd name="connsiteY62" fmla="*/ 100206 h 222827"/>
                  <a:gd name="connsiteX63" fmla="*/ 2021150 w 3763794"/>
                  <a:gd name="connsiteY63" fmla="*/ 100533 h 222827"/>
                  <a:gd name="connsiteX64" fmla="*/ 1873871 w 3763794"/>
                  <a:gd name="connsiteY64" fmla="*/ 103720 h 222827"/>
                  <a:gd name="connsiteX65" fmla="*/ 1726673 w 3763794"/>
                  <a:gd name="connsiteY65" fmla="*/ 104156 h 222827"/>
                  <a:gd name="connsiteX66" fmla="*/ 1579637 w 3763794"/>
                  <a:gd name="connsiteY66" fmla="*/ 107037 h 222827"/>
                  <a:gd name="connsiteX67" fmla="*/ 1432642 w 3763794"/>
                  <a:gd name="connsiteY67" fmla="*/ 115833 h 222827"/>
                  <a:gd name="connsiteX68" fmla="*/ 1286095 w 3763794"/>
                  <a:gd name="connsiteY68" fmla="*/ 122862 h 222827"/>
                  <a:gd name="connsiteX69" fmla="*/ 1239562 w 3763794"/>
                  <a:gd name="connsiteY69" fmla="*/ 138315 h 222827"/>
                  <a:gd name="connsiteX70" fmla="*/ 1191444 w 3763794"/>
                  <a:gd name="connsiteY70" fmla="*/ 151585 h 222827"/>
                  <a:gd name="connsiteX71" fmla="*/ 1190428 w 3763794"/>
                  <a:gd name="connsiteY71" fmla="*/ 151694 h 222827"/>
                  <a:gd name="connsiteX72" fmla="*/ 1040710 w 3763794"/>
                  <a:gd name="connsiteY72" fmla="*/ 155841 h 222827"/>
                  <a:gd name="connsiteX73" fmla="*/ 891033 w 3763794"/>
                  <a:gd name="connsiteY73" fmla="*/ 159683 h 222827"/>
                  <a:gd name="connsiteX74" fmla="*/ 741925 w 3763794"/>
                  <a:gd name="connsiteY74" fmla="*/ 162826 h 222827"/>
                  <a:gd name="connsiteX75" fmla="*/ 689134 w 3763794"/>
                  <a:gd name="connsiteY75" fmla="*/ 175682 h 222827"/>
                  <a:gd name="connsiteX76" fmla="*/ 688199 w 3763794"/>
                  <a:gd name="connsiteY76" fmla="*/ 175835 h 222827"/>
                  <a:gd name="connsiteX77" fmla="*/ 537750 w 3763794"/>
                  <a:gd name="connsiteY77" fmla="*/ 177864 h 222827"/>
                  <a:gd name="connsiteX78" fmla="*/ 425705 w 3763794"/>
                  <a:gd name="connsiteY78" fmla="*/ 201044 h 222827"/>
                  <a:gd name="connsiteX79" fmla="*/ 424852 w 3763794"/>
                  <a:gd name="connsiteY79" fmla="*/ 201153 h 222827"/>
                  <a:gd name="connsiteX80" fmla="*/ 271395 w 3763794"/>
                  <a:gd name="connsiteY80" fmla="*/ 202070 h 222827"/>
                  <a:gd name="connsiteX81" fmla="*/ 212386 w 3763794"/>
                  <a:gd name="connsiteY81" fmla="*/ 211827 h 222827"/>
                  <a:gd name="connsiteX82" fmla="*/ 151873 w 3763794"/>
                  <a:gd name="connsiteY82" fmla="*/ 222762 h 222827"/>
                  <a:gd name="connsiteX83" fmla="*/ 151101 w 3763794"/>
                  <a:gd name="connsiteY83" fmla="*/ 222827 h 222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3763794" h="222827">
                    <a:moveTo>
                      <a:pt x="150979" y="222762"/>
                    </a:moveTo>
                    <a:lnTo>
                      <a:pt x="150938" y="222762"/>
                    </a:lnTo>
                    <a:lnTo>
                      <a:pt x="2480" y="221539"/>
                    </a:lnTo>
                    <a:cubicBezTo>
                      <a:pt x="1098" y="221539"/>
                      <a:pt x="-40" y="220906"/>
                      <a:pt x="1" y="220142"/>
                    </a:cubicBezTo>
                    <a:cubicBezTo>
                      <a:pt x="1" y="219357"/>
                      <a:pt x="1139" y="218811"/>
                      <a:pt x="2561" y="218767"/>
                    </a:cubicBezTo>
                    <a:lnTo>
                      <a:pt x="150613" y="219946"/>
                    </a:lnTo>
                    <a:lnTo>
                      <a:pt x="210841" y="209142"/>
                    </a:lnTo>
                    <a:lnTo>
                      <a:pt x="270257" y="199276"/>
                    </a:lnTo>
                    <a:cubicBezTo>
                      <a:pt x="270460" y="199276"/>
                      <a:pt x="270704" y="199211"/>
                      <a:pt x="270948" y="199211"/>
                    </a:cubicBezTo>
                    <a:lnTo>
                      <a:pt x="424283" y="198316"/>
                    </a:lnTo>
                    <a:lnTo>
                      <a:pt x="536327" y="175136"/>
                    </a:lnTo>
                    <a:cubicBezTo>
                      <a:pt x="536571" y="175093"/>
                      <a:pt x="536855" y="175027"/>
                      <a:pt x="537099" y="175027"/>
                    </a:cubicBezTo>
                    <a:lnTo>
                      <a:pt x="687508" y="172997"/>
                    </a:lnTo>
                    <a:lnTo>
                      <a:pt x="740259" y="160163"/>
                    </a:lnTo>
                    <a:cubicBezTo>
                      <a:pt x="740543" y="160098"/>
                      <a:pt x="740828" y="160054"/>
                      <a:pt x="741193" y="160054"/>
                    </a:cubicBezTo>
                    <a:lnTo>
                      <a:pt x="890749" y="156845"/>
                    </a:lnTo>
                    <a:lnTo>
                      <a:pt x="1040426" y="153004"/>
                    </a:lnTo>
                    <a:lnTo>
                      <a:pt x="1189575" y="148901"/>
                    </a:lnTo>
                    <a:lnTo>
                      <a:pt x="1237042" y="135848"/>
                    </a:lnTo>
                    <a:lnTo>
                      <a:pt x="1283900" y="120286"/>
                    </a:lnTo>
                    <a:cubicBezTo>
                      <a:pt x="1284184" y="120177"/>
                      <a:pt x="1284591" y="120068"/>
                      <a:pt x="1284997" y="120068"/>
                    </a:cubicBezTo>
                    <a:lnTo>
                      <a:pt x="1432033" y="112974"/>
                    </a:lnTo>
                    <a:lnTo>
                      <a:pt x="1579150" y="104178"/>
                    </a:lnTo>
                    <a:lnTo>
                      <a:pt x="1726429" y="101297"/>
                    </a:lnTo>
                    <a:lnTo>
                      <a:pt x="1873627" y="100882"/>
                    </a:lnTo>
                    <a:lnTo>
                      <a:pt x="2020053" y="97674"/>
                    </a:lnTo>
                    <a:lnTo>
                      <a:pt x="2058702" y="82177"/>
                    </a:lnTo>
                    <a:cubicBezTo>
                      <a:pt x="2059108" y="81959"/>
                      <a:pt x="2059555" y="81915"/>
                      <a:pt x="2060043" y="81915"/>
                    </a:cubicBezTo>
                    <a:lnTo>
                      <a:pt x="2206062" y="76633"/>
                    </a:lnTo>
                    <a:lnTo>
                      <a:pt x="2352123" y="71897"/>
                    </a:lnTo>
                    <a:lnTo>
                      <a:pt x="2498345" y="70238"/>
                    </a:lnTo>
                    <a:lnTo>
                      <a:pt x="2644487" y="69387"/>
                    </a:lnTo>
                    <a:lnTo>
                      <a:pt x="2789856" y="69277"/>
                    </a:lnTo>
                    <a:lnTo>
                      <a:pt x="2820905" y="55941"/>
                    </a:lnTo>
                    <a:lnTo>
                      <a:pt x="2851954" y="40597"/>
                    </a:lnTo>
                    <a:lnTo>
                      <a:pt x="2882393" y="19862"/>
                    </a:lnTo>
                    <a:lnTo>
                      <a:pt x="2912548" y="524"/>
                    </a:lnTo>
                    <a:cubicBezTo>
                      <a:pt x="2913036" y="153"/>
                      <a:pt x="2913848" y="0"/>
                      <a:pt x="2914580" y="0"/>
                    </a:cubicBezTo>
                    <a:lnTo>
                      <a:pt x="3055519" y="4213"/>
                    </a:lnTo>
                    <a:lnTo>
                      <a:pt x="3196459" y="7246"/>
                    </a:lnTo>
                    <a:lnTo>
                      <a:pt x="3337561" y="10760"/>
                    </a:lnTo>
                    <a:lnTo>
                      <a:pt x="3478663" y="10870"/>
                    </a:lnTo>
                    <a:lnTo>
                      <a:pt x="3619928" y="11393"/>
                    </a:lnTo>
                    <a:lnTo>
                      <a:pt x="3761233" y="9691"/>
                    </a:lnTo>
                    <a:cubicBezTo>
                      <a:pt x="3762818" y="9647"/>
                      <a:pt x="3763753" y="10280"/>
                      <a:pt x="3763793" y="11088"/>
                    </a:cubicBezTo>
                    <a:cubicBezTo>
                      <a:pt x="3763834" y="11830"/>
                      <a:pt x="3762696" y="12463"/>
                      <a:pt x="3761315" y="12528"/>
                    </a:cubicBezTo>
                    <a:lnTo>
                      <a:pt x="3619928" y="14231"/>
                    </a:lnTo>
                    <a:lnTo>
                      <a:pt x="3478663" y="13642"/>
                    </a:lnTo>
                    <a:lnTo>
                      <a:pt x="3337480" y="13598"/>
                    </a:lnTo>
                    <a:lnTo>
                      <a:pt x="3196296" y="10084"/>
                    </a:lnTo>
                    <a:lnTo>
                      <a:pt x="3055316" y="7050"/>
                    </a:lnTo>
                    <a:lnTo>
                      <a:pt x="2915596" y="2903"/>
                    </a:lnTo>
                    <a:lnTo>
                      <a:pt x="2886335" y="21717"/>
                    </a:lnTo>
                    <a:lnTo>
                      <a:pt x="2855693" y="42605"/>
                    </a:lnTo>
                    <a:lnTo>
                      <a:pt x="2824237" y="58168"/>
                    </a:lnTo>
                    <a:lnTo>
                      <a:pt x="2792335" y="71809"/>
                    </a:lnTo>
                    <a:cubicBezTo>
                      <a:pt x="2791888" y="72028"/>
                      <a:pt x="2791359" y="72137"/>
                      <a:pt x="2790791" y="72137"/>
                    </a:cubicBezTo>
                    <a:lnTo>
                      <a:pt x="2644608" y="72246"/>
                    </a:lnTo>
                    <a:lnTo>
                      <a:pt x="2498467" y="73097"/>
                    </a:lnTo>
                    <a:lnTo>
                      <a:pt x="2352407" y="74690"/>
                    </a:lnTo>
                    <a:lnTo>
                      <a:pt x="2206469" y="79492"/>
                    </a:lnTo>
                    <a:lnTo>
                      <a:pt x="2061221" y="84709"/>
                    </a:lnTo>
                    <a:lnTo>
                      <a:pt x="2022532" y="100206"/>
                    </a:lnTo>
                    <a:cubicBezTo>
                      <a:pt x="2022126" y="100424"/>
                      <a:pt x="2021638" y="100468"/>
                      <a:pt x="2021150" y="100533"/>
                    </a:cubicBezTo>
                    <a:lnTo>
                      <a:pt x="1873871" y="103720"/>
                    </a:lnTo>
                    <a:lnTo>
                      <a:pt x="1726673" y="104156"/>
                    </a:lnTo>
                    <a:lnTo>
                      <a:pt x="1579637" y="107037"/>
                    </a:lnTo>
                    <a:lnTo>
                      <a:pt x="1432642" y="115833"/>
                    </a:lnTo>
                    <a:lnTo>
                      <a:pt x="1286095" y="122862"/>
                    </a:lnTo>
                    <a:lnTo>
                      <a:pt x="1239562" y="138315"/>
                    </a:lnTo>
                    <a:lnTo>
                      <a:pt x="1191444" y="151585"/>
                    </a:lnTo>
                    <a:cubicBezTo>
                      <a:pt x="1191160" y="151629"/>
                      <a:pt x="1190794" y="151694"/>
                      <a:pt x="1190428" y="151694"/>
                    </a:cubicBezTo>
                    <a:lnTo>
                      <a:pt x="1040710" y="155841"/>
                    </a:lnTo>
                    <a:lnTo>
                      <a:pt x="891033" y="159683"/>
                    </a:lnTo>
                    <a:lnTo>
                      <a:pt x="741925" y="162826"/>
                    </a:lnTo>
                    <a:lnTo>
                      <a:pt x="689134" y="175682"/>
                    </a:lnTo>
                    <a:cubicBezTo>
                      <a:pt x="688849" y="175791"/>
                      <a:pt x="688524" y="175791"/>
                      <a:pt x="688199" y="175835"/>
                    </a:cubicBezTo>
                    <a:lnTo>
                      <a:pt x="537750" y="177864"/>
                    </a:lnTo>
                    <a:lnTo>
                      <a:pt x="425705" y="201044"/>
                    </a:lnTo>
                    <a:cubicBezTo>
                      <a:pt x="425461" y="201110"/>
                      <a:pt x="425136" y="201153"/>
                      <a:pt x="424852" y="201153"/>
                    </a:cubicBezTo>
                    <a:lnTo>
                      <a:pt x="271395" y="202070"/>
                    </a:lnTo>
                    <a:lnTo>
                      <a:pt x="212386" y="211827"/>
                    </a:lnTo>
                    <a:lnTo>
                      <a:pt x="151873" y="222762"/>
                    </a:lnTo>
                    <a:cubicBezTo>
                      <a:pt x="151588" y="222827"/>
                      <a:pt x="151304" y="222827"/>
                      <a:pt x="151101" y="2228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 name="Freeform: Shape 38">
                <a:extLst>
                  <a:ext uri="{FF2B5EF4-FFF2-40B4-BE49-F238E27FC236}">
                    <a16:creationId xmlns:a16="http://schemas.microsoft.com/office/drawing/2014/main" id="{3E255ADB-9DC0-4AE5-B1A9-E0D2E7468083}"/>
                  </a:ext>
                </a:extLst>
              </p:cNvPr>
              <p:cNvSpPr/>
              <p:nvPr/>
            </p:nvSpPr>
            <p:spPr>
              <a:xfrm>
                <a:off x="81" y="6388659"/>
                <a:ext cx="737657" cy="15365"/>
              </a:xfrm>
              <a:custGeom>
                <a:avLst/>
                <a:gdLst>
                  <a:gd name="connsiteX0" fmla="*/ 734893 w 737657"/>
                  <a:gd name="connsiteY0" fmla="*/ 0 h 15365"/>
                  <a:gd name="connsiteX1" fmla="*/ 593872 w 737657"/>
                  <a:gd name="connsiteY1" fmla="*/ 3143 h 15365"/>
                  <a:gd name="connsiteX2" fmla="*/ 452933 w 737657"/>
                  <a:gd name="connsiteY2" fmla="*/ 3034 h 15365"/>
                  <a:gd name="connsiteX3" fmla="*/ 311953 w 737657"/>
                  <a:gd name="connsiteY3" fmla="*/ 1550 h 15365"/>
                  <a:gd name="connsiteX4" fmla="*/ 171135 w 737657"/>
                  <a:gd name="connsiteY4" fmla="*/ 3841 h 15365"/>
                  <a:gd name="connsiteX5" fmla="*/ 30399 w 737657"/>
                  <a:gd name="connsiteY5" fmla="*/ 3798 h 15365"/>
                  <a:gd name="connsiteX6" fmla="*/ 30399 w 737657"/>
                  <a:gd name="connsiteY6" fmla="*/ 3798 h 15365"/>
                  <a:gd name="connsiteX7" fmla="*/ 29220 w 737657"/>
                  <a:gd name="connsiteY7" fmla="*/ 3907 h 15365"/>
                  <a:gd name="connsiteX8" fmla="*/ 0 w 737657"/>
                  <a:gd name="connsiteY8" fmla="*/ 12157 h 15365"/>
                  <a:gd name="connsiteX9" fmla="*/ 0 w 737657"/>
                  <a:gd name="connsiteY9" fmla="*/ 15366 h 15365"/>
                  <a:gd name="connsiteX10" fmla="*/ 31008 w 737657"/>
                  <a:gd name="connsiteY10" fmla="*/ 6570 h 15365"/>
                  <a:gd name="connsiteX11" fmla="*/ 171257 w 737657"/>
                  <a:gd name="connsiteY11" fmla="*/ 6679 h 15365"/>
                  <a:gd name="connsiteX12" fmla="*/ 312034 w 737657"/>
                  <a:gd name="connsiteY12" fmla="*/ 4387 h 15365"/>
                  <a:gd name="connsiteX13" fmla="*/ 452933 w 737657"/>
                  <a:gd name="connsiteY13" fmla="*/ 5871 h 15365"/>
                  <a:gd name="connsiteX14" fmla="*/ 594035 w 737657"/>
                  <a:gd name="connsiteY14" fmla="*/ 5981 h 15365"/>
                  <a:gd name="connsiteX15" fmla="*/ 735218 w 737657"/>
                  <a:gd name="connsiteY15" fmla="*/ 2837 h 15365"/>
                  <a:gd name="connsiteX16" fmla="*/ 737657 w 737657"/>
                  <a:gd name="connsiteY16" fmla="*/ 1353 h 15365"/>
                  <a:gd name="connsiteX17" fmla="*/ 734974 w 737657"/>
                  <a:gd name="connsiteY17" fmla="*/ 22 h 15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7657" h="15365">
                    <a:moveTo>
                      <a:pt x="734893" y="0"/>
                    </a:moveTo>
                    <a:lnTo>
                      <a:pt x="593872" y="3143"/>
                    </a:lnTo>
                    <a:lnTo>
                      <a:pt x="452933" y="3034"/>
                    </a:lnTo>
                    <a:lnTo>
                      <a:pt x="311953" y="1550"/>
                    </a:lnTo>
                    <a:lnTo>
                      <a:pt x="171135" y="3841"/>
                    </a:lnTo>
                    <a:lnTo>
                      <a:pt x="30399" y="3798"/>
                    </a:lnTo>
                    <a:lnTo>
                      <a:pt x="30399" y="3798"/>
                    </a:lnTo>
                    <a:cubicBezTo>
                      <a:pt x="29952" y="3798"/>
                      <a:pt x="29586" y="3841"/>
                      <a:pt x="29220" y="3907"/>
                    </a:cubicBezTo>
                    <a:lnTo>
                      <a:pt x="0" y="12157"/>
                    </a:lnTo>
                    <a:lnTo>
                      <a:pt x="0" y="15366"/>
                    </a:lnTo>
                    <a:lnTo>
                      <a:pt x="31008" y="6570"/>
                    </a:lnTo>
                    <a:lnTo>
                      <a:pt x="171257" y="6679"/>
                    </a:lnTo>
                    <a:lnTo>
                      <a:pt x="312034" y="4387"/>
                    </a:lnTo>
                    <a:lnTo>
                      <a:pt x="452933" y="5871"/>
                    </a:lnTo>
                    <a:lnTo>
                      <a:pt x="594035" y="5981"/>
                    </a:lnTo>
                    <a:lnTo>
                      <a:pt x="735218" y="2837"/>
                    </a:lnTo>
                    <a:cubicBezTo>
                      <a:pt x="736600" y="2794"/>
                      <a:pt x="737697" y="2139"/>
                      <a:pt x="737657" y="1353"/>
                    </a:cubicBezTo>
                    <a:cubicBezTo>
                      <a:pt x="737616" y="546"/>
                      <a:pt x="736356" y="65"/>
                      <a:pt x="734974" y="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 name="Freeform: Shape 39">
                <a:extLst>
                  <a:ext uri="{FF2B5EF4-FFF2-40B4-BE49-F238E27FC236}">
                    <a16:creationId xmlns:a16="http://schemas.microsoft.com/office/drawing/2014/main" id="{40C66739-06B6-4C74-9A5A-BBB527710493}"/>
                  </a:ext>
                </a:extLst>
              </p:cNvPr>
              <p:cNvSpPr/>
              <p:nvPr/>
            </p:nvSpPr>
            <p:spPr>
              <a:xfrm>
                <a:off x="9231579" y="6564494"/>
                <a:ext cx="2960420" cy="65610"/>
              </a:xfrm>
              <a:custGeom>
                <a:avLst/>
                <a:gdLst>
                  <a:gd name="connsiteX0" fmla="*/ 2960421 w 2960420"/>
                  <a:gd name="connsiteY0" fmla="*/ 62795 h 65610"/>
                  <a:gd name="connsiteX1" fmla="*/ 2953756 w 2960420"/>
                  <a:gd name="connsiteY1" fmla="*/ 62729 h 65610"/>
                  <a:gd name="connsiteX2" fmla="*/ 2788269 w 2960420"/>
                  <a:gd name="connsiteY2" fmla="*/ 60765 h 65610"/>
                  <a:gd name="connsiteX3" fmla="*/ 2623068 w 2960420"/>
                  <a:gd name="connsiteY3" fmla="*/ 60176 h 65610"/>
                  <a:gd name="connsiteX4" fmla="*/ 2458151 w 2960420"/>
                  <a:gd name="connsiteY4" fmla="*/ 57142 h 65610"/>
                  <a:gd name="connsiteX5" fmla="*/ 2402677 w 2960420"/>
                  <a:gd name="connsiteY5" fmla="*/ 51380 h 65610"/>
                  <a:gd name="connsiteX6" fmla="*/ 2348301 w 2960420"/>
                  <a:gd name="connsiteY6" fmla="*/ 43762 h 65610"/>
                  <a:gd name="connsiteX7" fmla="*/ 2295022 w 2960420"/>
                  <a:gd name="connsiteY7" fmla="*/ 33045 h 65610"/>
                  <a:gd name="connsiteX8" fmla="*/ 2190821 w 2960420"/>
                  <a:gd name="connsiteY8" fmla="*/ 5435 h 65610"/>
                  <a:gd name="connsiteX9" fmla="*/ 2189724 w 2960420"/>
                  <a:gd name="connsiteY9" fmla="*/ 5326 h 65610"/>
                  <a:gd name="connsiteX10" fmla="*/ 2560 w 2960420"/>
                  <a:gd name="connsiteY10" fmla="*/ 0 h 65610"/>
                  <a:gd name="connsiteX11" fmla="*/ 2560 w 2960420"/>
                  <a:gd name="connsiteY11" fmla="*/ 0 h 65610"/>
                  <a:gd name="connsiteX12" fmla="*/ 0 w 2960420"/>
                  <a:gd name="connsiteY12" fmla="*/ 1397 h 65610"/>
                  <a:gd name="connsiteX13" fmla="*/ 2560 w 2960420"/>
                  <a:gd name="connsiteY13" fmla="*/ 2837 h 65610"/>
                  <a:gd name="connsiteX14" fmla="*/ 2189155 w 2960420"/>
                  <a:gd name="connsiteY14" fmla="*/ 8120 h 65610"/>
                  <a:gd name="connsiteX15" fmla="*/ 2293031 w 2960420"/>
                  <a:gd name="connsiteY15" fmla="*/ 35665 h 65610"/>
                  <a:gd name="connsiteX16" fmla="*/ 2346797 w 2960420"/>
                  <a:gd name="connsiteY16" fmla="*/ 46425 h 65610"/>
                  <a:gd name="connsiteX17" fmla="*/ 2401580 w 2960420"/>
                  <a:gd name="connsiteY17" fmla="*/ 54152 h 65610"/>
                  <a:gd name="connsiteX18" fmla="*/ 2457623 w 2960420"/>
                  <a:gd name="connsiteY18" fmla="*/ 59914 h 65610"/>
                  <a:gd name="connsiteX19" fmla="*/ 2622905 w 2960420"/>
                  <a:gd name="connsiteY19" fmla="*/ 63013 h 65610"/>
                  <a:gd name="connsiteX20" fmla="*/ 2788189 w 2960420"/>
                  <a:gd name="connsiteY20" fmla="*/ 63603 h 65610"/>
                  <a:gd name="connsiteX21" fmla="*/ 2953593 w 2960420"/>
                  <a:gd name="connsiteY21" fmla="*/ 65567 h 65610"/>
                  <a:gd name="connsiteX22" fmla="*/ 2960339 w 2960420"/>
                  <a:gd name="connsiteY22" fmla="*/ 65611 h 65610"/>
                  <a:gd name="connsiteX23" fmla="*/ 2960339 w 2960420"/>
                  <a:gd name="connsiteY23" fmla="*/ 62795 h 6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60420" h="65610">
                    <a:moveTo>
                      <a:pt x="2960421" y="62795"/>
                    </a:moveTo>
                    <a:lnTo>
                      <a:pt x="2953756" y="62729"/>
                    </a:lnTo>
                    <a:lnTo>
                      <a:pt x="2788269" y="60765"/>
                    </a:lnTo>
                    <a:lnTo>
                      <a:pt x="2623068" y="60176"/>
                    </a:lnTo>
                    <a:lnTo>
                      <a:pt x="2458151" y="57142"/>
                    </a:lnTo>
                    <a:lnTo>
                      <a:pt x="2402677" y="51380"/>
                    </a:lnTo>
                    <a:lnTo>
                      <a:pt x="2348301" y="43762"/>
                    </a:lnTo>
                    <a:lnTo>
                      <a:pt x="2295022" y="33045"/>
                    </a:lnTo>
                    <a:lnTo>
                      <a:pt x="2190821" y="5435"/>
                    </a:lnTo>
                    <a:cubicBezTo>
                      <a:pt x="2190537" y="5391"/>
                      <a:pt x="2190130" y="5326"/>
                      <a:pt x="2189724" y="5326"/>
                    </a:cubicBezTo>
                    <a:lnTo>
                      <a:pt x="2560" y="0"/>
                    </a:lnTo>
                    <a:lnTo>
                      <a:pt x="2560" y="0"/>
                    </a:lnTo>
                    <a:cubicBezTo>
                      <a:pt x="1179" y="0"/>
                      <a:pt x="0" y="633"/>
                      <a:pt x="0" y="1397"/>
                    </a:cubicBezTo>
                    <a:cubicBezTo>
                      <a:pt x="0" y="2205"/>
                      <a:pt x="1097" y="2772"/>
                      <a:pt x="2560" y="2837"/>
                    </a:cubicBezTo>
                    <a:lnTo>
                      <a:pt x="2189155" y="8120"/>
                    </a:lnTo>
                    <a:lnTo>
                      <a:pt x="2293031" y="35665"/>
                    </a:lnTo>
                    <a:lnTo>
                      <a:pt x="2346797" y="46425"/>
                    </a:lnTo>
                    <a:lnTo>
                      <a:pt x="2401580" y="54152"/>
                    </a:lnTo>
                    <a:lnTo>
                      <a:pt x="2457623" y="59914"/>
                    </a:lnTo>
                    <a:lnTo>
                      <a:pt x="2622905" y="63013"/>
                    </a:lnTo>
                    <a:lnTo>
                      <a:pt x="2788189" y="63603"/>
                    </a:lnTo>
                    <a:lnTo>
                      <a:pt x="2953593" y="65567"/>
                    </a:lnTo>
                    <a:lnTo>
                      <a:pt x="2960339" y="65611"/>
                    </a:lnTo>
                    <a:lnTo>
                      <a:pt x="2960339" y="6279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 name="Freeform: Shape 40">
                <a:extLst>
                  <a:ext uri="{FF2B5EF4-FFF2-40B4-BE49-F238E27FC236}">
                    <a16:creationId xmlns:a16="http://schemas.microsoft.com/office/drawing/2014/main" id="{799A2D26-BDE1-4928-9D99-E219D59378C6}"/>
                  </a:ext>
                </a:extLst>
              </p:cNvPr>
              <p:cNvSpPr/>
              <p:nvPr/>
            </p:nvSpPr>
            <p:spPr>
              <a:xfrm>
                <a:off x="5746874" y="6122321"/>
                <a:ext cx="3802997" cy="538275"/>
              </a:xfrm>
              <a:custGeom>
                <a:avLst/>
                <a:gdLst>
                  <a:gd name="connsiteX0" fmla="*/ 3800437 w 3802997"/>
                  <a:gd name="connsiteY0" fmla="*/ 538210 h 538275"/>
                  <a:gd name="connsiteX1" fmla="*/ 3800355 w 3802997"/>
                  <a:gd name="connsiteY1" fmla="*/ 538210 h 538275"/>
                  <a:gd name="connsiteX2" fmla="*/ 3636657 w 3802997"/>
                  <a:gd name="connsiteY2" fmla="*/ 536027 h 538275"/>
                  <a:gd name="connsiteX3" fmla="*/ 3635763 w 3802997"/>
                  <a:gd name="connsiteY3" fmla="*/ 535918 h 538275"/>
                  <a:gd name="connsiteX4" fmla="*/ 3602846 w 3802997"/>
                  <a:gd name="connsiteY4" fmla="*/ 527973 h 538275"/>
                  <a:gd name="connsiteX5" fmla="*/ 3432563 w 3802997"/>
                  <a:gd name="connsiteY5" fmla="*/ 528235 h 538275"/>
                  <a:gd name="connsiteX6" fmla="*/ 3432563 w 3802997"/>
                  <a:gd name="connsiteY6" fmla="*/ 528235 h 538275"/>
                  <a:gd name="connsiteX7" fmla="*/ 3431385 w 3802997"/>
                  <a:gd name="connsiteY7" fmla="*/ 528082 h 538275"/>
                  <a:gd name="connsiteX8" fmla="*/ 3400823 w 3802997"/>
                  <a:gd name="connsiteY8" fmla="*/ 519352 h 538275"/>
                  <a:gd name="connsiteX9" fmla="*/ 3370954 w 3802997"/>
                  <a:gd name="connsiteY9" fmla="*/ 515947 h 538275"/>
                  <a:gd name="connsiteX10" fmla="*/ 3341408 w 3802997"/>
                  <a:gd name="connsiteY10" fmla="*/ 512280 h 538275"/>
                  <a:gd name="connsiteX11" fmla="*/ 3311944 w 3802997"/>
                  <a:gd name="connsiteY11" fmla="*/ 504815 h 538275"/>
                  <a:gd name="connsiteX12" fmla="*/ 3283374 w 3802997"/>
                  <a:gd name="connsiteY12" fmla="*/ 496565 h 538275"/>
                  <a:gd name="connsiteX13" fmla="*/ 3255170 w 3802997"/>
                  <a:gd name="connsiteY13" fmla="*/ 485477 h 538275"/>
                  <a:gd name="connsiteX14" fmla="*/ 3004949 w 3802997"/>
                  <a:gd name="connsiteY14" fmla="*/ 356460 h 538275"/>
                  <a:gd name="connsiteX15" fmla="*/ 2570386 w 3802997"/>
                  <a:gd name="connsiteY15" fmla="*/ 355500 h 538275"/>
                  <a:gd name="connsiteX16" fmla="*/ 2568516 w 3802997"/>
                  <a:gd name="connsiteY16" fmla="*/ 355020 h 538275"/>
                  <a:gd name="connsiteX17" fmla="*/ 2446353 w 3802997"/>
                  <a:gd name="connsiteY17" fmla="*/ 278561 h 538275"/>
                  <a:gd name="connsiteX18" fmla="*/ 2039180 w 3802997"/>
                  <a:gd name="connsiteY18" fmla="*/ 277644 h 538275"/>
                  <a:gd name="connsiteX19" fmla="*/ 1917138 w 3802997"/>
                  <a:gd name="connsiteY19" fmla="*/ 271620 h 538275"/>
                  <a:gd name="connsiteX20" fmla="*/ 1902264 w 3802997"/>
                  <a:gd name="connsiteY20" fmla="*/ 270442 h 538275"/>
                  <a:gd name="connsiteX21" fmla="*/ 1790138 w 3802997"/>
                  <a:gd name="connsiteY21" fmla="*/ 262017 h 538275"/>
                  <a:gd name="connsiteX22" fmla="*/ 1788675 w 3802997"/>
                  <a:gd name="connsiteY22" fmla="*/ 261602 h 538275"/>
                  <a:gd name="connsiteX23" fmla="*/ 1780141 w 3802997"/>
                  <a:gd name="connsiteY23" fmla="*/ 256276 h 538275"/>
                  <a:gd name="connsiteX24" fmla="*/ 1756041 w 3802997"/>
                  <a:gd name="connsiteY24" fmla="*/ 252173 h 538275"/>
                  <a:gd name="connsiteX25" fmla="*/ 1754741 w 3802997"/>
                  <a:gd name="connsiteY25" fmla="*/ 251649 h 538275"/>
                  <a:gd name="connsiteX26" fmla="*/ 1744418 w 3802997"/>
                  <a:gd name="connsiteY26" fmla="*/ 243442 h 538275"/>
                  <a:gd name="connsiteX27" fmla="*/ 1744134 w 3802997"/>
                  <a:gd name="connsiteY27" fmla="*/ 243115 h 538275"/>
                  <a:gd name="connsiteX28" fmla="*/ 1734015 w 3802997"/>
                  <a:gd name="connsiteY28" fmla="*/ 227334 h 538275"/>
                  <a:gd name="connsiteX29" fmla="*/ 1724017 w 3802997"/>
                  <a:gd name="connsiteY29" fmla="*/ 209327 h 538275"/>
                  <a:gd name="connsiteX30" fmla="*/ 1714873 w 3802997"/>
                  <a:gd name="connsiteY30" fmla="*/ 200226 h 538275"/>
                  <a:gd name="connsiteX31" fmla="*/ 1453436 w 3802997"/>
                  <a:gd name="connsiteY31" fmla="*/ 158341 h 538275"/>
                  <a:gd name="connsiteX32" fmla="*/ 1325542 w 3802997"/>
                  <a:gd name="connsiteY32" fmla="*/ 144852 h 538275"/>
                  <a:gd name="connsiteX33" fmla="*/ 1195372 w 3802997"/>
                  <a:gd name="connsiteY33" fmla="*/ 126256 h 538275"/>
                  <a:gd name="connsiteX34" fmla="*/ 1065405 w 3802997"/>
                  <a:gd name="connsiteY34" fmla="*/ 106175 h 538275"/>
                  <a:gd name="connsiteX35" fmla="*/ 935439 w 3802997"/>
                  <a:gd name="connsiteY35" fmla="*/ 81511 h 538275"/>
                  <a:gd name="connsiteX36" fmla="*/ 805187 w 3802997"/>
                  <a:gd name="connsiteY36" fmla="*/ 69201 h 538275"/>
                  <a:gd name="connsiteX37" fmla="*/ 675221 w 3802997"/>
                  <a:gd name="connsiteY37" fmla="*/ 56476 h 538275"/>
                  <a:gd name="connsiteX38" fmla="*/ 542450 w 3802997"/>
                  <a:gd name="connsiteY38" fmla="*/ 42835 h 538275"/>
                  <a:gd name="connsiteX39" fmla="*/ 408175 w 3802997"/>
                  <a:gd name="connsiteY39" fmla="*/ 30306 h 538275"/>
                  <a:gd name="connsiteX40" fmla="*/ 134302 w 3802997"/>
                  <a:gd name="connsiteY40" fmla="*/ 14416 h 538275"/>
                  <a:gd name="connsiteX41" fmla="*/ 2141 w 3802997"/>
                  <a:gd name="connsiteY41" fmla="*/ 2805 h 538275"/>
                  <a:gd name="connsiteX42" fmla="*/ 28 w 3802997"/>
                  <a:gd name="connsiteY42" fmla="*/ 1146 h 538275"/>
                  <a:gd name="connsiteX43" fmla="*/ 2954 w 3802997"/>
                  <a:gd name="connsiteY43" fmla="*/ 33 h 538275"/>
                  <a:gd name="connsiteX44" fmla="*/ 134993 w 3802997"/>
                  <a:gd name="connsiteY44" fmla="*/ 11601 h 538275"/>
                  <a:gd name="connsiteX45" fmla="*/ 408866 w 3802997"/>
                  <a:gd name="connsiteY45" fmla="*/ 27534 h 538275"/>
                  <a:gd name="connsiteX46" fmla="*/ 543344 w 3802997"/>
                  <a:gd name="connsiteY46" fmla="*/ 40063 h 538275"/>
                  <a:gd name="connsiteX47" fmla="*/ 675708 w 3802997"/>
                  <a:gd name="connsiteY47" fmla="*/ 53639 h 538275"/>
                  <a:gd name="connsiteX48" fmla="*/ 806976 w 3802997"/>
                  <a:gd name="connsiteY48" fmla="*/ 66538 h 538275"/>
                  <a:gd name="connsiteX49" fmla="*/ 936658 w 3802997"/>
                  <a:gd name="connsiteY49" fmla="*/ 78783 h 538275"/>
                  <a:gd name="connsiteX50" fmla="*/ 1066909 w 3802997"/>
                  <a:gd name="connsiteY50" fmla="*/ 103512 h 538275"/>
                  <a:gd name="connsiteX51" fmla="*/ 1196673 w 3802997"/>
                  <a:gd name="connsiteY51" fmla="*/ 123549 h 538275"/>
                  <a:gd name="connsiteX52" fmla="*/ 1326639 w 3802997"/>
                  <a:gd name="connsiteY52" fmla="*/ 142080 h 538275"/>
                  <a:gd name="connsiteX53" fmla="*/ 1456606 w 3802997"/>
                  <a:gd name="connsiteY53" fmla="*/ 155831 h 538275"/>
                  <a:gd name="connsiteX54" fmla="*/ 1717352 w 3802997"/>
                  <a:gd name="connsiteY54" fmla="*/ 197716 h 538275"/>
                  <a:gd name="connsiteX55" fmla="*/ 1718856 w 3802997"/>
                  <a:gd name="connsiteY55" fmla="*/ 198349 h 538275"/>
                  <a:gd name="connsiteX56" fmla="*/ 1728650 w 3802997"/>
                  <a:gd name="connsiteY56" fmla="*/ 208258 h 538275"/>
                  <a:gd name="connsiteX57" fmla="*/ 1738769 w 3802997"/>
                  <a:gd name="connsiteY57" fmla="*/ 226439 h 538275"/>
                  <a:gd name="connsiteX58" fmla="*/ 1748767 w 3802997"/>
                  <a:gd name="connsiteY58" fmla="*/ 242002 h 538275"/>
                  <a:gd name="connsiteX59" fmla="*/ 1758399 w 3802997"/>
                  <a:gd name="connsiteY59" fmla="*/ 249619 h 538275"/>
                  <a:gd name="connsiteX60" fmla="*/ 1782295 w 3802997"/>
                  <a:gd name="connsiteY60" fmla="*/ 253679 h 538275"/>
                  <a:gd name="connsiteX61" fmla="*/ 1783392 w 3802997"/>
                  <a:gd name="connsiteY61" fmla="*/ 254115 h 538275"/>
                  <a:gd name="connsiteX62" fmla="*/ 1791805 w 3802997"/>
                  <a:gd name="connsiteY62" fmla="*/ 259332 h 538275"/>
                  <a:gd name="connsiteX63" fmla="*/ 1917707 w 3802997"/>
                  <a:gd name="connsiteY63" fmla="*/ 268870 h 538275"/>
                  <a:gd name="connsiteX64" fmla="*/ 2039465 w 3802997"/>
                  <a:gd name="connsiteY64" fmla="*/ 274894 h 538275"/>
                  <a:gd name="connsiteX65" fmla="*/ 2447531 w 3802997"/>
                  <a:gd name="connsiteY65" fmla="*/ 275746 h 538275"/>
                  <a:gd name="connsiteX66" fmla="*/ 2449442 w 3802997"/>
                  <a:gd name="connsiteY66" fmla="*/ 276226 h 538275"/>
                  <a:gd name="connsiteX67" fmla="*/ 2571564 w 3802997"/>
                  <a:gd name="connsiteY67" fmla="*/ 352684 h 538275"/>
                  <a:gd name="connsiteX68" fmla="*/ 3005925 w 3802997"/>
                  <a:gd name="connsiteY68" fmla="*/ 353644 h 538275"/>
                  <a:gd name="connsiteX69" fmla="*/ 3007713 w 3802997"/>
                  <a:gd name="connsiteY69" fmla="*/ 354016 h 538275"/>
                  <a:gd name="connsiteX70" fmla="*/ 3258422 w 3802997"/>
                  <a:gd name="connsiteY70" fmla="*/ 483294 h 538275"/>
                  <a:gd name="connsiteX71" fmla="*/ 3286015 w 3802997"/>
                  <a:gd name="connsiteY71" fmla="*/ 494164 h 538275"/>
                  <a:gd name="connsiteX72" fmla="*/ 3314098 w 3802997"/>
                  <a:gd name="connsiteY72" fmla="*/ 502327 h 538275"/>
                  <a:gd name="connsiteX73" fmla="*/ 3342952 w 3802997"/>
                  <a:gd name="connsiteY73" fmla="*/ 509639 h 538275"/>
                  <a:gd name="connsiteX74" fmla="*/ 3372010 w 3802997"/>
                  <a:gd name="connsiteY74" fmla="*/ 513262 h 538275"/>
                  <a:gd name="connsiteX75" fmla="*/ 3402083 w 3802997"/>
                  <a:gd name="connsiteY75" fmla="*/ 516667 h 538275"/>
                  <a:gd name="connsiteX76" fmla="*/ 3402774 w 3802997"/>
                  <a:gd name="connsiteY76" fmla="*/ 516776 h 538275"/>
                  <a:gd name="connsiteX77" fmla="*/ 3433133 w 3802997"/>
                  <a:gd name="connsiteY77" fmla="*/ 525463 h 538275"/>
                  <a:gd name="connsiteX78" fmla="*/ 3603292 w 3802997"/>
                  <a:gd name="connsiteY78" fmla="*/ 525201 h 538275"/>
                  <a:gd name="connsiteX79" fmla="*/ 3603292 w 3802997"/>
                  <a:gd name="connsiteY79" fmla="*/ 525201 h 538275"/>
                  <a:gd name="connsiteX80" fmla="*/ 3604267 w 3802997"/>
                  <a:gd name="connsiteY80" fmla="*/ 525310 h 538275"/>
                  <a:gd name="connsiteX81" fmla="*/ 3637308 w 3802997"/>
                  <a:gd name="connsiteY81" fmla="*/ 533255 h 538275"/>
                  <a:gd name="connsiteX82" fmla="*/ 3800396 w 3802997"/>
                  <a:gd name="connsiteY82" fmla="*/ 535438 h 538275"/>
                  <a:gd name="connsiteX83" fmla="*/ 3802998 w 3802997"/>
                  <a:gd name="connsiteY83" fmla="*/ 536878 h 538275"/>
                  <a:gd name="connsiteX84" fmla="*/ 3800396 w 3802997"/>
                  <a:gd name="connsiteY84" fmla="*/ 538275 h 53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3802997" h="538275">
                    <a:moveTo>
                      <a:pt x="3800437" y="538210"/>
                    </a:moveTo>
                    <a:lnTo>
                      <a:pt x="3800355" y="538210"/>
                    </a:lnTo>
                    <a:lnTo>
                      <a:pt x="3636657" y="536027"/>
                    </a:lnTo>
                    <a:cubicBezTo>
                      <a:pt x="3636374" y="536027"/>
                      <a:pt x="3636048" y="535962"/>
                      <a:pt x="3635763" y="535918"/>
                    </a:cubicBezTo>
                    <a:lnTo>
                      <a:pt x="3602846" y="527973"/>
                    </a:lnTo>
                    <a:lnTo>
                      <a:pt x="3432563" y="528235"/>
                    </a:lnTo>
                    <a:lnTo>
                      <a:pt x="3432563" y="528235"/>
                    </a:lnTo>
                    <a:cubicBezTo>
                      <a:pt x="3432158" y="528235"/>
                      <a:pt x="3431792" y="528191"/>
                      <a:pt x="3431385" y="528082"/>
                    </a:cubicBezTo>
                    <a:lnTo>
                      <a:pt x="3400823" y="519352"/>
                    </a:lnTo>
                    <a:lnTo>
                      <a:pt x="3370954" y="515947"/>
                    </a:lnTo>
                    <a:lnTo>
                      <a:pt x="3341408" y="512280"/>
                    </a:lnTo>
                    <a:lnTo>
                      <a:pt x="3311944" y="504815"/>
                    </a:lnTo>
                    <a:lnTo>
                      <a:pt x="3283374" y="496565"/>
                    </a:lnTo>
                    <a:lnTo>
                      <a:pt x="3255170" y="485477"/>
                    </a:lnTo>
                    <a:lnTo>
                      <a:pt x="3004949" y="356460"/>
                    </a:lnTo>
                    <a:lnTo>
                      <a:pt x="2570386" y="355500"/>
                    </a:lnTo>
                    <a:cubicBezTo>
                      <a:pt x="2569695" y="355500"/>
                      <a:pt x="2569004" y="355281"/>
                      <a:pt x="2568516" y="355020"/>
                    </a:cubicBezTo>
                    <a:lnTo>
                      <a:pt x="2446353" y="278561"/>
                    </a:lnTo>
                    <a:lnTo>
                      <a:pt x="2039180" y="277644"/>
                    </a:lnTo>
                    <a:lnTo>
                      <a:pt x="1917138" y="271620"/>
                    </a:lnTo>
                    <a:lnTo>
                      <a:pt x="1902264" y="270442"/>
                    </a:lnTo>
                    <a:lnTo>
                      <a:pt x="1790138" y="262017"/>
                    </a:lnTo>
                    <a:cubicBezTo>
                      <a:pt x="1789569" y="261973"/>
                      <a:pt x="1789041" y="261798"/>
                      <a:pt x="1788675" y="261602"/>
                    </a:cubicBezTo>
                    <a:lnTo>
                      <a:pt x="1780141" y="256276"/>
                    </a:lnTo>
                    <a:lnTo>
                      <a:pt x="1756041" y="252173"/>
                    </a:lnTo>
                    <a:cubicBezTo>
                      <a:pt x="1755554" y="252064"/>
                      <a:pt x="1755066" y="251911"/>
                      <a:pt x="1754741" y="251649"/>
                    </a:cubicBezTo>
                    <a:lnTo>
                      <a:pt x="1744418" y="243442"/>
                    </a:lnTo>
                    <a:cubicBezTo>
                      <a:pt x="1744418" y="243442"/>
                      <a:pt x="1744215" y="243224"/>
                      <a:pt x="1744134" y="243115"/>
                    </a:cubicBezTo>
                    <a:lnTo>
                      <a:pt x="1734015" y="227334"/>
                    </a:lnTo>
                    <a:lnTo>
                      <a:pt x="1724017" y="209327"/>
                    </a:lnTo>
                    <a:lnTo>
                      <a:pt x="1714873" y="200226"/>
                    </a:lnTo>
                    <a:lnTo>
                      <a:pt x="1453436" y="158341"/>
                    </a:lnTo>
                    <a:lnTo>
                      <a:pt x="1325542" y="144852"/>
                    </a:lnTo>
                    <a:lnTo>
                      <a:pt x="1195372" y="126256"/>
                    </a:lnTo>
                    <a:lnTo>
                      <a:pt x="1065405" y="106175"/>
                    </a:lnTo>
                    <a:lnTo>
                      <a:pt x="935439" y="81511"/>
                    </a:lnTo>
                    <a:lnTo>
                      <a:pt x="805187" y="69201"/>
                    </a:lnTo>
                    <a:lnTo>
                      <a:pt x="675221" y="56476"/>
                    </a:lnTo>
                    <a:lnTo>
                      <a:pt x="542450" y="42835"/>
                    </a:lnTo>
                    <a:lnTo>
                      <a:pt x="408175" y="30306"/>
                    </a:lnTo>
                    <a:lnTo>
                      <a:pt x="134302" y="14416"/>
                    </a:lnTo>
                    <a:lnTo>
                      <a:pt x="2141" y="2805"/>
                    </a:lnTo>
                    <a:cubicBezTo>
                      <a:pt x="759" y="2652"/>
                      <a:pt x="-175" y="1953"/>
                      <a:pt x="28" y="1146"/>
                    </a:cubicBezTo>
                    <a:cubicBezTo>
                      <a:pt x="231" y="404"/>
                      <a:pt x="1531" y="-142"/>
                      <a:pt x="2954" y="33"/>
                    </a:cubicBezTo>
                    <a:lnTo>
                      <a:pt x="134993" y="11601"/>
                    </a:lnTo>
                    <a:lnTo>
                      <a:pt x="408866" y="27534"/>
                    </a:lnTo>
                    <a:lnTo>
                      <a:pt x="543344" y="40063"/>
                    </a:lnTo>
                    <a:lnTo>
                      <a:pt x="675708" y="53639"/>
                    </a:lnTo>
                    <a:lnTo>
                      <a:pt x="806976" y="66538"/>
                    </a:lnTo>
                    <a:lnTo>
                      <a:pt x="936658" y="78783"/>
                    </a:lnTo>
                    <a:lnTo>
                      <a:pt x="1066909" y="103512"/>
                    </a:lnTo>
                    <a:lnTo>
                      <a:pt x="1196673" y="123549"/>
                    </a:lnTo>
                    <a:lnTo>
                      <a:pt x="1326639" y="142080"/>
                    </a:lnTo>
                    <a:lnTo>
                      <a:pt x="1456606" y="155831"/>
                    </a:lnTo>
                    <a:lnTo>
                      <a:pt x="1717352" y="197716"/>
                    </a:lnTo>
                    <a:cubicBezTo>
                      <a:pt x="1717962" y="197759"/>
                      <a:pt x="1718531" y="198043"/>
                      <a:pt x="1718856" y="198349"/>
                    </a:cubicBezTo>
                    <a:lnTo>
                      <a:pt x="1728650" y="208258"/>
                    </a:lnTo>
                    <a:lnTo>
                      <a:pt x="1738769" y="226439"/>
                    </a:lnTo>
                    <a:lnTo>
                      <a:pt x="1748767" y="242002"/>
                    </a:lnTo>
                    <a:lnTo>
                      <a:pt x="1758399" y="249619"/>
                    </a:lnTo>
                    <a:lnTo>
                      <a:pt x="1782295" y="253679"/>
                    </a:lnTo>
                    <a:cubicBezTo>
                      <a:pt x="1782701" y="253788"/>
                      <a:pt x="1783067" y="253897"/>
                      <a:pt x="1783392" y="254115"/>
                    </a:cubicBezTo>
                    <a:lnTo>
                      <a:pt x="1791805" y="259332"/>
                    </a:lnTo>
                    <a:lnTo>
                      <a:pt x="1917707" y="268870"/>
                    </a:lnTo>
                    <a:lnTo>
                      <a:pt x="2039465" y="274894"/>
                    </a:lnTo>
                    <a:lnTo>
                      <a:pt x="2447531" y="275746"/>
                    </a:lnTo>
                    <a:cubicBezTo>
                      <a:pt x="2448222" y="275746"/>
                      <a:pt x="2448913" y="275898"/>
                      <a:pt x="2449442" y="276226"/>
                    </a:cubicBezTo>
                    <a:lnTo>
                      <a:pt x="2571564" y="352684"/>
                    </a:lnTo>
                    <a:lnTo>
                      <a:pt x="3005925" y="353644"/>
                    </a:lnTo>
                    <a:cubicBezTo>
                      <a:pt x="3006615" y="353644"/>
                      <a:pt x="3007226" y="353797"/>
                      <a:pt x="3007713" y="354016"/>
                    </a:cubicBezTo>
                    <a:lnTo>
                      <a:pt x="3258422" y="483294"/>
                    </a:lnTo>
                    <a:lnTo>
                      <a:pt x="3286015" y="494164"/>
                    </a:lnTo>
                    <a:lnTo>
                      <a:pt x="3314098" y="502327"/>
                    </a:lnTo>
                    <a:lnTo>
                      <a:pt x="3342952" y="509639"/>
                    </a:lnTo>
                    <a:lnTo>
                      <a:pt x="3372010" y="513262"/>
                    </a:lnTo>
                    <a:lnTo>
                      <a:pt x="3402083" y="516667"/>
                    </a:lnTo>
                    <a:cubicBezTo>
                      <a:pt x="3402409" y="516667"/>
                      <a:pt x="3402572" y="516732"/>
                      <a:pt x="3402774" y="516776"/>
                    </a:cubicBezTo>
                    <a:lnTo>
                      <a:pt x="3433133" y="525463"/>
                    </a:lnTo>
                    <a:lnTo>
                      <a:pt x="3603292" y="525201"/>
                    </a:lnTo>
                    <a:lnTo>
                      <a:pt x="3603292" y="525201"/>
                    </a:lnTo>
                    <a:cubicBezTo>
                      <a:pt x="3603577" y="525201"/>
                      <a:pt x="3603983" y="525201"/>
                      <a:pt x="3604267" y="525310"/>
                    </a:cubicBezTo>
                    <a:lnTo>
                      <a:pt x="3637308" y="533255"/>
                    </a:lnTo>
                    <a:lnTo>
                      <a:pt x="3800396" y="535438"/>
                    </a:lnTo>
                    <a:cubicBezTo>
                      <a:pt x="3801900" y="535438"/>
                      <a:pt x="3802998" y="536136"/>
                      <a:pt x="3802998" y="536878"/>
                    </a:cubicBezTo>
                    <a:cubicBezTo>
                      <a:pt x="3802876" y="537620"/>
                      <a:pt x="3801819" y="538275"/>
                      <a:pt x="3800396" y="5382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 name="Freeform: Shape 41">
                <a:extLst>
                  <a:ext uri="{FF2B5EF4-FFF2-40B4-BE49-F238E27FC236}">
                    <a16:creationId xmlns:a16="http://schemas.microsoft.com/office/drawing/2014/main" id="{239B28BC-4BA0-45A8-9C3F-536F9980BBF1}"/>
                  </a:ext>
                </a:extLst>
              </p:cNvPr>
              <p:cNvSpPr/>
              <p:nvPr/>
            </p:nvSpPr>
            <p:spPr>
              <a:xfrm>
                <a:off x="2450704" y="6086586"/>
                <a:ext cx="907739" cy="202718"/>
              </a:xfrm>
              <a:custGeom>
                <a:avLst/>
                <a:gdLst>
                  <a:gd name="connsiteX0" fmla="*/ 2529 w 907739"/>
                  <a:gd name="connsiteY0" fmla="*/ 202697 h 202718"/>
                  <a:gd name="connsiteX1" fmla="*/ 9 w 907739"/>
                  <a:gd name="connsiteY1" fmla="*/ 201366 h 202718"/>
                  <a:gd name="connsiteX2" fmla="*/ 2448 w 907739"/>
                  <a:gd name="connsiteY2" fmla="*/ 199925 h 202718"/>
                  <a:gd name="connsiteX3" fmla="*/ 53776 w 907739"/>
                  <a:gd name="connsiteY3" fmla="*/ 198594 h 202718"/>
                  <a:gd name="connsiteX4" fmla="*/ 191830 w 907739"/>
                  <a:gd name="connsiteY4" fmla="*/ 197852 h 202718"/>
                  <a:gd name="connsiteX5" fmla="*/ 224057 w 907739"/>
                  <a:gd name="connsiteY5" fmla="*/ 167906 h 202718"/>
                  <a:gd name="connsiteX6" fmla="*/ 256448 w 907739"/>
                  <a:gd name="connsiteY6" fmla="*/ 136454 h 202718"/>
                  <a:gd name="connsiteX7" fmla="*/ 288309 w 907739"/>
                  <a:gd name="connsiteY7" fmla="*/ 101662 h 202718"/>
                  <a:gd name="connsiteX8" fmla="*/ 289407 w 907739"/>
                  <a:gd name="connsiteY8" fmla="*/ 101073 h 202718"/>
                  <a:gd name="connsiteX9" fmla="*/ 320374 w 907739"/>
                  <a:gd name="connsiteY9" fmla="*/ 92386 h 202718"/>
                  <a:gd name="connsiteX10" fmla="*/ 321472 w 907739"/>
                  <a:gd name="connsiteY10" fmla="*/ 92233 h 202718"/>
                  <a:gd name="connsiteX11" fmla="*/ 455299 w 907739"/>
                  <a:gd name="connsiteY11" fmla="*/ 91054 h 202718"/>
                  <a:gd name="connsiteX12" fmla="*/ 483950 w 907739"/>
                  <a:gd name="connsiteY12" fmla="*/ 79443 h 202718"/>
                  <a:gd name="connsiteX13" fmla="*/ 512764 w 907739"/>
                  <a:gd name="connsiteY13" fmla="*/ 68355 h 202718"/>
                  <a:gd name="connsiteX14" fmla="*/ 541131 w 907739"/>
                  <a:gd name="connsiteY14" fmla="*/ 58707 h 202718"/>
                  <a:gd name="connsiteX15" fmla="*/ 542391 w 907739"/>
                  <a:gd name="connsiteY15" fmla="*/ 58489 h 202718"/>
                  <a:gd name="connsiteX16" fmla="*/ 673698 w 907739"/>
                  <a:gd name="connsiteY16" fmla="*/ 56306 h 202718"/>
                  <a:gd name="connsiteX17" fmla="*/ 804356 w 907739"/>
                  <a:gd name="connsiteY17" fmla="*/ 49104 h 202718"/>
                  <a:gd name="connsiteX18" fmla="*/ 829472 w 907739"/>
                  <a:gd name="connsiteY18" fmla="*/ 40788 h 202718"/>
                  <a:gd name="connsiteX19" fmla="*/ 854465 w 907739"/>
                  <a:gd name="connsiteY19" fmla="*/ 30879 h 202718"/>
                  <a:gd name="connsiteX20" fmla="*/ 879012 w 907739"/>
                  <a:gd name="connsiteY20" fmla="*/ 18197 h 202718"/>
                  <a:gd name="connsiteX21" fmla="*/ 903030 w 907739"/>
                  <a:gd name="connsiteY21" fmla="*/ 562 h 202718"/>
                  <a:gd name="connsiteX22" fmla="*/ 906647 w 907739"/>
                  <a:gd name="connsiteY22" fmla="*/ 234 h 202718"/>
                  <a:gd name="connsiteX23" fmla="*/ 907257 w 907739"/>
                  <a:gd name="connsiteY23" fmla="*/ 2220 h 202718"/>
                  <a:gd name="connsiteX24" fmla="*/ 882751 w 907739"/>
                  <a:gd name="connsiteY24" fmla="*/ 20074 h 202718"/>
                  <a:gd name="connsiteX25" fmla="*/ 857635 w 907739"/>
                  <a:gd name="connsiteY25" fmla="*/ 33083 h 202718"/>
                  <a:gd name="connsiteX26" fmla="*/ 832235 w 907739"/>
                  <a:gd name="connsiteY26" fmla="*/ 43211 h 202718"/>
                  <a:gd name="connsiteX27" fmla="*/ 806469 w 907739"/>
                  <a:gd name="connsiteY27" fmla="*/ 51679 h 202718"/>
                  <a:gd name="connsiteX28" fmla="*/ 805413 w 907739"/>
                  <a:gd name="connsiteY28" fmla="*/ 51898 h 202718"/>
                  <a:gd name="connsiteX29" fmla="*/ 673942 w 907739"/>
                  <a:gd name="connsiteY29" fmla="*/ 59100 h 202718"/>
                  <a:gd name="connsiteX30" fmla="*/ 543163 w 907739"/>
                  <a:gd name="connsiteY30" fmla="*/ 61348 h 202718"/>
                  <a:gd name="connsiteX31" fmla="*/ 515487 w 907739"/>
                  <a:gd name="connsiteY31" fmla="*/ 70712 h 202718"/>
                  <a:gd name="connsiteX32" fmla="*/ 486836 w 907739"/>
                  <a:gd name="connsiteY32" fmla="*/ 81756 h 202718"/>
                  <a:gd name="connsiteX33" fmla="*/ 457616 w 907739"/>
                  <a:gd name="connsiteY33" fmla="*/ 93586 h 202718"/>
                  <a:gd name="connsiteX34" fmla="*/ 456193 w 907739"/>
                  <a:gd name="connsiteY34" fmla="*/ 93848 h 202718"/>
                  <a:gd name="connsiteX35" fmla="*/ 322081 w 907739"/>
                  <a:gd name="connsiteY35" fmla="*/ 95070 h 202718"/>
                  <a:gd name="connsiteX36" fmla="*/ 292455 w 907739"/>
                  <a:gd name="connsiteY36" fmla="*/ 103386 h 202718"/>
                  <a:gd name="connsiteX37" fmla="*/ 260918 w 907739"/>
                  <a:gd name="connsiteY37" fmla="*/ 137807 h 202718"/>
                  <a:gd name="connsiteX38" fmla="*/ 228447 w 907739"/>
                  <a:gd name="connsiteY38" fmla="*/ 169346 h 202718"/>
                  <a:gd name="connsiteX39" fmla="*/ 195447 w 907739"/>
                  <a:gd name="connsiteY39" fmla="*/ 199925 h 202718"/>
                  <a:gd name="connsiteX40" fmla="*/ 193252 w 907739"/>
                  <a:gd name="connsiteY40" fmla="*/ 200624 h 202718"/>
                  <a:gd name="connsiteX41" fmla="*/ 53857 w 907739"/>
                  <a:gd name="connsiteY41" fmla="*/ 201431 h 202718"/>
                  <a:gd name="connsiteX42" fmla="*/ 2569 w 907739"/>
                  <a:gd name="connsiteY42" fmla="*/ 202719 h 202718"/>
                  <a:gd name="connsiteX43" fmla="*/ 2448 w 907739"/>
                  <a:gd name="connsiteY43" fmla="*/ 202719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07739" h="202718">
                    <a:moveTo>
                      <a:pt x="2529" y="202697"/>
                    </a:moveTo>
                    <a:cubicBezTo>
                      <a:pt x="1188" y="202697"/>
                      <a:pt x="50" y="202108"/>
                      <a:pt x="9" y="201366"/>
                    </a:cubicBezTo>
                    <a:cubicBezTo>
                      <a:pt x="-113" y="200624"/>
                      <a:pt x="985" y="199925"/>
                      <a:pt x="2448" y="199925"/>
                    </a:cubicBezTo>
                    <a:lnTo>
                      <a:pt x="53776" y="198594"/>
                    </a:lnTo>
                    <a:lnTo>
                      <a:pt x="191830" y="197852"/>
                    </a:lnTo>
                    <a:lnTo>
                      <a:pt x="224057" y="167906"/>
                    </a:lnTo>
                    <a:lnTo>
                      <a:pt x="256448" y="136454"/>
                    </a:lnTo>
                    <a:lnTo>
                      <a:pt x="288309" y="101662"/>
                    </a:lnTo>
                    <a:cubicBezTo>
                      <a:pt x="288553" y="101400"/>
                      <a:pt x="288960" y="101182"/>
                      <a:pt x="289407" y="101073"/>
                    </a:cubicBezTo>
                    <a:lnTo>
                      <a:pt x="320374" y="92386"/>
                    </a:lnTo>
                    <a:cubicBezTo>
                      <a:pt x="320740" y="92277"/>
                      <a:pt x="321065" y="92233"/>
                      <a:pt x="321472" y="92233"/>
                    </a:cubicBezTo>
                    <a:lnTo>
                      <a:pt x="455299" y="91054"/>
                    </a:lnTo>
                    <a:lnTo>
                      <a:pt x="483950" y="79443"/>
                    </a:lnTo>
                    <a:lnTo>
                      <a:pt x="512764" y="68355"/>
                    </a:lnTo>
                    <a:lnTo>
                      <a:pt x="541131" y="58707"/>
                    </a:lnTo>
                    <a:cubicBezTo>
                      <a:pt x="541497" y="58598"/>
                      <a:pt x="541903" y="58555"/>
                      <a:pt x="542391" y="58489"/>
                    </a:cubicBezTo>
                    <a:lnTo>
                      <a:pt x="673698" y="56306"/>
                    </a:lnTo>
                    <a:lnTo>
                      <a:pt x="804356" y="49104"/>
                    </a:lnTo>
                    <a:lnTo>
                      <a:pt x="829472" y="40788"/>
                    </a:lnTo>
                    <a:lnTo>
                      <a:pt x="854465" y="30879"/>
                    </a:lnTo>
                    <a:lnTo>
                      <a:pt x="879012" y="18197"/>
                    </a:lnTo>
                    <a:lnTo>
                      <a:pt x="903030" y="562"/>
                    </a:lnTo>
                    <a:cubicBezTo>
                      <a:pt x="903924" y="-28"/>
                      <a:pt x="905550" y="-181"/>
                      <a:pt x="906647" y="234"/>
                    </a:cubicBezTo>
                    <a:cubicBezTo>
                      <a:pt x="907785" y="714"/>
                      <a:pt x="908110" y="1566"/>
                      <a:pt x="907257" y="2220"/>
                    </a:cubicBezTo>
                    <a:lnTo>
                      <a:pt x="882751" y="20074"/>
                    </a:lnTo>
                    <a:lnTo>
                      <a:pt x="857635" y="33083"/>
                    </a:lnTo>
                    <a:lnTo>
                      <a:pt x="832235" y="43211"/>
                    </a:lnTo>
                    <a:lnTo>
                      <a:pt x="806469" y="51679"/>
                    </a:lnTo>
                    <a:cubicBezTo>
                      <a:pt x="806104" y="51788"/>
                      <a:pt x="805778" y="51832"/>
                      <a:pt x="805413" y="51898"/>
                    </a:cubicBezTo>
                    <a:lnTo>
                      <a:pt x="673942" y="59100"/>
                    </a:lnTo>
                    <a:lnTo>
                      <a:pt x="543163" y="61348"/>
                    </a:lnTo>
                    <a:lnTo>
                      <a:pt x="515487" y="70712"/>
                    </a:lnTo>
                    <a:lnTo>
                      <a:pt x="486836" y="81756"/>
                    </a:lnTo>
                    <a:lnTo>
                      <a:pt x="457616" y="93586"/>
                    </a:lnTo>
                    <a:cubicBezTo>
                      <a:pt x="457169" y="93739"/>
                      <a:pt x="456681" y="93848"/>
                      <a:pt x="456193" y="93848"/>
                    </a:cubicBezTo>
                    <a:lnTo>
                      <a:pt x="322081" y="95070"/>
                    </a:lnTo>
                    <a:lnTo>
                      <a:pt x="292455" y="103386"/>
                    </a:lnTo>
                    <a:lnTo>
                      <a:pt x="260918" y="137807"/>
                    </a:lnTo>
                    <a:lnTo>
                      <a:pt x="228447" y="169346"/>
                    </a:lnTo>
                    <a:lnTo>
                      <a:pt x="195447" y="199925"/>
                    </a:lnTo>
                    <a:cubicBezTo>
                      <a:pt x="194959" y="200340"/>
                      <a:pt x="194146" y="200624"/>
                      <a:pt x="193252" y="200624"/>
                    </a:cubicBezTo>
                    <a:lnTo>
                      <a:pt x="53857" y="201431"/>
                    </a:lnTo>
                    <a:lnTo>
                      <a:pt x="2569" y="202719"/>
                    </a:lnTo>
                    <a:lnTo>
                      <a:pt x="2448" y="20271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 name="Freeform: Shape 42">
                <a:extLst>
                  <a:ext uri="{FF2B5EF4-FFF2-40B4-BE49-F238E27FC236}">
                    <a16:creationId xmlns:a16="http://schemas.microsoft.com/office/drawing/2014/main" id="{090651B6-FC78-4993-92B3-F55C7D2DDACE}"/>
                  </a:ext>
                </a:extLst>
              </p:cNvPr>
              <p:cNvSpPr/>
              <p:nvPr/>
            </p:nvSpPr>
            <p:spPr>
              <a:xfrm>
                <a:off x="9015780" y="6465030"/>
                <a:ext cx="3176219" cy="9952"/>
              </a:xfrm>
              <a:custGeom>
                <a:avLst/>
                <a:gdLst>
                  <a:gd name="connsiteX0" fmla="*/ 3176220 w 3176219"/>
                  <a:gd name="connsiteY0" fmla="*/ 7137 h 9952"/>
                  <a:gd name="connsiteX1" fmla="*/ 2602 w 3176219"/>
                  <a:gd name="connsiteY1" fmla="*/ 0 h 9952"/>
                  <a:gd name="connsiteX2" fmla="*/ 2602 w 3176219"/>
                  <a:gd name="connsiteY2" fmla="*/ 0 h 9952"/>
                  <a:gd name="connsiteX3" fmla="*/ 0 w 3176219"/>
                  <a:gd name="connsiteY3" fmla="*/ 1375 h 9952"/>
                  <a:gd name="connsiteX4" fmla="*/ 2602 w 3176219"/>
                  <a:gd name="connsiteY4" fmla="*/ 2772 h 9952"/>
                  <a:gd name="connsiteX5" fmla="*/ 3176220 w 3176219"/>
                  <a:gd name="connsiteY5" fmla="*/ 9953 h 9952"/>
                  <a:gd name="connsiteX6" fmla="*/ 3176220 w 3176219"/>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76219" h="9952">
                    <a:moveTo>
                      <a:pt x="3176220" y="7137"/>
                    </a:moveTo>
                    <a:lnTo>
                      <a:pt x="2602" y="0"/>
                    </a:lnTo>
                    <a:lnTo>
                      <a:pt x="2602" y="0"/>
                    </a:lnTo>
                    <a:cubicBezTo>
                      <a:pt x="1097" y="0"/>
                      <a:pt x="0" y="589"/>
                      <a:pt x="0" y="1375"/>
                    </a:cubicBezTo>
                    <a:cubicBezTo>
                      <a:pt x="0" y="2161"/>
                      <a:pt x="1097" y="2772"/>
                      <a:pt x="2602" y="2772"/>
                    </a:cubicBezTo>
                    <a:lnTo>
                      <a:pt x="3176220" y="9953"/>
                    </a:lnTo>
                    <a:lnTo>
                      <a:pt x="3176220"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 name="Freeform: Shape 43">
                <a:extLst>
                  <a:ext uri="{FF2B5EF4-FFF2-40B4-BE49-F238E27FC236}">
                    <a16:creationId xmlns:a16="http://schemas.microsoft.com/office/drawing/2014/main" id="{1695EEA0-6377-41F3-8F39-CF65BCF99FBF}"/>
                  </a:ext>
                </a:extLst>
              </p:cNvPr>
              <p:cNvSpPr/>
              <p:nvPr/>
            </p:nvSpPr>
            <p:spPr>
              <a:xfrm>
                <a:off x="2485378" y="6253815"/>
                <a:ext cx="1301623" cy="28942"/>
              </a:xfrm>
              <a:custGeom>
                <a:avLst/>
                <a:gdLst>
                  <a:gd name="connsiteX0" fmla="*/ 1160395 w 1301623"/>
                  <a:gd name="connsiteY0" fmla="*/ 28920 h 28942"/>
                  <a:gd name="connsiteX1" fmla="*/ 1021569 w 1301623"/>
                  <a:gd name="connsiteY1" fmla="*/ 27327 h 28942"/>
                  <a:gd name="connsiteX2" fmla="*/ 883027 w 1301623"/>
                  <a:gd name="connsiteY2" fmla="*/ 26628 h 28942"/>
                  <a:gd name="connsiteX3" fmla="*/ 744526 w 1301623"/>
                  <a:gd name="connsiteY3" fmla="*/ 24075 h 28942"/>
                  <a:gd name="connsiteX4" fmla="*/ 467767 w 1301623"/>
                  <a:gd name="connsiteY4" fmla="*/ 10215 h 28942"/>
                  <a:gd name="connsiteX5" fmla="*/ 329591 w 1301623"/>
                  <a:gd name="connsiteY5" fmla="*/ 4518 h 28942"/>
                  <a:gd name="connsiteX6" fmla="*/ 191537 w 1301623"/>
                  <a:gd name="connsiteY6" fmla="*/ 2816 h 28942"/>
                  <a:gd name="connsiteX7" fmla="*/ 53483 w 1301623"/>
                  <a:gd name="connsiteY7" fmla="*/ 2968 h 28942"/>
                  <a:gd name="connsiteX8" fmla="*/ 2643 w 1301623"/>
                  <a:gd name="connsiteY8" fmla="*/ 3820 h 28942"/>
                  <a:gd name="connsiteX9" fmla="*/ 1 w 1301623"/>
                  <a:gd name="connsiteY9" fmla="*/ 2445 h 28942"/>
                  <a:gd name="connsiteX10" fmla="*/ 2480 w 1301623"/>
                  <a:gd name="connsiteY10" fmla="*/ 1004 h 28942"/>
                  <a:gd name="connsiteX11" fmla="*/ 53361 w 1301623"/>
                  <a:gd name="connsiteY11" fmla="*/ 153 h 28942"/>
                  <a:gd name="connsiteX12" fmla="*/ 191578 w 1301623"/>
                  <a:gd name="connsiteY12" fmla="*/ 0 h 28942"/>
                  <a:gd name="connsiteX13" fmla="*/ 329835 w 1301623"/>
                  <a:gd name="connsiteY13" fmla="*/ 1768 h 28942"/>
                  <a:gd name="connsiteX14" fmla="*/ 468174 w 1301623"/>
                  <a:gd name="connsiteY14" fmla="*/ 7421 h 28942"/>
                  <a:gd name="connsiteX15" fmla="*/ 744810 w 1301623"/>
                  <a:gd name="connsiteY15" fmla="*/ 21281 h 28942"/>
                  <a:gd name="connsiteX16" fmla="*/ 883190 w 1301623"/>
                  <a:gd name="connsiteY16" fmla="*/ 23835 h 28942"/>
                  <a:gd name="connsiteX17" fmla="*/ 1021691 w 1301623"/>
                  <a:gd name="connsiteY17" fmla="*/ 24577 h 28942"/>
                  <a:gd name="connsiteX18" fmla="*/ 1160354 w 1301623"/>
                  <a:gd name="connsiteY18" fmla="*/ 26126 h 28942"/>
                  <a:gd name="connsiteX19" fmla="*/ 1298977 w 1301623"/>
                  <a:gd name="connsiteY19" fmla="*/ 22612 h 28942"/>
                  <a:gd name="connsiteX20" fmla="*/ 1301619 w 1301623"/>
                  <a:gd name="connsiteY20" fmla="*/ 23944 h 28942"/>
                  <a:gd name="connsiteX21" fmla="*/ 1299262 w 1301623"/>
                  <a:gd name="connsiteY21" fmla="*/ 25428 h 28942"/>
                  <a:gd name="connsiteX22" fmla="*/ 1160436 w 1301623"/>
                  <a:gd name="connsiteY22" fmla="*/ 28942 h 28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01623" h="28942">
                    <a:moveTo>
                      <a:pt x="1160395" y="28920"/>
                    </a:moveTo>
                    <a:lnTo>
                      <a:pt x="1021569" y="27327"/>
                    </a:lnTo>
                    <a:lnTo>
                      <a:pt x="883027" y="26628"/>
                    </a:lnTo>
                    <a:lnTo>
                      <a:pt x="744526" y="24075"/>
                    </a:lnTo>
                    <a:lnTo>
                      <a:pt x="467767" y="10215"/>
                    </a:lnTo>
                    <a:lnTo>
                      <a:pt x="329591" y="4518"/>
                    </a:lnTo>
                    <a:lnTo>
                      <a:pt x="191537" y="2816"/>
                    </a:lnTo>
                    <a:lnTo>
                      <a:pt x="53483" y="2968"/>
                    </a:lnTo>
                    <a:lnTo>
                      <a:pt x="2643" y="3820"/>
                    </a:lnTo>
                    <a:cubicBezTo>
                      <a:pt x="1261" y="3885"/>
                      <a:pt x="82" y="3230"/>
                      <a:pt x="1" y="2445"/>
                    </a:cubicBezTo>
                    <a:cubicBezTo>
                      <a:pt x="-40" y="1702"/>
                      <a:pt x="1098" y="1004"/>
                      <a:pt x="2480" y="1004"/>
                    </a:cubicBezTo>
                    <a:lnTo>
                      <a:pt x="53361" y="153"/>
                    </a:lnTo>
                    <a:lnTo>
                      <a:pt x="191578" y="0"/>
                    </a:lnTo>
                    <a:lnTo>
                      <a:pt x="329835" y="1768"/>
                    </a:lnTo>
                    <a:lnTo>
                      <a:pt x="468174" y="7421"/>
                    </a:lnTo>
                    <a:lnTo>
                      <a:pt x="744810" y="21281"/>
                    </a:lnTo>
                    <a:lnTo>
                      <a:pt x="883190" y="23835"/>
                    </a:lnTo>
                    <a:lnTo>
                      <a:pt x="1021691" y="24577"/>
                    </a:lnTo>
                    <a:lnTo>
                      <a:pt x="1160354" y="26126"/>
                    </a:lnTo>
                    <a:lnTo>
                      <a:pt x="1298977" y="22612"/>
                    </a:lnTo>
                    <a:cubicBezTo>
                      <a:pt x="1300115" y="22656"/>
                      <a:pt x="1301538" y="23202"/>
                      <a:pt x="1301619" y="23944"/>
                    </a:cubicBezTo>
                    <a:cubicBezTo>
                      <a:pt x="1301700" y="24730"/>
                      <a:pt x="1300644" y="25384"/>
                      <a:pt x="1299262" y="25428"/>
                    </a:cubicBezTo>
                    <a:lnTo>
                      <a:pt x="1160436" y="2894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 name="Freeform: Shape 44">
                <a:extLst>
                  <a:ext uri="{FF2B5EF4-FFF2-40B4-BE49-F238E27FC236}">
                    <a16:creationId xmlns:a16="http://schemas.microsoft.com/office/drawing/2014/main" id="{FA85660C-53A5-4848-A869-A8BE938C6B24}"/>
                  </a:ext>
                </a:extLst>
              </p:cNvPr>
              <p:cNvSpPr/>
              <p:nvPr/>
            </p:nvSpPr>
            <p:spPr>
              <a:xfrm>
                <a:off x="0" y="6326953"/>
                <a:ext cx="886943" cy="18598"/>
              </a:xfrm>
              <a:custGeom>
                <a:avLst/>
                <a:gdLst>
                  <a:gd name="connsiteX0" fmla="*/ 884123 w 886943"/>
                  <a:gd name="connsiteY0" fmla="*/ 3 h 18598"/>
                  <a:gd name="connsiteX1" fmla="*/ 746760 w 886943"/>
                  <a:gd name="connsiteY1" fmla="*/ 7467 h 18598"/>
                  <a:gd name="connsiteX2" fmla="*/ 609437 w 886943"/>
                  <a:gd name="connsiteY2" fmla="*/ 11090 h 18598"/>
                  <a:gd name="connsiteX3" fmla="*/ 472277 w 886943"/>
                  <a:gd name="connsiteY3" fmla="*/ 13229 h 18598"/>
                  <a:gd name="connsiteX4" fmla="*/ 335117 w 886943"/>
                  <a:gd name="connsiteY4" fmla="*/ 13862 h 18598"/>
                  <a:gd name="connsiteX5" fmla="*/ 198079 w 886943"/>
                  <a:gd name="connsiteY5" fmla="*/ 15783 h 18598"/>
                  <a:gd name="connsiteX6" fmla="*/ 61163 w 886943"/>
                  <a:gd name="connsiteY6" fmla="*/ 14452 h 18598"/>
                  <a:gd name="connsiteX7" fmla="*/ 0 w 886943"/>
                  <a:gd name="connsiteY7" fmla="*/ 13535 h 18598"/>
                  <a:gd name="connsiteX8" fmla="*/ 0 w 886943"/>
                  <a:gd name="connsiteY8" fmla="*/ 16351 h 18598"/>
                  <a:gd name="connsiteX9" fmla="*/ 61082 w 886943"/>
                  <a:gd name="connsiteY9" fmla="*/ 17202 h 18598"/>
                  <a:gd name="connsiteX10" fmla="*/ 198079 w 886943"/>
                  <a:gd name="connsiteY10" fmla="*/ 18599 h 18598"/>
                  <a:gd name="connsiteX11" fmla="*/ 335158 w 886943"/>
                  <a:gd name="connsiteY11" fmla="*/ 16678 h 18598"/>
                  <a:gd name="connsiteX12" fmla="*/ 472399 w 886943"/>
                  <a:gd name="connsiteY12" fmla="*/ 16045 h 18598"/>
                  <a:gd name="connsiteX13" fmla="*/ 609681 w 886943"/>
                  <a:gd name="connsiteY13" fmla="*/ 13906 h 18598"/>
                  <a:gd name="connsiteX14" fmla="*/ 747126 w 886943"/>
                  <a:gd name="connsiteY14" fmla="*/ 10239 h 18598"/>
                  <a:gd name="connsiteX15" fmla="*/ 884652 w 886943"/>
                  <a:gd name="connsiteY15" fmla="*/ 2840 h 18598"/>
                  <a:gd name="connsiteX16" fmla="*/ 886927 w 886943"/>
                  <a:gd name="connsiteY16" fmla="*/ 1290 h 18598"/>
                  <a:gd name="connsiteX17" fmla="*/ 884164 w 886943"/>
                  <a:gd name="connsiteY17" fmla="*/ 3 h 18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86943" h="18598">
                    <a:moveTo>
                      <a:pt x="884123" y="3"/>
                    </a:moveTo>
                    <a:lnTo>
                      <a:pt x="746760" y="7467"/>
                    </a:lnTo>
                    <a:lnTo>
                      <a:pt x="609437" y="11090"/>
                    </a:lnTo>
                    <a:lnTo>
                      <a:pt x="472277" y="13229"/>
                    </a:lnTo>
                    <a:lnTo>
                      <a:pt x="335117" y="13862"/>
                    </a:lnTo>
                    <a:lnTo>
                      <a:pt x="198079" y="15783"/>
                    </a:lnTo>
                    <a:lnTo>
                      <a:pt x="61163" y="14452"/>
                    </a:lnTo>
                    <a:lnTo>
                      <a:pt x="0" y="13535"/>
                    </a:lnTo>
                    <a:lnTo>
                      <a:pt x="0" y="16351"/>
                    </a:lnTo>
                    <a:lnTo>
                      <a:pt x="61082" y="17202"/>
                    </a:lnTo>
                    <a:lnTo>
                      <a:pt x="198079" y="18599"/>
                    </a:lnTo>
                    <a:lnTo>
                      <a:pt x="335158" y="16678"/>
                    </a:lnTo>
                    <a:lnTo>
                      <a:pt x="472399" y="16045"/>
                    </a:lnTo>
                    <a:lnTo>
                      <a:pt x="609681" y="13906"/>
                    </a:lnTo>
                    <a:lnTo>
                      <a:pt x="747126" y="10239"/>
                    </a:lnTo>
                    <a:lnTo>
                      <a:pt x="884652" y="2840"/>
                    </a:lnTo>
                    <a:cubicBezTo>
                      <a:pt x="886033" y="2731"/>
                      <a:pt x="887090" y="2098"/>
                      <a:pt x="886927" y="1290"/>
                    </a:cubicBezTo>
                    <a:cubicBezTo>
                      <a:pt x="886846" y="483"/>
                      <a:pt x="885586" y="-41"/>
                      <a:pt x="884164" y="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 name="Freeform: Shape 45">
                <a:extLst>
                  <a:ext uri="{FF2B5EF4-FFF2-40B4-BE49-F238E27FC236}">
                    <a16:creationId xmlns:a16="http://schemas.microsoft.com/office/drawing/2014/main" id="{C3BE95D5-877A-4167-83BB-85237C28E160}"/>
                  </a:ext>
                </a:extLst>
              </p:cNvPr>
              <p:cNvSpPr/>
              <p:nvPr/>
            </p:nvSpPr>
            <p:spPr>
              <a:xfrm>
                <a:off x="7013143" y="6342769"/>
                <a:ext cx="308263" cy="37596"/>
              </a:xfrm>
              <a:custGeom>
                <a:avLst/>
                <a:gdLst>
                  <a:gd name="connsiteX0" fmla="*/ 305633 w 308263"/>
                  <a:gd name="connsiteY0" fmla="*/ 37574 h 37596"/>
                  <a:gd name="connsiteX1" fmla="*/ 305227 w 308263"/>
                  <a:gd name="connsiteY1" fmla="*/ 37531 h 37596"/>
                  <a:gd name="connsiteX2" fmla="*/ 259507 w 308263"/>
                  <a:gd name="connsiteY2" fmla="*/ 32838 h 37596"/>
                  <a:gd name="connsiteX3" fmla="*/ 126736 w 308263"/>
                  <a:gd name="connsiteY3" fmla="*/ 14940 h 37596"/>
                  <a:gd name="connsiteX4" fmla="*/ 2134 w 308263"/>
                  <a:gd name="connsiteY4" fmla="*/ 2783 h 37596"/>
                  <a:gd name="connsiteX5" fmla="*/ 61 w 308263"/>
                  <a:gd name="connsiteY5" fmla="*/ 1189 h 37596"/>
                  <a:gd name="connsiteX6" fmla="*/ 2947 w 308263"/>
                  <a:gd name="connsiteY6" fmla="*/ 33 h 37596"/>
                  <a:gd name="connsiteX7" fmla="*/ 127752 w 308263"/>
                  <a:gd name="connsiteY7" fmla="*/ 12234 h 37596"/>
                  <a:gd name="connsiteX8" fmla="*/ 263896 w 308263"/>
                  <a:gd name="connsiteY8" fmla="*/ 30503 h 37596"/>
                  <a:gd name="connsiteX9" fmla="*/ 306162 w 308263"/>
                  <a:gd name="connsiteY9" fmla="*/ 34759 h 37596"/>
                  <a:gd name="connsiteX10" fmla="*/ 308234 w 308263"/>
                  <a:gd name="connsiteY10" fmla="*/ 36417 h 37596"/>
                  <a:gd name="connsiteX11" fmla="*/ 305674 w 308263"/>
                  <a:gd name="connsiteY11" fmla="*/ 37596 h 37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8263" h="37596">
                    <a:moveTo>
                      <a:pt x="305633" y="37574"/>
                    </a:moveTo>
                    <a:cubicBezTo>
                      <a:pt x="305633" y="37574"/>
                      <a:pt x="305349" y="37574"/>
                      <a:pt x="305227" y="37531"/>
                    </a:cubicBezTo>
                    <a:lnTo>
                      <a:pt x="259507" y="32838"/>
                    </a:lnTo>
                    <a:lnTo>
                      <a:pt x="126736" y="14940"/>
                    </a:lnTo>
                    <a:lnTo>
                      <a:pt x="2134" y="2783"/>
                    </a:lnTo>
                    <a:cubicBezTo>
                      <a:pt x="752" y="2674"/>
                      <a:pt x="-264" y="1932"/>
                      <a:pt x="61" y="1189"/>
                    </a:cubicBezTo>
                    <a:cubicBezTo>
                      <a:pt x="264" y="404"/>
                      <a:pt x="1565" y="-142"/>
                      <a:pt x="2947" y="33"/>
                    </a:cubicBezTo>
                    <a:lnTo>
                      <a:pt x="127752" y="12234"/>
                    </a:lnTo>
                    <a:lnTo>
                      <a:pt x="263896" y="30503"/>
                    </a:lnTo>
                    <a:lnTo>
                      <a:pt x="306162" y="34759"/>
                    </a:lnTo>
                    <a:cubicBezTo>
                      <a:pt x="307543" y="34911"/>
                      <a:pt x="308437" y="35675"/>
                      <a:pt x="308234" y="36417"/>
                    </a:cubicBezTo>
                    <a:cubicBezTo>
                      <a:pt x="307950" y="37116"/>
                      <a:pt x="306974" y="37596"/>
                      <a:pt x="305674" y="375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 name="Freeform: Shape 46">
                <a:extLst>
                  <a:ext uri="{FF2B5EF4-FFF2-40B4-BE49-F238E27FC236}">
                    <a16:creationId xmlns:a16="http://schemas.microsoft.com/office/drawing/2014/main" id="{37D6D386-5EE8-4DDA-9C8C-9F4C3C91FA44}"/>
                  </a:ext>
                </a:extLst>
              </p:cNvPr>
              <p:cNvSpPr/>
              <p:nvPr/>
            </p:nvSpPr>
            <p:spPr>
              <a:xfrm>
                <a:off x="889117" y="6254766"/>
                <a:ext cx="1601302" cy="74633"/>
              </a:xfrm>
              <a:custGeom>
                <a:avLst/>
                <a:gdLst>
                  <a:gd name="connsiteX0" fmla="*/ 2524 w 1601302"/>
                  <a:gd name="connsiteY0" fmla="*/ 74634 h 74633"/>
                  <a:gd name="connsiteX1" fmla="*/ 5 w 1601302"/>
                  <a:gd name="connsiteY1" fmla="*/ 73368 h 74633"/>
                  <a:gd name="connsiteX2" fmla="*/ 2321 w 1601302"/>
                  <a:gd name="connsiteY2" fmla="*/ 71884 h 74633"/>
                  <a:gd name="connsiteX3" fmla="*/ 132654 w 1601302"/>
                  <a:gd name="connsiteY3" fmla="*/ 65598 h 74633"/>
                  <a:gd name="connsiteX4" fmla="*/ 270220 w 1601302"/>
                  <a:gd name="connsiteY4" fmla="*/ 55841 h 74633"/>
                  <a:gd name="connsiteX5" fmla="*/ 545759 w 1601302"/>
                  <a:gd name="connsiteY5" fmla="*/ 39428 h 74633"/>
                  <a:gd name="connsiteX6" fmla="*/ 683610 w 1601302"/>
                  <a:gd name="connsiteY6" fmla="*/ 34146 h 74633"/>
                  <a:gd name="connsiteX7" fmla="*/ 821420 w 1601302"/>
                  <a:gd name="connsiteY7" fmla="*/ 28667 h 74633"/>
                  <a:gd name="connsiteX8" fmla="*/ 959312 w 1601302"/>
                  <a:gd name="connsiteY8" fmla="*/ 24607 h 74633"/>
                  <a:gd name="connsiteX9" fmla="*/ 1235217 w 1601302"/>
                  <a:gd name="connsiteY9" fmla="*/ 14436 h 74633"/>
                  <a:gd name="connsiteX10" fmla="*/ 1373230 w 1601302"/>
                  <a:gd name="connsiteY10" fmla="*/ 7670 h 74633"/>
                  <a:gd name="connsiteX11" fmla="*/ 1511406 w 1601302"/>
                  <a:gd name="connsiteY11" fmla="*/ 1493 h 74633"/>
                  <a:gd name="connsiteX12" fmla="*/ 1598051 w 1601302"/>
                  <a:gd name="connsiteY12" fmla="*/ 53 h 74633"/>
                  <a:gd name="connsiteX13" fmla="*/ 1600083 w 1601302"/>
                  <a:gd name="connsiteY13" fmla="*/ 205 h 74633"/>
                  <a:gd name="connsiteX14" fmla="*/ 1600936 w 1601302"/>
                  <a:gd name="connsiteY14" fmla="*/ 2061 h 74633"/>
                  <a:gd name="connsiteX15" fmla="*/ 1598701 w 1601302"/>
                  <a:gd name="connsiteY15" fmla="*/ 2868 h 74633"/>
                  <a:gd name="connsiteX16" fmla="*/ 1511650 w 1601302"/>
                  <a:gd name="connsiteY16" fmla="*/ 4309 h 74633"/>
                  <a:gd name="connsiteX17" fmla="*/ 1373677 w 1601302"/>
                  <a:gd name="connsiteY17" fmla="*/ 10442 h 74633"/>
                  <a:gd name="connsiteX18" fmla="*/ 1235583 w 1601302"/>
                  <a:gd name="connsiteY18" fmla="*/ 17252 h 74633"/>
                  <a:gd name="connsiteX19" fmla="*/ 959596 w 1601302"/>
                  <a:gd name="connsiteY19" fmla="*/ 27423 h 74633"/>
                  <a:gd name="connsiteX20" fmla="*/ 821745 w 1601302"/>
                  <a:gd name="connsiteY20" fmla="*/ 31461 h 74633"/>
                  <a:gd name="connsiteX21" fmla="*/ 683976 w 1601302"/>
                  <a:gd name="connsiteY21" fmla="*/ 36939 h 74633"/>
                  <a:gd name="connsiteX22" fmla="*/ 546206 w 1601302"/>
                  <a:gd name="connsiteY22" fmla="*/ 42221 h 74633"/>
                  <a:gd name="connsiteX23" fmla="*/ 270830 w 1601302"/>
                  <a:gd name="connsiteY23" fmla="*/ 58570 h 74633"/>
                  <a:gd name="connsiteX24" fmla="*/ 133222 w 1601302"/>
                  <a:gd name="connsiteY24" fmla="*/ 68326 h 74633"/>
                  <a:gd name="connsiteX25" fmla="*/ 2809 w 1601302"/>
                  <a:gd name="connsiteY25" fmla="*/ 74612 h 74633"/>
                  <a:gd name="connsiteX26" fmla="*/ 2565 w 1601302"/>
                  <a:gd name="connsiteY26" fmla="*/ 74612 h 7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1302" h="74633">
                    <a:moveTo>
                      <a:pt x="2524" y="74634"/>
                    </a:moveTo>
                    <a:cubicBezTo>
                      <a:pt x="1224" y="74634"/>
                      <a:pt x="86" y="74110"/>
                      <a:pt x="5" y="73368"/>
                    </a:cubicBezTo>
                    <a:cubicBezTo>
                      <a:pt x="-77" y="72626"/>
                      <a:pt x="939" y="71927"/>
                      <a:pt x="2321" y="71884"/>
                    </a:cubicBezTo>
                    <a:lnTo>
                      <a:pt x="132654" y="65598"/>
                    </a:lnTo>
                    <a:lnTo>
                      <a:pt x="270220" y="55841"/>
                    </a:lnTo>
                    <a:lnTo>
                      <a:pt x="545759" y="39428"/>
                    </a:lnTo>
                    <a:lnTo>
                      <a:pt x="683610" y="34146"/>
                    </a:lnTo>
                    <a:lnTo>
                      <a:pt x="821420" y="28667"/>
                    </a:lnTo>
                    <a:lnTo>
                      <a:pt x="959312" y="24607"/>
                    </a:lnTo>
                    <a:lnTo>
                      <a:pt x="1235217" y="14436"/>
                    </a:lnTo>
                    <a:lnTo>
                      <a:pt x="1373230" y="7670"/>
                    </a:lnTo>
                    <a:lnTo>
                      <a:pt x="1511406" y="1493"/>
                    </a:lnTo>
                    <a:lnTo>
                      <a:pt x="1598051" y="53"/>
                    </a:lnTo>
                    <a:cubicBezTo>
                      <a:pt x="1598742" y="-57"/>
                      <a:pt x="1599473" y="9"/>
                      <a:pt x="1600083" y="205"/>
                    </a:cubicBezTo>
                    <a:cubicBezTo>
                      <a:pt x="1601261" y="620"/>
                      <a:pt x="1601668" y="1428"/>
                      <a:pt x="1600936" y="2061"/>
                    </a:cubicBezTo>
                    <a:cubicBezTo>
                      <a:pt x="1600489" y="2497"/>
                      <a:pt x="1599554" y="2803"/>
                      <a:pt x="1598701" y="2868"/>
                    </a:cubicBezTo>
                    <a:lnTo>
                      <a:pt x="1511650" y="4309"/>
                    </a:lnTo>
                    <a:lnTo>
                      <a:pt x="1373677" y="10442"/>
                    </a:lnTo>
                    <a:lnTo>
                      <a:pt x="1235583" y="17252"/>
                    </a:lnTo>
                    <a:lnTo>
                      <a:pt x="959596" y="27423"/>
                    </a:lnTo>
                    <a:lnTo>
                      <a:pt x="821745" y="31461"/>
                    </a:lnTo>
                    <a:lnTo>
                      <a:pt x="683976" y="36939"/>
                    </a:lnTo>
                    <a:lnTo>
                      <a:pt x="546206" y="42221"/>
                    </a:lnTo>
                    <a:lnTo>
                      <a:pt x="270830" y="58570"/>
                    </a:lnTo>
                    <a:lnTo>
                      <a:pt x="133222" y="68326"/>
                    </a:lnTo>
                    <a:lnTo>
                      <a:pt x="2809" y="74612"/>
                    </a:lnTo>
                    <a:lnTo>
                      <a:pt x="2565" y="7461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 name="Freeform: Shape 47">
                <a:extLst>
                  <a:ext uri="{FF2B5EF4-FFF2-40B4-BE49-F238E27FC236}">
                    <a16:creationId xmlns:a16="http://schemas.microsoft.com/office/drawing/2014/main" id="{ACD6003F-FE76-4A22-A3C1-1AD8DECC5680}"/>
                  </a:ext>
                </a:extLst>
              </p:cNvPr>
              <p:cNvSpPr/>
              <p:nvPr/>
            </p:nvSpPr>
            <p:spPr>
              <a:xfrm>
                <a:off x="8896340" y="6409918"/>
                <a:ext cx="3295659" cy="9909"/>
              </a:xfrm>
              <a:custGeom>
                <a:avLst/>
                <a:gdLst>
                  <a:gd name="connsiteX0" fmla="*/ 3295660 w 3295659"/>
                  <a:gd name="connsiteY0" fmla="*/ 7094 h 9909"/>
                  <a:gd name="connsiteX1" fmla="*/ 2601 w 3295659"/>
                  <a:gd name="connsiteY1" fmla="*/ 0 h 9909"/>
                  <a:gd name="connsiteX2" fmla="*/ 2478 w 3295659"/>
                  <a:gd name="connsiteY2" fmla="*/ 0 h 9909"/>
                  <a:gd name="connsiteX3" fmla="*/ 0 w 3295659"/>
                  <a:gd name="connsiteY3" fmla="*/ 1375 h 9909"/>
                  <a:gd name="connsiteX4" fmla="*/ 2478 w 3295659"/>
                  <a:gd name="connsiteY4" fmla="*/ 2816 h 9909"/>
                  <a:gd name="connsiteX5" fmla="*/ 3295660 w 3295659"/>
                  <a:gd name="connsiteY5" fmla="*/ 9909 h 9909"/>
                  <a:gd name="connsiteX6" fmla="*/ 3295660 w 3295659"/>
                  <a:gd name="connsiteY6" fmla="*/ 7072 h 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5659" h="9909">
                    <a:moveTo>
                      <a:pt x="3295660" y="7094"/>
                    </a:moveTo>
                    <a:lnTo>
                      <a:pt x="2601" y="0"/>
                    </a:lnTo>
                    <a:lnTo>
                      <a:pt x="2478" y="0"/>
                    </a:lnTo>
                    <a:cubicBezTo>
                      <a:pt x="1097" y="0"/>
                      <a:pt x="0" y="633"/>
                      <a:pt x="0" y="1375"/>
                    </a:cubicBezTo>
                    <a:cubicBezTo>
                      <a:pt x="0" y="2183"/>
                      <a:pt x="1097" y="2816"/>
                      <a:pt x="2478" y="2816"/>
                    </a:cubicBezTo>
                    <a:lnTo>
                      <a:pt x="3295660" y="9909"/>
                    </a:lnTo>
                    <a:lnTo>
                      <a:pt x="3295660" y="707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 name="Freeform: Shape 48">
                <a:extLst>
                  <a:ext uri="{FF2B5EF4-FFF2-40B4-BE49-F238E27FC236}">
                    <a16:creationId xmlns:a16="http://schemas.microsoft.com/office/drawing/2014/main" id="{C555C9DF-A58A-458C-A2BB-C2279F66D7DD}"/>
                  </a:ext>
                </a:extLst>
              </p:cNvPr>
              <p:cNvSpPr/>
              <p:nvPr/>
            </p:nvSpPr>
            <p:spPr>
              <a:xfrm>
                <a:off x="8873744" y="6399485"/>
                <a:ext cx="3318256" cy="9909"/>
              </a:xfrm>
              <a:custGeom>
                <a:avLst/>
                <a:gdLst>
                  <a:gd name="connsiteX0" fmla="*/ 3318256 w 3318256"/>
                  <a:gd name="connsiteY0" fmla="*/ 7094 h 9909"/>
                  <a:gd name="connsiteX1" fmla="*/ 2479 w 3318256"/>
                  <a:gd name="connsiteY1" fmla="*/ 0 h 9909"/>
                  <a:gd name="connsiteX2" fmla="*/ 2479 w 3318256"/>
                  <a:gd name="connsiteY2" fmla="*/ 0 h 9909"/>
                  <a:gd name="connsiteX3" fmla="*/ 0 w 3318256"/>
                  <a:gd name="connsiteY3" fmla="*/ 1375 h 9909"/>
                  <a:gd name="connsiteX4" fmla="*/ 2479 w 3318256"/>
                  <a:gd name="connsiteY4" fmla="*/ 2816 h 9909"/>
                  <a:gd name="connsiteX5" fmla="*/ 3318256 w 3318256"/>
                  <a:gd name="connsiteY5" fmla="*/ 9909 h 9909"/>
                  <a:gd name="connsiteX6" fmla="*/ 3318256 w 3318256"/>
                  <a:gd name="connsiteY6" fmla="*/ 7072 h 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8256" h="9909">
                    <a:moveTo>
                      <a:pt x="3318256" y="7094"/>
                    </a:moveTo>
                    <a:lnTo>
                      <a:pt x="2479" y="0"/>
                    </a:lnTo>
                    <a:lnTo>
                      <a:pt x="2479" y="0"/>
                    </a:lnTo>
                    <a:cubicBezTo>
                      <a:pt x="1097" y="0"/>
                      <a:pt x="0" y="633"/>
                      <a:pt x="0" y="1375"/>
                    </a:cubicBezTo>
                    <a:cubicBezTo>
                      <a:pt x="0" y="2183"/>
                      <a:pt x="1097" y="2816"/>
                      <a:pt x="2479" y="2816"/>
                    </a:cubicBezTo>
                    <a:lnTo>
                      <a:pt x="3318256" y="9909"/>
                    </a:lnTo>
                    <a:lnTo>
                      <a:pt x="3318256" y="707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 name="Freeform: Shape 49">
                <a:extLst>
                  <a:ext uri="{FF2B5EF4-FFF2-40B4-BE49-F238E27FC236}">
                    <a16:creationId xmlns:a16="http://schemas.microsoft.com/office/drawing/2014/main" id="{E6C26BA1-BD7E-4378-8667-B099DC653366}"/>
                  </a:ext>
                </a:extLst>
              </p:cNvPr>
              <p:cNvSpPr/>
              <p:nvPr/>
            </p:nvSpPr>
            <p:spPr>
              <a:xfrm>
                <a:off x="8851432" y="6389249"/>
                <a:ext cx="3340567" cy="9843"/>
              </a:xfrm>
              <a:custGeom>
                <a:avLst/>
                <a:gdLst>
                  <a:gd name="connsiteX0" fmla="*/ 3340567 w 3340567"/>
                  <a:gd name="connsiteY0" fmla="*/ 7028 h 9843"/>
                  <a:gd name="connsiteX1" fmla="*/ 2560 w 3340567"/>
                  <a:gd name="connsiteY1" fmla="*/ 0 h 9843"/>
                  <a:gd name="connsiteX2" fmla="*/ 2560 w 3340567"/>
                  <a:gd name="connsiteY2" fmla="*/ 0 h 9843"/>
                  <a:gd name="connsiteX3" fmla="*/ 0 w 3340567"/>
                  <a:gd name="connsiteY3" fmla="*/ 1375 h 9843"/>
                  <a:gd name="connsiteX4" fmla="*/ 2560 w 3340567"/>
                  <a:gd name="connsiteY4" fmla="*/ 2816 h 9843"/>
                  <a:gd name="connsiteX5" fmla="*/ 3340567 w 3340567"/>
                  <a:gd name="connsiteY5" fmla="*/ 9844 h 9843"/>
                  <a:gd name="connsiteX6" fmla="*/ 3340567 w 3340567"/>
                  <a:gd name="connsiteY6" fmla="*/ 7028 h 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0567" h="9843">
                    <a:moveTo>
                      <a:pt x="3340567" y="7028"/>
                    </a:moveTo>
                    <a:lnTo>
                      <a:pt x="2560" y="0"/>
                    </a:lnTo>
                    <a:lnTo>
                      <a:pt x="2560" y="0"/>
                    </a:lnTo>
                    <a:cubicBezTo>
                      <a:pt x="1179" y="0"/>
                      <a:pt x="0" y="589"/>
                      <a:pt x="0" y="1375"/>
                    </a:cubicBezTo>
                    <a:cubicBezTo>
                      <a:pt x="0" y="2161"/>
                      <a:pt x="1179" y="2750"/>
                      <a:pt x="2560" y="2816"/>
                    </a:cubicBezTo>
                    <a:lnTo>
                      <a:pt x="3340567" y="9844"/>
                    </a:lnTo>
                    <a:lnTo>
                      <a:pt x="3340567" y="70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 name="Freeform: Shape 50">
                <a:extLst>
                  <a:ext uri="{FF2B5EF4-FFF2-40B4-BE49-F238E27FC236}">
                    <a16:creationId xmlns:a16="http://schemas.microsoft.com/office/drawing/2014/main" id="{F4E9C218-B843-4019-8DF5-A1B6DCDF5D9D}"/>
                  </a:ext>
                </a:extLst>
              </p:cNvPr>
              <p:cNvSpPr/>
              <p:nvPr/>
            </p:nvSpPr>
            <p:spPr>
              <a:xfrm>
                <a:off x="1030660" y="6087257"/>
                <a:ext cx="2296090" cy="173259"/>
              </a:xfrm>
              <a:custGeom>
                <a:avLst/>
                <a:gdLst>
                  <a:gd name="connsiteX0" fmla="*/ 2530 w 2296090"/>
                  <a:gd name="connsiteY0" fmla="*/ 173194 h 173259"/>
                  <a:gd name="connsiteX1" fmla="*/ 10 w 2296090"/>
                  <a:gd name="connsiteY1" fmla="*/ 171906 h 173259"/>
                  <a:gd name="connsiteX2" fmla="*/ 2245 w 2296090"/>
                  <a:gd name="connsiteY2" fmla="*/ 170356 h 173259"/>
                  <a:gd name="connsiteX3" fmla="*/ 129245 w 2296090"/>
                  <a:gd name="connsiteY3" fmla="*/ 162302 h 173259"/>
                  <a:gd name="connsiteX4" fmla="*/ 263276 w 2296090"/>
                  <a:gd name="connsiteY4" fmla="*/ 150254 h 173259"/>
                  <a:gd name="connsiteX5" fmla="*/ 397470 w 2296090"/>
                  <a:gd name="connsiteY5" fmla="*/ 136612 h 173259"/>
                  <a:gd name="connsiteX6" fmla="*/ 531866 w 2296090"/>
                  <a:gd name="connsiteY6" fmla="*/ 128777 h 173259"/>
                  <a:gd name="connsiteX7" fmla="*/ 934690 w 2296090"/>
                  <a:gd name="connsiteY7" fmla="*/ 106186 h 173259"/>
                  <a:gd name="connsiteX8" fmla="*/ 1069045 w 2296090"/>
                  <a:gd name="connsiteY8" fmla="*/ 99005 h 173259"/>
                  <a:gd name="connsiteX9" fmla="*/ 1203523 w 2296090"/>
                  <a:gd name="connsiteY9" fmla="*/ 94793 h 173259"/>
                  <a:gd name="connsiteX10" fmla="*/ 1337432 w 2296090"/>
                  <a:gd name="connsiteY10" fmla="*/ 94640 h 173259"/>
                  <a:gd name="connsiteX11" fmla="*/ 1370757 w 2296090"/>
                  <a:gd name="connsiteY11" fmla="*/ 85538 h 173259"/>
                  <a:gd name="connsiteX12" fmla="*/ 1404204 w 2296090"/>
                  <a:gd name="connsiteY12" fmla="*/ 78183 h 173259"/>
                  <a:gd name="connsiteX13" fmla="*/ 1436716 w 2296090"/>
                  <a:gd name="connsiteY13" fmla="*/ 69168 h 173259"/>
                  <a:gd name="connsiteX14" fmla="*/ 1468618 w 2296090"/>
                  <a:gd name="connsiteY14" fmla="*/ 56749 h 173259"/>
                  <a:gd name="connsiteX15" fmla="*/ 1470000 w 2296090"/>
                  <a:gd name="connsiteY15" fmla="*/ 56487 h 173259"/>
                  <a:gd name="connsiteX16" fmla="*/ 1599966 w 2296090"/>
                  <a:gd name="connsiteY16" fmla="*/ 54937 h 173259"/>
                  <a:gd name="connsiteX17" fmla="*/ 1729933 w 2296090"/>
                  <a:gd name="connsiteY17" fmla="*/ 51729 h 173259"/>
                  <a:gd name="connsiteX18" fmla="*/ 1859209 w 2296090"/>
                  <a:gd name="connsiteY18" fmla="*/ 46774 h 173259"/>
                  <a:gd name="connsiteX19" fmla="*/ 1887007 w 2296090"/>
                  <a:gd name="connsiteY19" fmla="*/ 34049 h 173259"/>
                  <a:gd name="connsiteX20" fmla="*/ 1915008 w 2296090"/>
                  <a:gd name="connsiteY20" fmla="*/ 20408 h 173259"/>
                  <a:gd name="connsiteX21" fmla="*/ 1942399 w 2296090"/>
                  <a:gd name="connsiteY21" fmla="*/ 3034 h 173259"/>
                  <a:gd name="connsiteX22" fmla="*/ 1944350 w 2296090"/>
                  <a:gd name="connsiteY22" fmla="*/ 2554 h 173259"/>
                  <a:gd name="connsiteX23" fmla="*/ 2071228 w 2296090"/>
                  <a:gd name="connsiteY23" fmla="*/ 4103 h 173259"/>
                  <a:gd name="connsiteX24" fmla="*/ 2198147 w 2296090"/>
                  <a:gd name="connsiteY24" fmla="*/ 2248 h 173259"/>
                  <a:gd name="connsiteX25" fmla="*/ 2293448 w 2296090"/>
                  <a:gd name="connsiteY25" fmla="*/ 0 h 173259"/>
                  <a:gd name="connsiteX26" fmla="*/ 2296089 w 2296090"/>
                  <a:gd name="connsiteY26" fmla="*/ 1397 h 173259"/>
                  <a:gd name="connsiteX27" fmla="*/ 2293651 w 2296090"/>
                  <a:gd name="connsiteY27" fmla="*/ 2837 h 173259"/>
                  <a:gd name="connsiteX28" fmla="*/ 2198309 w 2296090"/>
                  <a:gd name="connsiteY28" fmla="*/ 5086 h 173259"/>
                  <a:gd name="connsiteX29" fmla="*/ 2071269 w 2296090"/>
                  <a:gd name="connsiteY29" fmla="*/ 6941 h 173259"/>
                  <a:gd name="connsiteX30" fmla="*/ 1945447 w 2296090"/>
                  <a:gd name="connsiteY30" fmla="*/ 5391 h 173259"/>
                  <a:gd name="connsiteX31" fmla="*/ 1918584 w 2296090"/>
                  <a:gd name="connsiteY31" fmla="*/ 22394 h 173259"/>
                  <a:gd name="connsiteX32" fmla="*/ 1890380 w 2296090"/>
                  <a:gd name="connsiteY32" fmla="*/ 36254 h 173259"/>
                  <a:gd name="connsiteX33" fmla="*/ 1861851 w 2296090"/>
                  <a:gd name="connsiteY33" fmla="*/ 49263 h 173259"/>
                  <a:gd name="connsiteX34" fmla="*/ 1860428 w 2296090"/>
                  <a:gd name="connsiteY34" fmla="*/ 49590 h 173259"/>
                  <a:gd name="connsiteX35" fmla="*/ 1730299 w 2296090"/>
                  <a:gd name="connsiteY35" fmla="*/ 54588 h 173259"/>
                  <a:gd name="connsiteX36" fmla="*/ 1600170 w 2296090"/>
                  <a:gd name="connsiteY36" fmla="*/ 57797 h 173259"/>
                  <a:gd name="connsiteX37" fmla="*/ 1470934 w 2296090"/>
                  <a:gd name="connsiteY37" fmla="*/ 59346 h 173259"/>
                  <a:gd name="connsiteX38" fmla="*/ 1439317 w 2296090"/>
                  <a:gd name="connsiteY38" fmla="*/ 71657 h 173259"/>
                  <a:gd name="connsiteX39" fmla="*/ 1406276 w 2296090"/>
                  <a:gd name="connsiteY39" fmla="*/ 80780 h 173259"/>
                  <a:gd name="connsiteX40" fmla="*/ 1372829 w 2296090"/>
                  <a:gd name="connsiteY40" fmla="*/ 88136 h 173259"/>
                  <a:gd name="connsiteX41" fmla="*/ 1339180 w 2296090"/>
                  <a:gd name="connsiteY41" fmla="*/ 97412 h 173259"/>
                  <a:gd name="connsiteX42" fmla="*/ 1338042 w 2296090"/>
                  <a:gd name="connsiteY42" fmla="*/ 97521 h 173259"/>
                  <a:gd name="connsiteX43" fmla="*/ 1203686 w 2296090"/>
                  <a:gd name="connsiteY43" fmla="*/ 97630 h 173259"/>
                  <a:gd name="connsiteX44" fmla="*/ 1069452 w 2296090"/>
                  <a:gd name="connsiteY44" fmla="*/ 101843 h 173259"/>
                  <a:gd name="connsiteX45" fmla="*/ 935218 w 2296090"/>
                  <a:gd name="connsiteY45" fmla="*/ 109089 h 173259"/>
                  <a:gd name="connsiteX46" fmla="*/ 532394 w 2296090"/>
                  <a:gd name="connsiteY46" fmla="*/ 131680 h 173259"/>
                  <a:gd name="connsiteX47" fmla="*/ 398242 w 2296090"/>
                  <a:gd name="connsiteY47" fmla="*/ 139450 h 173259"/>
                  <a:gd name="connsiteX48" fmla="*/ 264170 w 2296090"/>
                  <a:gd name="connsiteY48" fmla="*/ 153091 h 173259"/>
                  <a:gd name="connsiteX49" fmla="*/ 129936 w 2296090"/>
                  <a:gd name="connsiteY49" fmla="*/ 165140 h 173259"/>
                  <a:gd name="connsiteX50" fmla="*/ 2855 w 2296090"/>
                  <a:gd name="connsiteY50" fmla="*/ 173194 h 173259"/>
                  <a:gd name="connsiteX51" fmla="*/ 2571 w 2296090"/>
                  <a:gd name="connsiteY51" fmla="*/ 173259 h 173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296090" h="173259">
                    <a:moveTo>
                      <a:pt x="2530" y="173194"/>
                    </a:moveTo>
                    <a:cubicBezTo>
                      <a:pt x="1270" y="173194"/>
                      <a:pt x="173" y="172648"/>
                      <a:pt x="10" y="171906"/>
                    </a:cubicBezTo>
                    <a:cubicBezTo>
                      <a:pt x="-112" y="171164"/>
                      <a:pt x="864" y="170465"/>
                      <a:pt x="2245" y="170356"/>
                    </a:cubicBezTo>
                    <a:lnTo>
                      <a:pt x="129245" y="162302"/>
                    </a:lnTo>
                    <a:lnTo>
                      <a:pt x="263276" y="150254"/>
                    </a:lnTo>
                    <a:lnTo>
                      <a:pt x="397470" y="136612"/>
                    </a:lnTo>
                    <a:lnTo>
                      <a:pt x="531866" y="128777"/>
                    </a:lnTo>
                    <a:lnTo>
                      <a:pt x="934690" y="106186"/>
                    </a:lnTo>
                    <a:lnTo>
                      <a:pt x="1069045" y="99005"/>
                    </a:lnTo>
                    <a:lnTo>
                      <a:pt x="1203523" y="94793"/>
                    </a:lnTo>
                    <a:lnTo>
                      <a:pt x="1337432" y="94640"/>
                    </a:lnTo>
                    <a:lnTo>
                      <a:pt x="1370757" y="85538"/>
                    </a:lnTo>
                    <a:lnTo>
                      <a:pt x="1404204" y="78183"/>
                    </a:lnTo>
                    <a:lnTo>
                      <a:pt x="1436716" y="69168"/>
                    </a:lnTo>
                    <a:lnTo>
                      <a:pt x="1468618" y="56749"/>
                    </a:lnTo>
                    <a:cubicBezTo>
                      <a:pt x="1469024" y="56574"/>
                      <a:pt x="1469512" y="56487"/>
                      <a:pt x="1470000" y="56487"/>
                    </a:cubicBezTo>
                    <a:lnTo>
                      <a:pt x="1599966" y="54937"/>
                    </a:lnTo>
                    <a:lnTo>
                      <a:pt x="1729933" y="51729"/>
                    </a:lnTo>
                    <a:lnTo>
                      <a:pt x="1859209" y="46774"/>
                    </a:lnTo>
                    <a:lnTo>
                      <a:pt x="1887007" y="34049"/>
                    </a:lnTo>
                    <a:lnTo>
                      <a:pt x="1915008" y="20408"/>
                    </a:lnTo>
                    <a:lnTo>
                      <a:pt x="1942399" y="3034"/>
                    </a:lnTo>
                    <a:cubicBezTo>
                      <a:pt x="1942887" y="2706"/>
                      <a:pt x="1943618" y="2554"/>
                      <a:pt x="1944350" y="2554"/>
                    </a:cubicBezTo>
                    <a:lnTo>
                      <a:pt x="2071228" y="4103"/>
                    </a:lnTo>
                    <a:lnTo>
                      <a:pt x="2198147" y="2248"/>
                    </a:lnTo>
                    <a:lnTo>
                      <a:pt x="2293448" y="0"/>
                    </a:lnTo>
                    <a:cubicBezTo>
                      <a:pt x="2294992" y="0"/>
                      <a:pt x="2296049" y="589"/>
                      <a:pt x="2296089" y="1397"/>
                    </a:cubicBezTo>
                    <a:cubicBezTo>
                      <a:pt x="2296130" y="2139"/>
                      <a:pt x="2295033" y="2837"/>
                      <a:pt x="2293651" y="2837"/>
                    </a:cubicBezTo>
                    <a:lnTo>
                      <a:pt x="2198309" y="5086"/>
                    </a:lnTo>
                    <a:lnTo>
                      <a:pt x="2071269" y="6941"/>
                    </a:lnTo>
                    <a:lnTo>
                      <a:pt x="1945447" y="5391"/>
                    </a:lnTo>
                    <a:lnTo>
                      <a:pt x="1918584" y="22394"/>
                    </a:lnTo>
                    <a:lnTo>
                      <a:pt x="1890380" y="36254"/>
                    </a:lnTo>
                    <a:lnTo>
                      <a:pt x="1861851" y="49263"/>
                    </a:lnTo>
                    <a:cubicBezTo>
                      <a:pt x="1861444" y="49481"/>
                      <a:pt x="1860957" y="49590"/>
                      <a:pt x="1860428" y="49590"/>
                    </a:cubicBezTo>
                    <a:lnTo>
                      <a:pt x="1730299" y="54588"/>
                    </a:lnTo>
                    <a:lnTo>
                      <a:pt x="1600170" y="57797"/>
                    </a:lnTo>
                    <a:lnTo>
                      <a:pt x="1470934" y="59346"/>
                    </a:lnTo>
                    <a:lnTo>
                      <a:pt x="1439317" y="71657"/>
                    </a:lnTo>
                    <a:lnTo>
                      <a:pt x="1406276" y="80780"/>
                    </a:lnTo>
                    <a:lnTo>
                      <a:pt x="1372829" y="88136"/>
                    </a:lnTo>
                    <a:lnTo>
                      <a:pt x="1339180" y="97412"/>
                    </a:lnTo>
                    <a:cubicBezTo>
                      <a:pt x="1338814" y="97455"/>
                      <a:pt x="1338448" y="97521"/>
                      <a:pt x="1338042" y="97521"/>
                    </a:cubicBezTo>
                    <a:lnTo>
                      <a:pt x="1203686" y="97630"/>
                    </a:lnTo>
                    <a:lnTo>
                      <a:pt x="1069452" y="101843"/>
                    </a:lnTo>
                    <a:lnTo>
                      <a:pt x="935218" y="109089"/>
                    </a:lnTo>
                    <a:lnTo>
                      <a:pt x="532394" y="131680"/>
                    </a:lnTo>
                    <a:lnTo>
                      <a:pt x="398242" y="139450"/>
                    </a:lnTo>
                    <a:lnTo>
                      <a:pt x="264170" y="153091"/>
                    </a:lnTo>
                    <a:lnTo>
                      <a:pt x="129936" y="165140"/>
                    </a:lnTo>
                    <a:lnTo>
                      <a:pt x="2855" y="173194"/>
                    </a:lnTo>
                    <a:cubicBezTo>
                      <a:pt x="2855" y="173194"/>
                      <a:pt x="2652" y="173259"/>
                      <a:pt x="2571" y="17325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 name="Freeform: Shape 51">
                <a:extLst>
                  <a:ext uri="{FF2B5EF4-FFF2-40B4-BE49-F238E27FC236}">
                    <a16:creationId xmlns:a16="http://schemas.microsoft.com/office/drawing/2014/main" id="{E8A0A3FE-86C8-4C5B-A5BE-A21F3C0CA77A}"/>
                  </a:ext>
                </a:extLst>
              </p:cNvPr>
              <p:cNvSpPr/>
              <p:nvPr/>
            </p:nvSpPr>
            <p:spPr>
              <a:xfrm>
                <a:off x="0" y="6258037"/>
                <a:ext cx="1028655" cy="36527"/>
              </a:xfrm>
              <a:custGeom>
                <a:avLst/>
                <a:gdLst>
                  <a:gd name="connsiteX0" fmla="*/ 1025957 w 1028655"/>
                  <a:gd name="connsiteY0" fmla="*/ 12 h 36527"/>
                  <a:gd name="connsiteX1" fmla="*/ 891967 w 1028655"/>
                  <a:gd name="connsiteY1" fmla="*/ 6778 h 36527"/>
                  <a:gd name="connsiteX2" fmla="*/ 758058 w 1028655"/>
                  <a:gd name="connsiteY2" fmla="*/ 14614 h 36527"/>
                  <a:gd name="connsiteX3" fmla="*/ 624230 w 1028655"/>
                  <a:gd name="connsiteY3" fmla="*/ 22777 h 36527"/>
                  <a:gd name="connsiteX4" fmla="*/ 490565 w 1028655"/>
                  <a:gd name="connsiteY4" fmla="*/ 29871 h 36527"/>
                  <a:gd name="connsiteX5" fmla="*/ 357063 w 1028655"/>
                  <a:gd name="connsiteY5" fmla="*/ 33712 h 36527"/>
                  <a:gd name="connsiteX6" fmla="*/ 223723 w 1028655"/>
                  <a:gd name="connsiteY6" fmla="*/ 33232 h 36527"/>
                  <a:gd name="connsiteX7" fmla="*/ 90424 w 1028655"/>
                  <a:gd name="connsiteY7" fmla="*/ 30307 h 36527"/>
                  <a:gd name="connsiteX8" fmla="*/ 0 w 1028655"/>
                  <a:gd name="connsiteY8" fmla="*/ 28758 h 36527"/>
                  <a:gd name="connsiteX9" fmla="*/ 0 w 1028655"/>
                  <a:gd name="connsiteY9" fmla="*/ 31573 h 36527"/>
                  <a:gd name="connsiteX10" fmla="*/ 90221 w 1028655"/>
                  <a:gd name="connsiteY10" fmla="*/ 33123 h 36527"/>
                  <a:gd name="connsiteX11" fmla="*/ 223601 w 1028655"/>
                  <a:gd name="connsiteY11" fmla="*/ 36048 h 36527"/>
                  <a:gd name="connsiteX12" fmla="*/ 357185 w 1028655"/>
                  <a:gd name="connsiteY12" fmla="*/ 36528 h 36527"/>
                  <a:gd name="connsiteX13" fmla="*/ 490891 w 1028655"/>
                  <a:gd name="connsiteY13" fmla="*/ 32686 h 36527"/>
                  <a:gd name="connsiteX14" fmla="*/ 624718 w 1028655"/>
                  <a:gd name="connsiteY14" fmla="*/ 25549 h 36527"/>
                  <a:gd name="connsiteX15" fmla="*/ 758586 w 1028655"/>
                  <a:gd name="connsiteY15" fmla="*/ 17386 h 36527"/>
                  <a:gd name="connsiteX16" fmla="*/ 892414 w 1028655"/>
                  <a:gd name="connsiteY16" fmla="*/ 9616 h 36527"/>
                  <a:gd name="connsiteX17" fmla="*/ 1026363 w 1028655"/>
                  <a:gd name="connsiteY17" fmla="*/ 2849 h 36527"/>
                  <a:gd name="connsiteX18" fmla="*/ 1028639 w 1028655"/>
                  <a:gd name="connsiteY18" fmla="*/ 1300 h 36527"/>
                  <a:gd name="connsiteX19" fmla="*/ 1025916 w 1028655"/>
                  <a:gd name="connsiteY19" fmla="*/ 12 h 3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8655" h="36527">
                    <a:moveTo>
                      <a:pt x="1025957" y="12"/>
                    </a:moveTo>
                    <a:lnTo>
                      <a:pt x="891967" y="6778"/>
                    </a:lnTo>
                    <a:lnTo>
                      <a:pt x="758058" y="14614"/>
                    </a:lnTo>
                    <a:lnTo>
                      <a:pt x="624230" y="22777"/>
                    </a:lnTo>
                    <a:lnTo>
                      <a:pt x="490565" y="29871"/>
                    </a:lnTo>
                    <a:lnTo>
                      <a:pt x="357063" y="33712"/>
                    </a:lnTo>
                    <a:lnTo>
                      <a:pt x="223723" y="33232"/>
                    </a:lnTo>
                    <a:lnTo>
                      <a:pt x="90424" y="30307"/>
                    </a:lnTo>
                    <a:lnTo>
                      <a:pt x="0" y="28758"/>
                    </a:lnTo>
                    <a:lnTo>
                      <a:pt x="0" y="31573"/>
                    </a:lnTo>
                    <a:lnTo>
                      <a:pt x="90221" y="33123"/>
                    </a:lnTo>
                    <a:lnTo>
                      <a:pt x="223601" y="36048"/>
                    </a:lnTo>
                    <a:lnTo>
                      <a:pt x="357185" y="36528"/>
                    </a:lnTo>
                    <a:lnTo>
                      <a:pt x="490891" y="32686"/>
                    </a:lnTo>
                    <a:lnTo>
                      <a:pt x="624718" y="25549"/>
                    </a:lnTo>
                    <a:lnTo>
                      <a:pt x="758586" y="17386"/>
                    </a:lnTo>
                    <a:lnTo>
                      <a:pt x="892414" y="9616"/>
                    </a:lnTo>
                    <a:lnTo>
                      <a:pt x="1026363" y="2849"/>
                    </a:lnTo>
                    <a:cubicBezTo>
                      <a:pt x="1027745" y="2740"/>
                      <a:pt x="1028802" y="2107"/>
                      <a:pt x="1028639" y="1300"/>
                    </a:cubicBezTo>
                    <a:cubicBezTo>
                      <a:pt x="1028558" y="558"/>
                      <a:pt x="1027298" y="-97"/>
                      <a:pt x="1025916" y="1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 name="Freeform: Shape 52">
                <a:extLst>
                  <a:ext uri="{FF2B5EF4-FFF2-40B4-BE49-F238E27FC236}">
                    <a16:creationId xmlns:a16="http://schemas.microsoft.com/office/drawing/2014/main" id="{F43C3D64-43FD-4239-AD69-95FD66DB1D41}"/>
                  </a:ext>
                </a:extLst>
              </p:cNvPr>
              <p:cNvSpPr/>
              <p:nvPr/>
            </p:nvSpPr>
            <p:spPr>
              <a:xfrm>
                <a:off x="8829567" y="6379121"/>
                <a:ext cx="3362432" cy="9931"/>
              </a:xfrm>
              <a:custGeom>
                <a:avLst/>
                <a:gdLst>
                  <a:gd name="connsiteX0" fmla="*/ 3362432 w 3362432"/>
                  <a:gd name="connsiteY0" fmla="*/ 7094 h 9931"/>
                  <a:gd name="connsiteX1" fmla="*/ 2602 w 3362432"/>
                  <a:gd name="connsiteY1" fmla="*/ 0 h 9931"/>
                  <a:gd name="connsiteX2" fmla="*/ 2479 w 3362432"/>
                  <a:gd name="connsiteY2" fmla="*/ 0 h 9931"/>
                  <a:gd name="connsiteX3" fmla="*/ 0 w 3362432"/>
                  <a:gd name="connsiteY3" fmla="*/ 1441 h 9931"/>
                  <a:gd name="connsiteX4" fmla="*/ 2479 w 3362432"/>
                  <a:gd name="connsiteY4" fmla="*/ 2837 h 9931"/>
                  <a:gd name="connsiteX5" fmla="*/ 3362432 w 3362432"/>
                  <a:gd name="connsiteY5" fmla="*/ 9931 h 9931"/>
                  <a:gd name="connsiteX6" fmla="*/ 3362432 w 3362432"/>
                  <a:gd name="connsiteY6" fmla="*/ 7115 h 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2432" h="9931">
                    <a:moveTo>
                      <a:pt x="3362432" y="7094"/>
                    </a:moveTo>
                    <a:lnTo>
                      <a:pt x="2602" y="0"/>
                    </a:lnTo>
                    <a:lnTo>
                      <a:pt x="2479" y="0"/>
                    </a:lnTo>
                    <a:cubicBezTo>
                      <a:pt x="1097" y="0"/>
                      <a:pt x="0" y="633"/>
                      <a:pt x="0" y="1441"/>
                    </a:cubicBezTo>
                    <a:cubicBezTo>
                      <a:pt x="0" y="2183"/>
                      <a:pt x="1097" y="2837"/>
                      <a:pt x="2479" y="2837"/>
                    </a:cubicBezTo>
                    <a:lnTo>
                      <a:pt x="3362432" y="9931"/>
                    </a:lnTo>
                    <a:lnTo>
                      <a:pt x="3362432" y="711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 name="Freeform: Shape 53">
                <a:extLst>
                  <a:ext uri="{FF2B5EF4-FFF2-40B4-BE49-F238E27FC236}">
                    <a16:creationId xmlns:a16="http://schemas.microsoft.com/office/drawing/2014/main" id="{06A76B5D-75B9-4D1E-90EB-2DB99F66CA7A}"/>
                  </a:ext>
                </a:extLst>
              </p:cNvPr>
              <p:cNvSpPr/>
              <p:nvPr/>
            </p:nvSpPr>
            <p:spPr>
              <a:xfrm>
                <a:off x="5478709" y="6088670"/>
                <a:ext cx="4353935" cy="814222"/>
              </a:xfrm>
              <a:custGeom>
                <a:avLst/>
                <a:gdLst>
                  <a:gd name="connsiteX0" fmla="*/ 2286 w 4353935"/>
                  <a:gd name="connsiteY0" fmla="*/ 2864 h 814222"/>
                  <a:gd name="connsiteX1" fmla="*/ 135626 w 4353935"/>
                  <a:gd name="connsiteY1" fmla="*/ 9412 h 814222"/>
                  <a:gd name="connsiteX2" fmla="*/ 271363 w 4353935"/>
                  <a:gd name="connsiteY2" fmla="*/ 20020 h 814222"/>
                  <a:gd name="connsiteX3" fmla="*/ 407954 w 4353935"/>
                  <a:gd name="connsiteY3" fmla="*/ 31850 h 814222"/>
                  <a:gd name="connsiteX4" fmla="*/ 543814 w 4353935"/>
                  <a:gd name="connsiteY4" fmla="*/ 41388 h 814222"/>
                  <a:gd name="connsiteX5" fmla="*/ 678292 w 4353935"/>
                  <a:gd name="connsiteY5" fmla="*/ 52432 h 814222"/>
                  <a:gd name="connsiteX6" fmla="*/ 811022 w 4353935"/>
                  <a:gd name="connsiteY6" fmla="*/ 64088 h 814222"/>
                  <a:gd name="connsiteX7" fmla="*/ 942899 w 4353935"/>
                  <a:gd name="connsiteY7" fmla="*/ 80087 h 814222"/>
                  <a:gd name="connsiteX8" fmla="*/ 1072093 w 4353935"/>
                  <a:gd name="connsiteY8" fmla="*/ 91698 h 814222"/>
                  <a:gd name="connsiteX9" fmla="*/ 1200475 w 4353935"/>
                  <a:gd name="connsiteY9" fmla="*/ 100494 h 814222"/>
                  <a:gd name="connsiteX10" fmla="*/ 1327881 w 4353935"/>
                  <a:gd name="connsiteY10" fmla="*/ 117344 h 814222"/>
                  <a:gd name="connsiteX11" fmla="*/ 1457970 w 4353935"/>
                  <a:gd name="connsiteY11" fmla="*/ 137381 h 814222"/>
                  <a:gd name="connsiteX12" fmla="*/ 1586880 w 4353935"/>
                  <a:gd name="connsiteY12" fmla="*/ 158749 h 814222"/>
                  <a:gd name="connsiteX13" fmla="*/ 1714855 w 4353935"/>
                  <a:gd name="connsiteY13" fmla="*/ 182475 h 814222"/>
                  <a:gd name="connsiteX14" fmla="*/ 1721683 w 4353935"/>
                  <a:gd name="connsiteY14" fmla="*/ 191096 h 814222"/>
                  <a:gd name="connsiteX15" fmla="*/ 1729323 w 4353935"/>
                  <a:gd name="connsiteY15" fmla="*/ 217004 h 814222"/>
                  <a:gd name="connsiteX16" fmla="*/ 1737167 w 4353935"/>
                  <a:gd name="connsiteY16" fmla="*/ 236408 h 814222"/>
                  <a:gd name="connsiteX17" fmla="*/ 1745214 w 4353935"/>
                  <a:gd name="connsiteY17" fmla="*/ 249461 h 814222"/>
                  <a:gd name="connsiteX18" fmla="*/ 1745904 w 4353935"/>
                  <a:gd name="connsiteY18" fmla="*/ 250093 h 814222"/>
                  <a:gd name="connsiteX19" fmla="*/ 1754845 w 4353935"/>
                  <a:gd name="connsiteY19" fmla="*/ 254415 h 814222"/>
                  <a:gd name="connsiteX20" fmla="*/ 1755617 w 4353935"/>
                  <a:gd name="connsiteY20" fmla="*/ 254677 h 814222"/>
                  <a:gd name="connsiteX21" fmla="*/ 1764721 w 4353935"/>
                  <a:gd name="connsiteY21" fmla="*/ 256489 h 814222"/>
                  <a:gd name="connsiteX22" fmla="*/ 1780977 w 4353935"/>
                  <a:gd name="connsiteY22" fmla="*/ 258300 h 814222"/>
                  <a:gd name="connsiteX23" fmla="*/ 1803979 w 4353935"/>
                  <a:gd name="connsiteY23" fmla="*/ 261552 h 814222"/>
                  <a:gd name="connsiteX24" fmla="*/ 1812391 w 4353935"/>
                  <a:gd name="connsiteY24" fmla="*/ 263779 h 814222"/>
                  <a:gd name="connsiteX25" fmla="*/ 1813286 w 4353935"/>
                  <a:gd name="connsiteY25" fmla="*/ 263932 h 814222"/>
                  <a:gd name="connsiteX26" fmla="*/ 1818040 w 4353935"/>
                  <a:gd name="connsiteY26" fmla="*/ 264106 h 814222"/>
                  <a:gd name="connsiteX27" fmla="*/ 1885422 w 4353935"/>
                  <a:gd name="connsiteY27" fmla="*/ 273099 h 814222"/>
                  <a:gd name="connsiteX28" fmla="*/ 1889892 w 4353935"/>
                  <a:gd name="connsiteY28" fmla="*/ 273732 h 814222"/>
                  <a:gd name="connsiteX29" fmla="*/ 2023516 w 4353935"/>
                  <a:gd name="connsiteY29" fmla="*/ 285824 h 814222"/>
                  <a:gd name="connsiteX30" fmla="*/ 2031075 w 4353935"/>
                  <a:gd name="connsiteY30" fmla="*/ 289971 h 814222"/>
                  <a:gd name="connsiteX31" fmla="*/ 2031766 w 4353935"/>
                  <a:gd name="connsiteY31" fmla="*/ 290232 h 814222"/>
                  <a:gd name="connsiteX32" fmla="*/ 2042658 w 4353935"/>
                  <a:gd name="connsiteY32" fmla="*/ 293266 h 814222"/>
                  <a:gd name="connsiteX33" fmla="*/ 2043552 w 4353935"/>
                  <a:gd name="connsiteY33" fmla="*/ 293441 h 814222"/>
                  <a:gd name="connsiteX34" fmla="*/ 2146046 w 4353935"/>
                  <a:gd name="connsiteY34" fmla="*/ 300098 h 814222"/>
                  <a:gd name="connsiteX35" fmla="*/ 2170227 w 4353935"/>
                  <a:gd name="connsiteY35" fmla="*/ 302019 h 814222"/>
                  <a:gd name="connsiteX36" fmla="*/ 2184126 w 4353935"/>
                  <a:gd name="connsiteY36" fmla="*/ 305096 h 814222"/>
                  <a:gd name="connsiteX37" fmla="*/ 2193757 w 4353935"/>
                  <a:gd name="connsiteY37" fmla="*/ 308130 h 814222"/>
                  <a:gd name="connsiteX38" fmla="*/ 2206071 w 4353935"/>
                  <a:gd name="connsiteY38" fmla="*/ 316926 h 814222"/>
                  <a:gd name="connsiteX39" fmla="*/ 2219157 w 4353935"/>
                  <a:gd name="connsiteY39" fmla="*/ 335304 h 814222"/>
                  <a:gd name="connsiteX40" fmla="*/ 2232528 w 4353935"/>
                  <a:gd name="connsiteY40" fmla="*/ 353158 h 814222"/>
                  <a:gd name="connsiteX41" fmla="*/ 2245939 w 4353935"/>
                  <a:gd name="connsiteY41" fmla="*/ 367433 h 814222"/>
                  <a:gd name="connsiteX42" fmla="*/ 2259228 w 4353935"/>
                  <a:gd name="connsiteY42" fmla="*/ 378521 h 814222"/>
                  <a:gd name="connsiteX43" fmla="*/ 2272518 w 4353935"/>
                  <a:gd name="connsiteY43" fmla="*/ 390569 h 814222"/>
                  <a:gd name="connsiteX44" fmla="*/ 2285888 w 4353935"/>
                  <a:gd name="connsiteY44" fmla="*/ 403578 h 814222"/>
                  <a:gd name="connsiteX45" fmla="*/ 2341077 w 4353935"/>
                  <a:gd name="connsiteY45" fmla="*/ 461353 h 814222"/>
                  <a:gd name="connsiteX46" fmla="*/ 2403378 w 4353935"/>
                  <a:gd name="connsiteY46" fmla="*/ 516072 h 814222"/>
                  <a:gd name="connsiteX47" fmla="*/ 2419756 w 4353935"/>
                  <a:gd name="connsiteY47" fmla="*/ 526352 h 814222"/>
                  <a:gd name="connsiteX48" fmla="*/ 2436622 w 4353935"/>
                  <a:gd name="connsiteY48" fmla="*/ 535672 h 814222"/>
                  <a:gd name="connsiteX49" fmla="*/ 2453691 w 4353935"/>
                  <a:gd name="connsiteY49" fmla="*/ 543289 h 814222"/>
                  <a:gd name="connsiteX50" fmla="*/ 2470841 w 4353935"/>
                  <a:gd name="connsiteY50" fmla="*/ 549947 h 814222"/>
                  <a:gd name="connsiteX51" fmla="*/ 2488479 w 4353935"/>
                  <a:gd name="connsiteY51" fmla="*/ 557826 h 814222"/>
                  <a:gd name="connsiteX52" fmla="*/ 2490063 w 4353935"/>
                  <a:gd name="connsiteY52" fmla="*/ 558153 h 814222"/>
                  <a:gd name="connsiteX53" fmla="*/ 2658313 w 4353935"/>
                  <a:gd name="connsiteY53" fmla="*/ 558044 h 814222"/>
                  <a:gd name="connsiteX54" fmla="*/ 2826685 w 4353935"/>
                  <a:gd name="connsiteY54" fmla="*/ 556713 h 814222"/>
                  <a:gd name="connsiteX55" fmla="*/ 2994975 w 4353935"/>
                  <a:gd name="connsiteY55" fmla="*/ 554093 h 814222"/>
                  <a:gd name="connsiteX56" fmla="*/ 3163428 w 4353935"/>
                  <a:gd name="connsiteY56" fmla="*/ 554617 h 814222"/>
                  <a:gd name="connsiteX57" fmla="*/ 3500090 w 4353935"/>
                  <a:gd name="connsiteY57" fmla="*/ 553177 h 814222"/>
                  <a:gd name="connsiteX58" fmla="*/ 3528659 w 4353935"/>
                  <a:gd name="connsiteY58" fmla="*/ 561864 h 814222"/>
                  <a:gd name="connsiteX59" fmla="*/ 3529838 w 4353935"/>
                  <a:gd name="connsiteY59" fmla="*/ 562082 h 814222"/>
                  <a:gd name="connsiteX60" fmla="*/ 3529838 w 4353935"/>
                  <a:gd name="connsiteY60" fmla="*/ 562082 h 814222"/>
                  <a:gd name="connsiteX61" fmla="*/ 3699916 w 4353935"/>
                  <a:gd name="connsiteY61" fmla="*/ 561864 h 814222"/>
                  <a:gd name="connsiteX62" fmla="*/ 3730559 w 4353935"/>
                  <a:gd name="connsiteY62" fmla="*/ 570507 h 814222"/>
                  <a:gd name="connsiteX63" fmla="*/ 3762624 w 4353935"/>
                  <a:gd name="connsiteY63" fmla="*/ 587183 h 814222"/>
                  <a:gd name="connsiteX64" fmla="*/ 3795867 w 4353935"/>
                  <a:gd name="connsiteY64" fmla="*/ 607438 h 814222"/>
                  <a:gd name="connsiteX65" fmla="*/ 3829924 w 4353935"/>
                  <a:gd name="connsiteY65" fmla="*/ 626405 h 814222"/>
                  <a:gd name="connsiteX66" fmla="*/ 3864630 w 4353935"/>
                  <a:gd name="connsiteY66" fmla="*/ 644521 h 814222"/>
                  <a:gd name="connsiteX67" fmla="*/ 3900068 w 4353935"/>
                  <a:gd name="connsiteY67" fmla="*/ 662157 h 814222"/>
                  <a:gd name="connsiteX68" fmla="*/ 3936400 w 4353935"/>
                  <a:gd name="connsiteY68" fmla="*/ 681190 h 814222"/>
                  <a:gd name="connsiteX69" fmla="*/ 3938107 w 4353935"/>
                  <a:gd name="connsiteY69" fmla="*/ 681561 h 814222"/>
                  <a:gd name="connsiteX70" fmla="*/ 4122166 w 4353935"/>
                  <a:gd name="connsiteY70" fmla="*/ 683699 h 814222"/>
                  <a:gd name="connsiteX71" fmla="*/ 4160855 w 4353935"/>
                  <a:gd name="connsiteY71" fmla="*/ 701663 h 814222"/>
                  <a:gd name="connsiteX72" fmla="*/ 4201049 w 4353935"/>
                  <a:gd name="connsiteY72" fmla="*/ 721590 h 814222"/>
                  <a:gd name="connsiteX73" fmla="*/ 4242542 w 4353935"/>
                  <a:gd name="connsiteY73" fmla="*/ 748350 h 814222"/>
                  <a:gd name="connsiteX74" fmla="*/ 4285092 w 4353935"/>
                  <a:gd name="connsiteY74" fmla="*/ 776331 h 814222"/>
                  <a:gd name="connsiteX75" fmla="*/ 4328536 w 4353935"/>
                  <a:gd name="connsiteY75" fmla="*/ 803200 h 814222"/>
                  <a:gd name="connsiteX76" fmla="*/ 4347068 w 4353935"/>
                  <a:gd name="connsiteY76" fmla="*/ 814222 h 814222"/>
                  <a:gd name="connsiteX77" fmla="*/ 4353936 w 4353935"/>
                  <a:gd name="connsiteY77" fmla="*/ 814222 h 814222"/>
                  <a:gd name="connsiteX78" fmla="*/ 4332315 w 4353935"/>
                  <a:gd name="connsiteY78" fmla="*/ 801279 h 814222"/>
                  <a:gd name="connsiteX79" fmla="*/ 4288871 w 4353935"/>
                  <a:gd name="connsiteY79" fmla="*/ 774520 h 814222"/>
                  <a:gd name="connsiteX80" fmla="*/ 4246403 w 4353935"/>
                  <a:gd name="connsiteY80" fmla="*/ 746538 h 814222"/>
                  <a:gd name="connsiteX81" fmla="*/ 4204624 w 4353935"/>
                  <a:gd name="connsiteY81" fmla="*/ 719626 h 814222"/>
                  <a:gd name="connsiteX82" fmla="*/ 4164147 w 4353935"/>
                  <a:gd name="connsiteY82" fmla="*/ 699524 h 814222"/>
                  <a:gd name="connsiteX83" fmla="*/ 4124767 w 4353935"/>
                  <a:gd name="connsiteY83" fmla="*/ 681190 h 814222"/>
                  <a:gd name="connsiteX84" fmla="*/ 4123182 w 4353935"/>
                  <a:gd name="connsiteY84" fmla="*/ 680862 h 814222"/>
                  <a:gd name="connsiteX85" fmla="*/ 3939245 w 4353935"/>
                  <a:gd name="connsiteY85" fmla="*/ 678789 h 814222"/>
                  <a:gd name="connsiteX86" fmla="*/ 3903644 w 4353935"/>
                  <a:gd name="connsiteY86" fmla="*/ 660083 h 814222"/>
                  <a:gd name="connsiteX87" fmla="*/ 3868125 w 4353935"/>
                  <a:gd name="connsiteY87" fmla="*/ 642447 h 814222"/>
                  <a:gd name="connsiteX88" fmla="*/ 3833500 w 4353935"/>
                  <a:gd name="connsiteY88" fmla="*/ 624375 h 814222"/>
                  <a:gd name="connsiteX89" fmla="*/ 3799647 w 4353935"/>
                  <a:gd name="connsiteY89" fmla="*/ 605517 h 814222"/>
                  <a:gd name="connsiteX90" fmla="*/ 3766323 w 4353935"/>
                  <a:gd name="connsiteY90" fmla="*/ 585218 h 814222"/>
                  <a:gd name="connsiteX91" fmla="*/ 3733972 w 4353935"/>
                  <a:gd name="connsiteY91" fmla="*/ 568324 h 814222"/>
                  <a:gd name="connsiteX92" fmla="*/ 3733363 w 4353935"/>
                  <a:gd name="connsiteY92" fmla="*/ 568063 h 814222"/>
                  <a:gd name="connsiteX93" fmla="*/ 3701704 w 4353935"/>
                  <a:gd name="connsiteY93" fmla="*/ 559201 h 814222"/>
                  <a:gd name="connsiteX94" fmla="*/ 3700607 w 4353935"/>
                  <a:gd name="connsiteY94" fmla="*/ 559048 h 814222"/>
                  <a:gd name="connsiteX95" fmla="*/ 3700607 w 4353935"/>
                  <a:gd name="connsiteY95" fmla="*/ 559048 h 814222"/>
                  <a:gd name="connsiteX96" fmla="*/ 3530651 w 4353935"/>
                  <a:gd name="connsiteY96" fmla="*/ 559266 h 814222"/>
                  <a:gd name="connsiteX97" fmla="*/ 3502081 w 4353935"/>
                  <a:gd name="connsiteY97" fmla="*/ 550579 h 814222"/>
                  <a:gd name="connsiteX98" fmla="*/ 3500902 w 4353935"/>
                  <a:gd name="connsiteY98" fmla="*/ 550427 h 814222"/>
                  <a:gd name="connsiteX99" fmla="*/ 3163550 w 4353935"/>
                  <a:gd name="connsiteY99" fmla="*/ 551867 h 814222"/>
                  <a:gd name="connsiteX100" fmla="*/ 2994975 w 4353935"/>
                  <a:gd name="connsiteY100" fmla="*/ 551278 h 814222"/>
                  <a:gd name="connsiteX101" fmla="*/ 2826603 w 4353935"/>
                  <a:gd name="connsiteY101" fmla="*/ 553897 h 814222"/>
                  <a:gd name="connsiteX102" fmla="*/ 2658435 w 4353935"/>
                  <a:gd name="connsiteY102" fmla="*/ 555229 h 814222"/>
                  <a:gd name="connsiteX103" fmla="*/ 2491079 w 4353935"/>
                  <a:gd name="connsiteY103" fmla="*/ 555338 h 814222"/>
                  <a:gd name="connsiteX104" fmla="*/ 2474011 w 4353935"/>
                  <a:gd name="connsiteY104" fmla="*/ 547720 h 814222"/>
                  <a:gd name="connsiteX105" fmla="*/ 2456820 w 4353935"/>
                  <a:gd name="connsiteY105" fmla="*/ 541063 h 814222"/>
                  <a:gd name="connsiteX106" fmla="*/ 2440076 w 4353935"/>
                  <a:gd name="connsiteY106" fmla="*/ 533555 h 814222"/>
                  <a:gd name="connsiteX107" fmla="*/ 2423617 w 4353935"/>
                  <a:gd name="connsiteY107" fmla="*/ 524453 h 814222"/>
                  <a:gd name="connsiteX108" fmla="*/ 2407524 w 4353935"/>
                  <a:gd name="connsiteY108" fmla="*/ 514369 h 814222"/>
                  <a:gd name="connsiteX109" fmla="*/ 2345507 w 4353935"/>
                  <a:gd name="connsiteY109" fmla="*/ 459956 h 814222"/>
                  <a:gd name="connsiteX110" fmla="*/ 2303851 w 4353935"/>
                  <a:gd name="connsiteY110" fmla="*/ 416106 h 814222"/>
                  <a:gd name="connsiteX111" fmla="*/ 2290359 w 4353935"/>
                  <a:gd name="connsiteY111" fmla="*/ 402246 h 814222"/>
                  <a:gd name="connsiteX112" fmla="*/ 2276947 w 4353935"/>
                  <a:gd name="connsiteY112" fmla="*/ 389194 h 814222"/>
                  <a:gd name="connsiteX113" fmla="*/ 2263536 w 4353935"/>
                  <a:gd name="connsiteY113" fmla="*/ 377058 h 814222"/>
                  <a:gd name="connsiteX114" fmla="*/ 2250328 w 4353935"/>
                  <a:gd name="connsiteY114" fmla="*/ 366014 h 814222"/>
                  <a:gd name="connsiteX115" fmla="*/ 2237120 w 4353935"/>
                  <a:gd name="connsiteY115" fmla="*/ 352002 h 814222"/>
                  <a:gd name="connsiteX116" fmla="*/ 2223831 w 4353935"/>
                  <a:gd name="connsiteY116" fmla="*/ 334257 h 814222"/>
                  <a:gd name="connsiteX117" fmla="*/ 2210745 w 4353935"/>
                  <a:gd name="connsiteY117" fmla="*/ 315704 h 814222"/>
                  <a:gd name="connsiteX118" fmla="*/ 2210338 w 4353935"/>
                  <a:gd name="connsiteY118" fmla="*/ 315377 h 814222"/>
                  <a:gd name="connsiteX119" fmla="*/ 2197537 w 4353935"/>
                  <a:gd name="connsiteY119" fmla="*/ 306210 h 814222"/>
                  <a:gd name="connsiteX120" fmla="*/ 2196765 w 4353935"/>
                  <a:gd name="connsiteY120" fmla="*/ 305838 h 814222"/>
                  <a:gd name="connsiteX121" fmla="*/ 2186361 w 4353935"/>
                  <a:gd name="connsiteY121" fmla="*/ 302543 h 814222"/>
                  <a:gd name="connsiteX122" fmla="*/ 2171568 w 4353935"/>
                  <a:gd name="connsiteY122" fmla="*/ 299290 h 814222"/>
                  <a:gd name="connsiteX123" fmla="*/ 2146655 w 4353935"/>
                  <a:gd name="connsiteY123" fmla="*/ 297326 h 814222"/>
                  <a:gd name="connsiteX124" fmla="*/ 2057654 w 4353935"/>
                  <a:gd name="connsiteY124" fmla="*/ 291455 h 814222"/>
                  <a:gd name="connsiteX125" fmla="*/ 2044568 w 4353935"/>
                  <a:gd name="connsiteY125" fmla="*/ 290669 h 814222"/>
                  <a:gd name="connsiteX126" fmla="*/ 2034448 w 4353935"/>
                  <a:gd name="connsiteY126" fmla="*/ 287832 h 814222"/>
                  <a:gd name="connsiteX127" fmla="*/ 2026605 w 4353935"/>
                  <a:gd name="connsiteY127" fmla="*/ 283466 h 814222"/>
                  <a:gd name="connsiteX128" fmla="*/ 2025223 w 4353935"/>
                  <a:gd name="connsiteY128" fmla="*/ 283095 h 814222"/>
                  <a:gd name="connsiteX129" fmla="*/ 1890989 w 4353935"/>
                  <a:gd name="connsiteY129" fmla="*/ 270938 h 814222"/>
                  <a:gd name="connsiteX130" fmla="*/ 1818853 w 4353935"/>
                  <a:gd name="connsiteY130" fmla="*/ 261291 h 814222"/>
                  <a:gd name="connsiteX131" fmla="*/ 1814098 w 4353935"/>
                  <a:gd name="connsiteY131" fmla="*/ 261072 h 814222"/>
                  <a:gd name="connsiteX132" fmla="*/ 1805564 w 4353935"/>
                  <a:gd name="connsiteY132" fmla="*/ 258824 h 814222"/>
                  <a:gd name="connsiteX133" fmla="*/ 1782155 w 4353935"/>
                  <a:gd name="connsiteY133" fmla="*/ 255528 h 814222"/>
                  <a:gd name="connsiteX134" fmla="*/ 1765981 w 4353935"/>
                  <a:gd name="connsiteY134" fmla="*/ 253717 h 814222"/>
                  <a:gd name="connsiteX135" fmla="*/ 1757771 w 4353935"/>
                  <a:gd name="connsiteY135" fmla="*/ 252058 h 814222"/>
                  <a:gd name="connsiteX136" fmla="*/ 1749725 w 4353935"/>
                  <a:gd name="connsiteY136" fmla="*/ 248173 h 814222"/>
                  <a:gd name="connsiteX137" fmla="*/ 1742084 w 4353935"/>
                  <a:gd name="connsiteY137" fmla="*/ 235535 h 814222"/>
                  <a:gd name="connsiteX138" fmla="*/ 1734363 w 4353935"/>
                  <a:gd name="connsiteY138" fmla="*/ 216393 h 814222"/>
                  <a:gd name="connsiteX139" fmla="*/ 1726519 w 4353935"/>
                  <a:gd name="connsiteY139" fmla="*/ 190223 h 814222"/>
                  <a:gd name="connsiteX140" fmla="*/ 1718960 w 4353935"/>
                  <a:gd name="connsiteY140" fmla="*/ 180685 h 814222"/>
                  <a:gd name="connsiteX141" fmla="*/ 1716969 w 4353935"/>
                  <a:gd name="connsiteY141" fmla="*/ 179768 h 814222"/>
                  <a:gd name="connsiteX142" fmla="*/ 1589400 w 4353935"/>
                  <a:gd name="connsiteY142" fmla="*/ 156174 h 814222"/>
                  <a:gd name="connsiteX143" fmla="*/ 1458945 w 4353935"/>
                  <a:gd name="connsiteY143" fmla="*/ 134544 h 814222"/>
                  <a:gd name="connsiteX144" fmla="*/ 1330442 w 4353935"/>
                  <a:gd name="connsiteY144" fmla="*/ 114725 h 814222"/>
                  <a:gd name="connsiteX145" fmla="*/ 1203035 w 4353935"/>
                  <a:gd name="connsiteY145" fmla="*/ 97875 h 814222"/>
                  <a:gd name="connsiteX146" fmla="*/ 1072784 w 4353935"/>
                  <a:gd name="connsiteY146" fmla="*/ 88883 h 814222"/>
                  <a:gd name="connsiteX147" fmla="*/ 943508 w 4353935"/>
                  <a:gd name="connsiteY147" fmla="*/ 77205 h 814222"/>
                  <a:gd name="connsiteX148" fmla="*/ 811957 w 4353935"/>
                  <a:gd name="connsiteY148" fmla="*/ 61272 h 814222"/>
                  <a:gd name="connsiteX149" fmla="*/ 679104 w 4353935"/>
                  <a:gd name="connsiteY149" fmla="*/ 49551 h 814222"/>
                  <a:gd name="connsiteX150" fmla="*/ 544505 w 4353935"/>
                  <a:gd name="connsiteY150" fmla="*/ 38572 h 814222"/>
                  <a:gd name="connsiteX151" fmla="*/ 408645 w 4353935"/>
                  <a:gd name="connsiteY151" fmla="*/ 29034 h 814222"/>
                  <a:gd name="connsiteX152" fmla="*/ 275183 w 4353935"/>
                  <a:gd name="connsiteY152" fmla="*/ 17423 h 814222"/>
                  <a:gd name="connsiteX153" fmla="*/ 136235 w 4353935"/>
                  <a:gd name="connsiteY153" fmla="*/ 6553 h 814222"/>
                  <a:gd name="connsiteX154" fmla="*/ 2733 w 4353935"/>
                  <a:gd name="connsiteY154" fmla="*/ 5 h 814222"/>
                  <a:gd name="connsiteX155" fmla="*/ 10 w 4353935"/>
                  <a:gd name="connsiteY155" fmla="*/ 1271 h 814222"/>
                  <a:gd name="connsiteX156" fmla="*/ 2286 w 4353935"/>
                  <a:gd name="connsiteY156" fmla="*/ 2821 h 81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4353935" h="814222">
                    <a:moveTo>
                      <a:pt x="2286" y="2864"/>
                    </a:moveTo>
                    <a:lnTo>
                      <a:pt x="135626" y="9412"/>
                    </a:lnTo>
                    <a:lnTo>
                      <a:pt x="271363" y="20020"/>
                    </a:lnTo>
                    <a:lnTo>
                      <a:pt x="407954" y="31850"/>
                    </a:lnTo>
                    <a:lnTo>
                      <a:pt x="543814" y="41388"/>
                    </a:lnTo>
                    <a:lnTo>
                      <a:pt x="678292" y="52432"/>
                    </a:lnTo>
                    <a:lnTo>
                      <a:pt x="811022" y="64088"/>
                    </a:lnTo>
                    <a:lnTo>
                      <a:pt x="942899" y="80087"/>
                    </a:lnTo>
                    <a:lnTo>
                      <a:pt x="1072093" y="91698"/>
                    </a:lnTo>
                    <a:lnTo>
                      <a:pt x="1200475" y="100494"/>
                    </a:lnTo>
                    <a:lnTo>
                      <a:pt x="1327881" y="117344"/>
                    </a:lnTo>
                    <a:lnTo>
                      <a:pt x="1457970" y="137381"/>
                    </a:lnTo>
                    <a:lnTo>
                      <a:pt x="1586880" y="158749"/>
                    </a:lnTo>
                    <a:lnTo>
                      <a:pt x="1714855" y="182475"/>
                    </a:lnTo>
                    <a:lnTo>
                      <a:pt x="1721683" y="191096"/>
                    </a:lnTo>
                    <a:lnTo>
                      <a:pt x="1729323" y="217004"/>
                    </a:lnTo>
                    <a:lnTo>
                      <a:pt x="1737167" y="236408"/>
                    </a:lnTo>
                    <a:lnTo>
                      <a:pt x="1745214" y="249461"/>
                    </a:lnTo>
                    <a:cubicBezTo>
                      <a:pt x="1745295" y="249722"/>
                      <a:pt x="1745620" y="249941"/>
                      <a:pt x="1745904" y="250093"/>
                    </a:cubicBezTo>
                    <a:lnTo>
                      <a:pt x="1754845" y="254415"/>
                    </a:lnTo>
                    <a:cubicBezTo>
                      <a:pt x="1755048" y="254524"/>
                      <a:pt x="1755333" y="254633"/>
                      <a:pt x="1755617" y="254677"/>
                    </a:cubicBezTo>
                    <a:lnTo>
                      <a:pt x="1764721" y="256489"/>
                    </a:lnTo>
                    <a:lnTo>
                      <a:pt x="1780977" y="258300"/>
                    </a:lnTo>
                    <a:lnTo>
                      <a:pt x="1803979" y="261552"/>
                    </a:lnTo>
                    <a:lnTo>
                      <a:pt x="1812391" y="263779"/>
                    </a:lnTo>
                    <a:cubicBezTo>
                      <a:pt x="1812676" y="263844"/>
                      <a:pt x="1812960" y="263888"/>
                      <a:pt x="1813286" y="263932"/>
                    </a:cubicBezTo>
                    <a:lnTo>
                      <a:pt x="1818040" y="264106"/>
                    </a:lnTo>
                    <a:lnTo>
                      <a:pt x="1885422" y="273099"/>
                    </a:lnTo>
                    <a:lnTo>
                      <a:pt x="1889892" y="273732"/>
                    </a:lnTo>
                    <a:lnTo>
                      <a:pt x="2023516" y="285824"/>
                    </a:lnTo>
                    <a:lnTo>
                      <a:pt x="2031075" y="289971"/>
                    </a:lnTo>
                    <a:cubicBezTo>
                      <a:pt x="2031075" y="289971"/>
                      <a:pt x="2031482" y="290189"/>
                      <a:pt x="2031766" y="290232"/>
                    </a:cubicBezTo>
                    <a:lnTo>
                      <a:pt x="2042658" y="293266"/>
                    </a:lnTo>
                    <a:cubicBezTo>
                      <a:pt x="2042942" y="293332"/>
                      <a:pt x="2043227" y="293376"/>
                      <a:pt x="2043552" y="293441"/>
                    </a:cubicBezTo>
                    <a:lnTo>
                      <a:pt x="2146046" y="300098"/>
                    </a:lnTo>
                    <a:lnTo>
                      <a:pt x="2170227" y="302019"/>
                    </a:lnTo>
                    <a:lnTo>
                      <a:pt x="2184126" y="305096"/>
                    </a:lnTo>
                    <a:lnTo>
                      <a:pt x="2193757" y="308130"/>
                    </a:lnTo>
                    <a:lnTo>
                      <a:pt x="2206071" y="316926"/>
                    </a:lnTo>
                    <a:lnTo>
                      <a:pt x="2219157" y="335304"/>
                    </a:lnTo>
                    <a:lnTo>
                      <a:pt x="2232528" y="353158"/>
                    </a:lnTo>
                    <a:lnTo>
                      <a:pt x="2245939" y="367433"/>
                    </a:lnTo>
                    <a:lnTo>
                      <a:pt x="2259228" y="378521"/>
                    </a:lnTo>
                    <a:lnTo>
                      <a:pt x="2272518" y="390569"/>
                    </a:lnTo>
                    <a:lnTo>
                      <a:pt x="2285888" y="403578"/>
                    </a:lnTo>
                    <a:lnTo>
                      <a:pt x="2341077" y="461353"/>
                    </a:lnTo>
                    <a:lnTo>
                      <a:pt x="2403378" y="516072"/>
                    </a:lnTo>
                    <a:lnTo>
                      <a:pt x="2419756" y="526352"/>
                    </a:lnTo>
                    <a:lnTo>
                      <a:pt x="2436622" y="535672"/>
                    </a:lnTo>
                    <a:lnTo>
                      <a:pt x="2453691" y="543289"/>
                    </a:lnTo>
                    <a:lnTo>
                      <a:pt x="2470841" y="549947"/>
                    </a:lnTo>
                    <a:lnTo>
                      <a:pt x="2488479" y="557826"/>
                    </a:lnTo>
                    <a:cubicBezTo>
                      <a:pt x="2488966" y="558044"/>
                      <a:pt x="2489495" y="558153"/>
                      <a:pt x="2490063" y="558153"/>
                    </a:cubicBezTo>
                    <a:lnTo>
                      <a:pt x="2658313" y="558044"/>
                    </a:lnTo>
                    <a:lnTo>
                      <a:pt x="2826685" y="556713"/>
                    </a:lnTo>
                    <a:lnTo>
                      <a:pt x="2994975" y="554093"/>
                    </a:lnTo>
                    <a:lnTo>
                      <a:pt x="3163428" y="554617"/>
                    </a:lnTo>
                    <a:lnTo>
                      <a:pt x="3500090" y="553177"/>
                    </a:lnTo>
                    <a:lnTo>
                      <a:pt x="3528659" y="561864"/>
                    </a:lnTo>
                    <a:cubicBezTo>
                      <a:pt x="3528984" y="561973"/>
                      <a:pt x="3529473" y="562082"/>
                      <a:pt x="3529838" y="562082"/>
                    </a:cubicBezTo>
                    <a:lnTo>
                      <a:pt x="3529838" y="562082"/>
                    </a:lnTo>
                    <a:lnTo>
                      <a:pt x="3699916" y="561864"/>
                    </a:lnTo>
                    <a:lnTo>
                      <a:pt x="3730559" y="570507"/>
                    </a:lnTo>
                    <a:lnTo>
                      <a:pt x="3762624" y="587183"/>
                    </a:lnTo>
                    <a:lnTo>
                      <a:pt x="3795867" y="607438"/>
                    </a:lnTo>
                    <a:lnTo>
                      <a:pt x="3829924" y="626405"/>
                    </a:lnTo>
                    <a:lnTo>
                      <a:pt x="3864630" y="644521"/>
                    </a:lnTo>
                    <a:lnTo>
                      <a:pt x="3900068" y="662157"/>
                    </a:lnTo>
                    <a:lnTo>
                      <a:pt x="3936400" y="681190"/>
                    </a:lnTo>
                    <a:cubicBezTo>
                      <a:pt x="3936807" y="681451"/>
                      <a:pt x="3937498" y="681561"/>
                      <a:pt x="3938107" y="681561"/>
                    </a:cubicBezTo>
                    <a:lnTo>
                      <a:pt x="4122166" y="683699"/>
                    </a:lnTo>
                    <a:lnTo>
                      <a:pt x="4160855" y="701663"/>
                    </a:lnTo>
                    <a:lnTo>
                      <a:pt x="4201049" y="721590"/>
                    </a:lnTo>
                    <a:lnTo>
                      <a:pt x="4242542" y="748350"/>
                    </a:lnTo>
                    <a:lnTo>
                      <a:pt x="4285092" y="776331"/>
                    </a:lnTo>
                    <a:lnTo>
                      <a:pt x="4328536" y="803200"/>
                    </a:lnTo>
                    <a:lnTo>
                      <a:pt x="4347068" y="814222"/>
                    </a:lnTo>
                    <a:lnTo>
                      <a:pt x="4353936" y="814222"/>
                    </a:lnTo>
                    <a:lnTo>
                      <a:pt x="4332315" y="801279"/>
                    </a:lnTo>
                    <a:lnTo>
                      <a:pt x="4288871" y="774520"/>
                    </a:lnTo>
                    <a:lnTo>
                      <a:pt x="4246403" y="746538"/>
                    </a:lnTo>
                    <a:lnTo>
                      <a:pt x="4204624" y="719626"/>
                    </a:lnTo>
                    <a:lnTo>
                      <a:pt x="4164147" y="699524"/>
                    </a:lnTo>
                    <a:lnTo>
                      <a:pt x="4124767" y="681190"/>
                    </a:lnTo>
                    <a:cubicBezTo>
                      <a:pt x="4124360" y="680971"/>
                      <a:pt x="4123792" y="680862"/>
                      <a:pt x="4123182" y="680862"/>
                    </a:cubicBezTo>
                    <a:lnTo>
                      <a:pt x="3939245" y="678789"/>
                    </a:lnTo>
                    <a:lnTo>
                      <a:pt x="3903644" y="660083"/>
                    </a:lnTo>
                    <a:lnTo>
                      <a:pt x="3868125" y="642447"/>
                    </a:lnTo>
                    <a:lnTo>
                      <a:pt x="3833500" y="624375"/>
                    </a:lnTo>
                    <a:lnTo>
                      <a:pt x="3799647" y="605517"/>
                    </a:lnTo>
                    <a:lnTo>
                      <a:pt x="3766323" y="585218"/>
                    </a:lnTo>
                    <a:lnTo>
                      <a:pt x="3733972" y="568324"/>
                    </a:lnTo>
                    <a:cubicBezTo>
                      <a:pt x="3733972" y="568324"/>
                      <a:pt x="3733566" y="568106"/>
                      <a:pt x="3733363" y="568063"/>
                    </a:cubicBezTo>
                    <a:lnTo>
                      <a:pt x="3701704" y="559201"/>
                    </a:lnTo>
                    <a:cubicBezTo>
                      <a:pt x="3701379" y="559092"/>
                      <a:pt x="3701014" y="559048"/>
                      <a:pt x="3700607" y="559048"/>
                    </a:cubicBezTo>
                    <a:lnTo>
                      <a:pt x="3700607" y="559048"/>
                    </a:lnTo>
                    <a:lnTo>
                      <a:pt x="3530651" y="559266"/>
                    </a:lnTo>
                    <a:lnTo>
                      <a:pt x="3502081" y="550579"/>
                    </a:lnTo>
                    <a:cubicBezTo>
                      <a:pt x="3501674" y="550470"/>
                      <a:pt x="3501390" y="550361"/>
                      <a:pt x="3500902" y="550427"/>
                    </a:cubicBezTo>
                    <a:lnTo>
                      <a:pt x="3163550" y="551867"/>
                    </a:lnTo>
                    <a:lnTo>
                      <a:pt x="2994975" y="551278"/>
                    </a:lnTo>
                    <a:lnTo>
                      <a:pt x="2826603" y="553897"/>
                    </a:lnTo>
                    <a:lnTo>
                      <a:pt x="2658435" y="555229"/>
                    </a:lnTo>
                    <a:lnTo>
                      <a:pt x="2491079" y="555338"/>
                    </a:lnTo>
                    <a:lnTo>
                      <a:pt x="2474011" y="547720"/>
                    </a:lnTo>
                    <a:lnTo>
                      <a:pt x="2456820" y="541063"/>
                    </a:lnTo>
                    <a:lnTo>
                      <a:pt x="2440076" y="533555"/>
                    </a:lnTo>
                    <a:lnTo>
                      <a:pt x="2423617" y="524453"/>
                    </a:lnTo>
                    <a:lnTo>
                      <a:pt x="2407524" y="514369"/>
                    </a:lnTo>
                    <a:lnTo>
                      <a:pt x="2345507" y="459956"/>
                    </a:lnTo>
                    <a:lnTo>
                      <a:pt x="2303851" y="416106"/>
                    </a:lnTo>
                    <a:lnTo>
                      <a:pt x="2290359" y="402246"/>
                    </a:lnTo>
                    <a:lnTo>
                      <a:pt x="2276947" y="389194"/>
                    </a:lnTo>
                    <a:lnTo>
                      <a:pt x="2263536" y="377058"/>
                    </a:lnTo>
                    <a:lnTo>
                      <a:pt x="2250328" y="366014"/>
                    </a:lnTo>
                    <a:lnTo>
                      <a:pt x="2237120" y="352002"/>
                    </a:lnTo>
                    <a:lnTo>
                      <a:pt x="2223831" y="334257"/>
                    </a:lnTo>
                    <a:lnTo>
                      <a:pt x="2210745" y="315704"/>
                    </a:lnTo>
                    <a:cubicBezTo>
                      <a:pt x="2210745" y="315704"/>
                      <a:pt x="2210542" y="315486"/>
                      <a:pt x="2210338" y="315377"/>
                    </a:cubicBezTo>
                    <a:lnTo>
                      <a:pt x="2197537" y="306210"/>
                    </a:lnTo>
                    <a:cubicBezTo>
                      <a:pt x="2197334" y="306057"/>
                      <a:pt x="2197049" y="305948"/>
                      <a:pt x="2196765" y="305838"/>
                    </a:cubicBezTo>
                    <a:lnTo>
                      <a:pt x="2186361" y="302543"/>
                    </a:lnTo>
                    <a:lnTo>
                      <a:pt x="2171568" y="299290"/>
                    </a:lnTo>
                    <a:lnTo>
                      <a:pt x="2146655" y="297326"/>
                    </a:lnTo>
                    <a:lnTo>
                      <a:pt x="2057654" y="291455"/>
                    </a:lnTo>
                    <a:lnTo>
                      <a:pt x="2044568" y="290669"/>
                    </a:lnTo>
                    <a:lnTo>
                      <a:pt x="2034448" y="287832"/>
                    </a:lnTo>
                    <a:lnTo>
                      <a:pt x="2026605" y="283466"/>
                    </a:lnTo>
                    <a:cubicBezTo>
                      <a:pt x="2026199" y="283248"/>
                      <a:pt x="2025711" y="283139"/>
                      <a:pt x="2025223" y="283095"/>
                    </a:cubicBezTo>
                    <a:lnTo>
                      <a:pt x="1890989" y="270938"/>
                    </a:lnTo>
                    <a:lnTo>
                      <a:pt x="1818853" y="261291"/>
                    </a:lnTo>
                    <a:lnTo>
                      <a:pt x="1814098" y="261072"/>
                    </a:lnTo>
                    <a:lnTo>
                      <a:pt x="1805564" y="258824"/>
                    </a:lnTo>
                    <a:lnTo>
                      <a:pt x="1782155" y="255528"/>
                    </a:lnTo>
                    <a:lnTo>
                      <a:pt x="1765981" y="253717"/>
                    </a:lnTo>
                    <a:lnTo>
                      <a:pt x="1757771" y="252058"/>
                    </a:lnTo>
                    <a:lnTo>
                      <a:pt x="1749725" y="248173"/>
                    </a:lnTo>
                    <a:lnTo>
                      <a:pt x="1742084" y="235535"/>
                    </a:lnTo>
                    <a:lnTo>
                      <a:pt x="1734363" y="216393"/>
                    </a:lnTo>
                    <a:lnTo>
                      <a:pt x="1726519" y="190223"/>
                    </a:lnTo>
                    <a:lnTo>
                      <a:pt x="1718960" y="180685"/>
                    </a:lnTo>
                    <a:cubicBezTo>
                      <a:pt x="1718676" y="180314"/>
                      <a:pt x="1717660" y="179943"/>
                      <a:pt x="1716969" y="179768"/>
                    </a:cubicBezTo>
                    <a:lnTo>
                      <a:pt x="1589400" y="156174"/>
                    </a:lnTo>
                    <a:lnTo>
                      <a:pt x="1458945" y="134544"/>
                    </a:lnTo>
                    <a:lnTo>
                      <a:pt x="1330442" y="114725"/>
                    </a:lnTo>
                    <a:lnTo>
                      <a:pt x="1203035" y="97875"/>
                    </a:lnTo>
                    <a:lnTo>
                      <a:pt x="1072784" y="88883"/>
                    </a:lnTo>
                    <a:lnTo>
                      <a:pt x="943508" y="77205"/>
                    </a:lnTo>
                    <a:lnTo>
                      <a:pt x="811957" y="61272"/>
                    </a:lnTo>
                    <a:lnTo>
                      <a:pt x="679104" y="49551"/>
                    </a:lnTo>
                    <a:lnTo>
                      <a:pt x="544505" y="38572"/>
                    </a:lnTo>
                    <a:lnTo>
                      <a:pt x="408645" y="29034"/>
                    </a:lnTo>
                    <a:lnTo>
                      <a:pt x="275183" y="17423"/>
                    </a:lnTo>
                    <a:lnTo>
                      <a:pt x="136235" y="6553"/>
                    </a:lnTo>
                    <a:lnTo>
                      <a:pt x="2733" y="5"/>
                    </a:lnTo>
                    <a:cubicBezTo>
                      <a:pt x="1392" y="-61"/>
                      <a:pt x="91" y="529"/>
                      <a:pt x="10" y="1271"/>
                    </a:cubicBezTo>
                    <a:cubicBezTo>
                      <a:pt x="-112" y="2079"/>
                      <a:pt x="904" y="2755"/>
                      <a:pt x="2286" y="282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 name="Freeform: Shape 54">
                <a:extLst>
                  <a:ext uri="{FF2B5EF4-FFF2-40B4-BE49-F238E27FC236}">
                    <a16:creationId xmlns:a16="http://schemas.microsoft.com/office/drawing/2014/main" id="{008F4E83-3C64-4E53-BA85-E5F28A682586}"/>
                  </a:ext>
                </a:extLst>
              </p:cNvPr>
              <p:cNvSpPr/>
              <p:nvPr/>
            </p:nvSpPr>
            <p:spPr>
              <a:xfrm>
                <a:off x="7043844" y="6197135"/>
                <a:ext cx="242422" cy="153153"/>
              </a:xfrm>
              <a:custGeom>
                <a:avLst/>
                <a:gdLst>
                  <a:gd name="connsiteX0" fmla="*/ 239900 w 242422"/>
                  <a:gd name="connsiteY0" fmla="*/ 153154 h 153153"/>
                  <a:gd name="connsiteX1" fmla="*/ 237909 w 242422"/>
                  <a:gd name="connsiteY1" fmla="*/ 152564 h 153153"/>
                  <a:gd name="connsiteX2" fmla="*/ 229983 w 242422"/>
                  <a:gd name="connsiteY2" fmla="*/ 146693 h 153153"/>
                  <a:gd name="connsiteX3" fmla="*/ 228602 w 242422"/>
                  <a:gd name="connsiteY3" fmla="*/ 145318 h 153153"/>
                  <a:gd name="connsiteX4" fmla="*/ 220555 w 242422"/>
                  <a:gd name="connsiteY4" fmla="*/ 131829 h 153153"/>
                  <a:gd name="connsiteX5" fmla="*/ 212711 w 242422"/>
                  <a:gd name="connsiteY5" fmla="*/ 113604 h 153153"/>
                  <a:gd name="connsiteX6" fmla="*/ 212631 w 242422"/>
                  <a:gd name="connsiteY6" fmla="*/ 113277 h 153153"/>
                  <a:gd name="connsiteX7" fmla="*/ 204583 w 242422"/>
                  <a:gd name="connsiteY7" fmla="*/ 91014 h 153153"/>
                  <a:gd name="connsiteX8" fmla="*/ 196862 w 242422"/>
                  <a:gd name="connsiteY8" fmla="*/ 82370 h 153153"/>
                  <a:gd name="connsiteX9" fmla="*/ 181378 w 242422"/>
                  <a:gd name="connsiteY9" fmla="*/ 56309 h 153153"/>
                  <a:gd name="connsiteX10" fmla="*/ 174144 w 242422"/>
                  <a:gd name="connsiteY10" fmla="*/ 38892 h 153153"/>
                  <a:gd name="connsiteX11" fmla="*/ 127205 w 242422"/>
                  <a:gd name="connsiteY11" fmla="*/ 28393 h 153153"/>
                  <a:gd name="connsiteX12" fmla="*/ 1709 w 242422"/>
                  <a:gd name="connsiteY12" fmla="*/ 2703 h 153153"/>
                  <a:gd name="connsiteX13" fmla="*/ 124 w 242422"/>
                  <a:gd name="connsiteY13" fmla="*/ 892 h 153153"/>
                  <a:gd name="connsiteX14" fmla="*/ 3375 w 242422"/>
                  <a:gd name="connsiteY14" fmla="*/ 84 h 153153"/>
                  <a:gd name="connsiteX15" fmla="*/ 4757 w 242422"/>
                  <a:gd name="connsiteY15" fmla="*/ 346 h 153153"/>
                  <a:gd name="connsiteX16" fmla="*/ 130660 w 242422"/>
                  <a:gd name="connsiteY16" fmla="*/ 26080 h 153153"/>
                  <a:gd name="connsiteX17" fmla="*/ 177192 w 242422"/>
                  <a:gd name="connsiteY17" fmla="*/ 36513 h 153153"/>
                  <a:gd name="connsiteX18" fmla="*/ 178696 w 242422"/>
                  <a:gd name="connsiteY18" fmla="*/ 37539 h 153153"/>
                  <a:gd name="connsiteX19" fmla="*/ 186215 w 242422"/>
                  <a:gd name="connsiteY19" fmla="*/ 55545 h 153153"/>
                  <a:gd name="connsiteX20" fmla="*/ 193855 w 242422"/>
                  <a:gd name="connsiteY20" fmla="*/ 68008 h 153153"/>
                  <a:gd name="connsiteX21" fmla="*/ 194058 w 242422"/>
                  <a:gd name="connsiteY21" fmla="*/ 68336 h 153153"/>
                  <a:gd name="connsiteX22" fmla="*/ 201576 w 242422"/>
                  <a:gd name="connsiteY22" fmla="*/ 81279 h 153153"/>
                  <a:gd name="connsiteX23" fmla="*/ 209216 w 242422"/>
                  <a:gd name="connsiteY23" fmla="*/ 89857 h 153153"/>
                  <a:gd name="connsiteX24" fmla="*/ 209420 w 242422"/>
                  <a:gd name="connsiteY24" fmla="*/ 90228 h 153153"/>
                  <a:gd name="connsiteX25" fmla="*/ 217548 w 242422"/>
                  <a:gd name="connsiteY25" fmla="*/ 112665 h 153153"/>
                  <a:gd name="connsiteX26" fmla="*/ 225676 w 242422"/>
                  <a:gd name="connsiteY26" fmla="*/ 131698 h 153153"/>
                  <a:gd name="connsiteX27" fmla="*/ 233235 w 242422"/>
                  <a:gd name="connsiteY27" fmla="*/ 144161 h 153153"/>
                  <a:gd name="connsiteX28" fmla="*/ 234210 w 242422"/>
                  <a:gd name="connsiteY28" fmla="*/ 145165 h 153153"/>
                  <a:gd name="connsiteX29" fmla="*/ 241932 w 242422"/>
                  <a:gd name="connsiteY29" fmla="*/ 150862 h 153153"/>
                  <a:gd name="connsiteX30" fmla="*/ 241363 w 242422"/>
                  <a:gd name="connsiteY30" fmla="*/ 152826 h 153153"/>
                  <a:gd name="connsiteX31" fmla="*/ 239859 w 242422"/>
                  <a:gd name="connsiteY31" fmla="*/ 153088 h 15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42422" h="153153">
                    <a:moveTo>
                      <a:pt x="239900" y="153154"/>
                    </a:moveTo>
                    <a:cubicBezTo>
                      <a:pt x="239127" y="153154"/>
                      <a:pt x="238437" y="152935"/>
                      <a:pt x="237909" y="152564"/>
                    </a:cubicBezTo>
                    <a:lnTo>
                      <a:pt x="229983" y="146693"/>
                    </a:lnTo>
                    <a:lnTo>
                      <a:pt x="228602" y="145318"/>
                    </a:lnTo>
                    <a:lnTo>
                      <a:pt x="220555" y="131829"/>
                    </a:lnTo>
                    <a:lnTo>
                      <a:pt x="212711" y="113604"/>
                    </a:lnTo>
                    <a:lnTo>
                      <a:pt x="212631" y="113277"/>
                    </a:lnTo>
                    <a:lnTo>
                      <a:pt x="204583" y="91014"/>
                    </a:lnTo>
                    <a:lnTo>
                      <a:pt x="196862" y="82370"/>
                    </a:lnTo>
                    <a:lnTo>
                      <a:pt x="181378" y="56309"/>
                    </a:lnTo>
                    <a:lnTo>
                      <a:pt x="174144" y="38892"/>
                    </a:lnTo>
                    <a:lnTo>
                      <a:pt x="127205" y="28393"/>
                    </a:lnTo>
                    <a:lnTo>
                      <a:pt x="1709" y="2703"/>
                    </a:lnTo>
                    <a:cubicBezTo>
                      <a:pt x="327" y="2441"/>
                      <a:pt x="-282" y="1634"/>
                      <a:pt x="124" y="892"/>
                    </a:cubicBezTo>
                    <a:cubicBezTo>
                      <a:pt x="612" y="193"/>
                      <a:pt x="2115" y="-178"/>
                      <a:pt x="3375" y="84"/>
                    </a:cubicBezTo>
                    <a:lnTo>
                      <a:pt x="4757" y="346"/>
                    </a:lnTo>
                    <a:lnTo>
                      <a:pt x="130660" y="26080"/>
                    </a:lnTo>
                    <a:lnTo>
                      <a:pt x="177192" y="36513"/>
                    </a:lnTo>
                    <a:cubicBezTo>
                      <a:pt x="178005" y="36731"/>
                      <a:pt x="178574" y="37102"/>
                      <a:pt x="178696" y="37539"/>
                    </a:cubicBezTo>
                    <a:lnTo>
                      <a:pt x="186215" y="55545"/>
                    </a:lnTo>
                    <a:lnTo>
                      <a:pt x="193855" y="68008"/>
                    </a:lnTo>
                    <a:lnTo>
                      <a:pt x="194058" y="68336"/>
                    </a:lnTo>
                    <a:lnTo>
                      <a:pt x="201576" y="81279"/>
                    </a:lnTo>
                    <a:lnTo>
                      <a:pt x="209216" y="89857"/>
                    </a:lnTo>
                    <a:cubicBezTo>
                      <a:pt x="209216" y="89857"/>
                      <a:pt x="209420" y="90119"/>
                      <a:pt x="209420" y="90228"/>
                    </a:cubicBezTo>
                    <a:lnTo>
                      <a:pt x="217548" y="112665"/>
                    </a:lnTo>
                    <a:lnTo>
                      <a:pt x="225676" y="131698"/>
                    </a:lnTo>
                    <a:lnTo>
                      <a:pt x="233235" y="144161"/>
                    </a:lnTo>
                    <a:lnTo>
                      <a:pt x="234210" y="145165"/>
                    </a:lnTo>
                    <a:lnTo>
                      <a:pt x="241932" y="150862"/>
                    </a:lnTo>
                    <a:cubicBezTo>
                      <a:pt x="242744" y="151495"/>
                      <a:pt x="242542" y="152368"/>
                      <a:pt x="241363" y="152826"/>
                    </a:cubicBezTo>
                    <a:cubicBezTo>
                      <a:pt x="240957" y="153045"/>
                      <a:pt x="240388" y="153088"/>
                      <a:pt x="239859" y="15308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 name="Freeform: Shape 55">
                <a:extLst>
                  <a:ext uri="{FF2B5EF4-FFF2-40B4-BE49-F238E27FC236}">
                    <a16:creationId xmlns:a16="http://schemas.microsoft.com/office/drawing/2014/main" id="{AE84FACA-2740-4C6B-A2D2-A996614621CE}"/>
                  </a:ext>
                </a:extLst>
              </p:cNvPr>
              <p:cNvSpPr/>
              <p:nvPr/>
            </p:nvSpPr>
            <p:spPr>
              <a:xfrm>
                <a:off x="6029918" y="6086558"/>
                <a:ext cx="2841671" cy="315742"/>
              </a:xfrm>
              <a:custGeom>
                <a:avLst/>
                <a:gdLst>
                  <a:gd name="connsiteX0" fmla="*/ 2839153 w 2841671"/>
                  <a:gd name="connsiteY0" fmla="*/ 315743 h 315742"/>
                  <a:gd name="connsiteX1" fmla="*/ 2839153 w 2841671"/>
                  <a:gd name="connsiteY1" fmla="*/ 315743 h 315742"/>
                  <a:gd name="connsiteX2" fmla="*/ 2709795 w 2841671"/>
                  <a:gd name="connsiteY2" fmla="*/ 315481 h 315742"/>
                  <a:gd name="connsiteX3" fmla="*/ 2708089 w 2841671"/>
                  <a:gd name="connsiteY3" fmla="*/ 315110 h 315742"/>
                  <a:gd name="connsiteX4" fmla="*/ 2687769 w 2841671"/>
                  <a:gd name="connsiteY4" fmla="*/ 305201 h 315742"/>
                  <a:gd name="connsiteX5" fmla="*/ 2553535 w 2841671"/>
                  <a:gd name="connsiteY5" fmla="*/ 304939 h 315742"/>
                  <a:gd name="connsiteX6" fmla="*/ 2551746 w 2841671"/>
                  <a:gd name="connsiteY6" fmla="*/ 304568 h 315742"/>
                  <a:gd name="connsiteX7" fmla="*/ 2533011 w 2841671"/>
                  <a:gd name="connsiteY7" fmla="*/ 294877 h 315742"/>
                  <a:gd name="connsiteX8" fmla="*/ 2132057 w 2841671"/>
                  <a:gd name="connsiteY8" fmla="*/ 294025 h 315742"/>
                  <a:gd name="connsiteX9" fmla="*/ 2130147 w 2841671"/>
                  <a:gd name="connsiteY9" fmla="*/ 293545 h 315742"/>
                  <a:gd name="connsiteX10" fmla="*/ 2115070 w 2841671"/>
                  <a:gd name="connsiteY10" fmla="*/ 284116 h 315742"/>
                  <a:gd name="connsiteX11" fmla="*/ 1983518 w 2841671"/>
                  <a:gd name="connsiteY11" fmla="*/ 283854 h 315742"/>
                  <a:gd name="connsiteX12" fmla="*/ 1981607 w 2841671"/>
                  <a:gd name="connsiteY12" fmla="*/ 283330 h 315742"/>
                  <a:gd name="connsiteX13" fmla="*/ 1967912 w 2841671"/>
                  <a:gd name="connsiteY13" fmla="*/ 274163 h 315742"/>
                  <a:gd name="connsiteX14" fmla="*/ 1706190 w 2841671"/>
                  <a:gd name="connsiteY14" fmla="*/ 273639 h 315742"/>
                  <a:gd name="connsiteX15" fmla="*/ 1574436 w 2841671"/>
                  <a:gd name="connsiteY15" fmla="*/ 264429 h 315742"/>
                  <a:gd name="connsiteX16" fmla="*/ 1572647 w 2841671"/>
                  <a:gd name="connsiteY16" fmla="*/ 263839 h 315742"/>
                  <a:gd name="connsiteX17" fmla="*/ 1561756 w 2841671"/>
                  <a:gd name="connsiteY17" fmla="*/ 254847 h 315742"/>
                  <a:gd name="connsiteX18" fmla="*/ 1551555 w 2841671"/>
                  <a:gd name="connsiteY18" fmla="*/ 244130 h 315742"/>
                  <a:gd name="connsiteX19" fmla="*/ 1420004 w 2841671"/>
                  <a:gd name="connsiteY19" fmla="*/ 227083 h 315742"/>
                  <a:gd name="connsiteX20" fmla="*/ 1294101 w 2841671"/>
                  <a:gd name="connsiteY20" fmla="*/ 208596 h 315742"/>
                  <a:gd name="connsiteX21" fmla="*/ 1164825 w 2841671"/>
                  <a:gd name="connsiteY21" fmla="*/ 184783 h 315742"/>
                  <a:gd name="connsiteX22" fmla="*/ 1163158 w 2841671"/>
                  <a:gd name="connsiteY22" fmla="*/ 183867 h 315742"/>
                  <a:gd name="connsiteX23" fmla="*/ 1155803 w 2841671"/>
                  <a:gd name="connsiteY23" fmla="*/ 170924 h 315742"/>
                  <a:gd name="connsiteX24" fmla="*/ 1148975 w 2841671"/>
                  <a:gd name="connsiteY24" fmla="*/ 158024 h 315742"/>
                  <a:gd name="connsiteX25" fmla="*/ 1023276 w 2841671"/>
                  <a:gd name="connsiteY25" fmla="*/ 134321 h 315742"/>
                  <a:gd name="connsiteX26" fmla="*/ 895707 w 2841671"/>
                  <a:gd name="connsiteY26" fmla="*/ 110879 h 315742"/>
                  <a:gd name="connsiteX27" fmla="*/ 769682 w 2841671"/>
                  <a:gd name="connsiteY27" fmla="*/ 87066 h 315742"/>
                  <a:gd name="connsiteX28" fmla="*/ 643088 w 2841671"/>
                  <a:gd name="connsiteY28" fmla="*/ 68142 h 315742"/>
                  <a:gd name="connsiteX29" fmla="*/ 516698 w 2841671"/>
                  <a:gd name="connsiteY29" fmla="*/ 53126 h 315742"/>
                  <a:gd name="connsiteX30" fmla="*/ 390186 w 2841671"/>
                  <a:gd name="connsiteY30" fmla="*/ 36669 h 315742"/>
                  <a:gd name="connsiteX31" fmla="*/ 261886 w 2841671"/>
                  <a:gd name="connsiteY31" fmla="*/ 20953 h 315742"/>
                  <a:gd name="connsiteX32" fmla="*/ 132650 w 2841671"/>
                  <a:gd name="connsiteY32" fmla="*/ 9014 h 315742"/>
                  <a:gd name="connsiteX33" fmla="*/ 11502 w 2841671"/>
                  <a:gd name="connsiteY33" fmla="*/ 2990 h 315742"/>
                  <a:gd name="connsiteX34" fmla="*/ 2480 w 2841671"/>
                  <a:gd name="connsiteY34" fmla="*/ 2816 h 315742"/>
                  <a:gd name="connsiteX35" fmla="*/ 1 w 2841671"/>
                  <a:gd name="connsiteY35" fmla="*/ 1331 h 315742"/>
                  <a:gd name="connsiteX36" fmla="*/ 2561 w 2841671"/>
                  <a:gd name="connsiteY36" fmla="*/ 0 h 315742"/>
                  <a:gd name="connsiteX37" fmla="*/ 2643 w 2841671"/>
                  <a:gd name="connsiteY37" fmla="*/ 0 h 315742"/>
                  <a:gd name="connsiteX38" fmla="*/ 11827 w 2841671"/>
                  <a:gd name="connsiteY38" fmla="*/ 153 h 315742"/>
                  <a:gd name="connsiteX39" fmla="*/ 133260 w 2841671"/>
                  <a:gd name="connsiteY39" fmla="*/ 6177 h 315742"/>
                  <a:gd name="connsiteX40" fmla="*/ 262820 w 2841671"/>
                  <a:gd name="connsiteY40" fmla="*/ 18160 h 315742"/>
                  <a:gd name="connsiteX41" fmla="*/ 391202 w 2841671"/>
                  <a:gd name="connsiteY41" fmla="*/ 33875 h 315742"/>
                  <a:gd name="connsiteX42" fmla="*/ 517714 w 2841671"/>
                  <a:gd name="connsiteY42" fmla="*/ 50332 h 315742"/>
                  <a:gd name="connsiteX43" fmla="*/ 644308 w 2841671"/>
                  <a:gd name="connsiteY43" fmla="*/ 65414 h 315742"/>
                  <a:gd name="connsiteX44" fmla="*/ 771104 w 2841671"/>
                  <a:gd name="connsiteY44" fmla="*/ 84381 h 315742"/>
                  <a:gd name="connsiteX45" fmla="*/ 897982 w 2841671"/>
                  <a:gd name="connsiteY45" fmla="*/ 108369 h 315742"/>
                  <a:gd name="connsiteX46" fmla="*/ 1024292 w 2841671"/>
                  <a:gd name="connsiteY46" fmla="*/ 131549 h 315742"/>
                  <a:gd name="connsiteX47" fmla="*/ 1151780 w 2841671"/>
                  <a:gd name="connsiteY47" fmla="*/ 155580 h 315742"/>
                  <a:gd name="connsiteX48" fmla="*/ 1153365 w 2841671"/>
                  <a:gd name="connsiteY48" fmla="*/ 156540 h 315742"/>
                  <a:gd name="connsiteX49" fmla="*/ 1160598 w 2841671"/>
                  <a:gd name="connsiteY49" fmla="*/ 170072 h 315742"/>
                  <a:gd name="connsiteX50" fmla="*/ 1167548 w 2841671"/>
                  <a:gd name="connsiteY50" fmla="*/ 182383 h 315742"/>
                  <a:gd name="connsiteX51" fmla="*/ 1295523 w 2841671"/>
                  <a:gd name="connsiteY51" fmla="*/ 205868 h 315742"/>
                  <a:gd name="connsiteX52" fmla="*/ 1300969 w 2841671"/>
                  <a:gd name="connsiteY52" fmla="*/ 206676 h 315742"/>
                  <a:gd name="connsiteX53" fmla="*/ 1425693 w 2841671"/>
                  <a:gd name="connsiteY53" fmla="*/ 225010 h 315742"/>
                  <a:gd name="connsiteX54" fmla="*/ 1553669 w 2841671"/>
                  <a:gd name="connsiteY54" fmla="*/ 241576 h 315742"/>
                  <a:gd name="connsiteX55" fmla="*/ 1555334 w 2841671"/>
                  <a:gd name="connsiteY55" fmla="*/ 242275 h 315742"/>
                  <a:gd name="connsiteX56" fmla="*/ 1566063 w 2841671"/>
                  <a:gd name="connsiteY56" fmla="*/ 253363 h 315742"/>
                  <a:gd name="connsiteX57" fmla="*/ 1576183 w 2841671"/>
                  <a:gd name="connsiteY57" fmla="*/ 261722 h 315742"/>
                  <a:gd name="connsiteX58" fmla="*/ 1706475 w 2841671"/>
                  <a:gd name="connsiteY58" fmla="*/ 270824 h 315742"/>
                  <a:gd name="connsiteX59" fmla="*/ 1969091 w 2841671"/>
                  <a:gd name="connsiteY59" fmla="*/ 271348 h 315742"/>
                  <a:gd name="connsiteX60" fmla="*/ 1971082 w 2841671"/>
                  <a:gd name="connsiteY60" fmla="*/ 271828 h 315742"/>
                  <a:gd name="connsiteX61" fmla="*/ 1984777 w 2841671"/>
                  <a:gd name="connsiteY61" fmla="*/ 281039 h 315742"/>
                  <a:gd name="connsiteX62" fmla="*/ 2116248 w 2841671"/>
                  <a:gd name="connsiteY62" fmla="*/ 281300 h 315742"/>
                  <a:gd name="connsiteX63" fmla="*/ 2118158 w 2841671"/>
                  <a:gd name="connsiteY63" fmla="*/ 281781 h 315742"/>
                  <a:gd name="connsiteX64" fmla="*/ 2133236 w 2841671"/>
                  <a:gd name="connsiteY64" fmla="*/ 291210 h 315742"/>
                  <a:gd name="connsiteX65" fmla="*/ 2533987 w 2841671"/>
                  <a:gd name="connsiteY65" fmla="*/ 292061 h 315742"/>
                  <a:gd name="connsiteX66" fmla="*/ 2535652 w 2841671"/>
                  <a:gd name="connsiteY66" fmla="*/ 292432 h 315742"/>
                  <a:gd name="connsiteX67" fmla="*/ 2554510 w 2841671"/>
                  <a:gd name="connsiteY67" fmla="*/ 302123 h 315742"/>
                  <a:gd name="connsiteX68" fmla="*/ 2688744 w 2841671"/>
                  <a:gd name="connsiteY68" fmla="*/ 302385 h 315742"/>
                  <a:gd name="connsiteX69" fmla="*/ 2690451 w 2841671"/>
                  <a:gd name="connsiteY69" fmla="*/ 302756 h 315742"/>
                  <a:gd name="connsiteX70" fmla="*/ 2710811 w 2841671"/>
                  <a:gd name="connsiteY70" fmla="*/ 312665 h 315742"/>
                  <a:gd name="connsiteX71" fmla="*/ 2839193 w 2841671"/>
                  <a:gd name="connsiteY71" fmla="*/ 312927 h 315742"/>
                  <a:gd name="connsiteX72" fmla="*/ 2841672 w 2841671"/>
                  <a:gd name="connsiteY72" fmla="*/ 314302 h 315742"/>
                  <a:gd name="connsiteX73" fmla="*/ 2839193 w 2841671"/>
                  <a:gd name="connsiteY73" fmla="*/ 315743 h 315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841671" h="315742">
                    <a:moveTo>
                      <a:pt x="2839153" y="315743"/>
                    </a:moveTo>
                    <a:lnTo>
                      <a:pt x="2839153" y="315743"/>
                    </a:lnTo>
                    <a:lnTo>
                      <a:pt x="2709795" y="315481"/>
                    </a:lnTo>
                    <a:cubicBezTo>
                      <a:pt x="2709186" y="315481"/>
                      <a:pt x="2708617" y="315328"/>
                      <a:pt x="2708089" y="315110"/>
                    </a:cubicBezTo>
                    <a:lnTo>
                      <a:pt x="2687769" y="305201"/>
                    </a:lnTo>
                    <a:lnTo>
                      <a:pt x="2553535" y="304939"/>
                    </a:lnTo>
                    <a:cubicBezTo>
                      <a:pt x="2552843" y="304939"/>
                      <a:pt x="2552234" y="304786"/>
                      <a:pt x="2551746" y="304568"/>
                    </a:cubicBezTo>
                    <a:lnTo>
                      <a:pt x="2533011" y="294877"/>
                    </a:lnTo>
                    <a:lnTo>
                      <a:pt x="2132057" y="294025"/>
                    </a:lnTo>
                    <a:cubicBezTo>
                      <a:pt x="2131366" y="294025"/>
                      <a:pt x="2130675" y="293873"/>
                      <a:pt x="2130147" y="293545"/>
                    </a:cubicBezTo>
                    <a:lnTo>
                      <a:pt x="2115070" y="284116"/>
                    </a:lnTo>
                    <a:lnTo>
                      <a:pt x="1983518" y="283854"/>
                    </a:lnTo>
                    <a:cubicBezTo>
                      <a:pt x="1982827" y="283854"/>
                      <a:pt x="1982136" y="283636"/>
                      <a:pt x="1981607" y="283330"/>
                    </a:cubicBezTo>
                    <a:lnTo>
                      <a:pt x="1967912" y="274163"/>
                    </a:lnTo>
                    <a:lnTo>
                      <a:pt x="1706190" y="273639"/>
                    </a:lnTo>
                    <a:lnTo>
                      <a:pt x="1574436" y="264429"/>
                    </a:lnTo>
                    <a:cubicBezTo>
                      <a:pt x="1573663" y="264363"/>
                      <a:pt x="1573054" y="264167"/>
                      <a:pt x="1572647" y="263839"/>
                    </a:cubicBezTo>
                    <a:lnTo>
                      <a:pt x="1561756" y="254847"/>
                    </a:lnTo>
                    <a:lnTo>
                      <a:pt x="1551555" y="244130"/>
                    </a:lnTo>
                    <a:lnTo>
                      <a:pt x="1420004" y="227083"/>
                    </a:lnTo>
                    <a:lnTo>
                      <a:pt x="1294101" y="208596"/>
                    </a:lnTo>
                    <a:lnTo>
                      <a:pt x="1164825" y="184783"/>
                    </a:lnTo>
                    <a:cubicBezTo>
                      <a:pt x="1164053" y="184674"/>
                      <a:pt x="1163443" y="184303"/>
                      <a:pt x="1163158" y="183867"/>
                    </a:cubicBezTo>
                    <a:lnTo>
                      <a:pt x="1155803" y="170924"/>
                    </a:lnTo>
                    <a:lnTo>
                      <a:pt x="1148975" y="158024"/>
                    </a:lnTo>
                    <a:lnTo>
                      <a:pt x="1023276" y="134321"/>
                    </a:lnTo>
                    <a:lnTo>
                      <a:pt x="895707" y="110879"/>
                    </a:lnTo>
                    <a:lnTo>
                      <a:pt x="769682" y="87066"/>
                    </a:lnTo>
                    <a:lnTo>
                      <a:pt x="643088" y="68142"/>
                    </a:lnTo>
                    <a:lnTo>
                      <a:pt x="516698" y="53126"/>
                    </a:lnTo>
                    <a:lnTo>
                      <a:pt x="390186" y="36669"/>
                    </a:lnTo>
                    <a:lnTo>
                      <a:pt x="261886" y="20953"/>
                    </a:lnTo>
                    <a:lnTo>
                      <a:pt x="132650" y="9014"/>
                    </a:lnTo>
                    <a:lnTo>
                      <a:pt x="11502" y="2990"/>
                    </a:lnTo>
                    <a:lnTo>
                      <a:pt x="2480" y="2816"/>
                    </a:lnTo>
                    <a:cubicBezTo>
                      <a:pt x="1058" y="2772"/>
                      <a:pt x="-40" y="2117"/>
                      <a:pt x="1" y="1331"/>
                    </a:cubicBezTo>
                    <a:cubicBezTo>
                      <a:pt x="42" y="589"/>
                      <a:pt x="1180" y="0"/>
                      <a:pt x="2561" y="0"/>
                    </a:cubicBezTo>
                    <a:lnTo>
                      <a:pt x="2643" y="0"/>
                    </a:lnTo>
                    <a:lnTo>
                      <a:pt x="11827" y="153"/>
                    </a:lnTo>
                    <a:lnTo>
                      <a:pt x="133260" y="6177"/>
                    </a:lnTo>
                    <a:lnTo>
                      <a:pt x="262820" y="18160"/>
                    </a:lnTo>
                    <a:lnTo>
                      <a:pt x="391202" y="33875"/>
                    </a:lnTo>
                    <a:lnTo>
                      <a:pt x="517714" y="50332"/>
                    </a:lnTo>
                    <a:lnTo>
                      <a:pt x="644308" y="65414"/>
                    </a:lnTo>
                    <a:lnTo>
                      <a:pt x="771104" y="84381"/>
                    </a:lnTo>
                    <a:lnTo>
                      <a:pt x="897982" y="108369"/>
                    </a:lnTo>
                    <a:lnTo>
                      <a:pt x="1024292" y="131549"/>
                    </a:lnTo>
                    <a:lnTo>
                      <a:pt x="1151780" y="155580"/>
                    </a:lnTo>
                    <a:cubicBezTo>
                      <a:pt x="1152592" y="155754"/>
                      <a:pt x="1153161" y="156060"/>
                      <a:pt x="1153365" y="156540"/>
                    </a:cubicBezTo>
                    <a:lnTo>
                      <a:pt x="1160598" y="170072"/>
                    </a:lnTo>
                    <a:lnTo>
                      <a:pt x="1167548" y="182383"/>
                    </a:lnTo>
                    <a:lnTo>
                      <a:pt x="1295523" y="205868"/>
                    </a:lnTo>
                    <a:lnTo>
                      <a:pt x="1300969" y="206676"/>
                    </a:lnTo>
                    <a:lnTo>
                      <a:pt x="1425693" y="225010"/>
                    </a:lnTo>
                    <a:lnTo>
                      <a:pt x="1553669" y="241576"/>
                    </a:lnTo>
                    <a:cubicBezTo>
                      <a:pt x="1554440" y="241620"/>
                      <a:pt x="1555050" y="241904"/>
                      <a:pt x="1555334" y="242275"/>
                    </a:cubicBezTo>
                    <a:lnTo>
                      <a:pt x="1566063" y="253363"/>
                    </a:lnTo>
                    <a:lnTo>
                      <a:pt x="1576183" y="261722"/>
                    </a:lnTo>
                    <a:lnTo>
                      <a:pt x="1706475" y="270824"/>
                    </a:lnTo>
                    <a:lnTo>
                      <a:pt x="1969091" y="271348"/>
                    </a:lnTo>
                    <a:cubicBezTo>
                      <a:pt x="1969862" y="271348"/>
                      <a:pt x="1970594" y="271500"/>
                      <a:pt x="1971082" y="271828"/>
                    </a:cubicBezTo>
                    <a:lnTo>
                      <a:pt x="1984777" y="281039"/>
                    </a:lnTo>
                    <a:lnTo>
                      <a:pt x="2116248" y="281300"/>
                    </a:lnTo>
                    <a:cubicBezTo>
                      <a:pt x="2116939" y="281300"/>
                      <a:pt x="2117630" y="281519"/>
                      <a:pt x="2118158" y="281781"/>
                    </a:cubicBezTo>
                    <a:lnTo>
                      <a:pt x="2133236" y="291210"/>
                    </a:lnTo>
                    <a:lnTo>
                      <a:pt x="2533987" y="292061"/>
                    </a:lnTo>
                    <a:cubicBezTo>
                      <a:pt x="2534596" y="292061"/>
                      <a:pt x="2535287" y="292170"/>
                      <a:pt x="2535652" y="292432"/>
                    </a:cubicBezTo>
                    <a:lnTo>
                      <a:pt x="2554510" y="302123"/>
                    </a:lnTo>
                    <a:lnTo>
                      <a:pt x="2688744" y="302385"/>
                    </a:lnTo>
                    <a:cubicBezTo>
                      <a:pt x="2689353" y="302385"/>
                      <a:pt x="2689922" y="302538"/>
                      <a:pt x="2690451" y="302756"/>
                    </a:cubicBezTo>
                    <a:lnTo>
                      <a:pt x="2710811" y="312665"/>
                    </a:lnTo>
                    <a:lnTo>
                      <a:pt x="2839193" y="312927"/>
                    </a:lnTo>
                    <a:cubicBezTo>
                      <a:pt x="2840575" y="312927"/>
                      <a:pt x="2841672" y="313560"/>
                      <a:pt x="2841672" y="314302"/>
                    </a:cubicBezTo>
                    <a:cubicBezTo>
                      <a:pt x="2841672" y="315110"/>
                      <a:pt x="2840575" y="315743"/>
                      <a:pt x="2839193" y="3157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 name="Freeform: Shape 56">
                <a:extLst>
                  <a:ext uri="{FF2B5EF4-FFF2-40B4-BE49-F238E27FC236}">
                    <a16:creationId xmlns:a16="http://schemas.microsoft.com/office/drawing/2014/main" id="{285044BD-F572-44C0-A428-163D22850FBC}"/>
                  </a:ext>
                </a:extLst>
              </p:cNvPr>
              <p:cNvSpPr/>
              <p:nvPr/>
            </p:nvSpPr>
            <p:spPr>
              <a:xfrm>
                <a:off x="323086" y="5637106"/>
                <a:ext cx="1284185" cy="68906"/>
              </a:xfrm>
              <a:custGeom>
                <a:avLst/>
                <a:gdLst>
                  <a:gd name="connsiteX0" fmla="*/ 1281584 w 1284185"/>
                  <a:gd name="connsiteY0" fmla="*/ 68885 h 68906"/>
                  <a:gd name="connsiteX1" fmla="*/ 1281543 w 1284185"/>
                  <a:gd name="connsiteY1" fmla="*/ 68885 h 68906"/>
                  <a:gd name="connsiteX2" fmla="*/ 1238139 w 1284185"/>
                  <a:gd name="connsiteY2" fmla="*/ 68361 h 68906"/>
                  <a:gd name="connsiteX3" fmla="*/ 1145968 w 1284185"/>
                  <a:gd name="connsiteY3" fmla="*/ 62075 h 68906"/>
                  <a:gd name="connsiteX4" fmla="*/ 1066598 w 1284185"/>
                  <a:gd name="connsiteY4" fmla="*/ 53824 h 68906"/>
                  <a:gd name="connsiteX5" fmla="*/ 1053024 w 1284185"/>
                  <a:gd name="connsiteY5" fmla="*/ 50834 h 68906"/>
                  <a:gd name="connsiteX6" fmla="*/ 992105 w 1284185"/>
                  <a:gd name="connsiteY6" fmla="*/ 41187 h 68906"/>
                  <a:gd name="connsiteX7" fmla="*/ 962885 w 1284185"/>
                  <a:gd name="connsiteY7" fmla="*/ 41143 h 68906"/>
                  <a:gd name="connsiteX8" fmla="*/ 962234 w 1284185"/>
                  <a:gd name="connsiteY8" fmla="*/ 41143 h 68906"/>
                  <a:gd name="connsiteX9" fmla="*/ 874574 w 1284185"/>
                  <a:gd name="connsiteY9" fmla="*/ 27938 h 68906"/>
                  <a:gd name="connsiteX10" fmla="*/ 866649 w 1284185"/>
                  <a:gd name="connsiteY10" fmla="*/ 27414 h 68906"/>
                  <a:gd name="connsiteX11" fmla="*/ 840477 w 1284185"/>
                  <a:gd name="connsiteY11" fmla="*/ 23682 h 68906"/>
                  <a:gd name="connsiteX12" fmla="*/ 748346 w 1284185"/>
                  <a:gd name="connsiteY12" fmla="*/ 16021 h 68906"/>
                  <a:gd name="connsiteX13" fmla="*/ 656297 w 1284185"/>
                  <a:gd name="connsiteY13" fmla="*/ 12245 h 68906"/>
                  <a:gd name="connsiteX14" fmla="*/ 625126 w 1284185"/>
                  <a:gd name="connsiteY14" fmla="*/ 11830 h 68906"/>
                  <a:gd name="connsiteX15" fmla="*/ 531613 w 1284185"/>
                  <a:gd name="connsiteY15" fmla="*/ 11393 h 68906"/>
                  <a:gd name="connsiteX16" fmla="*/ 468987 w 1284185"/>
                  <a:gd name="connsiteY16" fmla="*/ 9167 h 68906"/>
                  <a:gd name="connsiteX17" fmla="*/ 446675 w 1284185"/>
                  <a:gd name="connsiteY17" fmla="*/ 9385 h 68906"/>
                  <a:gd name="connsiteX18" fmla="*/ 431313 w 1284185"/>
                  <a:gd name="connsiteY18" fmla="*/ 9233 h 68906"/>
                  <a:gd name="connsiteX19" fmla="*/ 399777 w 1284185"/>
                  <a:gd name="connsiteY19" fmla="*/ 8010 h 68906"/>
                  <a:gd name="connsiteX20" fmla="*/ 345848 w 1284185"/>
                  <a:gd name="connsiteY20" fmla="*/ 4060 h 68906"/>
                  <a:gd name="connsiteX21" fmla="*/ 273427 w 1284185"/>
                  <a:gd name="connsiteY21" fmla="*/ 4976 h 68906"/>
                  <a:gd name="connsiteX22" fmla="*/ 243272 w 1284185"/>
                  <a:gd name="connsiteY22" fmla="*/ 7574 h 68906"/>
                  <a:gd name="connsiteX23" fmla="*/ 182759 w 1284185"/>
                  <a:gd name="connsiteY23" fmla="*/ 5064 h 68906"/>
                  <a:gd name="connsiteX24" fmla="*/ 160082 w 1284185"/>
                  <a:gd name="connsiteY24" fmla="*/ 6657 h 68906"/>
                  <a:gd name="connsiteX25" fmla="*/ 154189 w 1284185"/>
                  <a:gd name="connsiteY25" fmla="*/ 6548 h 68906"/>
                  <a:gd name="connsiteX26" fmla="*/ 135332 w 1284185"/>
                  <a:gd name="connsiteY26" fmla="*/ 4365 h 68906"/>
                  <a:gd name="connsiteX27" fmla="*/ 96643 w 1284185"/>
                  <a:gd name="connsiteY27" fmla="*/ 4736 h 68906"/>
                  <a:gd name="connsiteX28" fmla="*/ 2439 w 1284185"/>
                  <a:gd name="connsiteY28" fmla="*/ 2816 h 68906"/>
                  <a:gd name="connsiteX29" fmla="*/ 1 w 1284185"/>
                  <a:gd name="connsiteY29" fmla="*/ 1375 h 68906"/>
                  <a:gd name="connsiteX30" fmla="*/ 2643 w 1284185"/>
                  <a:gd name="connsiteY30" fmla="*/ 0 h 68906"/>
                  <a:gd name="connsiteX31" fmla="*/ 96684 w 1284185"/>
                  <a:gd name="connsiteY31" fmla="*/ 1921 h 68906"/>
                  <a:gd name="connsiteX32" fmla="*/ 135820 w 1284185"/>
                  <a:gd name="connsiteY32" fmla="*/ 1593 h 68906"/>
                  <a:gd name="connsiteX33" fmla="*/ 154758 w 1284185"/>
                  <a:gd name="connsiteY33" fmla="*/ 3776 h 68906"/>
                  <a:gd name="connsiteX34" fmla="*/ 159838 w 1284185"/>
                  <a:gd name="connsiteY34" fmla="*/ 3820 h 68906"/>
                  <a:gd name="connsiteX35" fmla="*/ 182637 w 1284185"/>
                  <a:gd name="connsiteY35" fmla="*/ 2226 h 68906"/>
                  <a:gd name="connsiteX36" fmla="*/ 243069 w 1284185"/>
                  <a:gd name="connsiteY36" fmla="*/ 4780 h 68906"/>
                  <a:gd name="connsiteX37" fmla="*/ 272980 w 1284185"/>
                  <a:gd name="connsiteY37" fmla="*/ 2117 h 68906"/>
                  <a:gd name="connsiteX38" fmla="*/ 346091 w 1284185"/>
                  <a:gd name="connsiteY38" fmla="*/ 1200 h 68906"/>
                  <a:gd name="connsiteX39" fmla="*/ 400264 w 1284185"/>
                  <a:gd name="connsiteY39" fmla="*/ 5195 h 68906"/>
                  <a:gd name="connsiteX40" fmla="*/ 431557 w 1284185"/>
                  <a:gd name="connsiteY40" fmla="*/ 6352 h 68906"/>
                  <a:gd name="connsiteX41" fmla="*/ 446675 w 1284185"/>
                  <a:gd name="connsiteY41" fmla="*/ 6570 h 68906"/>
                  <a:gd name="connsiteX42" fmla="*/ 469149 w 1284185"/>
                  <a:gd name="connsiteY42" fmla="*/ 6352 h 68906"/>
                  <a:gd name="connsiteX43" fmla="*/ 531816 w 1284185"/>
                  <a:gd name="connsiteY43" fmla="*/ 8534 h 68906"/>
                  <a:gd name="connsiteX44" fmla="*/ 656540 w 1284185"/>
                  <a:gd name="connsiteY44" fmla="*/ 9385 h 68906"/>
                  <a:gd name="connsiteX45" fmla="*/ 748956 w 1284185"/>
                  <a:gd name="connsiteY45" fmla="*/ 13161 h 68906"/>
                  <a:gd name="connsiteX46" fmla="*/ 841534 w 1284185"/>
                  <a:gd name="connsiteY46" fmla="*/ 20888 h 68906"/>
                  <a:gd name="connsiteX47" fmla="*/ 867624 w 1284185"/>
                  <a:gd name="connsiteY47" fmla="*/ 24620 h 68906"/>
                  <a:gd name="connsiteX48" fmla="*/ 875631 w 1284185"/>
                  <a:gd name="connsiteY48" fmla="*/ 25144 h 68906"/>
                  <a:gd name="connsiteX49" fmla="*/ 963291 w 1284185"/>
                  <a:gd name="connsiteY49" fmla="*/ 38371 h 68906"/>
                  <a:gd name="connsiteX50" fmla="*/ 992552 w 1284185"/>
                  <a:gd name="connsiteY50" fmla="*/ 38371 h 68906"/>
                  <a:gd name="connsiteX51" fmla="*/ 993243 w 1284185"/>
                  <a:gd name="connsiteY51" fmla="*/ 38415 h 68906"/>
                  <a:gd name="connsiteX52" fmla="*/ 1054690 w 1284185"/>
                  <a:gd name="connsiteY52" fmla="*/ 48171 h 68906"/>
                  <a:gd name="connsiteX53" fmla="*/ 1068102 w 1284185"/>
                  <a:gd name="connsiteY53" fmla="*/ 51161 h 68906"/>
                  <a:gd name="connsiteX54" fmla="*/ 1146821 w 1284185"/>
                  <a:gd name="connsiteY54" fmla="*/ 59325 h 68906"/>
                  <a:gd name="connsiteX55" fmla="*/ 1238546 w 1284185"/>
                  <a:gd name="connsiteY55" fmla="*/ 65567 h 68906"/>
                  <a:gd name="connsiteX56" fmla="*/ 1281705 w 1284185"/>
                  <a:gd name="connsiteY56" fmla="*/ 66091 h 68906"/>
                  <a:gd name="connsiteX57" fmla="*/ 1284184 w 1284185"/>
                  <a:gd name="connsiteY57" fmla="*/ 67531 h 68906"/>
                  <a:gd name="connsiteX58" fmla="*/ 1281665 w 1284185"/>
                  <a:gd name="connsiteY58" fmla="*/ 68906 h 6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84185" h="68906">
                    <a:moveTo>
                      <a:pt x="1281584" y="68885"/>
                    </a:moveTo>
                    <a:lnTo>
                      <a:pt x="1281543" y="68885"/>
                    </a:lnTo>
                    <a:lnTo>
                      <a:pt x="1238139" y="68361"/>
                    </a:lnTo>
                    <a:lnTo>
                      <a:pt x="1145968" y="62075"/>
                    </a:lnTo>
                    <a:lnTo>
                      <a:pt x="1066598" y="53824"/>
                    </a:lnTo>
                    <a:lnTo>
                      <a:pt x="1053024" y="50834"/>
                    </a:lnTo>
                    <a:lnTo>
                      <a:pt x="992105" y="41187"/>
                    </a:lnTo>
                    <a:lnTo>
                      <a:pt x="962885" y="41143"/>
                    </a:lnTo>
                    <a:lnTo>
                      <a:pt x="962234" y="41143"/>
                    </a:lnTo>
                    <a:lnTo>
                      <a:pt x="874574" y="27938"/>
                    </a:lnTo>
                    <a:lnTo>
                      <a:pt x="866649" y="27414"/>
                    </a:lnTo>
                    <a:lnTo>
                      <a:pt x="840477" y="23682"/>
                    </a:lnTo>
                    <a:lnTo>
                      <a:pt x="748346" y="16021"/>
                    </a:lnTo>
                    <a:lnTo>
                      <a:pt x="656297" y="12245"/>
                    </a:lnTo>
                    <a:lnTo>
                      <a:pt x="625126" y="11830"/>
                    </a:lnTo>
                    <a:lnTo>
                      <a:pt x="531613" y="11393"/>
                    </a:lnTo>
                    <a:lnTo>
                      <a:pt x="468987" y="9167"/>
                    </a:lnTo>
                    <a:lnTo>
                      <a:pt x="446675" y="9385"/>
                    </a:lnTo>
                    <a:lnTo>
                      <a:pt x="431313" y="9233"/>
                    </a:lnTo>
                    <a:lnTo>
                      <a:pt x="399777" y="8010"/>
                    </a:lnTo>
                    <a:lnTo>
                      <a:pt x="345848" y="4060"/>
                    </a:lnTo>
                    <a:lnTo>
                      <a:pt x="273427" y="4976"/>
                    </a:lnTo>
                    <a:lnTo>
                      <a:pt x="243272" y="7574"/>
                    </a:lnTo>
                    <a:lnTo>
                      <a:pt x="182759" y="5064"/>
                    </a:lnTo>
                    <a:lnTo>
                      <a:pt x="160082" y="6657"/>
                    </a:lnTo>
                    <a:lnTo>
                      <a:pt x="154189" y="6548"/>
                    </a:lnTo>
                    <a:lnTo>
                      <a:pt x="135332" y="4365"/>
                    </a:lnTo>
                    <a:lnTo>
                      <a:pt x="96643" y="4736"/>
                    </a:lnTo>
                    <a:lnTo>
                      <a:pt x="2439" y="2816"/>
                    </a:lnTo>
                    <a:cubicBezTo>
                      <a:pt x="1058" y="2816"/>
                      <a:pt x="-40" y="2117"/>
                      <a:pt x="1" y="1375"/>
                    </a:cubicBezTo>
                    <a:cubicBezTo>
                      <a:pt x="42" y="589"/>
                      <a:pt x="1139" y="44"/>
                      <a:pt x="2643" y="0"/>
                    </a:cubicBezTo>
                    <a:lnTo>
                      <a:pt x="96684" y="1921"/>
                    </a:lnTo>
                    <a:lnTo>
                      <a:pt x="135820" y="1593"/>
                    </a:lnTo>
                    <a:lnTo>
                      <a:pt x="154758" y="3776"/>
                    </a:lnTo>
                    <a:lnTo>
                      <a:pt x="159838" y="3820"/>
                    </a:lnTo>
                    <a:lnTo>
                      <a:pt x="182637" y="2226"/>
                    </a:lnTo>
                    <a:lnTo>
                      <a:pt x="243069" y="4780"/>
                    </a:lnTo>
                    <a:lnTo>
                      <a:pt x="272980" y="2117"/>
                    </a:lnTo>
                    <a:lnTo>
                      <a:pt x="346091" y="1200"/>
                    </a:lnTo>
                    <a:lnTo>
                      <a:pt x="400264" y="5195"/>
                    </a:lnTo>
                    <a:lnTo>
                      <a:pt x="431557" y="6352"/>
                    </a:lnTo>
                    <a:lnTo>
                      <a:pt x="446675" y="6570"/>
                    </a:lnTo>
                    <a:lnTo>
                      <a:pt x="469149" y="6352"/>
                    </a:lnTo>
                    <a:lnTo>
                      <a:pt x="531816" y="8534"/>
                    </a:lnTo>
                    <a:lnTo>
                      <a:pt x="656540" y="9385"/>
                    </a:lnTo>
                    <a:lnTo>
                      <a:pt x="748956" y="13161"/>
                    </a:lnTo>
                    <a:lnTo>
                      <a:pt x="841534" y="20888"/>
                    </a:lnTo>
                    <a:lnTo>
                      <a:pt x="867624" y="24620"/>
                    </a:lnTo>
                    <a:lnTo>
                      <a:pt x="875631" y="25144"/>
                    </a:lnTo>
                    <a:lnTo>
                      <a:pt x="963291" y="38371"/>
                    </a:lnTo>
                    <a:lnTo>
                      <a:pt x="992552" y="38371"/>
                    </a:lnTo>
                    <a:cubicBezTo>
                      <a:pt x="992552" y="38371"/>
                      <a:pt x="992999" y="38371"/>
                      <a:pt x="993243" y="38415"/>
                    </a:cubicBezTo>
                    <a:lnTo>
                      <a:pt x="1054690" y="48171"/>
                    </a:lnTo>
                    <a:lnTo>
                      <a:pt x="1068102" y="51161"/>
                    </a:lnTo>
                    <a:lnTo>
                      <a:pt x="1146821" y="59325"/>
                    </a:lnTo>
                    <a:lnTo>
                      <a:pt x="1238546" y="65567"/>
                    </a:lnTo>
                    <a:lnTo>
                      <a:pt x="1281705" y="66091"/>
                    </a:lnTo>
                    <a:cubicBezTo>
                      <a:pt x="1283087" y="66091"/>
                      <a:pt x="1284225" y="66724"/>
                      <a:pt x="1284184" y="67531"/>
                    </a:cubicBezTo>
                    <a:cubicBezTo>
                      <a:pt x="1284184" y="68273"/>
                      <a:pt x="1283047" y="68906"/>
                      <a:pt x="1281665" y="689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 name="Freeform: Shape 57">
                <a:extLst>
                  <a:ext uri="{FF2B5EF4-FFF2-40B4-BE49-F238E27FC236}">
                    <a16:creationId xmlns:a16="http://schemas.microsoft.com/office/drawing/2014/main" id="{AFD388F2-8B8C-472F-8FF2-AF0577285558}"/>
                  </a:ext>
                </a:extLst>
              </p:cNvPr>
              <p:cNvSpPr/>
              <p:nvPr/>
            </p:nvSpPr>
            <p:spPr>
              <a:xfrm>
                <a:off x="8808070" y="6369212"/>
                <a:ext cx="3383929" cy="9843"/>
              </a:xfrm>
              <a:custGeom>
                <a:avLst/>
                <a:gdLst>
                  <a:gd name="connsiteX0" fmla="*/ 3383930 w 3383929"/>
                  <a:gd name="connsiteY0" fmla="*/ 7094 h 9843"/>
                  <a:gd name="connsiteX1" fmla="*/ 2560 w 3383929"/>
                  <a:gd name="connsiteY1" fmla="*/ 0 h 9843"/>
                  <a:gd name="connsiteX2" fmla="*/ 2560 w 3383929"/>
                  <a:gd name="connsiteY2" fmla="*/ 0 h 9843"/>
                  <a:gd name="connsiteX3" fmla="*/ 0 w 3383929"/>
                  <a:gd name="connsiteY3" fmla="*/ 1441 h 9843"/>
                  <a:gd name="connsiteX4" fmla="*/ 2560 w 3383929"/>
                  <a:gd name="connsiteY4" fmla="*/ 2816 h 9843"/>
                  <a:gd name="connsiteX5" fmla="*/ 3383930 w 3383929"/>
                  <a:gd name="connsiteY5" fmla="*/ 9844 h 9843"/>
                  <a:gd name="connsiteX6" fmla="*/ 3383930 w 3383929"/>
                  <a:gd name="connsiteY6" fmla="*/ 7072 h 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83929" h="9843">
                    <a:moveTo>
                      <a:pt x="3383930" y="7094"/>
                    </a:moveTo>
                    <a:lnTo>
                      <a:pt x="2560" y="0"/>
                    </a:lnTo>
                    <a:lnTo>
                      <a:pt x="2560" y="0"/>
                    </a:lnTo>
                    <a:cubicBezTo>
                      <a:pt x="1178" y="0"/>
                      <a:pt x="0" y="633"/>
                      <a:pt x="0" y="1441"/>
                    </a:cubicBezTo>
                    <a:cubicBezTo>
                      <a:pt x="0" y="2183"/>
                      <a:pt x="1178" y="2816"/>
                      <a:pt x="2560" y="2816"/>
                    </a:cubicBezTo>
                    <a:lnTo>
                      <a:pt x="3383930" y="9844"/>
                    </a:lnTo>
                    <a:lnTo>
                      <a:pt x="3383930" y="707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 name="Freeform: Shape 58">
                <a:extLst>
                  <a:ext uri="{FF2B5EF4-FFF2-40B4-BE49-F238E27FC236}">
                    <a16:creationId xmlns:a16="http://schemas.microsoft.com/office/drawing/2014/main" id="{65A84DA9-1274-47CB-8ED3-B95DEE6E65AD}"/>
                  </a:ext>
                </a:extLst>
              </p:cNvPr>
              <p:cNvSpPr/>
              <p:nvPr/>
            </p:nvSpPr>
            <p:spPr>
              <a:xfrm>
                <a:off x="0" y="6207053"/>
                <a:ext cx="1119293" cy="44928"/>
              </a:xfrm>
              <a:custGeom>
                <a:avLst/>
                <a:gdLst>
                  <a:gd name="connsiteX0" fmla="*/ 1116462 w 1119293"/>
                  <a:gd name="connsiteY0" fmla="*/ 10 h 44928"/>
                  <a:gd name="connsiteX1" fmla="*/ 984748 w 1119293"/>
                  <a:gd name="connsiteY1" fmla="*/ 10290 h 44928"/>
                  <a:gd name="connsiteX2" fmla="*/ 853156 w 1119293"/>
                  <a:gd name="connsiteY2" fmla="*/ 20417 h 44928"/>
                  <a:gd name="connsiteX3" fmla="*/ 721523 w 1119293"/>
                  <a:gd name="connsiteY3" fmla="*/ 28471 h 44928"/>
                  <a:gd name="connsiteX4" fmla="*/ 590093 w 1119293"/>
                  <a:gd name="connsiteY4" fmla="*/ 37267 h 44928"/>
                  <a:gd name="connsiteX5" fmla="*/ 458866 w 1119293"/>
                  <a:gd name="connsiteY5" fmla="*/ 41960 h 44928"/>
                  <a:gd name="connsiteX6" fmla="*/ 327680 w 1119293"/>
                  <a:gd name="connsiteY6" fmla="*/ 41414 h 44928"/>
                  <a:gd name="connsiteX7" fmla="*/ 196535 w 1119293"/>
                  <a:gd name="connsiteY7" fmla="*/ 40083 h 44928"/>
                  <a:gd name="connsiteX8" fmla="*/ 65471 w 1119293"/>
                  <a:gd name="connsiteY8" fmla="*/ 42113 h 44928"/>
                  <a:gd name="connsiteX9" fmla="*/ 0 w 1119293"/>
                  <a:gd name="connsiteY9" fmla="*/ 42069 h 44928"/>
                  <a:gd name="connsiteX10" fmla="*/ 0 w 1119293"/>
                  <a:gd name="connsiteY10" fmla="*/ 44885 h 44928"/>
                  <a:gd name="connsiteX11" fmla="*/ 65512 w 1119293"/>
                  <a:gd name="connsiteY11" fmla="*/ 44928 h 44928"/>
                  <a:gd name="connsiteX12" fmla="*/ 196535 w 1119293"/>
                  <a:gd name="connsiteY12" fmla="*/ 42855 h 44928"/>
                  <a:gd name="connsiteX13" fmla="*/ 327640 w 1119293"/>
                  <a:gd name="connsiteY13" fmla="*/ 44252 h 44928"/>
                  <a:gd name="connsiteX14" fmla="*/ 458988 w 1119293"/>
                  <a:gd name="connsiteY14" fmla="*/ 44776 h 44928"/>
                  <a:gd name="connsiteX15" fmla="*/ 590499 w 1119293"/>
                  <a:gd name="connsiteY15" fmla="*/ 40039 h 44928"/>
                  <a:gd name="connsiteX16" fmla="*/ 722010 w 1119293"/>
                  <a:gd name="connsiteY16" fmla="*/ 31243 h 44928"/>
                  <a:gd name="connsiteX17" fmla="*/ 853684 w 1119293"/>
                  <a:gd name="connsiteY17" fmla="*/ 23189 h 44928"/>
                  <a:gd name="connsiteX18" fmla="*/ 985398 w 1119293"/>
                  <a:gd name="connsiteY18" fmla="*/ 13127 h 44928"/>
                  <a:gd name="connsiteX19" fmla="*/ 1117153 w 1119293"/>
                  <a:gd name="connsiteY19" fmla="*/ 2781 h 44928"/>
                  <a:gd name="connsiteX20" fmla="*/ 1119266 w 1119293"/>
                  <a:gd name="connsiteY20" fmla="*/ 1188 h 44928"/>
                  <a:gd name="connsiteX21" fmla="*/ 1116381 w 1119293"/>
                  <a:gd name="connsiteY21" fmla="*/ 10 h 44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9293" h="44928">
                    <a:moveTo>
                      <a:pt x="1116462" y="10"/>
                    </a:moveTo>
                    <a:lnTo>
                      <a:pt x="984748" y="10290"/>
                    </a:lnTo>
                    <a:lnTo>
                      <a:pt x="853156" y="20417"/>
                    </a:lnTo>
                    <a:lnTo>
                      <a:pt x="721523" y="28471"/>
                    </a:lnTo>
                    <a:lnTo>
                      <a:pt x="590093" y="37267"/>
                    </a:lnTo>
                    <a:lnTo>
                      <a:pt x="458866" y="41960"/>
                    </a:lnTo>
                    <a:lnTo>
                      <a:pt x="327680" y="41414"/>
                    </a:lnTo>
                    <a:lnTo>
                      <a:pt x="196535" y="40083"/>
                    </a:lnTo>
                    <a:lnTo>
                      <a:pt x="65471" y="42113"/>
                    </a:lnTo>
                    <a:lnTo>
                      <a:pt x="0" y="42069"/>
                    </a:lnTo>
                    <a:lnTo>
                      <a:pt x="0" y="44885"/>
                    </a:lnTo>
                    <a:lnTo>
                      <a:pt x="65512" y="44928"/>
                    </a:lnTo>
                    <a:lnTo>
                      <a:pt x="196535" y="42855"/>
                    </a:lnTo>
                    <a:lnTo>
                      <a:pt x="327640" y="44252"/>
                    </a:lnTo>
                    <a:lnTo>
                      <a:pt x="458988" y="44776"/>
                    </a:lnTo>
                    <a:lnTo>
                      <a:pt x="590499" y="40039"/>
                    </a:lnTo>
                    <a:lnTo>
                      <a:pt x="722010" y="31243"/>
                    </a:lnTo>
                    <a:lnTo>
                      <a:pt x="853684" y="23189"/>
                    </a:lnTo>
                    <a:lnTo>
                      <a:pt x="985398" y="13127"/>
                    </a:lnTo>
                    <a:lnTo>
                      <a:pt x="1117153" y="2781"/>
                    </a:lnTo>
                    <a:cubicBezTo>
                      <a:pt x="1118535" y="2672"/>
                      <a:pt x="1119469" y="1996"/>
                      <a:pt x="1119266" y="1188"/>
                    </a:cubicBezTo>
                    <a:cubicBezTo>
                      <a:pt x="1119063" y="446"/>
                      <a:pt x="1117803" y="-78"/>
                      <a:pt x="1116381" y="1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 name="Freeform: Shape 59">
                <a:extLst>
                  <a:ext uri="{FF2B5EF4-FFF2-40B4-BE49-F238E27FC236}">
                    <a16:creationId xmlns:a16="http://schemas.microsoft.com/office/drawing/2014/main" id="{DC11307A-28E0-4D37-A7EC-02E506089BFC}"/>
                  </a:ext>
                </a:extLst>
              </p:cNvPr>
              <p:cNvSpPr/>
              <p:nvPr/>
            </p:nvSpPr>
            <p:spPr>
              <a:xfrm>
                <a:off x="2389224" y="5980457"/>
                <a:ext cx="867031" cy="22309"/>
              </a:xfrm>
              <a:custGeom>
                <a:avLst/>
                <a:gdLst>
                  <a:gd name="connsiteX0" fmla="*/ 2521 w 867031"/>
                  <a:gd name="connsiteY0" fmla="*/ 22309 h 22309"/>
                  <a:gd name="connsiteX1" fmla="*/ 1 w 867031"/>
                  <a:gd name="connsiteY1" fmla="*/ 20978 h 22309"/>
                  <a:gd name="connsiteX2" fmla="*/ 2439 w 867031"/>
                  <a:gd name="connsiteY2" fmla="*/ 19472 h 22309"/>
                  <a:gd name="connsiteX3" fmla="*/ 94692 w 867031"/>
                  <a:gd name="connsiteY3" fmla="*/ 18031 h 22309"/>
                  <a:gd name="connsiteX4" fmla="*/ 134479 w 867031"/>
                  <a:gd name="connsiteY4" fmla="*/ 16809 h 22309"/>
                  <a:gd name="connsiteX5" fmla="*/ 278873 w 867031"/>
                  <a:gd name="connsiteY5" fmla="*/ 9715 h 22309"/>
                  <a:gd name="connsiteX6" fmla="*/ 305329 w 867031"/>
                  <a:gd name="connsiteY6" fmla="*/ 4652 h 22309"/>
                  <a:gd name="connsiteX7" fmla="*/ 306345 w 867031"/>
                  <a:gd name="connsiteY7" fmla="*/ 4542 h 22309"/>
                  <a:gd name="connsiteX8" fmla="*/ 421641 w 867031"/>
                  <a:gd name="connsiteY8" fmla="*/ 8537 h 22309"/>
                  <a:gd name="connsiteX9" fmla="*/ 536977 w 867031"/>
                  <a:gd name="connsiteY9" fmla="*/ 11723 h 22309"/>
                  <a:gd name="connsiteX10" fmla="*/ 652273 w 867031"/>
                  <a:gd name="connsiteY10" fmla="*/ 10239 h 22309"/>
                  <a:gd name="connsiteX11" fmla="*/ 767772 w 867031"/>
                  <a:gd name="connsiteY11" fmla="*/ 6507 h 22309"/>
                  <a:gd name="connsiteX12" fmla="*/ 864170 w 867031"/>
                  <a:gd name="connsiteY12" fmla="*/ 3 h 22309"/>
                  <a:gd name="connsiteX13" fmla="*/ 867015 w 867031"/>
                  <a:gd name="connsiteY13" fmla="*/ 1225 h 22309"/>
                  <a:gd name="connsiteX14" fmla="*/ 864780 w 867031"/>
                  <a:gd name="connsiteY14" fmla="*/ 2774 h 22309"/>
                  <a:gd name="connsiteX15" fmla="*/ 864007 w 867031"/>
                  <a:gd name="connsiteY15" fmla="*/ 2884 h 22309"/>
                  <a:gd name="connsiteX16" fmla="*/ 768260 w 867031"/>
                  <a:gd name="connsiteY16" fmla="*/ 9279 h 22309"/>
                  <a:gd name="connsiteX17" fmla="*/ 652517 w 867031"/>
                  <a:gd name="connsiteY17" fmla="*/ 13077 h 22309"/>
                  <a:gd name="connsiteX18" fmla="*/ 536937 w 867031"/>
                  <a:gd name="connsiteY18" fmla="*/ 14561 h 22309"/>
                  <a:gd name="connsiteX19" fmla="*/ 421397 w 867031"/>
                  <a:gd name="connsiteY19" fmla="*/ 11352 h 22309"/>
                  <a:gd name="connsiteX20" fmla="*/ 306549 w 867031"/>
                  <a:gd name="connsiteY20" fmla="*/ 7402 h 22309"/>
                  <a:gd name="connsiteX21" fmla="*/ 280011 w 867031"/>
                  <a:gd name="connsiteY21" fmla="*/ 12400 h 22309"/>
                  <a:gd name="connsiteX22" fmla="*/ 134926 w 867031"/>
                  <a:gd name="connsiteY22" fmla="*/ 19537 h 22309"/>
                  <a:gd name="connsiteX23" fmla="*/ 95058 w 867031"/>
                  <a:gd name="connsiteY23" fmla="*/ 20760 h 22309"/>
                  <a:gd name="connsiteX24" fmla="*/ 2683 w 867031"/>
                  <a:gd name="connsiteY24" fmla="*/ 22244 h 22309"/>
                  <a:gd name="connsiteX25" fmla="*/ 2643 w 867031"/>
                  <a:gd name="connsiteY25" fmla="*/ 22244 h 2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67031" h="22309">
                    <a:moveTo>
                      <a:pt x="2521" y="22309"/>
                    </a:moveTo>
                    <a:cubicBezTo>
                      <a:pt x="1139" y="22309"/>
                      <a:pt x="1" y="21720"/>
                      <a:pt x="1" y="20978"/>
                    </a:cubicBezTo>
                    <a:cubicBezTo>
                      <a:pt x="-40" y="20170"/>
                      <a:pt x="1058" y="19537"/>
                      <a:pt x="2439" y="19472"/>
                    </a:cubicBezTo>
                    <a:lnTo>
                      <a:pt x="94692" y="18031"/>
                    </a:lnTo>
                    <a:lnTo>
                      <a:pt x="134479" y="16809"/>
                    </a:lnTo>
                    <a:lnTo>
                      <a:pt x="278873" y="9715"/>
                    </a:lnTo>
                    <a:lnTo>
                      <a:pt x="305329" y="4652"/>
                    </a:lnTo>
                    <a:cubicBezTo>
                      <a:pt x="305614" y="4608"/>
                      <a:pt x="305980" y="4542"/>
                      <a:pt x="306345" y="4542"/>
                    </a:cubicBezTo>
                    <a:lnTo>
                      <a:pt x="421641" y="8537"/>
                    </a:lnTo>
                    <a:lnTo>
                      <a:pt x="536977" y="11723"/>
                    </a:lnTo>
                    <a:lnTo>
                      <a:pt x="652273" y="10239"/>
                    </a:lnTo>
                    <a:lnTo>
                      <a:pt x="767772" y="6507"/>
                    </a:lnTo>
                    <a:lnTo>
                      <a:pt x="864170" y="3"/>
                    </a:lnTo>
                    <a:cubicBezTo>
                      <a:pt x="865552" y="-41"/>
                      <a:pt x="866852" y="483"/>
                      <a:pt x="867015" y="1225"/>
                    </a:cubicBezTo>
                    <a:cubicBezTo>
                      <a:pt x="867177" y="2032"/>
                      <a:pt x="866161" y="2709"/>
                      <a:pt x="864780" y="2774"/>
                    </a:cubicBezTo>
                    <a:lnTo>
                      <a:pt x="864007" y="2884"/>
                    </a:lnTo>
                    <a:lnTo>
                      <a:pt x="768260" y="9279"/>
                    </a:lnTo>
                    <a:lnTo>
                      <a:pt x="652517" y="13077"/>
                    </a:lnTo>
                    <a:lnTo>
                      <a:pt x="536937" y="14561"/>
                    </a:lnTo>
                    <a:lnTo>
                      <a:pt x="421397" y="11352"/>
                    </a:lnTo>
                    <a:lnTo>
                      <a:pt x="306549" y="7402"/>
                    </a:lnTo>
                    <a:lnTo>
                      <a:pt x="280011" y="12400"/>
                    </a:lnTo>
                    <a:lnTo>
                      <a:pt x="134926" y="19537"/>
                    </a:lnTo>
                    <a:lnTo>
                      <a:pt x="95058" y="20760"/>
                    </a:lnTo>
                    <a:lnTo>
                      <a:pt x="2683" y="22244"/>
                    </a:lnTo>
                    <a:lnTo>
                      <a:pt x="2643" y="2224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 name="Freeform: Shape 60">
                <a:extLst>
                  <a:ext uri="{FF2B5EF4-FFF2-40B4-BE49-F238E27FC236}">
                    <a16:creationId xmlns:a16="http://schemas.microsoft.com/office/drawing/2014/main" id="{3F926FBF-F57B-4F9F-B750-42A183772346}"/>
                  </a:ext>
                </a:extLst>
              </p:cNvPr>
              <p:cNvSpPr/>
              <p:nvPr/>
            </p:nvSpPr>
            <p:spPr>
              <a:xfrm>
                <a:off x="8786936" y="6359521"/>
                <a:ext cx="3405063" cy="9800"/>
              </a:xfrm>
              <a:custGeom>
                <a:avLst/>
                <a:gdLst>
                  <a:gd name="connsiteX0" fmla="*/ 3405064 w 3405063"/>
                  <a:gd name="connsiteY0" fmla="*/ 6985 h 9800"/>
                  <a:gd name="connsiteX1" fmla="*/ 2561 w 3405063"/>
                  <a:gd name="connsiteY1" fmla="*/ 0 h 9800"/>
                  <a:gd name="connsiteX2" fmla="*/ 2561 w 3405063"/>
                  <a:gd name="connsiteY2" fmla="*/ 0 h 9800"/>
                  <a:gd name="connsiteX3" fmla="*/ 0 w 3405063"/>
                  <a:gd name="connsiteY3" fmla="*/ 1375 h 9800"/>
                  <a:gd name="connsiteX4" fmla="*/ 2561 w 3405063"/>
                  <a:gd name="connsiteY4" fmla="*/ 2772 h 9800"/>
                  <a:gd name="connsiteX5" fmla="*/ 3405064 w 3405063"/>
                  <a:gd name="connsiteY5" fmla="*/ 9800 h 9800"/>
                  <a:gd name="connsiteX6" fmla="*/ 3405064 w 3405063"/>
                  <a:gd name="connsiteY6" fmla="*/ 6963 h 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05063" h="9800">
                    <a:moveTo>
                      <a:pt x="3405064" y="6985"/>
                    </a:moveTo>
                    <a:lnTo>
                      <a:pt x="2561" y="0"/>
                    </a:lnTo>
                    <a:lnTo>
                      <a:pt x="2561" y="0"/>
                    </a:lnTo>
                    <a:cubicBezTo>
                      <a:pt x="1179" y="0"/>
                      <a:pt x="0" y="589"/>
                      <a:pt x="0" y="1375"/>
                    </a:cubicBezTo>
                    <a:cubicBezTo>
                      <a:pt x="0" y="2117"/>
                      <a:pt x="1179" y="2772"/>
                      <a:pt x="2561" y="2772"/>
                    </a:cubicBezTo>
                    <a:lnTo>
                      <a:pt x="3405064" y="9800"/>
                    </a:lnTo>
                    <a:lnTo>
                      <a:pt x="3405064" y="696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 name="Freeform: Shape 61">
                <a:extLst>
                  <a:ext uri="{FF2B5EF4-FFF2-40B4-BE49-F238E27FC236}">
                    <a16:creationId xmlns:a16="http://schemas.microsoft.com/office/drawing/2014/main" id="{29DD9B6F-0113-4A17-B70E-09B80A750503}"/>
                  </a:ext>
                </a:extLst>
              </p:cNvPr>
              <p:cNvSpPr/>
              <p:nvPr/>
            </p:nvSpPr>
            <p:spPr>
              <a:xfrm>
                <a:off x="40" y="6157939"/>
                <a:ext cx="1207048" cy="58530"/>
              </a:xfrm>
              <a:custGeom>
                <a:avLst/>
                <a:gdLst>
                  <a:gd name="connsiteX0" fmla="*/ 1203879 w 1207048"/>
                  <a:gd name="connsiteY0" fmla="*/ 36 h 58530"/>
                  <a:gd name="connsiteX1" fmla="*/ 1074237 w 1207048"/>
                  <a:gd name="connsiteY1" fmla="*/ 13634 h 58530"/>
                  <a:gd name="connsiteX2" fmla="*/ 944758 w 1207048"/>
                  <a:gd name="connsiteY2" fmla="*/ 27646 h 58530"/>
                  <a:gd name="connsiteX3" fmla="*/ 815482 w 1207048"/>
                  <a:gd name="connsiteY3" fmla="*/ 37599 h 58530"/>
                  <a:gd name="connsiteX4" fmla="*/ 686166 w 1207048"/>
                  <a:gd name="connsiteY4" fmla="*/ 44409 h 58530"/>
                  <a:gd name="connsiteX5" fmla="*/ 557093 w 1207048"/>
                  <a:gd name="connsiteY5" fmla="*/ 50804 h 58530"/>
                  <a:gd name="connsiteX6" fmla="*/ 428061 w 1207048"/>
                  <a:gd name="connsiteY6" fmla="*/ 53533 h 58530"/>
                  <a:gd name="connsiteX7" fmla="*/ 299070 w 1207048"/>
                  <a:gd name="connsiteY7" fmla="*/ 54340 h 58530"/>
                  <a:gd name="connsiteX8" fmla="*/ 170282 w 1207048"/>
                  <a:gd name="connsiteY8" fmla="*/ 55715 h 58530"/>
                  <a:gd name="connsiteX9" fmla="*/ 41615 w 1207048"/>
                  <a:gd name="connsiteY9" fmla="*/ 53162 h 58530"/>
                  <a:gd name="connsiteX10" fmla="*/ 0 w 1207048"/>
                  <a:gd name="connsiteY10" fmla="*/ 52048 h 58530"/>
                  <a:gd name="connsiteX11" fmla="*/ 0 w 1207048"/>
                  <a:gd name="connsiteY11" fmla="*/ 54864 h 58530"/>
                  <a:gd name="connsiteX12" fmla="*/ 41372 w 1207048"/>
                  <a:gd name="connsiteY12" fmla="*/ 55977 h 58530"/>
                  <a:gd name="connsiteX13" fmla="*/ 170282 w 1207048"/>
                  <a:gd name="connsiteY13" fmla="*/ 58531 h 58530"/>
                  <a:gd name="connsiteX14" fmla="*/ 299232 w 1207048"/>
                  <a:gd name="connsiteY14" fmla="*/ 57156 h 58530"/>
                  <a:gd name="connsiteX15" fmla="*/ 428264 w 1207048"/>
                  <a:gd name="connsiteY15" fmla="*/ 56348 h 58530"/>
                  <a:gd name="connsiteX16" fmla="*/ 557459 w 1207048"/>
                  <a:gd name="connsiteY16" fmla="*/ 53642 h 58530"/>
                  <a:gd name="connsiteX17" fmla="*/ 686735 w 1207048"/>
                  <a:gd name="connsiteY17" fmla="*/ 47181 h 58530"/>
                  <a:gd name="connsiteX18" fmla="*/ 816133 w 1207048"/>
                  <a:gd name="connsiteY18" fmla="*/ 40415 h 58530"/>
                  <a:gd name="connsiteX19" fmla="*/ 945733 w 1207048"/>
                  <a:gd name="connsiteY19" fmla="*/ 30396 h 58530"/>
                  <a:gd name="connsiteX20" fmla="*/ 1075334 w 1207048"/>
                  <a:gd name="connsiteY20" fmla="*/ 16384 h 58530"/>
                  <a:gd name="connsiteX21" fmla="*/ 1204976 w 1207048"/>
                  <a:gd name="connsiteY21" fmla="*/ 2742 h 58530"/>
                  <a:gd name="connsiteX22" fmla="*/ 1207008 w 1207048"/>
                  <a:gd name="connsiteY22" fmla="*/ 1149 h 58530"/>
                  <a:gd name="connsiteX23" fmla="*/ 1204041 w 1207048"/>
                  <a:gd name="connsiteY23" fmla="*/ 36 h 58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07048" h="58530">
                    <a:moveTo>
                      <a:pt x="1203879" y="36"/>
                    </a:moveTo>
                    <a:lnTo>
                      <a:pt x="1074237" y="13634"/>
                    </a:lnTo>
                    <a:lnTo>
                      <a:pt x="944758" y="27646"/>
                    </a:lnTo>
                    <a:lnTo>
                      <a:pt x="815482" y="37599"/>
                    </a:lnTo>
                    <a:lnTo>
                      <a:pt x="686166" y="44409"/>
                    </a:lnTo>
                    <a:lnTo>
                      <a:pt x="557093" y="50804"/>
                    </a:lnTo>
                    <a:lnTo>
                      <a:pt x="428061" y="53533"/>
                    </a:lnTo>
                    <a:lnTo>
                      <a:pt x="299070" y="54340"/>
                    </a:lnTo>
                    <a:lnTo>
                      <a:pt x="170282" y="55715"/>
                    </a:lnTo>
                    <a:lnTo>
                      <a:pt x="41615" y="53162"/>
                    </a:lnTo>
                    <a:lnTo>
                      <a:pt x="0" y="52048"/>
                    </a:lnTo>
                    <a:lnTo>
                      <a:pt x="0" y="54864"/>
                    </a:lnTo>
                    <a:lnTo>
                      <a:pt x="41372" y="55977"/>
                    </a:lnTo>
                    <a:lnTo>
                      <a:pt x="170282" y="58531"/>
                    </a:lnTo>
                    <a:lnTo>
                      <a:pt x="299232" y="57156"/>
                    </a:lnTo>
                    <a:lnTo>
                      <a:pt x="428264" y="56348"/>
                    </a:lnTo>
                    <a:lnTo>
                      <a:pt x="557459" y="53642"/>
                    </a:lnTo>
                    <a:lnTo>
                      <a:pt x="686735" y="47181"/>
                    </a:lnTo>
                    <a:lnTo>
                      <a:pt x="816133" y="40415"/>
                    </a:lnTo>
                    <a:lnTo>
                      <a:pt x="945733" y="30396"/>
                    </a:lnTo>
                    <a:lnTo>
                      <a:pt x="1075334" y="16384"/>
                    </a:lnTo>
                    <a:lnTo>
                      <a:pt x="1204976" y="2742"/>
                    </a:lnTo>
                    <a:cubicBezTo>
                      <a:pt x="1206358" y="2633"/>
                      <a:pt x="1207252" y="1891"/>
                      <a:pt x="1207008" y="1149"/>
                    </a:cubicBezTo>
                    <a:cubicBezTo>
                      <a:pt x="1206724" y="341"/>
                      <a:pt x="1205382" y="-139"/>
                      <a:pt x="1204041" y="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 name="Freeform: Shape 62">
                <a:extLst>
                  <a:ext uri="{FF2B5EF4-FFF2-40B4-BE49-F238E27FC236}">
                    <a16:creationId xmlns:a16="http://schemas.microsoft.com/office/drawing/2014/main" id="{08B2B029-F515-44FD-BB20-3C320230BE63}"/>
                  </a:ext>
                </a:extLst>
              </p:cNvPr>
              <p:cNvSpPr/>
              <p:nvPr/>
            </p:nvSpPr>
            <p:spPr>
              <a:xfrm>
                <a:off x="2679800" y="6089509"/>
                <a:ext cx="551599" cy="68203"/>
              </a:xfrm>
              <a:custGeom>
                <a:avLst/>
                <a:gdLst>
                  <a:gd name="connsiteX0" fmla="*/ 2521 w 551599"/>
                  <a:gd name="connsiteY0" fmla="*/ 68204 h 68203"/>
                  <a:gd name="connsiteX1" fmla="*/ 1 w 551599"/>
                  <a:gd name="connsiteY1" fmla="*/ 66829 h 68203"/>
                  <a:gd name="connsiteX2" fmla="*/ 2480 w 551599"/>
                  <a:gd name="connsiteY2" fmla="*/ 65388 h 68203"/>
                  <a:gd name="connsiteX3" fmla="*/ 50801 w 551599"/>
                  <a:gd name="connsiteY3" fmla="*/ 64908 h 68203"/>
                  <a:gd name="connsiteX4" fmla="*/ 181215 w 551599"/>
                  <a:gd name="connsiteY4" fmla="*/ 55522 h 68203"/>
                  <a:gd name="connsiteX5" fmla="*/ 209622 w 551599"/>
                  <a:gd name="connsiteY5" fmla="*/ 44762 h 68203"/>
                  <a:gd name="connsiteX6" fmla="*/ 210963 w 551599"/>
                  <a:gd name="connsiteY6" fmla="*/ 44500 h 68203"/>
                  <a:gd name="connsiteX7" fmla="*/ 340402 w 551599"/>
                  <a:gd name="connsiteY7" fmla="*/ 42950 h 68203"/>
                  <a:gd name="connsiteX8" fmla="*/ 367143 w 551599"/>
                  <a:gd name="connsiteY8" fmla="*/ 33565 h 68203"/>
                  <a:gd name="connsiteX9" fmla="*/ 368443 w 551599"/>
                  <a:gd name="connsiteY9" fmla="*/ 33303 h 68203"/>
                  <a:gd name="connsiteX10" fmla="*/ 496662 w 551599"/>
                  <a:gd name="connsiteY10" fmla="*/ 30575 h 68203"/>
                  <a:gd name="connsiteX11" fmla="*/ 521859 w 551599"/>
                  <a:gd name="connsiteY11" fmla="*/ 18003 h 68203"/>
                  <a:gd name="connsiteX12" fmla="*/ 547056 w 551599"/>
                  <a:gd name="connsiteY12" fmla="*/ 520 h 68203"/>
                  <a:gd name="connsiteX13" fmla="*/ 550632 w 551599"/>
                  <a:gd name="connsiteY13" fmla="*/ 301 h 68203"/>
                  <a:gd name="connsiteX14" fmla="*/ 551039 w 551599"/>
                  <a:gd name="connsiteY14" fmla="*/ 2266 h 68203"/>
                  <a:gd name="connsiteX15" fmla="*/ 525517 w 551599"/>
                  <a:gd name="connsiteY15" fmla="*/ 19901 h 68203"/>
                  <a:gd name="connsiteX16" fmla="*/ 499385 w 551599"/>
                  <a:gd name="connsiteY16" fmla="*/ 33019 h 68203"/>
                  <a:gd name="connsiteX17" fmla="*/ 497760 w 551599"/>
                  <a:gd name="connsiteY17" fmla="*/ 33390 h 68203"/>
                  <a:gd name="connsiteX18" fmla="*/ 369337 w 551599"/>
                  <a:gd name="connsiteY18" fmla="*/ 36097 h 68203"/>
                  <a:gd name="connsiteX19" fmla="*/ 342596 w 551599"/>
                  <a:gd name="connsiteY19" fmla="*/ 45460 h 68203"/>
                  <a:gd name="connsiteX20" fmla="*/ 341296 w 551599"/>
                  <a:gd name="connsiteY20" fmla="*/ 45679 h 68203"/>
                  <a:gd name="connsiteX21" fmla="*/ 211898 w 551599"/>
                  <a:gd name="connsiteY21" fmla="*/ 47272 h 68203"/>
                  <a:gd name="connsiteX22" fmla="*/ 183613 w 551599"/>
                  <a:gd name="connsiteY22" fmla="*/ 58032 h 68203"/>
                  <a:gd name="connsiteX23" fmla="*/ 182475 w 551599"/>
                  <a:gd name="connsiteY23" fmla="*/ 58251 h 68203"/>
                  <a:gd name="connsiteX24" fmla="*/ 51207 w 551599"/>
                  <a:gd name="connsiteY24" fmla="*/ 67636 h 68203"/>
                  <a:gd name="connsiteX25" fmla="*/ 2602 w 551599"/>
                  <a:gd name="connsiteY25" fmla="*/ 68160 h 68203"/>
                  <a:gd name="connsiteX26" fmla="*/ 2561 w 551599"/>
                  <a:gd name="connsiteY26" fmla="*/ 68160 h 6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51599" h="68203">
                    <a:moveTo>
                      <a:pt x="2521" y="68204"/>
                    </a:moveTo>
                    <a:cubicBezTo>
                      <a:pt x="1139" y="68204"/>
                      <a:pt x="1" y="67571"/>
                      <a:pt x="1" y="66829"/>
                    </a:cubicBezTo>
                    <a:cubicBezTo>
                      <a:pt x="-40" y="66021"/>
                      <a:pt x="1098" y="65388"/>
                      <a:pt x="2480" y="65388"/>
                    </a:cubicBezTo>
                    <a:lnTo>
                      <a:pt x="50801" y="64908"/>
                    </a:lnTo>
                    <a:lnTo>
                      <a:pt x="181215" y="55522"/>
                    </a:lnTo>
                    <a:lnTo>
                      <a:pt x="209622" y="44762"/>
                    </a:lnTo>
                    <a:cubicBezTo>
                      <a:pt x="210029" y="44587"/>
                      <a:pt x="210476" y="44544"/>
                      <a:pt x="210963" y="44500"/>
                    </a:cubicBezTo>
                    <a:lnTo>
                      <a:pt x="340402" y="42950"/>
                    </a:lnTo>
                    <a:lnTo>
                      <a:pt x="367143" y="33565"/>
                    </a:lnTo>
                    <a:cubicBezTo>
                      <a:pt x="367549" y="33412"/>
                      <a:pt x="367996" y="33347"/>
                      <a:pt x="368443" y="33303"/>
                    </a:cubicBezTo>
                    <a:lnTo>
                      <a:pt x="496662" y="30575"/>
                    </a:lnTo>
                    <a:lnTo>
                      <a:pt x="521859" y="18003"/>
                    </a:lnTo>
                    <a:lnTo>
                      <a:pt x="547056" y="520"/>
                    </a:lnTo>
                    <a:cubicBezTo>
                      <a:pt x="547950" y="-70"/>
                      <a:pt x="549535" y="-179"/>
                      <a:pt x="550632" y="301"/>
                    </a:cubicBezTo>
                    <a:cubicBezTo>
                      <a:pt x="551730" y="781"/>
                      <a:pt x="551933" y="1698"/>
                      <a:pt x="551039" y="2266"/>
                    </a:cubicBezTo>
                    <a:lnTo>
                      <a:pt x="525517" y="19901"/>
                    </a:lnTo>
                    <a:lnTo>
                      <a:pt x="499385" y="33019"/>
                    </a:lnTo>
                    <a:cubicBezTo>
                      <a:pt x="498938" y="33238"/>
                      <a:pt x="498329" y="33347"/>
                      <a:pt x="497760" y="33390"/>
                    </a:cubicBezTo>
                    <a:lnTo>
                      <a:pt x="369337" y="36097"/>
                    </a:lnTo>
                    <a:lnTo>
                      <a:pt x="342596" y="45460"/>
                    </a:lnTo>
                    <a:cubicBezTo>
                      <a:pt x="342190" y="45635"/>
                      <a:pt x="341743" y="45679"/>
                      <a:pt x="341296" y="45679"/>
                    </a:cubicBezTo>
                    <a:lnTo>
                      <a:pt x="211898" y="47272"/>
                    </a:lnTo>
                    <a:lnTo>
                      <a:pt x="183613" y="58032"/>
                    </a:lnTo>
                    <a:cubicBezTo>
                      <a:pt x="183247" y="58142"/>
                      <a:pt x="182881" y="58185"/>
                      <a:pt x="182475" y="58251"/>
                    </a:cubicBezTo>
                    <a:lnTo>
                      <a:pt x="51207" y="67636"/>
                    </a:lnTo>
                    <a:lnTo>
                      <a:pt x="2602" y="68160"/>
                    </a:lnTo>
                    <a:lnTo>
                      <a:pt x="2561" y="681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 name="Freeform: Shape 63">
                <a:extLst>
                  <a:ext uri="{FF2B5EF4-FFF2-40B4-BE49-F238E27FC236}">
                    <a16:creationId xmlns:a16="http://schemas.microsoft.com/office/drawing/2014/main" id="{D57659D6-0052-40BB-A821-1D5F657908C2}"/>
                  </a:ext>
                </a:extLst>
              </p:cNvPr>
              <p:cNvSpPr/>
              <p:nvPr/>
            </p:nvSpPr>
            <p:spPr>
              <a:xfrm>
                <a:off x="8766170" y="6349917"/>
                <a:ext cx="3425829" cy="9800"/>
              </a:xfrm>
              <a:custGeom>
                <a:avLst/>
                <a:gdLst>
                  <a:gd name="connsiteX0" fmla="*/ 3425830 w 3425829"/>
                  <a:gd name="connsiteY0" fmla="*/ 6985 h 9800"/>
                  <a:gd name="connsiteX1" fmla="*/ 2478 w 3425829"/>
                  <a:gd name="connsiteY1" fmla="*/ 0 h 9800"/>
                  <a:gd name="connsiteX2" fmla="*/ 2478 w 3425829"/>
                  <a:gd name="connsiteY2" fmla="*/ 0 h 9800"/>
                  <a:gd name="connsiteX3" fmla="*/ 0 w 3425829"/>
                  <a:gd name="connsiteY3" fmla="*/ 1397 h 9800"/>
                  <a:gd name="connsiteX4" fmla="*/ 2478 w 3425829"/>
                  <a:gd name="connsiteY4" fmla="*/ 2772 h 9800"/>
                  <a:gd name="connsiteX5" fmla="*/ 3425830 w 3425829"/>
                  <a:gd name="connsiteY5" fmla="*/ 9800 h 9800"/>
                  <a:gd name="connsiteX6" fmla="*/ 3425830 w 3425829"/>
                  <a:gd name="connsiteY6" fmla="*/ 6985 h 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5829" h="9800">
                    <a:moveTo>
                      <a:pt x="3425830" y="6985"/>
                    </a:moveTo>
                    <a:lnTo>
                      <a:pt x="2478" y="0"/>
                    </a:lnTo>
                    <a:lnTo>
                      <a:pt x="2478" y="0"/>
                    </a:lnTo>
                    <a:cubicBezTo>
                      <a:pt x="1097" y="0"/>
                      <a:pt x="0" y="589"/>
                      <a:pt x="0" y="1397"/>
                    </a:cubicBezTo>
                    <a:cubicBezTo>
                      <a:pt x="0" y="2139"/>
                      <a:pt x="1097" y="2772"/>
                      <a:pt x="2478" y="2772"/>
                    </a:cubicBezTo>
                    <a:lnTo>
                      <a:pt x="3425830" y="9800"/>
                    </a:lnTo>
                    <a:lnTo>
                      <a:pt x="3425830" y="69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 name="Freeform: Shape 64">
                <a:extLst>
                  <a:ext uri="{FF2B5EF4-FFF2-40B4-BE49-F238E27FC236}">
                    <a16:creationId xmlns:a16="http://schemas.microsoft.com/office/drawing/2014/main" id="{A0A7E019-C53F-4671-93BC-93927BDF3D40}"/>
                  </a:ext>
                </a:extLst>
              </p:cNvPr>
              <p:cNvSpPr/>
              <p:nvPr/>
            </p:nvSpPr>
            <p:spPr>
              <a:xfrm>
                <a:off x="0" y="6004586"/>
                <a:ext cx="3619424" cy="270160"/>
              </a:xfrm>
              <a:custGeom>
                <a:avLst/>
                <a:gdLst>
                  <a:gd name="connsiteX0" fmla="*/ 3616554 w 3619424"/>
                  <a:gd name="connsiteY0" fmla="*/ 101 h 270160"/>
                  <a:gd name="connsiteX1" fmla="*/ 3556000 w 3619424"/>
                  <a:gd name="connsiteY1" fmla="*/ 4314 h 270160"/>
                  <a:gd name="connsiteX2" fmla="*/ 3439404 w 3619424"/>
                  <a:gd name="connsiteY2" fmla="*/ 5165 h 270160"/>
                  <a:gd name="connsiteX3" fmla="*/ 3437413 w 3619424"/>
                  <a:gd name="connsiteY3" fmla="*/ 5711 h 270160"/>
                  <a:gd name="connsiteX4" fmla="*/ 3393359 w 3619424"/>
                  <a:gd name="connsiteY4" fmla="*/ 36944 h 270160"/>
                  <a:gd name="connsiteX5" fmla="*/ 3275300 w 3619424"/>
                  <a:gd name="connsiteY5" fmla="*/ 35547 h 270160"/>
                  <a:gd name="connsiteX6" fmla="*/ 3273633 w 3619424"/>
                  <a:gd name="connsiteY6" fmla="*/ 35875 h 270160"/>
                  <a:gd name="connsiteX7" fmla="*/ 3249859 w 3619424"/>
                  <a:gd name="connsiteY7" fmla="*/ 46701 h 270160"/>
                  <a:gd name="connsiteX8" fmla="*/ 3226288 w 3619424"/>
                  <a:gd name="connsiteY8" fmla="*/ 58902 h 270160"/>
                  <a:gd name="connsiteX9" fmla="*/ 3202148 w 3619424"/>
                  <a:gd name="connsiteY9" fmla="*/ 66257 h 270160"/>
                  <a:gd name="connsiteX10" fmla="*/ 3177723 w 3619424"/>
                  <a:gd name="connsiteY10" fmla="*/ 71954 h 270160"/>
                  <a:gd name="connsiteX11" fmla="*/ 3152933 w 3619424"/>
                  <a:gd name="connsiteY11" fmla="*/ 75992 h 270160"/>
                  <a:gd name="connsiteX12" fmla="*/ 3127817 w 3619424"/>
                  <a:gd name="connsiteY12" fmla="*/ 76145 h 270160"/>
                  <a:gd name="connsiteX13" fmla="*/ 3126354 w 3619424"/>
                  <a:gd name="connsiteY13" fmla="*/ 76407 h 270160"/>
                  <a:gd name="connsiteX14" fmla="*/ 3099897 w 3619424"/>
                  <a:gd name="connsiteY14" fmla="*/ 87276 h 270160"/>
                  <a:gd name="connsiteX15" fmla="*/ 3073522 w 3619424"/>
                  <a:gd name="connsiteY15" fmla="*/ 104432 h 270160"/>
                  <a:gd name="connsiteX16" fmla="*/ 3047390 w 3619424"/>
                  <a:gd name="connsiteY16" fmla="*/ 118226 h 270160"/>
                  <a:gd name="connsiteX17" fmla="*/ 2919171 w 3619424"/>
                  <a:gd name="connsiteY17" fmla="*/ 116415 h 270160"/>
                  <a:gd name="connsiteX18" fmla="*/ 2790139 w 3619424"/>
                  <a:gd name="connsiteY18" fmla="*/ 120736 h 270160"/>
                  <a:gd name="connsiteX19" fmla="*/ 2788676 w 3619424"/>
                  <a:gd name="connsiteY19" fmla="*/ 121064 h 270160"/>
                  <a:gd name="connsiteX20" fmla="*/ 2759050 w 3619424"/>
                  <a:gd name="connsiteY20" fmla="*/ 134815 h 270160"/>
                  <a:gd name="connsiteX21" fmla="*/ 2729179 w 3619424"/>
                  <a:gd name="connsiteY21" fmla="*/ 150049 h 270160"/>
                  <a:gd name="connsiteX22" fmla="*/ 2699512 w 3619424"/>
                  <a:gd name="connsiteY22" fmla="*/ 158846 h 270160"/>
                  <a:gd name="connsiteX23" fmla="*/ 2651394 w 3619424"/>
                  <a:gd name="connsiteY23" fmla="*/ 159435 h 270160"/>
                  <a:gd name="connsiteX24" fmla="*/ 2650825 w 3619424"/>
                  <a:gd name="connsiteY24" fmla="*/ 159500 h 270160"/>
                  <a:gd name="connsiteX25" fmla="*/ 2567920 w 3619424"/>
                  <a:gd name="connsiteY25" fmla="*/ 160570 h 270160"/>
                  <a:gd name="connsiteX26" fmla="*/ 2435880 w 3619424"/>
                  <a:gd name="connsiteY26" fmla="*/ 160788 h 270160"/>
                  <a:gd name="connsiteX27" fmla="*/ 2303882 w 3619424"/>
                  <a:gd name="connsiteY27" fmla="*/ 157863 h 270160"/>
                  <a:gd name="connsiteX28" fmla="*/ 2302581 w 3619424"/>
                  <a:gd name="connsiteY28" fmla="*/ 158016 h 270160"/>
                  <a:gd name="connsiteX29" fmla="*/ 2268687 w 3619424"/>
                  <a:gd name="connsiteY29" fmla="*/ 167816 h 270160"/>
                  <a:gd name="connsiteX30" fmla="*/ 2136120 w 3619424"/>
                  <a:gd name="connsiteY30" fmla="*/ 172029 h 270160"/>
                  <a:gd name="connsiteX31" fmla="*/ 2003227 w 3619424"/>
                  <a:gd name="connsiteY31" fmla="*/ 171920 h 270160"/>
                  <a:gd name="connsiteX32" fmla="*/ 1869887 w 3619424"/>
                  <a:gd name="connsiteY32" fmla="*/ 166485 h 270160"/>
                  <a:gd name="connsiteX33" fmla="*/ 1603695 w 3619424"/>
                  <a:gd name="connsiteY33" fmla="*/ 181982 h 270160"/>
                  <a:gd name="connsiteX34" fmla="*/ 1470437 w 3619424"/>
                  <a:gd name="connsiteY34" fmla="*/ 190560 h 270160"/>
                  <a:gd name="connsiteX35" fmla="*/ 1337341 w 3619424"/>
                  <a:gd name="connsiteY35" fmla="*/ 206056 h 270160"/>
                  <a:gd name="connsiteX36" fmla="*/ 1204448 w 3619424"/>
                  <a:gd name="connsiteY36" fmla="*/ 220069 h 270160"/>
                  <a:gd name="connsiteX37" fmla="*/ 1078545 w 3619424"/>
                  <a:gd name="connsiteY37" fmla="*/ 229236 h 270160"/>
                  <a:gd name="connsiteX38" fmla="*/ 938784 w 3619424"/>
                  <a:gd name="connsiteY38" fmla="*/ 237967 h 270160"/>
                  <a:gd name="connsiteX39" fmla="*/ 673324 w 3619424"/>
                  <a:gd name="connsiteY39" fmla="*/ 253944 h 270160"/>
                  <a:gd name="connsiteX40" fmla="*/ 540756 w 3619424"/>
                  <a:gd name="connsiteY40" fmla="*/ 261561 h 270160"/>
                  <a:gd name="connsiteX41" fmla="*/ 408351 w 3619424"/>
                  <a:gd name="connsiteY41" fmla="*/ 266887 h 270160"/>
                  <a:gd name="connsiteX42" fmla="*/ 276189 w 3619424"/>
                  <a:gd name="connsiteY42" fmla="*/ 267367 h 270160"/>
                  <a:gd name="connsiteX43" fmla="*/ 143988 w 3619424"/>
                  <a:gd name="connsiteY43" fmla="*/ 263678 h 270160"/>
                  <a:gd name="connsiteX44" fmla="*/ 11786 w 3619424"/>
                  <a:gd name="connsiteY44" fmla="*/ 262827 h 270160"/>
                  <a:gd name="connsiteX45" fmla="*/ 0 w 3619424"/>
                  <a:gd name="connsiteY45" fmla="*/ 262827 h 270160"/>
                  <a:gd name="connsiteX46" fmla="*/ 0 w 3619424"/>
                  <a:gd name="connsiteY46" fmla="*/ 265643 h 270160"/>
                  <a:gd name="connsiteX47" fmla="*/ 11704 w 3619424"/>
                  <a:gd name="connsiteY47" fmla="*/ 265643 h 270160"/>
                  <a:gd name="connsiteX48" fmla="*/ 143784 w 3619424"/>
                  <a:gd name="connsiteY48" fmla="*/ 266494 h 270160"/>
                  <a:gd name="connsiteX49" fmla="*/ 276108 w 3619424"/>
                  <a:gd name="connsiteY49" fmla="*/ 270161 h 270160"/>
                  <a:gd name="connsiteX50" fmla="*/ 408595 w 3619424"/>
                  <a:gd name="connsiteY50" fmla="*/ 269681 h 270160"/>
                  <a:gd name="connsiteX51" fmla="*/ 541203 w 3619424"/>
                  <a:gd name="connsiteY51" fmla="*/ 264290 h 270160"/>
                  <a:gd name="connsiteX52" fmla="*/ 673852 w 3619424"/>
                  <a:gd name="connsiteY52" fmla="*/ 256672 h 270160"/>
                  <a:gd name="connsiteX53" fmla="*/ 939312 w 3619424"/>
                  <a:gd name="connsiteY53" fmla="*/ 240739 h 270160"/>
                  <a:gd name="connsiteX54" fmla="*/ 1075050 w 3619424"/>
                  <a:gd name="connsiteY54" fmla="*/ 232314 h 270160"/>
                  <a:gd name="connsiteX55" fmla="*/ 1205220 w 3619424"/>
                  <a:gd name="connsiteY55" fmla="*/ 222776 h 270160"/>
                  <a:gd name="connsiteX56" fmla="*/ 1338316 w 3619424"/>
                  <a:gd name="connsiteY56" fmla="*/ 208763 h 270160"/>
                  <a:gd name="connsiteX57" fmla="*/ 1471290 w 3619424"/>
                  <a:gd name="connsiteY57" fmla="*/ 193266 h 270160"/>
                  <a:gd name="connsiteX58" fmla="*/ 1604305 w 3619424"/>
                  <a:gd name="connsiteY58" fmla="*/ 184732 h 270160"/>
                  <a:gd name="connsiteX59" fmla="*/ 1870009 w 3619424"/>
                  <a:gd name="connsiteY59" fmla="*/ 169235 h 270160"/>
                  <a:gd name="connsiteX60" fmla="*/ 2003105 w 3619424"/>
                  <a:gd name="connsiteY60" fmla="*/ 174670 h 270160"/>
                  <a:gd name="connsiteX61" fmla="*/ 2136323 w 3619424"/>
                  <a:gd name="connsiteY61" fmla="*/ 174779 h 270160"/>
                  <a:gd name="connsiteX62" fmla="*/ 2269500 w 3619424"/>
                  <a:gd name="connsiteY62" fmla="*/ 170566 h 270160"/>
                  <a:gd name="connsiteX63" fmla="*/ 2270557 w 3619424"/>
                  <a:gd name="connsiteY63" fmla="*/ 170392 h 270160"/>
                  <a:gd name="connsiteX64" fmla="*/ 2304369 w 3619424"/>
                  <a:gd name="connsiteY64" fmla="*/ 160592 h 270160"/>
                  <a:gd name="connsiteX65" fmla="*/ 2435799 w 3619424"/>
                  <a:gd name="connsiteY65" fmla="*/ 163517 h 270160"/>
                  <a:gd name="connsiteX66" fmla="*/ 2568001 w 3619424"/>
                  <a:gd name="connsiteY66" fmla="*/ 163298 h 270160"/>
                  <a:gd name="connsiteX67" fmla="*/ 2651232 w 3619424"/>
                  <a:gd name="connsiteY67" fmla="*/ 162229 h 270160"/>
                  <a:gd name="connsiteX68" fmla="*/ 2651760 w 3619424"/>
                  <a:gd name="connsiteY68" fmla="*/ 162163 h 270160"/>
                  <a:gd name="connsiteX69" fmla="*/ 2700244 w 3619424"/>
                  <a:gd name="connsiteY69" fmla="*/ 161574 h 270160"/>
                  <a:gd name="connsiteX70" fmla="*/ 2701382 w 3619424"/>
                  <a:gd name="connsiteY70" fmla="*/ 161421 h 270160"/>
                  <a:gd name="connsiteX71" fmla="*/ 2731821 w 3619424"/>
                  <a:gd name="connsiteY71" fmla="*/ 152363 h 270160"/>
                  <a:gd name="connsiteX72" fmla="*/ 2732390 w 3619424"/>
                  <a:gd name="connsiteY72" fmla="*/ 152189 h 270160"/>
                  <a:gd name="connsiteX73" fmla="*/ 2762342 w 3619424"/>
                  <a:gd name="connsiteY73" fmla="*/ 136844 h 270160"/>
                  <a:gd name="connsiteX74" fmla="*/ 2791277 w 3619424"/>
                  <a:gd name="connsiteY74" fmla="*/ 123421 h 270160"/>
                  <a:gd name="connsiteX75" fmla="*/ 2919253 w 3619424"/>
                  <a:gd name="connsiteY75" fmla="*/ 119165 h 270160"/>
                  <a:gd name="connsiteX76" fmla="*/ 3048244 w 3619424"/>
                  <a:gd name="connsiteY76" fmla="*/ 120977 h 270160"/>
                  <a:gd name="connsiteX77" fmla="*/ 3050073 w 3619424"/>
                  <a:gd name="connsiteY77" fmla="*/ 120606 h 270160"/>
                  <a:gd name="connsiteX78" fmla="*/ 3077220 w 3619424"/>
                  <a:gd name="connsiteY78" fmla="*/ 106265 h 270160"/>
                  <a:gd name="connsiteX79" fmla="*/ 3103311 w 3619424"/>
                  <a:gd name="connsiteY79" fmla="*/ 89219 h 270160"/>
                  <a:gd name="connsiteX80" fmla="*/ 3128711 w 3619424"/>
                  <a:gd name="connsiteY80" fmla="*/ 78895 h 270160"/>
                  <a:gd name="connsiteX81" fmla="*/ 3153380 w 3619424"/>
                  <a:gd name="connsiteY81" fmla="*/ 78677 h 270160"/>
                  <a:gd name="connsiteX82" fmla="*/ 3154030 w 3619424"/>
                  <a:gd name="connsiteY82" fmla="*/ 78611 h 270160"/>
                  <a:gd name="connsiteX83" fmla="*/ 3179430 w 3619424"/>
                  <a:gd name="connsiteY83" fmla="*/ 74508 h 270160"/>
                  <a:gd name="connsiteX84" fmla="*/ 3204383 w 3619424"/>
                  <a:gd name="connsiteY84" fmla="*/ 68658 h 270160"/>
                  <a:gd name="connsiteX85" fmla="*/ 3229295 w 3619424"/>
                  <a:gd name="connsiteY85" fmla="*/ 61085 h 270160"/>
                  <a:gd name="connsiteX86" fmla="*/ 3253191 w 3619424"/>
                  <a:gd name="connsiteY86" fmla="*/ 48731 h 270160"/>
                  <a:gd name="connsiteX87" fmla="*/ 3276153 w 3619424"/>
                  <a:gd name="connsiteY87" fmla="*/ 38276 h 270160"/>
                  <a:gd name="connsiteX88" fmla="*/ 3394497 w 3619424"/>
                  <a:gd name="connsiteY88" fmla="*/ 39673 h 270160"/>
                  <a:gd name="connsiteX89" fmla="*/ 3396569 w 3619424"/>
                  <a:gd name="connsiteY89" fmla="*/ 39149 h 270160"/>
                  <a:gd name="connsiteX90" fmla="*/ 3440623 w 3619424"/>
                  <a:gd name="connsiteY90" fmla="*/ 7915 h 270160"/>
                  <a:gd name="connsiteX91" fmla="*/ 3556325 w 3619424"/>
                  <a:gd name="connsiteY91" fmla="*/ 6998 h 270160"/>
                  <a:gd name="connsiteX92" fmla="*/ 3617204 w 3619424"/>
                  <a:gd name="connsiteY92" fmla="*/ 2786 h 270160"/>
                  <a:gd name="connsiteX93" fmla="*/ 3619398 w 3619424"/>
                  <a:gd name="connsiteY93" fmla="*/ 1236 h 270160"/>
                  <a:gd name="connsiteX94" fmla="*/ 3616554 w 3619424"/>
                  <a:gd name="connsiteY94" fmla="*/ 14 h 27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619424" h="270160">
                    <a:moveTo>
                      <a:pt x="3616554" y="101"/>
                    </a:moveTo>
                    <a:lnTo>
                      <a:pt x="3556000" y="4314"/>
                    </a:lnTo>
                    <a:lnTo>
                      <a:pt x="3439404" y="5165"/>
                    </a:lnTo>
                    <a:cubicBezTo>
                      <a:pt x="3438632" y="5165"/>
                      <a:pt x="3437941" y="5383"/>
                      <a:pt x="3437413" y="5711"/>
                    </a:cubicBezTo>
                    <a:lnTo>
                      <a:pt x="3393359" y="36944"/>
                    </a:lnTo>
                    <a:lnTo>
                      <a:pt x="3275300" y="35547"/>
                    </a:lnTo>
                    <a:cubicBezTo>
                      <a:pt x="3274731" y="35547"/>
                      <a:pt x="3274121" y="35657"/>
                      <a:pt x="3273633" y="35875"/>
                    </a:cubicBezTo>
                    <a:lnTo>
                      <a:pt x="3249859" y="46701"/>
                    </a:lnTo>
                    <a:lnTo>
                      <a:pt x="3226288" y="58902"/>
                    </a:lnTo>
                    <a:lnTo>
                      <a:pt x="3202148" y="66257"/>
                    </a:lnTo>
                    <a:lnTo>
                      <a:pt x="3177723" y="71954"/>
                    </a:lnTo>
                    <a:lnTo>
                      <a:pt x="3152933" y="75992"/>
                    </a:lnTo>
                    <a:lnTo>
                      <a:pt x="3127817" y="76145"/>
                    </a:lnTo>
                    <a:cubicBezTo>
                      <a:pt x="3127289" y="76145"/>
                      <a:pt x="3126760" y="76254"/>
                      <a:pt x="3126354" y="76407"/>
                    </a:cubicBezTo>
                    <a:lnTo>
                      <a:pt x="3099897" y="87276"/>
                    </a:lnTo>
                    <a:lnTo>
                      <a:pt x="3073522" y="104432"/>
                    </a:lnTo>
                    <a:lnTo>
                      <a:pt x="3047390" y="118226"/>
                    </a:lnTo>
                    <a:lnTo>
                      <a:pt x="2919171" y="116415"/>
                    </a:lnTo>
                    <a:lnTo>
                      <a:pt x="2790139" y="120736"/>
                    </a:lnTo>
                    <a:cubicBezTo>
                      <a:pt x="2789570" y="120736"/>
                      <a:pt x="2789042" y="120846"/>
                      <a:pt x="2788676" y="121064"/>
                    </a:cubicBezTo>
                    <a:lnTo>
                      <a:pt x="2759050" y="134815"/>
                    </a:lnTo>
                    <a:lnTo>
                      <a:pt x="2729179" y="150049"/>
                    </a:lnTo>
                    <a:lnTo>
                      <a:pt x="2699512" y="158846"/>
                    </a:lnTo>
                    <a:lnTo>
                      <a:pt x="2651394" y="159435"/>
                    </a:lnTo>
                    <a:cubicBezTo>
                      <a:pt x="2651394" y="159435"/>
                      <a:pt x="2651029" y="159500"/>
                      <a:pt x="2650825" y="159500"/>
                    </a:cubicBezTo>
                    <a:lnTo>
                      <a:pt x="2567920" y="160570"/>
                    </a:lnTo>
                    <a:lnTo>
                      <a:pt x="2435880" y="160788"/>
                    </a:lnTo>
                    <a:lnTo>
                      <a:pt x="2303882" y="157863"/>
                    </a:lnTo>
                    <a:cubicBezTo>
                      <a:pt x="2303435" y="157863"/>
                      <a:pt x="2302988" y="157907"/>
                      <a:pt x="2302581" y="158016"/>
                    </a:cubicBezTo>
                    <a:lnTo>
                      <a:pt x="2268687" y="167816"/>
                    </a:lnTo>
                    <a:lnTo>
                      <a:pt x="2136120" y="172029"/>
                    </a:lnTo>
                    <a:lnTo>
                      <a:pt x="2003227" y="171920"/>
                    </a:lnTo>
                    <a:lnTo>
                      <a:pt x="1869887" y="166485"/>
                    </a:lnTo>
                    <a:lnTo>
                      <a:pt x="1603695" y="181982"/>
                    </a:lnTo>
                    <a:lnTo>
                      <a:pt x="1470437" y="190560"/>
                    </a:lnTo>
                    <a:lnTo>
                      <a:pt x="1337341" y="206056"/>
                    </a:lnTo>
                    <a:lnTo>
                      <a:pt x="1204448" y="220069"/>
                    </a:lnTo>
                    <a:lnTo>
                      <a:pt x="1078545" y="229236"/>
                    </a:lnTo>
                    <a:lnTo>
                      <a:pt x="938784" y="237967"/>
                    </a:lnTo>
                    <a:lnTo>
                      <a:pt x="673324" y="253944"/>
                    </a:lnTo>
                    <a:lnTo>
                      <a:pt x="540756" y="261561"/>
                    </a:lnTo>
                    <a:lnTo>
                      <a:pt x="408351" y="266887"/>
                    </a:lnTo>
                    <a:lnTo>
                      <a:pt x="276189" y="267367"/>
                    </a:lnTo>
                    <a:lnTo>
                      <a:pt x="143988" y="263678"/>
                    </a:lnTo>
                    <a:lnTo>
                      <a:pt x="11786" y="262827"/>
                    </a:lnTo>
                    <a:lnTo>
                      <a:pt x="0" y="262827"/>
                    </a:lnTo>
                    <a:lnTo>
                      <a:pt x="0" y="265643"/>
                    </a:lnTo>
                    <a:lnTo>
                      <a:pt x="11704" y="265643"/>
                    </a:lnTo>
                    <a:lnTo>
                      <a:pt x="143784" y="266494"/>
                    </a:lnTo>
                    <a:lnTo>
                      <a:pt x="276108" y="270161"/>
                    </a:lnTo>
                    <a:lnTo>
                      <a:pt x="408595" y="269681"/>
                    </a:lnTo>
                    <a:lnTo>
                      <a:pt x="541203" y="264290"/>
                    </a:lnTo>
                    <a:lnTo>
                      <a:pt x="673852" y="256672"/>
                    </a:lnTo>
                    <a:lnTo>
                      <a:pt x="939312" y="240739"/>
                    </a:lnTo>
                    <a:lnTo>
                      <a:pt x="1075050" y="232314"/>
                    </a:lnTo>
                    <a:lnTo>
                      <a:pt x="1205220" y="222776"/>
                    </a:lnTo>
                    <a:lnTo>
                      <a:pt x="1338316" y="208763"/>
                    </a:lnTo>
                    <a:lnTo>
                      <a:pt x="1471290" y="193266"/>
                    </a:lnTo>
                    <a:lnTo>
                      <a:pt x="1604305" y="184732"/>
                    </a:lnTo>
                    <a:lnTo>
                      <a:pt x="1870009" y="169235"/>
                    </a:lnTo>
                    <a:lnTo>
                      <a:pt x="2003105" y="174670"/>
                    </a:lnTo>
                    <a:lnTo>
                      <a:pt x="2136323" y="174779"/>
                    </a:lnTo>
                    <a:lnTo>
                      <a:pt x="2269500" y="170566"/>
                    </a:lnTo>
                    <a:cubicBezTo>
                      <a:pt x="2269907" y="170501"/>
                      <a:pt x="2270232" y="170457"/>
                      <a:pt x="2270557" y="170392"/>
                    </a:cubicBezTo>
                    <a:lnTo>
                      <a:pt x="2304369" y="160592"/>
                    </a:lnTo>
                    <a:lnTo>
                      <a:pt x="2435799" y="163517"/>
                    </a:lnTo>
                    <a:lnTo>
                      <a:pt x="2568001" y="163298"/>
                    </a:lnTo>
                    <a:lnTo>
                      <a:pt x="2651232" y="162229"/>
                    </a:lnTo>
                    <a:cubicBezTo>
                      <a:pt x="2651232" y="162229"/>
                      <a:pt x="2651598" y="162163"/>
                      <a:pt x="2651760" y="162163"/>
                    </a:cubicBezTo>
                    <a:lnTo>
                      <a:pt x="2700244" y="161574"/>
                    </a:lnTo>
                    <a:cubicBezTo>
                      <a:pt x="2700650" y="161574"/>
                      <a:pt x="2701056" y="161508"/>
                      <a:pt x="2701382" y="161421"/>
                    </a:cubicBezTo>
                    <a:lnTo>
                      <a:pt x="2731821" y="152363"/>
                    </a:lnTo>
                    <a:cubicBezTo>
                      <a:pt x="2731821" y="152363"/>
                      <a:pt x="2732227" y="152254"/>
                      <a:pt x="2732390" y="152189"/>
                    </a:cubicBezTo>
                    <a:lnTo>
                      <a:pt x="2762342" y="136844"/>
                    </a:lnTo>
                    <a:lnTo>
                      <a:pt x="2791277" y="123421"/>
                    </a:lnTo>
                    <a:lnTo>
                      <a:pt x="2919253" y="119165"/>
                    </a:lnTo>
                    <a:lnTo>
                      <a:pt x="3048244" y="120977"/>
                    </a:lnTo>
                    <a:cubicBezTo>
                      <a:pt x="3049057" y="121020"/>
                      <a:pt x="3049585" y="120867"/>
                      <a:pt x="3050073" y="120606"/>
                    </a:cubicBezTo>
                    <a:lnTo>
                      <a:pt x="3077220" y="106265"/>
                    </a:lnTo>
                    <a:lnTo>
                      <a:pt x="3103311" y="89219"/>
                    </a:lnTo>
                    <a:lnTo>
                      <a:pt x="3128711" y="78895"/>
                    </a:lnTo>
                    <a:lnTo>
                      <a:pt x="3153380" y="78677"/>
                    </a:lnTo>
                    <a:cubicBezTo>
                      <a:pt x="3153583" y="78677"/>
                      <a:pt x="3153827" y="78677"/>
                      <a:pt x="3154030" y="78611"/>
                    </a:cubicBezTo>
                    <a:lnTo>
                      <a:pt x="3179430" y="74508"/>
                    </a:lnTo>
                    <a:lnTo>
                      <a:pt x="3204383" y="68658"/>
                    </a:lnTo>
                    <a:lnTo>
                      <a:pt x="3229295" y="61085"/>
                    </a:lnTo>
                    <a:lnTo>
                      <a:pt x="3253191" y="48731"/>
                    </a:lnTo>
                    <a:lnTo>
                      <a:pt x="3276153" y="38276"/>
                    </a:lnTo>
                    <a:lnTo>
                      <a:pt x="3394497" y="39673"/>
                    </a:lnTo>
                    <a:cubicBezTo>
                      <a:pt x="3395269" y="39673"/>
                      <a:pt x="3396082" y="39520"/>
                      <a:pt x="3396569" y="39149"/>
                    </a:cubicBezTo>
                    <a:lnTo>
                      <a:pt x="3440623" y="7915"/>
                    </a:lnTo>
                    <a:lnTo>
                      <a:pt x="3556325" y="6998"/>
                    </a:lnTo>
                    <a:lnTo>
                      <a:pt x="3617204" y="2786"/>
                    </a:lnTo>
                    <a:cubicBezTo>
                      <a:pt x="3618586" y="2742"/>
                      <a:pt x="3619602" y="2044"/>
                      <a:pt x="3619398" y="1236"/>
                    </a:cubicBezTo>
                    <a:cubicBezTo>
                      <a:pt x="3619236" y="450"/>
                      <a:pt x="3617854" y="-95"/>
                      <a:pt x="3616554" y="1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 name="Freeform: Shape 65">
                <a:extLst>
                  <a:ext uri="{FF2B5EF4-FFF2-40B4-BE49-F238E27FC236}">
                    <a16:creationId xmlns:a16="http://schemas.microsoft.com/office/drawing/2014/main" id="{34C67403-26DC-4035-BDF9-4F9451981718}"/>
                  </a:ext>
                </a:extLst>
              </p:cNvPr>
              <p:cNvSpPr/>
              <p:nvPr/>
            </p:nvSpPr>
            <p:spPr>
              <a:xfrm>
                <a:off x="6726584" y="6313527"/>
                <a:ext cx="604030" cy="77162"/>
              </a:xfrm>
              <a:custGeom>
                <a:avLst/>
                <a:gdLst>
                  <a:gd name="connsiteX0" fmla="*/ 601418 w 604030"/>
                  <a:gd name="connsiteY0" fmla="*/ 77163 h 77162"/>
                  <a:gd name="connsiteX1" fmla="*/ 600930 w 604030"/>
                  <a:gd name="connsiteY1" fmla="*/ 77097 h 77162"/>
                  <a:gd name="connsiteX2" fmla="*/ 560452 w 604030"/>
                  <a:gd name="connsiteY2" fmla="*/ 72623 h 77162"/>
                  <a:gd name="connsiteX3" fmla="*/ 424024 w 604030"/>
                  <a:gd name="connsiteY3" fmla="*/ 54660 h 77162"/>
                  <a:gd name="connsiteX4" fmla="*/ 291781 w 604030"/>
                  <a:gd name="connsiteY4" fmla="*/ 36434 h 77162"/>
                  <a:gd name="connsiteX5" fmla="*/ 290481 w 604030"/>
                  <a:gd name="connsiteY5" fmla="*/ 35954 h 77162"/>
                  <a:gd name="connsiteX6" fmla="*/ 286620 w 604030"/>
                  <a:gd name="connsiteY6" fmla="*/ 33444 h 77162"/>
                  <a:gd name="connsiteX7" fmla="*/ 281580 w 604030"/>
                  <a:gd name="connsiteY7" fmla="*/ 31305 h 77162"/>
                  <a:gd name="connsiteX8" fmla="*/ 274550 w 604030"/>
                  <a:gd name="connsiteY8" fmla="*/ 30563 h 77162"/>
                  <a:gd name="connsiteX9" fmla="*/ 180875 w 604030"/>
                  <a:gd name="connsiteY9" fmla="*/ 16660 h 77162"/>
                  <a:gd name="connsiteX10" fmla="*/ 122028 w 604030"/>
                  <a:gd name="connsiteY10" fmla="*/ 9850 h 77162"/>
                  <a:gd name="connsiteX11" fmla="*/ 75292 w 604030"/>
                  <a:gd name="connsiteY11" fmla="*/ 8038 h 77162"/>
                  <a:gd name="connsiteX12" fmla="*/ 2180 w 604030"/>
                  <a:gd name="connsiteY12" fmla="*/ 2822 h 77162"/>
                  <a:gd name="connsiteX13" fmla="*/ 27 w 604030"/>
                  <a:gd name="connsiteY13" fmla="*/ 1228 h 77162"/>
                  <a:gd name="connsiteX14" fmla="*/ 2912 w 604030"/>
                  <a:gd name="connsiteY14" fmla="*/ 6 h 77162"/>
                  <a:gd name="connsiteX15" fmla="*/ 75820 w 604030"/>
                  <a:gd name="connsiteY15" fmla="*/ 5288 h 77162"/>
                  <a:gd name="connsiteX16" fmla="*/ 122759 w 604030"/>
                  <a:gd name="connsiteY16" fmla="*/ 7100 h 77162"/>
                  <a:gd name="connsiteX17" fmla="*/ 182094 w 604030"/>
                  <a:gd name="connsiteY17" fmla="*/ 13975 h 77162"/>
                  <a:gd name="connsiteX18" fmla="*/ 278452 w 604030"/>
                  <a:gd name="connsiteY18" fmla="*/ 28206 h 77162"/>
                  <a:gd name="connsiteX19" fmla="*/ 283125 w 604030"/>
                  <a:gd name="connsiteY19" fmla="*/ 28621 h 77162"/>
                  <a:gd name="connsiteX20" fmla="*/ 284303 w 604030"/>
                  <a:gd name="connsiteY20" fmla="*/ 28882 h 77162"/>
                  <a:gd name="connsiteX21" fmla="*/ 290237 w 604030"/>
                  <a:gd name="connsiteY21" fmla="*/ 31436 h 77162"/>
                  <a:gd name="connsiteX22" fmla="*/ 293813 w 604030"/>
                  <a:gd name="connsiteY22" fmla="*/ 33837 h 77162"/>
                  <a:gd name="connsiteX23" fmla="*/ 429226 w 604030"/>
                  <a:gd name="connsiteY23" fmla="*/ 52433 h 77162"/>
                  <a:gd name="connsiteX24" fmla="*/ 561590 w 604030"/>
                  <a:gd name="connsiteY24" fmla="*/ 69916 h 77162"/>
                  <a:gd name="connsiteX25" fmla="*/ 601987 w 604030"/>
                  <a:gd name="connsiteY25" fmla="*/ 74325 h 77162"/>
                  <a:gd name="connsiteX26" fmla="*/ 603978 w 604030"/>
                  <a:gd name="connsiteY26" fmla="*/ 76028 h 77162"/>
                  <a:gd name="connsiteX27" fmla="*/ 601499 w 604030"/>
                  <a:gd name="connsiteY27" fmla="*/ 77141 h 77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4030" h="77162">
                    <a:moveTo>
                      <a:pt x="601418" y="77163"/>
                    </a:moveTo>
                    <a:cubicBezTo>
                      <a:pt x="601418" y="77163"/>
                      <a:pt x="601092" y="77163"/>
                      <a:pt x="600930" y="77097"/>
                    </a:cubicBezTo>
                    <a:lnTo>
                      <a:pt x="560452" y="72623"/>
                    </a:lnTo>
                    <a:lnTo>
                      <a:pt x="424024" y="54660"/>
                    </a:lnTo>
                    <a:lnTo>
                      <a:pt x="291781" y="36434"/>
                    </a:lnTo>
                    <a:cubicBezTo>
                      <a:pt x="291293" y="36369"/>
                      <a:pt x="290806" y="36216"/>
                      <a:pt x="290481" y="35954"/>
                    </a:cubicBezTo>
                    <a:lnTo>
                      <a:pt x="286620" y="33444"/>
                    </a:lnTo>
                    <a:lnTo>
                      <a:pt x="281580" y="31305"/>
                    </a:lnTo>
                    <a:lnTo>
                      <a:pt x="274550" y="30563"/>
                    </a:lnTo>
                    <a:lnTo>
                      <a:pt x="180875" y="16660"/>
                    </a:lnTo>
                    <a:lnTo>
                      <a:pt x="122028" y="9850"/>
                    </a:lnTo>
                    <a:lnTo>
                      <a:pt x="75292" y="8038"/>
                    </a:lnTo>
                    <a:lnTo>
                      <a:pt x="2180" y="2822"/>
                    </a:lnTo>
                    <a:cubicBezTo>
                      <a:pt x="799" y="2712"/>
                      <a:pt x="-177" y="2014"/>
                      <a:pt x="27" y="1228"/>
                    </a:cubicBezTo>
                    <a:cubicBezTo>
                      <a:pt x="230" y="421"/>
                      <a:pt x="1490" y="-60"/>
                      <a:pt x="2912" y="6"/>
                    </a:cubicBezTo>
                    <a:lnTo>
                      <a:pt x="75820" y="5288"/>
                    </a:lnTo>
                    <a:lnTo>
                      <a:pt x="122759" y="7100"/>
                    </a:lnTo>
                    <a:lnTo>
                      <a:pt x="182094" y="13975"/>
                    </a:lnTo>
                    <a:lnTo>
                      <a:pt x="278452" y="28206"/>
                    </a:lnTo>
                    <a:lnTo>
                      <a:pt x="283125" y="28621"/>
                    </a:lnTo>
                    <a:cubicBezTo>
                      <a:pt x="283532" y="28664"/>
                      <a:pt x="283938" y="28795"/>
                      <a:pt x="284303" y="28882"/>
                    </a:cubicBezTo>
                    <a:lnTo>
                      <a:pt x="290237" y="31436"/>
                    </a:lnTo>
                    <a:lnTo>
                      <a:pt x="293813" y="33837"/>
                    </a:lnTo>
                    <a:lnTo>
                      <a:pt x="429226" y="52433"/>
                    </a:lnTo>
                    <a:lnTo>
                      <a:pt x="561590" y="69916"/>
                    </a:lnTo>
                    <a:lnTo>
                      <a:pt x="601987" y="74325"/>
                    </a:lnTo>
                    <a:cubicBezTo>
                      <a:pt x="603368" y="74500"/>
                      <a:pt x="604262" y="75242"/>
                      <a:pt x="603978" y="76028"/>
                    </a:cubicBezTo>
                    <a:cubicBezTo>
                      <a:pt x="603774" y="76661"/>
                      <a:pt x="602677" y="77141"/>
                      <a:pt x="601499" y="7714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 name="Freeform: Shape 66">
                <a:extLst>
                  <a:ext uri="{FF2B5EF4-FFF2-40B4-BE49-F238E27FC236}">
                    <a16:creationId xmlns:a16="http://schemas.microsoft.com/office/drawing/2014/main" id="{D7D0C8F1-B178-4EA0-91A9-6E193DA49ABF}"/>
                  </a:ext>
                </a:extLst>
              </p:cNvPr>
              <p:cNvSpPr/>
              <p:nvPr/>
            </p:nvSpPr>
            <p:spPr>
              <a:xfrm>
                <a:off x="8745728" y="6340488"/>
                <a:ext cx="3446272" cy="9800"/>
              </a:xfrm>
              <a:custGeom>
                <a:avLst/>
                <a:gdLst>
                  <a:gd name="connsiteX0" fmla="*/ 3446272 w 3446272"/>
                  <a:gd name="connsiteY0" fmla="*/ 6985 h 9800"/>
                  <a:gd name="connsiteX1" fmla="*/ 2479 w 3446272"/>
                  <a:gd name="connsiteY1" fmla="*/ 0 h 9800"/>
                  <a:gd name="connsiteX2" fmla="*/ 2479 w 3446272"/>
                  <a:gd name="connsiteY2" fmla="*/ 0 h 9800"/>
                  <a:gd name="connsiteX3" fmla="*/ 0 w 3446272"/>
                  <a:gd name="connsiteY3" fmla="*/ 1375 h 9800"/>
                  <a:gd name="connsiteX4" fmla="*/ 2479 w 3446272"/>
                  <a:gd name="connsiteY4" fmla="*/ 2816 h 9800"/>
                  <a:gd name="connsiteX5" fmla="*/ 3446272 w 3446272"/>
                  <a:gd name="connsiteY5" fmla="*/ 9800 h 9800"/>
                  <a:gd name="connsiteX6" fmla="*/ 3446272 w 3446272"/>
                  <a:gd name="connsiteY6" fmla="*/ 6985 h 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6272" h="9800">
                    <a:moveTo>
                      <a:pt x="3446272" y="6985"/>
                    </a:moveTo>
                    <a:lnTo>
                      <a:pt x="2479" y="0"/>
                    </a:lnTo>
                    <a:lnTo>
                      <a:pt x="2479" y="0"/>
                    </a:lnTo>
                    <a:cubicBezTo>
                      <a:pt x="1097" y="0"/>
                      <a:pt x="0" y="633"/>
                      <a:pt x="0" y="1375"/>
                    </a:cubicBezTo>
                    <a:cubicBezTo>
                      <a:pt x="0" y="2183"/>
                      <a:pt x="1097" y="2816"/>
                      <a:pt x="2479" y="2816"/>
                    </a:cubicBezTo>
                    <a:lnTo>
                      <a:pt x="3446272" y="9800"/>
                    </a:lnTo>
                    <a:lnTo>
                      <a:pt x="3446272" y="69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 name="Freeform: Shape 67">
                <a:extLst>
                  <a:ext uri="{FF2B5EF4-FFF2-40B4-BE49-F238E27FC236}">
                    <a16:creationId xmlns:a16="http://schemas.microsoft.com/office/drawing/2014/main" id="{2503B523-634F-4789-85A3-3E9C42ECE278}"/>
                  </a:ext>
                </a:extLst>
              </p:cNvPr>
              <p:cNvSpPr/>
              <p:nvPr/>
            </p:nvSpPr>
            <p:spPr>
              <a:xfrm>
                <a:off x="1375291" y="5993646"/>
                <a:ext cx="849760" cy="60827"/>
              </a:xfrm>
              <a:custGeom>
                <a:avLst/>
                <a:gdLst>
                  <a:gd name="connsiteX0" fmla="*/ 2567 w 849760"/>
                  <a:gd name="connsiteY0" fmla="*/ 60806 h 60827"/>
                  <a:gd name="connsiteX1" fmla="*/ 88 w 849760"/>
                  <a:gd name="connsiteY1" fmla="*/ 59736 h 60827"/>
                  <a:gd name="connsiteX2" fmla="*/ 1916 w 849760"/>
                  <a:gd name="connsiteY2" fmla="*/ 58034 h 60827"/>
                  <a:gd name="connsiteX3" fmla="*/ 120829 w 849760"/>
                  <a:gd name="connsiteY3" fmla="*/ 41096 h 60827"/>
                  <a:gd name="connsiteX4" fmla="*/ 246366 w 849760"/>
                  <a:gd name="connsiteY4" fmla="*/ 21867 h 60827"/>
                  <a:gd name="connsiteX5" fmla="*/ 247138 w 849760"/>
                  <a:gd name="connsiteY5" fmla="*/ 21802 h 60827"/>
                  <a:gd name="connsiteX6" fmla="*/ 371659 w 849760"/>
                  <a:gd name="connsiteY6" fmla="*/ 24792 h 60827"/>
                  <a:gd name="connsiteX7" fmla="*/ 407666 w 849760"/>
                  <a:gd name="connsiteY7" fmla="*/ 14468 h 60827"/>
                  <a:gd name="connsiteX8" fmla="*/ 443511 w 849760"/>
                  <a:gd name="connsiteY8" fmla="*/ 281 h 60827"/>
                  <a:gd name="connsiteX9" fmla="*/ 445177 w 849760"/>
                  <a:gd name="connsiteY9" fmla="*/ 19 h 60827"/>
                  <a:gd name="connsiteX10" fmla="*/ 568357 w 849760"/>
                  <a:gd name="connsiteY10" fmla="*/ 5454 h 60827"/>
                  <a:gd name="connsiteX11" fmla="*/ 691699 w 849760"/>
                  <a:gd name="connsiteY11" fmla="*/ 15254 h 60827"/>
                  <a:gd name="connsiteX12" fmla="*/ 814066 w 849760"/>
                  <a:gd name="connsiteY12" fmla="*/ 17873 h 60827"/>
                  <a:gd name="connsiteX13" fmla="*/ 846009 w 849760"/>
                  <a:gd name="connsiteY13" fmla="*/ 8269 h 60827"/>
                  <a:gd name="connsiteX14" fmla="*/ 849464 w 849760"/>
                  <a:gd name="connsiteY14" fmla="*/ 8859 h 60827"/>
                  <a:gd name="connsiteX15" fmla="*/ 848407 w 849760"/>
                  <a:gd name="connsiteY15" fmla="*/ 10714 h 60827"/>
                  <a:gd name="connsiteX16" fmla="*/ 815814 w 849760"/>
                  <a:gd name="connsiteY16" fmla="*/ 20514 h 60827"/>
                  <a:gd name="connsiteX17" fmla="*/ 814513 w 849760"/>
                  <a:gd name="connsiteY17" fmla="*/ 20667 h 60827"/>
                  <a:gd name="connsiteX18" fmla="*/ 691130 w 849760"/>
                  <a:gd name="connsiteY18" fmla="*/ 18069 h 60827"/>
                  <a:gd name="connsiteX19" fmla="*/ 567707 w 849760"/>
                  <a:gd name="connsiteY19" fmla="*/ 8269 h 60827"/>
                  <a:gd name="connsiteX20" fmla="*/ 445624 w 849760"/>
                  <a:gd name="connsiteY20" fmla="*/ 2835 h 60827"/>
                  <a:gd name="connsiteX21" fmla="*/ 410267 w 849760"/>
                  <a:gd name="connsiteY21" fmla="*/ 16847 h 60827"/>
                  <a:gd name="connsiteX22" fmla="*/ 373285 w 849760"/>
                  <a:gd name="connsiteY22" fmla="*/ 27455 h 60827"/>
                  <a:gd name="connsiteX23" fmla="*/ 371984 w 849760"/>
                  <a:gd name="connsiteY23" fmla="*/ 27629 h 60827"/>
                  <a:gd name="connsiteX24" fmla="*/ 247219 w 849760"/>
                  <a:gd name="connsiteY24" fmla="*/ 24639 h 60827"/>
                  <a:gd name="connsiteX25" fmla="*/ 122008 w 849760"/>
                  <a:gd name="connsiteY25" fmla="*/ 43825 h 60827"/>
                  <a:gd name="connsiteX26" fmla="*/ 3014 w 849760"/>
                  <a:gd name="connsiteY26" fmla="*/ 60762 h 60827"/>
                  <a:gd name="connsiteX27" fmla="*/ 2404 w 849760"/>
                  <a:gd name="connsiteY27" fmla="*/ 60828 h 6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49760" h="60827">
                    <a:moveTo>
                      <a:pt x="2567" y="60806"/>
                    </a:moveTo>
                    <a:cubicBezTo>
                      <a:pt x="1429" y="60806"/>
                      <a:pt x="372" y="60391"/>
                      <a:pt x="88" y="59736"/>
                    </a:cubicBezTo>
                    <a:cubicBezTo>
                      <a:pt x="-278" y="58994"/>
                      <a:pt x="535" y="58252"/>
                      <a:pt x="1916" y="58034"/>
                    </a:cubicBezTo>
                    <a:lnTo>
                      <a:pt x="120829" y="41096"/>
                    </a:lnTo>
                    <a:lnTo>
                      <a:pt x="246366" y="21867"/>
                    </a:lnTo>
                    <a:cubicBezTo>
                      <a:pt x="246610" y="21802"/>
                      <a:pt x="246935" y="21802"/>
                      <a:pt x="247138" y="21802"/>
                    </a:cubicBezTo>
                    <a:lnTo>
                      <a:pt x="371659" y="24792"/>
                    </a:lnTo>
                    <a:lnTo>
                      <a:pt x="407666" y="14468"/>
                    </a:lnTo>
                    <a:lnTo>
                      <a:pt x="443511" y="281"/>
                    </a:lnTo>
                    <a:cubicBezTo>
                      <a:pt x="443998" y="63"/>
                      <a:pt x="444608" y="-47"/>
                      <a:pt x="445177" y="19"/>
                    </a:cubicBezTo>
                    <a:lnTo>
                      <a:pt x="568357" y="5454"/>
                    </a:lnTo>
                    <a:lnTo>
                      <a:pt x="691699" y="15254"/>
                    </a:lnTo>
                    <a:lnTo>
                      <a:pt x="814066" y="17873"/>
                    </a:lnTo>
                    <a:lnTo>
                      <a:pt x="846009" y="8269"/>
                    </a:lnTo>
                    <a:cubicBezTo>
                      <a:pt x="847228" y="7898"/>
                      <a:pt x="848773" y="8160"/>
                      <a:pt x="849464" y="8859"/>
                    </a:cubicBezTo>
                    <a:cubicBezTo>
                      <a:pt x="850114" y="9492"/>
                      <a:pt x="849667" y="10365"/>
                      <a:pt x="848407" y="10714"/>
                    </a:cubicBezTo>
                    <a:lnTo>
                      <a:pt x="815814" y="20514"/>
                    </a:lnTo>
                    <a:cubicBezTo>
                      <a:pt x="815407" y="20667"/>
                      <a:pt x="814960" y="20732"/>
                      <a:pt x="814513" y="20667"/>
                    </a:cubicBezTo>
                    <a:lnTo>
                      <a:pt x="691130" y="18069"/>
                    </a:lnTo>
                    <a:lnTo>
                      <a:pt x="567707" y="8269"/>
                    </a:lnTo>
                    <a:lnTo>
                      <a:pt x="445624" y="2835"/>
                    </a:lnTo>
                    <a:lnTo>
                      <a:pt x="410267" y="16847"/>
                    </a:lnTo>
                    <a:lnTo>
                      <a:pt x="373285" y="27455"/>
                    </a:lnTo>
                    <a:cubicBezTo>
                      <a:pt x="372878" y="27564"/>
                      <a:pt x="372391" y="27564"/>
                      <a:pt x="371984" y="27629"/>
                    </a:cubicBezTo>
                    <a:lnTo>
                      <a:pt x="247219" y="24639"/>
                    </a:lnTo>
                    <a:lnTo>
                      <a:pt x="122008" y="43825"/>
                    </a:lnTo>
                    <a:lnTo>
                      <a:pt x="3014" y="60762"/>
                    </a:lnTo>
                    <a:cubicBezTo>
                      <a:pt x="2810" y="60828"/>
                      <a:pt x="2607" y="60828"/>
                      <a:pt x="2404" y="608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 name="Freeform: Shape 68">
                <a:extLst>
                  <a:ext uri="{FF2B5EF4-FFF2-40B4-BE49-F238E27FC236}">
                    <a16:creationId xmlns:a16="http://schemas.microsoft.com/office/drawing/2014/main" id="{81500080-E0EC-49D7-8A0D-499C356D8634}"/>
                  </a:ext>
                </a:extLst>
              </p:cNvPr>
              <p:cNvSpPr/>
              <p:nvPr/>
            </p:nvSpPr>
            <p:spPr>
              <a:xfrm>
                <a:off x="8725611" y="6331212"/>
                <a:ext cx="3466388" cy="9800"/>
              </a:xfrm>
              <a:custGeom>
                <a:avLst/>
                <a:gdLst>
                  <a:gd name="connsiteX0" fmla="*/ 3466389 w 3466388"/>
                  <a:gd name="connsiteY0" fmla="*/ 6985 h 9800"/>
                  <a:gd name="connsiteX1" fmla="*/ 2560 w 3466388"/>
                  <a:gd name="connsiteY1" fmla="*/ 0 h 9800"/>
                  <a:gd name="connsiteX2" fmla="*/ 2560 w 3466388"/>
                  <a:gd name="connsiteY2" fmla="*/ 0 h 9800"/>
                  <a:gd name="connsiteX3" fmla="*/ 0 w 3466388"/>
                  <a:gd name="connsiteY3" fmla="*/ 1375 h 9800"/>
                  <a:gd name="connsiteX4" fmla="*/ 2560 w 3466388"/>
                  <a:gd name="connsiteY4" fmla="*/ 2816 h 9800"/>
                  <a:gd name="connsiteX5" fmla="*/ 3466389 w 3466388"/>
                  <a:gd name="connsiteY5" fmla="*/ 9800 h 9800"/>
                  <a:gd name="connsiteX6" fmla="*/ 3466389 w 3466388"/>
                  <a:gd name="connsiteY6" fmla="*/ 6985 h 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66388" h="9800">
                    <a:moveTo>
                      <a:pt x="3466389" y="6985"/>
                    </a:moveTo>
                    <a:lnTo>
                      <a:pt x="2560" y="0"/>
                    </a:lnTo>
                    <a:lnTo>
                      <a:pt x="2560" y="0"/>
                    </a:lnTo>
                    <a:cubicBezTo>
                      <a:pt x="1097" y="0"/>
                      <a:pt x="0" y="633"/>
                      <a:pt x="0" y="1375"/>
                    </a:cubicBezTo>
                    <a:cubicBezTo>
                      <a:pt x="0" y="2183"/>
                      <a:pt x="1097" y="2772"/>
                      <a:pt x="2560" y="2816"/>
                    </a:cubicBezTo>
                    <a:lnTo>
                      <a:pt x="3466389" y="9800"/>
                    </a:lnTo>
                    <a:lnTo>
                      <a:pt x="3466389" y="69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 name="Freeform: Shape 69">
                <a:extLst>
                  <a:ext uri="{FF2B5EF4-FFF2-40B4-BE49-F238E27FC236}">
                    <a16:creationId xmlns:a16="http://schemas.microsoft.com/office/drawing/2014/main" id="{4C1631B6-00B5-41F4-A6D7-396482DC36AF}"/>
                  </a:ext>
                </a:extLst>
              </p:cNvPr>
              <p:cNvSpPr/>
              <p:nvPr/>
            </p:nvSpPr>
            <p:spPr>
              <a:xfrm>
                <a:off x="8705859" y="6322110"/>
                <a:ext cx="3486140" cy="9734"/>
              </a:xfrm>
              <a:custGeom>
                <a:avLst/>
                <a:gdLst>
                  <a:gd name="connsiteX0" fmla="*/ 3486140 w 3486140"/>
                  <a:gd name="connsiteY0" fmla="*/ 6919 h 9734"/>
                  <a:gd name="connsiteX1" fmla="*/ 2479 w 3486140"/>
                  <a:gd name="connsiteY1" fmla="*/ 0 h 9734"/>
                  <a:gd name="connsiteX2" fmla="*/ 2479 w 3486140"/>
                  <a:gd name="connsiteY2" fmla="*/ 0 h 9734"/>
                  <a:gd name="connsiteX3" fmla="*/ 0 w 3486140"/>
                  <a:gd name="connsiteY3" fmla="*/ 1375 h 9734"/>
                  <a:gd name="connsiteX4" fmla="*/ 2479 w 3486140"/>
                  <a:gd name="connsiteY4" fmla="*/ 2816 h 9734"/>
                  <a:gd name="connsiteX5" fmla="*/ 3486140 w 3486140"/>
                  <a:gd name="connsiteY5" fmla="*/ 9735 h 9734"/>
                  <a:gd name="connsiteX6" fmla="*/ 3486140 w 3486140"/>
                  <a:gd name="connsiteY6" fmla="*/ 6919 h 9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6140" h="9734">
                    <a:moveTo>
                      <a:pt x="3486140" y="6919"/>
                    </a:moveTo>
                    <a:lnTo>
                      <a:pt x="2479" y="0"/>
                    </a:lnTo>
                    <a:lnTo>
                      <a:pt x="2479" y="0"/>
                    </a:lnTo>
                    <a:cubicBezTo>
                      <a:pt x="1097" y="0"/>
                      <a:pt x="0" y="633"/>
                      <a:pt x="0" y="1375"/>
                    </a:cubicBezTo>
                    <a:cubicBezTo>
                      <a:pt x="0" y="2183"/>
                      <a:pt x="1097" y="2772"/>
                      <a:pt x="2479" y="2816"/>
                    </a:cubicBezTo>
                    <a:lnTo>
                      <a:pt x="3486140" y="9735"/>
                    </a:lnTo>
                    <a:lnTo>
                      <a:pt x="3486140" y="691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 name="Freeform: Shape 70">
                <a:extLst>
                  <a:ext uri="{FF2B5EF4-FFF2-40B4-BE49-F238E27FC236}">
                    <a16:creationId xmlns:a16="http://schemas.microsoft.com/office/drawing/2014/main" id="{0356FE6D-CB4E-43CA-8B72-FEE576486D06}"/>
                  </a:ext>
                </a:extLst>
              </p:cNvPr>
              <p:cNvSpPr/>
              <p:nvPr/>
            </p:nvSpPr>
            <p:spPr>
              <a:xfrm>
                <a:off x="7671722" y="6394320"/>
                <a:ext cx="1222422" cy="18435"/>
              </a:xfrm>
              <a:custGeom>
                <a:avLst/>
                <a:gdLst>
                  <a:gd name="connsiteX0" fmla="*/ 1219862 w 1222422"/>
                  <a:gd name="connsiteY0" fmla="*/ 18436 h 18435"/>
                  <a:gd name="connsiteX1" fmla="*/ 1219862 w 1222422"/>
                  <a:gd name="connsiteY1" fmla="*/ 18436 h 18435"/>
                  <a:gd name="connsiteX2" fmla="*/ 127378 w 1222422"/>
                  <a:gd name="connsiteY2" fmla="*/ 16035 h 18435"/>
                  <a:gd name="connsiteX3" fmla="*/ 2044 w 1222422"/>
                  <a:gd name="connsiteY3" fmla="*/ 2808 h 18435"/>
                  <a:gd name="connsiteX4" fmla="*/ 53 w 1222422"/>
                  <a:gd name="connsiteY4" fmla="*/ 1149 h 18435"/>
                  <a:gd name="connsiteX5" fmla="*/ 3019 w 1222422"/>
                  <a:gd name="connsiteY5" fmla="*/ 36 h 18435"/>
                  <a:gd name="connsiteX6" fmla="*/ 26916 w 1222422"/>
                  <a:gd name="connsiteY6" fmla="*/ 2633 h 18435"/>
                  <a:gd name="connsiteX7" fmla="*/ 127825 w 1222422"/>
                  <a:gd name="connsiteY7" fmla="*/ 13241 h 18435"/>
                  <a:gd name="connsiteX8" fmla="*/ 1219821 w 1222422"/>
                  <a:gd name="connsiteY8" fmla="*/ 15576 h 18435"/>
                  <a:gd name="connsiteX9" fmla="*/ 1222423 w 1222422"/>
                  <a:gd name="connsiteY9" fmla="*/ 16951 h 18435"/>
                  <a:gd name="connsiteX10" fmla="*/ 1219821 w 1222422"/>
                  <a:gd name="connsiteY10" fmla="*/ 18392 h 18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2422" h="18435">
                    <a:moveTo>
                      <a:pt x="1219862" y="18436"/>
                    </a:moveTo>
                    <a:lnTo>
                      <a:pt x="1219862" y="18436"/>
                    </a:lnTo>
                    <a:lnTo>
                      <a:pt x="127378" y="16035"/>
                    </a:lnTo>
                    <a:lnTo>
                      <a:pt x="2044" y="2808"/>
                    </a:lnTo>
                    <a:cubicBezTo>
                      <a:pt x="662" y="2655"/>
                      <a:pt x="-232" y="1891"/>
                      <a:pt x="53" y="1149"/>
                    </a:cubicBezTo>
                    <a:cubicBezTo>
                      <a:pt x="337" y="341"/>
                      <a:pt x="1516" y="-139"/>
                      <a:pt x="3019" y="36"/>
                    </a:cubicBezTo>
                    <a:lnTo>
                      <a:pt x="26916" y="2633"/>
                    </a:lnTo>
                    <a:lnTo>
                      <a:pt x="127825" y="13241"/>
                    </a:lnTo>
                    <a:lnTo>
                      <a:pt x="1219821" y="15576"/>
                    </a:lnTo>
                    <a:cubicBezTo>
                      <a:pt x="1221325" y="15576"/>
                      <a:pt x="1222423" y="16209"/>
                      <a:pt x="1222423" y="16951"/>
                    </a:cubicBezTo>
                    <a:cubicBezTo>
                      <a:pt x="1222423" y="17759"/>
                      <a:pt x="1221244" y="18392"/>
                      <a:pt x="1219821" y="1839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 name="Freeform: Shape 71">
                <a:extLst>
                  <a:ext uri="{FF2B5EF4-FFF2-40B4-BE49-F238E27FC236}">
                    <a16:creationId xmlns:a16="http://schemas.microsoft.com/office/drawing/2014/main" id="{A4D131D0-380B-44D0-8207-BE7240BDC505}"/>
                  </a:ext>
                </a:extLst>
              </p:cNvPr>
              <p:cNvSpPr/>
              <p:nvPr/>
            </p:nvSpPr>
            <p:spPr>
              <a:xfrm>
                <a:off x="1415532" y="5940432"/>
                <a:ext cx="272038" cy="76935"/>
              </a:xfrm>
              <a:custGeom>
                <a:avLst/>
                <a:gdLst>
                  <a:gd name="connsiteX0" fmla="*/ 2560 w 272038"/>
                  <a:gd name="connsiteY0" fmla="*/ 76936 h 76935"/>
                  <a:gd name="connsiteX1" fmla="*/ 40 w 272038"/>
                  <a:gd name="connsiteY1" fmla="*/ 75823 h 76935"/>
                  <a:gd name="connsiteX2" fmla="*/ 2072 w 272038"/>
                  <a:gd name="connsiteY2" fmla="*/ 74164 h 76935"/>
                  <a:gd name="connsiteX3" fmla="*/ 118953 w 272038"/>
                  <a:gd name="connsiteY3" fmla="*/ 61701 h 76935"/>
                  <a:gd name="connsiteX4" fmla="*/ 156870 w 272038"/>
                  <a:gd name="connsiteY4" fmla="*/ 32650 h 76935"/>
                  <a:gd name="connsiteX5" fmla="*/ 157642 w 272038"/>
                  <a:gd name="connsiteY5" fmla="*/ 32213 h 76935"/>
                  <a:gd name="connsiteX6" fmla="*/ 195153 w 272038"/>
                  <a:gd name="connsiteY6" fmla="*/ 20558 h 76935"/>
                  <a:gd name="connsiteX7" fmla="*/ 231891 w 272038"/>
                  <a:gd name="connsiteY7" fmla="*/ 7702 h 76935"/>
                  <a:gd name="connsiteX8" fmla="*/ 268589 w 272038"/>
                  <a:gd name="connsiteY8" fmla="*/ 84 h 76935"/>
                  <a:gd name="connsiteX9" fmla="*/ 271881 w 272038"/>
                  <a:gd name="connsiteY9" fmla="*/ 870 h 76935"/>
                  <a:gd name="connsiteX10" fmla="*/ 270418 w 272038"/>
                  <a:gd name="connsiteY10" fmla="*/ 2682 h 76935"/>
                  <a:gd name="connsiteX11" fmla="*/ 234208 w 272038"/>
                  <a:gd name="connsiteY11" fmla="*/ 10190 h 76935"/>
                  <a:gd name="connsiteX12" fmla="*/ 197754 w 272038"/>
                  <a:gd name="connsiteY12" fmla="*/ 22937 h 76935"/>
                  <a:gd name="connsiteX13" fmla="*/ 160649 w 272038"/>
                  <a:gd name="connsiteY13" fmla="*/ 34505 h 76935"/>
                  <a:gd name="connsiteX14" fmla="*/ 122488 w 272038"/>
                  <a:gd name="connsiteY14" fmla="*/ 63818 h 76935"/>
                  <a:gd name="connsiteX15" fmla="*/ 120944 w 272038"/>
                  <a:gd name="connsiteY15" fmla="*/ 64342 h 76935"/>
                  <a:gd name="connsiteX16" fmla="*/ 3007 w 272038"/>
                  <a:gd name="connsiteY16" fmla="*/ 76914 h 76935"/>
                  <a:gd name="connsiteX17" fmla="*/ 2560 w 272038"/>
                  <a:gd name="connsiteY17" fmla="*/ 76914 h 76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2038" h="76935">
                    <a:moveTo>
                      <a:pt x="2560" y="76936"/>
                    </a:moveTo>
                    <a:cubicBezTo>
                      <a:pt x="1381" y="76936"/>
                      <a:pt x="284" y="76521"/>
                      <a:pt x="40" y="75823"/>
                    </a:cubicBezTo>
                    <a:cubicBezTo>
                      <a:pt x="-204" y="75080"/>
                      <a:pt x="690" y="74338"/>
                      <a:pt x="2072" y="74164"/>
                    </a:cubicBezTo>
                    <a:lnTo>
                      <a:pt x="118953" y="61701"/>
                    </a:lnTo>
                    <a:lnTo>
                      <a:pt x="156870" y="32650"/>
                    </a:lnTo>
                    <a:cubicBezTo>
                      <a:pt x="157073" y="32431"/>
                      <a:pt x="157357" y="32322"/>
                      <a:pt x="157642" y="32213"/>
                    </a:cubicBezTo>
                    <a:lnTo>
                      <a:pt x="195153" y="20558"/>
                    </a:lnTo>
                    <a:lnTo>
                      <a:pt x="231891" y="7702"/>
                    </a:lnTo>
                    <a:lnTo>
                      <a:pt x="268589" y="84"/>
                    </a:lnTo>
                    <a:cubicBezTo>
                      <a:pt x="269890" y="-177"/>
                      <a:pt x="271353" y="194"/>
                      <a:pt x="271881" y="870"/>
                    </a:cubicBezTo>
                    <a:cubicBezTo>
                      <a:pt x="272369" y="1612"/>
                      <a:pt x="271678" y="2420"/>
                      <a:pt x="270418" y="2682"/>
                    </a:cubicBezTo>
                    <a:lnTo>
                      <a:pt x="234208" y="10190"/>
                    </a:lnTo>
                    <a:lnTo>
                      <a:pt x="197754" y="22937"/>
                    </a:lnTo>
                    <a:lnTo>
                      <a:pt x="160649" y="34505"/>
                    </a:lnTo>
                    <a:lnTo>
                      <a:pt x="122488" y="63818"/>
                    </a:lnTo>
                    <a:cubicBezTo>
                      <a:pt x="122122" y="64080"/>
                      <a:pt x="121554" y="64298"/>
                      <a:pt x="120944" y="64342"/>
                    </a:cubicBezTo>
                    <a:lnTo>
                      <a:pt x="3007" y="76914"/>
                    </a:lnTo>
                    <a:lnTo>
                      <a:pt x="2560" y="7691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 name="Freeform: Shape 72">
                <a:extLst>
                  <a:ext uri="{FF2B5EF4-FFF2-40B4-BE49-F238E27FC236}">
                    <a16:creationId xmlns:a16="http://schemas.microsoft.com/office/drawing/2014/main" id="{43D4E0D8-4840-4FBF-A3DA-BD25B7F35CE7}"/>
                  </a:ext>
                </a:extLst>
              </p:cNvPr>
              <p:cNvSpPr/>
              <p:nvPr/>
            </p:nvSpPr>
            <p:spPr>
              <a:xfrm>
                <a:off x="8686389" y="6313096"/>
                <a:ext cx="3505610" cy="9734"/>
              </a:xfrm>
              <a:custGeom>
                <a:avLst/>
                <a:gdLst>
                  <a:gd name="connsiteX0" fmla="*/ 3505611 w 3505610"/>
                  <a:gd name="connsiteY0" fmla="*/ 6985 h 9734"/>
                  <a:gd name="connsiteX1" fmla="*/ 2483 w 3505610"/>
                  <a:gd name="connsiteY1" fmla="*/ 0 h 9734"/>
                  <a:gd name="connsiteX2" fmla="*/ 2483 w 3505610"/>
                  <a:gd name="connsiteY2" fmla="*/ 0 h 9734"/>
                  <a:gd name="connsiteX3" fmla="*/ 4 w 3505610"/>
                  <a:gd name="connsiteY3" fmla="*/ 1441 h 9734"/>
                  <a:gd name="connsiteX4" fmla="*/ 2483 w 3505610"/>
                  <a:gd name="connsiteY4" fmla="*/ 2816 h 9734"/>
                  <a:gd name="connsiteX5" fmla="*/ 3505611 w 3505610"/>
                  <a:gd name="connsiteY5" fmla="*/ 9735 h 9734"/>
                  <a:gd name="connsiteX6" fmla="*/ 3505611 w 3505610"/>
                  <a:gd name="connsiteY6" fmla="*/ 6963 h 9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5610" h="9734">
                    <a:moveTo>
                      <a:pt x="3505611" y="6985"/>
                    </a:moveTo>
                    <a:lnTo>
                      <a:pt x="2483" y="0"/>
                    </a:lnTo>
                    <a:lnTo>
                      <a:pt x="2483" y="0"/>
                    </a:lnTo>
                    <a:cubicBezTo>
                      <a:pt x="1101" y="0"/>
                      <a:pt x="4" y="633"/>
                      <a:pt x="4" y="1441"/>
                    </a:cubicBezTo>
                    <a:cubicBezTo>
                      <a:pt x="-77" y="2183"/>
                      <a:pt x="1101" y="2816"/>
                      <a:pt x="2483" y="2816"/>
                    </a:cubicBezTo>
                    <a:lnTo>
                      <a:pt x="3505611" y="9735"/>
                    </a:lnTo>
                    <a:lnTo>
                      <a:pt x="3505611" y="696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 name="Freeform: Shape 73">
                <a:extLst>
                  <a:ext uri="{FF2B5EF4-FFF2-40B4-BE49-F238E27FC236}">
                    <a16:creationId xmlns:a16="http://schemas.microsoft.com/office/drawing/2014/main" id="{A9136661-42E8-41D2-9554-B0E0CF34FCBD}"/>
                  </a:ext>
                </a:extLst>
              </p:cNvPr>
              <p:cNvSpPr/>
              <p:nvPr/>
            </p:nvSpPr>
            <p:spPr>
              <a:xfrm>
                <a:off x="3385998" y="5514281"/>
                <a:ext cx="8806164" cy="1302680"/>
              </a:xfrm>
              <a:custGeom>
                <a:avLst/>
                <a:gdLst>
                  <a:gd name="connsiteX0" fmla="*/ 8806001 w 8806164"/>
                  <a:gd name="connsiteY0" fmla="*/ 1299996 h 1302680"/>
                  <a:gd name="connsiteX1" fmla="*/ 8700744 w 8806164"/>
                  <a:gd name="connsiteY1" fmla="*/ 1299101 h 1302680"/>
                  <a:gd name="connsiteX2" fmla="*/ 8511849 w 8806164"/>
                  <a:gd name="connsiteY2" fmla="*/ 1298555 h 1302680"/>
                  <a:gd name="connsiteX3" fmla="*/ 8323117 w 8806164"/>
                  <a:gd name="connsiteY3" fmla="*/ 1297180 h 1302680"/>
                  <a:gd name="connsiteX4" fmla="*/ 8134385 w 8806164"/>
                  <a:gd name="connsiteY4" fmla="*/ 1295041 h 1302680"/>
                  <a:gd name="connsiteX5" fmla="*/ 7946059 w 8806164"/>
                  <a:gd name="connsiteY5" fmla="*/ 1293709 h 1302680"/>
                  <a:gd name="connsiteX6" fmla="*/ 7757734 w 8806164"/>
                  <a:gd name="connsiteY6" fmla="*/ 1292116 h 1302680"/>
                  <a:gd name="connsiteX7" fmla="*/ 7569408 w 8806164"/>
                  <a:gd name="connsiteY7" fmla="*/ 1290152 h 1302680"/>
                  <a:gd name="connsiteX8" fmla="*/ 7381407 w 8806164"/>
                  <a:gd name="connsiteY8" fmla="*/ 1288013 h 1302680"/>
                  <a:gd name="connsiteX9" fmla="*/ 7194178 w 8806164"/>
                  <a:gd name="connsiteY9" fmla="*/ 1285284 h 1302680"/>
                  <a:gd name="connsiteX10" fmla="*/ 7094976 w 8806164"/>
                  <a:gd name="connsiteY10" fmla="*/ 1246433 h 1302680"/>
                  <a:gd name="connsiteX11" fmla="*/ 7046656 w 8806164"/>
                  <a:gd name="connsiteY11" fmla="*/ 1225480 h 1302680"/>
                  <a:gd name="connsiteX12" fmla="*/ 7045070 w 8806164"/>
                  <a:gd name="connsiteY12" fmla="*/ 1225152 h 1302680"/>
                  <a:gd name="connsiteX13" fmla="*/ 6864588 w 8806164"/>
                  <a:gd name="connsiteY13" fmla="*/ 1224301 h 1302680"/>
                  <a:gd name="connsiteX14" fmla="*/ 6820128 w 8806164"/>
                  <a:gd name="connsiteY14" fmla="*/ 1207516 h 1302680"/>
                  <a:gd name="connsiteX15" fmla="*/ 6818746 w 8806164"/>
                  <a:gd name="connsiteY15" fmla="*/ 1207255 h 1302680"/>
                  <a:gd name="connsiteX16" fmla="*/ 6640458 w 8806164"/>
                  <a:gd name="connsiteY16" fmla="*/ 1206512 h 1302680"/>
                  <a:gd name="connsiteX17" fmla="*/ 6599290 w 8806164"/>
                  <a:gd name="connsiteY17" fmla="*/ 1190099 h 1302680"/>
                  <a:gd name="connsiteX18" fmla="*/ 6558406 w 8806164"/>
                  <a:gd name="connsiteY18" fmla="*/ 1171023 h 1302680"/>
                  <a:gd name="connsiteX19" fmla="*/ 6517725 w 8806164"/>
                  <a:gd name="connsiteY19" fmla="*/ 1149240 h 1302680"/>
                  <a:gd name="connsiteX20" fmla="*/ 6478549 w 8806164"/>
                  <a:gd name="connsiteY20" fmla="*/ 1134681 h 1302680"/>
                  <a:gd name="connsiteX21" fmla="*/ 6477857 w 8806164"/>
                  <a:gd name="connsiteY21" fmla="*/ 1134529 h 1302680"/>
                  <a:gd name="connsiteX22" fmla="*/ 6439575 w 8806164"/>
                  <a:gd name="connsiteY22" fmla="*/ 1128133 h 1302680"/>
                  <a:gd name="connsiteX23" fmla="*/ 6438966 w 8806164"/>
                  <a:gd name="connsiteY23" fmla="*/ 1128068 h 1302680"/>
                  <a:gd name="connsiteX24" fmla="*/ 6401779 w 8806164"/>
                  <a:gd name="connsiteY24" fmla="*/ 1127370 h 1302680"/>
                  <a:gd name="connsiteX25" fmla="*/ 6365570 w 8806164"/>
                  <a:gd name="connsiteY25" fmla="*/ 1125558 h 1302680"/>
                  <a:gd name="connsiteX26" fmla="*/ 6330254 w 8806164"/>
                  <a:gd name="connsiteY26" fmla="*/ 1121782 h 1302680"/>
                  <a:gd name="connsiteX27" fmla="*/ 5307020 w 8806164"/>
                  <a:gd name="connsiteY27" fmla="*/ 695051 h 1302680"/>
                  <a:gd name="connsiteX28" fmla="*/ 5290560 w 8806164"/>
                  <a:gd name="connsiteY28" fmla="*/ 674534 h 1302680"/>
                  <a:gd name="connsiteX29" fmla="*/ 5288691 w 8806164"/>
                  <a:gd name="connsiteY29" fmla="*/ 673683 h 1302680"/>
                  <a:gd name="connsiteX30" fmla="*/ 5282554 w 8806164"/>
                  <a:gd name="connsiteY30" fmla="*/ 673203 h 1302680"/>
                  <a:gd name="connsiteX31" fmla="*/ 5255853 w 8806164"/>
                  <a:gd name="connsiteY31" fmla="*/ 674425 h 1302680"/>
                  <a:gd name="connsiteX32" fmla="*/ 5236305 w 8806164"/>
                  <a:gd name="connsiteY32" fmla="*/ 678005 h 1302680"/>
                  <a:gd name="connsiteX33" fmla="*/ 5186482 w 8806164"/>
                  <a:gd name="connsiteY33" fmla="*/ 683876 h 1302680"/>
                  <a:gd name="connsiteX34" fmla="*/ 5076632 w 8806164"/>
                  <a:gd name="connsiteY34" fmla="*/ 694047 h 1302680"/>
                  <a:gd name="connsiteX35" fmla="*/ 5061838 w 8806164"/>
                  <a:gd name="connsiteY35" fmla="*/ 687237 h 1302680"/>
                  <a:gd name="connsiteX36" fmla="*/ 5060254 w 8806164"/>
                  <a:gd name="connsiteY36" fmla="*/ 686910 h 1302680"/>
                  <a:gd name="connsiteX37" fmla="*/ 5055296 w 8806164"/>
                  <a:gd name="connsiteY37" fmla="*/ 686910 h 1302680"/>
                  <a:gd name="connsiteX38" fmla="*/ 5031277 w 8806164"/>
                  <a:gd name="connsiteY38" fmla="*/ 673159 h 1302680"/>
                  <a:gd name="connsiteX39" fmla="*/ 5029489 w 8806164"/>
                  <a:gd name="connsiteY39" fmla="*/ 672744 h 1302680"/>
                  <a:gd name="connsiteX40" fmla="*/ 5024653 w 8806164"/>
                  <a:gd name="connsiteY40" fmla="*/ 672744 h 1302680"/>
                  <a:gd name="connsiteX41" fmla="*/ 5001529 w 8806164"/>
                  <a:gd name="connsiteY41" fmla="*/ 659430 h 1302680"/>
                  <a:gd name="connsiteX42" fmla="*/ 4999659 w 8806164"/>
                  <a:gd name="connsiteY42" fmla="*/ 659016 h 1302680"/>
                  <a:gd name="connsiteX43" fmla="*/ 4994986 w 8806164"/>
                  <a:gd name="connsiteY43" fmla="*/ 659016 h 1302680"/>
                  <a:gd name="connsiteX44" fmla="*/ 4972471 w 8806164"/>
                  <a:gd name="connsiteY44" fmla="*/ 646072 h 1302680"/>
                  <a:gd name="connsiteX45" fmla="*/ 4970683 w 8806164"/>
                  <a:gd name="connsiteY45" fmla="*/ 645636 h 1302680"/>
                  <a:gd name="connsiteX46" fmla="*/ 4966010 w 8806164"/>
                  <a:gd name="connsiteY46" fmla="*/ 645636 h 1302680"/>
                  <a:gd name="connsiteX47" fmla="*/ 4944267 w 8806164"/>
                  <a:gd name="connsiteY47" fmla="*/ 633064 h 1302680"/>
                  <a:gd name="connsiteX48" fmla="*/ 4942479 w 8806164"/>
                  <a:gd name="connsiteY48" fmla="*/ 632649 h 1302680"/>
                  <a:gd name="connsiteX49" fmla="*/ 4937927 w 8806164"/>
                  <a:gd name="connsiteY49" fmla="*/ 632649 h 1302680"/>
                  <a:gd name="connsiteX50" fmla="*/ 4916794 w 8806164"/>
                  <a:gd name="connsiteY50" fmla="*/ 620448 h 1302680"/>
                  <a:gd name="connsiteX51" fmla="*/ 4915006 w 8806164"/>
                  <a:gd name="connsiteY51" fmla="*/ 620033 h 1302680"/>
                  <a:gd name="connsiteX52" fmla="*/ 4910536 w 8806164"/>
                  <a:gd name="connsiteY52" fmla="*/ 620033 h 1302680"/>
                  <a:gd name="connsiteX53" fmla="*/ 4890093 w 8806164"/>
                  <a:gd name="connsiteY53" fmla="*/ 608138 h 1302680"/>
                  <a:gd name="connsiteX54" fmla="*/ 4888306 w 8806164"/>
                  <a:gd name="connsiteY54" fmla="*/ 607658 h 1302680"/>
                  <a:gd name="connsiteX55" fmla="*/ 4883835 w 8806164"/>
                  <a:gd name="connsiteY55" fmla="*/ 607658 h 1302680"/>
                  <a:gd name="connsiteX56" fmla="*/ 4864084 w 8806164"/>
                  <a:gd name="connsiteY56" fmla="*/ 596155 h 1302680"/>
                  <a:gd name="connsiteX57" fmla="*/ 4862174 w 8806164"/>
                  <a:gd name="connsiteY57" fmla="*/ 595675 h 1302680"/>
                  <a:gd name="connsiteX58" fmla="*/ 4857907 w 8806164"/>
                  <a:gd name="connsiteY58" fmla="*/ 595675 h 1302680"/>
                  <a:gd name="connsiteX59" fmla="*/ 4838766 w 8806164"/>
                  <a:gd name="connsiteY59" fmla="*/ 584478 h 1302680"/>
                  <a:gd name="connsiteX60" fmla="*/ 4836896 w 8806164"/>
                  <a:gd name="connsiteY60" fmla="*/ 583998 h 1302680"/>
                  <a:gd name="connsiteX61" fmla="*/ 4832629 w 8806164"/>
                  <a:gd name="connsiteY61" fmla="*/ 583998 h 1302680"/>
                  <a:gd name="connsiteX62" fmla="*/ 4814097 w 8806164"/>
                  <a:gd name="connsiteY62" fmla="*/ 573063 h 1302680"/>
                  <a:gd name="connsiteX63" fmla="*/ 4812187 w 8806164"/>
                  <a:gd name="connsiteY63" fmla="*/ 572648 h 1302680"/>
                  <a:gd name="connsiteX64" fmla="*/ 4808001 w 8806164"/>
                  <a:gd name="connsiteY64" fmla="*/ 572648 h 1302680"/>
                  <a:gd name="connsiteX65" fmla="*/ 4789957 w 8806164"/>
                  <a:gd name="connsiteY65" fmla="*/ 561997 h 1302680"/>
                  <a:gd name="connsiteX66" fmla="*/ 4788169 w 8806164"/>
                  <a:gd name="connsiteY66" fmla="*/ 561582 h 1302680"/>
                  <a:gd name="connsiteX67" fmla="*/ 4784023 w 8806164"/>
                  <a:gd name="connsiteY67" fmla="*/ 561516 h 1302680"/>
                  <a:gd name="connsiteX68" fmla="*/ 4766548 w 8806164"/>
                  <a:gd name="connsiteY68" fmla="*/ 551171 h 1302680"/>
                  <a:gd name="connsiteX69" fmla="*/ 4764678 w 8806164"/>
                  <a:gd name="connsiteY69" fmla="*/ 550756 h 1302680"/>
                  <a:gd name="connsiteX70" fmla="*/ 4760696 w 8806164"/>
                  <a:gd name="connsiteY70" fmla="*/ 550712 h 1302680"/>
                  <a:gd name="connsiteX71" fmla="*/ 4743749 w 8806164"/>
                  <a:gd name="connsiteY71" fmla="*/ 540628 h 1302680"/>
                  <a:gd name="connsiteX72" fmla="*/ 4741880 w 8806164"/>
                  <a:gd name="connsiteY72" fmla="*/ 540214 h 1302680"/>
                  <a:gd name="connsiteX73" fmla="*/ 4737938 w 8806164"/>
                  <a:gd name="connsiteY73" fmla="*/ 540214 h 1302680"/>
                  <a:gd name="connsiteX74" fmla="*/ 4721478 w 8806164"/>
                  <a:gd name="connsiteY74" fmla="*/ 530348 h 1302680"/>
                  <a:gd name="connsiteX75" fmla="*/ 4719568 w 8806164"/>
                  <a:gd name="connsiteY75" fmla="*/ 529912 h 1302680"/>
                  <a:gd name="connsiteX76" fmla="*/ 4715626 w 8806164"/>
                  <a:gd name="connsiteY76" fmla="*/ 529868 h 1302680"/>
                  <a:gd name="connsiteX77" fmla="*/ 4699654 w 8806164"/>
                  <a:gd name="connsiteY77" fmla="*/ 520330 h 1302680"/>
                  <a:gd name="connsiteX78" fmla="*/ 4697785 w 8806164"/>
                  <a:gd name="connsiteY78" fmla="*/ 519850 h 1302680"/>
                  <a:gd name="connsiteX79" fmla="*/ 4693925 w 8806164"/>
                  <a:gd name="connsiteY79" fmla="*/ 519850 h 1302680"/>
                  <a:gd name="connsiteX80" fmla="*/ 4678441 w 8806164"/>
                  <a:gd name="connsiteY80" fmla="*/ 510530 h 1302680"/>
                  <a:gd name="connsiteX81" fmla="*/ 4676571 w 8806164"/>
                  <a:gd name="connsiteY81" fmla="*/ 510049 h 1302680"/>
                  <a:gd name="connsiteX82" fmla="*/ 4672792 w 8806164"/>
                  <a:gd name="connsiteY82" fmla="*/ 510049 h 1302680"/>
                  <a:gd name="connsiteX83" fmla="*/ 4657714 w 8806164"/>
                  <a:gd name="connsiteY83" fmla="*/ 500948 h 1302680"/>
                  <a:gd name="connsiteX84" fmla="*/ 4655845 w 8806164"/>
                  <a:gd name="connsiteY84" fmla="*/ 500533 h 1302680"/>
                  <a:gd name="connsiteX85" fmla="*/ 4652065 w 8806164"/>
                  <a:gd name="connsiteY85" fmla="*/ 500489 h 1302680"/>
                  <a:gd name="connsiteX86" fmla="*/ 4637394 w 8806164"/>
                  <a:gd name="connsiteY86" fmla="*/ 491650 h 1302680"/>
                  <a:gd name="connsiteX87" fmla="*/ 4635484 w 8806164"/>
                  <a:gd name="connsiteY87" fmla="*/ 491169 h 1302680"/>
                  <a:gd name="connsiteX88" fmla="*/ 4631827 w 8806164"/>
                  <a:gd name="connsiteY88" fmla="*/ 491169 h 1302680"/>
                  <a:gd name="connsiteX89" fmla="*/ 4617643 w 8806164"/>
                  <a:gd name="connsiteY89" fmla="*/ 482483 h 1302680"/>
                  <a:gd name="connsiteX90" fmla="*/ 4615773 w 8806164"/>
                  <a:gd name="connsiteY90" fmla="*/ 482068 h 1302680"/>
                  <a:gd name="connsiteX91" fmla="*/ 4612076 w 8806164"/>
                  <a:gd name="connsiteY91" fmla="*/ 482068 h 1302680"/>
                  <a:gd name="connsiteX92" fmla="*/ 4598299 w 8806164"/>
                  <a:gd name="connsiteY92" fmla="*/ 473599 h 1302680"/>
                  <a:gd name="connsiteX93" fmla="*/ 4596389 w 8806164"/>
                  <a:gd name="connsiteY93" fmla="*/ 473119 h 1302680"/>
                  <a:gd name="connsiteX94" fmla="*/ 4592812 w 8806164"/>
                  <a:gd name="connsiteY94" fmla="*/ 473119 h 1302680"/>
                  <a:gd name="connsiteX95" fmla="*/ 4579320 w 8806164"/>
                  <a:gd name="connsiteY95" fmla="*/ 464868 h 1302680"/>
                  <a:gd name="connsiteX96" fmla="*/ 4577410 w 8806164"/>
                  <a:gd name="connsiteY96" fmla="*/ 464454 h 1302680"/>
                  <a:gd name="connsiteX97" fmla="*/ 4573955 w 8806164"/>
                  <a:gd name="connsiteY97" fmla="*/ 464454 h 1302680"/>
                  <a:gd name="connsiteX98" fmla="*/ 4560869 w 8806164"/>
                  <a:gd name="connsiteY98" fmla="*/ 456356 h 1302680"/>
                  <a:gd name="connsiteX99" fmla="*/ 4559000 w 8806164"/>
                  <a:gd name="connsiteY99" fmla="*/ 455941 h 1302680"/>
                  <a:gd name="connsiteX100" fmla="*/ 4555545 w 8806164"/>
                  <a:gd name="connsiteY100" fmla="*/ 455876 h 1302680"/>
                  <a:gd name="connsiteX101" fmla="*/ 4549206 w 8806164"/>
                  <a:gd name="connsiteY101" fmla="*/ 452034 h 1302680"/>
                  <a:gd name="connsiteX102" fmla="*/ 4540752 w 8806164"/>
                  <a:gd name="connsiteY102" fmla="*/ 448084 h 1302680"/>
                  <a:gd name="connsiteX103" fmla="*/ 4529617 w 8806164"/>
                  <a:gd name="connsiteY103" fmla="*/ 433373 h 1302680"/>
                  <a:gd name="connsiteX104" fmla="*/ 4529211 w 8806164"/>
                  <a:gd name="connsiteY104" fmla="*/ 433045 h 1302680"/>
                  <a:gd name="connsiteX105" fmla="*/ 4527707 w 8806164"/>
                  <a:gd name="connsiteY105" fmla="*/ 431976 h 1302680"/>
                  <a:gd name="connsiteX106" fmla="*/ 4525431 w 8806164"/>
                  <a:gd name="connsiteY106" fmla="*/ 431452 h 1302680"/>
                  <a:gd name="connsiteX107" fmla="*/ 4360839 w 8806164"/>
                  <a:gd name="connsiteY107" fmla="*/ 442387 h 1302680"/>
                  <a:gd name="connsiteX108" fmla="*/ 4189785 w 8806164"/>
                  <a:gd name="connsiteY108" fmla="*/ 441907 h 1302680"/>
                  <a:gd name="connsiteX109" fmla="*/ 4104360 w 8806164"/>
                  <a:gd name="connsiteY109" fmla="*/ 442867 h 1302680"/>
                  <a:gd name="connsiteX110" fmla="*/ 4018731 w 8806164"/>
                  <a:gd name="connsiteY110" fmla="*/ 442758 h 1302680"/>
                  <a:gd name="connsiteX111" fmla="*/ 3935988 w 8806164"/>
                  <a:gd name="connsiteY111" fmla="*/ 444679 h 1302680"/>
                  <a:gd name="connsiteX112" fmla="*/ 3608755 w 8806164"/>
                  <a:gd name="connsiteY112" fmla="*/ 460983 h 1302680"/>
                  <a:gd name="connsiteX113" fmla="*/ 3556858 w 8806164"/>
                  <a:gd name="connsiteY113" fmla="*/ 465240 h 1302680"/>
                  <a:gd name="connsiteX114" fmla="*/ 3528369 w 8806164"/>
                  <a:gd name="connsiteY114" fmla="*/ 469452 h 1302680"/>
                  <a:gd name="connsiteX115" fmla="*/ 2629737 w 8806164"/>
                  <a:gd name="connsiteY115" fmla="*/ 514415 h 1302680"/>
                  <a:gd name="connsiteX116" fmla="*/ 2536916 w 8806164"/>
                  <a:gd name="connsiteY116" fmla="*/ 514306 h 1302680"/>
                  <a:gd name="connsiteX117" fmla="*/ 2518424 w 8806164"/>
                  <a:gd name="connsiteY117" fmla="*/ 511796 h 1302680"/>
                  <a:gd name="connsiteX118" fmla="*/ 2517693 w 8806164"/>
                  <a:gd name="connsiteY118" fmla="*/ 511796 h 1302680"/>
                  <a:gd name="connsiteX119" fmla="*/ 2442875 w 8806164"/>
                  <a:gd name="connsiteY119" fmla="*/ 514131 h 1302680"/>
                  <a:gd name="connsiteX120" fmla="*/ 2347940 w 8806164"/>
                  <a:gd name="connsiteY120" fmla="*/ 516423 h 1302680"/>
                  <a:gd name="connsiteX121" fmla="*/ 1786945 w 8806164"/>
                  <a:gd name="connsiteY121" fmla="*/ 515572 h 1302680"/>
                  <a:gd name="connsiteX122" fmla="*/ 1786945 w 8806164"/>
                  <a:gd name="connsiteY122" fmla="*/ 515572 h 1302680"/>
                  <a:gd name="connsiteX123" fmla="*/ 1784913 w 8806164"/>
                  <a:gd name="connsiteY123" fmla="*/ 516095 h 1302680"/>
                  <a:gd name="connsiteX124" fmla="*/ 1765040 w 8806164"/>
                  <a:gd name="connsiteY124" fmla="*/ 530588 h 1302680"/>
                  <a:gd name="connsiteX125" fmla="*/ 1671527 w 8806164"/>
                  <a:gd name="connsiteY125" fmla="*/ 530435 h 1302680"/>
                  <a:gd name="connsiteX126" fmla="*/ 1577365 w 8806164"/>
                  <a:gd name="connsiteY126" fmla="*/ 514982 h 1302680"/>
                  <a:gd name="connsiteX127" fmla="*/ 1483120 w 8806164"/>
                  <a:gd name="connsiteY127" fmla="*/ 475061 h 1302680"/>
                  <a:gd name="connsiteX128" fmla="*/ 1388998 w 8806164"/>
                  <a:gd name="connsiteY128" fmla="*/ 433766 h 1302680"/>
                  <a:gd name="connsiteX129" fmla="*/ 1295445 w 8806164"/>
                  <a:gd name="connsiteY129" fmla="*/ 407072 h 1302680"/>
                  <a:gd name="connsiteX130" fmla="*/ 1202135 w 8806164"/>
                  <a:gd name="connsiteY130" fmla="*/ 379047 h 1302680"/>
                  <a:gd name="connsiteX131" fmla="*/ 1108907 w 8806164"/>
                  <a:gd name="connsiteY131" fmla="*/ 348293 h 1302680"/>
                  <a:gd name="connsiteX132" fmla="*/ 1015395 w 8806164"/>
                  <a:gd name="connsiteY132" fmla="*/ 314505 h 1302680"/>
                  <a:gd name="connsiteX133" fmla="*/ 923711 w 8806164"/>
                  <a:gd name="connsiteY133" fmla="*/ 277728 h 1302680"/>
                  <a:gd name="connsiteX134" fmla="*/ 836294 w 8806164"/>
                  <a:gd name="connsiteY134" fmla="*/ 240317 h 1302680"/>
                  <a:gd name="connsiteX135" fmla="*/ 752495 w 8806164"/>
                  <a:gd name="connsiteY135" fmla="*/ 201990 h 1302680"/>
                  <a:gd name="connsiteX136" fmla="*/ 672962 w 8806164"/>
                  <a:gd name="connsiteY136" fmla="*/ 155521 h 1302680"/>
                  <a:gd name="connsiteX137" fmla="*/ 594567 w 8806164"/>
                  <a:gd name="connsiteY137" fmla="*/ 113156 h 1302680"/>
                  <a:gd name="connsiteX138" fmla="*/ 515401 w 8806164"/>
                  <a:gd name="connsiteY138" fmla="*/ 64570 h 1302680"/>
                  <a:gd name="connsiteX139" fmla="*/ 514507 w 8806164"/>
                  <a:gd name="connsiteY139" fmla="*/ 64199 h 1302680"/>
                  <a:gd name="connsiteX140" fmla="*/ 425505 w 8806164"/>
                  <a:gd name="connsiteY140" fmla="*/ 44162 h 1302680"/>
                  <a:gd name="connsiteX141" fmla="*/ 330001 w 8806164"/>
                  <a:gd name="connsiteY141" fmla="*/ 28229 h 1302680"/>
                  <a:gd name="connsiteX142" fmla="*/ 120786 w 8806164"/>
                  <a:gd name="connsiteY142" fmla="*/ 29 h 1302680"/>
                  <a:gd name="connsiteX143" fmla="*/ 119242 w 8806164"/>
                  <a:gd name="connsiteY143" fmla="*/ 72 h 1302680"/>
                  <a:gd name="connsiteX144" fmla="*/ 1630 w 8806164"/>
                  <a:gd name="connsiteY144" fmla="*/ 25980 h 1302680"/>
                  <a:gd name="connsiteX145" fmla="*/ 167 w 8806164"/>
                  <a:gd name="connsiteY145" fmla="*/ 27792 h 1302680"/>
                  <a:gd name="connsiteX146" fmla="*/ 3459 w 8806164"/>
                  <a:gd name="connsiteY146" fmla="*/ 28600 h 1302680"/>
                  <a:gd name="connsiteX147" fmla="*/ 120380 w 8806164"/>
                  <a:gd name="connsiteY147" fmla="*/ 2910 h 1302680"/>
                  <a:gd name="connsiteX148" fmla="*/ 328619 w 8806164"/>
                  <a:gd name="connsiteY148" fmla="*/ 30935 h 1302680"/>
                  <a:gd name="connsiteX149" fmla="*/ 423757 w 8806164"/>
                  <a:gd name="connsiteY149" fmla="*/ 46825 h 1302680"/>
                  <a:gd name="connsiteX150" fmla="*/ 511946 w 8806164"/>
                  <a:gd name="connsiteY150" fmla="*/ 66687 h 1302680"/>
                  <a:gd name="connsiteX151" fmla="*/ 590828 w 8806164"/>
                  <a:gd name="connsiteY151" fmla="*/ 115120 h 1302680"/>
                  <a:gd name="connsiteX152" fmla="*/ 669264 w 8806164"/>
                  <a:gd name="connsiteY152" fmla="*/ 157485 h 1302680"/>
                  <a:gd name="connsiteX153" fmla="*/ 748918 w 8806164"/>
                  <a:gd name="connsiteY153" fmla="*/ 204063 h 1302680"/>
                  <a:gd name="connsiteX154" fmla="*/ 833002 w 8806164"/>
                  <a:gd name="connsiteY154" fmla="*/ 242543 h 1302680"/>
                  <a:gd name="connsiteX155" fmla="*/ 920500 w 8806164"/>
                  <a:gd name="connsiteY155" fmla="*/ 279954 h 1302680"/>
                  <a:gd name="connsiteX156" fmla="*/ 1012387 w 8806164"/>
                  <a:gd name="connsiteY156" fmla="*/ 316819 h 1302680"/>
                  <a:gd name="connsiteX157" fmla="*/ 1106062 w 8806164"/>
                  <a:gd name="connsiteY157" fmla="*/ 350650 h 1302680"/>
                  <a:gd name="connsiteX158" fmla="*/ 1199534 w 8806164"/>
                  <a:gd name="connsiteY158" fmla="*/ 381447 h 1302680"/>
                  <a:gd name="connsiteX159" fmla="*/ 1292925 w 8806164"/>
                  <a:gd name="connsiteY159" fmla="*/ 409473 h 1302680"/>
                  <a:gd name="connsiteX160" fmla="*/ 1386153 w 8806164"/>
                  <a:gd name="connsiteY160" fmla="*/ 436057 h 1302680"/>
                  <a:gd name="connsiteX161" fmla="*/ 1479869 w 8806164"/>
                  <a:gd name="connsiteY161" fmla="*/ 477244 h 1302680"/>
                  <a:gd name="connsiteX162" fmla="*/ 1574520 w 8806164"/>
                  <a:gd name="connsiteY162" fmla="*/ 517318 h 1302680"/>
                  <a:gd name="connsiteX163" fmla="*/ 1575373 w 8806164"/>
                  <a:gd name="connsiteY163" fmla="*/ 517580 h 1302680"/>
                  <a:gd name="connsiteX164" fmla="*/ 1670308 w 8806164"/>
                  <a:gd name="connsiteY164" fmla="*/ 533142 h 1302680"/>
                  <a:gd name="connsiteX165" fmla="*/ 1671040 w 8806164"/>
                  <a:gd name="connsiteY165" fmla="*/ 533186 h 1302680"/>
                  <a:gd name="connsiteX166" fmla="*/ 1766137 w 8806164"/>
                  <a:gd name="connsiteY166" fmla="*/ 533295 h 1302680"/>
                  <a:gd name="connsiteX167" fmla="*/ 1766137 w 8806164"/>
                  <a:gd name="connsiteY167" fmla="*/ 533295 h 1302680"/>
                  <a:gd name="connsiteX168" fmla="*/ 1768169 w 8806164"/>
                  <a:gd name="connsiteY168" fmla="*/ 532771 h 1302680"/>
                  <a:gd name="connsiteX169" fmla="*/ 1788042 w 8806164"/>
                  <a:gd name="connsiteY169" fmla="*/ 518343 h 1302680"/>
                  <a:gd name="connsiteX170" fmla="*/ 2347899 w 8806164"/>
                  <a:gd name="connsiteY170" fmla="*/ 519195 h 1302680"/>
                  <a:gd name="connsiteX171" fmla="*/ 2442997 w 8806164"/>
                  <a:gd name="connsiteY171" fmla="*/ 516837 h 1302680"/>
                  <a:gd name="connsiteX172" fmla="*/ 2517490 w 8806164"/>
                  <a:gd name="connsiteY172" fmla="*/ 514546 h 1302680"/>
                  <a:gd name="connsiteX173" fmla="*/ 2536184 w 8806164"/>
                  <a:gd name="connsiteY173" fmla="*/ 516990 h 1302680"/>
                  <a:gd name="connsiteX174" fmla="*/ 2629778 w 8806164"/>
                  <a:gd name="connsiteY174" fmla="*/ 517099 h 1302680"/>
                  <a:gd name="connsiteX175" fmla="*/ 3528979 w 8806164"/>
                  <a:gd name="connsiteY175" fmla="*/ 472137 h 1302680"/>
                  <a:gd name="connsiteX176" fmla="*/ 3557670 w 8806164"/>
                  <a:gd name="connsiteY176" fmla="*/ 467881 h 1302680"/>
                  <a:gd name="connsiteX177" fmla="*/ 3609161 w 8806164"/>
                  <a:gd name="connsiteY177" fmla="*/ 463668 h 1302680"/>
                  <a:gd name="connsiteX178" fmla="*/ 3936191 w 8806164"/>
                  <a:gd name="connsiteY178" fmla="*/ 447429 h 1302680"/>
                  <a:gd name="connsiteX179" fmla="*/ 4018650 w 8806164"/>
                  <a:gd name="connsiteY179" fmla="*/ 445508 h 1302680"/>
                  <a:gd name="connsiteX180" fmla="*/ 4104157 w 8806164"/>
                  <a:gd name="connsiteY180" fmla="*/ 445617 h 1302680"/>
                  <a:gd name="connsiteX181" fmla="*/ 4189582 w 8806164"/>
                  <a:gd name="connsiteY181" fmla="*/ 444657 h 1302680"/>
                  <a:gd name="connsiteX182" fmla="*/ 4360920 w 8806164"/>
                  <a:gd name="connsiteY182" fmla="*/ 445094 h 1302680"/>
                  <a:gd name="connsiteX183" fmla="*/ 4524415 w 8806164"/>
                  <a:gd name="connsiteY183" fmla="*/ 434268 h 1302680"/>
                  <a:gd name="connsiteX184" fmla="*/ 4535998 w 8806164"/>
                  <a:gd name="connsiteY184" fmla="*/ 449393 h 1302680"/>
                  <a:gd name="connsiteX185" fmla="*/ 4536688 w 8806164"/>
                  <a:gd name="connsiteY185" fmla="*/ 449983 h 1302680"/>
                  <a:gd name="connsiteX186" fmla="*/ 4545426 w 8806164"/>
                  <a:gd name="connsiteY186" fmla="*/ 453977 h 1302680"/>
                  <a:gd name="connsiteX187" fmla="*/ 4552172 w 8806164"/>
                  <a:gd name="connsiteY187" fmla="*/ 458190 h 1302680"/>
                  <a:gd name="connsiteX188" fmla="*/ 4554042 w 8806164"/>
                  <a:gd name="connsiteY188" fmla="*/ 458626 h 1302680"/>
                  <a:gd name="connsiteX189" fmla="*/ 4557496 w 8806164"/>
                  <a:gd name="connsiteY189" fmla="*/ 458626 h 1302680"/>
                  <a:gd name="connsiteX190" fmla="*/ 4570622 w 8806164"/>
                  <a:gd name="connsiteY190" fmla="*/ 466724 h 1302680"/>
                  <a:gd name="connsiteX191" fmla="*/ 4572492 w 8806164"/>
                  <a:gd name="connsiteY191" fmla="*/ 467138 h 1302680"/>
                  <a:gd name="connsiteX192" fmla="*/ 4575947 w 8806164"/>
                  <a:gd name="connsiteY192" fmla="*/ 467138 h 1302680"/>
                  <a:gd name="connsiteX193" fmla="*/ 4589439 w 8806164"/>
                  <a:gd name="connsiteY193" fmla="*/ 475389 h 1302680"/>
                  <a:gd name="connsiteX194" fmla="*/ 4591309 w 8806164"/>
                  <a:gd name="connsiteY194" fmla="*/ 475869 h 1302680"/>
                  <a:gd name="connsiteX195" fmla="*/ 4594885 w 8806164"/>
                  <a:gd name="connsiteY195" fmla="*/ 475869 h 1302680"/>
                  <a:gd name="connsiteX196" fmla="*/ 4608784 w 8806164"/>
                  <a:gd name="connsiteY196" fmla="*/ 484338 h 1302680"/>
                  <a:gd name="connsiteX197" fmla="*/ 4610693 w 8806164"/>
                  <a:gd name="connsiteY197" fmla="*/ 484774 h 1302680"/>
                  <a:gd name="connsiteX198" fmla="*/ 4614270 w 8806164"/>
                  <a:gd name="connsiteY198" fmla="*/ 484818 h 1302680"/>
                  <a:gd name="connsiteX199" fmla="*/ 4628575 w 8806164"/>
                  <a:gd name="connsiteY199" fmla="*/ 493461 h 1302680"/>
                  <a:gd name="connsiteX200" fmla="*/ 4630445 w 8806164"/>
                  <a:gd name="connsiteY200" fmla="*/ 493941 h 1302680"/>
                  <a:gd name="connsiteX201" fmla="*/ 4634143 w 8806164"/>
                  <a:gd name="connsiteY201" fmla="*/ 493941 h 1302680"/>
                  <a:gd name="connsiteX202" fmla="*/ 4648814 w 8806164"/>
                  <a:gd name="connsiteY202" fmla="*/ 502847 h 1302680"/>
                  <a:gd name="connsiteX203" fmla="*/ 4650684 w 8806164"/>
                  <a:gd name="connsiteY203" fmla="*/ 503261 h 1302680"/>
                  <a:gd name="connsiteX204" fmla="*/ 4654381 w 8806164"/>
                  <a:gd name="connsiteY204" fmla="*/ 503261 h 1302680"/>
                  <a:gd name="connsiteX205" fmla="*/ 4669581 w 8806164"/>
                  <a:gd name="connsiteY205" fmla="*/ 512363 h 1302680"/>
                  <a:gd name="connsiteX206" fmla="*/ 4671369 w 8806164"/>
                  <a:gd name="connsiteY206" fmla="*/ 512843 h 1302680"/>
                  <a:gd name="connsiteX207" fmla="*/ 4675230 w 8806164"/>
                  <a:gd name="connsiteY207" fmla="*/ 512843 h 1302680"/>
                  <a:gd name="connsiteX208" fmla="*/ 4690714 w 8806164"/>
                  <a:gd name="connsiteY208" fmla="*/ 522163 h 1302680"/>
                  <a:gd name="connsiteX209" fmla="*/ 4692583 w 8806164"/>
                  <a:gd name="connsiteY209" fmla="*/ 522643 h 1302680"/>
                  <a:gd name="connsiteX210" fmla="*/ 4696444 w 8806164"/>
                  <a:gd name="connsiteY210" fmla="*/ 522643 h 1302680"/>
                  <a:gd name="connsiteX211" fmla="*/ 4712416 w 8806164"/>
                  <a:gd name="connsiteY211" fmla="*/ 532247 h 1302680"/>
                  <a:gd name="connsiteX212" fmla="*/ 4714285 w 8806164"/>
                  <a:gd name="connsiteY212" fmla="*/ 532662 h 1302680"/>
                  <a:gd name="connsiteX213" fmla="*/ 4718268 w 8806164"/>
                  <a:gd name="connsiteY213" fmla="*/ 532662 h 1302680"/>
                  <a:gd name="connsiteX214" fmla="*/ 4734727 w 8806164"/>
                  <a:gd name="connsiteY214" fmla="*/ 542527 h 1302680"/>
                  <a:gd name="connsiteX215" fmla="*/ 4736515 w 8806164"/>
                  <a:gd name="connsiteY215" fmla="*/ 542964 h 1302680"/>
                  <a:gd name="connsiteX216" fmla="*/ 4740579 w 8806164"/>
                  <a:gd name="connsiteY216" fmla="*/ 542964 h 1302680"/>
                  <a:gd name="connsiteX217" fmla="*/ 4757526 w 8806164"/>
                  <a:gd name="connsiteY217" fmla="*/ 553091 h 1302680"/>
                  <a:gd name="connsiteX218" fmla="*/ 4759314 w 8806164"/>
                  <a:gd name="connsiteY218" fmla="*/ 553506 h 1302680"/>
                  <a:gd name="connsiteX219" fmla="*/ 4763378 w 8806164"/>
                  <a:gd name="connsiteY219" fmla="*/ 553506 h 1302680"/>
                  <a:gd name="connsiteX220" fmla="*/ 4780854 w 8806164"/>
                  <a:gd name="connsiteY220" fmla="*/ 563895 h 1302680"/>
                  <a:gd name="connsiteX221" fmla="*/ 4782723 w 8806164"/>
                  <a:gd name="connsiteY221" fmla="*/ 564332 h 1302680"/>
                  <a:gd name="connsiteX222" fmla="*/ 4786909 w 8806164"/>
                  <a:gd name="connsiteY222" fmla="*/ 564332 h 1302680"/>
                  <a:gd name="connsiteX223" fmla="*/ 4804872 w 8806164"/>
                  <a:gd name="connsiteY223" fmla="*/ 574983 h 1302680"/>
                  <a:gd name="connsiteX224" fmla="*/ 4806781 w 8806164"/>
                  <a:gd name="connsiteY224" fmla="*/ 575398 h 1302680"/>
                  <a:gd name="connsiteX225" fmla="*/ 4810927 w 8806164"/>
                  <a:gd name="connsiteY225" fmla="*/ 575398 h 1302680"/>
                  <a:gd name="connsiteX226" fmla="*/ 4829500 w 8806164"/>
                  <a:gd name="connsiteY226" fmla="*/ 586377 h 1302680"/>
                  <a:gd name="connsiteX227" fmla="*/ 4831410 w 8806164"/>
                  <a:gd name="connsiteY227" fmla="*/ 586792 h 1302680"/>
                  <a:gd name="connsiteX228" fmla="*/ 4835677 w 8806164"/>
                  <a:gd name="connsiteY228" fmla="*/ 586792 h 1302680"/>
                  <a:gd name="connsiteX229" fmla="*/ 4854818 w 8806164"/>
                  <a:gd name="connsiteY229" fmla="*/ 598032 h 1302680"/>
                  <a:gd name="connsiteX230" fmla="*/ 4856728 w 8806164"/>
                  <a:gd name="connsiteY230" fmla="*/ 598447 h 1302680"/>
                  <a:gd name="connsiteX231" fmla="*/ 4860996 w 8806164"/>
                  <a:gd name="connsiteY231" fmla="*/ 598447 h 1302680"/>
                  <a:gd name="connsiteX232" fmla="*/ 4880747 w 8806164"/>
                  <a:gd name="connsiteY232" fmla="*/ 610015 h 1302680"/>
                  <a:gd name="connsiteX233" fmla="*/ 4882657 w 8806164"/>
                  <a:gd name="connsiteY233" fmla="*/ 610452 h 1302680"/>
                  <a:gd name="connsiteX234" fmla="*/ 4887127 w 8806164"/>
                  <a:gd name="connsiteY234" fmla="*/ 610452 h 1302680"/>
                  <a:gd name="connsiteX235" fmla="*/ 4907447 w 8806164"/>
                  <a:gd name="connsiteY235" fmla="*/ 622325 h 1302680"/>
                  <a:gd name="connsiteX236" fmla="*/ 4909357 w 8806164"/>
                  <a:gd name="connsiteY236" fmla="*/ 622740 h 1302680"/>
                  <a:gd name="connsiteX237" fmla="*/ 4913828 w 8806164"/>
                  <a:gd name="connsiteY237" fmla="*/ 622805 h 1302680"/>
                  <a:gd name="connsiteX238" fmla="*/ 4934879 w 8806164"/>
                  <a:gd name="connsiteY238" fmla="*/ 635006 h 1302680"/>
                  <a:gd name="connsiteX239" fmla="*/ 4936789 w 8806164"/>
                  <a:gd name="connsiteY239" fmla="*/ 635421 h 1302680"/>
                  <a:gd name="connsiteX240" fmla="*/ 4941260 w 8806164"/>
                  <a:gd name="connsiteY240" fmla="*/ 635421 h 1302680"/>
                  <a:gd name="connsiteX241" fmla="*/ 4963083 w 8806164"/>
                  <a:gd name="connsiteY241" fmla="*/ 647993 h 1302680"/>
                  <a:gd name="connsiteX242" fmla="*/ 4964872 w 8806164"/>
                  <a:gd name="connsiteY242" fmla="*/ 648430 h 1302680"/>
                  <a:gd name="connsiteX243" fmla="*/ 4969545 w 8806164"/>
                  <a:gd name="connsiteY243" fmla="*/ 648430 h 1302680"/>
                  <a:gd name="connsiteX244" fmla="*/ 4991978 w 8806164"/>
                  <a:gd name="connsiteY244" fmla="*/ 661373 h 1302680"/>
                  <a:gd name="connsiteX245" fmla="*/ 4993848 w 8806164"/>
                  <a:gd name="connsiteY245" fmla="*/ 661788 h 1302680"/>
                  <a:gd name="connsiteX246" fmla="*/ 4998522 w 8806164"/>
                  <a:gd name="connsiteY246" fmla="*/ 661788 h 1302680"/>
                  <a:gd name="connsiteX247" fmla="*/ 5021727 w 8806164"/>
                  <a:gd name="connsiteY247" fmla="*/ 675102 h 1302680"/>
                  <a:gd name="connsiteX248" fmla="*/ 5023515 w 8806164"/>
                  <a:gd name="connsiteY248" fmla="*/ 675516 h 1302680"/>
                  <a:gd name="connsiteX249" fmla="*/ 5028392 w 8806164"/>
                  <a:gd name="connsiteY249" fmla="*/ 675516 h 1302680"/>
                  <a:gd name="connsiteX250" fmla="*/ 5052409 w 8806164"/>
                  <a:gd name="connsiteY250" fmla="*/ 689267 h 1302680"/>
                  <a:gd name="connsiteX251" fmla="*/ 5054198 w 8806164"/>
                  <a:gd name="connsiteY251" fmla="*/ 689682 h 1302680"/>
                  <a:gd name="connsiteX252" fmla="*/ 5059238 w 8806164"/>
                  <a:gd name="connsiteY252" fmla="*/ 689682 h 1302680"/>
                  <a:gd name="connsiteX253" fmla="*/ 5074234 w 8806164"/>
                  <a:gd name="connsiteY253" fmla="*/ 696601 h 1302680"/>
                  <a:gd name="connsiteX254" fmla="*/ 5076306 w 8806164"/>
                  <a:gd name="connsiteY254" fmla="*/ 696863 h 1302680"/>
                  <a:gd name="connsiteX255" fmla="*/ 5187335 w 8806164"/>
                  <a:gd name="connsiteY255" fmla="*/ 686583 h 1302680"/>
                  <a:gd name="connsiteX256" fmla="*/ 5237565 w 8806164"/>
                  <a:gd name="connsiteY256" fmla="*/ 680667 h 1302680"/>
                  <a:gd name="connsiteX257" fmla="*/ 5256788 w 8806164"/>
                  <a:gd name="connsiteY257" fmla="*/ 677153 h 1302680"/>
                  <a:gd name="connsiteX258" fmla="*/ 5282310 w 8806164"/>
                  <a:gd name="connsiteY258" fmla="*/ 675931 h 1302680"/>
                  <a:gd name="connsiteX259" fmla="*/ 5286496 w 8806164"/>
                  <a:gd name="connsiteY259" fmla="*/ 676302 h 1302680"/>
                  <a:gd name="connsiteX260" fmla="*/ 5302671 w 8806164"/>
                  <a:gd name="connsiteY260" fmla="*/ 696492 h 1302680"/>
                  <a:gd name="connsiteX261" fmla="*/ 5303443 w 8806164"/>
                  <a:gd name="connsiteY261" fmla="*/ 697016 h 1302680"/>
                  <a:gd name="connsiteX262" fmla="*/ 6327693 w 8806164"/>
                  <a:gd name="connsiteY262" fmla="*/ 1124117 h 1302680"/>
                  <a:gd name="connsiteX263" fmla="*/ 6328668 w 8806164"/>
                  <a:gd name="connsiteY263" fmla="*/ 1124379 h 1302680"/>
                  <a:gd name="connsiteX264" fmla="*/ 6364798 w 8806164"/>
                  <a:gd name="connsiteY264" fmla="*/ 1128264 h 1302680"/>
                  <a:gd name="connsiteX265" fmla="*/ 6401496 w 8806164"/>
                  <a:gd name="connsiteY265" fmla="*/ 1130120 h 1302680"/>
                  <a:gd name="connsiteX266" fmla="*/ 6438518 w 8806164"/>
                  <a:gd name="connsiteY266" fmla="*/ 1130818 h 1302680"/>
                  <a:gd name="connsiteX267" fmla="*/ 6476029 w 8806164"/>
                  <a:gd name="connsiteY267" fmla="*/ 1137104 h 1302680"/>
                  <a:gd name="connsiteX268" fmla="*/ 6514637 w 8806164"/>
                  <a:gd name="connsiteY268" fmla="*/ 1151335 h 1302680"/>
                  <a:gd name="connsiteX269" fmla="*/ 6555034 w 8806164"/>
                  <a:gd name="connsiteY269" fmla="*/ 1173031 h 1302680"/>
                  <a:gd name="connsiteX270" fmla="*/ 6596324 w 8806164"/>
                  <a:gd name="connsiteY270" fmla="*/ 1192260 h 1302680"/>
                  <a:gd name="connsiteX271" fmla="*/ 6638305 w 8806164"/>
                  <a:gd name="connsiteY271" fmla="*/ 1209001 h 1302680"/>
                  <a:gd name="connsiteX272" fmla="*/ 6639768 w 8806164"/>
                  <a:gd name="connsiteY272" fmla="*/ 1209263 h 1302680"/>
                  <a:gd name="connsiteX273" fmla="*/ 6818056 w 8806164"/>
                  <a:gd name="connsiteY273" fmla="*/ 1210005 h 1302680"/>
                  <a:gd name="connsiteX274" fmla="*/ 6862394 w 8806164"/>
                  <a:gd name="connsiteY274" fmla="*/ 1226789 h 1302680"/>
                  <a:gd name="connsiteX275" fmla="*/ 6863898 w 8806164"/>
                  <a:gd name="connsiteY275" fmla="*/ 1227051 h 1302680"/>
                  <a:gd name="connsiteX276" fmla="*/ 7044298 w 8806164"/>
                  <a:gd name="connsiteY276" fmla="*/ 1227903 h 1302680"/>
                  <a:gd name="connsiteX277" fmla="*/ 7092010 w 8806164"/>
                  <a:gd name="connsiteY277" fmla="*/ 1248572 h 1302680"/>
                  <a:gd name="connsiteX278" fmla="*/ 7192025 w 8806164"/>
                  <a:gd name="connsiteY278" fmla="*/ 1287729 h 1302680"/>
                  <a:gd name="connsiteX279" fmla="*/ 7193406 w 8806164"/>
                  <a:gd name="connsiteY279" fmla="*/ 1287991 h 1302680"/>
                  <a:gd name="connsiteX280" fmla="*/ 7381407 w 8806164"/>
                  <a:gd name="connsiteY280" fmla="*/ 1290654 h 1302680"/>
                  <a:gd name="connsiteX281" fmla="*/ 7569448 w 8806164"/>
                  <a:gd name="connsiteY281" fmla="*/ 1292836 h 1302680"/>
                  <a:gd name="connsiteX282" fmla="*/ 7757774 w 8806164"/>
                  <a:gd name="connsiteY282" fmla="*/ 1294801 h 1302680"/>
                  <a:gd name="connsiteX283" fmla="*/ 7946099 w 8806164"/>
                  <a:gd name="connsiteY283" fmla="*/ 1296394 h 1302680"/>
                  <a:gd name="connsiteX284" fmla="*/ 8134507 w 8806164"/>
                  <a:gd name="connsiteY284" fmla="*/ 1297726 h 1302680"/>
                  <a:gd name="connsiteX285" fmla="*/ 8323117 w 8806164"/>
                  <a:gd name="connsiteY285" fmla="*/ 1299865 h 1302680"/>
                  <a:gd name="connsiteX286" fmla="*/ 8511849 w 8806164"/>
                  <a:gd name="connsiteY286" fmla="*/ 1301262 h 1302680"/>
                  <a:gd name="connsiteX287" fmla="*/ 8700785 w 8806164"/>
                  <a:gd name="connsiteY287" fmla="*/ 1301785 h 1302680"/>
                  <a:gd name="connsiteX288" fmla="*/ 8806164 w 8806164"/>
                  <a:gd name="connsiteY288" fmla="*/ 1302680 h 1302680"/>
                  <a:gd name="connsiteX289" fmla="*/ 8806164 w 8806164"/>
                  <a:gd name="connsiteY289" fmla="*/ 1299865 h 130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Lst>
                <a:rect l="l" t="t" r="r" b="b"/>
                <a:pathLst>
                  <a:path w="8806164" h="1302680">
                    <a:moveTo>
                      <a:pt x="8806001" y="1299996"/>
                    </a:moveTo>
                    <a:lnTo>
                      <a:pt x="8700744" y="1299101"/>
                    </a:lnTo>
                    <a:lnTo>
                      <a:pt x="8511849" y="1298555"/>
                    </a:lnTo>
                    <a:lnTo>
                      <a:pt x="8323117" y="1297180"/>
                    </a:lnTo>
                    <a:lnTo>
                      <a:pt x="8134385" y="1295041"/>
                    </a:lnTo>
                    <a:lnTo>
                      <a:pt x="7946059" y="1293709"/>
                    </a:lnTo>
                    <a:lnTo>
                      <a:pt x="7757734" y="1292116"/>
                    </a:lnTo>
                    <a:lnTo>
                      <a:pt x="7569408" y="1290152"/>
                    </a:lnTo>
                    <a:lnTo>
                      <a:pt x="7381407" y="1288013"/>
                    </a:lnTo>
                    <a:lnTo>
                      <a:pt x="7194178" y="1285284"/>
                    </a:lnTo>
                    <a:lnTo>
                      <a:pt x="7094976" y="1246433"/>
                    </a:lnTo>
                    <a:lnTo>
                      <a:pt x="7046656" y="1225480"/>
                    </a:lnTo>
                    <a:cubicBezTo>
                      <a:pt x="7046168" y="1225261"/>
                      <a:pt x="7045680" y="1225152"/>
                      <a:pt x="7045070" y="1225152"/>
                    </a:cubicBezTo>
                    <a:lnTo>
                      <a:pt x="6864588" y="1224301"/>
                    </a:lnTo>
                    <a:lnTo>
                      <a:pt x="6820128" y="1207516"/>
                    </a:lnTo>
                    <a:cubicBezTo>
                      <a:pt x="6819722" y="1207364"/>
                      <a:pt x="6819233" y="1207255"/>
                      <a:pt x="6818746" y="1207255"/>
                    </a:cubicBezTo>
                    <a:lnTo>
                      <a:pt x="6640458" y="1206512"/>
                    </a:lnTo>
                    <a:lnTo>
                      <a:pt x="6599290" y="1190099"/>
                    </a:lnTo>
                    <a:lnTo>
                      <a:pt x="6558406" y="1171023"/>
                    </a:lnTo>
                    <a:lnTo>
                      <a:pt x="6517725" y="1149240"/>
                    </a:lnTo>
                    <a:lnTo>
                      <a:pt x="6478549" y="1134681"/>
                    </a:lnTo>
                    <a:cubicBezTo>
                      <a:pt x="6478264" y="1134616"/>
                      <a:pt x="6478061" y="1134572"/>
                      <a:pt x="6477857" y="1134529"/>
                    </a:cubicBezTo>
                    <a:lnTo>
                      <a:pt x="6439575" y="1128133"/>
                    </a:lnTo>
                    <a:cubicBezTo>
                      <a:pt x="6439575" y="1128133"/>
                      <a:pt x="6439169" y="1128068"/>
                      <a:pt x="6438966" y="1128068"/>
                    </a:cubicBezTo>
                    <a:lnTo>
                      <a:pt x="6401779" y="1127370"/>
                    </a:lnTo>
                    <a:lnTo>
                      <a:pt x="6365570" y="1125558"/>
                    </a:lnTo>
                    <a:lnTo>
                      <a:pt x="6330254" y="1121782"/>
                    </a:lnTo>
                    <a:lnTo>
                      <a:pt x="5307020" y="695051"/>
                    </a:lnTo>
                    <a:lnTo>
                      <a:pt x="5290560" y="674534"/>
                    </a:lnTo>
                    <a:cubicBezTo>
                      <a:pt x="5290153" y="674098"/>
                      <a:pt x="5289463" y="673792"/>
                      <a:pt x="5288691" y="673683"/>
                    </a:cubicBezTo>
                    <a:lnTo>
                      <a:pt x="5282554" y="673203"/>
                    </a:lnTo>
                    <a:lnTo>
                      <a:pt x="5255853" y="674425"/>
                    </a:lnTo>
                    <a:lnTo>
                      <a:pt x="5236305" y="678005"/>
                    </a:lnTo>
                    <a:lnTo>
                      <a:pt x="5186482" y="683876"/>
                    </a:lnTo>
                    <a:lnTo>
                      <a:pt x="5076632" y="694047"/>
                    </a:lnTo>
                    <a:lnTo>
                      <a:pt x="5061838" y="687237"/>
                    </a:lnTo>
                    <a:cubicBezTo>
                      <a:pt x="5061351" y="687019"/>
                      <a:pt x="5060863" y="686910"/>
                      <a:pt x="5060254" y="686910"/>
                    </a:cubicBezTo>
                    <a:lnTo>
                      <a:pt x="5055296" y="686910"/>
                    </a:lnTo>
                    <a:lnTo>
                      <a:pt x="5031277" y="673159"/>
                    </a:lnTo>
                    <a:cubicBezTo>
                      <a:pt x="5030871" y="672897"/>
                      <a:pt x="5030179" y="672788"/>
                      <a:pt x="5029489" y="672744"/>
                    </a:cubicBezTo>
                    <a:lnTo>
                      <a:pt x="5024653" y="672744"/>
                    </a:lnTo>
                    <a:lnTo>
                      <a:pt x="5001529" y="659430"/>
                    </a:lnTo>
                    <a:cubicBezTo>
                      <a:pt x="5001041" y="659168"/>
                      <a:pt x="5000350" y="659016"/>
                      <a:pt x="4999659" y="659016"/>
                    </a:cubicBezTo>
                    <a:lnTo>
                      <a:pt x="4994986" y="659016"/>
                    </a:lnTo>
                    <a:lnTo>
                      <a:pt x="4972471" y="646072"/>
                    </a:lnTo>
                    <a:cubicBezTo>
                      <a:pt x="4972065" y="645810"/>
                      <a:pt x="4971373" y="645636"/>
                      <a:pt x="4970683" y="645636"/>
                    </a:cubicBezTo>
                    <a:lnTo>
                      <a:pt x="4966010" y="645636"/>
                    </a:lnTo>
                    <a:lnTo>
                      <a:pt x="4944267" y="633064"/>
                    </a:lnTo>
                    <a:cubicBezTo>
                      <a:pt x="4943779" y="632802"/>
                      <a:pt x="4943170" y="632649"/>
                      <a:pt x="4942479" y="632649"/>
                    </a:cubicBezTo>
                    <a:lnTo>
                      <a:pt x="4937927" y="632649"/>
                    </a:lnTo>
                    <a:lnTo>
                      <a:pt x="4916794" y="620448"/>
                    </a:lnTo>
                    <a:cubicBezTo>
                      <a:pt x="4916388" y="620186"/>
                      <a:pt x="4915697" y="620033"/>
                      <a:pt x="4915006" y="620033"/>
                    </a:cubicBezTo>
                    <a:lnTo>
                      <a:pt x="4910536" y="620033"/>
                    </a:lnTo>
                    <a:lnTo>
                      <a:pt x="4890093" y="608138"/>
                    </a:lnTo>
                    <a:cubicBezTo>
                      <a:pt x="4889606" y="607876"/>
                      <a:pt x="4888997" y="607723"/>
                      <a:pt x="4888306" y="607658"/>
                    </a:cubicBezTo>
                    <a:lnTo>
                      <a:pt x="4883835" y="607658"/>
                    </a:lnTo>
                    <a:lnTo>
                      <a:pt x="4864084" y="596155"/>
                    </a:lnTo>
                    <a:cubicBezTo>
                      <a:pt x="4863597" y="595828"/>
                      <a:pt x="4862987" y="595675"/>
                      <a:pt x="4862174" y="595675"/>
                    </a:cubicBezTo>
                    <a:lnTo>
                      <a:pt x="4857907" y="595675"/>
                    </a:lnTo>
                    <a:lnTo>
                      <a:pt x="4838766" y="584478"/>
                    </a:lnTo>
                    <a:cubicBezTo>
                      <a:pt x="4838277" y="584151"/>
                      <a:pt x="4837587" y="583998"/>
                      <a:pt x="4836896" y="583998"/>
                    </a:cubicBezTo>
                    <a:lnTo>
                      <a:pt x="4832629" y="583998"/>
                    </a:lnTo>
                    <a:lnTo>
                      <a:pt x="4814097" y="573063"/>
                    </a:lnTo>
                    <a:cubicBezTo>
                      <a:pt x="4813609" y="572801"/>
                      <a:pt x="4812918" y="572648"/>
                      <a:pt x="4812187" y="572648"/>
                    </a:cubicBezTo>
                    <a:lnTo>
                      <a:pt x="4808001" y="572648"/>
                    </a:lnTo>
                    <a:lnTo>
                      <a:pt x="4789957" y="561997"/>
                    </a:lnTo>
                    <a:cubicBezTo>
                      <a:pt x="4789550" y="561735"/>
                      <a:pt x="4788860" y="561582"/>
                      <a:pt x="4788169" y="561582"/>
                    </a:cubicBezTo>
                    <a:lnTo>
                      <a:pt x="4784023" y="561516"/>
                    </a:lnTo>
                    <a:lnTo>
                      <a:pt x="4766548" y="551171"/>
                    </a:lnTo>
                    <a:cubicBezTo>
                      <a:pt x="4766061" y="550909"/>
                      <a:pt x="4765451" y="550756"/>
                      <a:pt x="4764678" y="550756"/>
                    </a:cubicBezTo>
                    <a:lnTo>
                      <a:pt x="4760696" y="550712"/>
                    </a:lnTo>
                    <a:lnTo>
                      <a:pt x="4743749" y="540628"/>
                    </a:lnTo>
                    <a:cubicBezTo>
                      <a:pt x="4743262" y="540366"/>
                      <a:pt x="4742571" y="540214"/>
                      <a:pt x="4741880" y="540214"/>
                    </a:cubicBezTo>
                    <a:lnTo>
                      <a:pt x="4737938" y="540214"/>
                    </a:lnTo>
                    <a:lnTo>
                      <a:pt x="4721478" y="530348"/>
                    </a:lnTo>
                    <a:cubicBezTo>
                      <a:pt x="4720990" y="530086"/>
                      <a:pt x="4720300" y="529912"/>
                      <a:pt x="4719568" y="529912"/>
                    </a:cubicBezTo>
                    <a:lnTo>
                      <a:pt x="4715626" y="529868"/>
                    </a:lnTo>
                    <a:lnTo>
                      <a:pt x="4699654" y="520330"/>
                    </a:lnTo>
                    <a:cubicBezTo>
                      <a:pt x="4699167" y="520002"/>
                      <a:pt x="4698476" y="519850"/>
                      <a:pt x="4697785" y="519850"/>
                    </a:cubicBezTo>
                    <a:lnTo>
                      <a:pt x="4693925" y="519850"/>
                    </a:lnTo>
                    <a:lnTo>
                      <a:pt x="4678441" y="510530"/>
                    </a:lnTo>
                    <a:cubicBezTo>
                      <a:pt x="4677953" y="510202"/>
                      <a:pt x="4677262" y="510049"/>
                      <a:pt x="4676571" y="510049"/>
                    </a:cubicBezTo>
                    <a:lnTo>
                      <a:pt x="4672792" y="510049"/>
                    </a:lnTo>
                    <a:lnTo>
                      <a:pt x="4657714" y="500948"/>
                    </a:lnTo>
                    <a:cubicBezTo>
                      <a:pt x="4657227" y="500686"/>
                      <a:pt x="4656536" y="500533"/>
                      <a:pt x="4655845" y="500533"/>
                    </a:cubicBezTo>
                    <a:lnTo>
                      <a:pt x="4652065" y="500489"/>
                    </a:lnTo>
                    <a:lnTo>
                      <a:pt x="4637394" y="491650"/>
                    </a:lnTo>
                    <a:cubicBezTo>
                      <a:pt x="4636907" y="491322"/>
                      <a:pt x="4636297" y="491169"/>
                      <a:pt x="4635484" y="491169"/>
                    </a:cubicBezTo>
                    <a:lnTo>
                      <a:pt x="4631827" y="491169"/>
                    </a:lnTo>
                    <a:lnTo>
                      <a:pt x="4617643" y="482483"/>
                    </a:lnTo>
                    <a:cubicBezTo>
                      <a:pt x="4617156" y="482221"/>
                      <a:pt x="4616465" y="482068"/>
                      <a:pt x="4615773" y="482068"/>
                    </a:cubicBezTo>
                    <a:lnTo>
                      <a:pt x="4612076" y="482068"/>
                    </a:lnTo>
                    <a:lnTo>
                      <a:pt x="4598299" y="473599"/>
                    </a:lnTo>
                    <a:cubicBezTo>
                      <a:pt x="4597811" y="473337"/>
                      <a:pt x="4597120" y="473119"/>
                      <a:pt x="4596389" y="473119"/>
                    </a:cubicBezTo>
                    <a:lnTo>
                      <a:pt x="4592812" y="473119"/>
                    </a:lnTo>
                    <a:lnTo>
                      <a:pt x="4579320" y="464868"/>
                    </a:lnTo>
                    <a:cubicBezTo>
                      <a:pt x="4578832" y="464607"/>
                      <a:pt x="4578141" y="464454"/>
                      <a:pt x="4577410" y="464454"/>
                    </a:cubicBezTo>
                    <a:lnTo>
                      <a:pt x="4573955" y="464454"/>
                    </a:lnTo>
                    <a:lnTo>
                      <a:pt x="4560869" y="456356"/>
                    </a:lnTo>
                    <a:cubicBezTo>
                      <a:pt x="4560382" y="456094"/>
                      <a:pt x="4559691" y="455941"/>
                      <a:pt x="4559000" y="455941"/>
                    </a:cubicBezTo>
                    <a:lnTo>
                      <a:pt x="4555545" y="455876"/>
                    </a:lnTo>
                    <a:lnTo>
                      <a:pt x="4549206" y="452034"/>
                    </a:lnTo>
                    <a:lnTo>
                      <a:pt x="4540752" y="448084"/>
                    </a:lnTo>
                    <a:lnTo>
                      <a:pt x="4529617" y="433373"/>
                    </a:lnTo>
                    <a:cubicBezTo>
                      <a:pt x="4529495" y="433264"/>
                      <a:pt x="4529413" y="433155"/>
                      <a:pt x="4529211" y="433045"/>
                    </a:cubicBezTo>
                    <a:lnTo>
                      <a:pt x="4527707" y="431976"/>
                    </a:lnTo>
                    <a:cubicBezTo>
                      <a:pt x="4527097" y="431605"/>
                      <a:pt x="4526325" y="431387"/>
                      <a:pt x="4525431" y="431452"/>
                    </a:cubicBezTo>
                    <a:lnTo>
                      <a:pt x="4360839" y="442387"/>
                    </a:lnTo>
                    <a:lnTo>
                      <a:pt x="4189785" y="441907"/>
                    </a:lnTo>
                    <a:lnTo>
                      <a:pt x="4104360" y="442867"/>
                    </a:lnTo>
                    <a:lnTo>
                      <a:pt x="4018731" y="442758"/>
                    </a:lnTo>
                    <a:lnTo>
                      <a:pt x="3935988" y="444679"/>
                    </a:lnTo>
                    <a:lnTo>
                      <a:pt x="3608755" y="460983"/>
                    </a:lnTo>
                    <a:lnTo>
                      <a:pt x="3556858" y="465240"/>
                    </a:lnTo>
                    <a:lnTo>
                      <a:pt x="3528369" y="469452"/>
                    </a:lnTo>
                    <a:lnTo>
                      <a:pt x="2629737" y="514415"/>
                    </a:lnTo>
                    <a:lnTo>
                      <a:pt x="2536916" y="514306"/>
                    </a:lnTo>
                    <a:lnTo>
                      <a:pt x="2518424" y="511796"/>
                    </a:lnTo>
                    <a:cubicBezTo>
                      <a:pt x="2518181" y="511796"/>
                      <a:pt x="2517977" y="511730"/>
                      <a:pt x="2517693" y="511796"/>
                    </a:cubicBezTo>
                    <a:lnTo>
                      <a:pt x="2442875" y="514131"/>
                    </a:lnTo>
                    <a:lnTo>
                      <a:pt x="2347940" y="516423"/>
                    </a:lnTo>
                    <a:lnTo>
                      <a:pt x="1786945" y="515572"/>
                    </a:lnTo>
                    <a:lnTo>
                      <a:pt x="1786945" y="515572"/>
                    </a:lnTo>
                    <a:cubicBezTo>
                      <a:pt x="1786173" y="515572"/>
                      <a:pt x="1785401" y="515790"/>
                      <a:pt x="1784913" y="516095"/>
                    </a:cubicBezTo>
                    <a:lnTo>
                      <a:pt x="1765040" y="530588"/>
                    </a:lnTo>
                    <a:lnTo>
                      <a:pt x="1671527" y="530435"/>
                    </a:lnTo>
                    <a:lnTo>
                      <a:pt x="1577365" y="514982"/>
                    </a:lnTo>
                    <a:lnTo>
                      <a:pt x="1483120" y="475061"/>
                    </a:lnTo>
                    <a:lnTo>
                      <a:pt x="1388998" y="433766"/>
                    </a:lnTo>
                    <a:lnTo>
                      <a:pt x="1295445" y="407072"/>
                    </a:lnTo>
                    <a:lnTo>
                      <a:pt x="1202135" y="379047"/>
                    </a:lnTo>
                    <a:lnTo>
                      <a:pt x="1108907" y="348293"/>
                    </a:lnTo>
                    <a:lnTo>
                      <a:pt x="1015395" y="314505"/>
                    </a:lnTo>
                    <a:lnTo>
                      <a:pt x="923711" y="277728"/>
                    </a:lnTo>
                    <a:lnTo>
                      <a:pt x="836294" y="240317"/>
                    </a:lnTo>
                    <a:lnTo>
                      <a:pt x="752495" y="201990"/>
                    </a:lnTo>
                    <a:lnTo>
                      <a:pt x="672962" y="155521"/>
                    </a:lnTo>
                    <a:lnTo>
                      <a:pt x="594567" y="113156"/>
                    </a:lnTo>
                    <a:lnTo>
                      <a:pt x="515401" y="64570"/>
                    </a:lnTo>
                    <a:cubicBezTo>
                      <a:pt x="515157" y="64395"/>
                      <a:pt x="514872" y="64308"/>
                      <a:pt x="514507" y="64199"/>
                    </a:cubicBezTo>
                    <a:lnTo>
                      <a:pt x="425505" y="44162"/>
                    </a:lnTo>
                    <a:lnTo>
                      <a:pt x="330001" y="28229"/>
                    </a:lnTo>
                    <a:lnTo>
                      <a:pt x="120786" y="29"/>
                    </a:lnTo>
                    <a:cubicBezTo>
                      <a:pt x="120299" y="-15"/>
                      <a:pt x="119730" y="-15"/>
                      <a:pt x="119242" y="72"/>
                    </a:cubicBezTo>
                    <a:lnTo>
                      <a:pt x="1630" y="25980"/>
                    </a:lnTo>
                    <a:cubicBezTo>
                      <a:pt x="289" y="26242"/>
                      <a:pt x="-321" y="27050"/>
                      <a:pt x="167" y="27792"/>
                    </a:cubicBezTo>
                    <a:cubicBezTo>
                      <a:pt x="654" y="28534"/>
                      <a:pt x="2158" y="28862"/>
                      <a:pt x="3459" y="28600"/>
                    </a:cubicBezTo>
                    <a:lnTo>
                      <a:pt x="120380" y="2910"/>
                    </a:lnTo>
                    <a:lnTo>
                      <a:pt x="328619" y="30935"/>
                    </a:lnTo>
                    <a:lnTo>
                      <a:pt x="423757" y="46825"/>
                    </a:lnTo>
                    <a:lnTo>
                      <a:pt x="511946" y="66687"/>
                    </a:lnTo>
                    <a:lnTo>
                      <a:pt x="590828" y="115120"/>
                    </a:lnTo>
                    <a:lnTo>
                      <a:pt x="669264" y="157485"/>
                    </a:lnTo>
                    <a:lnTo>
                      <a:pt x="748918" y="204063"/>
                    </a:lnTo>
                    <a:lnTo>
                      <a:pt x="833002" y="242543"/>
                    </a:lnTo>
                    <a:lnTo>
                      <a:pt x="920500" y="279954"/>
                    </a:lnTo>
                    <a:lnTo>
                      <a:pt x="1012387" y="316819"/>
                    </a:lnTo>
                    <a:lnTo>
                      <a:pt x="1106062" y="350650"/>
                    </a:lnTo>
                    <a:lnTo>
                      <a:pt x="1199534" y="381447"/>
                    </a:lnTo>
                    <a:lnTo>
                      <a:pt x="1292925" y="409473"/>
                    </a:lnTo>
                    <a:lnTo>
                      <a:pt x="1386153" y="436057"/>
                    </a:lnTo>
                    <a:lnTo>
                      <a:pt x="1479869" y="477244"/>
                    </a:lnTo>
                    <a:lnTo>
                      <a:pt x="1574520" y="517318"/>
                    </a:lnTo>
                    <a:cubicBezTo>
                      <a:pt x="1574764" y="517427"/>
                      <a:pt x="1575048" y="517536"/>
                      <a:pt x="1575373" y="517580"/>
                    </a:cubicBezTo>
                    <a:lnTo>
                      <a:pt x="1670308" y="533142"/>
                    </a:lnTo>
                    <a:cubicBezTo>
                      <a:pt x="1670552" y="533142"/>
                      <a:pt x="1670796" y="533186"/>
                      <a:pt x="1671040" y="533186"/>
                    </a:cubicBezTo>
                    <a:lnTo>
                      <a:pt x="1766137" y="533295"/>
                    </a:lnTo>
                    <a:lnTo>
                      <a:pt x="1766137" y="533295"/>
                    </a:lnTo>
                    <a:cubicBezTo>
                      <a:pt x="1766909" y="533295"/>
                      <a:pt x="1767682" y="533142"/>
                      <a:pt x="1768169" y="532771"/>
                    </a:cubicBezTo>
                    <a:lnTo>
                      <a:pt x="1788042" y="518343"/>
                    </a:lnTo>
                    <a:lnTo>
                      <a:pt x="2347899" y="519195"/>
                    </a:lnTo>
                    <a:lnTo>
                      <a:pt x="2442997" y="516837"/>
                    </a:lnTo>
                    <a:lnTo>
                      <a:pt x="2517490" y="514546"/>
                    </a:lnTo>
                    <a:lnTo>
                      <a:pt x="2536184" y="516990"/>
                    </a:lnTo>
                    <a:lnTo>
                      <a:pt x="2629778" y="517099"/>
                    </a:lnTo>
                    <a:lnTo>
                      <a:pt x="3528979" y="472137"/>
                    </a:lnTo>
                    <a:lnTo>
                      <a:pt x="3557670" y="467881"/>
                    </a:lnTo>
                    <a:lnTo>
                      <a:pt x="3609161" y="463668"/>
                    </a:lnTo>
                    <a:lnTo>
                      <a:pt x="3936191" y="447429"/>
                    </a:lnTo>
                    <a:lnTo>
                      <a:pt x="4018650" y="445508"/>
                    </a:lnTo>
                    <a:lnTo>
                      <a:pt x="4104157" y="445617"/>
                    </a:lnTo>
                    <a:lnTo>
                      <a:pt x="4189582" y="444657"/>
                    </a:lnTo>
                    <a:lnTo>
                      <a:pt x="4360920" y="445094"/>
                    </a:lnTo>
                    <a:lnTo>
                      <a:pt x="4524415" y="434268"/>
                    </a:lnTo>
                    <a:lnTo>
                      <a:pt x="4535998" y="449393"/>
                    </a:lnTo>
                    <a:cubicBezTo>
                      <a:pt x="4536119" y="449612"/>
                      <a:pt x="4536404" y="449808"/>
                      <a:pt x="4536688" y="449983"/>
                    </a:cubicBezTo>
                    <a:lnTo>
                      <a:pt x="4545426" y="453977"/>
                    </a:lnTo>
                    <a:lnTo>
                      <a:pt x="4552172" y="458190"/>
                    </a:lnTo>
                    <a:cubicBezTo>
                      <a:pt x="4552660" y="458451"/>
                      <a:pt x="4553350" y="458626"/>
                      <a:pt x="4554042" y="458626"/>
                    </a:cubicBezTo>
                    <a:lnTo>
                      <a:pt x="4557496" y="458626"/>
                    </a:lnTo>
                    <a:lnTo>
                      <a:pt x="4570622" y="466724"/>
                    </a:lnTo>
                    <a:cubicBezTo>
                      <a:pt x="4571110" y="466986"/>
                      <a:pt x="4571801" y="467138"/>
                      <a:pt x="4572492" y="467138"/>
                    </a:cubicBezTo>
                    <a:lnTo>
                      <a:pt x="4575947" y="467138"/>
                    </a:lnTo>
                    <a:lnTo>
                      <a:pt x="4589439" y="475389"/>
                    </a:lnTo>
                    <a:cubicBezTo>
                      <a:pt x="4589926" y="475716"/>
                      <a:pt x="4590618" y="475869"/>
                      <a:pt x="4591309" y="475869"/>
                    </a:cubicBezTo>
                    <a:lnTo>
                      <a:pt x="4594885" y="475869"/>
                    </a:lnTo>
                    <a:lnTo>
                      <a:pt x="4608784" y="484338"/>
                    </a:lnTo>
                    <a:cubicBezTo>
                      <a:pt x="4609271" y="484600"/>
                      <a:pt x="4609962" y="484774"/>
                      <a:pt x="4610693" y="484774"/>
                    </a:cubicBezTo>
                    <a:lnTo>
                      <a:pt x="4614270" y="484818"/>
                    </a:lnTo>
                    <a:lnTo>
                      <a:pt x="4628575" y="493461"/>
                    </a:lnTo>
                    <a:cubicBezTo>
                      <a:pt x="4629063" y="493789"/>
                      <a:pt x="4629754" y="493941"/>
                      <a:pt x="4630445" y="493941"/>
                    </a:cubicBezTo>
                    <a:lnTo>
                      <a:pt x="4634143" y="493941"/>
                    </a:lnTo>
                    <a:lnTo>
                      <a:pt x="4648814" y="502847"/>
                    </a:lnTo>
                    <a:cubicBezTo>
                      <a:pt x="4649301" y="503109"/>
                      <a:pt x="4649993" y="503261"/>
                      <a:pt x="4650684" y="503261"/>
                    </a:cubicBezTo>
                    <a:lnTo>
                      <a:pt x="4654381" y="503261"/>
                    </a:lnTo>
                    <a:lnTo>
                      <a:pt x="4669581" y="512363"/>
                    </a:lnTo>
                    <a:cubicBezTo>
                      <a:pt x="4669988" y="512690"/>
                      <a:pt x="4670678" y="512843"/>
                      <a:pt x="4671369" y="512843"/>
                    </a:cubicBezTo>
                    <a:lnTo>
                      <a:pt x="4675230" y="512843"/>
                    </a:lnTo>
                    <a:lnTo>
                      <a:pt x="4690714" y="522163"/>
                    </a:lnTo>
                    <a:cubicBezTo>
                      <a:pt x="4691202" y="522491"/>
                      <a:pt x="4691893" y="522643"/>
                      <a:pt x="4692583" y="522643"/>
                    </a:cubicBezTo>
                    <a:lnTo>
                      <a:pt x="4696444" y="522643"/>
                    </a:lnTo>
                    <a:lnTo>
                      <a:pt x="4712416" y="532247"/>
                    </a:lnTo>
                    <a:cubicBezTo>
                      <a:pt x="4712903" y="532509"/>
                      <a:pt x="4713594" y="532662"/>
                      <a:pt x="4714285" y="532662"/>
                    </a:cubicBezTo>
                    <a:lnTo>
                      <a:pt x="4718268" y="532662"/>
                    </a:lnTo>
                    <a:lnTo>
                      <a:pt x="4734727" y="542527"/>
                    </a:lnTo>
                    <a:cubicBezTo>
                      <a:pt x="4735134" y="542789"/>
                      <a:pt x="4735824" y="542964"/>
                      <a:pt x="4736515" y="542964"/>
                    </a:cubicBezTo>
                    <a:lnTo>
                      <a:pt x="4740579" y="542964"/>
                    </a:lnTo>
                    <a:lnTo>
                      <a:pt x="4757526" y="553091"/>
                    </a:lnTo>
                    <a:cubicBezTo>
                      <a:pt x="4757933" y="553353"/>
                      <a:pt x="4758623" y="553506"/>
                      <a:pt x="4759314" y="553506"/>
                    </a:cubicBezTo>
                    <a:lnTo>
                      <a:pt x="4763378" y="553506"/>
                    </a:lnTo>
                    <a:lnTo>
                      <a:pt x="4780854" y="563895"/>
                    </a:lnTo>
                    <a:cubicBezTo>
                      <a:pt x="4781341" y="564157"/>
                      <a:pt x="4782032" y="564332"/>
                      <a:pt x="4782723" y="564332"/>
                    </a:cubicBezTo>
                    <a:lnTo>
                      <a:pt x="4786909" y="564332"/>
                    </a:lnTo>
                    <a:lnTo>
                      <a:pt x="4804872" y="574983"/>
                    </a:lnTo>
                    <a:cubicBezTo>
                      <a:pt x="4805359" y="575245"/>
                      <a:pt x="4806050" y="575398"/>
                      <a:pt x="4806781" y="575398"/>
                    </a:cubicBezTo>
                    <a:lnTo>
                      <a:pt x="4810927" y="575398"/>
                    </a:lnTo>
                    <a:lnTo>
                      <a:pt x="4829500" y="586377"/>
                    </a:lnTo>
                    <a:cubicBezTo>
                      <a:pt x="4829987" y="586639"/>
                      <a:pt x="4830678" y="586792"/>
                      <a:pt x="4831410" y="586792"/>
                    </a:cubicBezTo>
                    <a:lnTo>
                      <a:pt x="4835677" y="586792"/>
                    </a:lnTo>
                    <a:lnTo>
                      <a:pt x="4854818" y="598032"/>
                    </a:lnTo>
                    <a:cubicBezTo>
                      <a:pt x="4855306" y="598294"/>
                      <a:pt x="4855997" y="598447"/>
                      <a:pt x="4856728" y="598447"/>
                    </a:cubicBezTo>
                    <a:lnTo>
                      <a:pt x="4860996" y="598447"/>
                    </a:lnTo>
                    <a:lnTo>
                      <a:pt x="4880747" y="610015"/>
                    </a:lnTo>
                    <a:cubicBezTo>
                      <a:pt x="4881234" y="610277"/>
                      <a:pt x="4881925" y="610452"/>
                      <a:pt x="4882657" y="610452"/>
                    </a:cubicBezTo>
                    <a:lnTo>
                      <a:pt x="4887127" y="610452"/>
                    </a:lnTo>
                    <a:lnTo>
                      <a:pt x="4907447" y="622325"/>
                    </a:lnTo>
                    <a:cubicBezTo>
                      <a:pt x="4907934" y="622587"/>
                      <a:pt x="4908626" y="622740"/>
                      <a:pt x="4909357" y="622740"/>
                    </a:cubicBezTo>
                    <a:lnTo>
                      <a:pt x="4913828" y="622805"/>
                    </a:lnTo>
                    <a:lnTo>
                      <a:pt x="4934879" y="635006"/>
                    </a:lnTo>
                    <a:cubicBezTo>
                      <a:pt x="4935366" y="635268"/>
                      <a:pt x="4936058" y="635421"/>
                      <a:pt x="4936789" y="635421"/>
                    </a:cubicBezTo>
                    <a:lnTo>
                      <a:pt x="4941260" y="635421"/>
                    </a:lnTo>
                    <a:lnTo>
                      <a:pt x="4963083" y="647993"/>
                    </a:lnTo>
                    <a:cubicBezTo>
                      <a:pt x="4963490" y="648255"/>
                      <a:pt x="4964180" y="648430"/>
                      <a:pt x="4964872" y="648430"/>
                    </a:cubicBezTo>
                    <a:lnTo>
                      <a:pt x="4969545" y="648430"/>
                    </a:lnTo>
                    <a:lnTo>
                      <a:pt x="4991978" y="661373"/>
                    </a:lnTo>
                    <a:cubicBezTo>
                      <a:pt x="4992465" y="661635"/>
                      <a:pt x="4993157" y="661788"/>
                      <a:pt x="4993848" y="661788"/>
                    </a:cubicBezTo>
                    <a:lnTo>
                      <a:pt x="4998522" y="661788"/>
                    </a:lnTo>
                    <a:lnTo>
                      <a:pt x="5021727" y="675102"/>
                    </a:lnTo>
                    <a:cubicBezTo>
                      <a:pt x="5022214" y="675364"/>
                      <a:pt x="5022906" y="675516"/>
                      <a:pt x="5023515" y="675516"/>
                    </a:cubicBezTo>
                    <a:lnTo>
                      <a:pt x="5028392" y="675516"/>
                    </a:lnTo>
                    <a:lnTo>
                      <a:pt x="5052409" y="689267"/>
                    </a:lnTo>
                    <a:cubicBezTo>
                      <a:pt x="5052898" y="689529"/>
                      <a:pt x="5053507" y="689682"/>
                      <a:pt x="5054198" y="689682"/>
                    </a:cubicBezTo>
                    <a:lnTo>
                      <a:pt x="5059238" y="689682"/>
                    </a:lnTo>
                    <a:lnTo>
                      <a:pt x="5074234" y="696601"/>
                    </a:lnTo>
                    <a:cubicBezTo>
                      <a:pt x="5074843" y="696863"/>
                      <a:pt x="5075616" y="696972"/>
                      <a:pt x="5076306" y="696863"/>
                    </a:cubicBezTo>
                    <a:lnTo>
                      <a:pt x="5187335" y="686583"/>
                    </a:lnTo>
                    <a:lnTo>
                      <a:pt x="5237565" y="680667"/>
                    </a:lnTo>
                    <a:lnTo>
                      <a:pt x="5256788" y="677153"/>
                    </a:lnTo>
                    <a:lnTo>
                      <a:pt x="5282310" y="675931"/>
                    </a:lnTo>
                    <a:lnTo>
                      <a:pt x="5286496" y="676302"/>
                    </a:lnTo>
                    <a:lnTo>
                      <a:pt x="5302671" y="696492"/>
                    </a:lnTo>
                    <a:cubicBezTo>
                      <a:pt x="5302874" y="696710"/>
                      <a:pt x="5303159" y="696906"/>
                      <a:pt x="5303443" y="697016"/>
                    </a:cubicBezTo>
                    <a:lnTo>
                      <a:pt x="6327693" y="1124117"/>
                    </a:lnTo>
                    <a:cubicBezTo>
                      <a:pt x="6327978" y="1124270"/>
                      <a:pt x="6328303" y="1124336"/>
                      <a:pt x="6328668" y="1124379"/>
                    </a:cubicBezTo>
                    <a:lnTo>
                      <a:pt x="6364798" y="1128264"/>
                    </a:lnTo>
                    <a:lnTo>
                      <a:pt x="6401496" y="1130120"/>
                    </a:lnTo>
                    <a:lnTo>
                      <a:pt x="6438518" y="1130818"/>
                    </a:lnTo>
                    <a:lnTo>
                      <a:pt x="6476029" y="1137104"/>
                    </a:lnTo>
                    <a:lnTo>
                      <a:pt x="6514637" y="1151335"/>
                    </a:lnTo>
                    <a:lnTo>
                      <a:pt x="6555034" y="1173031"/>
                    </a:lnTo>
                    <a:lnTo>
                      <a:pt x="6596324" y="1192260"/>
                    </a:lnTo>
                    <a:lnTo>
                      <a:pt x="6638305" y="1209001"/>
                    </a:lnTo>
                    <a:cubicBezTo>
                      <a:pt x="6638711" y="1209153"/>
                      <a:pt x="6639280" y="1209263"/>
                      <a:pt x="6639768" y="1209263"/>
                    </a:cubicBezTo>
                    <a:lnTo>
                      <a:pt x="6818056" y="1210005"/>
                    </a:lnTo>
                    <a:lnTo>
                      <a:pt x="6862394" y="1226789"/>
                    </a:lnTo>
                    <a:cubicBezTo>
                      <a:pt x="6862882" y="1226964"/>
                      <a:pt x="6863288" y="1227051"/>
                      <a:pt x="6863898" y="1227051"/>
                    </a:cubicBezTo>
                    <a:lnTo>
                      <a:pt x="7044298" y="1227903"/>
                    </a:lnTo>
                    <a:lnTo>
                      <a:pt x="7092010" y="1248572"/>
                    </a:lnTo>
                    <a:lnTo>
                      <a:pt x="7192025" y="1287729"/>
                    </a:lnTo>
                    <a:cubicBezTo>
                      <a:pt x="7192431" y="1287882"/>
                      <a:pt x="7192919" y="1287947"/>
                      <a:pt x="7193406" y="1287991"/>
                    </a:cubicBezTo>
                    <a:lnTo>
                      <a:pt x="7381407" y="1290654"/>
                    </a:lnTo>
                    <a:lnTo>
                      <a:pt x="7569448" y="1292836"/>
                    </a:lnTo>
                    <a:lnTo>
                      <a:pt x="7757774" y="1294801"/>
                    </a:lnTo>
                    <a:lnTo>
                      <a:pt x="7946099" y="1296394"/>
                    </a:lnTo>
                    <a:lnTo>
                      <a:pt x="8134507" y="1297726"/>
                    </a:lnTo>
                    <a:lnTo>
                      <a:pt x="8323117" y="1299865"/>
                    </a:lnTo>
                    <a:lnTo>
                      <a:pt x="8511849" y="1301262"/>
                    </a:lnTo>
                    <a:lnTo>
                      <a:pt x="8700785" y="1301785"/>
                    </a:lnTo>
                    <a:lnTo>
                      <a:pt x="8806164" y="1302680"/>
                    </a:lnTo>
                    <a:lnTo>
                      <a:pt x="8806164" y="129986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 name="Freeform: Shape 74">
                <a:extLst>
                  <a:ext uri="{FF2B5EF4-FFF2-40B4-BE49-F238E27FC236}">
                    <a16:creationId xmlns:a16="http://schemas.microsoft.com/office/drawing/2014/main" id="{77E79742-A81D-41F7-8D4F-29836968C32A}"/>
                  </a:ext>
                </a:extLst>
              </p:cNvPr>
              <p:cNvSpPr/>
              <p:nvPr/>
            </p:nvSpPr>
            <p:spPr>
              <a:xfrm>
                <a:off x="7523085" y="6377872"/>
                <a:ext cx="135856" cy="17618"/>
              </a:xfrm>
              <a:custGeom>
                <a:avLst/>
                <a:gdLst>
                  <a:gd name="connsiteX0" fmla="*/ 133328 w 135856"/>
                  <a:gd name="connsiteY0" fmla="*/ 17619 h 17618"/>
                  <a:gd name="connsiteX1" fmla="*/ 132840 w 135856"/>
                  <a:gd name="connsiteY1" fmla="*/ 17619 h 17618"/>
                  <a:gd name="connsiteX2" fmla="*/ 125322 w 135856"/>
                  <a:gd name="connsiteY2" fmla="*/ 16811 h 17618"/>
                  <a:gd name="connsiteX3" fmla="*/ 2101 w 135856"/>
                  <a:gd name="connsiteY3" fmla="*/ 2798 h 17618"/>
                  <a:gd name="connsiteX4" fmla="*/ 29 w 135856"/>
                  <a:gd name="connsiteY4" fmla="*/ 1205 h 17618"/>
                  <a:gd name="connsiteX5" fmla="*/ 2995 w 135856"/>
                  <a:gd name="connsiteY5" fmla="*/ 26 h 17618"/>
                  <a:gd name="connsiteX6" fmla="*/ 16285 w 135856"/>
                  <a:gd name="connsiteY6" fmla="*/ 1402 h 17618"/>
                  <a:gd name="connsiteX7" fmla="*/ 39978 w 135856"/>
                  <a:gd name="connsiteY7" fmla="*/ 4239 h 17618"/>
                  <a:gd name="connsiteX8" fmla="*/ 133815 w 135856"/>
                  <a:gd name="connsiteY8" fmla="*/ 14847 h 17618"/>
                  <a:gd name="connsiteX9" fmla="*/ 135807 w 135856"/>
                  <a:gd name="connsiteY9" fmla="*/ 16440 h 17618"/>
                  <a:gd name="connsiteX10" fmla="*/ 133328 w 135856"/>
                  <a:gd name="connsiteY10" fmla="*/ 17619 h 17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856" h="17618">
                    <a:moveTo>
                      <a:pt x="133328" y="17619"/>
                    </a:moveTo>
                    <a:lnTo>
                      <a:pt x="132840" y="17619"/>
                    </a:lnTo>
                    <a:lnTo>
                      <a:pt x="125322" y="16811"/>
                    </a:lnTo>
                    <a:lnTo>
                      <a:pt x="2101" y="2798"/>
                    </a:lnTo>
                    <a:cubicBezTo>
                      <a:pt x="719" y="2689"/>
                      <a:pt x="-175" y="1947"/>
                      <a:pt x="29" y="1205"/>
                    </a:cubicBezTo>
                    <a:cubicBezTo>
                      <a:pt x="313" y="398"/>
                      <a:pt x="1614" y="-126"/>
                      <a:pt x="2995" y="26"/>
                    </a:cubicBezTo>
                    <a:lnTo>
                      <a:pt x="16285" y="1402"/>
                    </a:lnTo>
                    <a:lnTo>
                      <a:pt x="39978" y="4239"/>
                    </a:lnTo>
                    <a:lnTo>
                      <a:pt x="133815" y="14847"/>
                    </a:lnTo>
                    <a:cubicBezTo>
                      <a:pt x="135116" y="14956"/>
                      <a:pt x="136091" y="15698"/>
                      <a:pt x="135807" y="16440"/>
                    </a:cubicBezTo>
                    <a:cubicBezTo>
                      <a:pt x="135604" y="17138"/>
                      <a:pt x="134506" y="17619"/>
                      <a:pt x="133328" y="1761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 name="Freeform: Shape 75">
                <a:extLst>
                  <a:ext uri="{FF2B5EF4-FFF2-40B4-BE49-F238E27FC236}">
                    <a16:creationId xmlns:a16="http://schemas.microsoft.com/office/drawing/2014/main" id="{8FA19DDA-9412-4FE0-857A-13EF91E723B2}"/>
                  </a:ext>
                </a:extLst>
              </p:cNvPr>
              <p:cNvSpPr/>
              <p:nvPr/>
            </p:nvSpPr>
            <p:spPr>
              <a:xfrm>
                <a:off x="8667251" y="6304322"/>
                <a:ext cx="3524748" cy="9734"/>
              </a:xfrm>
              <a:custGeom>
                <a:avLst/>
                <a:gdLst>
                  <a:gd name="connsiteX0" fmla="*/ 3524748 w 3524748"/>
                  <a:gd name="connsiteY0" fmla="*/ 6919 h 9734"/>
                  <a:gd name="connsiteX1" fmla="*/ 2479 w 3524748"/>
                  <a:gd name="connsiteY1" fmla="*/ 0 h 9734"/>
                  <a:gd name="connsiteX2" fmla="*/ 2479 w 3524748"/>
                  <a:gd name="connsiteY2" fmla="*/ 0 h 9734"/>
                  <a:gd name="connsiteX3" fmla="*/ 0 w 3524748"/>
                  <a:gd name="connsiteY3" fmla="*/ 1375 h 9734"/>
                  <a:gd name="connsiteX4" fmla="*/ 2479 w 3524748"/>
                  <a:gd name="connsiteY4" fmla="*/ 2816 h 9734"/>
                  <a:gd name="connsiteX5" fmla="*/ 3524748 w 3524748"/>
                  <a:gd name="connsiteY5" fmla="*/ 9735 h 9734"/>
                  <a:gd name="connsiteX6" fmla="*/ 3524748 w 3524748"/>
                  <a:gd name="connsiteY6" fmla="*/ 6919 h 9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4748" h="9734">
                    <a:moveTo>
                      <a:pt x="3524748" y="6919"/>
                    </a:moveTo>
                    <a:lnTo>
                      <a:pt x="2479" y="0"/>
                    </a:lnTo>
                    <a:lnTo>
                      <a:pt x="2479" y="0"/>
                    </a:lnTo>
                    <a:cubicBezTo>
                      <a:pt x="1097" y="0"/>
                      <a:pt x="0" y="633"/>
                      <a:pt x="0" y="1375"/>
                    </a:cubicBezTo>
                    <a:cubicBezTo>
                      <a:pt x="0" y="2183"/>
                      <a:pt x="1097" y="2816"/>
                      <a:pt x="2479" y="2816"/>
                    </a:cubicBezTo>
                    <a:lnTo>
                      <a:pt x="3524748" y="9735"/>
                    </a:lnTo>
                    <a:lnTo>
                      <a:pt x="3524748" y="691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 name="Freeform: Shape 76">
                <a:extLst>
                  <a:ext uri="{FF2B5EF4-FFF2-40B4-BE49-F238E27FC236}">
                    <a16:creationId xmlns:a16="http://schemas.microsoft.com/office/drawing/2014/main" id="{FD5F95BC-BCC6-42AE-9778-2FAA0DD55F20}"/>
                  </a:ext>
                </a:extLst>
              </p:cNvPr>
              <p:cNvSpPr/>
              <p:nvPr/>
            </p:nvSpPr>
            <p:spPr>
              <a:xfrm>
                <a:off x="6406912" y="6084040"/>
                <a:ext cx="2442529" cy="307980"/>
              </a:xfrm>
              <a:custGeom>
                <a:avLst/>
                <a:gdLst>
                  <a:gd name="connsiteX0" fmla="*/ 2439928 w 2442529"/>
                  <a:gd name="connsiteY0" fmla="*/ 307981 h 307980"/>
                  <a:gd name="connsiteX1" fmla="*/ 2439928 w 2442529"/>
                  <a:gd name="connsiteY1" fmla="*/ 307981 h 307980"/>
                  <a:gd name="connsiteX2" fmla="*/ 2311750 w 2442529"/>
                  <a:gd name="connsiteY2" fmla="*/ 307719 h 307980"/>
                  <a:gd name="connsiteX3" fmla="*/ 2310042 w 2442529"/>
                  <a:gd name="connsiteY3" fmla="*/ 307348 h 307980"/>
                  <a:gd name="connsiteX4" fmla="*/ 2290088 w 2442529"/>
                  <a:gd name="connsiteY4" fmla="*/ 297657 h 307980"/>
                  <a:gd name="connsiteX5" fmla="*/ 2156952 w 2442529"/>
                  <a:gd name="connsiteY5" fmla="*/ 297395 h 307980"/>
                  <a:gd name="connsiteX6" fmla="*/ 2155164 w 2442529"/>
                  <a:gd name="connsiteY6" fmla="*/ 296958 h 307980"/>
                  <a:gd name="connsiteX7" fmla="*/ 2136713 w 2442529"/>
                  <a:gd name="connsiteY7" fmla="*/ 287464 h 307980"/>
                  <a:gd name="connsiteX8" fmla="*/ 1739254 w 2442529"/>
                  <a:gd name="connsiteY8" fmla="*/ 286612 h 307980"/>
                  <a:gd name="connsiteX9" fmla="*/ 1737384 w 2442529"/>
                  <a:gd name="connsiteY9" fmla="*/ 286132 h 307980"/>
                  <a:gd name="connsiteX10" fmla="*/ 1722591 w 2442529"/>
                  <a:gd name="connsiteY10" fmla="*/ 276921 h 307980"/>
                  <a:gd name="connsiteX11" fmla="*/ 1592137 w 2442529"/>
                  <a:gd name="connsiteY11" fmla="*/ 276659 h 307980"/>
                  <a:gd name="connsiteX12" fmla="*/ 1590227 w 2442529"/>
                  <a:gd name="connsiteY12" fmla="*/ 276136 h 307980"/>
                  <a:gd name="connsiteX13" fmla="*/ 1576856 w 2442529"/>
                  <a:gd name="connsiteY13" fmla="*/ 267078 h 307980"/>
                  <a:gd name="connsiteX14" fmla="*/ 1317207 w 2442529"/>
                  <a:gd name="connsiteY14" fmla="*/ 266554 h 307980"/>
                  <a:gd name="connsiteX15" fmla="*/ 1186631 w 2442529"/>
                  <a:gd name="connsiteY15" fmla="*/ 257932 h 307980"/>
                  <a:gd name="connsiteX16" fmla="*/ 1055852 w 2442529"/>
                  <a:gd name="connsiteY16" fmla="*/ 238703 h 307980"/>
                  <a:gd name="connsiteX17" fmla="*/ 1054388 w 2442529"/>
                  <a:gd name="connsiteY17" fmla="*/ 238114 h 307980"/>
                  <a:gd name="connsiteX18" fmla="*/ 1044757 w 2442529"/>
                  <a:gd name="connsiteY18" fmla="*/ 229470 h 307980"/>
                  <a:gd name="connsiteX19" fmla="*/ 1035247 w 2442529"/>
                  <a:gd name="connsiteY19" fmla="*/ 220303 h 307980"/>
                  <a:gd name="connsiteX20" fmla="*/ 1025819 w 2442529"/>
                  <a:gd name="connsiteY20" fmla="*/ 207142 h 307980"/>
                  <a:gd name="connsiteX21" fmla="*/ 1016512 w 2442529"/>
                  <a:gd name="connsiteY21" fmla="*/ 189921 h 307980"/>
                  <a:gd name="connsiteX22" fmla="*/ 1007368 w 2442529"/>
                  <a:gd name="connsiteY22" fmla="*/ 170844 h 307980"/>
                  <a:gd name="connsiteX23" fmla="*/ 998427 w 2442529"/>
                  <a:gd name="connsiteY23" fmla="*/ 149585 h 307980"/>
                  <a:gd name="connsiteX24" fmla="*/ 980952 w 2442529"/>
                  <a:gd name="connsiteY24" fmla="*/ 98424 h 307980"/>
                  <a:gd name="connsiteX25" fmla="*/ 973718 w 2442529"/>
                  <a:gd name="connsiteY25" fmla="*/ 93884 h 307980"/>
                  <a:gd name="connsiteX26" fmla="*/ 923812 w 2442529"/>
                  <a:gd name="connsiteY26" fmla="*/ 90304 h 307980"/>
                  <a:gd name="connsiteX27" fmla="*/ 879758 w 2442529"/>
                  <a:gd name="connsiteY27" fmla="*/ 83429 h 307980"/>
                  <a:gd name="connsiteX28" fmla="*/ 860698 w 2442529"/>
                  <a:gd name="connsiteY28" fmla="*/ 80985 h 307980"/>
                  <a:gd name="connsiteX29" fmla="*/ 781044 w 2442529"/>
                  <a:gd name="connsiteY29" fmla="*/ 70159 h 307980"/>
                  <a:gd name="connsiteX30" fmla="*/ 745118 w 2442529"/>
                  <a:gd name="connsiteY30" fmla="*/ 66273 h 307980"/>
                  <a:gd name="connsiteX31" fmla="*/ 729756 w 2442529"/>
                  <a:gd name="connsiteY31" fmla="*/ 63611 h 307980"/>
                  <a:gd name="connsiteX32" fmla="*/ 696513 w 2442529"/>
                  <a:gd name="connsiteY32" fmla="*/ 57215 h 307980"/>
                  <a:gd name="connsiteX33" fmla="*/ 658027 w 2442529"/>
                  <a:gd name="connsiteY33" fmla="*/ 50929 h 307980"/>
                  <a:gd name="connsiteX34" fmla="*/ 622304 w 2442529"/>
                  <a:gd name="connsiteY34" fmla="*/ 44578 h 307980"/>
                  <a:gd name="connsiteX35" fmla="*/ 620435 w 2442529"/>
                  <a:gd name="connsiteY35" fmla="*/ 44534 h 307980"/>
                  <a:gd name="connsiteX36" fmla="*/ 535497 w 2442529"/>
                  <a:gd name="connsiteY36" fmla="*/ 42985 h 307980"/>
                  <a:gd name="connsiteX37" fmla="*/ 534603 w 2442529"/>
                  <a:gd name="connsiteY37" fmla="*/ 42875 h 307980"/>
                  <a:gd name="connsiteX38" fmla="*/ 504326 w 2442529"/>
                  <a:gd name="connsiteY38" fmla="*/ 35476 h 307980"/>
                  <a:gd name="connsiteX39" fmla="*/ 381106 w 2442529"/>
                  <a:gd name="connsiteY39" fmla="*/ 28754 h 307980"/>
                  <a:gd name="connsiteX40" fmla="*/ 316244 w 2442529"/>
                  <a:gd name="connsiteY40" fmla="*/ 20394 h 307980"/>
                  <a:gd name="connsiteX41" fmla="*/ 294624 w 2442529"/>
                  <a:gd name="connsiteY41" fmla="*/ 18255 h 307980"/>
                  <a:gd name="connsiteX42" fmla="*/ 259998 w 2442529"/>
                  <a:gd name="connsiteY42" fmla="*/ 13082 h 307980"/>
                  <a:gd name="connsiteX43" fmla="*/ 135965 w 2442529"/>
                  <a:gd name="connsiteY43" fmla="*/ 8542 h 307980"/>
                  <a:gd name="connsiteX44" fmla="*/ 2300 w 2442529"/>
                  <a:gd name="connsiteY44" fmla="*/ 2846 h 307980"/>
                  <a:gd name="connsiteX45" fmla="*/ 24 w 2442529"/>
                  <a:gd name="connsiteY45" fmla="*/ 1296 h 307980"/>
                  <a:gd name="connsiteX46" fmla="*/ 2707 w 2442529"/>
                  <a:gd name="connsiteY46" fmla="*/ 8 h 307980"/>
                  <a:gd name="connsiteX47" fmla="*/ 138932 w 2442529"/>
                  <a:gd name="connsiteY47" fmla="*/ 5814 h 307980"/>
                  <a:gd name="connsiteX48" fmla="*/ 260771 w 2442529"/>
                  <a:gd name="connsiteY48" fmla="*/ 10288 h 307980"/>
                  <a:gd name="connsiteX49" fmla="*/ 295680 w 2442529"/>
                  <a:gd name="connsiteY49" fmla="*/ 15505 h 307980"/>
                  <a:gd name="connsiteX50" fmla="*/ 317220 w 2442529"/>
                  <a:gd name="connsiteY50" fmla="*/ 17578 h 307980"/>
                  <a:gd name="connsiteX51" fmla="*/ 381918 w 2442529"/>
                  <a:gd name="connsiteY51" fmla="*/ 25938 h 307980"/>
                  <a:gd name="connsiteX52" fmla="*/ 403539 w 2442529"/>
                  <a:gd name="connsiteY52" fmla="*/ 27117 h 307980"/>
                  <a:gd name="connsiteX53" fmla="*/ 505220 w 2442529"/>
                  <a:gd name="connsiteY53" fmla="*/ 32661 h 307980"/>
                  <a:gd name="connsiteX54" fmla="*/ 506033 w 2442529"/>
                  <a:gd name="connsiteY54" fmla="*/ 32770 h 307980"/>
                  <a:gd name="connsiteX55" fmla="*/ 536188 w 2442529"/>
                  <a:gd name="connsiteY55" fmla="*/ 40125 h 307980"/>
                  <a:gd name="connsiteX56" fmla="*/ 624499 w 2442529"/>
                  <a:gd name="connsiteY56" fmla="*/ 41981 h 307980"/>
                  <a:gd name="connsiteX57" fmla="*/ 666358 w 2442529"/>
                  <a:gd name="connsiteY57" fmla="*/ 49380 h 307980"/>
                  <a:gd name="connsiteX58" fmla="*/ 698016 w 2442529"/>
                  <a:gd name="connsiteY58" fmla="*/ 54487 h 307980"/>
                  <a:gd name="connsiteX59" fmla="*/ 731341 w 2442529"/>
                  <a:gd name="connsiteY59" fmla="*/ 60882 h 307980"/>
                  <a:gd name="connsiteX60" fmla="*/ 746419 w 2442529"/>
                  <a:gd name="connsiteY60" fmla="*/ 63480 h 307980"/>
                  <a:gd name="connsiteX61" fmla="*/ 789578 w 2442529"/>
                  <a:gd name="connsiteY61" fmla="*/ 68325 h 307980"/>
                  <a:gd name="connsiteX62" fmla="*/ 880937 w 2442529"/>
                  <a:gd name="connsiteY62" fmla="*/ 80635 h 307980"/>
                  <a:gd name="connsiteX63" fmla="*/ 924788 w 2442529"/>
                  <a:gd name="connsiteY63" fmla="*/ 87511 h 307980"/>
                  <a:gd name="connsiteX64" fmla="*/ 975303 w 2442529"/>
                  <a:gd name="connsiteY64" fmla="*/ 91090 h 307980"/>
                  <a:gd name="connsiteX65" fmla="*/ 976766 w 2442529"/>
                  <a:gd name="connsiteY65" fmla="*/ 91505 h 307980"/>
                  <a:gd name="connsiteX66" fmla="*/ 985179 w 2442529"/>
                  <a:gd name="connsiteY66" fmla="*/ 96721 h 307980"/>
                  <a:gd name="connsiteX67" fmla="*/ 985788 w 2442529"/>
                  <a:gd name="connsiteY67" fmla="*/ 97354 h 307980"/>
                  <a:gd name="connsiteX68" fmla="*/ 1003345 w 2442529"/>
                  <a:gd name="connsiteY68" fmla="*/ 148887 h 307980"/>
                  <a:gd name="connsiteX69" fmla="*/ 1012285 w 2442529"/>
                  <a:gd name="connsiteY69" fmla="*/ 170037 h 307980"/>
                  <a:gd name="connsiteX70" fmla="*/ 1021308 w 2442529"/>
                  <a:gd name="connsiteY70" fmla="*/ 189004 h 307980"/>
                  <a:gd name="connsiteX71" fmla="*/ 1030533 w 2442529"/>
                  <a:gd name="connsiteY71" fmla="*/ 206116 h 307980"/>
                  <a:gd name="connsiteX72" fmla="*/ 1039758 w 2442529"/>
                  <a:gd name="connsiteY72" fmla="*/ 218950 h 307980"/>
                  <a:gd name="connsiteX73" fmla="*/ 1049065 w 2442529"/>
                  <a:gd name="connsiteY73" fmla="*/ 227899 h 307980"/>
                  <a:gd name="connsiteX74" fmla="*/ 1058087 w 2442529"/>
                  <a:gd name="connsiteY74" fmla="*/ 235997 h 307980"/>
                  <a:gd name="connsiteX75" fmla="*/ 1187484 w 2442529"/>
                  <a:gd name="connsiteY75" fmla="*/ 255029 h 307980"/>
                  <a:gd name="connsiteX76" fmla="*/ 1317451 w 2442529"/>
                  <a:gd name="connsiteY76" fmla="*/ 263651 h 307980"/>
                  <a:gd name="connsiteX77" fmla="*/ 1577994 w 2442529"/>
                  <a:gd name="connsiteY77" fmla="*/ 264131 h 307980"/>
                  <a:gd name="connsiteX78" fmla="*/ 1579904 w 2442529"/>
                  <a:gd name="connsiteY78" fmla="*/ 264655 h 307980"/>
                  <a:gd name="connsiteX79" fmla="*/ 1593275 w 2442529"/>
                  <a:gd name="connsiteY79" fmla="*/ 273713 h 307980"/>
                  <a:gd name="connsiteX80" fmla="*/ 1723729 w 2442529"/>
                  <a:gd name="connsiteY80" fmla="*/ 273975 h 307980"/>
                  <a:gd name="connsiteX81" fmla="*/ 1725599 w 2442529"/>
                  <a:gd name="connsiteY81" fmla="*/ 274455 h 307980"/>
                  <a:gd name="connsiteX82" fmla="*/ 1740392 w 2442529"/>
                  <a:gd name="connsiteY82" fmla="*/ 283666 h 307980"/>
                  <a:gd name="connsiteX83" fmla="*/ 2137688 w 2442529"/>
                  <a:gd name="connsiteY83" fmla="*/ 284517 h 307980"/>
                  <a:gd name="connsiteX84" fmla="*/ 2139476 w 2442529"/>
                  <a:gd name="connsiteY84" fmla="*/ 284888 h 307980"/>
                  <a:gd name="connsiteX85" fmla="*/ 2157927 w 2442529"/>
                  <a:gd name="connsiteY85" fmla="*/ 294426 h 307980"/>
                  <a:gd name="connsiteX86" fmla="*/ 2290982 w 2442529"/>
                  <a:gd name="connsiteY86" fmla="*/ 294688 h 307980"/>
                  <a:gd name="connsiteX87" fmla="*/ 2292689 w 2442529"/>
                  <a:gd name="connsiteY87" fmla="*/ 295059 h 307980"/>
                  <a:gd name="connsiteX88" fmla="*/ 2312725 w 2442529"/>
                  <a:gd name="connsiteY88" fmla="*/ 304750 h 307980"/>
                  <a:gd name="connsiteX89" fmla="*/ 2439928 w 2442529"/>
                  <a:gd name="connsiteY89" fmla="*/ 305012 h 307980"/>
                  <a:gd name="connsiteX90" fmla="*/ 2442529 w 2442529"/>
                  <a:gd name="connsiteY90" fmla="*/ 306453 h 307980"/>
                  <a:gd name="connsiteX91" fmla="*/ 2439928 w 2442529"/>
                  <a:gd name="connsiteY91" fmla="*/ 307828 h 307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442529" h="307980">
                    <a:moveTo>
                      <a:pt x="2439928" y="307981"/>
                    </a:moveTo>
                    <a:lnTo>
                      <a:pt x="2439928" y="307981"/>
                    </a:lnTo>
                    <a:lnTo>
                      <a:pt x="2311750" y="307719"/>
                    </a:lnTo>
                    <a:cubicBezTo>
                      <a:pt x="2311140" y="307719"/>
                      <a:pt x="2310571" y="307609"/>
                      <a:pt x="2310042" y="307348"/>
                    </a:cubicBezTo>
                    <a:lnTo>
                      <a:pt x="2290088" y="297657"/>
                    </a:lnTo>
                    <a:lnTo>
                      <a:pt x="2156952" y="297395"/>
                    </a:lnTo>
                    <a:cubicBezTo>
                      <a:pt x="2156261" y="297395"/>
                      <a:pt x="2155651" y="297220"/>
                      <a:pt x="2155164" y="296958"/>
                    </a:cubicBezTo>
                    <a:lnTo>
                      <a:pt x="2136713" y="287464"/>
                    </a:lnTo>
                    <a:lnTo>
                      <a:pt x="1739254" y="286612"/>
                    </a:lnTo>
                    <a:cubicBezTo>
                      <a:pt x="1738563" y="286612"/>
                      <a:pt x="1737872" y="286460"/>
                      <a:pt x="1737384" y="286132"/>
                    </a:cubicBezTo>
                    <a:lnTo>
                      <a:pt x="1722591" y="276921"/>
                    </a:lnTo>
                    <a:lnTo>
                      <a:pt x="1592137" y="276659"/>
                    </a:lnTo>
                    <a:cubicBezTo>
                      <a:pt x="1591446" y="276659"/>
                      <a:pt x="1590633" y="276441"/>
                      <a:pt x="1590227" y="276136"/>
                    </a:cubicBezTo>
                    <a:lnTo>
                      <a:pt x="1576856" y="267078"/>
                    </a:lnTo>
                    <a:lnTo>
                      <a:pt x="1317207" y="266554"/>
                    </a:lnTo>
                    <a:lnTo>
                      <a:pt x="1186631" y="257932"/>
                    </a:lnTo>
                    <a:lnTo>
                      <a:pt x="1055852" y="238703"/>
                    </a:lnTo>
                    <a:cubicBezTo>
                      <a:pt x="1055283" y="238638"/>
                      <a:pt x="1054673" y="238441"/>
                      <a:pt x="1054388" y="238114"/>
                    </a:cubicBezTo>
                    <a:lnTo>
                      <a:pt x="1044757" y="229470"/>
                    </a:lnTo>
                    <a:lnTo>
                      <a:pt x="1035247" y="220303"/>
                    </a:lnTo>
                    <a:lnTo>
                      <a:pt x="1025819" y="207142"/>
                    </a:lnTo>
                    <a:lnTo>
                      <a:pt x="1016512" y="189921"/>
                    </a:lnTo>
                    <a:lnTo>
                      <a:pt x="1007368" y="170844"/>
                    </a:lnTo>
                    <a:lnTo>
                      <a:pt x="998427" y="149585"/>
                    </a:lnTo>
                    <a:lnTo>
                      <a:pt x="980952" y="98424"/>
                    </a:lnTo>
                    <a:lnTo>
                      <a:pt x="973718" y="93884"/>
                    </a:lnTo>
                    <a:lnTo>
                      <a:pt x="923812" y="90304"/>
                    </a:lnTo>
                    <a:lnTo>
                      <a:pt x="879758" y="83429"/>
                    </a:lnTo>
                    <a:lnTo>
                      <a:pt x="860698" y="80985"/>
                    </a:lnTo>
                    <a:lnTo>
                      <a:pt x="781044" y="70159"/>
                    </a:lnTo>
                    <a:lnTo>
                      <a:pt x="745118" y="66273"/>
                    </a:lnTo>
                    <a:lnTo>
                      <a:pt x="729756" y="63611"/>
                    </a:lnTo>
                    <a:lnTo>
                      <a:pt x="696513" y="57215"/>
                    </a:lnTo>
                    <a:lnTo>
                      <a:pt x="658027" y="50929"/>
                    </a:lnTo>
                    <a:lnTo>
                      <a:pt x="622304" y="44578"/>
                    </a:lnTo>
                    <a:lnTo>
                      <a:pt x="620435" y="44534"/>
                    </a:lnTo>
                    <a:lnTo>
                      <a:pt x="535497" y="42985"/>
                    </a:lnTo>
                    <a:cubicBezTo>
                      <a:pt x="535212" y="42985"/>
                      <a:pt x="534887" y="42941"/>
                      <a:pt x="534603" y="42875"/>
                    </a:cubicBezTo>
                    <a:lnTo>
                      <a:pt x="504326" y="35476"/>
                    </a:lnTo>
                    <a:lnTo>
                      <a:pt x="381106" y="28754"/>
                    </a:lnTo>
                    <a:lnTo>
                      <a:pt x="316244" y="20394"/>
                    </a:lnTo>
                    <a:lnTo>
                      <a:pt x="294624" y="18255"/>
                    </a:lnTo>
                    <a:lnTo>
                      <a:pt x="259998" y="13082"/>
                    </a:lnTo>
                    <a:lnTo>
                      <a:pt x="135965" y="8542"/>
                    </a:lnTo>
                    <a:lnTo>
                      <a:pt x="2300" y="2846"/>
                    </a:lnTo>
                    <a:cubicBezTo>
                      <a:pt x="918" y="2736"/>
                      <a:pt x="-179" y="2103"/>
                      <a:pt x="24" y="1296"/>
                    </a:cubicBezTo>
                    <a:cubicBezTo>
                      <a:pt x="106" y="554"/>
                      <a:pt x="1000" y="-79"/>
                      <a:pt x="2707" y="8"/>
                    </a:cubicBezTo>
                    <a:lnTo>
                      <a:pt x="138932" y="5814"/>
                    </a:lnTo>
                    <a:lnTo>
                      <a:pt x="260771" y="10288"/>
                    </a:lnTo>
                    <a:lnTo>
                      <a:pt x="295680" y="15505"/>
                    </a:lnTo>
                    <a:lnTo>
                      <a:pt x="317220" y="17578"/>
                    </a:lnTo>
                    <a:lnTo>
                      <a:pt x="381918" y="25938"/>
                    </a:lnTo>
                    <a:lnTo>
                      <a:pt x="403539" y="27117"/>
                    </a:lnTo>
                    <a:lnTo>
                      <a:pt x="505220" y="32661"/>
                    </a:lnTo>
                    <a:cubicBezTo>
                      <a:pt x="505505" y="32661"/>
                      <a:pt x="505830" y="32704"/>
                      <a:pt x="506033" y="32770"/>
                    </a:cubicBezTo>
                    <a:lnTo>
                      <a:pt x="536188" y="40125"/>
                    </a:lnTo>
                    <a:lnTo>
                      <a:pt x="624499" y="41981"/>
                    </a:lnTo>
                    <a:lnTo>
                      <a:pt x="666358" y="49380"/>
                    </a:lnTo>
                    <a:lnTo>
                      <a:pt x="698016" y="54487"/>
                    </a:lnTo>
                    <a:lnTo>
                      <a:pt x="731341" y="60882"/>
                    </a:lnTo>
                    <a:lnTo>
                      <a:pt x="746419" y="63480"/>
                    </a:lnTo>
                    <a:lnTo>
                      <a:pt x="789578" y="68325"/>
                    </a:lnTo>
                    <a:lnTo>
                      <a:pt x="880937" y="80635"/>
                    </a:lnTo>
                    <a:lnTo>
                      <a:pt x="924788" y="87511"/>
                    </a:lnTo>
                    <a:lnTo>
                      <a:pt x="975303" y="91090"/>
                    </a:lnTo>
                    <a:cubicBezTo>
                      <a:pt x="975913" y="91134"/>
                      <a:pt x="976400" y="91309"/>
                      <a:pt x="976766" y="91505"/>
                    </a:cubicBezTo>
                    <a:lnTo>
                      <a:pt x="985179" y="96721"/>
                    </a:lnTo>
                    <a:cubicBezTo>
                      <a:pt x="985463" y="96874"/>
                      <a:pt x="985666" y="97136"/>
                      <a:pt x="985788" y="97354"/>
                    </a:cubicBezTo>
                    <a:lnTo>
                      <a:pt x="1003345" y="148887"/>
                    </a:lnTo>
                    <a:lnTo>
                      <a:pt x="1012285" y="170037"/>
                    </a:lnTo>
                    <a:lnTo>
                      <a:pt x="1021308" y="189004"/>
                    </a:lnTo>
                    <a:lnTo>
                      <a:pt x="1030533" y="206116"/>
                    </a:lnTo>
                    <a:lnTo>
                      <a:pt x="1039758" y="218950"/>
                    </a:lnTo>
                    <a:lnTo>
                      <a:pt x="1049065" y="227899"/>
                    </a:lnTo>
                    <a:lnTo>
                      <a:pt x="1058087" y="235997"/>
                    </a:lnTo>
                    <a:lnTo>
                      <a:pt x="1187484" y="255029"/>
                    </a:lnTo>
                    <a:lnTo>
                      <a:pt x="1317451" y="263651"/>
                    </a:lnTo>
                    <a:lnTo>
                      <a:pt x="1577994" y="264131"/>
                    </a:lnTo>
                    <a:cubicBezTo>
                      <a:pt x="1578685" y="264131"/>
                      <a:pt x="1579457" y="264349"/>
                      <a:pt x="1579904" y="264655"/>
                    </a:cubicBezTo>
                    <a:lnTo>
                      <a:pt x="1593275" y="273713"/>
                    </a:lnTo>
                    <a:lnTo>
                      <a:pt x="1723729" y="273975"/>
                    </a:lnTo>
                    <a:cubicBezTo>
                      <a:pt x="1724420" y="273975"/>
                      <a:pt x="1725111" y="274128"/>
                      <a:pt x="1725599" y="274455"/>
                    </a:cubicBezTo>
                    <a:lnTo>
                      <a:pt x="1740392" y="283666"/>
                    </a:lnTo>
                    <a:lnTo>
                      <a:pt x="2137688" y="284517"/>
                    </a:lnTo>
                    <a:cubicBezTo>
                      <a:pt x="2138379" y="284517"/>
                      <a:pt x="2138989" y="284670"/>
                      <a:pt x="2139476" y="284888"/>
                    </a:cubicBezTo>
                    <a:lnTo>
                      <a:pt x="2157927" y="294426"/>
                    </a:lnTo>
                    <a:lnTo>
                      <a:pt x="2290982" y="294688"/>
                    </a:lnTo>
                    <a:cubicBezTo>
                      <a:pt x="2291673" y="294688"/>
                      <a:pt x="2292283" y="294797"/>
                      <a:pt x="2292689" y="295059"/>
                    </a:cubicBezTo>
                    <a:lnTo>
                      <a:pt x="2312725" y="304750"/>
                    </a:lnTo>
                    <a:lnTo>
                      <a:pt x="2439928" y="305012"/>
                    </a:lnTo>
                    <a:cubicBezTo>
                      <a:pt x="2441310" y="305012"/>
                      <a:pt x="2442529" y="305645"/>
                      <a:pt x="2442529" y="306453"/>
                    </a:cubicBezTo>
                    <a:cubicBezTo>
                      <a:pt x="2442529" y="307195"/>
                      <a:pt x="2441350" y="307828"/>
                      <a:pt x="2439928" y="3078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 name="Freeform: Shape 77">
                <a:extLst>
                  <a:ext uri="{FF2B5EF4-FFF2-40B4-BE49-F238E27FC236}">
                    <a16:creationId xmlns:a16="http://schemas.microsoft.com/office/drawing/2014/main" id="{EE22BFE4-CD9B-4E21-A5E7-6C4BF32C3729}"/>
                  </a:ext>
                </a:extLst>
              </p:cNvPr>
              <p:cNvSpPr/>
              <p:nvPr/>
            </p:nvSpPr>
            <p:spPr>
              <a:xfrm>
                <a:off x="8648395" y="6295635"/>
                <a:ext cx="3543604" cy="9690"/>
              </a:xfrm>
              <a:custGeom>
                <a:avLst/>
                <a:gdLst>
                  <a:gd name="connsiteX0" fmla="*/ 3543605 w 3543604"/>
                  <a:gd name="connsiteY0" fmla="*/ 6875 h 9690"/>
                  <a:gd name="connsiteX1" fmla="*/ 2478 w 3543604"/>
                  <a:gd name="connsiteY1" fmla="*/ 0 h 9690"/>
                  <a:gd name="connsiteX2" fmla="*/ 2478 w 3543604"/>
                  <a:gd name="connsiteY2" fmla="*/ 0 h 9690"/>
                  <a:gd name="connsiteX3" fmla="*/ 0 w 3543604"/>
                  <a:gd name="connsiteY3" fmla="*/ 1375 h 9690"/>
                  <a:gd name="connsiteX4" fmla="*/ 2478 w 3543604"/>
                  <a:gd name="connsiteY4" fmla="*/ 2816 h 9690"/>
                  <a:gd name="connsiteX5" fmla="*/ 3543605 w 3543604"/>
                  <a:gd name="connsiteY5" fmla="*/ 9691 h 9690"/>
                  <a:gd name="connsiteX6" fmla="*/ 3543605 w 3543604"/>
                  <a:gd name="connsiteY6" fmla="*/ 6875 h 9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3604" h="9690">
                    <a:moveTo>
                      <a:pt x="3543605" y="6875"/>
                    </a:moveTo>
                    <a:lnTo>
                      <a:pt x="2478" y="0"/>
                    </a:lnTo>
                    <a:lnTo>
                      <a:pt x="2478" y="0"/>
                    </a:lnTo>
                    <a:cubicBezTo>
                      <a:pt x="1097" y="0"/>
                      <a:pt x="0" y="589"/>
                      <a:pt x="0" y="1375"/>
                    </a:cubicBezTo>
                    <a:cubicBezTo>
                      <a:pt x="0" y="2161"/>
                      <a:pt x="1097" y="2816"/>
                      <a:pt x="2478" y="2816"/>
                    </a:cubicBezTo>
                    <a:lnTo>
                      <a:pt x="3543605" y="9691"/>
                    </a:lnTo>
                    <a:lnTo>
                      <a:pt x="3543605" y="68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 name="Freeform: Shape 78">
                <a:extLst>
                  <a:ext uri="{FF2B5EF4-FFF2-40B4-BE49-F238E27FC236}">
                    <a16:creationId xmlns:a16="http://schemas.microsoft.com/office/drawing/2014/main" id="{2DC7372F-B95F-41E6-AD42-DD1A26E3A854}"/>
                  </a:ext>
                </a:extLst>
              </p:cNvPr>
              <p:cNvSpPr/>
              <p:nvPr/>
            </p:nvSpPr>
            <p:spPr>
              <a:xfrm>
                <a:off x="8629863" y="6287057"/>
                <a:ext cx="3562136" cy="9712"/>
              </a:xfrm>
              <a:custGeom>
                <a:avLst/>
                <a:gdLst>
                  <a:gd name="connsiteX0" fmla="*/ 3562137 w 3562136"/>
                  <a:gd name="connsiteY0" fmla="*/ 6919 h 9712"/>
                  <a:gd name="connsiteX1" fmla="*/ 2561 w 3562136"/>
                  <a:gd name="connsiteY1" fmla="*/ 0 h 9712"/>
                  <a:gd name="connsiteX2" fmla="*/ 2479 w 3562136"/>
                  <a:gd name="connsiteY2" fmla="*/ 0 h 9712"/>
                  <a:gd name="connsiteX3" fmla="*/ 0 w 3562136"/>
                  <a:gd name="connsiteY3" fmla="*/ 1441 h 9712"/>
                  <a:gd name="connsiteX4" fmla="*/ 2479 w 3562136"/>
                  <a:gd name="connsiteY4" fmla="*/ 2837 h 9712"/>
                  <a:gd name="connsiteX5" fmla="*/ 3562137 w 3562136"/>
                  <a:gd name="connsiteY5" fmla="*/ 9713 h 9712"/>
                  <a:gd name="connsiteX6" fmla="*/ 3562137 w 3562136"/>
                  <a:gd name="connsiteY6" fmla="*/ 6941 h 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2136" h="9712">
                    <a:moveTo>
                      <a:pt x="3562137" y="6919"/>
                    </a:moveTo>
                    <a:lnTo>
                      <a:pt x="2561" y="0"/>
                    </a:lnTo>
                    <a:lnTo>
                      <a:pt x="2479" y="0"/>
                    </a:lnTo>
                    <a:cubicBezTo>
                      <a:pt x="1097" y="0"/>
                      <a:pt x="0" y="633"/>
                      <a:pt x="0" y="1441"/>
                    </a:cubicBezTo>
                    <a:cubicBezTo>
                      <a:pt x="0" y="2183"/>
                      <a:pt x="1097" y="2837"/>
                      <a:pt x="2479" y="2837"/>
                    </a:cubicBezTo>
                    <a:lnTo>
                      <a:pt x="3562137" y="9713"/>
                    </a:lnTo>
                    <a:lnTo>
                      <a:pt x="3562137" y="694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 name="Freeform: Shape 79">
                <a:extLst>
                  <a:ext uri="{FF2B5EF4-FFF2-40B4-BE49-F238E27FC236}">
                    <a16:creationId xmlns:a16="http://schemas.microsoft.com/office/drawing/2014/main" id="{6D7B2232-2DD5-406B-B3A6-2E5577E4567A}"/>
                  </a:ext>
                </a:extLst>
              </p:cNvPr>
              <p:cNvSpPr/>
              <p:nvPr/>
            </p:nvSpPr>
            <p:spPr>
              <a:xfrm>
                <a:off x="7889402" y="6282211"/>
                <a:ext cx="739001" cy="7682"/>
              </a:xfrm>
              <a:custGeom>
                <a:avLst/>
                <a:gdLst>
                  <a:gd name="connsiteX0" fmla="*/ 736478 w 739001"/>
                  <a:gd name="connsiteY0" fmla="*/ 7661 h 7682"/>
                  <a:gd name="connsiteX1" fmla="*/ 736478 w 739001"/>
                  <a:gd name="connsiteY1" fmla="*/ 7661 h 7682"/>
                  <a:gd name="connsiteX2" fmla="*/ 125903 w 739001"/>
                  <a:gd name="connsiteY2" fmla="*/ 6482 h 7682"/>
                  <a:gd name="connsiteX3" fmla="*/ 2479 w 739001"/>
                  <a:gd name="connsiteY3" fmla="*/ 2816 h 7682"/>
                  <a:gd name="connsiteX4" fmla="*/ 0 w 739001"/>
                  <a:gd name="connsiteY4" fmla="*/ 1331 h 7682"/>
                  <a:gd name="connsiteX5" fmla="*/ 2682 w 739001"/>
                  <a:gd name="connsiteY5" fmla="*/ 0 h 7682"/>
                  <a:gd name="connsiteX6" fmla="*/ 126025 w 739001"/>
                  <a:gd name="connsiteY6" fmla="*/ 3667 h 7682"/>
                  <a:gd name="connsiteX7" fmla="*/ 736519 w 739001"/>
                  <a:gd name="connsiteY7" fmla="*/ 4845 h 7682"/>
                  <a:gd name="connsiteX8" fmla="*/ 738997 w 739001"/>
                  <a:gd name="connsiteY8" fmla="*/ 6286 h 7682"/>
                  <a:gd name="connsiteX9" fmla="*/ 736519 w 739001"/>
                  <a:gd name="connsiteY9" fmla="*/ 7683 h 7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9001" h="7682">
                    <a:moveTo>
                      <a:pt x="736478" y="7661"/>
                    </a:moveTo>
                    <a:lnTo>
                      <a:pt x="736478" y="7661"/>
                    </a:lnTo>
                    <a:lnTo>
                      <a:pt x="125903" y="6482"/>
                    </a:lnTo>
                    <a:lnTo>
                      <a:pt x="2479" y="2816"/>
                    </a:lnTo>
                    <a:cubicBezTo>
                      <a:pt x="975" y="2772"/>
                      <a:pt x="0" y="2117"/>
                      <a:pt x="0" y="1331"/>
                    </a:cubicBezTo>
                    <a:cubicBezTo>
                      <a:pt x="81" y="589"/>
                      <a:pt x="975" y="0"/>
                      <a:pt x="2682" y="0"/>
                    </a:cubicBezTo>
                    <a:lnTo>
                      <a:pt x="126025" y="3667"/>
                    </a:lnTo>
                    <a:lnTo>
                      <a:pt x="736519" y="4845"/>
                    </a:lnTo>
                    <a:cubicBezTo>
                      <a:pt x="737901" y="4845"/>
                      <a:pt x="739079" y="5478"/>
                      <a:pt x="738997" y="6286"/>
                    </a:cubicBezTo>
                    <a:cubicBezTo>
                      <a:pt x="738997" y="7028"/>
                      <a:pt x="737901" y="7683"/>
                      <a:pt x="736519" y="768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 name="Freeform: Shape 80">
                <a:extLst>
                  <a:ext uri="{FF2B5EF4-FFF2-40B4-BE49-F238E27FC236}">
                    <a16:creationId xmlns:a16="http://schemas.microsoft.com/office/drawing/2014/main" id="{28944C7B-CCFB-417D-BA6A-EFC950C3C60C}"/>
                  </a:ext>
                </a:extLst>
              </p:cNvPr>
              <p:cNvSpPr/>
              <p:nvPr/>
            </p:nvSpPr>
            <p:spPr>
              <a:xfrm>
                <a:off x="162" y="5461519"/>
                <a:ext cx="3995629" cy="917667"/>
              </a:xfrm>
              <a:custGeom>
                <a:avLst/>
                <a:gdLst>
                  <a:gd name="connsiteX0" fmla="*/ 3994628 w 3995629"/>
                  <a:gd name="connsiteY0" fmla="*/ 2066 h 917667"/>
                  <a:gd name="connsiteX1" fmla="*/ 3993693 w 3995629"/>
                  <a:gd name="connsiteY1" fmla="*/ 1149 h 917667"/>
                  <a:gd name="connsiteX2" fmla="*/ 3991702 w 3995629"/>
                  <a:gd name="connsiteY2" fmla="*/ 298 h 917667"/>
                  <a:gd name="connsiteX3" fmla="*/ 3988125 w 3995629"/>
                  <a:gd name="connsiteY3" fmla="*/ 560 h 917667"/>
                  <a:gd name="connsiteX4" fmla="*/ 3988572 w 3995629"/>
                  <a:gd name="connsiteY4" fmla="*/ 2524 h 917667"/>
                  <a:gd name="connsiteX5" fmla="*/ 3989751 w 3995629"/>
                  <a:gd name="connsiteY5" fmla="*/ 3005 h 917667"/>
                  <a:gd name="connsiteX6" fmla="*/ 3990239 w 3995629"/>
                  <a:gd name="connsiteY6" fmla="*/ 4860 h 917667"/>
                  <a:gd name="connsiteX7" fmla="*/ 3983777 w 3995629"/>
                  <a:gd name="connsiteY7" fmla="*/ 17388 h 917667"/>
                  <a:gd name="connsiteX8" fmla="*/ 3971585 w 3995629"/>
                  <a:gd name="connsiteY8" fmla="*/ 36508 h 917667"/>
                  <a:gd name="connsiteX9" fmla="*/ 3951996 w 3995629"/>
                  <a:gd name="connsiteY9" fmla="*/ 61652 h 917667"/>
                  <a:gd name="connsiteX10" fmla="*/ 3926515 w 3995629"/>
                  <a:gd name="connsiteY10" fmla="*/ 88870 h 917667"/>
                  <a:gd name="connsiteX11" fmla="*/ 3897010 w 3995629"/>
                  <a:gd name="connsiteY11" fmla="*/ 117485 h 917667"/>
                  <a:gd name="connsiteX12" fmla="*/ 3865311 w 3995629"/>
                  <a:gd name="connsiteY12" fmla="*/ 150050 h 917667"/>
                  <a:gd name="connsiteX13" fmla="*/ 3834750 w 3995629"/>
                  <a:gd name="connsiteY13" fmla="*/ 176591 h 917667"/>
                  <a:gd name="connsiteX14" fmla="*/ 3806180 w 3995629"/>
                  <a:gd name="connsiteY14" fmla="*/ 199509 h 917667"/>
                  <a:gd name="connsiteX15" fmla="*/ 3780008 w 3995629"/>
                  <a:gd name="connsiteY15" fmla="*/ 217778 h 917667"/>
                  <a:gd name="connsiteX16" fmla="*/ 3779723 w 3995629"/>
                  <a:gd name="connsiteY16" fmla="*/ 218105 h 917667"/>
                  <a:gd name="connsiteX17" fmla="*/ 3754933 w 3995629"/>
                  <a:gd name="connsiteY17" fmla="*/ 249492 h 917667"/>
                  <a:gd name="connsiteX18" fmla="*/ 3732703 w 3995629"/>
                  <a:gd name="connsiteY18" fmla="*/ 283235 h 917667"/>
                  <a:gd name="connsiteX19" fmla="*/ 3714415 w 3995629"/>
                  <a:gd name="connsiteY19" fmla="*/ 311697 h 917667"/>
                  <a:gd name="connsiteX20" fmla="*/ 3697590 w 3995629"/>
                  <a:gd name="connsiteY20" fmla="*/ 339832 h 917667"/>
                  <a:gd name="connsiteX21" fmla="*/ 3680684 w 3995629"/>
                  <a:gd name="connsiteY21" fmla="*/ 365783 h 917667"/>
                  <a:gd name="connsiteX22" fmla="*/ 3646302 w 3995629"/>
                  <a:gd name="connsiteY22" fmla="*/ 407559 h 917667"/>
                  <a:gd name="connsiteX23" fmla="*/ 3628827 w 3995629"/>
                  <a:gd name="connsiteY23" fmla="*/ 421616 h 917667"/>
                  <a:gd name="connsiteX24" fmla="*/ 3611189 w 3995629"/>
                  <a:gd name="connsiteY24" fmla="*/ 434777 h 917667"/>
                  <a:gd name="connsiteX25" fmla="*/ 3593104 w 3995629"/>
                  <a:gd name="connsiteY25" fmla="*/ 445974 h 917667"/>
                  <a:gd name="connsiteX26" fmla="*/ 3557788 w 3995629"/>
                  <a:gd name="connsiteY26" fmla="*/ 471926 h 917667"/>
                  <a:gd name="connsiteX27" fmla="*/ 3462569 w 3995629"/>
                  <a:gd name="connsiteY27" fmla="*/ 469154 h 917667"/>
                  <a:gd name="connsiteX28" fmla="*/ 3442655 w 3995629"/>
                  <a:gd name="connsiteY28" fmla="*/ 471118 h 917667"/>
                  <a:gd name="connsiteX29" fmla="*/ 3440908 w 3995629"/>
                  <a:gd name="connsiteY29" fmla="*/ 471751 h 917667"/>
                  <a:gd name="connsiteX30" fmla="*/ 3420710 w 3995629"/>
                  <a:gd name="connsiteY30" fmla="*/ 490195 h 917667"/>
                  <a:gd name="connsiteX31" fmla="*/ 3400268 w 3995629"/>
                  <a:gd name="connsiteY31" fmla="*/ 500584 h 917667"/>
                  <a:gd name="connsiteX32" fmla="*/ 3379419 w 3995629"/>
                  <a:gd name="connsiteY32" fmla="*/ 512567 h 917667"/>
                  <a:gd name="connsiteX33" fmla="*/ 3359465 w 3995629"/>
                  <a:gd name="connsiteY33" fmla="*/ 523000 h 917667"/>
                  <a:gd name="connsiteX34" fmla="*/ 3248884 w 3995629"/>
                  <a:gd name="connsiteY34" fmla="*/ 495979 h 917667"/>
                  <a:gd name="connsiteX35" fmla="*/ 3137002 w 3995629"/>
                  <a:gd name="connsiteY35" fmla="*/ 475091 h 917667"/>
                  <a:gd name="connsiteX36" fmla="*/ 3135986 w 3995629"/>
                  <a:gd name="connsiteY36" fmla="*/ 475025 h 917667"/>
                  <a:gd name="connsiteX37" fmla="*/ 3023779 w 3995629"/>
                  <a:gd name="connsiteY37" fmla="*/ 480416 h 917667"/>
                  <a:gd name="connsiteX38" fmla="*/ 3022031 w 3995629"/>
                  <a:gd name="connsiteY38" fmla="*/ 480897 h 917667"/>
                  <a:gd name="connsiteX39" fmla="*/ 2998216 w 3995629"/>
                  <a:gd name="connsiteY39" fmla="*/ 496721 h 917667"/>
                  <a:gd name="connsiteX40" fmla="*/ 2974726 w 3995629"/>
                  <a:gd name="connsiteY40" fmla="*/ 509337 h 917667"/>
                  <a:gd name="connsiteX41" fmla="*/ 2862153 w 3995629"/>
                  <a:gd name="connsiteY41" fmla="*/ 504644 h 917667"/>
                  <a:gd name="connsiteX42" fmla="*/ 2860365 w 3995629"/>
                  <a:gd name="connsiteY42" fmla="*/ 504906 h 917667"/>
                  <a:gd name="connsiteX43" fmla="*/ 2834925 w 3995629"/>
                  <a:gd name="connsiteY43" fmla="*/ 516365 h 917667"/>
                  <a:gd name="connsiteX44" fmla="*/ 2809240 w 3995629"/>
                  <a:gd name="connsiteY44" fmla="*/ 527605 h 917667"/>
                  <a:gd name="connsiteX45" fmla="*/ 2782743 w 3995629"/>
                  <a:gd name="connsiteY45" fmla="*/ 536969 h 917667"/>
                  <a:gd name="connsiteX46" fmla="*/ 2756977 w 3995629"/>
                  <a:gd name="connsiteY46" fmla="*/ 548799 h 917667"/>
                  <a:gd name="connsiteX47" fmla="*/ 2640869 w 3995629"/>
                  <a:gd name="connsiteY47" fmla="*/ 537558 h 917667"/>
                  <a:gd name="connsiteX48" fmla="*/ 2523785 w 3995629"/>
                  <a:gd name="connsiteY48" fmla="*/ 535638 h 917667"/>
                  <a:gd name="connsiteX49" fmla="*/ 2489160 w 3995629"/>
                  <a:gd name="connsiteY49" fmla="*/ 535528 h 917667"/>
                  <a:gd name="connsiteX50" fmla="*/ 2378212 w 3995629"/>
                  <a:gd name="connsiteY50" fmla="*/ 537296 h 917667"/>
                  <a:gd name="connsiteX51" fmla="*/ 2377318 w 3995629"/>
                  <a:gd name="connsiteY51" fmla="*/ 537406 h 917667"/>
                  <a:gd name="connsiteX52" fmla="*/ 2374067 w 3995629"/>
                  <a:gd name="connsiteY52" fmla="*/ 538104 h 917667"/>
                  <a:gd name="connsiteX53" fmla="*/ 2368296 w 3995629"/>
                  <a:gd name="connsiteY53" fmla="*/ 537951 h 917667"/>
                  <a:gd name="connsiteX54" fmla="*/ 2354072 w 3995629"/>
                  <a:gd name="connsiteY54" fmla="*/ 536249 h 917667"/>
                  <a:gd name="connsiteX55" fmla="*/ 2283765 w 3995629"/>
                  <a:gd name="connsiteY55" fmla="*/ 529155 h 917667"/>
                  <a:gd name="connsiteX56" fmla="*/ 2277019 w 3995629"/>
                  <a:gd name="connsiteY56" fmla="*/ 528893 h 917667"/>
                  <a:gd name="connsiteX57" fmla="*/ 2228942 w 3995629"/>
                  <a:gd name="connsiteY57" fmla="*/ 523567 h 917667"/>
                  <a:gd name="connsiteX58" fmla="*/ 2121449 w 3995629"/>
                  <a:gd name="connsiteY58" fmla="*/ 519246 h 917667"/>
                  <a:gd name="connsiteX59" fmla="*/ 2088896 w 3995629"/>
                  <a:gd name="connsiteY59" fmla="*/ 517849 h 917667"/>
                  <a:gd name="connsiteX60" fmla="*/ 2059432 w 3995629"/>
                  <a:gd name="connsiteY60" fmla="*/ 516845 h 917667"/>
                  <a:gd name="connsiteX61" fmla="*/ 2041632 w 3995629"/>
                  <a:gd name="connsiteY61" fmla="*/ 515732 h 917667"/>
                  <a:gd name="connsiteX62" fmla="*/ 2011233 w 3995629"/>
                  <a:gd name="connsiteY62" fmla="*/ 516146 h 917667"/>
                  <a:gd name="connsiteX63" fmla="*/ 1976242 w 3995629"/>
                  <a:gd name="connsiteY63" fmla="*/ 514815 h 917667"/>
                  <a:gd name="connsiteX64" fmla="*/ 1925401 w 3995629"/>
                  <a:gd name="connsiteY64" fmla="*/ 510013 h 917667"/>
                  <a:gd name="connsiteX65" fmla="*/ 1892849 w 3995629"/>
                  <a:gd name="connsiteY65" fmla="*/ 506608 h 917667"/>
                  <a:gd name="connsiteX66" fmla="*/ 1891183 w 3995629"/>
                  <a:gd name="connsiteY66" fmla="*/ 506761 h 917667"/>
                  <a:gd name="connsiteX67" fmla="*/ 1855379 w 3995629"/>
                  <a:gd name="connsiteY67" fmla="*/ 517587 h 917667"/>
                  <a:gd name="connsiteX68" fmla="*/ 1734190 w 3995629"/>
                  <a:gd name="connsiteY68" fmla="*/ 509053 h 917667"/>
                  <a:gd name="connsiteX69" fmla="*/ 1612351 w 3995629"/>
                  <a:gd name="connsiteY69" fmla="*/ 499209 h 917667"/>
                  <a:gd name="connsiteX70" fmla="*/ 1490513 w 3995629"/>
                  <a:gd name="connsiteY70" fmla="*/ 485786 h 917667"/>
                  <a:gd name="connsiteX71" fmla="*/ 1489659 w 3995629"/>
                  <a:gd name="connsiteY71" fmla="*/ 485742 h 917667"/>
                  <a:gd name="connsiteX72" fmla="*/ 1367374 w 3995629"/>
                  <a:gd name="connsiteY72" fmla="*/ 494211 h 917667"/>
                  <a:gd name="connsiteX73" fmla="*/ 1365423 w 3995629"/>
                  <a:gd name="connsiteY73" fmla="*/ 494997 h 917667"/>
                  <a:gd name="connsiteX74" fmla="*/ 1325392 w 3995629"/>
                  <a:gd name="connsiteY74" fmla="*/ 537580 h 917667"/>
                  <a:gd name="connsiteX75" fmla="*/ 1284752 w 3995629"/>
                  <a:gd name="connsiteY75" fmla="*/ 573659 h 917667"/>
                  <a:gd name="connsiteX76" fmla="*/ 1243584 w 3995629"/>
                  <a:gd name="connsiteY76" fmla="*/ 609520 h 917667"/>
                  <a:gd name="connsiteX77" fmla="*/ 1201847 w 3995629"/>
                  <a:gd name="connsiteY77" fmla="*/ 640383 h 917667"/>
                  <a:gd name="connsiteX78" fmla="*/ 1159622 w 3995629"/>
                  <a:gd name="connsiteY78" fmla="*/ 667448 h 917667"/>
                  <a:gd name="connsiteX79" fmla="*/ 1116706 w 3995629"/>
                  <a:gd name="connsiteY79" fmla="*/ 689820 h 917667"/>
                  <a:gd name="connsiteX80" fmla="*/ 1073018 w 3995629"/>
                  <a:gd name="connsiteY80" fmla="*/ 710294 h 917667"/>
                  <a:gd name="connsiteX81" fmla="*/ 1028477 w 3995629"/>
                  <a:gd name="connsiteY81" fmla="*/ 732142 h 917667"/>
                  <a:gd name="connsiteX82" fmla="*/ 983244 w 3995629"/>
                  <a:gd name="connsiteY82" fmla="*/ 756173 h 917667"/>
                  <a:gd name="connsiteX83" fmla="*/ 937321 w 3995629"/>
                  <a:gd name="connsiteY83" fmla="*/ 781339 h 917667"/>
                  <a:gd name="connsiteX84" fmla="*/ 890422 w 3995629"/>
                  <a:gd name="connsiteY84" fmla="*/ 803602 h 917667"/>
                  <a:gd name="connsiteX85" fmla="*/ 842874 w 3995629"/>
                  <a:gd name="connsiteY85" fmla="*/ 828441 h 917667"/>
                  <a:gd name="connsiteX86" fmla="*/ 794553 w 3995629"/>
                  <a:gd name="connsiteY86" fmla="*/ 851446 h 917667"/>
                  <a:gd name="connsiteX87" fmla="*/ 745216 w 3995629"/>
                  <a:gd name="connsiteY87" fmla="*/ 873141 h 917667"/>
                  <a:gd name="connsiteX88" fmla="*/ 695310 w 3995629"/>
                  <a:gd name="connsiteY88" fmla="*/ 895885 h 917667"/>
                  <a:gd name="connsiteX89" fmla="*/ 644957 w 3995629"/>
                  <a:gd name="connsiteY89" fmla="*/ 913302 h 917667"/>
                  <a:gd name="connsiteX90" fmla="*/ 505968 w 3995629"/>
                  <a:gd name="connsiteY90" fmla="*/ 914590 h 917667"/>
                  <a:gd name="connsiteX91" fmla="*/ 366370 w 3995629"/>
                  <a:gd name="connsiteY91" fmla="*/ 914852 h 917667"/>
                  <a:gd name="connsiteX92" fmla="*/ 226731 w 3995629"/>
                  <a:gd name="connsiteY92" fmla="*/ 913630 h 917667"/>
                  <a:gd name="connsiteX93" fmla="*/ 87254 w 3995629"/>
                  <a:gd name="connsiteY93" fmla="*/ 914743 h 917667"/>
                  <a:gd name="connsiteX94" fmla="*/ 0 w 3995629"/>
                  <a:gd name="connsiteY94" fmla="*/ 914524 h 917667"/>
                  <a:gd name="connsiteX95" fmla="*/ 0 w 3995629"/>
                  <a:gd name="connsiteY95" fmla="*/ 917340 h 917667"/>
                  <a:gd name="connsiteX96" fmla="*/ 87295 w 3995629"/>
                  <a:gd name="connsiteY96" fmla="*/ 917515 h 917667"/>
                  <a:gd name="connsiteX97" fmla="*/ 226731 w 3995629"/>
                  <a:gd name="connsiteY97" fmla="*/ 916402 h 917667"/>
                  <a:gd name="connsiteX98" fmla="*/ 366329 w 3995629"/>
                  <a:gd name="connsiteY98" fmla="*/ 917667 h 917667"/>
                  <a:gd name="connsiteX99" fmla="*/ 506049 w 3995629"/>
                  <a:gd name="connsiteY99" fmla="*/ 917406 h 917667"/>
                  <a:gd name="connsiteX100" fmla="*/ 645770 w 3995629"/>
                  <a:gd name="connsiteY100" fmla="*/ 916118 h 917667"/>
                  <a:gd name="connsiteX101" fmla="*/ 647111 w 3995629"/>
                  <a:gd name="connsiteY101" fmla="*/ 915856 h 917667"/>
                  <a:gd name="connsiteX102" fmla="*/ 698277 w 3995629"/>
                  <a:gd name="connsiteY102" fmla="*/ 898111 h 917667"/>
                  <a:gd name="connsiteX103" fmla="*/ 748426 w 3995629"/>
                  <a:gd name="connsiteY103" fmla="*/ 875302 h 917667"/>
                  <a:gd name="connsiteX104" fmla="*/ 797804 w 3995629"/>
                  <a:gd name="connsiteY104" fmla="*/ 853628 h 917667"/>
                  <a:gd name="connsiteX105" fmla="*/ 846328 w 3995629"/>
                  <a:gd name="connsiteY105" fmla="*/ 830492 h 917667"/>
                  <a:gd name="connsiteX106" fmla="*/ 893877 w 3995629"/>
                  <a:gd name="connsiteY106" fmla="*/ 805719 h 917667"/>
                  <a:gd name="connsiteX107" fmla="*/ 940775 w 3995629"/>
                  <a:gd name="connsiteY107" fmla="*/ 783347 h 917667"/>
                  <a:gd name="connsiteX108" fmla="*/ 986821 w 3995629"/>
                  <a:gd name="connsiteY108" fmla="*/ 758203 h 917667"/>
                  <a:gd name="connsiteX109" fmla="*/ 1032012 w 3995629"/>
                  <a:gd name="connsiteY109" fmla="*/ 734215 h 917667"/>
                  <a:gd name="connsiteX110" fmla="*/ 1076432 w 3995629"/>
                  <a:gd name="connsiteY110" fmla="*/ 712411 h 917667"/>
                  <a:gd name="connsiteX111" fmla="*/ 1120201 w 3995629"/>
                  <a:gd name="connsiteY111" fmla="*/ 691894 h 917667"/>
                  <a:gd name="connsiteX112" fmla="*/ 1163401 w 3995629"/>
                  <a:gd name="connsiteY112" fmla="*/ 669412 h 917667"/>
                  <a:gd name="connsiteX113" fmla="*/ 1205911 w 3995629"/>
                  <a:gd name="connsiteY113" fmla="*/ 642129 h 917667"/>
                  <a:gd name="connsiteX114" fmla="*/ 1247811 w 3995629"/>
                  <a:gd name="connsiteY114" fmla="*/ 611114 h 917667"/>
                  <a:gd name="connsiteX115" fmla="*/ 1289142 w 3995629"/>
                  <a:gd name="connsiteY115" fmla="*/ 575144 h 917667"/>
                  <a:gd name="connsiteX116" fmla="*/ 1329863 w 3995629"/>
                  <a:gd name="connsiteY116" fmla="*/ 538955 h 917667"/>
                  <a:gd name="connsiteX117" fmla="*/ 1369406 w 3995629"/>
                  <a:gd name="connsiteY117" fmla="*/ 496917 h 917667"/>
                  <a:gd name="connsiteX118" fmla="*/ 1489944 w 3995629"/>
                  <a:gd name="connsiteY118" fmla="*/ 488558 h 917667"/>
                  <a:gd name="connsiteX119" fmla="*/ 1611498 w 3995629"/>
                  <a:gd name="connsiteY119" fmla="*/ 501981 h 917667"/>
                  <a:gd name="connsiteX120" fmla="*/ 1733540 w 3995629"/>
                  <a:gd name="connsiteY120" fmla="*/ 511847 h 917667"/>
                  <a:gd name="connsiteX121" fmla="*/ 1855623 w 3995629"/>
                  <a:gd name="connsiteY121" fmla="*/ 520424 h 917667"/>
                  <a:gd name="connsiteX122" fmla="*/ 1857167 w 3995629"/>
                  <a:gd name="connsiteY122" fmla="*/ 520272 h 917667"/>
                  <a:gd name="connsiteX123" fmla="*/ 1892889 w 3995629"/>
                  <a:gd name="connsiteY123" fmla="*/ 509511 h 917667"/>
                  <a:gd name="connsiteX124" fmla="*/ 1925036 w 3995629"/>
                  <a:gd name="connsiteY124" fmla="*/ 512872 h 917667"/>
                  <a:gd name="connsiteX125" fmla="*/ 1975754 w 3995629"/>
                  <a:gd name="connsiteY125" fmla="*/ 517609 h 917667"/>
                  <a:gd name="connsiteX126" fmla="*/ 2011233 w 3995629"/>
                  <a:gd name="connsiteY126" fmla="*/ 518984 h 917667"/>
                  <a:gd name="connsiteX127" fmla="*/ 2041551 w 3995629"/>
                  <a:gd name="connsiteY127" fmla="*/ 518547 h 917667"/>
                  <a:gd name="connsiteX128" fmla="*/ 2059107 w 3995629"/>
                  <a:gd name="connsiteY128" fmla="*/ 519661 h 917667"/>
                  <a:gd name="connsiteX129" fmla="*/ 2088652 w 3995629"/>
                  <a:gd name="connsiteY129" fmla="*/ 520621 h 917667"/>
                  <a:gd name="connsiteX130" fmla="*/ 2228373 w 3995629"/>
                  <a:gd name="connsiteY130" fmla="*/ 526383 h 917667"/>
                  <a:gd name="connsiteX131" fmla="*/ 2276450 w 3995629"/>
                  <a:gd name="connsiteY131" fmla="*/ 531665 h 917667"/>
                  <a:gd name="connsiteX132" fmla="*/ 2283237 w 3995629"/>
                  <a:gd name="connsiteY132" fmla="*/ 531927 h 917667"/>
                  <a:gd name="connsiteX133" fmla="*/ 2342083 w 3995629"/>
                  <a:gd name="connsiteY133" fmla="*/ 537886 h 917667"/>
                  <a:gd name="connsiteX134" fmla="*/ 2367687 w 3995629"/>
                  <a:gd name="connsiteY134" fmla="*/ 540723 h 917667"/>
                  <a:gd name="connsiteX135" fmla="*/ 2374595 w 3995629"/>
                  <a:gd name="connsiteY135" fmla="*/ 540941 h 917667"/>
                  <a:gd name="connsiteX136" fmla="*/ 2375571 w 3995629"/>
                  <a:gd name="connsiteY136" fmla="*/ 540832 h 917667"/>
                  <a:gd name="connsiteX137" fmla="*/ 2378944 w 3995629"/>
                  <a:gd name="connsiteY137" fmla="*/ 540134 h 917667"/>
                  <a:gd name="connsiteX138" fmla="*/ 2489363 w 3995629"/>
                  <a:gd name="connsiteY138" fmla="*/ 538366 h 917667"/>
                  <a:gd name="connsiteX139" fmla="*/ 2523785 w 3995629"/>
                  <a:gd name="connsiteY139" fmla="*/ 538431 h 917667"/>
                  <a:gd name="connsiteX140" fmla="*/ 2640462 w 3995629"/>
                  <a:gd name="connsiteY140" fmla="*/ 540396 h 917667"/>
                  <a:gd name="connsiteX141" fmla="*/ 2757343 w 3995629"/>
                  <a:gd name="connsiteY141" fmla="*/ 551702 h 917667"/>
                  <a:gd name="connsiteX142" fmla="*/ 2759416 w 3995629"/>
                  <a:gd name="connsiteY142" fmla="*/ 551374 h 917667"/>
                  <a:gd name="connsiteX143" fmla="*/ 2785791 w 3995629"/>
                  <a:gd name="connsiteY143" fmla="*/ 539283 h 917667"/>
                  <a:gd name="connsiteX144" fmla="*/ 2812288 w 3995629"/>
                  <a:gd name="connsiteY144" fmla="*/ 529897 h 917667"/>
                  <a:gd name="connsiteX145" fmla="*/ 2838176 w 3995629"/>
                  <a:gd name="connsiteY145" fmla="*/ 518547 h 917667"/>
                  <a:gd name="connsiteX146" fmla="*/ 2862885 w 3995629"/>
                  <a:gd name="connsiteY146" fmla="*/ 507459 h 917667"/>
                  <a:gd name="connsiteX147" fmla="*/ 2975539 w 3995629"/>
                  <a:gd name="connsiteY147" fmla="*/ 512196 h 917667"/>
                  <a:gd name="connsiteX148" fmla="*/ 2977490 w 3995629"/>
                  <a:gd name="connsiteY148" fmla="*/ 511781 h 917667"/>
                  <a:gd name="connsiteX149" fmla="*/ 3002036 w 3995629"/>
                  <a:gd name="connsiteY149" fmla="*/ 498620 h 917667"/>
                  <a:gd name="connsiteX150" fmla="*/ 3025323 w 3995629"/>
                  <a:gd name="connsiteY150" fmla="*/ 483167 h 917667"/>
                  <a:gd name="connsiteX151" fmla="*/ 3135945 w 3995629"/>
                  <a:gd name="connsiteY151" fmla="*/ 477841 h 917667"/>
                  <a:gd name="connsiteX152" fmla="*/ 3247136 w 3995629"/>
                  <a:gd name="connsiteY152" fmla="*/ 498576 h 917667"/>
                  <a:gd name="connsiteX153" fmla="*/ 3358896 w 3995629"/>
                  <a:gd name="connsiteY153" fmla="*/ 525903 h 917667"/>
                  <a:gd name="connsiteX154" fmla="*/ 3361497 w 3995629"/>
                  <a:gd name="connsiteY154" fmla="*/ 525750 h 917667"/>
                  <a:gd name="connsiteX155" fmla="*/ 3383077 w 3995629"/>
                  <a:gd name="connsiteY155" fmla="*/ 514553 h 917667"/>
                  <a:gd name="connsiteX156" fmla="*/ 3403885 w 3995629"/>
                  <a:gd name="connsiteY156" fmla="*/ 502505 h 917667"/>
                  <a:gd name="connsiteX157" fmla="*/ 3424489 w 3995629"/>
                  <a:gd name="connsiteY157" fmla="*/ 492072 h 917667"/>
                  <a:gd name="connsiteX158" fmla="*/ 3424936 w 3995629"/>
                  <a:gd name="connsiteY158" fmla="*/ 491810 h 917667"/>
                  <a:gd name="connsiteX159" fmla="*/ 3444768 w 3995629"/>
                  <a:gd name="connsiteY159" fmla="*/ 473759 h 917667"/>
                  <a:gd name="connsiteX160" fmla="*/ 3462975 w 3995629"/>
                  <a:gd name="connsiteY160" fmla="*/ 471948 h 917667"/>
                  <a:gd name="connsiteX161" fmla="*/ 3558967 w 3995629"/>
                  <a:gd name="connsiteY161" fmla="*/ 474763 h 917667"/>
                  <a:gd name="connsiteX162" fmla="*/ 3561161 w 3995629"/>
                  <a:gd name="connsiteY162" fmla="*/ 474174 h 917667"/>
                  <a:gd name="connsiteX163" fmla="*/ 3597128 w 3995629"/>
                  <a:gd name="connsiteY163" fmla="*/ 447742 h 917667"/>
                  <a:gd name="connsiteX164" fmla="*/ 3615253 w 3995629"/>
                  <a:gd name="connsiteY164" fmla="*/ 436501 h 917667"/>
                  <a:gd name="connsiteX165" fmla="*/ 3633054 w 3995629"/>
                  <a:gd name="connsiteY165" fmla="*/ 423231 h 917667"/>
                  <a:gd name="connsiteX166" fmla="*/ 3650813 w 3995629"/>
                  <a:gd name="connsiteY166" fmla="*/ 408891 h 917667"/>
                  <a:gd name="connsiteX167" fmla="*/ 3685479 w 3995629"/>
                  <a:gd name="connsiteY167" fmla="*/ 366787 h 917667"/>
                  <a:gd name="connsiteX168" fmla="*/ 3702507 w 3995629"/>
                  <a:gd name="connsiteY168" fmla="*/ 340683 h 917667"/>
                  <a:gd name="connsiteX169" fmla="*/ 3719332 w 3995629"/>
                  <a:gd name="connsiteY169" fmla="*/ 312549 h 917667"/>
                  <a:gd name="connsiteX170" fmla="*/ 3737661 w 3995629"/>
                  <a:gd name="connsiteY170" fmla="*/ 284152 h 917667"/>
                  <a:gd name="connsiteX171" fmla="*/ 3759810 w 3995629"/>
                  <a:gd name="connsiteY171" fmla="*/ 250517 h 917667"/>
                  <a:gd name="connsiteX172" fmla="*/ 3784397 w 3995629"/>
                  <a:gd name="connsiteY172" fmla="*/ 219349 h 917667"/>
                  <a:gd name="connsiteX173" fmla="*/ 3810447 w 3995629"/>
                  <a:gd name="connsiteY173" fmla="*/ 201124 h 917667"/>
                  <a:gd name="connsiteX174" fmla="*/ 3839180 w 3995629"/>
                  <a:gd name="connsiteY174" fmla="*/ 178097 h 917667"/>
                  <a:gd name="connsiteX175" fmla="*/ 3869904 w 3995629"/>
                  <a:gd name="connsiteY175" fmla="*/ 151447 h 917667"/>
                  <a:gd name="connsiteX176" fmla="*/ 3901684 w 3995629"/>
                  <a:gd name="connsiteY176" fmla="*/ 118838 h 917667"/>
                  <a:gd name="connsiteX177" fmla="*/ 3931189 w 3995629"/>
                  <a:gd name="connsiteY177" fmla="*/ 90180 h 917667"/>
                  <a:gd name="connsiteX178" fmla="*/ 3956832 w 3995629"/>
                  <a:gd name="connsiteY178" fmla="*/ 62853 h 917667"/>
                  <a:gd name="connsiteX179" fmla="*/ 3976543 w 3995629"/>
                  <a:gd name="connsiteY179" fmla="*/ 37534 h 917667"/>
                  <a:gd name="connsiteX180" fmla="*/ 3988857 w 3995629"/>
                  <a:gd name="connsiteY180" fmla="*/ 18196 h 917667"/>
                  <a:gd name="connsiteX181" fmla="*/ 3995562 w 3995629"/>
                  <a:gd name="connsiteY181" fmla="*/ 5296 h 917667"/>
                  <a:gd name="connsiteX182" fmla="*/ 3995603 w 3995629"/>
                  <a:gd name="connsiteY182" fmla="*/ 4707 h 917667"/>
                  <a:gd name="connsiteX183" fmla="*/ 3994872 w 3995629"/>
                  <a:gd name="connsiteY183" fmla="*/ 1979 h 917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3995629" h="917667">
                    <a:moveTo>
                      <a:pt x="3994628" y="2066"/>
                    </a:moveTo>
                    <a:cubicBezTo>
                      <a:pt x="3994546" y="1695"/>
                      <a:pt x="3994181" y="1368"/>
                      <a:pt x="3993693" y="1149"/>
                    </a:cubicBezTo>
                    <a:lnTo>
                      <a:pt x="3991702" y="298"/>
                    </a:lnTo>
                    <a:cubicBezTo>
                      <a:pt x="3990604" y="-182"/>
                      <a:pt x="3989019" y="-73"/>
                      <a:pt x="3988125" y="560"/>
                    </a:cubicBezTo>
                    <a:cubicBezTo>
                      <a:pt x="3987272" y="1149"/>
                      <a:pt x="3987475" y="2044"/>
                      <a:pt x="3988572" y="2524"/>
                    </a:cubicBezTo>
                    <a:lnTo>
                      <a:pt x="3989751" y="3005"/>
                    </a:lnTo>
                    <a:lnTo>
                      <a:pt x="3990239" y="4860"/>
                    </a:lnTo>
                    <a:lnTo>
                      <a:pt x="3983777" y="17388"/>
                    </a:lnTo>
                    <a:lnTo>
                      <a:pt x="3971585" y="36508"/>
                    </a:lnTo>
                    <a:lnTo>
                      <a:pt x="3951996" y="61652"/>
                    </a:lnTo>
                    <a:lnTo>
                      <a:pt x="3926515" y="88870"/>
                    </a:lnTo>
                    <a:lnTo>
                      <a:pt x="3897010" y="117485"/>
                    </a:lnTo>
                    <a:lnTo>
                      <a:pt x="3865311" y="150050"/>
                    </a:lnTo>
                    <a:lnTo>
                      <a:pt x="3834750" y="176591"/>
                    </a:lnTo>
                    <a:lnTo>
                      <a:pt x="3806180" y="199509"/>
                    </a:lnTo>
                    <a:lnTo>
                      <a:pt x="3780008" y="217778"/>
                    </a:lnTo>
                    <a:cubicBezTo>
                      <a:pt x="3779886" y="217887"/>
                      <a:pt x="3779764" y="217996"/>
                      <a:pt x="3779723" y="218105"/>
                    </a:cubicBezTo>
                    <a:lnTo>
                      <a:pt x="3754933" y="249492"/>
                    </a:lnTo>
                    <a:lnTo>
                      <a:pt x="3732703" y="283235"/>
                    </a:lnTo>
                    <a:lnTo>
                      <a:pt x="3714415" y="311697"/>
                    </a:lnTo>
                    <a:lnTo>
                      <a:pt x="3697590" y="339832"/>
                    </a:lnTo>
                    <a:lnTo>
                      <a:pt x="3680684" y="365783"/>
                    </a:lnTo>
                    <a:lnTo>
                      <a:pt x="3646302" y="407559"/>
                    </a:lnTo>
                    <a:lnTo>
                      <a:pt x="3628827" y="421616"/>
                    </a:lnTo>
                    <a:lnTo>
                      <a:pt x="3611189" y="434777"/>
                    </a:lnTo>
                    <a:lnTo>
                      <a:pt x="3593104" y="445974"/>
                    </a:lnTo>
                    <a:lnTo>
                      <a:pt x="3557788" y="471926"/>
                    </a:lnTo>
                    <a:lnTo>
                      <a:pt x="3462569" y="469154"/>
                    </a:lnTo>
                    <a:lnTo>
                      <a:pt x="3442655" y="471118"/>
                    </a:lnTo>
                    <a:cubicBezTo>
                      <a:pt x="3441964" y="471162"/>
                      <a:pt x="3441314" y="471446"/>
                      <a:pt x="3440908" y="471751"/>
                    </a:cubicBezTo>
                    <a:lnTo>
                      <a:pt x="3420710" y="490195"/>
                    </a:lnTo>
                    <a:lnTo>
                      <a:pt x="3400268" y="500584"/>
                    </a:lnTo>
                    <a:lnTo>
                      <a:pt x="3379419" y="512567"/>
                    </a:lnTo>
                    <a:lnTo>
                      <a:pt x="3359465" y="523000"/>
                    </a:lnTo>
                    <a:lnTo>
                      <a:pt x="3248884" y="495979"/>
                    </a:lnTo>
                    <a:lnTo>
                      <a:pt x="3137002" y="475091"/>
                    </a:lnTo>
                    <a:cubicBezTo>
                      <a:pt x="3136677" y="475025"/>
                      <a:pt x="3136311" y="475025"/>
                      <a:pt x="3135986" y="475025"/>
                    </a:cubicBezTo>
                    <a:lnTo>
                      <a:pt x="3023779" y="480416"/>
                    </a:lnTo>
                    <a:cubicBezTo>
                      <a:pt x="3023128" y="480416"/>
                      <a:pt x="3022478" y="480635"/>
                      <a:pt x="3022031" y="480897"/>
                    </a:cubicBezTo>
                    <a:lnTo>
                      <a:pt x="2998216" y="496721"/>
                    </a:lnTo>
                    <a:lnTo>
                      <a:pt x="2974726" y="509337"/>
                    </a:lnTo>
                    <a:lnTo>
                      <a:pt x="2862153" y="504644"/>
                    </a:lnTo>
                    <a:cubicBezTo>
                      <a:pt x="2861544" y="504578"/>
                      <a:pt x="2860853" y="504688"/>
                      <a:pt x="2860365" y="504906"/>
                    </a:cubicBezTo>
                    <a:lnTo>
                      <a:pt x="2834925" y="516365"/>
                    </a:lnTo>
                    <a:lnTo>
                      <a:pt x="2809240" y="527605"/>
                    </a:lnTo>
                    <a:lnTo>
                      <a:pt x="2782743" y="536969"/>
                    </a:lnTo>
                    <a:lnTo>
                      <a:pt x="2756977" y="548799"/>
                    </a:lnTo>
                    <a:lnTo>
                      <a:pt x="2640869" y="537558"/>
                    </a:lnTo>
                    <a:lnTo>
                      <a:pt x="2523785" y="535638"/>
                    </a:lnTo>
                    <a:lnTo>
                      <a:pt x="2489160" y="535528"/>
                    </a:lnTo>
                    <a:lnTo>
                      <a:pt x="2378212" y="537296"/>
                    </a:lnTo>
                    <a:cubicBezTo>
                      <a:pt x="2377928" y="537296"/>
                      <a:pt x="2377603" y="537340"/>
                      <a:pt x="2377318" y="537406"/>
                    </a:cubicBezTo>
                    <a:lnTo>
                      <a:pt x="2374067" y="538104"/>
                    </a:lnTo>
                    <a:lnTo>
                      <a:pt x="2368296" y="537951"/>
                    </a:lnTo>
                    <a:lnTo>
                      <a:pt x="2354072" y="536249"/>
                    </a:lnTo>
                    <a:lnTo>
                      <a:pt x="2283765" y="529155"/>
                    </a:lnTo>
                    <a:lnTo>
                      <a:pt x="2277019" y="528893"/>
                    </a:lnTo>
                    <a:lnTo>
                      <a:pt x="2228942" y="523567"/>
                    </a:lnTo>
                    <a:lnTo>
                      <a:pt x="2121449" y="519246"/>
                    </a:lnTo>
                    <a:lnTo>
                      <a:pt x="2088896" y="517849"/>
                    </a:lnTo>
                    <a:lnTo>
                      <a:pt x="2059432" y="516845"/>
                    </a:lnTo>
                    <a:lnTo>
                      <a:pt x="2041632" y="515732"/>
                    </a:lnTo>
                    <a:lnTo>
                      <a:pt x="2011233" y="516146"/>
                    </a:lnTo>
                    <a:lnTo>
                      <a:pt x="1976242" y="514815"/>
                    </a:lnTo>
                    <a:lnTo>
                      <a:pt x="1925401" y="510013"/>
                    </a:lnTo>
                    <a:lnTo>
                      <a:pt x="1892849" y="506608"/>
                    </a:lnTo>
                    <a:cubicBezTo>
                      <a:pt x="1892239" y="506543"/>
                      <a:pt x="1891670" y="506608"/>
                      <a:pt x="1891183" y="506761"/>
                    </a:cubicBezTo>
                    <a:lnTo>
                      <a:pt x="1855379" y="517587"/>
                    </a:lnTo>
                    <a:lnTo>
                      <a:pt x="1734190" y="509053"/>
                    </a:lnTo>
                    <a:lnTo>
                      <a:pt x="1612351" y="499209"/>
                    </a:lnTo>
                    <a:lnTo>
                      <a:pt x="1490513" y="485786"/>
                    </a:lnTo>
                    <a:cubicBezTo>
                      <a:pt x="1490269" y="485742"/>
                      <a:pt x="1489944" y="485742"/>
                      <a:pt x="1489659" y="485742"/>
                    </a:cubicBezTo>
                    <a:lnTo>
                      <a:pt x="1367374" y="494211"/>
                    </a:lnTo>
                    <a:cubicBezTo>
                      <a:pt x="1366561" y="494320"/>
                      <a:pt x="1365829" y="494582"/>
                      <a:pt x="1365423" y="494997"/>
                    </a:cubicBezTo>
                    <a:lnTo>
                      <a:pt x="1325392" y="537580"/>
                    </a:lnTo>
                    <a:lnTo>
                      <a:pt x="1284752" y="573659"/>
                    </a:lnTo>
                    <a:lnTo>
                      <a:pt x="1243584" y="609520"/>
                    </a:lnTo>
                    <a:lnTo>
                      <a:pt x="1201847" y="640383"/>
                    </a:lnTo>
                    <a:lnTo>
                      <a:pt x="1159622" y="667448"/>
                    </a:lnTo>
                    <a:lnTo>
                      <a:pt x="1116706" y="689820"/>
                    </a:lnTo>
                    <a:lnTo>
                      <a:pt x="1073018" y="710294"/>
                    </a:lnTo>
                    <a:lnTo>
                      <a:pt x="1028477" y="732142"/>
                    </a:lnTo>
                    <a:lnTo>
                      <a:pt x="983244" y="756173"/>
                    </a:lnTo>
                    <a:lnTo>
                      <a:pt x="937321" y="781339"/>
                    </a:lnTo>
                    <a:lnTo>
                      <a:pt x="890422" y="803602"/>
                    </a:lnTo>
                    <a:lnTo>
                      <a:pt x="842874" y="828441"/>
                    </a:lnTo>
                    <a:lnTo>
                      <a:pt x="794553" y="851446"/>
                    </a:lnTo>
                    <a:lnTo>
                      <a:pt x="745216" y="873141"/>
                    </a:lnTo>
                    <a:lnTo>
                      <a:pt x="695310" y="895885"/>
                    </a:lnTo>
                    <a:lnTo>
                      <a:pt x="644957" y="913302"/>
                    </a:lnTo>
                    <a:lnTo>
                      <a:pt x="505968" y="914590"/>
                    </a:lnTo>
                    <a:lnTo>
                      <a:pt x="366370" y="914852"/>
                    </a:lnTo>
                    <a:lnTo>
                      <a:pt x="226731" y="913630"/>
                    </a:lnTo>
                    <a:lnTo>
                      <a:pt x="87254" y="914743"/>
                    </a:lnTo>
                    <a:lnTo>
                      <a:pt x="0" y="914524"/>
                    </a:lnTo>
                    <a:lnTo>
                      <a:pt x="0" y="917340"/>
                    </a:lnTo>
                    <a:lnTo>
                      <a:pt x="87295" y="917515"/>
                    </a:lnTo>
                    <a:lnTo>
                      <a:pt x="226731" y="916402"/>
                    </a:lnTo>
                    <a:lnTo>
                      <a:pt x="366329" y="917667"/>
                    </a:lnTo>
                    <a:lnTo>
                      <a:pt x="506049" y="917406"/>
                    </a:lnTo>
                    <a:lnTo>
                      <a:pt x="645770" y="916118"/>
                    </a:lnTo>
                    <a:cubicBezTo>
                      <a:pt x="646257" y="916074"/>
                      <a:pt x="646704" y="916009"/>
                      <a:pt x="647111" y="915856"/>
                    </a:cubicBezTo>
                    <a:lnTo>
                      <a:pt x="698277" y="898111"/>
                    </a:lnTo>
                    <a:lnTo>
                      <a:pt x="748426" y="875302"/>
                    </a:lnTo>
                    <a:lnTo>
                      <a:pt x="797804" y="853628"/>
                    </a:lnTo>
                    <a:lnTo>
                      <a:pt x="846328" y="830492"/>
                    </a:lnTo>
                    <a:lnTo>
                      <a:pt x="893877" y="805719"/>
                    </a:lnTo>
                    <a:lnTo>
                      <a:pt x="940775" y="783347"/>
                    </a:lnTo>
                    <a:lnTo>
                      <a:pt x="986821" y="758203"/>
                    </a:lnTo>
                    <a:lnTo>
                      <a:pt x="1032012" y="734215"/>
                    </a:lnTo>
                    <a:lnTo>
                      <a:pt x="1076432" y="712411"/>
                    </a:lnTo>
                    <a:lnTo>
                      <a:pt x="1120201" y="691894"/>
                    </a:lnTo>
                    <a:lnTo>
                      <a:pt x="1163401" y="669412"/>
                    </a:lnTo>
                    <a:lnTo>
                      <a:pt x="1205911" y="642129"/>
                    </a:lnTo>
                    <a:lnTo>
                      <a:pt x="1247811" y="611114"/>
                    </a:lnTo>
                    <a:lnTo>
                      <a:pt x="1289142" y="575144"/>
                    </a:lnTo>
                    <a:lnTo>
                      <a:pt x="1329863" y="538955"/>
                    </a:lnTo>
                    <a:lnTo>
                      <a:pt x="1369406" y="496917"/>
                    </a:lnTo>
                    <a:lnTo>
                      <a:pt x="1489944" y="488558"/>
                    </a:lnTo>
                    <a:lnTo>
                      <a:pt x="1611498" y="501981"/>
                    </a:lnTo>
                    <a:lnTo>
                      <a:pt x="1733540" y="511847"/>
                    </a:lnTo>
                    <a:lnTo>
                      <a:pt x="1855623" y="520424"/>
                    </a:lnTo>
                    <a:cubicBezTo>
                      <a:pt x="1856151" y="520490"/>
                      <a:pt x="1856720" y="520424"/>
                      <a:pt x="1857167" y="520272"/>
                    </a:cubicBezTo>
                    <a:lnTo>
                      <a:pt x="1892889" y="509511"/>
                    </a:lnTo>
                    <a:lnTo>
                      <a:pt x="1925036" y="512872"/>
                    </a:lnTo>
                    <a:lnTo>
                      <a:pt x="1975754" y="517609"/>
                    </a:lnTo>
                    <a:lnTo>
                      <a:pt x="2011233" y="518984"/>
                    </a:lnTo>
                    <a:lnTo>
                      <a:pt x="2041551" y="518547"/>
                    </a:lnTo>
                    <a:lnTo>
                      <a:pt x="2059107" y="519661"/>
                    </a:lnTo>
                    <a:lnTo>
                      <a:pt x="2088652" y="520621"/>
                    </a:lnTo>
                    <a:lnTo>
                      <a:pt x="2228373" y="526383"/>
                    </a:lnTo>
                    <a:lnTo>
                      <a:pt x="2276450" y="531665"/>
                    </a:lnTo>
                    <a:lnTo>
                      <a:pt x="2283237" y="531927"/>
                    </a:lnTo>
                    <a:lnTo>
                      <a:pt x="2342083" y="537886"/>
                    </a:lnTo>
                    <a:lnTo>
                      <a:pt x="2367687" y="540723"/>
                    </a:lnTo>
                    <a:lnTo>
                      <a:pt x="2374595" y="540941"/>
                    </a:lnTo>
                    <a:cubicBezTo>
                      <a:pt x="2374880" y="540941"/>
                      <a:pt x="2375286" y="540941"/>
                      <a:pt x="2375571" y="540832"/>
                    </a:cubicBezTo>
                    <a:lnTo>
                      <a:pt x="2378944" y="540134"/>
                    </a:lnTo>
                    <a:lnTo>
                      <a:pt x="2489363" y="538366"/>
                    </a:lnTo>
                    <a:lnTo>
                      <a:pt x="2523785" y="538431"/>
                    </a:lnTo>
                    <a:lnTo>
                      <a:pt x="2640462" y="540396"/>
                    </a:lnTo>
                    <a:lnTo>
                      <a:pt x="2757343" y="551702"/>
                    </a:lnTo>
                    <a:cubicBezTo>
                      <a:pt x="2758074" y="551746"/>
                      <a:pt x="2758847" y="551636"/>
                      <a:pt x="2759416" y="551374"/>
                    </a:cubicBezTo>
                    <a:lnTo>
                      <a:pt x="2785791" y="539283"/>
                    </a:lnTo>
                    <a:lnTo>
                      <a:pt x="2812288" y="529897"/>
                    </a:lnTo>
                    <a:lnTo>
                      <a:pt x="2838176" y="518547"/>
                    </a:lnTo>
                    <a:lnTo>
                      <a:pt x="2862885" y="507459"/>
                    </a:lnTo>
                    <a:lnTo>
                      <a:pt x="2975539" y="512196"/>
                    </a:lnTo>
                    <a:cubicBezTo>
                      <a:pt x="2976230" y="512152"/>
                      <a:pt x="2977002" y="512043"/>
                      <a:pt x="2977490" y="511781"/>
                    </a:cubicBezTo>
                    <a:lnTo>
                      <a:pt x="3002036" y="498620"/>
                    </a:lnTo>
                    <a:lnTo>
                      <a:pt x="3025323" y="483167"/>
                    </a:lnTo>
                    <a:lnTo>
                      <a:pt x="3135945" y="477841"/>
                    </a:lnTo>
                    <a:lnTo>
                      <a:pt x="3247136" y="498576"/>
                    </a:lnTo>
                    <a:lnTo>
                      <a:pt x="3358896" y="525903"/>
                    </a:lnTo>
                    <a:cubicBezTo>
                      <a:pt x="3359750" y="526121"/>
                      <a:pt x="3360725" y="526012"/>
                      <a:pt x="3361497" y="525750"/>
                    </a:cubicBezTo>
                    <a:lnTo>
                      <a:pt x="3383077" y="514553"/>
                    </a:lnTo>
                    <a:lnTo>
                      <a:pt x="3403885" y="502505"/>
                    </a:lnTo>
                    <a:lnTo>
                      <a:pt x="3424489" y="492072"/>
                    </a:lnTo>
                    <a:cubicBezTo>
                      <a:pt x="3424489" y="492072"/>
                      <a:pt x="3424855" y="491919"/>
                      <a:pt x="3424936" y="491810"/>
                    </a:cubicBezTo>
                    <a:lnTo>
                      <a:pt x="3444768" y="473759"/>
                    </a:lnTo>
                    <a:lnTo>
                      <a:pt x="3462975" y="471948"/>
                    </a:lnTo>
                    <a:lnTo>
                      <a:pt x="3558967" y="474763"/>
                    </a:lnTo>
                    <a:cubicBezTo>
                      <a:pt x="3559861" y="474829"/>
                      <a:pt x="3560633" y="474545"/>
                      <a:pt x="3561161" y="474174"/>
                    </a:cubicBezTo>
                    <a:lnTo>
                      <a:pt x="3597128" y="447742"/>
                    </a:lnTo>
                    <a:lnTo>
                      <a:pt x="3615253" y="436501"/>
                    </a:lnTo>
                    <a:lnTo>
                      <a:pt x="3633054" y="423231"/>
                    </a:lnTo>
                    <a:lnTo>
                      <a:pt x="3650813" y="408891"/>
                    </a:lnTo>
                    <a:lnTo>
                      <a:pt x="3685479" y="366787"/>
                    </a:lnTo>
                    <a:lnTo>
                      <a:pt x="3702507" y="340683"/>
                    </a:lnTo>
                    <a:lnTo>
                      <a:pt x="3719332" y="312549"/>
                    </a:lnTo>
                    <a:lnTo>
                      <a:pt x="3737661" y="284152"/>
                    </a:lnTo>
                    <a:lnTo>
                      <a:pt x="3759810" y="250517"/>
                    </a:lnTo>
                    <a:lnTo>
                      <a:pt x="3784397" y="219349"/>
                    </a:lnTo>
                    <a:lnTo>
                      <a:pt x="3810447" y="201124"/>
                    </a:lnTo>
                    <a:lnTo>
                      <a:pt x="3839180" y="178097"/>
                    </a:lnTo>
                    <a:lnTo>
                      <a:pt x="3869904" y="151447"/>
                    </a:lnTo>
                    <a:lnTo>
                      <a:pt x="3901684" y="118838"/>
                    </a:lnTo>
                    <a:lnTo>
                      <a:pt x="3931189" y="90180"/>
                    </a:lnTo>
                    <a:lnTo>
                      <a:pt x="3956832" y="62853"/>
                    </a:lnTo>
                    <a:lnTo>
                      <a:pt x="3976543" y="37534"/>
                    </a:lnTo>
                    <a:lnTo>
                      <a:pt x="3988857" y="18196"/>
                    </a:lnTo>
                    <a:lnTo>
                      <a:pt x="3995562" y="5296"/>
                    </a:lnTo>
                    <a:cubicBezTo>
                      <a:pt x="3995644" y="5078"/>
                      <a:pt x="3995644" y="4925"/>
                      <a:pt x="3995603" y="4707"/>
                    </a:cubicBezTo>
                    <a:lnTo>
                      <a:pt x="3994872" y="197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 name="Freeform: Shape 81">
                <a:extLst>
                  <a:ext uri="{FF2B5EF4-FFF2-40B4-BE49-F238E27FC236}">
                    <a16:creationId xmlns:a16="http://schemas.microsoft.com/office/drawing/2014/main" id="{AFB2B49D-C82D-4B31-A40B-10132EB78EEC}"/>
                  </a:ext>
                </a:extLst>
              </p:cNvPr>
              <p:cNvSpPr/>
              <p:nvPr/>
            </p:nvSpPr>
            <p:spPr>
              <a:xfrm>
                <a:off x="8611616" y="6278632"/>
                <a:ext cx="3580424" cy="9690"/>
              </a:xfrm>
              <a:custGeom>
                <a:avLst/>
                <a:gdLst>
                  <a:gd name="connsiteX0" fmla="*/ 3580384 w 3580424"/>
                  <a:gd name="connsiteY0" fmla="*/ 6875 h 9690"/>
                  <a:gd name="connsiteX1" fmla="*/ 2560 w 3580424"/>
                  <a:gd name="connsiteY1" fmla="*/ 0 h 9690"/>
                  <a:gd name="connsiteX2" fmla="*/ 2479 w 3580424"/>
                  <a:gd name="connsiteY2" fmla="*/ 0 h 9690"/>
                  <a:gd name="connsiteX3" fmla="*/ 0 w 3580424"/>
                  <a:gd name="connsiteY3" fmla="*/ 1441 h 9690"/>
                  <a:gd name="connsiteX4" fmla="*/ 2479 w 3580424"/>
                  <a:gd name="connsiteY4" fmla="*/ 2816 h 9690"/>
                  <a:gd name="connsiteX5" fmla="*/ 3580425 w 3580424"/>
                  <a:gd name="connsiteY5" fmla="*/ 9691 h 9690"/>
                  <a:gd name="connsiteX6" fmla="*/ 3580425 w 3580424"/>
                  <a:gd name="connsiteY6" fmla="*/ 6875 h 9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0424" h="9690">
                    <a:moveTo>
                      <a:pt x="3580384" y="6875"/>
                    </a:moveTo>
                    <a:lnTo>
                      <a:pt x="2560" y="0"/>
                    </a:lnTo>
                    <a:lnTo>
                      <a:pt x="2479" y="0"/>
                    </a:lnTo>
                    <a:cubicBezTo>
                      <a:pt x="1097" y="0"/>
                      <a:pt x="0" y="633"/>
                      <a:pt x="0" y="1441"/>
                    </a:cubicBezTo>
                    <a:cubicBezTo>
                      <a:pt x="0" y="2183"/>
                      <a:pt x="1097" y="2816"/>
                      <a:pt x="2479" y="2816"/>
                    </a:cubicBezTo>
                    <a:lnTo>
                      <a:pt x="3580425" y="9691"/>
                    </a:lnTo>
                    <a:lnTo>
                      <a:pt x="3580425" y="68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 name="Freeform: Shape 82">
                <a:extLst>
                  <a:ext uri="{FF2B5EF4-FFF2-40B4-BE49-F238E27FC236}">
                    <a16:creationId xmlns:a16="http://schemas.microsoft.com/office/drawing/2014/main" id="{97E014C9-A771-4AE5-8348-457C2FC0C55C}"/>
                  </a:ext>
                </a:extLst>
              </p:cNvPr>
              <p:cNvSpPr/>
              <p:nvPr/>
            </p:nvSpPr>
            <p:spPr>
              <a:xfrm>
                <a:off x="2330082" y="5984246"/>
                <a:ext cx="1039031" cy="50648"/>
              </a:xfrm>
              <a:custGeom>
                <a:avLst/>
                <a:gdLst>
                  <a:gd name="connsiteX0" fmla="*/ 492081 w 1039031"/>
                  <a:gd name="connsiteY0" fmla="*/ 50649 h 50648"/>
                  <a:gd name="connsiteX1" fmla="*/ 491960 w 1039031"/>
                  <a:gd name="connsiteY1" fmla="*/ 50649 h 50648"/>
                  <a:gd name="connsiteX2" fmla="*/ 373088 w 1039031"/>
                  <a:gd name="connsiteY2" fmla="*/ 46807 h 50648"/>
                  <a:gd name="connsiteX3" fmla="*/ 254175 w 1039031"/>
                  <a:gd name="connsiteY3" fmla="*/ 38971 h 50648"/>
                  <a:gd name="connsiteX4" fmla="*/ 135831 w 1039031"/>
                  <a:gd name="connsiteY4" fmla="*/ 28997 h 50648"/>
                  <a:gd name="connsiteX5" fmla="*/ 106611 w 1039031"/>
                  <a:gd name="connsiteY5" fmla="*/ 31136 h 50648"/>
                  <a:gd name="connsiteX6" fmla="*/ 105757 w 1039031"/>
                  <a:gd name="connsiteY6" fmla="*/ 31136 h 50648"/>
                  <a:gd name="connsiteX7" fmla="*/ 2044 w 1039031"/>
                  <a:gd name="connsiteY7" fmla="*/ 19677 h 50648"/>
                  <a:gd name="connsiteX8" fmla="*/ 53 w 1039031"/>
                  <a:gd name="connsiteY8" fmla="*/ 18018 h 50648"/>
                  <a:gd name="connsiteX9" fmla="*/ 3020 w 1039031"/>
                  <a:gd name="connsiteY9" fmla="*/ 16948 h 50648"/>
                  <a:gd name="connsiteX10" fmla="*/ 106367 w 1039031"/>
                  <a:gd name="connsiteY10" fmla="*/ 28298 h 50648"/>
                  <a:gd name="connsiteX11" fmla="*/ 135465 w 1039031"/>
                  <a:gd name="connsiteY11" fmla="*/ 26159 h 50648"/>
                  <a:gd name="connsiteX12" fmla="*/ 136197 w 1039031"/>
                  <a:gd name="connsiteY12" fmla="*/ 26159 h 50648"/>
                  <a:gd name="connsiteX13" fmla="*/ 254866 w 1039031"/>
                  <a:gd name="connsiteY13" fmla="*/ 36178 h 50648"/>
                  <a:gd name="connsiteX14" fmla="*/ 373535 w 1039031"/>
                  <a:gd name="connsiteY14" fmla="*/ 43948 h 50648"/>
                  <a:gd name="connsiteX15" fmla="*/ 491512 w 1039031"/>
                  <a:gd name="connsiteY15" fmla="*/ 47789 h 50648"/>
                  <a:gd name="connsiteX16" fmla="*/ 517400 w 1039031"/>
                  <a:gd name="connsiteY16" fmla="*/ 39757 h 50648"/>
                  <a:gd name="connsiteX17" fmla="*/ 543288 w 1039031"/>
                  <a:gd name="connsiteY17" fmla="*/ 28822 h 50648"/>
                  <a:gd name="connsiteX18" fmla="*/ 544913 w 1039031"/>
                  <a:gd name="connsiteY18" fmla="*/ 28495 h 50648"/>
                  <a:gd name="connsiteX19" fmla="*/ 662079 w 1039031"/>
                  <a:gd name="connsiteY19" fmla="*/ 30896 h 50648"/>
                  <a:gd name="connsiteX20" fmla="*/ 779122 w 1039031"/>
                  <a:gd name="connsiteY20" fmla="*/ 24872 h 50648"/>
                  <a:gd name="connsiteX21" fmla="*/ 896531 w 1039031"/>
                  <a:gd name="connsiteY21" fmla="*/ 21401 h 50648"/>
                  <a:gd name="connsiteX22" fmla="*/ 1012924 w 1039031"/>
                  <a:gd name="connsiteY22" fmla="*/ 13347 h 50648"/>
                  <a:gd name="connsiteX23" fmla="*/ 1034625 w 1039031"/>
                  <a:gd name="connsiteY23" fmla="*/ 448 h 50648"/>
                  <a:gd name="connsiteX24" fmla="*/ 1038202 w 1039031"/>
                  <a:gd name="connsiteY24" fmla="*/ 404 h 50648"/>
                  <a:gd name="connsiteX25" fmla="*/ 1038364 w 1039031"/>
                  <a:gd name="connsiteY25" fmla="*/ 2368 h 50648"/>
                  <a:gd name="connsiteX26" fmla="*/ 1016053 w 1039031"/>
                  <a:gd name="connsiteY26" fmla="*/ 15639 h 50648"/>
                  <a:gd name="connsiteX27" fmla="*/ 1014508 w 1039031"/>
                  <a:gd name="connsiteY27" fmla="*/ 16075 h 50648"/>
                  <a:gd name="connsiteX28" fmla="*/ 897059 w 1039031"/>
                  <a:gd name="connsiteY28" fmla="*/ 24239 h 50648"/>
                  <a:gd name="connsiteX29" fmla="*/ 779528 w 1039031"/>
                  <a:gd name="connsiteY29" fmla="*/ 27709 h 50648"/>
                  <a:gd name="connsiteX30" fmla="*/ 662282 w 1039031"/>
                  <a:gd name="connsiteY30" fmla="*/ 33733 h 50648"/>
                  <a:gd name="connsiteX31" fmla="*/ 545645 w 1039031"/>
                  <a:gd name="connsiteY31" fmla="*/ 31376 h 50648"/>
                  <a:gd name="connsiteX32" fmla="*/ 520204 w 1039031"/>
                  <a:gd name="connsiteY32" fmla="*/ 42093 h 50648"/>
                  <a:gd name="connsiteX33" fmla="*/ 493382 w 1039031"/>
                  <a:gd name="connsiteY33" fmla="*/ 50452 h 50648"/>
                  <a:gd name="connsiteX34" fmla="*/ 492122 w 1039031"/>
                  <a:gd name="connsiteY34" fmla="*/ 50627 h 5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39031" h="50648">
                    <a:moveTo>
                      <a:pt x="492081" y="50649"/>
                    </a:moveTo>
                    <a:lnTo>
                      <a:pt x="491960" y="50649"/>
                    </a:lnTo>
                    <a:lnTo>
                      <a:pt x="373088" y="46807"/>
                    </a:lnTo>
                    <a:lnTo>
                      <a:pt x="254175" y="38971"/>
                    </a:lnTo>
                    <a:lnTo>
                      <a:pt x="135831" y="28997"/>
                    </a:lnTo>
                    <a:lnTo>
                      <a:pt x="106611" y="31136"/>
                    </a:lnTo>
                    <a:lnTo>
                      <a:pt x="105757" y="31136"/>
                    </a:lnTo>
                    <a:lnTo>
                      <a:pt x="2044" y="19677"/>
                    </a:lnTo>
                    <a:cubicBezTo>
                      <a:pt x="662" y="19568"/>
                      <a:pt x="-232" y="18826"/>
                      <a:pt x="53" y="18018"/>
                    </a:cubicBezTo>
                    <a:cubicBezTo>
                      <a:pt x="297" y="17276"/>
                      <a:pt x="1678" y="16796"/>
                      <a:pt x="3020" y="16948"/>
                    </a:cubicBezTo>
                    <a:lnTo>
                      <a:pt x="106367" y="28298"/>
                    </a:lnTo>
                    <a:lnTo>
                      <a:pt x="135465" y="26159"/>
                    </a:lnTo>
                    <a:lnTo>
                      <a:pt x="136197" y="26159"/>
                    </a:lnTo>
                    <a:lnTo>
                      <a:pt x="254866" y="36178"/>
                    </a:lnTo>
                    <a:lnTo>
                      <a:pt x="373535" y="43948"/>
                    </a:lnTo>
                    <a:lnTo>
                      <a:pt x="491512" y="47789"/>
                    </a:lnTo>
                    <a:lnTo>
                      <a:pt x="517400" y="39757"/>
                    </a:lnTo>
                    <a:lnTo>
                      <a:pt x="543288" y="28822"/>
                    </a:lnTo>
                    <a:cubicBezTo>
                      <a:pt x="543735" y="28604"/>
                      <a:pt x="544385" y="28495"/>
                      <a:pt x="544913" y="28495"/>
                    </a:cubicBezTo>
                    <a:lnTo>
                      <a:pt x="662079" y="30896"/>
                    </a:lnTo>
                    <a:lnTo>
                      <a:pt x="779122" y="24872"/>
                    </a:lnTo>
                    <a:lnTo>
                      <a:pt x="896531" y="21401"/>
                    </a:lnTo>
                    <a:lnTo>
                      <a:pt x="1012924" y="13347"/>
                    </a:lnTo>
                    <a:lnTo>
                      <a:pt x="1034625" y="448"/>
                    </a:lnTo>
                    <a:cubicBezTo>
                      <a:pt x="1035560" y="-142"/>
                      <a:pt x="1037186" y="-142"/>
                      <a:pt x="1038202" y="404"/>
                    </a:cubicBezTo>
                    <a:cubicBezTo>
                      <a:pt x="1039258" y="928"/>
                      <a:pt x="1039299" y="1779"/>
                      <a:pt x="1038364" y="2368"/>
                    </a:cubicBezTo>
                    <a:lnTo>
                      <a:pt x="1016053" y="15639"/>
                    </a:lnTo>
                    <a:cubicBezTo>
                      <a:pt x="1015647" y="15901"/>
                      <a:pt x="1015118" y="16075"/>
                      <a:pt x="1014508" y="16075"/>
                    </a:cubicBezTo>
                    <a:lnTo>
                      <a:pt x="897059" y="24239"/>
                    </a:lnTo>
                    <a:lnTo>
                      <a:pt x="779528" y="27709"/>
                    </a:lnTo>
                    <a:lnTo>
                      <a:pt x="662282" y="33733"/>
                    </a:lnTo>
                    <a:lnTo>
                      <a:pt x="545645" y="31376"/>
                    </a:lnTo>
                    <a:lnTo>
                      <a:pt x="520204" y="42093"/>
                    </a:lnTo>
                    <a:lnTo>
                      <a:pt x="493382" y="50452"/>
                    </a:lnTo>
                    <a:cubicBezTo>
                      <a:pt x="493016" y="50561"/>
                      <a:pt x="492569" y="50627"/>
                      <a:pt x="492122" y="506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 name="Freeform: Shape 83">
                <a:extLst>
                  <a:ext uri="{FF2B5EF4-FFF2-40B4-BE49-F238E27FC236}">
                    <a16:creationId xmlns:a16="http://schemas.microsoft.com/office/drawing/2014/main" id="{F53835D4-7D2C-4799-960A-82DDCBB9894E}"/>
                  </a:ext>
                </a:extLst>
              </p:cNvPr>
              <p:cNvSpPr/>
              <p:nvPr/>
            </p:nvSpPr>
            <p:spPr>
              <a:xfrm>
                <a:off x="4777759" y="6068831"/>
                <a:ext cx="195521" cy="10612"/>
              </a:xfrm>
              <a:custGeom>
                <a:avLst/>
                <a:gdLst>
                  <a:gd name="connsiteX0" fmla="*/ 2562 w 195521"/>
                  <a:gd name="connsiteY0" fmla="*/ 10612 h 10612"/>
                  <a:gd name="connsiteX1" fmla="*/ 1 w 195521"/>
                  <a:gd name="connsiteY1" fmla="*/ 9281 h 10612"/>
                  <a:gd name="connsiteX2" fmla="*/ 2439 w 195521"/>
                  <a:gd name="connsiteY2" fmla="*/ 7775 h 10612"/>
                  <a:gd name="connsiteX3" fmla="*/ 83801 w 195521"/>
                  <a:gd name="connsiteY3" fmla="*/ 5177 h 10612"/>
                  <a:gd name="connsiteX4" fmla="*/ 125457 w 195521"/>
                  <a:gd name="connsiteY4" fmla="*/ 4435 h 10612"/>
                  <a:gd name="connsiteX5" fmla="*/ 135820 w 195521"/>
                  <a:gd name="connsiteY5" fmla="*/ 288 h 10612"/>
                  <a:gd name="connsiteX6" fmla="*/ 138137 w 195521"/>
                  <a:gd name="connsiteY6" fmla="*/ 70 h 10612"/>
                  <a:gd name="connsiteX7" fmla="*/ 158863 w 195521"/>
                  <a:gd name="connsiteY7" fmla="*/ 3911 h 10612"/>
                  <a:gd name="connsiteX8" fmla="*/ 192878 w 195521"/>
                  <a:gd name="connsiteY8" fmla="*/ 3278 h 10612"/>
                  <a:gd name="connsiteX9" fmla="*/ 195520 w 195521"/>
                  <a:gd name="connsiteY9" fmla="*/ 4653 h 10612"/>
                  <a:gd name="connsiteX10" fmla="*/ 193041 w 195521"/>
                  <a:gd name="connsiteY10" fmla="*/ 6094 h 10612"/>
                  <a:gd name="connsiteX11" fmla="*/ 158579 w 195521"/>
                  <a:gd name="connsiteY11" fmla="*/ 6727 h 10612"/>
                  <a:gd name="connsiteX12" fmla="*/ 157685 w 195521"/>
                  <a:gd name="connsiteY12" fmla="*/ 6618 h 10612"/>
                  <a:gd name="connsiteX13" fmla="*/ 137812 w 195521"/>
                  <a:gd name="connsiteY13" fmla="*/ 2995 h 10612"/>
                  <a:gd name="connsiteX14" fmla="*/ 127854 w 195521"/>
                  <a:gd name="connsiteY14" fmla="*/ 6989 h 10612"/>
                  <a:gd name="connsiteX15" fmla="*/ 126432 w 195521"/>
                  <a:gd name="connsiteY15" fmla="*/ 7251 h 10612"/>
                  <a:gd name="connsiteX16" fmla="*/ 84004 w 195521"/>
                  <a:gd name="connsiteY16" fmla="*/ 7993 h 10612"/>
                  <a:gd name="connsiteX17" fmla="*/ 2765 w 195521"/>
                  <a:gd name="connsiteY17" fmla="*/ 10612 h 10612"/>
                  <a:gd name="connsiteX18" fmla="*/ 2602 w 195521"/>
                  <a:gd name="connsiteY18" fmla="*/ 10612 h 1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5521" h="10612">
                    <a:moveTo>
                      <a:pt x="2562" y="10612"/>
                    </a:moveTo>
                    <a:cubicBezTo>
                      <a:pt x="1221" y="10612"/>
                      <a:pt x="83" y="10023"/>
                      <a:pt x="1" y="9281"/>
                    </a:cubicBezTo>
                    <a:cubicBezTo>
                      <a:pt x="-40" y="8473"/>
                      <a:pt x="976" y="7840"/>
                      <a:pt x="2439" y="7775"/>
                    </a:cubicBezTo>
                    <a:lnTo>
                      <a:pt x="83801" y="5177"/>
                    </a:lnTo>
                    <a:lnTo>
                      <a:pt x="125457" y="4435"/>
                    </a:lnTo>
                    <a:lnTo>
                      <a:pt x="135820" y="288"/>
                    </a:lnTo>
                    <a:cubicBezTo>
                      <a:pt x="136511" y="26"/>
                      <a:pt x="137365" y="-83"/>
                      <a:pt x="138137" y="70"/>
                    </a:cubicBezTo>
                    <a:lnTo>
                      <a:pt x="158863" y="3911"/>
                    </a:lnTo>
                    <a:lnTo>
                      <a:pt x="192878" y="3278"/>
                    </a:lnTo>
                    <a:cubicBezTo>
                      <a:pt x="194179" y="3278"/>
                      <a:pt x="195439" y="3911"/>
                      <a:pt x="195520" y="4653"/>
                    </a:cubicBezTo>
                    <a:cubicBezTo>
                      <a:pt x="195561" y="5461"/>
                      <a:pt x="194423" y="6094"/>
                      <a:pt x="193041" y="6094"/>
                    </a:cubicBezTo>
                    <a:lnTo>
                      <a:pt x="158579" y="6727"/>
                    </a:lnTo>
                    <a:cubicBezTo>
                      <a:pt x="158253" y="6683"/>
                      <a:pt x="158010" y="6683"/>
                      <a:pt x="157685" y="6618"/>
                    </a:cubicBezTo>
                    <a:lnTo>
                      <a:pt x="137812" y="2995"/>
                    </a:lnTo>
                    <a:lnTo>
                      <a:pt x="127854" y="6989"/>
                    </a:lnTo>
                    <a:cubicBezTo>
                      <a:pt x="127407" y="7142"/>
                      <a:pt x="126920" y="7251"/>
                      <a:pt x="126432" y="7251"/>
                    </a:cubicBezTo>
                    <a:lnTo>
                      <a:pt x="84004" y="7993"/>
                    </a:lnTo>
                    <a:lnTo>
                      <a:pt x="2765" y="10612"/>
                    </a:lnTo>
                    <a:lnTo>
                      <a:pt x="2602" y="1061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 name="Freeform: Shape 84">
                <a:extLst>
                  <a:ext uri="{FF2B5EF4-FFF2-40B4-BE49-F238E27FC236}">
                    <a16:creationId xmlns:a16="http://schemas.microsoft.com/office/drawing/2014/main" id="{467D3E2E-64E3-4D3D-9118-1C531238E012}"/>
                  </a:ext>
                </a:extLst>
              </p:cNvPr>
              <p:cNvSpPr/>
              <p:nvPr/>
            </p:nvSpPr>
            <p:spPr>
              <a:xfrm>
                <a:off x="8593612" y="6270360"/>
                <a:ext cx="3598387" cy="9647"/>
              </a:xfrm>
              <a:custGeom>
                <a:avLst/>
                <a:gdLst>
                  <a:gd name="connsiteX0" fmla="*/ 3598387 w 3598387"/>
                  <a:gd name="connsiteY0" fmla="*/ 6875 h 9647"/>
                  <a:gd name="connsiteX1" fmla="*/ 2478 w 3598387"/>
                  <a:gd name="connsiteY1" fmla="*/ 0 h 9647"/>
                  <a:gd name="connsiteX2" fmla="*/ 2478 w 3598387"/>
                  <a:gd name="connsiteY2" fmla="*/ 0 h 9647"/>
                  <a:gd name="connsiteX3" fmla="*/ 0 w 3598387"/>
                  <a:gd name="connsiteY3" fmla="*/ 1397 h 9647"/>
                  <a:gd name="connsiteX4" fmla="*/ 2478 w 3598387"/>
                  <a:gd name="connsiteY4" fmla="*/ 2837 h 9647"/>
                  <a:gd name="connsiteX5" fmla="*/ 3598387 w 3598387"/>
                  <a:gd name="connsiteY5" fmla="*/ 9647 h 9647"/>
                  <a:gd name="connsiteX6" fmla="*/ 3598387 w 3598387"/>
                  <a:gd name="connsiteY6" fmla="*/ 6875 h 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98387" h="9647">
                    <a:moveTo>
                      <a:pt x="3598387" y="6875"/>
                    </a:moveTo>
                    <a:lnTo>
                      <a:pt x="2478" y="0"/>
                    </a:lnTo>
                    <a:lnTo>
                      <a:pt x="2478" y="0"/>
                    </a:lnTo>
                    <a:cubicBezTo>
                      <a:pt x="1097" y="0"/>
                      <a:pt x="0" y="633"/>
                      <a:pt x="0" y="1397"/>
                    </a:cubicBezTo>
                    <a:cubicBezTo>
                      <a:pt x="0" y="2183"/>
                      <a:pt x="1097" y="2837"/>
                      <a:pt x="2478" y="2837"/>
                    </a:cubicBezTo>
                    <a:lnTo>
                      <a:pt x="3598387" y="9647"/>
                    </a:lnTo>
                    <a:lnTo>
                      <a:pt x="3598387" y="68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 name="Freeform: Shape 85">
                <a:extLst>
                  <a:ext uri="{FF2B5EF4-FFF2-40B4-BE49-F238E27FC236}">
                    <a16:creationId xmlns:a16="http://schemas.microsoft.com/office/drawing/2014/main" id="{C86467E3-1CD5-4151-9ACC-4CDB46150C17}"/>
                  </a:ext>
                </a:extLst>
              </p:cNvPr>
              <p:cNvSpPr/>
              <p:nvPr/>
            </p:nvSpPr>
            <p:spPr>
              <a:xfrm>
                <a:off x="8575893" y="6262218"/>
                <a:ext cx="3616106" cy="9647"/>
              </a:xfrm>
              <a:custGeom>
                <a:avLst/>
                <a:gdLst>
                  <a:gd name="connsiteX0" fmla="*/ 3616107 w 3616106"/>
                  <a:gd name="connsiteY0" fmla="*/ 6810 h 9647"/>
                  <a:gd name="connsiteX1" fmla="*/ 2561 w 3616106"/>
                  <a:gd name="connsiteY1" fmla="*/ 0 h 9647"/>
                  <a:gd name="connsiteX2" fmla="*/ 2561 w 3616106"/>
                  <a:gd name="connsiteY2" fmla="*/ 0 h 9647"/>
                  <a:gd name="connsiteX3" fmla="*/ 0 w 3616106"/>
                  <a:gd name="connsiteY3" fmla="*/ 1397 h 9647"/>
                  <a:gd name="connsiteX4" fmla="*/ 2561 w 3616106"/>
                  <a:gd name="connsiteY4" fmla="*/ 2837 h 9647"/>
                  <a:gd name="connsiteX5" fmla="*/ 3616107 w 3616106"/>
                  <a:gd name="connsiteY5" fmla="*/ 9647 h 9647"/>
                  <a:gd name="connsiteX6" fmla="*/ 3616107 w 3616106"/>
                  <a:gd name="connsiteY6" fmla="*/ 6832 h 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6106" h="9647">
                    <a:moveTo>
                      <a:pt x="3616107" y="6810"/>
                    </a:moveTo>
                    <a:lnTo>
                      <a:pt x="2561" y="0"/>
                    </a:lnTo>
                    <a:lnTo>
                      <a:pt x="2561" y="0"/>
                    </a:lnTo>
                    <a:cubicBezTo>
                      <a:pt x="1179" y="0"/>
                      <a:pt x="0" y="633"/>
                      <a:pt x="0" y="1397"/>
                    </a:cubicBezTo>
                    <a:cubicBezTo>
                      <a:pt x="0" y="2183"/>
                      <a:pt x="1179" y="2837"/>
                      <a:pt x="2561" y="2837"/>
                    </a:cubicBezTo>
                    <a:lnTo>
                      <a:pt x="3616107" y="9647"/>
                    </a:lnTo>
                    <a:lnTo>
                      <a:pt x="3616107" y="68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 name="Freeform: Shape 86">
                <a:extLst>
                  <a:ext uri="{FF2B5EF4-FFF2-40B4-BE49-F238E27FC236}">
                    <a16:creationId xmlns:a16="http://schemas.microsoft.com/office/drawing/2014/main" id="{56005D15-5F39-4F7B-B060-45EFD76F0CA8}"/>
                  </a:ext>
                </a:extLst>
              </p:cNvPr>
              <p:cNvSpPr/>
              <p:nvPr/>
            </p:nvSpPr>
            <p:spPr>
              <a:xfrm>
                <a:off x="121" y="6053120"/>
                <a:ext cx="4984659" cy="430292"/>
              </a:xfrm>
              <a:custGeom>
                <a:avLst/>
                <a:gdLst>
                  <a:gd name="connsiteX0" fmla="*/ 4982098 w 4984659"/>
                  <a:gd name="connsiteY0" fmla="*/ 18814 h 430292"/>
                  <a:gd name="connsiteX1" fmla="*/ 4971004 w 4984659"/>
                  <a:gd name="connsiteY1" fmla="*/ 18967 h 430292"/>
                  <a:gd name="connsiteX2" fmla="*/ 4928250 w 4984659"/>
                  <a:gd name="connsiteY2" fmla="*/ 11503 h 430292"/>
                  <a:gd name="connsiteX3" fmla="*/ 4926178 w 4984659"/>
                  <a:gd name="connsiteY3" fmla="*/ 11655 h 430292"/>
                  <a:gd name="connsiteX4" fmla="*/ 4914270 w 4984659"/>
                  <a:gd name="connsiteY4" fmla="*/ 15693 h 430292"/>
                  <a:gd name="connsiteX5" fmla="*/ 4790156 w 4984659"/>
                  <a:gd name="connsiteY5" fmla="*/ 14842 h 430292"/>
                  <a:gd name="connsiteX6" fmla="*/ 4788002 w 4984659"/>
                  <a:gd name="connsiteY6" fmla="*/ 15475 h 430292"/>
                  <a:gd name="connsiteX7" fmla="*/ 4778777 w 4984659"/>
                  <a:gd name="connsiteY7" fmla="*/ 23529 h 430292"/>
                  <a:gd name="connsiteX8" fmla="*/ 4743013 w 4984659"/>
                  <a:gd name="connsiteY8" fmla="*/ 24708 h 430292"/>
                  <a:gd name="connsiteX9" fmla="*/ 4694449 w 4984659"/>
                  <a:gd name="connsiteY9" fmla="*/ 25188 h 430292"/>
                  <a:gd name="connsiteX10" fmla="*/ 4649257 w 4984659"/>
                  <a:gd name="connsiteY10" fmla="*/ 23813 h 430292"/>
                  <a:gd name="connsiteX11" fmla="*/ 4527865 w 4984659"/>
                  <a:gd name="connsiteY11" fmla="*/ 12987 h 430292"/>
                  <a:gd name="connsiteX12" fmla="*/ 4401759 w 4984659"/>
                  <a:gd name="connsiteY12" fmla="*/ 4256 h 430292"/>
                  <a:gd name="connsiteX13" fmla="*/ 4322471 w 4984659"/>
                  <a:gd name="connsiteY13" fmla="*/ 0 h 430292"/>
                  <a:gd name="connsiteX14" fmla="*/ 4320926 w 4984659"/>
                  <a:gd name="connsiteY14" fmla="*/ 218 h 430292"/>
                  <a:gd name="connsiteX15" fmla="*/ 4320195 w 4984659"/>
                  <a:gd name="connsiteY15" fmla="*/ 436 h 430292"/>
                  <a:gd name="connsiteX16" fmla="*/ 4319423 w 4984659"/>
                  <a:gd name="connsiteY16" fmla="*/ 808 h 430292"/>
                  <a:gd name="connsiteX17" fmla="*/ 4303898 w 4984659"/>
                  <a:gd name="connsiteY17" fmla="*/ 12419 h 430292"/>
                  <a:gd name="connsiteX18" fmla="*/ 4290202 w 4984659"/>
                  <a:gd name="connsiteY18" fmla="*/ 17374 h 430292"/>
                  <a:gd name="connsiteX19" fmla="*/ 4272605 w 4984659"/>
                  <a:gd name="connsiteY19" fmla="*/ 20997 h 430292"/>
                  <a:gd name="connsiteX20" fmla="*/ 4243060 w 4984659"/>
                  <a:gd name="connsiteY20" fmla="*/ 19076 h 430292"/>
                  <a:gd name="connsiteX21" fmla="*/ 4172712 w 4984659"/>
                  <a:gd name="connsiteY21" fmla="*/ 19447 h 430292"/>
                  <a:gd name="connsiteX22" fmla="*/ 4126667 w 4984659"/>
                  <a:gd name="connsiteY22" fmla="*/ 20517 h 430292"/>
                  <a:gd name="connsiteX23" fmla="*/ 4112849 w 4984659"/>
                  <a:gd name="connsiteY23" fmla="*/ 21434 h 430292"/>
                  <a:gd name="connsiteX24" fmla="*/ 4000195 w 4984659"/>
                  <a:gd name="connsiteY24" fmla="*/ 23682 h 430292"/>
                  <a:gd name="connsiteX25" fmla="*/ 3986500 w 4984659"/>
                  <a:gd name="connsiteY25" fmla="*/ 24795 h 430292"/>
                  <a:gd name="connsiteX26" fmla="*/ 3860475 w 4984659"/>
                  <a:gd name="connsiteY26" fmla="*/ 25122 h 430292"/>
                  <a:gd name="connsiteX27" fmla="*/ 3858687 w 4984659"/>
                  <a:gd name="connsiteY27" fmla="*/ 25537 h 430292"/>
                  <a:gd name="connsiteX28" fmla="*/ 3840196 w 4984659"/>
                  <a:gd name="connsiteY28" fmla="*/ 36036 h 430292"/>
                  <a:gd name="connsiteX29" fmla="*/ 3821461 w 4984659"/>
                  <a:gd name="connsiteY29" fmla="*/ 53235 h 430292"/>
                  <a:gd name="connsiteX30" fmla="*/ 3802075 w 4984659"/>
                  <a:gd name="connsiteY30" fmla="*/ 64170 h 430292"/>
                  <a:gd name="connsiteX31" fmla="*/ 3672637 w 4984659"/>
                  <a:gd name="connsiteY31" fmla="*/ 62948 h 430292"/>
                  <a:gd name="connsiteX32" fmla="*/ 3542183 w 4984659"/>
                  <a:gd name="connsiteY32" fmla="*/ 63864 h 430292"/>
                  <a:gd name="connsiteX33" fmla="*/ 3411850 w 4984659"/>
                  <a:gd name="connsiteY33" fmla="*/ 65632 h 430292"/>
                  <a:gd name="connsiteX34" fmla="*/ 3410103 w 4984659"/>
                  <a:gd name="connsiteY34" fmla="*/ 66047 h 430292"/>
                  <a:gd name="connsiteX35" fmla="*/ 3386247 w 4984659"/>
                  <a:gd name="connsiteY35" fmla="*/ 79318 h 430292"/>
                  <a:gd name="connsiteX36" fmla="*/ 3255752 w 4984659"/>
                  <a:gd name="connsiteY36" fmla="*/ 82570 h 430292"/>
                  <a:gd name="connsiteX37" fmla="*/ 3254451 w 4984659"/>
                  <a:gd name="connsiteY37" fmla="*/ 82832 h 430292"/>
                  <a:gd name="connsiteX38" fmla="*/ 3228970 w 4984659"/>
                  <a:gd name="connsiteY38" fmla="*/ 92523 h 430292"/>
                  <a:gd name="connsiteX39" fmla="*/ 3097053 w 4984659"/>
                  <a:gd name="connsiteY39" fmla="*/ 99835 h 430292"/>
                  <a:gd name="connsiteX40" fmla="*/ 3095712 w 4984659"/>
                  <a:gd name="connsiteY40" fmla="*/ 100162 h 430292"/>
                  <a:gd name="connsiteX41" fmla="*/ 3068320 w 4984659"/>
                  <a:gd name="connsiteY41" fmla="*/ 111883 h 430292"/>
                  <a:gd name="connsiteX42" fmla="*/ 3040238 w 4984659"/>
                  <a:gd name="connsiteY42" fmla="*/ 121312 h 430292"/>
                  <a:gd name="connsiteX43" fmla="*/ 3039303 w 4984659"/>
                  <a:gd name="connsiteY43" fmla="*/ 121836 h 430292"/>
                  <a:gd name="connsiteX44" fmla="*/ 3010449 w 4984659"/>
                  <a:gd name="connsiteY44" fmla="*/ 151673 h 430292"/>
                  <a:gd name="connsiteX45" fmla="*/ 2981107 w 4984659"/>
                  <a:gd name="connsiteY45" fmla="*/ 182906 h 430292"/>
                  <a:gd name="connsiteX46" fmla="*/ 2951196 w 4984659"/>
                  <a:gd name="connsiteY46" fmla="*/ 208749 h 430292"/>
                  <a:gd name="connsiteX47" fmla="*/ 2920919 w 4984659"/>
                  <a:gd name="connsiteY47" fmla="*/ 235770 h 430292"/>
                  <a:gd name="connsiteX48" fmla="*/ 2890805 w 4984659"/>
                  <a:gd name="connsiteY48" fmla="*/ 257509 h 430292"/>
                  <a:gd name="connsiteX49" fmla="*/ 2610429 w 4984659"/>
                  <a:gd name="connsiteY49" fmla="*/ 258252 h 430292"/>
                  <a:gd name="connsiteX50" fmla="*/ 2469612 w 4984659"/>
                  <a:gd name="connsiteY50" fmla="*/ 259256 h 430292"/>
                  <a:gd name="connsiteX51" fmla="*/ 2328916 w 4984659"/>
                  <a:gd name="connsiteY51" fmla="*/ 263577 h 430292"/>
                  <a:gd name="connsiteX52" fmla="*/ 2327087 w 4984659"/>
                  <a:gd name="connsiteY52" fmla="*/ 264123 h 430292"/>
                  <a:gd name="connsiteX53" fmla="*/ 2291121 w 4984659"/>
                  <a:gd name="connsiteY53" fmla="*/ 289442 h 430292"/>
                  <a:gd name="connsiteX54" fmla="*/ 2150547 w 4984659"/>
                  <a:gd name="connsiteY54" fmla="*/ 292650 h 430292"/>
                  <a:gd name="connsiteX55" fmla="*/ 1867042 w 4984659"/>
                  <a:gd name="connsiteY55" fmla="*/ 291210 h 430292"/>
                  <a:gd name="connsiteX56" fmla="*/ 1725412 w 4984659"/>
                  <a:gd name="connsiteY56" fmla="*/ 293654 h 430292"/>
                  <a:gd name="connsiteX57" fmla="*/ 1723624 w 4984659"/>
                  <a:gd name="connsiteY57" fmla="*/ 294069 h 430292"/>
                  <a:gd name="connsiteX58" fmla="*/ 1681196 w 4984659"/>
                  <a:gd name="connsiteY58" fmla="*/ 318471 h 430292"/>
                  <a:gd name="connsiteX59" fmla="*/ 1638036 w 4984659"/>
                  <a:gd name="connsiteY59" fmla="*/ 340057 h 430292"/>
                  <a:gd name="connsiteX60" fmla="*/ 1594510 w 4984659"/>
                  <a:gd name="connsiteY60" fmla="*/ 359178 h 430292"/>
                  <a:gd name="connsiteX61" fmla="*/ 1449548 w 4984659"/>
                  <a:gd name="connsiteY61" fmla="*/ 369611 h 430292"/>
                  <a:gd name="connsiteX62" fmla="*/ 1304056 w 4984659"/>
                  <a:gd name="connsiteY62" fmla="*/ 375482 h 430292"/>
                  <a:gd name="connsiteX63" fmla="*/ 1158606 w 4984659"/>
                  <a:gd name="connsiteY63" fmla="*/ 378254 h 430292"/>
                  <a:gd name="connsiteX64" fmla="*/ 1013237 w 4984659"/>
                  <a:gd name="connsiteY64" fmla="*/ 382030 h 430292"/>
                  <a:gd name="connsiteX65" fmla="*/ 867989 w 4984659"/>
                  <a:gd name="connsiteY65" fmla="*/ 382990 h 430292"/>
                  <a:gd name="connsiteX66" fmla="*/ 866770 w 4984659"/>
                  <a:gd name="connsiteY66" fmla="*/ 383143 h 430292"/>
                  <a:gd name="connsiteX67" fmla="*/ 815685 w 4984659"/>
                  <a:gd name="connsiteY67" fmla="*/ 398771 h 430292"/>
                  <a:gd name="connsiteX68" fmla="*/ 669788 w 4984659"/>
                  <a:gd name="connsiteY68" fmla="*/ 400211 h 430292"/>
                  <a:gd name="connsiteX69" fmla="*/ 530840 w 4984659"/>
                  <a:gd name="connsiteY69" fmla="*/ 400211 h 430292"/>
                  <a:gd name="connsiteX70" fmla="*/ 526288 w 4984659"/>
                  <a:gd name="connsiteY70" fmla="*/ 400473 h 430292"/>
                  <a:gd name="connsiteX71" fmla="*/ 376936 w 4984659"/>
                  <a:gd name="connsiteY71" fmla="*/ 401499 h 430292"/>
                  <a:gd name="connsiteX72" fmla="*/ 376001 w 4984659"/>
                  <a:gd name="connsiteY72" fmla="*/ 401608 h 430292"/>
                  <a:gd name="connsiteX73" fmla="*/ 319227 w 4984659"/>
                  <a:gd name="connsiteY73" fmla="*/ 414661 h 430292"/>
                  <a:gd name="connsiteX74" fmla="*/ 261884 w 4984659"/>
                  <a:gd name="connsiteY74" fmla="*/ 427451 h 430292"/>
                  <a:gd name="connsiteX75" fmla="*/ 113467 w 4984659"/>
                  <a:gd name="connsiteY75" fmla="*/ 425487 h 430292"/>
                  <a:gd name="connsiteX76" fmla="*/ 0 w 4984659"/>
                  <a:gd name="connsiteY76" fmla="*/ 422191 h 430292"/>
                  <a:gd name="connsiteX77" fmla="*/ 0 w 4984659"/>
                  <a:gd name="connsiteY77" fmla="*/ 425006 h 430292"/>
                  <a:gd name="connsiteX78" fmla="*/ 113264 w 4984659"/>
                  <a:gd name="connsiteY78" fmla="*/ 428302 h 430292"/>
                  <a:gd name="connsiteX79" fmla="*/ 262331 w 4984659"/>
                  <a:gd name="connsiteY79" fmla="*/ 430267 h 430292"/>
                  <a:gd name="connsiteX80" fmla="*/ 263307 w 4984659"/>
                  <a:gd name="connsiteY80" fmla="*/ 430157 h 430292"/>
                  <a:gd name="connsiteX81" fmla="*/ 321137 w 4984659"/>
                  <a:gd name="connsiteY81" fmla="*/ 417258 h 430292"/>
                  <a:gd name="connsiteX82" fmla="*/ 377424 w 4984659"/>
                  <a:gd name="connsiteY82" fmla="*/ 404315 h 430292"/>
                  <a:gd name="connsiteX83" fmla="*/ 526491 w 4984659"/>
                  <a:gd name="connsiteY83" fmla="*/ 403245 h 430292"/>
                  <a:gd name="connsiteX84" fmla="*/ 531246 w 4984659"/>
                  <a:gd name="connsiteY84" fmla="*/ 403027 h 430292"/>
                  <a:gd name="connsiteX85" fmla="*/ 531612 w 4984659"/>
                  <a:gd name="connsiteY85" fmla="*/ 402962 h 430292"/>
                  <a:gd name="connsiteX86" fmla="*/ 669829 w 4984659"/>
                  <a:gd name="connsiteY86" fmla="*/ 403027 h 430292"/>
                  <a:gd name="connsiteX87" fmla="*/ 816376 w 4984659"/>
                  <a:gd name="connsiteY87" fmla="*/ 401543 h 430292"/>
                  <a:gd name="connsiteX88" fmla="*/ 817596 w 4984659"/>
                  <a:gd name="connsiteY88" fmla="*/ 401390 h 430292"/>
                  <a:gd name="connsiteX89" fmla="*/ 868680 w 4984659"/>
                  <a:gd name="connsiteY89" fmla="*/ 385828 h 430292"/>
                  <a:gd name="connsiteX90" fmla="*/ 1013399 w 4984659"/>
                  <a:gd name="connsiteY90" fmla="*/ 384867 h 430292"/>
                  <a:gd name="connsiteX91" fmla="*/ 1158809 w 4984659"/>
                  <a:gd name="connsiteY91" fmla="*/ 381091 h 430292"/>
                  <a:gd name="connsiteX92" fmla="*/ 1304381 w 4984659"/>
                  <a:gd name="connsiteY92" fmla="*/ 378276 h 430292"/>
                  <a:gd name="connsiteX93" fmla="*/ 1450076 w 4984659"/>
                  <a:gd name="connsiteY93" fmla="*/ 372404 h 430292"/>
                  <a:gd name="connsiteX94" fmla="*/ 1595892 w 4984659"/>
                  <a:gd name="connsiteY94" fmla="*/ 361906 h 430292"/>
                  <a:gd name="connsiteX95" fmla="*/ 1597152 w 4984659"/>
                  <a:gd name="connsiteY95" fmla="*/ 361644 h 430292"/>
                  <a:gd name="connsiteX96" fmla="*/ 1641368 w 4984659"/>
                  <a:gd name="connsiteY96" fmla="*/ 342196 h 430292"/>
                  <a:gd name="connsiteX97" fmla="*/ 1684772 w 4984659"/>
                  <a:gd name="connsiteY97" fmla="*/ 320501 h 430292"/>
                  <a:gd name="connsiteX98" fmla="*/ 1726631 w 4984659"/>
                  <a:gd name="connsiteY98" fmla="*/ 296470 h 430292"/>
                  <a:gd name="connsiteX99" fmla="*/ 1867164 w 4984659"/>
                  <a:gd name="connsiteY99" fmla="*/ 294025 h 430292"/>
                  <a:gd name="connsiteX100" fmla="*/ 2150710 w 4984659"/>
                  <a:gd name="connsiteY100" fmla="*/ 295466 h 430292"/>
                  <a:gd name="connsiteX101" fmla="*/ 2292584 w 4984659"/>
                  <a:gd name="connsiteY101" fmla="*/ 292214 h 430292"/>
                  <a:gd name="connsiteX102" fmla="*/ 2294453 w 4984659"/>
                  <a:gd name="connsiteY102" fmla="*/ 291690 h 430292"/>
                  <a:gd name="connsiteX103" fmla="*/ 2330420 w 4984659"/>
                  <a:gd name="connsiteY103" fmla="*/ 266371 h 430292"/>
                  <a:gd name="connsiteX104" fmla="*/ 2469856 w 4984659"/>
                  <a:gd name="connsiteY104" fmla="*/ 262115 h 430292"/>
                  <a:gd name="connsiteX105" fmla="*/ 2610511 w 4984659"/>
                  <a:gd name="connsiteY105" fmla="*/ 261089 h 430292"/>
                  <a:gd name="connsiteX106" fmla="*/ 2892105 w 4984659"/>
                  <a:gd name="connsiteY106" fmla="*/ 260281 h 430292"/>
                  <a:gd name="connsiteX107" fmla="*/ 2894137 w 4984659"/>
                  <a:gd name="connsiteY107" fmla="*/ 259758 h 430292"/>
                  <a:gd name="connsiteX108" fmla="*/ 2925145 w 4984659"/>
                  <a:gd name="connsiteY108" fmla="*/ 237385 h 430292"/>
                  <a:gd name="connsiteX109" fmla="*/ 2955544 w 4984659"/>
                  <a:gd name="connsiteY109" fmla="*/ 210321 h 430292"/>
                  <a:gd name="connsiteX110" fmla="*/ 2985536 w 4984659"/>
                  <a:gd name="connsiteY110" fmla="*/ 184369 h 430292"/>
                  <a:gd name="connsiteX111" fmla="*/ 3014960 w 4984659"/>
                  <a:gd name="connsiteY111" fmla="*/ 153048 h 430292"/>
                  <a:gd name="connsiteX112" fmla="*/ 3043530 w 4984659"/>
                  <a:gd name="connsiteY112" fmla="*/ 123516 h 430292"/>
                  <a:gd name="connsiteX113" fmla="*/ 3071246 w 4984659"/>
                  <a:gd name="connsiteY113" fmla="*/ 114240 h 430292"/>
                  <a:gd name="connsiteX114" fmla="*/ 3098312 w 4984659"/>
                  <a:gd name="connsiteY114" fmla="*/ 102628 h 430292"/>
                  <a:gd name="connsiteX115" fmla="*/ 3230149 w 4984659"/>
                  <a:gd name="connsiteY115" fmla="*/ 95338 h 430292"/>
                  <a:gd name="connsiteX116" fmla="*/ 3231327 w 4984659"/>
                  <a:gd name="connsiteY116" fmla="*/ 95076 h 430292"/>
                  <a:gd name="connsiteX117" fmla="*/ 3256768 w 4984659"/>
                  <a:gd name="connsiteY117" fmla="*/ 85429 h 430292"/>
                  <a:gd name="connsiteX118" fmla="*/ 3387425 w 4984659"/>
                  <a:gd name="connsiteY118" fmla="*/ 82133 h 430292"/>
                  <a:gd name="connsiteX119" fmla="*/ 3389092 w 4984659"/>
                  <a:gd name="connsiteY119" fmla="*/ 81719 h 430292"/>
                  <a:gd name="connsiteX120" fmla="*/ 3412947 w 4984659"/>
                  <a:gd name="connsiteY120" fmla="*/ 68492 h 430292"/>
                  <a:gd name="connsiteX121" fmla="*/ 3542223 w 4984659"/>
                  <a:gd name="connsiteY121" fmla="*/ 66724 h 430292"/>
                  <a:gd name="connsiteX122" fmla="*/ 3672596 w 4984659"/>
                  <a:gd name="connsiteY122" fmla="*/ 65807 h 430292"/>
                  <a:gd name="connsiteX123" fmla="*/ 3803010 w 4984659"/>
                  <a:gd name="connsiteY123" fmla="*/ 67029 h 430292"/>
                  <a:gd name="connsiteX124" fmla="*/ 3804920 w 4984659"/>
                  <a:gd name="connsiteY124" fmla="*/ 66615 h 430292"/>
                  <a:gd name="connsiteX125" fmla="*/ 3825403 w 4984659"/>
                  <a:gd name="connsiteY125" fmla="*/ 55047 h 430292"/>
                  <a:gd name="connsiteX126" fmla="*/ 3844178 w 4984659"/>
                  <a:gd name="connsiteY126" fmla="*/ 37782 h 430292"/>
                  <a:gd name="connsiteX127" fmla="*/ 3861532 w 4984659"/>
                  <a:gd name="connsiteY127" fmla="*/ 27982 h 430292"/>
                  <a:gd name="connsiteX128" fmla="*/ 3986865 w 4984659"/>
                  <a:gd name="connsiteY128" fmla="*/ 27654 h 430292"/>
                  <a:gd name="connsiteX129" fmla="*/ 4000602 w 4984659"/>
                  <a:gd name="connsiteY129" fmla="*/ 26476 h 430292"/>
                  <a:gd name="connsiteX130" fmla="*/ 4105209 w 4984659"/>
                  <a:gd name="connsiteY130" fmla="*/ 24446 h 430292"/>
                  <a:gd name="connsiteX131" fmla="*/ 4113175 w 4984659"/>
                  <a:gd name="connsiteY131" fmla="*/ 24227 h 430292"/>
                  <a:gd name="connsiteX132" fmla="*/ 4126992 w 4984659"/>
                  <a:gd name="connsiteY132" fmla="*/ 23376 h 430292"/>
                  <a:gd name="connsiteX133" fmla="*/ 4172794 w 4984659"/>
                  <a:gd name="connsiteY133" fmla="*/ 22307 h 430292"/>
                  <a:gd name="connsiteX134" fmla="*/ 4242694 w 4984659"/>
                  <a:gd name="connsiteY134" fmla="*/ 21936 h 430292"/>
                  <a:gd name="connsiteX135" fmla="*/ 4272605 w 4984659"/>
                  <a:gd name="connsiteY135" fmla="*/ 23856 h 430292"/>
                  <a:gd name="connsiteX136" fmla="*/ 4274190 w 4984659"/>
                  <a:gd name="connsiteY136" fmla="*/ 23704 h 430292"/>
                  <a:gd name="connsiteX137" fmla="*/ 4289024 w 4984659"/>
                  <a:gd name="connsiteY137" fmla="*/ 20670 h 430292"/>
                  <a:gd name="connsiteX138" fmla="*/ 4290081 w 4984659"/>
                  <a:gd name="connsiteY138" fmla="*/ 20561 h 430292"/>
                  <a:gd name="connsiteX139" fmla="*/ 4290771 w 4984659"/>
                  <a:gd name="connsiteY139" fmla="*/ 20408 h 430292"/>
                  <a:gd name="connsiteX140" fmla="*/ 4307027 w 4984659"/>
                  <a:gd name="connsiteY140" fmla="*/ 14711 h 430292"/>
                  <a:gd name="connsiteX141" fmla="*/ 4307678 w 4984659"/>
                  <a:gd name="connsiteY141" fmla="*/ 14384 h 430292"/>
                  <a:gd name="connsiteX142" fmla="*/ 4322958 w 4984659"/>
                  <a:gd name="connsiteY142" fmla="*/ 2925 h 430292"/>
                  <a:gd name="connsiteX143" fmla="*/ 4401150 w 4984659"/>
                  <a:gd name="connsiteY143" fmla="*/ 7072 h 430292"/>
                  <a:gd name="connsiteX144" fmla="*/ 4527052 w 4984659"/>
                  <a:gd name="connsiteY144" fmla="*/ 15802 h 430292"/>
                  <a:gd name="connsiteX145" fmla="*/ 4648647 w 4984659"/>
                  <a:gd name="connsiteY145" fmla="*/ 26628 h 430292"/>
                  <a:gd name="connsiteX146" fmla="*/ 4694286 w 4984659"/>
                  <a:gd name="connsiteY146" fmla="*/ 28069 h 430292"/>
                  <a:gd name="connsiteX147" fmla="*/ 4740209 w 4984659"/>
                  <a:gd name="connsiteY147" fmla="*/ 27654 h 430292"/>
                  <a:gd name="connsiteX148" fmla="*/ 4780362 w 4984659"/>
                  <a:gd name="connsiteY148" fmla="*/ 26388 h 430292"/>
                  <a:gd name="connsiteX149" fmla="*/ 4782353 w 4984659"/>
                  <a:gd name="connsiteY149" fmla="*/ 25755 h 430292"/>
                  <a:gd name="connsiteX150" fmla="*/ 4791456 w 4984659"/>
                  <a:gd name="connsiteY150" fmla="*/ 17767 h 430292"/>
                  <a:gd name="connsiteX151" fmla="*/ 4914921 w 4984659"/>
                  <a:gd name="connsiteY151" fmla="*/ 18618 h 430292"/>
                  <a:gd name="connsiteX152" fmla="*/ 4914961 w 4984659"/>
                  <a:gd name="connsiteY152" fmla="*/ 18618 h 430292"/>
                  <a:gd name="connsiteX153" fmla="*/ 4916221 w 4984659"/>
                  <a:gd name="connsiteY153" fmla="*/ 18400 h 430292"/>
                  <a:gd name="connsiteX154" fmla="*/ 4927722 w 4984659"/>
                  <a:gd name="connsiteY154" fmla="*/ 14449 h 430292"/>
                  <a:gd name="connsiteX155" fmla="*/ 4969785 w 4984659"/>
                  <a:gd name="connsiteY155" fmla="*/ 21805 h 430292"/>
                  <a:gd name="connsiteX156" fmla="*/ 4970638 w 4984659"/>
                  <a:gd name="connsiteY156" fmla="*/ 21870 h 430292"/>
                  <a:gd name="connsiteX157" fmla="*/ 4982180 w 4984659"/>
                  <a:gd name="connsiteY157" fmla="*/ 21696 h 430292"/>
                  <a:gd name="connsiteX158" fmla="*/ 4984659 w 4984659"/>
                  <a:gd name="connsiteY158" fmla="*/ 20211 h 430292"/>
                  <a:gd name="connsiteX159" fmla="*/ 4982017 w 4984659"/>
                  <a:gd name="connsiteY159" fmla="*/ 18880 h 43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4984659" h="430292">
                    <a:moveTo>
                      <a:pt x="4982098" y="18814"/>
                    </a:moveTo>
                    <a:lnTo>
                      <a:pt x="4971004" y="18967"/>
                    </a:lnTo>
                    <a:lnTo>
                      <a:pt x="4928250" y="11503"/>
                    </a:lnTo>
                    <a:cubicBezTo>
                      <a:pt x="4927560" y="11393"/>
                      <a:pt x="4926787" y="11459"/>
                      <a:pt x="4926178" y="11655"/>
                    </a:cubicBezTo>
                    <a:lnTo>
                      <a:pt x="4914270" y="15693"/>
                    </a:lnTo>
                    <a:lnTo>
                      <a:pt x="4790156" y="14842"/>
                    </a:lnTo>
                    <a:cubicBezTo>
                      <a:pt x="4789424" y="14777"/>
                      <a:pt x="4788490" y="15060"/>
                      <a:pt x="4788002" y="15475"/>
                    </a:cubicBezTo>
                    <a:lnTo>
                      <a:pt x="4778777" y="23529"/>
                    </a:lnTo>
                    <a:lnTo>
                      <a:pt x="4743013" y="24708"/>
                    </a:lnTo>
                    <a:lnTo>
                      <a:pt x="4694449" y="25188"/>
                    </a:lnTo>
                    <a:lnTo>
                      <a:pt x="4649257" y="23813"/>
                    </a:lnTo>
                    <a:lnTo>
                      <a:pt x="4527865" y="12987"/>
                    </a:lnTo>
                    <a:lnTo>
                      <a:pt x="4401759" y="4256"/>
                    </a:lnTo>
                    <a:lnTo>
                      <a:pt x="4322471" y="0"/>
                    </a:lnTo>
                    <a:cubicBezTo>
                      <a:pt x="4321942" y="0"/>
                      <a:pt x="4321373" y="44"/>
                      <a:pt x="4320926" y="218"/>
                    </a:cubicBezTo>
                    <a:lnTo>
                      <a:pt x="4320195" y="436"/>
                    </a:lnTo>
                    <a:cubicBezTo>
                      <a:pt x="4319910" y="546"/>
                      <a:pt x="4319626" y="655"/>
                      <a:pt x="4319423" y="808"/>
                    </a:cubicBezTo>
                    <a:lnTo>
                      <a:pt x="4303898" y="12419"/>
                    </a:lnTo>
                    <a:lnTo>
                      <a:pt x="4290202" y="17374"/>
                    </a:lnTo>
                    <a:lnTo>
                      <a:pt x="4272605" y="20997"/>
                    </a:lnTo>
                    <a:lnTo>
                      <a:pt x="4243060" y="19076"/>
                    </a:lnTo>
                    <a:lnTo>
                      <a:pt x="4172712" y="19447"/>
                    </a:lnTo>
                    <a:lnTo>
                      <a:pt x="4126667" y="20517"/>
                    </a:lnTo>
                    <a:lnTo>
                      <a:pt x="4112849" y="21434"/>
                    </a:lnTo>
                    <a:lnTo>
                      <a:pt x="4000195" y="23682"/>
                    </a:lnTo>
                    <a:lnTo>
                      <a:pt x="3986500" y="24795"/>
                    </a:lnTo>
                    <a:lnTo>
                      <a:pt x="3860475" y="25122"/>
                    </a:lnTo>
                    <a:cubicBezTo>
                      <a:pt x="3859825" y="25166"/>
                      <a:pt x="3859175" y="25275"/>
                      <a:pt x="3858687" y="25537"/>
                    </a:cubicBezTo>
                    <a:lnTo>
                      <a:pt x="3840196" y="36036"/>
                    </a:lnTo>
                    <a:lnTo>
                      <a:pt x="3821461" y="53235"/>
                    </a:lnTo>
                    <a:lnTo>
                      <a:pt x="3802075" y="64170"/>
                    </a:lnTo>
                    <a:lnTo>
                      <a:pt x="3672637" y="62948"/>
                    </a:lnTo>
                    <a:lnTo>
                      <a:pt x="3542183" y="63864"/>
                    </a:lnTo>
                    <a:lnTo>
                      <a:pt x="3411850" y="65632"/>
                    </a:lnTo>
                    <a:cubicBezTo>
                      <a:pt x="3411159" y="65676"/>
                      <a:pt x="3410550" y="65785"/>
                      <a:pt x="3410103" y="66047"/>
                    </a:cubicBezTo>
                    <a:lnTo>
                      <a:pt x="3386247" y="79318"/>
                    </a:lnTo>
                    <a:lnTo>
                      <a:pt x="3255752" y="82570"/>
                    </a:lnTo>
                    <a:cubicBezTo>
                      <a:pt x="3255305" y="82570"/>
                      <a:pt x="3254817" y="82679"/>
                      <a:pt x="3254451" y="82832"/>
                    </a:cubicBezTo>
                    <a:lnTo>
                      <a:pt x="3228970" y="92523"/>
                    </a:lnTo>
                    <a:lnTo>
                      <a:pt x="3097053" y="99835"/>
                    </a:lnTo>
                    <a:cubicBezTo>
                      <a:pt x="3096565" y="99878"/>
                      <a:pt x="3096118" y="99944"/>
                      <a:pt x="3095712" y="100162"/>
                    </a:cubicBezTo>
                    <a:lnTo>
                      <a:pt x="3068320" y="111883"/>
                    </a:lnTo>
                    <a:lnTo>
                      <a:pt x="3040238" y="121312"/>
                    </a:lnTo>
                    <a:cubicBezTo>
                      <a:pt x="3039832" y="121421"/>
                      <a:pt x="3039547" y="121639"/>
                      <a:pt x="3039303" y="121836"/>
                    </a:cubicBezTo>
                    <a:lnTo>
                      <a:pt x="3010449" y="151673"/>
                    </a:lnTo>
                    <a:lnTo>
                      <a:pt x="2981107" y="182906"/>
                    </a:lnTo>
                    <a:lnTo>
                      <a:pt x="2951196" y="208749"/>
                    </a:lnTo>
                    <a:lnTo>
                      <a:pt x="2920919" y="235770"/>
                    </a:lnTo>
                    <a:lnTo>
                      <a:pt x="2890805" y="257509"/>
                    </a:lnTo>
                    <a:lnTo>
                      <a:pt x="2610429" y="258252"/>
                    </a:lnTo>
                    <a:lnTo>
                      <a:pt x="2469612" y="259256"/>
                    </a:lnTo>
                    <a:lnTo>
                      <a:pt x="2328916" y="263577"/>
                    </a:lnTo>
                    <a:cubicBezTo>
                      <a:pt x="2328225" y="263577"/>
                      <a:pt x="2327534" y="263796"/>
                      <a:pt x="2327087" y="264123"/>
                    </a:cubicBezTo>
                    <a:lnTo>
                      <a:pt x="2291121" y="289442"/>
                    </a:lnTo>
                    <a:lnTo>
                      <a:pt x="2150547" y="292650"/>
                    </a:lnTo>
                    <a:lnTo>
                      <a:pt x="1867042" y="291210"/>
                    </a:lnTo>
                    <a:lnTo>
                      <a:pt x="1725412" y="293654"/>
                    </a:lnTo>
                    <a:cubicBezTo>
                      <a:pt x="1724721" y="293720"/>
                      <a:pt x="1724111" y="293807"/>
                      <a:pt x="1723624" y="294069"/>
                    </a:cubicBezTo>
                    <a:lnTo>
                      <a:pt x="1681196" y="318471"/>
                    </a:lnTo>
                    <a:lnTo>
                      <a:pt x="1638036" y="340057"/>
                    </a:lnTo>
                    <a:lnTo>
                      <a:pt x="1594510" y="359178"/>
                    </a:lnTo>
                    <a:lnTo>
                      <a:pt x="1449548" y="369611"/>
                    </a:lnTo>
                    <a:lnTo>
                      <a:pt x="1304056" y="375482"/>
                    </a:lnTo>
                    <a:lnTo>
                      <a:pt x="1158606" y="378254"/>
                    </a:lnTo>
                    <a:lnTo>
                      <a:pt x="1013237" y="382030"/>
                    </a:lnTo>
                    <a:lnTo>
                      <a:pt x="867989" y="382990"/>
                    </a:lnTo>
                    <a:cubicBezTo>
                      <a:pt x="867583" y="382990"/>
                      <a:pt x="867136" y="383034"/>
                      <a:pt x="866770" y="383143"/>
                    </a:cubicBezTo>
                    <a:lnTo>
                      <a:pt x="815685" y="398771"/>
                    </a:lnTo>
                    <a:lnTo>
                      <a:pt x="669788" y="400211"/>
                    </a:lnTo>
                    <a:lnTo>
                      <a:pt x="530840" y="400211"/>
                    </a:lnTo>
                    <a:lnTo>
                      <a:pt x="526288" y="400473"/>
                    </a:lnTo>
                    <a:lnTo>
                      <a:pt x="376936" y="401499"/>
                    </a:lnTo>
                    <a:cubicBezTo>
                      <a:pt x="376570" y="401499"/>
                      <a:pt x="376286" y="401543"/>
                      <a:pt x="376001" y="401608"/>
                    </a:cubicBezTo>
                    <a:lnTo>
                      <a:pt x="319227" y="414661"/>
                    </a:lnTo>
                    <a:lnTo>
                      <a:pt x="261884" y="427451"/>
                    </a:lnTo>
                    <a:lnTo>
                      <a:pt x="113467" y="425487"/>
                    </a:lnTo>
                    <a:lnTo>
                      <a:pt x="0" y="422191"/>
                    </a:lnTo>
                    <a:lnTo>
                      <a:pt x="0" y="425006"/>
                    </a:lnTo>
                    <a:lnTo>
                      <a:pt x="113264" y="428302"/>
                    </a:lnTo>
                    <a:lnTo>
                      <a:pt x="262331" y="430267"/>
                    </a:lnTo>
                    <a:cubicBezTo>
                      <a:pt x="262616" y="430332"/>
                      <a:pt x="262981" y="430267"/>
                      <a:pt x="263307" y="430157"/>
                    </a:cubicBezTo>
                    <a:lnTo>
                      <a:pt x="321137" y="417258"/>
                    </a:lnTo>
                    <a:lnTo>
                      <a:pt x="377424" y="404315"/>
                    </a:lnTo>
                    <a:lnTo>
                      <a:pt x="526491" y="403245"/>
                    </a:lnTo>
                    <a:lnTo>
                      <a:pt x="531246" y="403027"/>
                    </a:lnTo>
                    <a:cubicBezTo>
                      <a:pt x="531246" y="403027"/>
                      <a:pt x="531449" y="402962"/>
                      <a:pt x="531612" y="402962"/>
                    </a:cubicBezTo>
                    <a:lnTo>
                      <a:pt x="669829" y="403027"/>
                    </a:lnTo>
                    <a:lnTo>
                      <a:pt x="816376" y="401543"/>
                    </a:lnTo>
                    <a:cubicBezTo>
                      <a:pt x="816783" y="401543"/>
                      <a:pt x="817230" y="401499"/>
                      <a:pt x="817596" y="401390"/>
                    </a:cubicBezTo>
                    <a:lnTo>
                      <a:pt x="868680" y="385828"/>
                    </a:lnTo>
                    <a:lnTo>
                      <a:pt x="1013399" y="384867"/>
                    </a:lnTo>
                    <a:lnTo>
                      <a:pt x="1158809" y="381091"/>
                    </a:lnTo>
                    <a:lnTo>
                      <a:pt x="1304381" y="378276"/>
                    </a:lnTo>
                    <a:lnTo>
                      <a:pt x="1450076" y="372404"/>
                    </a:lnTo>
                    <a:lnTo>
                      <a:pt x="1595892" y="361906"/>
                    </a:lnTo>
                    <a:cubicBezTo>
                      <a:pt x="1596339" y="361906"/>
                      <a:pt x="1596786" y="361797"/>
                      <a:pt x="1597152" y="361644"/>
                    </a:cubicBezTo>
                    <a:lnTo>
                      <a:pt x="1641368" y="342196"/>
                    </a:lnTo>
                    <a:lnTo>
                      <a:pt x="1684772" y="320501"/>
                    </a:lnTo>
                    <a:lnTo>
                      <a:pt x="1726631" y="296470"/>
                    </a:lnTo>
                    <a:lnTo>
                      <a:pt x="1867164" y="294025"/>
                    </a:lnTo>
                    <a:lnTo>
                      <a:pt x="2150710" y="295466"/>
                    </a:lnTo>
                    <a:lnTo>
                      <a:pt x="2292584" y="292214"/>
                    </a:lnTo>
                    <a:cubicBezTo>
                      <a:pt x="2293315" y="292214"/>
                      <a:pt x="2294006" y="291995"/>
                      <a:pt x="2294453" y="291690"/>
                    </a:cubicBezTo>
                    <a:lnTo>
                      <a:pt x="2330420" y="266371"/>
                    </a:lnTo>
                    <a:lnTo>
                      <a:pt x="2469856" y="262115"/>
                    </a:lnTo>
                    <a:lnTo>
                      <a:pt x="2610511" y="261089"/>
                    </a:lnTo>
                    <a:lnTo>
                      <a:pt x="2892105" y="260281"/>
                    </a:lnTo>
                    <a:cubicBezTo>
                      <a:pt x="2892918" y="260281"/>
                      <a:pt x="2893649" y="260129"/>
                      <a:pt x="2894137" y="259758"/>
                    </a:cubicBezTo>
                    <a:lnTo>
                      <a:pt x="2925145" y="237385"/>
                    </a:lnTo>
                    <a:lnTo>
                      <a:pt x="2955544" y="210321"/>
                    </a:lnTo>
                    <a:lnTo>
                      <a:pt x="2985536" y="184369"/>
                    </a:lnTo>
                    <a:lnTo>
                      <a:pt x="3014960" y="153048"/>
                    </a:lnTo>
                    <a:lnTo>
                      <a:pt x="3043530" y="123516"/>
                    </a:lnTo>
                    <a:lnTo>
                      <a:pt x="3071246" y="114240"/>
                    </a:lnTo>
                    <a:lnTo>
                      <a:pt x="3098312" y="102628"/>
                    </a:lnTo>
                    <a:lnTo>
                      <a:pt x="3230149" y="95338"/>
                    </a:lnTo>
                    <a:cubicBezTo>
                      <a:pt x="3230596" y="95295"/>
                      <a:pt x="3231002" y="95229"/>
                      <a:pt x="3231327" y="95076"/>
                    </a:cubicBezTo>
                    <a:lnTo>
                      <a:pt x="3256768" y="85429"/>
                    </a:lnTo>
                    <a:lnTo>
                      <a:pt x="3387425" y="82133"/>
                    </a:lnTo>
                    <a:cubicBezTo>
                      <a:pt x="3388076" y="82133"/>
                      <a:pt x="3388685" y="81959"/>
                      <a:pt x="3389092" y="81719"/>
                    </a:cubicBezTo>
                    <a:lnTo>
                      <a:pt x="3412947" y="68492"/>
                    </a:lnTo>
                    <a:lnTo>
                      <a:pt x="3542223" y="66724"/>
                    </a:lnTo>
                    <a:lnTo>
                      <a:pt x="3672596" y="65807"/>
                    </a:lnTo>
                    <a:lnTo>
                      <a:pt x="3803010" y="67029"/>
                    </a:lnTo>
                    <a:cubicBezTo>
                      <a:pt x="3803457" y="67095"/>
                      <a:pt x="3804392" y="66876"/>
                      <a:pt x="3804920" y="66615"/>
                    </a:cubicBezTo>
                    <a:lnTo>
                      <a:pt x="3825403" y="55047"/>
                    </a:lnTo>
                    <a:lnTo>
                      <a:pt x="3844178" y="37782"/>
                    </a:lnTo>
                    <a:lnTo>
                      <a:pt x="3861532" y="27982"/>
                    </a:lnTo>
                    <a:lnTo>
                      <a:pt x="3986865" y="27654"/>
                    </a:lnTo>
                    <a:lnTo>
                      <a:pt x="4000602" y="26476"/>
                    </a:lnTo>
                    <a:lnTo>
                      <a:pt x="4105209" y="24446"/>
                    </a:lnTo>
                    <a:lnTo>
                      <a:pt x="4113175" y="24227"/>
                    </a:lnTo>
                    <a:lnTo>
                      <a:pt x="4126992" y="23376"/>
                    </a:lnTo>
                    <a:lnTo>
                      <a:pt x="4172794" y="22307"/>
                    </a:lnTo>
                    <a:lnTo>
                      <a:pt x="4242694" y="21936"/>
                    </a:lnTo>
                    <a:lnTo>
                      <a:pt x="4272605" y="23856"/>
                    </a:lnTo>
                    <a:cubicBezTo>
                      <a:pt x="4273012" y="23900"/>
                      <a:pt x="4273825" y="23747"/>
                      <a:pt x="4274190" y="23704"/>
                    </a:cubicBezTo>
                    <a:lnTo>
                      <a:pt x="4289024" y="20670"/>
                    </a:lnTo>
                    <a:lnTo>
                      <a:pt x="4290081" y="20561"/>
                    </a:lnTo>
                    <a:cubicBezTo>
                      <a:pt x="4290324" y="20517"/>
                      <a:pt x="4290528" y="20451"/>
                      <a:pt x="4290771" y="20408"/>
                    </a:cubicBezTo>
                    <a:lnTo>
                      <a:pt x="4307027" y="14711"/>
                    </a:lnTo>
                    <a:cubicBezTo>
                      <a:pt x="4307271" y="14602"/>
                      <a:pt x="4307474" y="14493"/>
                      <a:pt x="4307678" y="14384"/>
                    </a:cubicBezTo>
                    <a:lnTo>
                      <a:pt x="4322958" y="2925"/>
                    </a:lnTo>
                    <a:lnTo>
                      <a:pt x="4401150" y="7072"/>
                    </a:lnTo>
                    <a:lnTo>
                      <a:pt x="4527052" y="15802"/>
                    </a:lnTo>
                    <a:lnTo>
                      <a:pt x="4648647" y="26628"/>
                    </a:lnTo>
                    <a:lnTo>
                      <a:pt x="4694286" y="28069"/>
                    </a:lnTo>
                    <a:lnTo>
                      <a:pt x="4740209" y="27654"/>
                    </a:lnTo>
                    <a:lnTo>
                      <a:pt x="4780362" y="26388"/>
                    </a:lnTo>
                    <a:cubicBezTo>
                      <a:pt x="4781134" y="26388"/>
                      <a:pt x="4781906" y="26126"/>
                      <a:pt x="4782353" y="25755"/>
                    </a:cubicBezTo>
                    <a:lnTo>
                      <a:pt x="4791456" y="17767"/>
                    </a:lnTo>
                    <a:lnTo>
                      <a:pt x="4914921" y="18618"/>
                    </a:lnTo>
                    <a:lnTo>
                      <a:pt x="4914961" y="18618"/>
                    </a:lnTo>
                    <a:cubicBezTo>
                      <a:pt x="4915408" y="18618"/>
                      <a:pt x="4915855" y="18509"/>
                      <a:pt x="4916221" y="18400"/>
                    </a:cubicBezTo>
                    <a:lnTo>
                      <a:pt x="4927722" y="14449"/>
                    </a:lnTo>
                    <a:lnTo>
                      <a:pt x="4969785" y="21805"/>
                    </a:lnTo>
                    <a:cubicBezTo>
                      <a:pt x="4970069" y="21870"/>
                      <a:pt x="4970394" y="21870"/>
                      <a:pt x="4970638" y="21870"/>
                    </a:cubicBezTo>
                    <a:lnTo>
                      <a:pt x="4982180" y="21696"/>
                    </a:lnTo>
                    <a:cubicBezTo>
                      <a:pt x="4983562" y="21652"/>
                      <a:pt x="4984699" y="20997"/>
                      <a:pt x="4984659" y="20211"/>
                    </a:cubicBezTo>
                    <a:cubicBezTo>
                      <a:pt x="4984618" y="19469"/>
                      <a:pt x="4983521" y="18880"/>
                      <a:pt x="4982017" y="188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8" name="Freeform: Shape 87">
                <a:extLst>
                  <a:ext uri="{FF2B5EF4-FFF2-40B4-BE49-F238E27FC236}">
                    <a16:creationId xmlns:a16="http://schemas.microsoft.com/office/drawing/2014/main" id="{A42D238C-D8C4-4D13-9B7E-64C83016055D}"/>
                  </a:ext>
                </a:extLst>
              </p:cNvPr>
              <p:cNvSpPr/>
              <p:nvPr/>
            </p:nvSpPr>
            <p:spPr>
              <a:xfrm>
                <a:off x="3797156" y="6071014"/>
                <a:ext cx="1308202" cy="450306"/>
              </a:xfrm>
              <a:custGeom>
                <a:avLst/>
                <a:gdLst>
                  <a:gd name="connsiteX0" fmla="*/ 756352 w 1308202"/>
                  <a:gd name="connsiteY0" fmla="*/ 450285 h 450306"/>
                  <a:gd name="connsiteX1" fmla="*/ 756311 w 1308202"/>
                  <a:gd name="connsiteY1" fmla="*/ 450285 h 450306"/>
                  <a:gd name="connsiteX2" fmla="*/ 283871 w 1308202"/>
                  <a:gd name="connsiteY2" fmla="*/ 446443 h 450306"/>
                  <a:gd name="connsiteX3" fmla="*/ 126595 w 1308202"/>
                  <a:gd name="connsiteY3" fmla="*/ 444676 h 450306"/>
                  <a:gd name="connsiteX4" fmla="*/ 2480 w 1308202"/>
                  <a:gd name="connsiteY4" fmla="*/ 442646 h 450306"/>
                  <a:gd name="connsiteX5" fmla="*/ 1 w 1308202"/>
                  <a:gd name="connsiteY5" fmla="*/ 441140 h 450306"/>
                  <a:gd name="connsiteX6" fmla="*/ 2643 w 1308202"/>
                  <a:gd name="connsiteY6" fmla="*/ 439808 h 450306"/>
                  <a:gd name="connsiteX7" fmla="*/ 126717 w 1308202"/>
                  <a:gd name="connsiteY7" fmla="*/ 441838 h 450306"/>
                  <a:gd name="connsiteX8" fmla="*/ 283993 w 1308202"/>
                  <a:gd name="connsiteY8" fmla="*/ 443650 h 450306"/>
                  <a:gd name="connsiteX9" fmla="*/ 755133 w 1308202"/>
                  <a:gd name="connsiteY9" fmla="*/ 447447 h 450306"/>
                  <a:gd name="connsiteX10" fmla="*/ 771836 w 1308202"/>
                  <a:gd name="connsiteY10" fmla="*/ 435072 h 450306"/>
                  <a:gd name="connsiteX11" fmla="*/ 788905 w 1308202"/>
                  <a:gd name="connsiteY11" fmla="*/ 419466 h 450306"/>
                  <a:gd name="connsiteX12" fmla="*/ 805933 w 1308202"/>
                  <a:gd name="connsiteY12" fmla="*/ 407418 h 450306"/>
                  <a:gd name="connsiteX13" fmla="*/ 808087 w 1308202"/>
                  <a:gd name="connsiteY13" fmla="*/ 406894 h 450306"/>
                  <a:gd name="connsiteX14" fmla="*/ 959633 w 1308202"/>
                  <a:gd name="connsiteY14" fmla="*/ 411477 h 450306"/>
                  <a:gd name="connsiteX15" fmla="*/ 973817 w 1308202"/>
                  <a:gd name="connsiteY15" fmla="*/ 400084 h 450306"/>
                  <a:gd name="connsiteX16" fmla="*/ 988488 w 1308202"/>
                  <a:gd name="connsiteY16" fmla="*/ 386661 h 450306"/>
                  <a:gd name="connsiteX17" fmla="*/ 1002874 w 1308202"/>
                  <a:gd name="connsiteY17" fmla="*/ 371469 h 450306"/>
                  <a:gd name="connsiteX18" fmla="*/ 1017017 w 1308202"/>
                  <a:gd name="connsiteY18" fmla="*/ 352240 h 450306"/>
                  <a:gd name="connsiteX19" fmla="*/ 1030957 w 1308202"/>
                  <a:gd name="connsiteY19" fmla="*/ 328689 h 450306"/>
                  <a:gd name="connsiteX20" fmla="*/ 1044693 w 1308202"/>
                  <a:gd name="connsiteY20" fmla="*/ 306099 h 450306"/>
                  <a:gd name="connsiteX21" fmla="*/ 1058145 w 1308202"/>
                  <a:gd name="connsiteY21" fmla="*/ 282439 h 450306"/>
                  <a:gd name="connsiteX22" fmla="*/ 1071393 w 1308202"/>
                  <a:gd name="connsiteY22" fmla="*/ 255418 h 450306"/>
                  <a:gd name="connsiteX23" fmla="*/ 1083382 w 1308202"/>
                  <a:gd name="connsiteY23" fmla="*/ 229422 h 450306"/>
                  <a:gd name="connsiteX24" fmla="*/ 1093745 w 1308202"/>
                  <a:gd name="connsiteY24" fmla="*/ 199782 h 450306"/>
                  <a:gd name="connsiteX25" fmla="*/ 1102930 w 1308202"/>
                  <a:gd name="connsiteY25" fmla="*/ 170534 h 450306"/>
                  <a:gd name="connsiteX26" fmla="*/ 1110895 w 1308202"/>
                  <a:gd name="connsiteY26" fmla="*/ 144059 h 450306"/>
                  <a:gd name="connsiteX27" fmla="*/ 1124225 w 1308202"/>
                  <a:gd name="connsiteY27" fmla="*/ 112672 h 450306"/>
                  <a:gd name="connsiteX28" fmla="*/ 1130565 w 1308202"/>
                  <a:gd name="connsiteY28" fmla="*/ 99140 h 450306"/>
                  <a:gd name="connsiteX29" fmla="*/ 1137555 w 1308202"/>
                  <a:gd name="connsiteY29" fmla="*/ 82508 h 450306"/>
                  <a:gd name="connsiteX30" fmla="*/ 1145927 w 1308202"/>
                  <a:gd name="connsiteY30" fmla="*/ 61358 h 450306"/>
                  <a:gd name="connsiteX31" fmla="*/ 1156331 w 1308202"/>
                  <a:gd name="connsiteY31" fmla="*/ 40361 h 450306"/>
                  <a:gd name="connsiteX32" fmla="*/ 1168807 w 1308202"/>
                  <a:gd name="connsiteY32" fmla="*/ 17290 h 450306"/>
                  <a:gd name="connsiteX33" fmla="*/ 1181853 w 1308202"/>
                  <a:gd name="connsiteY33" fmla="*/ 2623 h 450306"/>
                  <a:gd name="connsiteX34" fmla="*/ 1184047 w 1308202"/>
                  <a:gd name="connsiteY34" fmla="*/ 1881 h 450306"/>
                  <a:gd name="connsiteX35" fmla="*/ 1218754 w 1308202"/>
                  <a:gd name="connsiteY35" fmla="*/ 920 h 450306"/>
                  <a:gd name="connsiteX36" fmla="*/ 1285444 w 1308202"/>
                  <a:gd name="connsiteY36" fmla="*/ 920 h 450306"/>
                  <a:gd name="connsiteX37" fmla="*/ 1287923 w 1308202"/>
                  <a:gd name="connsiteY37" fmla="*/ 178 h 450306"/>
                  <a:gd name="connsiteX38" fmla="*/ 1289590 w 1308202"/>
                  <a:gd name="connsiteY38" fmla="*/ 25 h 450306"/>
                  <a:gd name="connsiteX39" fmla="*/ 1297636 w 1308202"/>
                  <a:gd name="connsiteY39" fmla="*/ 986 h 450306"/>
                  <a:gd name="connsiteX40" fmla="*/ 1305683 w 1308202"/>
                  <a:gd name="connsiteY40" fmla="*/ 920 h 450306"/>
                  <a:gd name="connsiteX41" fmla="*/ 1308203 w 1308202"/>
                  <a:gd name="connsiteY41" fmla="*/ 2317 h 450306"/>
                  <a:gd name="connsiteX42" fmla="*/ 1305683 w 1308202"/>
                  <a:gd name="connsiteY42" fmla="*/ 3758 h 450306"/>
                  <a:gd name="connsiteX43" fmla="*/ 1297636 w 1308202"/>
                  <a:gd name="connsiteY43" fmla="*/ 3758 h 450306"/>
                  <a:gd name="connsiteX44" fmla="*/ 1296620 w 1308202"/>
                  <a:gd name="connsiteY44" fmla="*/ 3714 h 450306"/>
                  <a:gd name="connsiteX45" fmla="*/ 1289468 w 1308202"/>
                  <a:gd name="connsiteY45" fmla="*/ 2906 h 450306"/>
                  <a:gd name="connsiteX46" fmla="*/ 1287273 w 1308202"/>
                  <a:gd name="connsiteY46" fmla="*/ 3605 h 450306"/>
                  <a:gd name="connsiteX47" fmla="*/ 1286054 w 1308202"/>
                  <a:gd name="connsiteY47" fmla="*/ 3758 h 450306"/>
                  <a:gd name="connsiteX48" fmla="*/ 1218876 w 1308202"/>
                  <a:gd name="connsiteY48" fmla="*/ 3758 h 450306"/>
                  <a:gd name="connsiteX49" fmla="*/ 1185754 w 1308202"/>
                  <a:gd name="connsiteY49" fmla="*/ 4674 h 450306"/>
                  <a:gd name="connsiteX50" fmla="*/ 1173522 w 1308202"/>
                  <a:gd name="connsiteY50" fmla="*/ 18381 h 450306"/>
                  <a:gd name="connsiteX51" fmla="*/ 1161167 w 1308202"/>
                  <a:gd name="connsiteY51" fmla="*/ 41125 h 450306"/>
                  <a:gd name="connsiteX52" fmla="*/ 1150845 w 1308202"/>
                  <a:gd name="connsiteY52" fmla="*/ 62013 h 450306"/>
                  <a:gd name="connsiteX53" fmla="*/ 1142473 w 1308202"/>
                  <a:gd name="connsiteY53" fmla="*/ 83163 h 450306"/>
                  <a:gd name="connsiteX54" fmla="*/ 1135442 w 1308202"/>
                  <a:gd name="connsiteY54" fmla="*/ 99794 h 450306"/>
                  <a:gd name="connsiteX55" fmla="*/ 1129102 w 1308202"/>
                  <a:gd name="connsiteY55" fmla="*/ 113370 h 450306"/>
                  <a:gd name="connsiteX56" fmla="*/ 1115813 w 1308202"/>
                  <a:gd name="connsiteY56" fmla="*/ 144604 h 450306"/>
                  <a:gd name="connsiteX57" fmla="*/ 1107888 w 1308202"/>
                  <a:gd name="connsiteY57" fmla="*/ 171036 h 450306"/>
                  <a:gd name="connsiteX58" fmla="*/ 1098663 w 1308202"/>
                  <a:gd name="connsiteY58" fmla="*/ 200349 h 450306"/>
                  <a:gd name="connsiteX59" fmla="*/ 1088300 w 1308202"/>
                  <a:gd name="connsiteY59" fmla="*/ 230033 h 450306"/>
                  <a:gd name="connsiteX60" fmla="*/ 1076270 w 1308202"/>
                  <a:gd name="connsiteY60" fmla="*/ 256203 h 450306"/>
                  <a:gd name="connsiteX61" fmla="*/ 1063022 w 1308202"/>
                  <a:gd name="connsiteY61" fmla="*/ 283268 h 450306"/>
                  <a:gd name="connsiteX62" fmla="*/ 1049488 w 1308202"/>
                  <a:gd name="connsiteY62" fmla="*/ 306972 h 450306"/>
                  <a:gd name="connsiteX63" fmla="*/ 1035752 w 1308202"/>
                  <a:gd name="connsiteY63" fmla="*/ 329628 h 450306"/>
                  <a:gd name="connsiteX64" fmla="*/ 1021772 w 1308202"/>
                  <a:gd name="connsiteY64" fmla="*/ 353244 h 450306"/>
                  <a:gd name="connsiteX65" fmla="*/ 1007467 w 1308202"/>
                  <a:gd name="connsiteY65" fmla="*/ 372757 h 450306"/>
                  <a:gd name="connsiteX66" fmla="*/ 992877 w 1308202"/>
                  <a:gd name="connsiteY66" fmla="*/ 388101 h 450306"/>
                  <a:gd name="connsiteX67" fmla="*/ 978043 w 1308202"/>
                  <a:gd name="connsiteY67" fmla="*/ 401677 h 450306"/>
                  <a:gd name="connsiteX68" fmla="*/ 962966 w 1308202"/>
                  <a:gd name="connsiteY68" fmla="*/ 413769 h 450306"/>
                  <a:gd name="connsiteX69" fmla="*/ 960731 w 1308202"/>
                  <a:gd name="connsiteY69" fmla="*/ 414402 h 450306"/>
                  <a:gd name="connsiteX70" fmla="*/ 809062 w 1308202"/>
                  <a:gd name="connsiteY70" fmla="*/ 409819 h 450306"/>
                  <a:gd name="connsiteX71" fmla="*/ 793009 w 1308202"/>
                  <a:gd name="connsiteY71" fmla="*/ 421125 h 450306"/>
                  <a:gd name="connsiteX72" fmla="*/ 775981 w 1308202"/>
                  <a:gd name="connsiteY72" fmla="*/ 436731 h 450306"/>
                  <a:gd name="connsiteX73" fmla="*/ 758343 w 1308202"/>
                  <a:gd name="connsiteY73" fmla="*/ 449783 h 450306"/>
                  <a:gd name="connsiteX74" fmla="*/ 756311 w 1308202"/>
                  <a:gd name="connsiteY74" fmla="*/ 450307 h 45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308202" h="450306">
                    <a:moveTo>
                      <a:pt x="756352" y="450285"/>
                    </a:moveTo>
                    <a:lnTo>
                      <a:pt x="756311" y="450285"/>
                    </a:lnTo>
                    <a:lnTo>
                      <a:pt x="283871" y="446443"/>
                    </a:lnTo>
                    <a:lnTo>
                      <a:pt x="126595" y="444676"/>
                    </a:lnTo>
                    <a:lnTo>
                      <a:pt x="2480" y="442646"/>
                    </a:lnTo>
                    <a:cubicBezTo>
                      <a:pt x="1058" y="442580"/>
                      <a:pt x="-40" y="441947"/>
                      <a:pt x="1" y="441140"/>
                    </a:cubicBezTo>
                    <a:cubicBezTo>
                      <a:pt x="42" y="440398"/>
                      <a:pt x="1220" y="439765"/>
                      <a:pt x="2643" y="439808"/>
                    </a:cubicBezTo>
                    <a:lnTo>
                      <a:pt x="126717" y="441838"/>
                    </a:lnTo>
                    <a:lnTo>
                      <a:pt x="283993" y="443650"/>
                    </a:lnTo>
                    <a:lnTo>
                      <a:pt x="755133" y="447447"/>
                    </a:lnTo>
                    <a:lnTo>
                      <a:pt x="771836" y="435072"/>
                    </a:lnTo>
                    <a:lnTo>
                      <a:pt x="788905" y="419466"/>
                    </a:lnTo>
                    <a:lnTo>
                      <a:pt x="805933" y="407418"/>
                    </a:lnTo>
                    <a:cubicBezTo>
                      <a:pt x="806461" y="407047"/>
                      <a:pt x="807233" y="406894"/>
                      <a:pt x="808087" y="406894"/>
                    </a:cubicBezTo>
                    <a:lnTo>
                      <a:pt x="959633" y="411477"/>
                    </a:lnTo>
                    <a:lnTo>
                      <a:pt x="973817" y="400084"/>
                    </a:lnTo>
                    <a:lnTo>
                      <a:pt x="988488" y="386661"/>
                    </a:lnTo>
                    <a:lnTo>
                      <a:pt x="1002874" y="371469"/>
                    </a:lnTo>
                    <a:lnTo>
                      <a:pt x="1017017" y="352240"/>
                    </a:lnTo>
                    <a:lnTo>
                      <a:pt x="1030957" y="328689"/>
                    </a:lnTo>
                    <a:lnTo>
                      <a:pt x="1044693" y="306099"/>
                    </a:lnTo>
                    <a:lnTo>
                      <a:pt x="1058145" y="282439"/>
                    </a:lnTo>
                    <a:lnTo>
                      <a:pt x="1071393" y="255418"/>
                    </a:lnTo>
                    <a:lnTo>
                      <a:pt x="1083382" y="229422"/>
                    </a:lnTo>
                    <a:lnTo>
                      <a:pt x="1093745" y="199782"/>
                    </a:lnTo>
                    <a:lnTo>
                      <a:pt x="1102930" y="170534"/>
                    </a:lnTo>
                    <a:lnTo>
                      <a:pt x="1110895" y="144059"/>
                    </a:lnTo>
                    <a:lnTo>
                      <a:pt x="1124225" y="112672"/>
                    </a:lnTo>
                    <a:lnTo>
                      <a:pt x="1130565" y="99140"/>
                    </a:lnTo>
                    <a:lnTo>
                      <a:pt x="1137555" y="82508"/>
                    </a:lnTo>
                    <a:lnTo>
                      <a:pt x="1145927" y="61358"/>
                    </a:lnTo>
                    <a:lnTo>
                      <a:pt x="1156331" y="40361"/>
                    </a:lnTo>
                    <a:lnTo>
                      <a:pt x="1168807" y="17290"/>
                    </a:lnTo>
                    <a:lnTo>
                      <a:pt x="1181853" y="2623"/>
                    </a:lnTo>
                    <a:cubicBezTo>
                      <a:pt x="1182300" y="2208"/>
                      <a:pt x="1183072" y="1881"/>
                      <a:pt x="1184047" y="1881"/>
                    </a:cubicBezTo>
                    <a:lnTo>
                      <a:pt x="1218754" y="920"/>
                    </a:lnTo>
                    <a:lnTo>
                      <a:pt x="1285444" y="920"/>
                    </a:lnTo>
                    <a:lnTo>
                      <a:pt x="1287923" y="178"/>
                    </a:lnTo>
                    <a:cubicBezTo>
                      <a:pt x="1288411" y="25"/>
                      <a:pt x="1289021" y="-40"/>
                      <a:pt x="1289590" y="25"/>
                    </a:cubicBezTo>
                    <a:lnTo>
                      <a:pt x="1297636" y="986"/>
                    </a:lnTo>
                    <a:lnTo>
                      <a:pt x="1305683" y="920"/>
                    </a:lnTo>
                    <a:cubicBezTo>
                      <a:pt x="1307065" y="920"/>
                      <a:pt x="1308203" y="1553"/>
                      <a:pt x="1308203" y="2317"/>
                    </a:cubicBezTo>
                    <a:cubicBezTo>
                      <a:pt x="1308203" y="3103"/>
                      <a:pt x="1307065" y="3758"/>
                      <a:pt x="1305683" y="3758"/>
                    </a:cubicBezTo>
                    <a:lnTo>
                      <a:pt x="1297636" y="3758"/>
                    </a:lnTo>
                    <a:cubicBezTo>
                      <a:pt x="1297636" y="3758"/>
                      <a:pt x="1296783" y="3758"/>
                      <a:pt x="1296620" y="3714"/>
                    </a:cubicBezTo>
                    <a:lnTo>
                      <a:pt x="1289468" y="2906"/>
                    </a:lnTo>
                    <a:lnTo>
                      <a:pt x="1287273" y="3605"/>
                    </a:lnTo>
                    <a:cubicBezTo>
                      <a:pt x="1286867" y="3714"/>
                      <a:pt x="1286501" y="3758"/>
                      <a:pt x="1286054" y="3758"/>
                    </a:cubicBezTo>
                    <a:lnTo>
                      <a:pt x="1218876" y="3758"/>
                    </a:lnTo>
                    <a:lnTo>
                      <a:pt x="1185754" y="4674"/>
                    </a:lnTo>
                    <a:lnTo>
                      <a:pt x="1173522" y="18381"/>
                    </a:lnTo>
                    <a:lnTo>
                      <a:pt x="1161167" y="41125"/>
                    </a:lnTo>
                    <a:lnTo>
                      <a:pt x="1150845" y="62013"/>
                    </a:lnTo>
                    <a:lnTo>
                      <a:pt x="1142473" y="83163"/>
                    </a:lnTo>
                    <a:lnTo>
                      <a:pt x="1135442" y="99794"/>
                    </a:lnTo>
                    <a:lnTo>
                      <a:pt x="1129102" y="113370"/>
                    </a:lnTo>
                    <a:lnTo>
                      <a:pt x="1115813" y="144604"/>
                    </a:lnTo>
                    <a:lnTo>
                      <a:pt x="1107888" y="171036"/>
                    </a:lnTo>
                    <a:lnTo>
                      <a:pt x="1098663" y="200349"/>
                    </a:lnTo>
                    <a:lnTo>
                      <a:pt x="1088300" y="230033"/>
                    </a:lnTo>
                    <a:lnTo>
                      <a:pt x="1076270" y="256203"/>
                    </a:lnTo>
                    <a:lnTo>
                      <a:pt x="1063022" y="283268"/>
                    </a:lnTo>
                    <a:lnTo>
                      <a:pt x="1049488" y="306972"/>
                    </a:lnTo>
                    <a:lnTo>
                      <a:pt x="1035752" y="329628"/>
                    </a:lnTo>
                    <a:lnTo>
                      <a:pt x="1021772" y="353244"/>
                    </a:lnTo>
                    <a:lnTo>
                      <a:pt x="1007467" y="372757"/>
                    </a:lnTo>
                    <a:lnTo>
                      <a:pt x="992877" y="388101"/>
                    </a:lnTo>
                    <a:lnTo>
                      <a:pt x="978043" y="401677"/>
                    </a:lnTo>
                    <a:lnTo>
                      <a:pt x="962966" y="413769"/>
                    </a:lnTo>
                    <a:cubicBezTo>
                      <a:pt x="962478" y="414184"/>
                      <a:pt x="961625" y="414402"/>
                      <a:pt x="960731" y="414402"/>
                    </a:cubicBezTo>
                    <a:lnTo>
                      <a:pt x="809062" y="409819"/>
                    </a:lnTo>
                    <a:lnTo>
                      <a:pt x="793009" y="421125"/>
                    </a:lnTo>
                    <a:lnTo>
                      <a:pt x="775981" y="436731"/>
                    </a:lnTo>
                    <a:lnTo>
                      <a:pt x="758343" y="449783"/>
                    </a:lnTo>
                    <a:cubicBezTo>
                      <a:pt x="757856" y="450154"/>
                      <a:pt x="757124" y="450307"/>
                      <a:pt x="756311" y="45030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9" name="Freeform: Shape 88">
                <a:extLst>
                  <a:ext uri="{FF2B5EF4-FFF2-40B4-BE49-F238E27FC236}">
                    <a16:creationId xmlns:a16="http://schemas.microsoft.com/office/drawing/2014/main" id="{D57B351B-988D-48E8-99FE-1BEC61E8F3DF}"/>
                  </a:ext>
                </a:extLst>
              </p:cNvPr>
              <p:cNvSpPr/>
              <p:nvPr/>
            </p:nvSpPr>
            <p:spPr>
              <a:xfrm>
                <a:off x="2194827" y="5986710"/>
                <a:ext cx="1145158" cy="24787"/>
              </a:xfrm>
              <a:custGeom>
                <a:avLst/>
                <a:gdLst>
                  <a:gd name="connsiteX0" fmla="*/ 418081 w 1145158"/>
                  <a:gd name="connsiteY0" fmla="*/ 24787 h 24787"/>
                  <a:gd name="connsiteX1" fmla="*/ 417796 w 1145158"/>
                  <a:gd name="connsiteY1" fmla="*/ 24722 h 24787"/>
                  <a:gd name="connsiteX2" fmla="*/ 300022 w 1145158"/>
                  <a:gd name="connsiteY2" fmla="*/ 17301 h 24787"/>
                  <a:gd name="connsiteX3" fmla="*/ 177939 w 1145158"/>
                  <a:gd name="connsiteY3" fmla="*/ 16187 h 24787"/>
                  <a:gd name="connsiteX4" fmla="*/ 152336 w 1145158"/>
                  <a:gd name="connsiteY4" fmla="*/ 15489 h 24787"/>
                  <a:gd name="connsiteX5" fmla="*/ 122018 w 1145158"/>
                  <a:gd name="connsiteY5" fmla="*/ 15533 h 24787"/>
                  <a:gd name="connsiteX6" fmla="*/ 2252 w 1145158"/>
                  <a:gd name="connsiteY6" fmla="*/ 8177 h 24787"/>
                  <a:gd name="connsiteX7" fmla="*/ 17 w 1145158"/>
                  <a:gd name="connsiteY7" fmla="*/ 6627 h 24787"/>
                  <a:gd name="connsiteX8" fmla="*/ 2781 w 1145158"/>
                  <a:gd name="connsiteY8" fmla="*/ 5361 h 24787"/>
                  <a:gd name="connsiteX9" fmla="*/ 122262 w 1145158"/>
                  <a:gd name="connsiteY9" fmla="*/ 12717 h 24787"/>
                  <a:gd name="connsiteX10" fmla="*/ 152417 w 1145158"/>
                  <a:gd name="connsiteY10" fmla="*/ 12652 h 24787"/>
                  <a:gd name="connsiteX11" fmla="*/ 182491 w 1145158"/>
                  <a:gd name="connsiteY11" fmla="*/ 13503 h 24787"/>
                  <a:gd name="connsiteX12" fmla="*/ 300306 w 1145158"/>
                  <a:gd name="connsiteY12" fmla="*/ 14463 h 24787"/>
                  <a:gd name="connsiteX13" fmla="*/ 417471 w 1145158"/>
                  <a:gd name="connsiteY13" fmla="*/ 21862 h 24787"/>
                  <a:gd name="connsiteX14" fmla="*/ 444659 w 1145158"/>
                  <a:gd name="connsiteY14" fmla="*/ 12652 h 24787"/>
                  <a:gd name="connsiteX15" fmla="*/ 472132 w 1145158"/>
                  <a:gd name="connsiteY15" fmla="*/ 3594 h 24787"/>
                  <a:gd name="connsiteX16" fmla="*/ 473758 w 1145158"/>
                  <a:gd name="connsiteY16" fmla="*/ 3419 h 24787"/>
                  <a:gd name="connsiteX17" fmla="*/ 589825 w 1145158"/>
                  <a:gd name="connsiteY17" fmla="*/ 11516 h 24787"/>
                  <a:gd name="connsiteX18" fmla="*/ 705934 w 1145158"/>
                  <a:gd name="connsiteY18" fmla="*/ 15292 h 24787"/>
                  <a:gd name="connsiteX19" fmla="*/ 822042 w 1145158"/>
                  <a:gd name="connsiteY19" fmla="*/ 14769 h 24787"/>
                  <a:gd name="connsiteX20" fmla="*/ 938313 w 1145158"/>
                  <a:gd name="connsiteY20" fmla="*/ 10141 h 24787"/>
                  <a:gd name="connsiteX21" fmla="*/ 1054910 w 1145158"/>
                  <a:gd name="connsiteY21" fmla="*/ 7435 h 24787"/>
                  <a:gd name="connsiteX22" fmla="*/ 1142204 w 1145158"/>
                  <a:gd name="connsiteY22" fmla="*/ 14 h 24787"/>
                  <a:gd name="connsiteX23" fmla="*/ 1145130 w 1145158"/>
                  <a:gd name="connsiteY23" fmla="*/ 1193 h 24787"/>
                  <a:gd name="connsiteX24" fmla="*/ 1143017 w 1145158"/>
                  <a:gd name="connsiteY24" fmla="*/ 2786 h 24787"/>
                  <a:gd name="connsiteX25" fmla="*/ 1055397 w 1145158"/>
                  <a:gd name="connsiteY25" fmla="*/ 10207 h 24787"/>
                  <a:gd name="connsiteX26" fmla="*/ 938639 w 1145158"/>
                  <a:gd name="connsiteY26" fmla="*/ 12979 h 24787"/>
                  <a:gd name="connsiteX27" fmla="*/ 822246 w 1145158"/>
                  <a:gd name="connsiteY27" fmla="*/ 17606 h 24787"/>
                  <a:gd name="connsiteX28" fmla="*/ 705771 w 1145158"/>
                  <a:gd name="connsiteY28" fmla="*/ 18086 h 24787"/>
                  <a:gd name="connsiteX29" fmla="*/ 589378 w 1145158"/>
                  <a:gd name="connsiteY29" fmla="*/ 14354 h 24787"/>
                  <a:gd name="connsiteX30" fmla="*/ 474001 w 1145158"/>
                  <a:gd name="connsiteY30" fmla="*/ 6256 h 24787"/>
                  <a:gd name="connsiteX31" fmla="*/ 447260 w 1145158"/>
                  <a:gd name="connsiteY31" fmla="*/ 15052 h 24787"/>
                  <a:gd name="connsiteX32" fmla="*/ 419341 w 1145158"/>
                  <a:gd name="connsiteY32" fmla="*/ 24547 h 24787"/>
                  <a:gd name="connsiteX33" fmla="*/ 417999 w 1145158"/>
                  <a:gd name="connsiteY33" fmla="*/ 24765 h 2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45158" h="24787">
                    <a:moveTo>
                      <a:pt x="418081" y="24787"/>
                    </a:moveTo>
                    <a:cubicBezTo>
                      <a:pt x="418081" y="24787"/>
                      <a:pt x="417878" y="24787"/>
                      <a:pt x="417796" y="24722"/>
                    </a:cubicBezTo>
                    <a:lnTo>
                      <a:pt x="300022" y="17301"/>
                    </a:lnTo>
                    <a:lnTo>
                      <a:pt x="177939" y="16187"/>
                    </a:lnTo>
                    <a:lnTo>
                      <a:pt x="152336" y="15489"/>
                    </a:lnTo>
                    <a:lnTo>
                      <a:pt x="122018" y="15533"/>
                    </a:lnTo>
                    <a:lnTo>
                      <a:pt x="2252" y="8177"/>
                    </a:lnTo>
                    <a:cubicBezTo>
                      <a:pt x="871" y="8068"/>
                      <a:pt x="-145" y="7369"/>
                      <a:pt x="17" y="6627"/>
                    </a:cubicBezTo>
                    <a:cubicBezTo>
                      <a:pt x="180" y="5820"/>
                      <a:pt x="1399" y="5296"/>
                      <a:pt x="2781" y="5361"/>
                    </a:cubicBezTo>
                    <a:lnTo>
                      <a:pt x="122262" y="12717"/>
                    </a:lnTo>
                    <a:lnTo>
                      <a:pt x="152417" y="12652"/>
                    </a:lnTo>
                    <a:lnTo>
                      <a:pt x="182491" y="13503"/>
                    </a:lnTo>
                    <a:lnTo>
                      <a:pt x="300306" y="14463"/>
                    </a:lnTo>
                    <a:lnTo>
                      <a:pt x="417471" y="21862"/>
                    </a:lnTo>
                    <a:lnTo>
                      <a:pt x="444659" y="12652"/>
                    </a:lnTo>
                    <a:lnTo>
                      <a:pt x="472132" y="3594"/>
                    </a:lnTo>
                    <a:cubicBezTo>
                      <a:pt x="472620" y="3419"/>
                      <a:pt x="473229" y="3375"/>
                      <a:pt x="473758" y="3419"/>
                    </a:cubicBezTo>
                    <a:lnTo>
                      <a:pt x="589825" y="11516"/>
                    </a:lnTo>
                    <a:lnTo>
                      <a:pt x="705934" y="15292"/>
                    </a:lnTo>
                    <a:lnTo>
                      <a:pt x="822042" y="14769"/>
                    </a:lnTo>
                    <a:lnTo>
                      <a:pt x="938313" y="10141"/>
                    </a:lnTo>
                    <a:lnTo>
                      <a:pt x="1054910" y="7435"/>
                    </a:lnTo>
                    <a:lnTo>
                      <a:pt x="1142204" y="14"/>
                    </a:lnTo>
                    <a:cubicBezTo>
                      <a:pt x="1143586" y="-95"/>
                      <a:pt x="1144887" y="450"/>
                      <a:pt x="1145130" y="1193"/>
                    </a:cubicBezTo>
                    <a:cubicBezTo>
                      <a:pt x="1145334" y="1935"/>
                      <a:pt x="1144399" y="2699"/>
                      <a:pt x="1143017" y="2786"/>
                    </a:cubicBezTo>
                    <a:lnTo>
                      <a:pt x="1055397" y="10207"/>
                    </a:lnTo>
                    <a:lnTo>
                      <a:pt x="938639" y="12979"/>
                    </a:lnTo>
                    <a:lnTo>
                      <a:pt x="822246" y="17606"/>
                    </a:lnTo>
                    <a:lnTo>
                      <a:pt x="705771" y="18086"/>
                    </a:lnTo>
                    <a:lnTo>
                      <a:pt x="589378" y="14354"/>
                    </a:lnTo>
                    <a:lnTo>
                      <a:pt x="474001" y="6256"/>
                    </a:lnTo>
                    <a:lnTo>
                      <a:pt x="447260" y="15052"/>
                    </a:lnTo>
                    <a:lnTo>
                      <a:pt x="419341" y="24547"/>
                    </a:lnTo>
                    <a:cubicBezTo>
                      <a:pt x="418934" y="24656"/>
                      <a:pt x="418487" y="24765"/>
                      <a:pt x="417999" y="2476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0" name="Freeform: Shape 89">
                <a:extLst>
                  <a:ext uri="{FF2B5EF4-FFF2-40B4-BE49-F238E27FC236}">
                    <a16:creationId xmlns:a16="http://schemas.microsoft.com/office/drawing/2014/main" id="{45A08F13-A961-4E95-B0DD-F1DC65942AF4}"/>
                  </a:ext>
                </a:extLst>
              </p:cNvPr>
              <p:cNvSpPr/>
              <p:nvPr/>
            </p:nvSpPr>
            <p:spPr>
              <a:xfrm>
                <a:off x="8558499" y="6254186"/>
                <a:ext cx="3633500" cy="9647"/>
              </a:xfrm>
              <a:custGeom>
                <a:avLst/>
                <a:gdLst>
                  <a:gd name="connsiteX0" fmla="*/ 3633501 w 3633500"/>
                  <a:gd name="connsiteY0" fmla="*/ 6810 h 9647"/>
                  <a:gd name="connsiteX1" fmla="*/ 2479 w 3633500"/>
                  <a:gd name="connsiteY1" fmla="*/ 0 h 9647"/>
                  <a:gd name="connsiteX2" fmla="*/ 2479 w 3633500"/>
                  <a:gd name="connsiteY2" fmla="*/ 0 h 9647"/>
                  <a:gd name="connsiteX3" fmla="*/ 0 w 3633500"/>
                  <a:gd name="connsiteY3" fmla="*/ 1397 h 9647"/>
                  <a:gd name="connsiteX4" fmla="*/ 2479 w 3633500"/>
                  <a:gd name="connsiteY4" fmla="*/ 2837 h 9647"/>
                  <a:gd name="connsiteX5" fmla="*/ 3633501 w 3633500"/>
                  <a:gd name="connsiteY5" fmla="*/ 9647 h 9647"/>
                  <a:gd name="connsiteX6" fmla="*/ 3633501 w 3633500"/>
                  <a:gd name="connsiteY6" fmla="*/ 6810 h 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3500" h="9647">
                    <a:moveTo>
                      <a:pt x="3633501" y="6810"/>
                    </a:moveTo>
                    <a:lnTo>
                      <a:pt x="2479" y="0"/>
                    </a:lnTo>
                    <a:lnTo>
                      <a:pt x="2479" y="0"/>
                    </a:lnTo>
                    <a:cubicBezTo>
                      <a:pt x="1097" y="0"/>
                      <a:pt x="0" y="633"/>
                      <a:pt x="0" y="1397"/>
                    </a:cubicBezTo>
                    <a:cubicBezTo>
                      <a:pt x="0" y="2204"/>
                      <a:pt x="1097" y="2837"/>
                      <a:pt x="2479" y="2837"/>
                    </a:cubicBezTo>
                    <a:lnTo>
                      <a:pt x="3633501" y="9647"/>
                    </a:lnTo>
                    <a:lnTo>
                      <a:pt x="3633501" y="68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1" name="Freeform: Shape 90">
                <a:extLst>
                  <a:ext uri="{FF2B5EF4-FFF2-40B4-BE49-F238E27FC236}">
                    <a16:creationId xmlns:a16="http://schemas.microsoft.com/office/drawing/2014/main" id="{C2254D09-A385-4268-A0C3-C873A05F4EB9}"/>
                  </a:ext>
                </a:extLst>
              </p:cNvPr>
              <p:cNvSpPr/>
              <p:nvPr/>
            </p:nvSpPr>
            <p:spPr>
              <a:xfrm>
                <a:off x="8285552" y="6219711"/>
                <a:ext cx="254536" cy="29345"/>
              </a:xfrm>
              <a:custGeom>
                <a:avLst/>
                <a:gdLst>
                  <a:gd name="connsiteX0" fmla="*/ 252018 w 254536"/>
                  <a:gd name="connsiteY0" fmla="*/ 29346 h 29345"/>
                  <a:gd name="connsiteX1" fmla="*/ 252018 w 254536"/>
                  <a:gd name="connsiteY1" fmla="*/ 29346 h 29345"/>
                  <a:gd name="connsiteX2" fmla="*/ 139486 w 254536"/>
                  <a:gd name="connsiteY2" fmla="*/ 29128 h 29345"/>
                  <a:gd name="connsiteX3" fmla="*/ 137778 w 254536"/>
                  <a:gd name="connsiteY3" fmla="*/ 28800 h 29345"/>
                  <a:gd name="connsiteX4" fmla="*/ 106526 w 254536"/>
                  <a:gd name="connsiteY4" fmla="*/ 13565 h 29345"/>
                  <a:gd name="connsiteX5" fmla="*/ 2041 w 254536"/>
                  <a:gd name="connsiteY5" fmla="*/ 2805 h 29345"/>
                  <a:gd name="connsiteX6" fmla="*/ 50 w 254536"/>
                  <a:gd name="connsiteY6" fmla="*/ 1146 h 29345"/>
                  <a:gd name="connsiteX7" fmla="*/ 3016 w 254536"/>
                  <a:gd name="connsiteY7" fmla="*/ 33 h 29345"/>
                  <a:gd name="connsiteX8" fmla="*/ 108071 w 254536"/>
                  <a:gd name="connsiteY8" fmla="*/ 10902 h 29345"/>
                  <a:gd name="connsiteX9" fmla="*/ 109371 w 254536"/>
                  <a:gd name="connsiteY9" fmla="*/ 11230 h 29345"/>
                  <a:gd name="connsiteX10" fmla="*/ 140420 w 254536"/>
                  <a:gd name="connsiteY10" fmla="*/ 26312 h 29345"/>
                  <a:gd name="connsiteX11" fmla="*/ 252058 w 254536"/>
                  <a:gd name="connsiteY11" fmla="*/ 26530 h 29345"/>
                  <a:gd name="connsiteX12" fmla="*/ 254537 w 254536"/>
                  <a:gd name="connsiteY12" fmla="*/ 27971 h 29345"/>
                  <a:gd name="connsiteX13" fmla="*/ 251977 w 254536"/>
                  <a:gd name="connsiteY13" fmla="*/ 29346 h 29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4536" h="29345">
                    <a:moveTo>
                      <a:pt x="252018" y="29346"/>
                    </a:moveTo>
                    <a:lnTo>
                      <a:pt x="252018" y="29346"/>
                    </a:lnTo>
                    <a:lnTo>
                      <a:pt x="139486" y="29128"/>
                    </a:lnTo>
                    <a:cubicBezTo>
                      <a:pt x="138794" y="29128"/>
                      <a:pt x="138185" y="29018"/>
                      <a:pt x="137778" y="28800"/>
                    </a:cubicBezTo>
                    <a:lnTo>
                      <a:pt x="106526" y="13565"/>
                    </a:lnTo>
                    <a:lnTo>
                      <a:pt x="2041" y="2805"/>
                    </a:lnTo>
                    <a:cubicBezTo>
                      <a:pt x="740" y="2652"/>
                      <a:pt x="-235" y="1954"/>
                      <a:pt x="50" y="1146"/>
                    </a:cubicBezTo>
                    <a:cubicBezTo>
                      <a:pt x="334" y="404"/>
                      <a:pt x="1513" y="-142"/>
                      <a:pt x="3016" y="33"/>
                    </a:cubicBezTo>
                    <a:lnTo>
                      <a:pt x="108071" y="10902"/>
                    </a:lnTo>
                    <a:cubicBezTo>
                      <a:pt x="108558" y="10946"/>
                      <a:pt x="108965" y="11055"/>
                      <a:pt x="109371" y="11230"/>
                    </a:cubicBezTo>
                    <a:lnTo>
                      <a:pt x="140420" y="26312"/>
                    </a:lnTo>
                    <a:lnTo>
                      <a:pt x="252058" y="26530"/>
                    </a:lnTo>
                    <a:cubicBezTo>
                      <a:pt x="253440" y="26530"/>
                      <a:pt x="254537" y="27163"/>
                      <a:pt x="254537" y="27971"/>
                    </a:cubicBezTo>
                    <a:cubicBezTo>
                      <a:pt x="254537" y="28713"/>
                      <a:pt x="253440" y="29346"/>
                      <a:pt x="251977" y="2934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2" name="Freeform: Shape 91">
                <a:extLst>
                  <a:ext uri="{FF2B5EF4-FFF2-40B4-BE49-F238E27FC236}">
                    <a16:creationId xmlns:a16="http://schemas.microsoft.com/office/drawing/2014/main" id="{852B1884-5F7E-4EDA-A9D7-4656578462C9}"/>
                  </a:ext>
                </a:extLst>
              </p:cNvPr>
              <p:cNvSpPr/>
              <p:nvPr/>
            </p:nvSpPr>
            <p:spPr>
              <a:xfrm>
                <a:off x="6909302" y="6116752"/>
                <a:ext cx="1896817" cy="255297"/>
              </a:xfrm>
              <a:custGeom>
                <a:avLst/>
                <a:gdLst>
                  <a:gd name="connsiteX0" fmla="*/ 1894256 w 1896817"/>
                  <a:gd name="connsiteY0" fmla="*/ 255297 h 255297"/>
                  <a:gd name="connsiteX1" fmla="*/ 1894256 w 1896817"/>
                  <a:gd name="connsiteY1" fmla="*/ 255297 h 255297"/>
                  <a:gd name="connsiteX2" fmla="*/ 1768272 w 1896817"/>
                  <a:gd name="connsiteY2" fmla="*/ 255035 h 255297"/>
                  <a:gd name="connsiteX3" fmla="*/ 1766566 w 1896817"/>
                  <a:gd name="connsiteY3" fmla="*/ 254664 h 255297"/>
                  <a:gd name="connsiteX4" fmla="*/ 1747302 w 1896817"/>
                  <a:gd name="connsiteY4" fmla="*/ 245279 h 255297"/>
                  <a:gd name="connsiteX5" fmla="*/ 1616442 w 1896817"/>
                  <a:gd name="connsiteY5" fmla="*/ 245017 h 255297"/>
                  <a:gd name="connsiteX6" fmla="*/ 1614653 w 1896817"/>
                  <a:gd name="connsiteY6" fmla="*/ 244646 h 255297"/>
                  <a:gd name="connsiteX7" fmla="*/ 1596812 w 1896817"/>
                  <a:gd name="connsiteY7" fmla="*/ 235435 h 255297"/>
                  <a:gd name="connsiteX8" fmla="*/ 1206099 w 1896817"/>
                  <a:gd name="connsiteY8" fmla="*/ 234627 h 255297"/>
                  <a:gd name="connsiteX9" fmla="*/ 1204108 w 1896817"/>
                  <a:gd name="connsiteY9" fmla="*/ 234147 h 255297"/>
                  <a:gd name="connsiteX10" fmla="*/ 1189925 w 1896817"/>
                  <a:gd name="connsiteY10" fmla="*/ 225242 h 255297"/>
                  <a:gd name="connsiteX11" fmla="*/ 1061624 w 1896817"/>
                  <a:gd name="connsiteY11" fmla="*/ 224980 h 255297"/>
                  <a:gd name="connsiteX12" fmla="*/ 1059714 w 1896817"/>
                  <a:gd name="connsiteY12" fmla="*/ 224456 h 255297"/>
                  <a:gd name="connsiteX13" fmla="*/ 1046709 w 1896817"/>
                  <a:gd name="connsiteY13" fmla="*/ 215769 h 255297"/>
                  <a:gd name="connsiteX14" fmla="*/ 791409 w 1896817"/>
                  <a:gd name="connsiteY14" fmla="*/ 215071 h 255297"/>
                  <a:gd name="connsiteX15" fmla="*/ 663230 w 1896817"/>
                  <a:gd name="connsiteY15" fmla="*/ 203612 h 255297"/>
                  <a:gd name="connsiteX16" fmla="*/ 660873 w 1896817"/>
                  <a:gd name="connsiteY16" fmla="*/ 202761 h 255297"/>
                  <a:gd name="connsiteX17" fmla="*/ 651038 w 1896817"/>
                  <a:gd name="connsiteY17" fmla="*/ 189905 h 255297"/>
                  <a:gd name="connsiteX18" fmla="*/ 647787 w 1896817"/>
                  <a:gd name="connsiteY18" fmla="*/ 189534 h 255297"/>
                  <a:gd name="connsiteX19" fmla="*/ 523876 w 1896817"/>
                  <a:gd name="connsiteY19" fmla="*/ 175041 h 255297"/>
                  <a:gd name="connsiteX20" fmla="*/ 397892 w 1896817"/>
                  <a:gd name="connsiteY20" fmla="*/ 153716 h 255297"/>
                  <a:gd name="connsiteX21" fmla="*/ 270688 w 1896817"/>
                  <a:gd name="connsiteY21" fmla="*/ 127983 h 255297"/>
                  <a:gd name="connsiteX22" fmla="*/ 269103 w 1896817"/>
                  <a:gd name="connsiteY22" fmla="*/ 126979 h 255297"/>
                  <a:gd name="connsiteX23" fmla="*/ 261951 w 1896817"/>
                  <a:gd name="connsiteY23" fmla="*/ 108164 h 255297"/>
                  <a:gd name="connsiteX24" fmla="*/ 254798 w 1896817"/>
                  <a:gd name="connsiteY24" fmla="*/ 87429 h 255297"/>
                  <a:gd name="connsiteX25" fmla="*/ 241102 w 1896817"/>
                  <a:gd name="connsiteY25" fmla="*/ 33932 h 255297"/>
                  <a:gd name="connsiteX26" fmla="*/ 235860 w 1896817"/>
                  <a:gd name="connsiteY26" fmla="*/ 31684 h 255297"/>
                  <a:gd name="connsiteX27" fmla="*/ 223749 w 1896817"/>
                  <a:gd name="connsiteY27" fmla="*/ 30942 h 255297"/>
                  <a:gd name="connsiteX28" fmla="*/ 222855 w 1896817"/>
                  <a:gd name="connsiteY28" fmla="*/ 30833 h 255297"/>
                  <a:gd name="connsiteX29" fmla="*/ 188352 w 1896817"/>
                  <a:gd name="connsiteY29" fmla="*/ 24503 h 255297"/>
                  <a:gd name="connsiteX30" fmla="*/ 155596 w 1896817"/>
                  <a:gd name="connsiteY30" fmla="*/ 18217 h 255297"/>
                  <a:gd name="connsiteX31" fmla="*/ 118776 w 1896817"/>
                  <a:gd name="connsiteY31" fmla="*/ 11778 h 255297"/>
                  <a:gd name="connsiteX32" fmla="*/ 2221 w 1896817"/>
                  <a:gd name="connsiteY32" fmla="*/ 2786 h 255297"/>
                  <a:gd name="connsiteX33" fmla="*/ 26 w 1896817"/>
                  <a:gd name="connsiteY33" fmla="*/ 1236 h 255297"/>
                  <a:gd name="connsiteX34" fmla="*/ 2911 w 1896817"/>
                  <a:gd name="connsiteY34" fmla="*/ 14 h 255297"/>
                  <a:gd name="connsiteX35" fmla="*/ 121580 w 1896817"/>
                  <a:gd name="connsiteY35" fmla="*/ 9290 h 255297"/>
                  <a:gd name="connsiteX36" fmla="*/ 163927 w 1896817"/>
                  <a:gd name="connsiteY36" fmla="*/ 16755 h 255297"/>
                  <a:gd name="connsiteX37" fmla="*/ 204120 w 1896817"/>
                  <a:gd name="connsiteY37" fmla="*/ 24481 h 255297"/>
                  <a:gd name="connsiteX38" fmla="*/ 224440 w 1896817"/>
                  <a:gd name="connsiteY38" fmla="*/ 28214 h 255297"/>
                  <a:gd name="connsiteX39" fmla="*/ 237120 w 1896817"/>
                  <a:gd name="connsiteY39" fmla="*/ 28956 h 255297"/>
                  <a:gd name="connsiteX40" fmla="*/ 238420 w 1896817"/>
                  <a:gd name="connsiteY40" fmla="*/ 29218 h 255297"/>
                  <a:gd name="connsiteX41" fmla="*/ 245085 w 1896817"/>
                  <a:gd name="connsiteY41" fmla="*/ 32099 h 255297"/>
                  <a:gd name="connsiteX42" fmla="*/ 245979 w 1896817"/>
                  <a:gd name="connsiteY42" fmla="*/ 33016 h 255297"/>
                  <a:gd name="connsiteX43" fmla="*/ 259878 w 1896817"/>
                  <a:gd name="connsiteY43" fmla="*/ 86993 h 255297"/>
                  <a:gd name="connsiteX44" fmla="*/ 266909 w 1896817"/>
                  <a:gd name="connsiteY44" fmla="*/ 107619 h 255297"/>
                  <a:gd name="connsiteX45" fmla="*/ 273736 w 1896817"/>
                  <a:gd name="connsiteY45" fmla="*/ 125626 h 255297"/>
                  <a:gd name="connsiteX46" fmla="*/ 400533 w 1896817"/>
                  <a:gd name="connsiteY46" fmla="*/ 151250 h 255297"/>
                  <a:gd name="connsiteX47" fmla="*/ 526436 w 1896817"/>
                  <a:gd name="connsiteY47" fmla="*/ 172553 h 255297"/>
                  <a:gd name="connsiteX48" fmla="*/ 653314 w 1896817"/>
                  <a:gd name="connsiteY48" fmla="*/ 187373 h 255297"/>
                  <a:gd name="connsiteX49" fmla="*/ 655183 w 1896817"/>
                  <a:gd name="connsiteY49" fmla="*/ 188159 h 255297"/>
                  <a:gd name="connsiteX50" fmla="*/ 665018 w 1896817"/>
                  <a:gd name="connsiteY50" fmla="*/ 200949 h 255297"/>
                  <a:gd name="connsiteX51" fmla="*/ 791815 w 1896817"/>
                  <a:gd name="connsiteY51" fmla="*/ 212299 h 255297"/>
                  <a:gd name="connsiteX52" fmla="*/ 1047888 w 1896817"/>
                  <a:gd name="connsiteY52" fmla="*/ 212932 h 255297"/>
                  <a:gd name="connsiteX53" fmla="*/ 1049879 w 1896817"/>
                  <a:gd name="connsiteY53" fmla="*/ 213412 h 255297"/>
                  <a:gd name="connsiteX54" fmla="*/ 1062762 w 1896817"/>
                  <a:gd name="connsiteY54" fmla="*/ 222164 h 255297"/>
                  <a:gd name="connsiteX55" fmla="*/ 1191062 w 1896817"/>
                  <a:gd name="connsiteY55" fmla="*/ 222426 h 255297"/>
                  <a:gd name="connsiteX56" fmla="*/ 1192973 w 1896817"/>
                  <a:gd name="connsiteY56" fmla="*/ 222907 h 255297"/>
                  <a:gd name="connsiteX57" fmla="*/ 1207156 w 1896817"/>
                  <a:gd name="connsiteY57" fmla="*/ 231812 h 255297"/>
                  <a:gd name="connsiteX58" fmla="*/ 1597869 w 1896817"/>
                  <a:gd name="connsiteY58" fmla="*/ 232663 h 255297"/>
                  <a:gd name="connsiteX59" fmla="*/ 1599576 w 1896817"/>
                  <a:gd name="connsiteY59" fmla="*/ 233034 h 255297"/>
                  <a:gd name="connsiteX60" fmla="*/ 1617417 w 1896817"/>
                  <a:gd name="connsiteY60" fmla="*/ 242201 h 255297"/>
                  <a:gd name="connsiteX61" fmla="*/ 1748278 w 1896817"/>
                  <a:gd name="connsiteY61" fmla="*/ 242463 h 255297"/>
                  <a:gd name="connsiteX62" fmla="*/ 1749862 w 1896817"/>
                  <a:gd name="connsiteY62" fmla="*/ 242834 h 255297"/>
                  <a:gd name="connsiteX63" fmla="*/ 1769207 w 1896817"/>
                  <a:gd name="connsiteY63" fmla="*/ 252198 h 255297"/>
                  <a:gd name="connsiteX64" fmla="*/ 1894216 w 1896817"/>
                  <a:gd name="connsiteY64" fmla="*/ 252460 h 255297"/>
                  <a:gd name="connsiteX65" fmla="*/ 1896817 w 1896817"/>
                  <a:gd name="connsiteY65" fmla="*/ 253900 h 255297"/>
                  <a:gd name="connsiteX66" fmla="*/ 1894216 w 1896817"/>
                  <a:gd name="connsiteY66" fmla="*/ 255275 h 25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896817" h="255297">
                    <a:moveTo>
                      <a:pt x="1894256" y="255297"/>
                    </a:moveTo>
                    <a:lnTo>
                      <a:pt x="1894256" y="255297"/>
                    </a:lnTo>
                    <a:lnTo>
                      <a:pt x="1768272" y="255035"/>
                    </a:lnTo>
                    <a:cubicBezTo>
                      <a:pt x="1767663" y="255035"/>
                      <a:pt x="1767094" y="254926"/>
                      <a:pt x="1766566" y="254664"/>
                    </a:cubicBezTo>
                    <a:lnTo>
                      <a:pt x="1747302" y="245279"/>
                    </a:lnTo>
                    <a:lnTo>
                      <a:pt x="1616442" y="245017"/>
                    </a:lnTo>
                    <a:cubicBezTo>
                      <a:pt x="1615750" y="245017"/>
                      <a:pt x="1615141" y="244864"/>
                      <a:pt x="1614653" y="244646"/>
                    </a:cubicBezTo>
                    <a:lnTo>
                      <a:pt x="1596812" y="235435"/>
                    </a:lnTo>
                    <a:lnTo>
                      <a:pt x="1206099" y="234627"/>
                    </a:lnTo>
                    <a:cubicBezTo>
                      <a:pt x="1205286" y="234627"/>
                      <a:pt x="1204596" y="234453"/>
                      <a:pt x="1204108" y="234147"/>
                    </a:cubicBezTo>
                    <a:lnTo>
                      <a:pt x="1189925" y="225242"/>
                    </a:lnTo>
                    <a:lnTo>
                      <a:pt x="1061624" y="224980"/>
                    </a:lnTo>
                    <a:cubicBezTo>
                      <a:pt x="1060933" y="224980"/>
                      <a:pt x="1060161" y="224762"/>
                      <a:pt x="1059714" y="224456"/>
                    </a:cubicBezTo>
                    <a:lnTo>
                      <a:pt x="1046709" y="215769"/>
                    </a:lnTo>
                    <a:lnTo>
                      <a:pt x="791409" y="215071"/>
                    </a:lnTo>
                    <a:lnTo>
                      <a:pt x="663230" y="203612"/>
                    </a:lnTo>
                    <a:cubicBezTo>
                      <a:pt x="662336" y="203546"/>
                      <a:pt x="661158" y="203197"/>
                      <a:pt x="660873" y="202761"/>
                    </a:cubicBezTo>
                    <a:lnTo>
                      <a:pt x="651038" y="189905"/>
                    </a:lnTo>
                    <a:lnTo>
                      <a:pt x="647787" y="189534"/>
                    </a:lnTo>
                    <a:lnTo>
                      <a:pt x="523876" y="175041"/>
                    </a:lnTo>
                    <a:lnTo>
                      <a:pt x="397892" y="153716"/>
                    </a:lnTo>
                    <a:lnTo>
                      <a:pt x="270688" y="127983"/>
                    </a:lnTo>
                    <a:cubicBezTo>
                      <a:pt x="269916" y="127830"/>
                      <a:pt x="269307" y="127459"/>
                      <a:pt x="269103" y="126979"/>
                    </a:cubicBezTo>
                    <a:lnTo>
                      <a:pt x="261951" y="108164"/>
                    </a:lnTo>
                    <a:lnTo>
                      <a:pt x="254798" y="87429"/>
                    </a:lnTo>
                    <a:lnTo>
                      <a:pt x="241102" y="33932"/>
                    </a:lnTo>
                    <a:lnTo>
                      <a:pt x="235860" y="31684"/>
                    </a:lnTo>
                    <a:lnTo>
                      <a:pt x="223749" y="30942"/>
                    </a:lnTo>
                    <a:cubicBezTo>
                      <a:pt x="223749" y="30942"/>
                      <a:pt x="223058" y="30898"/>
                      <a:pt x="222855" y="30833"/>
                    </a:cubicBezTo>
                    <a:lnTo>
                      <a:pt x="188352" y="24503"/>
                    </a:lnTo>
                    <a:lnTo>
                      <a:pt x="155596" y="18217"/>
                    </a:lnTo>
                    <a:lnTo>
                      <a:pt x="118776" y="11778"/>
                    </a:lnTo>
                    <a:lnTo>
                      <a:pt x="2221" y="2786"/>
                    </a:lnTo>
                    <a:cubicBezTo>
                      <a:pt x="839" y="2677"/>
                      <a:pt x="-177" y="1978"/>
                      <a:pt x="26" y="1236"/>
                    </a:cubicBezTo>
                    <a:cubicBezTo>
                      <a:pt x="229" y="450"/>
                      <a:pt x="1489" y="-95"/>
                      <a:pt x="2911" y="14"/>
                    </a:cubicBezTo>
                    <a:lnTo>
                      <a:pt x="121580" y="9290"/>
                    </a:lnTo>
                    <a:lnTo>
                      <a:pt x="163927" y="16755"/>
                    </a:lnTo>
                    <a:lnTo>
                      <a:pt x="204120" y="24481"/>
                    </a:lnTo>
                    <a:lnTo>
                      <a:pt x="224440" y="28214"/>
                    </a:lnTo>
                    <a:lnTo>
                      <a:pt x="237120" y="28956"/>
                    </a:lnTo>
                    <a:cubicBezTo>
                      <a:pt x="237607" y="29000"/>
                      <a:pt x="238014" y="29065"/>
                      <a:pt x="238420" y="29218"/>
                    </a:cubicBezTo>
                    <a:lnTo>
                      <a:pt x="245085" y="32099"/>
                    </a:lnTo>
                    <a:cubicBezTo>
                      <a:pt x="245573" y="32317"/>
                      <a:pt x="245857" y="32623"/>
                      <a:pt x="245979" y="33016"/>
                    </a:cubicBezTo>
                    <a:lnTo>
                      <a:pt x="259878" y="86993"/>
                    </a:lnTo>
                    <a:lnTo>
                      <a:pt x="266909" y="107619"/>
                    </a:lnTo>
                    <a:lnTo>
                      <a:pt x="273736" y="125626"/>
                    </a:lnTo>
                    <a:lnTo>
                      <a:pt x="400533" y="151250"/>
                    </a:lnTo>
                    <a:lnTo>
                      <a:pt x="526436" y="172553"/>
                    </a:lnTo>
                    <a:lnTo>
                      <a:pt x="653314" y="187373"/>
                    </a:lnTo>
                    <a:cubicBezTo>
                      <a:pt x="654127" y="187417"/>
                      <a:pt x="654818" y="187744"/>
                      <a:pt x="655183" y="188159"/>
                    </a:cubicBezTo>
                    <a:lnTo>
                      <a:pt x="665018" y="200949"/>
                    </a:lnTo>
                    <a:lnTo>
                      <a:pt x="791815" y="212299"/>
                    </a:lnTo>
                    <a:lnTo>
                      <a:pt x="1047888" y="212932"/>
                    </a:lnTo>
                    <a:cubicBezTo>
                      <a:pt x="1048660" y="212932"/>
                      <a:pt x="1049391" y="213085"/>
                      <a:pt x="1049879" y="213412"/>
                    </a:cubicBezTo>
                    <a:lnTo>
                      <a:pt x="1062762" y="222164"/>
                    </a:lnTo>
                    <a:lnTo>
                      <a:pt x="1191062" y="222426"/>
                    </a:lnTo>
                    <a:cubicBezTo>
                      <a:pt x="1191753" y="222426"/>
                      <a:pt x="1192444" y="222601"/>
                      <a:pt x="1192973" y="222907"/>
                    </a:cubicBezTo>
                    <a:lnTo>
                      <a:pt x="1207156" y="231812"/>
                    </a:lnTo>
                    <a:lnTo>
                      <a:pt x="1597869" y="232663"/>
                    </a:lnTo>
                    <a:cubicBezTo>
                      <a:pt x="1598478" y="232663"/>
                      <a:pt x="1599048" y="232772"/>
                      <a:pt x="1599576" y="233034"/>
                    </a:cubicBezTo>
                    <a:lnTo>
                      <a:pt x="1617417" y="242201"/>
                    </a:lnTo>
                    <a:lnTo>
                      <a:pt x="1748278" y="242463"/>
                    </a:lnTo>
                    <a:cubicBezTo>
                      <a:pt x="1748887" y="242463"/>
                      <a:pt x="1749456" y="242638"/>
                      <a:pt x="1749862" y="242834"/>
                    </a:cubicBezTo>
                    <a:lnTo>
                      <a:pt x="1769207" y="252198"/>
                    </a:lnTo>
                    <a:lnTo>
                      <a:pt x="1894216" y="252460"/>
                    </a:lnTo>
                    <a:cubicBezTo>
                      <a:pt x="1895598" y="252460"/>
                      <a:pt x="1896817" y="253093"/>
                      <a:pt x="1896817" y="253900"/>
                    </a:cubicBezTo>
                    <a:cubicBezTo>
                      <a:pt x="1896817" y="254642"/>
                      <a:pt x="1895638" y="255275"/>
                      <a:pt x="1894216" y="2552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3" name="Freeform: Shape 92">
                <a:extLst>
                  <a:ext uri="{FF2B5EF4-FFF2-40B4-BE49-F238E27FC236}">
                    <a16:creationId xmlns:a16="http://schemas.microsoft.com/office/drawing/2014/main" id="{CC160B05-9447-4374-8527-4285B990BFE1}"/>
                  </a:ext>
                </a:extLst>
              </p:cNvPr>
              <p:cNvSpPr/>
              <p:nvPr/>
            </p:nvSpPr>
            <p:spPr>
              <a:xfrm>
                <a:off x="8541349" y="6246285"/>
                <a:ext cx="3650650" cy="9581"/>
              </a:xfrm>
              <a:custGeom>
                <a:avLst/>
                <a:gdLst>
                  <a:gd name="connsiteX0" fmla="*/ 3650651 w 3650650"/>
                  <a:gd name="connsiteY0" fmla="*/ 6766 h 9581"/>
                  <a:gd name="connsiteX1" fmla="*/ 2561 w 3650650"/>
                  <a:gd name="connsiteY1" fmla="*/ 0 h 9581"/>
                  <a:gd name="connsiteX2" fmla="*/ 2479 w 3650650"/>
                  <a:gd name="connsiteY2" fmla="*/ 0 h 9581"/>
                  <a:gd name="connsiteX3" fmla="*/ 0 w 3650650"/>
                  <a:gd name="connsiteY3" fmla="*/ 1397 h 9581"/>
                  <a:gd name="connsiteX4" fmla="*/ 2479 w 3650650"/>
                  <a:gd name="connsiteY4" fmla="*/ 2772 h 9581"/>
                  <a:gd name="connsiteX5" fmla="*/ 3650651 w 3650650"/>
                  <a:gd name="connsiteY5" fmla="*/ 9582 h 9581"/>
                  <a:gd name="connsiteX6" fmla="*/ 3650651 w 3650650"/>
                  <a:gd name="connsiteY6" fmla="*/ 6766 h 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0650" h="9581">
                    <a:moveTo>
                      <a:pt x="3650651" y="6766"/>
                    </a:moveTo>
                    <a:lnTo>
                      <a:pt x="2561" y="0"/>
                    </a:lnTo>
                    <a:lnTo>
                      <a:pt x="2479" y="0"/>
                    </a:lnTo>
                    <a:cubicBezTo>
                      <a:pt x="1097" y="0"/>
                      <a:pt x="0" y="589"/>
                      <a:pt x="0" y="1397"/>
                    </a:cubicBezTo>
                    <a:cubicBezTo>
                      <a:pt x="0" y="2204"/>
                      <a:pt x="1097" y="2772"/>
                      <a:pt x="2479" y="2772"/>
                    </a:cubicBezTo>
                    <a:lnTo>
                      <a:pt x="3650651" y="9582"/>
                    </a:lnTo>
                    <a:lnTo>
                      <a:pt x="3650651" y="676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4" name="Freeform: Shape 93">
                <a:extLst>
                  <a:ext uri="{FF2B5EF4-FFF2-40B4-BE49-F238E27FC236}">
                    <a16:creationId xmlns:a16="http://schemas.microsoft.com/office/drawing/2014/main" id="{D638E1E2-AA38-4885-9DCF-40CD997D85ED}"/>
                  </a:ext>
                </a:extLst>
              </p:cNvPr>
              <p:cNvSpPr/>
              <p:nvPr/>
            </p:nvSpPr>
            <p:spPr>
              <a:xfrm>
                <a:off x="8007127" y="6236764"/>
                <a:ext cx="550072" cy="20259"/>
              </a:xfrm>
              <a:custGeom>
                <a:avLst/>
                <a:gdLst>
                  <a:gd name="connsiteX0" fmla="*/ 547593 w 550072"/>
                  <a:gd name="connsiteY0" fmla="*/ 20238 h 20259"/>
                  <a:gd name="connsiteX1" fmla="*/ 547593 w 550072"/>
                  <a:gd name="connsiteY1" fmla="*/ 20238 h 20259"/>
                  <a:gd name="connsiteX2" fmla="*/ 434207 w 550072"/>
                  <a:gd name="connsiteY2" fmla="*/ 20019 h 20259"/>
                  <a:gd name="connsiteX3" fmla="*/ 432500 w 550072"/>
                  <a:gd name="connsiteY3" fmla="*/ 19648 h 20259"/>
                  <a:gd name="connsiteX4" fmla="*/ 416935 w 550072"/>
                  <a:gd name="connsiteY4" fmla="*/ 12075 h 20259"/>
                  <a:gd name="connsiteX5" fmla="*/ 180410 w 550072"/>
                  <a:gd name="connsiteY5" fmla="*/ 11660 h 20259"/>
                  <a:gd name="connsiteX6" fmla="*/ 61335 w 550072"/>
                  <a:gd name="connsiteY6" fmla="*/ 4413 h 20259"/>
                  <a:gd name="connsiteX7" fmla="*/ 2488 w 550072"/>
                  <a:gd name="connsiteY7" fmla="*/ 2820 h 20259"/>
                  <a:gd name="connsiteX8" fmla="*/ 9 w 550072"/>
                  <a:gd name="connsiteY8" fmla="*/ 1336 h 20259"/>
                  <a:gd name="connsiteX9" fmla="*/ 2692 w 550072"/>
                  <a:gd name="connsiteY9" fmla="*/ 5 h 20259"/>
                  <a:gd name="connsiteX10" fmla="*/ 61741 w 550072"/>
                  <a:gd name="connsiteY10" fmla="*/ 1598 h 20259"/>
                  <a:gd name="connsiteX11" fmla="*/ 180695 w 550072"/>
                  <a:gd name="connsiteY11" fmla="*/ 8844 h 20259"/>
                  <a:gd name="connsiteX12" fmla="*/ 417911 w 550072"/>
                  <a:gd name="connsiteY12" fmla="*/ 9259 h 20259"/>
                  <a:gd name="connsiteX13" fmla="*/ 419617 w 550072"/>
                  <a:gd name="connsiteY13" fmla="*/ 9630 h 20259"/>
                  <a:gd name="connsiteX14" fmla="*/ 435101 w 550072"/>
                  <a:gd name="connsiteY14" fmla="*/ 17204 h 20259"/>
                  <a:gd name="connsiteX15" fmla="*/ 547593 w 550072"/>
                  <a:gd name="connsiteY15" fmla="*/ 17422 h 20259"/>
                  <a:gd name="connsiteX16" fmla="*/ 550072 w 550072"/>
                  <a:gd name="connsiteY16" fmla="*/ 18819 h 20259"/>
                  <a:gd name="connsiteX17" fmla="*/ 547593 w 550072"/>
                  <a:gd name="connsiteY17" fmla="*/ 20260 h 20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0072" h="20259">
                    <a:moveTo>
                      <a:pt x="547593" y="20238"/>
                    </a:moveTo>
                    <a:lnTo>
                      <a:pt x="547593" y="20238"/>
                    </a:lnTo>
                    <a:lnTo>
                      <a:pt x="434207" y="20019"/>
                    </a:lnTo>
                    <a:cubicBezTo>
                      <a:pt x="433516" y="20019"/>
                      <a:pt x="432907" y="19867"/>
                      <a:pt x="432500" y="19648"/>
                    </a:cubicBezTo>
                    <a:lnTo>
                      <a:pt x="416935" y="12075"/>
                    </a:lnTo>
                    <a:lnTo>
                      <a:pt x="180410" y="11660"/>
                    </a:lnTo>
                    <a:lnTo>
                      <a:pt x="61335" y="4413"/>
                    </a:lnTo>
                    <a:lnTo>
                      <a:pt x="2488" y="2820"/>
                    </a:lnTo>
                    <a:cubicBezTo>
                      <a:pt x="985" y="2776"/>
                      <a:pt x="-113" y="2122"/>
                      <a:pt x="9" y="1336"/>
                    </a:cubicBezTo>
                    <a:cubicBezTo>
                      <a:pt x="131" y="594"/>
                      <a:pt x="1310" y="-61"/>
                      <a:pt x="2692" y="5"/>
                    </a:cubicBezTo>
                    <a:lnTo>
                      <a:pt x="61741" y="1598"/>
                    </a:lnTo>
                    <a:lnTo>
                      <a:pt x="180695" y="8844"/>
                    </a:lnTo>
                    <a:lnTo>
                      <a:pt x="417911" y="9259"/>
                    </a:lnTo>
                    <a:cubicBezTo>
                      <a:pt x="418520" y="9259"/>
                      <a:pt x="419088" y="9412"/>
                      <a:pt x="419617" y="9630"/>
                    </a:cubicBezTo>
                    <a:lnTo>
                      <a:pt x="435101" y="17204"/>
                    </a:lnTo>
                    <a:lnTo>
                      <a:pt x="547593" y="17422"/>
                    </a:lnTo>
                    <a:cubicBezTo>
                      <a:pt x="548975" y="17422"/>
                      <a:pt x="550072" y="18055"/>
                      <a:pt x="550072" y="18819"/>
                    </a:cubicBezTo>
                    <a:cubicBezTo>
                      <a:pt x="550072" y="19627"/>
                      <a:pt x="548975" y="20260"/>
                      <a:pt x="547593" y="202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5" name="Freeform: Shape 94">
                <a:extLst>
                  <a:ext uri="{FF2B5EF4-FFF2-40B4-BE49-F238E27FC236}">
                    <a16:creationId xmlns:a16="http://schemas.microsoft.com/office/drawing/2014/main" id="{160C8B1E-FCC7-42C0-8010-3D2EB230EE42}"/>
                  </a:ext>
                </a:extLst>
              </p:cNvPr>
              <p:cNvSpPr/>
              <p:nvPr/>
            </p:nvSpPr>
            <p:spPr>
              <a:xfrm>
                <a:off x="121" y="5683984"/>
                <a:ext cx="1479759" cy="147159"/>
              </a:xfrm>
              <a:custGeom>
                <a:avLst/>
                <a:gdLst>
                  <a:gd name="connsiteX0" fmla="*/ 1476898 w 1479759"/>
                  <a:gd name="connsiteY0" fmla="*/ 41629 h 147159"/>
                  <a:gd name="connsiteX1" fmla="*/ 1452311 w 1479759"/>
                  <a:gd name="connsiteY1" fmla="*/ 42851 h 147159"/>
                  <a:gd name="connsiteX2" fmla="*/ 1390457 w 1479759"/>
                  <a:gd name="connsiteY2" fmla="*/ 39119 h 147159"/>
                  <a:gd name="connsiteX3" fmla="*/ 1338722 w 1479759"/>
                  <a:gd name="connsiteY3" fmla="*/ 37154 h 147159"/>
                  <a:gd name="connsiteX4" fmla="*/ 1308080 w 1479759"/>
                  <a:gd name="connsiteY4" fmla="*/ 38748 h 147159"/>
                  <a:gd name="connsiteX5" fmla="*/ 1261994 w 1479759"/>
                  <a:gd name="connsiteY5" fmla="*/ 36674 h 147159"/>
                  <a:gd name="connsiteX6" fmla="*/ 1164052 w 1479759"/>
                  <a:gd name="connsiteY6" fmla="*/ 26918 h 147159"/>
                  <a:gd name="connsiteX7" fmla="*/ 1095695 w 1479759"/>
                  <a:gd name="connsiteY7" fmla="*/ 25957 h 147159"/>
                  <a:gd name="connsiteX8" fmla="*/ 1075538 w 1479759"/>
                  <a:gd name="connsiteY8" fmla="*/ 26656 h 147159"/>
                  <a:gd name="connsiteX9" fmla="*/ 1001329 w 1479759"/>
                  <a:gd name="connsiteY9" fmla="*/ 22509 h 147159"/>
                  <a:gd name="connsiteX10" fmla="*/ 905825 w 1479759"/>
                  <a:gd name="connsiteY10" fmla="*/ 10155 h 147159"/>
                  <a:gd name="connsiteX11" fmla="*/ 809061 w 1479759"/>
                  <a:gd name="connsiteY11" fmla="*/ 27 h 147159"/>
                  <a:gd name="connsiteX12" fmla="*/ 807598 w 1479759"/>
                  <a:gd name="connsiteY12" fmla="*/ 93 h 147159"/>
                  <a:gd name="connsiteX13" fmla="*/ 773379 w 1479759"/>
                  <a:gd name="connsiteY13" fmla="*/ 7928 h 147159"/>
                  <a:gd name="connsiteX14" fmla="*/ 738835 w 1479759"/>
                  <a:gd name="connsiteY14" fmla="*/ 10700 h 147159"/>
                  <a:gd name="connsiteX15" fmla="*/ 703316 w 1479759"/>
                  <a:gd name="connsiteY15" fmla="*/ 8671 h 147159"/>
                  <a:gd name="connsiteX16" fmla="*/ 671373 w 1479759"/>
                  <a:gd name="connsiteY16" fmla="*/ 7186 h 147159"/>
                  <a:gd name="connsiteX17" fmla="*/ 604520 w 1479759"/>
                  <a:gd name="connsiteY17" fmla="*/ 682 h 147159"/>
                  <a:gd name="connsiteX18" fmla="*/ 567863 w 1479759"/>
                  <a:gd name="connsiteY18" fmla="*/ 900 h 147159"/>
                  <a:gd name="connsiteX19" fmla="*/ 567172 w 1479759"/>
                  <a:gd name="connsiteY19" fmla="*/ 966 h 147159"/>
                  <a:gd name="connsiteX20" fmla="*/ 530027 w 1479759"/>
                  <a:gd name="connsiteY20" fmla="*/ 7143 h 147159"/>
                  <a:gd name="connsiteX21" fmla="*/ 492313 w 1479759"/>
                  <a:gd name="connsiteY21" fmla="*/ 12359 h 147159"/>
                  <a:gd name="connsiteX22" fmla="*/ 491378 w 1479759"/>
                  <a:gd name="connsiteY22" fmla="*/ 12621 h 147159"/>
                  <a:gd name="connsiteX23" fmla="*/ 453136 w 1479759"/>
                  <a:gd name="connsiteY23" fmla="*/ 29297 h 147159"/>
                  <a:gd name="connsiteX24" fmla="*/ 414650 w 1479759"/>
                  <a:gd name="connsiteY24" fmla="*/ 37132 h 147159"/>
                  <a:gd name="connsiteX25" fmla="*/ 376001 w 1479759"/>
                  <a:gd name="connsiteY25" fmla="*/ 46190 h 147159"/>
                  <a:gd name="connsiteX26" fmla="*/ 338816 w 1479759"/>
                  <a:gd name="connsiteY26" fmla="*/ 47784 h 147159"/>
                  <a:gd name="connsiteX27" fmla="*/ 337962 w 1479759"/>
                  <a:gd name="connsiteY27" fmla="*/ 47937 h 147159"/>
                  <a:gd name="connsiteX28" fmla="*/ 335564 w 1479759"/>
                  <a:gd name="connsiteY28" fmla="*/ 48526 h 147159"/>
                  <a:gd name="connsiteX29" fmla="*/ 334833 w 1479759"/>
                  <a:gd name="connsiteY29" fmla="*/ 48788 h 147159"/>
                  <a:gd name="connsiteX30" fmla="*/ 294396 w 1479759"/>
                  <a:gd name="connsiteY30" fmla="*/ 70374 h 147159"/>
                  <a:gd name="connsiteX31" fmla="*/ 253472 w 1479759"/>
                  <a:gd name="connsiteY31" fmla="*/ 85980 h 147159"/>
                  <a:gd name="connsiteX32" fmla="*/ 212222 w 1479759"/>
                  <a:gd name="connsiteY32" fmla="*/ 98181 h 147159"/>
                  <a:gd name="connsiteX33" fmla="*/ 170038 w 1479759"/>
                  <a:gd name="connsiteY33" fmla="*/ 106868 h 147159"/>
                  <a:gd name="connsiteX34" fmla="*/ 127447 w 1479759"/>
                  <a:gd name="connsiteY34" fmla="*/ 116559 h 147159"/>
                  <a:gd name="connsiteX35" fmla="*/ 40193 w 1479759"/>
                  <a:gd name="connsiteY35" fmla="*/ 134042 h 147159"/>
                  <a:gd name="connsiteX36" fmla="*/ 0 w 1479759"/>
                  <a:gd name="connsiteY36" fmla="*/ 144061 h 147159"/>
                  <a:gd name="connsiteX37" fmla="*/ 0 w 1479759"/>
                  <a:gd name="connsiteY37" fmla="*/ 147160 h 147159"/>
                  <a:gd name="connsiteX38" fmla="*/ 42062 w 1479759"/>
                  <a:gd name="connsiteY38" fmla="*/ 136661 h 147159"/>
                  <a:gd name="connsiteX39" fmla="*/ 129276 w 1479759"/>
                  <a:gd name="connsiteY39" fmla="*/ 119178 h 147159"/>
                  <a:gd name="connsiteX40" fmla="*/ 171867 w 1479759"/>
                  <a:gd name="connsiteY40" fmla="*/ 109487 h 147159"/>
                  <a:gd name="connsiteX41" fmla="*/ 214295 w 1479759"/>
                  <a:gd name="connsiteY41" fmla="*/ 100735 h 147159"/>
                  <a:gd name="connsiteX42" fmla="*/ 256113 w 1479759"/>
                  <a:gd name="connsiteY42" fmla="*/ 88381 h 147159"/>
                  <a:gd name="connsiteX43" fmla="*/ 297566 w 1479759"/>
                  <a:gd name="connsiteY43" fmla="*/ 72557 h 147159"/>
                  <a:gd name="connsiteX44" fmla="*/ 338044 w 1479759"/>
                  <a:gd name="connsiteY44" fmla="*/ 50970 h 147159"/>
                  <a:gd name="connsiteX45" fmla="*/ 339628 w 1479759"/>
                  <a:gd name="connsiteY45" fmla="*/ 50599 h 147159"/>
                  <a:gd name="connsiteX46" fmla="*/ 374213 w 1479759"/>
                  <a:gd name="connsiteY46" fmla="*/ 49093 h 147159"/>
                  <a:gd name="connsiteX47" fmla="*/ 376895 w 1479759"/>
                  <a:gd name="connsiteY47" fmla="*/ 48941 h 147159"/>
                  <a:gd name="connsiteX48" fmla="*/ 377627 w 1479759"/>
                  <a:gd name="connsiteY48" fmla="*/ 48831 h 147159"/>
                  <a:gd name="connsiteX49" fmla="*/ 416479 w 1479759"/>
                  <a:gd name="connsiteY49" fmla="*/ 39773 h 147159"/>
                  <a:gd name="connsiteX50" fmla="*/ 455290 w 1479759"/>
                  <a:gd name="connsiteY50" fmla="*/ 31829 h 147159"/>
                  <a:gd name="connsiteX51" fmla="*/ 455981 w 1479759"/>
                  <a:gd name="connsiteY51" fmla="*/ 31610 h 147159"/>
                  <a:gd name="connsiteX52" fmla="*/ 494142 w 1479759"/>
                  <a:gd name="connsiteY52" fmla="*/ 14978 h 147159"/>
                  <a:gd name="connsiteX53" fmla="*/ 531449 w 1479759"/>
                  <a:gd name="connsiteY53" fmla="*/ 9806 h 147159"/>
                  <a:gd name="connsiteX54" fmla="*/ 568350 w 1479759"/>
                  <a:gd name="connsiteY54" fmla="*/ 3672 h 147159"/>
                  <a:gd name="connsiteX55" fmla="*/ 604114 w 1479759"/>
                  <a:gd name="connsiteY55" fmla="*/ 3410 h 147159"/>
                  <a:gd name="connsiteX56" fmla="*/ 670804 w 1479759"/>
                  <a:gd name="connsiteY56" fmla="*/ 9915 h 147159"/>
                  <a:gd name="connsiteX57" fmla="*/ 702909 w 1479759"/>
                  <a:gd name="connsiteY57" fmla="*/ 11399 h 147159"/>
                  <a:gd name="connsiteX58" fmla="*/ 739038 w 1479759"/>
                  <a:gd name="connsiteY58" fmla="*/ 13472 h 147159"/>
                  <a:gd name="connsiteX59" fmla="*/ 774802 w 1479759"/>
                  <a:gd name="connsiteY59" fmla="*/ 10591 h 147159"/>
                  <a:gd name="connsiteX60" fmla="*/ 808939 w 1479759"/>
                  <a:gd name="connsiteY60" fmla="*/ 2821 h 147159"/>
                  <a:gd name="connsiteX61" fmla="*/ 904890 w 1479759"/>
                  <a:gd name="connsiteY61" fmla="*/ 12883 h 147159"/>
                  <a:gd name="connsiteX62" fmla="*/ 1000638 w 1479759"/>
                  <a:gd name="connsiteY62" fmla="*/ 25259 h 147159"/>
                  <a:gd name="connsiteX63" fmla="*/ 1075538 w 1479759"/>
                  <a:gd name="connsiteY63" fmla="*/ 29471 h 147159"/>
                  <a:gd name="connsiteX64" fmla="*/ 1095898 w 1479759"/>
                  <a:gd name="connsiteY64" fmla="*/ 28795 h 147159"/>
                  <a:gd name="connsiteX65" fmla="*/ 1163645 w 1479759"/>
                  <a:gd name="connsiteY65" fmla="*/ 29711 h 147159"/>
                  <a:gd name="connsiteX66" fmla="*/ 1261425 w 1479759"/>
                  <a:gd name="connsiteY66" fmla="*/ 39468 h 147159"/>
                  <a:gd name="connsiteX67" fmla="*/ 1306982 w 1479759"/>
                  <a:gd name="connsiteY67" fmla="*/ 41541 h 147159"/>
                  <a:gd name="connsiteX68" fmla="*/ 1308161 w 1479759"/>
                  <a:gd name="connsiteY68" fmla="*/ 41541 h 147159"/>
                  <a:gd name="connsiteX69" fmla="*/ 1339047 w 1479759"/>
                  <a:gd name="connsiteY69" fmla="*/ 39992 h 147159"/>
                  <a:gd name="connsiteX70" fmla="*/ 1390091 w 1479759"/>
                  <a:gd name="connsiteY70" fmla="*/ 41956 h 147159"/>
                  <a:gd name="connsiteX71" fmla="*/ 1452352 w 1479759"/>
                  <a:gd name="connsiteY71" fmla="*/ 45688 h 147159"/>
                  <a:gd name="connsiteX72" fmla="*/ 1477467 w 1479759"/>
                  <a:gd name="connsiteY72" fmla="*/ 44466 h 147159"/>
                  <a:gd name="connsiteX73" fmla="*/ 1479743 w 1479759"/>
                  <a:gd name="connsiteY73" fmla="*/ 42916 h 147159"/>
                  <a:gd name="connsiteX74" fmla="*/ 1477020 w 1479759"/>
                  <a:gd name="connsiteY74" fmla="*/ 41650 h 14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479759" h="147159">
                    <a:moveTo>
                      <a:pt x="1476898" y="41629"/>
                    </a:moveTo>
                    <a:lnTo>
                      <a:pt x="1452311" y="42851"/>
                    </a:lnTo>
                    <a:lnTo>
                      <a:pt x="1390457" y="39119"/>
                    </a:lnTo>
                    <a:lnTo>
                      <a:pt x="1338722" y="37154"/>
                    </a:lnTo>
                    <a:lnTo>
                      <a:pt x="1308080" y="38748"/>
                    </a:lnTo>
                    <a:lnTo>
                      <a:pt x="1261994" y="36674"/>
                    </a:lnTo>
                    <a:lnTo>
                      <a:pt x="1164052" y="26918"/>
                    </a:lnTo>
                    <a:lnTo>
                      <a:pt x="1095695" y="25957"/>
                    </a:lnTo>
                    <a:lnTo>
                      <a:pt x="1075538" y="26656"/>
                    </a:lnTo>
                    <a:lnTo>
                      <a:pt x="1001329" y="22509"/>
                    </a:lnTo>
                    <a:lnTo>
                      <a:pt x="905825" y="10155"/>
                    </a:lnTo>
                    <a:lnTo>
                      <a:pt x="809061" y="27"/>
                    </a:lnTo>
                    <a:cubicBezTo>
                      <a:pt x="808614" y="-16"/>
                      <a:pt x="808126" y="-16"/>
                      <a:pt x="807598" y="93"/>
                    </a:cubicBezTo>
                    <a:lnTo>
                      <a:pt x="773379" y="7928"/>
                    </a:lnTo>
                    <a:lnTo>
                      <a:pt x="738835" y="10700"/>
                    </a:lnTo>
                    <a:lnTo>
                      <a:pt x="703316" y="8671"/>
                    </a:lnTo>
                    <a:lnTo>
                      <a:pt x="671373" y="7186"/>
                    </a:lnTo>
                    <a:lnTo>
                      <a:pt x="604520" y="682"/>
                    </a:lnTo>
                    <a:lnTo>
                      <a:pt x="567863" y="900"/>
                    </a:lnTo>
                    <a:cubicBezTo>
                      <a:pt x="567863" y="900"/>
                      <a:pt x="567416" y="900"/>
                      <a:pt x="567172" y="966"/>
                    </a:cubicBezTo>
                    <a:lnTo>
                      <a:pt x="530027" y="7143"/>
                    </a:lnTo>
                    <a:lnTo>
                      <a:pt x="492313" y="12359"/>
                    </a:lnTo>
                    <a:cubicBezTo>
                      <a:pt x="491947" y="12425"/>
                      <a:pt x="491663" y="12468"/>
                      <a:pt x="491378" y="12621"/>
                    </a:cubicBezTo>
                    <a:lnTo>
                      <a:pt x="453136" y="29297"/>
                    </a:lnTo>
                    <a:lnTo>
                      <a:pt x="414650" y="37132"/>
                    </a:lnTo>
                    <a:lnTo>
                      <a:pt x="376001" y="46190"/>
                    </a:lnTo>
                    <a:lnTo>
                      <a:pt x="338816" y="47784"/>
                    </a:lnTo>
                    <a:cubicBezTo>
                      <a:pt x="338531" y="47849"/>
                      <a:pt x="338247" y="47893"/>
                      <a:pt x="337962" y="47937"/>
                    </a:cubicBezTo>
                    <a:lnTo>
                      <a:pt x="335564" y="48526"/>
                    </a:lnTo>
                    <a:cubicBezTo>
                      <a:pt x="335280" y="48570"/>
                      <a:pt x="335077" y="48679"/>
                      <a:pt x="334833" y="48788"/>
                    </a:cubicBezTo>
                    <a:lnTo>
                      <a:pt x="294396" y="70374"/>
                    </a:lnTo>
                    <a:lnTo>
                      <a:pt x="253472" y="85980"/>
                    </a:lnTo>
                    <a:lnTo>
                      <a:pt x="212222" y="98181"/>
                    </a:lnTo>
                    <a:lnTo>
                      <a:pt x="170038" y="106868"/>
                    </a:lnTo>
                    <a:lnTo>
                      <a:pt x="127447" y="116559"/>
                    </a:lnTo>
                    <a:lnTo>
                      <a:pt x="40193" y="134042"/>
                    </a:lnTo>
                    <a:lnTo>
                      <a:pt x="0" y="144061"/>
                    </a:lnTo>
                    <a:lnTo>
                      <a:pt x="0" y="147160"/>
                    </a:lnTo>
                    <a:lnTo>
                      <a:pt x="42062" y="136661"/>
                    </a:lnTo>
                    <a:lnTo>
                      <a:pt x="129276" y="119178"/>
                    </a:lnTo>
                    <a:lnTo>
                      <a:pt x="171867" y="109487"/>
                    </a:lnTo>
                    <a:lnTo>
                      <a:pt x="214295" y="100735"/>
                    </a:lnTo>
                    <a:lnTo>
                      <a:pt x="256113" y="88381"/>
                    </a:lnTo>
                    <a:lnTo>
                      <a:pt x="297566" y="72557"/>
                    </a:lnTo>
                    <a:lnTo>
                      <a:pt x="338044" y="50970"/>
                    </a:lnTo>
                    <a:lnTo>
                      <a:pt x="339628" y="50599"/>
                    </a:lnTo>
                    <a:lnTo>
                      <a:pt x="374213" y="49093"/>
                    </a:lnTo>
                    <a:lnTo>
                      <a:pt x="376895" y="48941"/>
                    </a:lnTo>
                    <a:cubicBezTo>
                      <a:pt x="377139" y="48941"/>
                      <a:pt x="377383" y="48875"/>
                      <a:pt x="377627" y="48831"/>
                    </a:cubicBezTo>
                    <a:lnTo>
                      <a:pt x="416479" y="39773"/>
                    </a:lnTo>
                    <a:lnTo>
                      <a:pt x="455290" y="31829"/>
                    </a:lnTo>
                    <a:cubicBezTo>
                      <a:pt x="455574" y="31785"/>
                      <a:pt x="455778" y="31719"/>
                      <a:pt x="455981" y="31610"/>
                    </a:cubicBezTo>
                    <a:lnTo>
                      <a:pt x="494142" y="14978"/>
                    </a:lnTo>
                    <a:lnTo>
                      <a:pt x="531449" y="9806"/>
                    </a:lnTo>
                    <a:lnTo>
                      <a:pt x="568350" y="3672"/>
                    </a:lnTo>
                    <a:lnTo>
                      <a:pt x="604114" y="3410"/>
                    </a:lnTo>
                    <a:lnTo>
                      <a:pt x="670804" y="9915"/>
                    </a:lnTo>
                    <a:lnTo>
                      <a:pt x="702909" y="11399"/>
                    </a:lnTo>
                    <a:lnTo>
                      <a:pt x="739038" y="13472"/>
                    </a:lnTo>
                    <a:lnTo>
                      <a:pt x="774802" y="10591"/>
                    </a:lnTo>
                    <a:lnTo>
                      <a:pt x="808939" y="2821"/>
                    </a:lnTo>
                    <a:lnTo>
                      <a:pt x="904890" y="12883"/>
                    </a:lnTo>
                    <a:lnTo>
                      <a:pt x="1000638" y="25259"/>
                    </a:lnTo>
                    <a:lnTo>
                      <a:pt x="1075538" y="29471"/>
                    </a:lnTo>
                    <a:lnTo>
                      <a:pt x="1095898" y="28795"/>
                    </a:lnTo>
                    <a:lnTo>
                      <a:pt x="1163645" y="29711"/>
                    </a:lnTo>
                    <a:lnTo>
                      <a:pt x="1261425" y="39468"/>
                    </a:lnTo>
                    <a:lnTo>
                      <a:pt x="1306982" y="41541"/>
                    </a:lnTo>
                    <a:lnTo>
                      <a:pt x="1308161" y="41541"/>
                    </a:lnTo>
                    <a:lnTo>
                      <a:pt x="1339047" y="39992"/>
                    </a:lnTo>
                    <a:lnTo>
                      <a:pt x="1390091" y="41956"/>
                    </a:lnTo>
                    <a:lnTo>
                      <a:pt x="1452352" y="45688"/>
                    </a:lnTo>
                    <a:lnTo>
                      <a:pt x="1477467" y="44466"/>
                    </a:lnTo>
                    <a:cubicBezTo>
                      <a:pt x="1478849" y="44357"/>
                      <a:pt x="1479906" y="43659"/>
                      <a:pt x="1479743" y="42916"/>
                    </a:cubicBezTo>
                    <a:cubicBezTo>
                      <a:pt x="1479621" y="42131"/>
                      <a:pt x="1478239" y="41585"/>
                      <a:pt x="1477020" y="4165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6" name="Freeform: Shape 95">
                <a:extLst>
                  <a:ext uri="{FF2B5EF4-FFF2-40B4-BE49-F238E27FC236}">
                    <a16:creationId xmlns:a16="http://schemas.microsoft.com/office/drawing/2014/main" id="{43B77B9D-9812-42E5-9255-3FAC80FCAD11}"/>
                  </a:ext>
                </a:extLst>
              </p:cNvPr>
              <p:cNvSpPr/>
              <p:nvPr/>
            </p:nvSpPr>
            <p:spPr>
              <a:xfrm>
                <a:off x="8524484" y="6238449"/>
                <a:ext cx="3667515" cy="9603"/>
              </a:xfrm>
              <a:custGeom>
                <a:avLst/>
                <a:gdLst>
                  <a:gd name="connsiteX0" fmla="*/ 3667516 w 3667515"/>
                  <a:gd name="connsiteY0" fmla="*/ 6810 h 9603"/>
                  <a:gd name="connsiteX1" fmla="*/ 2478 w 3667515"/>
                  <a:gd name="connsiteY1" fmla="*/ 0 h 9603"/>
                  <a:gd name="connsiteX2" fmla="*/ 2478 w 3667515"/>
                  <a:gd name="connsiteY2" fmla="*/ 0 h 9603"/>
                  <a:gd name="connsiteX3" fmla="*/ 0 w 3667515"/>
                  <a:gd name="connsiteY3" fmla="*/ 1441 h 9603"/>
                  <a:gd name="connsiteX4" fmla="*/ 2478 w 3667515"/>
                  <a:gd name="connsiteY4" fmla="*/ 2837 h 9603"/>
                  <a:gd name="connsiteX5" fmla="*/ 3667516 w 3667515"/>
                  <a:gd name="connsiteY5" fmla="*/ 9604 h 9603"/>
                  <a:gd name="connsiteX6" fmla="*/ 3667516 w 3667515"/>
                  <a:gd name="connsiteY6" fmla="*/ 6832 h 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7515" h="9603">
                    <a:moveTo>
                      <a:pt x="3667516" y="6810"/>
                    </a:moveTo>
                    <a:lnTo>
                      <a:pt x="2478" y="0"/>
                    </a:lnTo>
                    <a:lnTo>
                      <a:pt x="2478" y="0"/>
                    </a:lnTo>
                    <a:cubicBezTo>
                      <a:pt x="1097" y="0"/>
                      <a:pt x="0" y="655"/>
                      <a:pt x="0" y="1441"/>
                    </a:cubicBezTo>
                    <a:cubicBezTo>
                      <a:pt x="0" y="2183"/>
                      <a:pt x="1097" y="2837"/>
                      <a:pt x="2478" y="2837"/>
                    </a:cubicBezTo>
                    <a:lnTo>
                      <a:pt x="3667516" y="9604"/>
                    </a:lnTo>
                    <a:lnTo>
                      <a:pt x="3667516" y="68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7" name="Freeform: Shape 96">
                <a:extLst>
                  <a:ext uri="{FF2B5EF4-FFF2-40B4-BE49-F238E27FC236}">
                    <a16:creationId xmlns:a16="http://schemas.microsoft.com/office/drawing/2014/main" id="{5D32B7D1-C26B-4AEF-983F-91D0442AE18B}"/>
                  </a:ext>
                </a:extLst>
              </p:cNvPr>
              <p:cNvSpPr/>
              <p:nvPr/>
            </p:nvSpPr>
            <p:spPr>
              <a:xfrm>
                <a:off x="8288650" y="6238013"/>
                <a:ext cx="234655" cy="3252"/>
              </a:xfrm>
              <a:custGeom>
                <a:avLst/>
                <a:gdLst>
                  <a:gd name="connsiteX0" fmla="*/ 232054 w 234655"/>
                  <a:gd name="connsiteY0" fmla="*/ 3252 h 3252"/>
                  <a:gd name="connsiteX1" fmla="*/ 232054 w 234655"/>
                  <a:gd name="connsiteY1" fmla="*/ 3252 h 3252"/>
                  <a:gd name="connsiteX2" fmla="*/ 2479 w 234655"/>
                  <a:gd name="connsiteY2" fmla="*/ 2837 h 3252"/>
                  <a:gd name="connsiteX3" fmla="*/ 0 w 234655"/>
                  <a:gd name="connsiteY3" fmla="*/ 1441 h 3252"/>
                  <a:gd name="connsiteX4" fmla="*/ 2479 w 234655"/>
                  <a:gd name="connsiteY4" fmla="*/ 0 h 3252"/>
                  <a:gd name="connsiteX5" fmla="*/ 2560 w 234655"/>
                  <a:gd name="connsiteY5" fmla="*/ 0 h 3252"/>
                  <a:gd name="connsiteX6" fmla="*/ 232176 w 234655"/>
                  <a:gd name="connsiteY6" fmla="*/ 415 h 3252"/>
                  <a:gd name="connsiteX7" fmla="*/ 234655 w 234655"/>
                  <a:gd name="connsiteY7" fmla="*/ 1855 h 3252"/>
                  <a:gd name="connsiteX8" fmla="*/ 232054 w 234655"/>
                  <a:gd name="connsiteY8" fmla="*/ 3252 h 3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655" h="3252">
                    <a:moveTo>
                      <a:pt x="232054" y="3252"/>
                    </a:moveTo>
                    <a:lnTo>
                      <a:pt x="232054" y="3252"/>
                    </a:lnTo>
                    <a:lnTo>
                      <a:pt x="2479" y="2837"/>
                    </a:lnTo>
                    <a:cubicBezTo>
                      <a:pt x="1097" y="2837"/>
                      <a:pt x="0" y="2205"/>
                      <a:pt x="0" y="1441"/>
                    </a:cubicBezTo>
                    <a:cubicBezTo>
                      <a:pt x="0" y="633"/>
                      <a:pt x="1097" y="0"/>
                      <a:pt x="2479" y="0"/>
                    </a:cubicBezTo>
                    <a:lnTo>
                      <a:pt x="2560" y="0"/>
                    </a:lnTo>
                    <a:lnTo>
                      <a:pt x="232176" y="415"/>
                    </a:lnTo>
                    <a:cubicBezTo>
                      <a:pt x="233558" y="415"/>
                      <a:pt x="234655" y="1069"/>
                      <a:pt x="234655" y="1855"/>
                    </a:cubicBezTo>
                    <a:cubicBezTo>
                      <a:pt x="234655" y="2597"/>
                      <a:pt x="233558" y="3252"/>
                      <a:pt x="232054" y="325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8" name="Freeform: Shape 97">
                <a:extLst>
                  <a:ext uri="{FF2B5EF4-FFF2-40B4-BE49-F238E27FC236}">
                    <a16:creationId xmlns:a16="http://schemas.microsoft.com/office/drawing/2014/main" id="{F2268D32-8254-4E35-A72F-188FC99BDC25}"/>
                  </a:ext>
                </a:extLst>
              </p:cNvPr>
              <p:cNvSpPr/>
              <p:nvPr/>
            </p:nvSpPr>
            <p:spPr>
              <a:xfrm>
                <a:off x="1399672" y="5674032"/>
                <a:ext cx="418845" cy="19692"/>
              </a:xfrm>
              <a:custGeom>
                <a:avLst/>
                <a:gdLst>
                  <a:gd name="connsiteX0" fmla="*/ 298510 w 418845"/>
                  <a:gd name="connsiteY0" fmla="*/ 19649 h 19692"/>
                  <a:gd name="connsiteX1" fmla="*/ 298266 w 418845"/>
                  <a:gd name="connsiteY1" fmla="*/ 19605 h 19692"/>
                  <a:gd name="connsiteX2" fmla="*/ 208980 w 418845"/>
                  <a:gd name="connsiteY2" fmla="*/ 15131 h 19692"/>
                  <a:gd name="connsiteX3" fmla="*/ 120223 w 418845"/>
                  <a:gd name="connsiteY3" fmla="*/ 8146 h 19692"/>
                  <a:gd name="connsiteX4" fmla="*/ 92913 w 418845"/>
                  <a:gd name="connsiteY4" fmla="*/ 12883 h 19692"/>
                  <a:gd name="connsiteX5" fmla="*/ 91653 w 418845"/>
                  <a:gd name="connsiteY5" fmla="*/ 12926 h 19692"/>
                  <a:gd name="connsiteX6" fmla="*/ 31018 w 418845"/>
                  <a:gd name="connsiteY6" fmla="*/ 6051 h 19692"/>
                  <a:gd name="connsiteX7" fmla="*/ 29758 w 418845"/>
                  <a:gd name="connsiteY7" fmla="*/ 5680 h 19692"/>
                  <a:gd name="connsiteX8" fmla="*/ 27523 w 418845"/>
                  <a:gd name="connsiteY8" fmla="*/ 4567 h 19692"/>
                  <a:gd name="connsiteX9" fmla="*/ 25572 w 418845"/>
                  <a:gd name="connsiteY9" fmla="*/ 3825 h 19692"/>
                  <a:gd name="connsiteX10" fmla="*/ 2326 w 418845"/>
                  <a:gd name="connsiteY10" fmla="*/ 2821 h 19692"/>
                  <a:gd name="connsiteX11" fmla="*/ 10 w 418845"/>
                  <a:gd name="connsiteY11" fmla="*/ 1336 h 19692"/>
                  <a:gd name="connsiteX12" fmla="*/ 2732 w 418845"/>
                  <a:gd name="connsiteY12" fmla="*/ 5 h 19692"/>
                  <a:gd name="connsiteX13" fmla="*/ 26669 w 418845"/>
                  <a:gd name="connsiteY13" fmla="*/ 1074 h 19692"/>
                  <a:gd name="connsiteX14" fmla="*/ 27889 w 418845"/>
                  <a:gd name="connsiteY14" fmla="*/ 1336 h 19692"/>
                  <a:gd name="connsiteX15" fmla="*/ 30733 w 418845"/>
                  <a:gd name="connsiteY15" fmla="*/ 2406 h 19692"/>
                  <a:gd name="connsiteX16" fmla="*/ 32725 w 418845"/>
                  <a:gd name="connsiteY16" fmla="*/ 3432 h 19692"/>
                  <a:gd name="connsiteX17" fmla="*/ 92018 w 418845"/>
                  <a:gd name="connsiteY17" fmla="*/ 10154 h 19692"/>
                  <a:gd name="connsiteX18" fmla="*/ 119207 w 418845"/>
                  <a:gd name="connsiteY18" fmla="*/ 5418 h 19692"/>
                  <a:gd name="connsiteX19" fmla="*/ 120345 w 418845"/>
                  <a:gd name="connsiteY19" fmla="*/ 5352 h 19692"/>
                  <a:gd name="connsiteX20" fmla="*/ 209549 w 418845"/>
                  <a:gd name="connsiteY20" fmla="*/ 12337 h 19692"/>
                  <a:gd name="connsiteX21" fmla="*/ 298307 w 418845"/>
                  <a:gd name="connsiteY21" fmla="*/ 16811 h 19692"/>
                  <a:gd name="connsiteX22" fmla="*/ 324357 w 418845"/>
                  <a:gd name="connsiteY22" fmla="*/ 13254 h 19692"/>
                  <a:gd name="connsiteX23" fmla="*/ 325252 w 418845"/>
                  <a:gd name="connsiteY23" fmla="*/ 13188 h 19692"/>
                  <a:gd name="connsiteX24" fmla="*/ 366379 w 418845"/>
                  <a:gd name="connsiteY24" fmla="*/ 16026 h 19692"/>
                  <a:gd name="connsiteX25" fmla="*/ 391698 w 418845"/>
                  <a:gd name="connsiteY25" fmla="*/ 6968 h 19692"/>
                  <a:gd name="connsiteX26" fmla="*/ 392836 w 418845"/>
                  <a:gd name="connsiteY26" fmla="*/ 6749 h 19692"/>
                  <a:gd name="connsiteX27" fmla="*/ 418073 w 418845"/>
                  <a:gd name="connsiteY27" fmla="*/ 5527 h 19692"/>
                  <a:gd name="connsiteX28" fmla="*/ 418602 w 418845"/>
                  <a:gd name="connsiteY28" fmla="*/ 6924 h 19692"/>
                  <a:gd name="connsiteX29" fmla="*/ 418845 w 418845"/>
                  <a:gd name="connsiteY29" fmla="*/ 8299 h 19692"/>
                  <a:gd name="connsiteX30" fmla="*/ 393892 w 418845"/>
                  <a:gd name="connsiteY30" fmla="*/ 9521 h 19692"/>
                  <a:gd name="connsiteX31" fmla="*/ 368370 w 418845"/>
                  <a:gd name="connsiteY31" fmla="*/ 18688 h 19692"/>
                  <a:gd name="connsiteX32" fmla="*/ 366704 w 418845"/>
                  <a:gd name="connsiteY32" fmla="*/ 18907 h 19692"/>
                  <a:gd name="connsiteX33" fmla="*/ 325130 w 418845"/>
                  <a:gd name="connsiteY33" fmla="*/ 16026 h 19692"/>
                  <a:gd name="connsiteX34" fmla="*/ 299120 w 418845"/>
                  <a:gd name="connsiteY34" fmla="*/ 19649 h 19692"/>
                  <a:gd name="connsiteX35" fmla="*/ 298510 w 418845"/>
                  <a:gd name="connsiteY35" fmla="*/ 19693 h 1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18845" h="19692">
                    <a:moveTo>
                      <a:pt x="298510" y="19649"/>
                    </a:moveTo>
                    <a:cubicBezTo>
                      <a:pt x="298510" y="19649"/>
                      <a:pt x="298307" y="19649"/>
                      <a:pt x="298266" y="19605"/>
                    </a:cubicBezTo>
                    <a:lnTo>
                      <a:pt x="208980" y="15131"/>
                    </a:lnTo>
                    <a:lnTo>
                      <a:pt x="120223" y="8146"/>
                    </a:lnTo>
                    <a:lnTo>
                      <a:pt x="92913" y="12883"/>
                    </a:lnTo>
                    <a:cubicBezTo>
                      <a:pt x="92506" y="12926"/>
                      <a:pt x="92059" y="12992"/>
                      <a:pt x="91653" y="12926"/>
                    </a:cubicBezTo>
                    <a:lnTo>
                      <a:pt x="31018" y="6051"/>
                    </a:lnTo>
                    <a:cubicBezTo>
                      <a:pt x="30530" y="5985"/>
                      <a:pt x="30124" y="5898"/>
                      <a:pt x="29758" y="5680"/>
                    </a:cubicBezTo>
                    <a:lnTo>
                      <a:pt x="27523" y="4567"/>
                    </a:lnTo>
                    <a:lnTo>
                      <a:pt x="25572" y="3825"/>
                    </a:lnTo>
                    <a:lnTo>
                      <a:pt x="2326" y="2821"/>
                    </a:lnTo>
                    <a:cubicBezTo>
                      <a:pt x="944" y="2777"/>
                      <a:pt x="-112" y="2078"/>
                      <a:pt x="10" y="1336"/>
                    </a:cubicBezTo>
                    <a:cubicBezTo>
                      <a:pt x="91" y="529"/>
                      <a:pt x="1351" y="-61"/>
                      <a:pt x="2732" y="5"/>
                    </a:cubicBezTo>
                    <a:lnTo>
                      <a:pt x="26669" y="1074"/>
                    </a:lnTo>
                    <a:cubicBezTo>
                      <a:pt x="27116" y="1140"/>
                      <a:pt x="27523" y="1184"/>
                      <a:pt x="27889" y="1336"/>
                    </a:cubicBezTo>
                    <a:lnTo>
                      <a:pt x="30733" y="2406"/>
                    </a:lnTo>
                    <a:lnTo>
                      <a:pt x="32725" y="3432"/>
                    </a:lnTo>
                    <a:lnTo>
                      <a:pt x="92018" y="10154"/>
                    </a:lnTo>
                    <a:lnTo>
                      <a:pt x="119207" y="5418"/>
                    </a:lnTo>
                    <a:cubicBezTo>
                      <a:pt x="119613" y="5309"/>
                      <a:pt x="119938" y="5309"/>
                      <a:pt x="120345" y="5352"/>
                    </a:cubicBezTo>
                    <a:lnTo>
                      <a:pt x="209549" y="12337"/>
                    </a:lnTo>
                    <a:lnTo>
                      <a:pt x="298307" y="16811"/>
                    </a:lnTo>
                    <a:lnTo>
                      <a:pt x="324357" y="13254"/>
                    </a:lnTo>
                    <a:cubicBezTo>
                      <a:pt x="324642" y="13188"/>
                      <a:pt x="324926" y="13188"/>
                      <a:pt x="325252" y="13188"/>
                    </a:cubicBezTo>
                    <a:lnTo>
                      <a:pt x="366379" y="16026"/>
                    </a:lnTo>
                    <a:lnTo>
                      <a:pt x="391698" y="6968"/>
                    </a:lnTo>
                    <a:cubicBezTo>
                      <a:pt x="392064" y="6859"/>
                      <a:pt x="392429" y="6749"/>
                      <a:pt x="392836" y="6749"/>
                    </a:cubicBezTo>
                    <a:lnTo>
                      <a:pt x="418073" y="5527"/>
                    </a:lnTo>
                    <a:lnTo>
                      <a:pt x="418602" y="6924"/>
                    </a:lnTo>
                    <a:lnTo>
                      <a:pt x="418845" y="8299"/>
                    </a:lnTo>
                    <a:lnTo>
                      <a:pt x="393892" y="9521"/>
                    </a:lnTo>
                    <a:lnTo>
                      <a:pt x="368370" y="18688"/>
                    </a:lnTo>
                    <a:cubicBezTo>
                      <a:pt x="367883" y="18841"/>
                      <a:pt x="367273" y="18907"/>
                      <a:pt x="366704" y="18907"/>
                    </a:cubicBezTo>
                    <a:lnTo>
                      <a:pt x="325130" y="16026"/>
                    </a:lnTo>
                    <a:lnTo>
                      <a:pt x="299120" y="19649"/>
                    </a:lnTo>
                    <a:cubicBezTo>
                      <a:pt x="299120" y="19649"/>
                      <a:pt x="298714" y="19693"/>
                      <a:pt x="298510" y="1969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99" name="Freeform: Shape 98">
                <a:extLst>
                  <a:ext uri="{FF2B5EF4-FFF2-40B4-BE49-F238E27FC236}">
                    <a16:creationId xmlns:a16="http://schemas.microsoft.com/office/drawing/2014/main" id="{BE00462F-7CCB-4E89-8287-85287147C97A}"/>
                  </a:ext>
                </a:extLst>
              </p:cNvPr>
              <p:cNvSpPr/>
              <p:nvPr/>
            </p:nvSpPr>
            <p:spPr>
              <a:xfrm>
                <a:off x="8507780" y="6230766"/>
                <a:ext cx="3684219" cy="9603"/>
              </a:xfrm>
              <a:custGeom>
                <a:avLst/>
                <a:gdLst>
                  <a:gd name="connsiteX0" fmla="*/ 3684220 w 3684219"/>
                  <a:gd name="connsiteY0" fmla="*/ 6766 h 9603"/>
                  <a:gd name="connsiteX1" fmla="*/ 2602 w 3684219"/>
                  <a:gd name="connsiteY1" fmla="*/ 0 h 9603"/>
                  <a:gd name="connsiteX2" fmla="*/ 2479 w 3684219"/>
                  <a:gd name="connsiteY2" fmla="*/ 0 h 9603"/>
                  <a:gd name="connsiteX3" fmla="*/ 0 w 3684219"/>
                  <a:gd name="connsiteY3" fmla="*/ 1441 h 9603"/>
                  <a:gd name="connsiteX4" fmla="*/ 2479 w 3684219"/>
                  <a:gd name="connsiteY4" fmla="*/ 2837 h 9603"/>
                  <a:gd name="connsiteX5" fmla="*/ 3684179 w 3684219"/>
                  <a:gd name="connsiteY5" fmla="*/ 9604 h 9603"/>
                  <a:gd name="connsiteX6" fmla="*/ 3684179 w 3684219"/>
                  <a:gd name="connsiteY6" fmla="*/ 6788 h 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84219" h="9603">
                    <a:moveTo>
                      <a:pt x="3684220" y="6766"/>
                    </a:moveTo>
                    <a:lnTo>
                      <a:pt x="2602" y="0"/>
                    </a:lnTo>
                    <a:lnTo>
                      <a:pt x="2479" y="0"/>
                    </a:lnTo>
                    <a:cubicBezTo>
                      <a:pt x="1097" y="0"/>
                      <a:pt x="0" y="633"/>
                      <a:pt x="0" y="1441"/>
                    </a:cubicBezTo>
                    <a:cubicBezTo>
                      <a:pt x="0" y="2183"/>
                      <a:pt x="1097" y="2837"/>
                      <a:pt x="2479" y="2837"/>
                    </a:cubicBezTo>
                    <a:lnTo>
                      <a:pt x="3684179" y="9604"/>
                    </a:lnTo>
                    <a:lnTo>
                      <a:pt x="3684179" y="678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0" name="Freeform: Shape 99">
                <a:extLst>
                  <a:ext uri="{FF2B5EF4-FFF2-40B4-BE49-F238E27FC236}">
                    <a16:creationId xmlns:a16="http://schemas.microsoft.com/office/drawing/2014/main" id="{9981A7AB-C965-4F31-90D5-6E04114F44A7}"/>
                  </a:ext>
                </a:extLst>
              </p:cNvPr>
              <p:cNvSpPr/>
              <p:nvPr/>
            </p:nvSpPr>
            <p:spPr>
              <a:xfrm>
                <a:off x="5801257" y="5616159"/>
                <a:ext cx="6390742" cy="989063"/>
              </a:xfrm>
              <a:custGeom>
                <a:avLst/>
                <a:gdLst>
                  <a:gd name="connsiteX0" fmla="*/ 6390743 w 6390742"/>
                  <a:gd name="connsiteY0" fmla="*/ 986139 h 989063"/>
                  <a:gd name="connsiteX1" fmla="*/ 6365952 w 6390742"/>
                  <a:gd name="connsiteY1" fmla="*/ 982297 h 989063"/>
                  <a:gd name="connsiteX2" fmla="*/ 6365262 w 6390742"/>
                  <a:gd name="connsiteY2" fmla="*/ 982232 h 989063"/>
                  <a:gd name="connsiteX3" fmla="*/ 6365262 w 6390742"/>
                  <a:gd name="connsiteY3" fmla="*/ 982232 h 989063"/>
                  <a:gd name="connsiteX4" fmla="*/ 6204815 w 6390742"/>
                  <a:gd name="connsiteY4" fmla="*/ 982450 h 989063"/>
                  <a:gd name="connsiteX5" fmla="*/ 5884938 w 6390742"/>
                  <a:gd name="connsiteY5" fmla="*/ 981664 h 989063"/>
                  <a:gd name="connsiteX6" fmla="*/ 5831171 w 6390742"/>
                  <a:gd name="connsiteY6" fmla="*/ 967870 h 989063"/>
                  <a:gd name="connsiteX7" fmla="*/ 5830074 w 6390742"/>
                  <a:gd name="connsiteY7" fmla="*/ 967717 h 989063"/>
                  <a:gd name="connsiteX8" fmla="*/ 5513854 w 6390742"/>
                  <a:gd name="connsiteY8" fmla="*/ 966975 h 989063"/>
                  <a:gd name="connsiteX9" fmla="*/ 3858586 w 6390742"/>
                  <a:gd name="connsiteY9" fmla="*/ 514358 h 989063"/>
                  <a:gd name="connsiteX10" fmla="*/ 3857489 w 6390742"/>
                  <a:gd name="connsiteY10" fmla="*/ 514205 h 989063"/>
                  <a:gd name="connsiteX11" fmla="*/ 3702732 w 6390742"/>
                  <a:gd name="connsiteY11" fmla="*/ 513943 h 989063"/>
                  <a:gd name="connsiteX12" fmla="*/ 3701716 w 6390742"/>
                  <a:gd name="connsiteY12" fmla="*/ 513878 h 989063"/>
                  <a:gd name="connsiteX13" fmla="*/ 3646730 w 6390742"/>
                  <a:gd name="connsiteY13" fmla="*/ 513834 h 989063"/>
                  <a:gd name="connsiteX14" fmla="*/ 3147874 w 6390742"/>
                  <a:gd name="connsiteY14" fmla="*/ 368360 h 989063"/>
                  <a:gd name="connsiteX15" fmla="*/ 3146696 w 6390742"/>
                  <a:gd name="connsiteY15" fmla="*/ 368142 h 989063"/>
                  <a:gd name="connsiteX16" fmla="*/ 3058466 w 6390742"/>
                  <a:gd name="connsiteY16" fmla="*/ 368033 h 989063"/>
                  <a:gd name="connsiteX17" fmla="*/ 3044689 w 6390742"/>
                  <a:gd name="connsiteY17" fmla="*/ 363886 h 989063"/>
                  <a:gd name="connsiteX18" fmla="*/ 3043511 w 6390742"/>
                  <a:gd name="connsiteY18" fmla="*/ 363668 h 989063"/>
                  <a:gd name="connsiteX19" fmla="*/ 2955891 w 6390742"/>
                  <a:gd name="connsiteY19" fmla="*/ 363558 h 989063"/>
                  <a:gd name="connsiteX20" fmla="*/ 2942683 w 6390742"/>
                  <a:gd name="connsiteY20" fmla="*/ 359455 h 989063"/>
                  <a:gd name="connsiteX21" fmla="*/ 2941382 w 6390742"/>
                  <a:gd name="connsiteY21" fmla="*/ 359237 h 989063"/>
                  <a:gd name="connsiteX22" fmla="*/ 2679051 w 6390742"/>
                  <a:gd name="connsiteY22" fmla="*/ 358909 h 989063"/>
                  <a:gd name="connsiteX23" fmla="*/ 2632396 w 6390742"/>
                  <a:gd name="connsiteY23" fmla="*/ 342605 h 989063"/>
                  <a:gd name="connsiteX24" fmla="*/ 2621179 w 6390742"/>
                  <a:gd name="connsiteY24" fmla="*/ 330622 h 989063"/>
                  <a:gd name="connsiteX25" fmla="*/ 2609598 w 6390742"/>
                  <a:gd name="connsiteY25" fmla="*/ 309254 h 989063"/>
                  <a:gd name="connsiteX26" fmla="*/ 2586473 w 6390742"/>
                  <a:gd name="connsiteY26" fmla="*/ 260384 h 989063"/>
                  <a:gd name="connsiteX27" fmla="*/ 2576557 w 6390742"/>
                  <a:gd name="connsiteY27" fmla="*/ 235131 h 989063"/>
                  <a:gd name="connsiteX28" fmla="*/ 2568307 w 6390742"/>
                  <a:gd name="connsiteY28" fmla="*/ 204487 h 989063"/>
                  <a:gd name="connsiteX29" fmla="*/ 2561886 w 6390742"/>
                  <a:gd name="connsiteY29" fmla="*/ 170874 h 989063"/>
                  <a:gd name="connsiteX30" fmla="*/ 2556927 w 6390742"/>
                  <a:gd name="connsiteY30" fmla="*/ 143438 h 989063"/>
                  <a:gd name="connsiteX31" fmla="*/ 2553352 w 6390742"/>
                  <a:gd name="connsiteY31" fmla="*/ 117224 h 989063"/>
                  <a:gd name="connsiteX32" fmla="*/ 2550263 w 6390742"/>
                  <a:gd name="connsiteY32" fmla="*/ 91054 h 989063"/>
                  <a:gd name="connsiteX33" fmla="*/ 2546889 w 6390742"/>
                  <a:gd name="connsiteY33" fmla="*/ 76125 h 989063"/>
                  <a:gd name="connsiteX34" fmla="*/ 2542338 w 6390742"/>
                  <a:gd name="connsiteY34" fmla="*/ 69686 h 989063"/>
                  <a:gd name="connsiteX35" fmla="*/ 2536080 w 6390742"/>
                  <a:gd name="connsiteY35" fmla="*/ 64797 h 989063"/>
                  <a:gd name="connsiteX36" fmla="*/ 2534616 w 6390742"/>
                  <a:gd name="connsiteY36" fmla="*/ 64207 h 989063"/>
                  <a:gd name="connsiteX37" fmla="*/ 2475567 w 6390742"/>
                  <a:gd name="connsiteY37" fmla="*/ 56415 h 989063"/>
                  <a:gd name="connsiteX38" fmla="*/ 2457238 w 6390742"/>
                  <a:gd name="connsiteY38" fmla="*/ 55040 h 989063"/>
                  <a:gd name="connsiteX39" fmla="*/ 2371894 w 6390742"/>
                  <a:gd name="connsiteY39" fmla="*/ 54560 h 989063"/>
                  <a:gd name="connsiteX40" fmla="*/ 2283989 w 6390742"/>
                  <a:gd name="connsiteY40" fmla="*/ 59296 h 989063"/>
                  <a:gd name="connsiteX41" fmla="*/ 2195882 w 6390742"/>
                  <a:gd name="connsiteY41" fmla="*/ 70865 h 989063"/>
                  <a:gd name="connsiteX42" fmla="*/ 2108547 w 6390742"/>
                  <a:gd name="connsiteY42" fmla="*/ 83022 h 989063"/>
                  <a:gd name="connsiteX43" fmla="*/ 2022227 w 6390742"/>
                  <a:gd name="connsiteY43" fmla="*/ 91447 h 989063"/>
                  <a:gd name="connsiteX44" fmla="*/ 1937899 w 6390742"/>
                  <a:gd name="connsiteY44" fmla="*/ 103648 h 989063"/>
                  <a:gd name="connsiteX45" fmla="*/ 1774689 w 6390742"/>
                  <a:gd name="connsiteY45" fmla="*/ 125715 h 989063"/>
                  <a:gd name="connsiteX46" fmla="*/ 1696010 w 6390742"/>
                  <a:gd name="connsiteY46" fmla="*/ 134336 h 989063"/>
                  <a:gd name="connsiteX47" fmla="*/ 1617819 w 6390742"/>
                  <a:gd name="connsiteY47" fmla="*/ 144420 h 989063"/>
                  <a:gd name="connsiteX48" fmla="*/ 1539952 w 6390742"/>
                  <a:gd name="connsiteY48" fmla="*/ 153369 h 989063"/>
                  <a:gd name="connsiteX49" fmla="*/ 1462452 w 6390742"/>
                  <a:gd name="connsiteY49" fmla="*/ 162645 h 989063"/>
                  <a:gd name="connsiteX50" fmla="*/ 1384951 w 6390742"/>
                  <a:gd name="connsiteY50" fmla="*/ 160724 h 989063"/>
                  <a:gd name="connsiteX51" fmla="*/ 1383854 w 6390742"/>
                  <a:gd name="connsiteY51" fmla="*/ 160834 h 989063"/>
                  <a:gd name="connsiteX52" fmla="*/ 1305175 w 6390742"/>
                  <a:gd name="connsiteY52" fmla="*/ 179801 h 989063"/>
                  <a:gd name="connsiteX53" fmla="*/ 1226415 w 6390742"/>
                  <a:gd name="connsiteY53" fmla="*/ 192809 h 989063"/>
                  <a:gd name="connsiteX54" fmla="*/ 1147451 w 6390742"/>
                  <a:gd name="connsiteY54" fmla="*/ 200580 h 989063"/>
                  <a:gd name="connsiteX55" fmla="*/ 1068569 w 6390742"/>
                  <a:gd name="connsiteY55" fmla="*/ 202828 h 989063"/>
                  <a:gd name="connsiteX56" fmla="*/ 990174 w 6390742"/>
                  <a:gd name="connsiteY56" fmla="*/ 201125 h 989063"/>
                  <a:gd name="connsiteX57" fmla="*/ 911211 w 6390742"/>
                  <a:gd name="connsiteY57" fmla="*/ 190801 h 989063"/>
                  <a:gd name="connsiteX58" fmla="*/ 831922 w 6390742"/>
                  <a:gd name="connsiteY58" fmla="*/ 191282 h 989063"/>
                  <a:gd name="connsiteX59" fmla="*/ 752634 w 6390742"/>
                  <a:gd name="connsiteY59" fmla="*/ 197458 h 989063"/>
                  <a:gd name="connsiteX60" fmla="*/ 672654 w 6390742"/>
                  <a:gd name="connsiteY60" fmla="*/ 197458 h 989063"/>
                  <a:gd name="connsiteX61" fmla="*/ 592512 w 6390742"/>
                  <a:gd name="connsiteY61" fmla="*/ 191871 h 989063"/>
                  <a:gd name="connsiteX62" fmla="*/ 511760 w 6390742"/>
                  <a:gd name="connsiteY62" fmla="*/ 180521 h 989063"/>
                  <a:gd name="connsiteX63" fmla="*/ 430196 w 6390742"/>
                  <a:gd name="connsiteY63" fmla="*/ 158345 h 989063"/>
                  <a:gd name="connsiteX64" fmla="*/ 346762 w 6390742"/>
                  <a:gd name="connsiteY64" fmla="*/ 128399 h 989063"/>
                  <a:gd name="connsiteX65" fmla="*/ 346193 w 6390742"/>
                  <a:gd name="connsiteY65" fmla="*/ 128247 h 989063"/>
                  <a:gd name="connsiteX66" fmla="*/ 261946 w 6390742"/>
                  <a:gd name="connsiteY66" fmla="*/ 112902 h 989063"/>
                  <a:gd name="connsiteX67" fmla="*/ 176887 w 6390742"/>
                  <a:gd name="connsiteY67" fmla="*/ 81625 h 989063"/>
                  <a:gd name="connsiteX68" fmla="*/ 90567 w 6390742"/>
                  <a:gd name="connsiteY68" fmla="*/ 43952 h 989063"/>
                  <a:gd name="connsiteX69" fmla="*/ 4248 w 6390742"/>
                  <a:gd name="connsiteY69" fmla="*/ 365 h 989063"/>
                  <a:gd name="connsiteX70" fmla="*/ 672 w 6390742"/>
                  <a:gd name="connsiteY70" fmla="*/ 474 h 989063"/>
                  <a:gd name="connsiteX71" fmla="*/ 794 w 6390742"/>
                  <a:gd name="connsiteY71" fmla="*/ 2438 h 989063"/>
                  <a:gd name="connsiteX72" fmla="*/ 87275 w 6390742"/>
                  <a:gd name="connsiteY72" fmla="*/ 46070 h 989063"/>
                  <a:gd name="connsiteX73" fmla="*/ 173879 w 6390742"/>
                  <a:gd name="connsiteY73" fmla="*/ 83895 h 989063"/>
                  <a:gd name="connsiteX74" fmla="*/ 259386 w 6390742"/>
                  <a:gd name="connsiteY74" fmla="*/ 115325 h 989063"/>
                  <a:gd name="connsiteX75" fmla="*/ 259955 w 6390742"/>
                  <a:gd name="connsiteY75" fmla="*/ 115478 h 989063"/>
                  <a:gd name="connsiteX76" fmla="*/ 344242 w 6390742"/>
                  <a:gd name="connsiteY76" fmla="*/ 130822 h 989063"/>
                  <a:gd name="connsiteX77" fmla="*/ 427676 w 6390742"/>
                  <a:gd name="connsiteY77" fmla="*/ 160768 h 989063"/>
                  <a:gd name="connsiteX78" fmla="*/ 510013 w 6390742"/>
                  <a:gd name="connsiteY78" fmla="*/ 183097 h 989063"/>
                  <a:gd name="connsiteX79" fmla="*/ 591455 w 6390742"/>
                  <a:gd name="connsiteY79" fmla="*/ 194621 h 989063"/>
                  <a:gd name="connsiteX80" fmla="*/ 672329 w 6390742"/>
                  <a:gd name="connsiteY80" fmla="*/ 200209 h 989063"/>
                  <a:gd name="connsiteX81" fmla="*/ 752999 w 6390742"/>
                  <a:gd name="connsiteY81" fmla="*/ 200252 h 989063"/>
                  <a:gd name="connsiteX82" fmla="*/ 832288 w 6390742"/>
                  <a:gd name="connsiteY82" fmla="*/ 194010 h 989063"/>
                  <a:gd name="connsiteX83" fmla="*/ 910561 w 6390742"/>
                  <a:gd name="connsiteY83" fmla="*/ 193530 h 989063"/>
                  <a:gd name="connsiteX84" fmla="*/ 989443 w 6390742"/>
                  <a:gd name="connsiteY84" fmla="*/ 203875 h 989063"/>
                  <a:gd name="connsiteX85" fmla="*/ 1068528 w 6390742"/>
                  <a:gd name="connsiteY85" fmla="*/ 205643 h 989063"/>
                  <a:gd name="connsiteX86" fmla="*/ 1147979 w 6390742"/>
                  <a:gd name="connsiteY86" fmla="*/ 203352 h 989063"/>
                  <a:gd name="connsiteX87" fmla="*/ 1227553 w 6390742"/>
                  <a:gd name="connsiteY87" fmla="*/ 195516 h 989063"/>
                  <a:gd name="connsiteX88" fmla="*/ 1306923 w 6390742"/>
                  <a:gd name="connsiteY88" fmla="*/ 182398 h 989063"/>
                  <a:gd name="connsiteX89" fmla="*/ 1385317 w 6390742"/>
                  <a:gd name="connsiteY89" fmla="*/ 163540 h 989063"/>
                  <a:gd name="connsiteX90" fmla="*/ 1462492 w 6390742"/>
                  <a:gd name="connsiteY90" fmla="*/ 165461 h 989063"/>
                  <a:gd name="connsiteX91" fmla="*/ 1463183 w 6390742"/>
                  <a:gd name="connsiteY91" fmla="*/ 165417 h 989063"/>
                  <a:gd name="connsiteX92" fmla="*/ 1540968 w 6390742"/>
                  <a:gd name="connsiteY92" fmla="*/ 156141 h 989063"/>
                  <a:gd name="connsiteX93" fmla="*/ 1618835 w 6390742"/>
                  <a:gd name="connsiteY93" fmla="*/ 147148 h 989063"/>
                  <a:gd name="connsiteX94" fmla="*/ 1696904 w 6390742"/>
                  <a:gd name="connsiteY94" fmla="*/ 137086 h 989063"/>
                  <a:gd name="connsiteX95" fmla="*/ 1775787 w 6390742"/>
                  <a:gd name="connsiteY95" fmla="*/ 128508 h 989063"/>
                  <a:gd name="connsiteX96" fmla="*/ 1938996 w 6390742"/>
                  <a:gd name="connsiteY96" fmla="*/ 106398 h 989063"/>
                  <a:gd name="connsiteX97" fmla="*/ 2023243 w 6390742"/>
                  <a:gd name="connsiteY97" fmla="*/ 94241 h 989063"/>
                  <a:gd name="connsiteX98" fmla="*/ 2109563 w 6390742"/>
                  <a:gd name="connsiteY98" fmla="*/ 85772 h 989063"/>
                  <a:gd name="connsiteX99" fmla="*/ 2196979 w 6390742"/>
                  <a:gd name="connsiteY99" fmla="*/ 73615 h 989063"/>
                  <a:gd name="connsiteX100" fmla="*/ 2284803 w 6390742"/>
                  <a:gd name="connsiteY100" fmla="*/ 62112 h 989063"/>
                  <a:gd name="connsiteX101" fmla="*/ 2372138 w 6390742"/>
                  <a:gd name="connsiteY101" fmla="*/ 57419 h 989063"/>
                  <a:gd name="connsiteX102" fmla="*/ 2456872 w 6390742"/>
                  <a:gd name="connsiteY102" fmla="*/ 57834 h 989063"/>
                  <a:gd name="connsiteX103" fmla="*/ 2474632 w 6390742"/>
                  <a:gd name="connsiteY103" fmla="*/ 59209 h 989063"/>
                  <a:gd name="connsiteX104" fmla="*/ 2532463 w 6390742"/>
                  <a:gd name="connsiteY104" fmla="*/ 66827 h 989063"/>
                  <a:gd name="connsiteX105" fmla="*/ 2537827 w 6390742"/>
                  <a:gd name="connsiteY105" fmla="*/ 70974 h 989063"/>
                  <a:gd name="connsiteX106" fmla="*/ 2541972 w 6390742"/>
                  <a:gd name="connsiteY106" fmla="*/ 76845 h 989063"/>
                  <a:gd name="connsiteX107" fmla="*/ 2545142 w 6390742"/>
                  <a:gd name="connsiteY107" fmla="*/ 91338 h 989063"/>
                  <a:gd name="connsiteX108" fmla="*/ 2548109 w 6390742"/>
                  <a:gd name="connsiteY108" fmla="*/ 117442 h 989063"/>
                  <a:gd name="connsiteX109" fmla="*/ 2551767 w 6390742"/>
                  <a:gd name="connsiteY109" fmla="*/ 143656 h 989063"/>
                  <a:gd name="connsiteX110" fmla="*/ 2556725 w 6390742"/>
                  <a:gd name="connsiteY110" fmla="*/ 171201 h 989063"/>
                  <a:gd name="connsiteX111" fmla="*/ 2563267 w 6390742"/>
                  <a:gd name="connsiteY111" fmla="*/ 204879 h 989063"/>
                  <a:gd name="connsiteX112" fmla="*/ 2571395 w 6390742"/>
                  <a:gd name="connsiteY112" fmla="*/ 235677 h 989063"/>
                  <a:gd name="connsiteX113" fmla="*/ 2581433 w 6390742"/>
                  <a:gd name="connsiteY113" fmla="*/ 261039 h 989063"/>
                  <a:gd name="connsiteX114" fmla="*/ 2604558 w 6390742"/>
                  <a:gd name="connsiteY114" fmla="*/ 310018 h 989063"/>
                  <a:gd name="connsiteX115" fmla="*/ 2616466 w 6390742"/>
                  <a:gd name="connsiteY115" fmla="*/ 331714 h 989063"/>
                  <a:gd name="connsiteX116" fmla="*/ 2628169 w 6390742"/>
                  <a:gd name="connsiteY116" fmla="*/ 344286 h 989063"/>
                  <a:gd name="connsiteX117" fmla="*/ 2629063 w 6390742"/>
                  <a:gd name="connsiteY117" fmla="*/ 344809 h 989063"/>
                  <a:gd name="connsiteX118" fmla="*/ 2676775 w 6390742"/>
                  <a:gd name="connsiteY118" fmla="*/ 361485 h 989063"/>
                  <a:gd name="connsiteX119" fmla="*/ 2678157 w 6390742"/>
                  <a:gd name="connsiteY119" fmla="*/ 361747 h 989063"/>
                  <a:gd name="connsiteX120" fmla="*/ 2940692 w 6390742"/>
                  <a:gd name="connsiteY120" fmla="*/ 362074 h 989063"/>
                  <a:gd name="connsiteX121" fmla="*/ 2953818 w 6390742"/>
                  <a:gd name="connsiteY121" fmla="*/ 366221 h 989063"/>
                  <a:gd name="connsiteX122" fmla="*/ 2955078 w 6390742"/>
                  <a:gd name="connsiteY122" fmla="*/ 366374 h 989063"/>
                  <a:gd name="connsiteX123" fmla="*/ 3042697 w 6390742"/>
                  <a:gd name="connsiteY123" fmla="*/ 366483 h 989063"/>
                  <a:gd name="connsiteX124" fmla="*/ 3056597 w 6390742"/>
                  <a:gd name="connsiteY124" fmla="*/ 370696 h 989063"/>
                  <a:gd name="connsiteX125" fmla="*/ 3057775 w 6390742"/>
                  <a:gd name="connsiteY125" fmla="*/ 370849 h 989063"/>
                  <a:gd name="connsiteX126" fmla="*/ 3146005 w 6390742"/>
                  <a:gd name="connsiteY126" fmla="*/ 370958 h 989063"/>
                  <a:gd name="connsiteX127" fmla="*/ 3644780 w 6390742"/>
                  <a:gd name="connsiteY127" fmla="*/ 516475 h 989063"/>
                  <a:gd name="connsiteX128" fmla="*/ 3645999 w 6390742"/>
                  <a:gd name="connsiteY128" fmla="*/ 516628 h 989063"/>
                  <a:gd name="connsiteX129" fmla="*/ 3701147 w 6390742"/>
                  <a:gd name="connsiteY129" fmla="*/ 516628 h 989063"/>
                  <a:gd name="connsiteX130" fmla="*/ 3702163 w 6390742"/>
                  <a:gd name="connsiteY130" fmla="*/ 516737 h 989063"/>
                  <a:gd name="connsiteX131" fmla="*/ 3856757 w 6390742"/>
                  <a:gd name="connsiteY131" fmla="*/ 516999 h 989063"/>
                  <a:gd name="connsiteX132" fmla="*/ 5512106 w 6390742"/>
                  <a:gd name="connsiteY132" fmla="*/ 969616 h 989063"/>
                  <a:gd name="connsiteX133" fmla="*/ 5513204 w 6390742"/>
                  <a:gd name="connsiteY133" fmla="*/ 969769 h 989063"/>
                  <a:gd name="connsiteX134" fmla="*/ 5829504 w 6390742"/>
                  <a:gd name="connsiteY134" fmla="*/ 970511 h 989063"/>
                  <a:gd name="connsiteX135" fmla="*/ 5883271 w 6390742"/>
                  <a:gd name="connsiteY135" fmla="*/ 984371 h 989063"/>
                  <a:gd name="connsiteX136" fmla="*/ 5884247 w 6390742"/>
                  <a:gd name="connsiteY136" fmla="*/ 984480 h 989063"/>
                  <a:gd name="connsiteX137" fmla="*/ 6204734 w 6390742"/>
                  <a:gd name="connsiteY137" fmla="*/ 985287 h 989063"/>
                  <a:gd name="connsiteX138" fmla="*/ 6364855 w 6390742"/>
                  <a:gd name="connsiteY138" fmla="*/ 985025 h 989063"/>
                  <a:gd name="connsiteX139" fmla="*/ 6390662 w 6390742"/>
                  <a:gd name="connsiteY139" fmla="*/ 989063 h 989063"/>
                  <a:gd name="connsiteX140" fmla="*/ 6390662 w 6390742"/>
                  <a:gd name="connsiteY140" fmla="*/ 986139 h 989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6390742" h="989063">
                    <a:moveTo>
                      <a:pt x="6390743" y="986139"/>
                    </a:moveTo>
                    <a:lnTo>
                      <a:pt x="6365952" y="982297"/>
                    </a:lnTo>
                    <a:cubicBezTo>
                      <a:pt x="6365750" y="982232"/>
                      <a:pt x="6365465" y="982232"/>
                      <a:pt x="6365262" y="982232"/>
                    </a:cubicBezTo>
                    <a:lnTo>
                      <a:pt x="6365262" y="982232"/>
                    </a:lnTo>
                    <a:lnTo>
                      <a:pt x="6204815" y="982450"/>
                    </a:lnTo>
                    <a:lnTo>
                      <a:pt x="5884938" y="981664"/>
                    </a:lnTo>
                    <a:lnTo>
                      <a:pt x="5831171" y="967870"/>
                    </a:lnTo>
                    <a:cubicBezTo>
                      <a:pt x="5830886" y="967761"/>
                      <a:pt x="5830479" y="967717"/>
                      <a:pt x="5830074" y="967717"/>
                    </a:cubicBezTo>
                    <a:lnTo>
                      <a:pt x="5513854" y="966975"/>
                    </a:lnTo>
                    <a:lnTo>
                      <a:pt x="3858586" y="514358"/>
                    </a:lnTo>
                    <a:cubicBezTo>
                      <a:pt x="3858180" y="514249"/>
                      <a:pt x="3857814" y="514205"/>
                      <a:pt x="3857489" y="514205"/>
                    </a:cubicBezTo>
                    <a:lnTo>
                      <a:pt x="3702732" y="513943"/>
                    </a:lnTo>
                    <a:cubicBezTo>
                      <a:pt x="3702732" y="513943"/>
                      <a:pt x="3701838" y="513878"/>
                      <a:pt x="3701716" y="513878"/>
                    </a:cubicBezTo>
                    <a:lnTo>
                      <a:pt x="3646730" y="513834"/>
                    </a:lnTo>
                    <a:lnTo>
                      <a:pt x="3147874" y="368360"/>
                    </a:lnTo>
                    <a:cubicBezTo>
                      <a:pt x="3147467" y="368207"/>
                      <a:pt x="3147062" y="368142"/>
                      <a:pt x="3146696" y="368142"/>
                    </a:cubicBezTo>
                    <a:lnTo>
                      <a:pt x="3058466" y="368033"/>
                    </a:lnTo>
                    <a:lnTo>
                      <a:pt x="3044689" y="363886"/>
                    </a:lnTo>
                    <a:cubicBezTo>
                      <a:pt x="3044283" y="363777"/>
                      <a:pt x="3043917" y="363668"/>
                      <a:pt x="3043511" y="363668"/>
                    </a:cubicBezTo>
                    <a:lnTo>
                      <a:pt x="2955891" y="363558"/>
                    </a:lnTo>
                    <a:lnTo>
                      <a:pt x="2942683" y="359455"/>
                    </a:lnTo>
                    <a:cubicBezTo>
                      <a:pt x="2942276" y="359346"/>
                      <a:pt x="2941911" y="359237"/>
                      <a:pt x="2941382" y="359237"/>
                    </a:cubicBezTo>
                    <a:lnTo>
                      <a:pt x="2679051" y="358909"/>
                    </a:lnTo>
                    <a:lnTo>
                      <a:pt x="2632396" y="342605"/>
                    </a:lnTo>
                    <a:lnTo>
                      <a:pt x="2621179" y="330622"/>
                    </a:lnTo>
                    <a:lnTo>
                      <a:pt x="2609598" y="309254"/>
                    </a:lnTo>
                    <a:lnTo>
                      <a:pt x="2586473" y="260384"/>
                    </a:lnTo>
                    <a:lnTo>
                      <a:pt x="2576557" y="235131"/>
                    </a:lnTo>
                    <a:lnTo>
                      <a:pt x="2568307" y="204487"/>
                    </a:lnTo>
                    <a:lnTo>
                      <a:pt x="2561886" y="170874"/>
                    </a:lnTo>
                    <a:lnTo>
                      <a:pt x="2556927" y="143438"/>
                    </a:lnTo>
                    <a:lnTo>
                      <a:pt x="2553352" y="117224"/>
                    </a:lnTo>
                    <a:lnTo>
                      <a:pt x="2550263" y="91054"/>
                    </a:lnTo>
                    <a:lnTo>
                      <a:pt x="2546889" y="76125"/>
                    </a:lnTo>
                    <a:lnTo>
                      <a:pt x="2542338" y="69686"/>
                    </a:lnTo>
                    <a:lnTo>
                      <a:pt x="2536080" y="64797"/>
                    </a:lnTo>
                    <a:cubicBezTo>
                      <a:pt x="2535795" y="64469"/>
                      <a:pt x="2535186" y="64317"/>
                      <a:pt x="2534616" y="64207"/>
                    </a:cubicBezTo>
                    <a:lnTo>
                      <a:pt x="2475567" y="56415"/>
                    </a:lnTo>
                    <a:lnTo>
                      <a:pt x="2457238" y="55040"/>
                    </a:lnTo>
                    <a:lnTo>
                      <a:pt x="2371894" y="54560"/>
                    </a:lnTo>
                    <a:lnTo>
                      <a:pt x="2283989" y="59296"/>
                    </a:lnTo>
                    <a:lnTo>
                      <a:pt x="2195882" y="70865"/>
                    </a:lnTo>
                    <a:lnTo>
                      <a:pt x="2108547" y="83022"/>
                    </a:lnTo>
                    <a:lnTo>
                      <a:pt x="2022227" y="91447"/>
                    </a:lnTo>
                    <a:lnTo>
                      <a:pt x="1937899" y="103648"/>
                    </a:lnTo>
                    <a:lnTo>
                      <a:pt x="1774689" y="125715"/>
                    </a:lnTo>
                    <a:lnTo>
                      <a:pt x="1696010" y="134336"/>
                    </a:lnTo>
                    <a:lnTo>
                      <a:pt x="1617819" y="144420"/>
                    </a:lnTo>
                    <a:lnTo>
                      <a:pt x="1539952" y="153369"/>
                    </a:lnTo>
                    <a:lnTo>
                      <a:pt x="1462452" y="162645"/>
                    </a:lnTo>
                    <a:lnTo>
                      <a:pt x="1384951" y="160724"/>
                    </a:lnTo>
                    <a:cubicBezTo>
                      <a:pt x="1384545" y="160659"/>
                      <a:pt x="1384179" y="160724"/>
                      <a:pt x="1383854" y="160834"/>
                    </a:cubicBezTo>
                    <a:lnTo>
                      <a:pt x="1305175" y="179801"/>
                    </a:lnTo>
                    <a:lnTo>
                      <a:pt x="1226415" y="192809"/>
                    </a:lnTo>
                    <a:lnTo>
                      <a:pt x="1147451" y="200580"/>
                    </a:lnTo>
                    <a:lnTo>
                      <a:pt x="1068569" y="202828"/>
                    </a:lnTo>
                    <a:lnTo>
                      <a:pt x="990174" y="201125"/>
                    </a:lnTo>
                    <a:lnTo>
                      <a:pt x="911211" y="190801"/>
                    </a:lnTo>
                    <a:lnTo>
                      <a:pt x="831922" y="191282"/>
                    </a:lnTo>
                    <a:lnTo>
                      <a:pt x="752634" y="197458"/>
                    </a:lnTo>
                    <a:lnTo>
                      <a:pt x="672654" y="197458"/>
                    </a:lnTo>
                    <a:lnTo>
                      <a:pt x="592512" y="191871"/>
                    </a:lnTo>
                    <a:lnTo>
                      <a:pt x="511760" y="180521"/>
                    </a:lnTo>
                    <a:lnTo>
                      <a:pt x="430196" y="158345"/>
                    </a:lnTo>
                    <a:lnTo>
                      <a:pt x="346762" y="128399"/>
                    </a:lnTo>
                    <a:cubicBezTo>
                      <a:pt x="346762" y="128399"/>
                      <a:pt x="346437" y="128290"/>
                      <a:pt x="346193" y="128247"/>
                    </a:cubicBezTo>
                    <a:lnTo>
                      <a:pt x="261946" y="112902"/>
                    </a:lnTo>
                    <a:lnTo>
                      <a:pt x="176887" y="81625"/>
                    </a:lnTo>
                    <a:lnTo>
                      <a:pt x="90567" y="43952"/>
                    </a:lnTo>
                    <a:lnTo>
                      <a:pt x="4248" y="365"/>
                    </a:lnTo>
                    <a:cubicBezTo>
                      <a:pt x="3232" y="-159"/>
                      <a:pt x="1647" y="-115"/>
                      <a:pt x="672" y="474"/>
                    </a:cubicBezTo>
                    <a:cubicBezTo>
                      <a:pt x="-263" y="1063"/>
                      <a:pt x="-222" y="1915"/>
                      <a:pt x="794" y="2438"/>
                    </a:cubicBezTo>
                    <a:lnTo>
                      <a:pt x="87275" y="46070"/>
                    </a:lnTo>
                    <a:lnTo>
                      <a:pt x="173879" y="83895"/>
                    </a:lnTo>
                    <a:lnTo>
                      <a:pt x="259386" y="115325"/>
                    </a:lnTo>
                    <a:cubicBezTo>
                      <a:pt x="259386" y="115325"/>
                      <a:pt x="259792" y="115478"/>
                      <a:pt x="259955" y="115478"/>
                    </a:cubicBezTo>
                    <a:lnTo>
                      <a:pt x="344242" y="130822"/>
                    </a:lnTo>
                    <a:lnTo>
                      <a:pt x="427676" y="160768"/>
                    </a:lnTo>
                    <a:lnTo>
                      <a:pt x="510013" y="183097"/>
                    </a:lnTo>
                    <a:lnTo>
                      <a:pt x="591455" y="194621"/>
                    </a:lnTo>
                    <a:lnTo>
                      <a:pt x="672329" y="200209"/>
                    </a:lnTo>
                    <a:lnTo>
                      <a:pt x="752999" y="200252"/>
                    </a:lnTo>
                    <a:lnTo>
                      <a:pt x="832288" y="194010"/>
                    </a:lnTo>
                    <a:lnTo>
                      <a:pt x="910561" y="193530"/>
                    </a:lnTo>
                    <a:lnTo>
                      <a:pt x="989443" y="203875"/>
                    </a:lnTo>
                    <a:lnTo>
                      <a:pt x="1068528" y="205643"/>
                    </a:lnTo>
                    <a:lnTo>
                      <a:pt x="1147979" y="203352"/>
                    </a:lnTo>
                    <a:lnTo>
                      <a:pt x="1227553" y="195516"/>
                    </a:lnTo>
                    <a:lnTo>
                      <a:pt x="1306923" y="182398"/>
                    </a:lnTo>
                    <a:lnTo>
                      <a:pt x="1385317" y="163540"/>
                    </a:lnTo>
                    <a:lnTo>
                      <a:pt x="1462492" y="165461"/>
                    </a:lnTo>
                    <a:cubicBezTo>
                      <a:pt x="1462492" y="165461"/>
                      <a:pt x="1462980" y="165461"/>
                      <a:pt x="1463183" y="165417"/>
                    </a:cubicBezTo>
                    <a:lnTo>
                      <a:pt x="1540968" y="156141"/>
                    </a:lnTo>
                    <a:lnTo>
                      <a:pt x="1618835" y="147148"/>
                    </a:lnTo>
                    <a:lnTo>
                      <a:pt x="1696904" y="137086"/>
                    </a:lnTo>
                    <a:lnTo>
                      <a:pt x="1775787" y="128508"/>
                    </a:lnTo>
                    <a:lnTo>
                      <a:pt x="1938996" y="106398"/>
                    </a:lnTo>
                    <a:lnTo>
                      <a:pt x="2023243" y="94241"/>
                    </a:lnTo>
                    <a:lnTo>
                      <a:pt x="2109563" y="85772"/>
                    </a:lnTo>
                    <a:lnTo>
                      <a:pt x="2196979" y="73615"/>
                    </a:lnTo>
                    <a:lnTo>
                      <a:pt x="2284803" y="62112"/>
                    </a:lnTo>
                    <a:lnTo>
                      <a:pt x="2372138" y="57419"/>
                    </a:lnTo>
                    <a:lnTo>
                      <a:pt x="2456872" y="57834"/>
                    </a:lnTo>
                    <a:lnTo>
                      <a:pt x="2474632" y="59209"/>
                    </a:lnTo>
                    <a:lnTo>
                      <a:pt x="2532463" y="66827"/>
                    </a:lnTo>
                    <a:lnTo>
                      <a:pt x="2537827" y="70974"/>
                    </a:lnTo>
                    <a:lnTo>
                      <a:pt x="2541972" y="76845"/>
                    </a:lnTo>
                    <a:lnTo>
                      <a:pt x="2545142" y="91338"/>
                    </a:lnTo>
                    <a:lnTo>
                      <a:pt x="2548109" y="117442"/>
                    </a:lnTo>
                    <a:lnTo>
                      <a:pt x="2551767" y="143656"/>
                    </a:lnTo>
                    <a:lnTo>
                      <a:pt x="2556725" y="171201"/>
                    </a:lnTo>
                    <a:lnTo>
                      <a:pt x="2563267" y="204879"/>
                    </a:lnTo>
                    <a:lnTo>
                      <a:pt x="2571395" y="235677"/>
                    </a:lnTo>
                    <a:lnTo>
                      <a:pt x="2581433" y="261039"/>
                    </a:lnTo>
                    <a:lnTo>
                      <a:pt x="2604558" y="310018"/>
                    </a:lnTo>
                    <a:lnTo>
                      <a:pt x="2616466" y="331714"/>
                    </a:lnTo>
                    <a:lnTo>
                      <a:pt x="2628169" y="344286"/>
                    </a:lnTo>
                    <a:cubicBezTo>
                      <a:pt x="2628373" y="344504"/>
                      <a:pt x="2628658" y="344657"/>
                      <a:pt x="2629063" y="344809"/>
                    </a:cubicBezTo>
                    <a:lnTo>
                      <a:pt x="2676775" y="361485"/>
                    </a:lnTo>
                    <a:cubicBezTo>
                      <a:pt x="2677263" y="361638"/>
                      <a:pt x="2677670" y="361747"/>
                      <a:pt x="2678157" y="361747"/>
                    </a:cubicBezTo>
                    <a:lnTo>
                      <a:pt x="2940692" y="362074"/>
                    </a:lnTo>
                    <a:lnTo>
                      <a:pt x="2953818" y="366221"/>
                    </a:lnTo>
                    <a:cubicBezTo>
                      <a:pt x="2954224" y="366330"/>
                      <a:pt x="2954712" y="366374"/>
                      <a:pt x="2955078" y="366374"/>
                    </a:cubicBezTo>
                    <a:lnTo>
                      <a:pt x="3042697" y="366483"/>
                    </a:lnTo>
                    <a:lnTo>
                      <a:pt x="3056597" y="370696"/>
                    </a:lnTo>
                    <a:cubicBezTo>
                      <a:pt x="3056881" y="370805"/>
                      <a:pt x="3057369" y="370849"/>
                      <a:pt x="3057775" y="370849"/>
                    </a:cubicBezTo>
                    <a:lnTo>
                      <a:pt x="3146005" y="370958"/>
                    </a:lnTo>
                    <a:lnTo>
                      <a:pt x="3644780" y="516475"/>
                    </a:lnTo>
                    <a:cubicBezTo>
                      <a:pt x="3645185" y="516584"/>
                      <a:pt x="3645552" y="516628"/>
                      <a:pt x="3645999" y="516628"/>
                    </a:cubicBezTo>
                    <a:lnTo>
                      <a:pt x="3701147" y="516628"/>
                    </a:lnTo>
                    <a:cubicBezTo>
                      <a:pt x="3701350" y="516672"/>
                      <a:pt x="3702041" y="516737"/>
                      <a:pt x="3702163" y="516737"/>
                    </a:cubicBezTo>
                    <a:lnTo>
                      <a:pt x="3856757" y="516999"/>
                    </a:lnTo>
                    <a:lnTo>
                      <a:pt x="5512106" y="969616"/>
                    </a:lnTo>
                    <a:cubicBezTo>
                      <a:pt x="5512431" y="969725"/>
                      <a:pt x="5512797" y="969769"/>
                      <a:pt x="5513204" y="969769"/>
                    </a:cubicBezTo>
                    <a:lnTo>
                      <a:pt x="5829504" y="970511"/>
                    </a:lnTo>
                    <a:lnTo>
                      <a:pt x="5883271" y="984371"/>
                    </a:lnTo>
                    <a:cubicBezTo>
                      <a:pt x="5883556" y="984436"/>
                      <a:pt x="5883962" y="984480"/>
                      <a:pt x="5884247" y="984480"/>
                    </a:cubicBezTo>
                    <a:lnTo>
                      <a:pt x="6204734" y="985287"/>
                    </a:lnTo>
                    <a:lnTo>
                      <a:pt x="6364855" y="985025"/>
                    </a:lnTo>
                    <a:lnTo>
                      <a:pt x="6390662" y="989063"/>
                    </a:lnTo>
                    <a:lnTo>
                      <a:pt x="6390662" y="98613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1" name="Freeform: Shape 100">
                <a:extLst>
                  <a:ext uri="{FF2B5EF4-FFF2-40B4-BE49-F238E27FC236}">
                    <a16:creationId xmlns:a16="http://schemas.microsoft.com/office/drawing/2014/main" id="{B96EC27B-6E11-4384-9ABF-CBEC719078BD}"/>
                  </a:ext>
                </a:extLst>
              </p:cNvPr>
              <p:cNvSpPr/>
              <p:nvPr/>
            </p:nvSpPr>
            <p:spPr>
              <a:xfrm>
                <a:off x="81" y="5531821"/>
                <a:ext cx="4953044" cy="911317"/>
              </a:xfrm>
              <a:custGeom>
                <a:avLst/>
                <a:gdLst>
                  <a:gd name="connsiteX0" fmla="*/ 4951293 w 4953044"/>
                  <a:gd name="connsiteY0" fmla="*/ 513398 h 911317"/>
                  <a:gd name="connsiteX1" fmla="*/ 4929470 w 4953044"/>
                  <a:gd name="connsiteY1" fmla="*/ 508705 h 911317"/>
                  <a:gd name="connsiteX2" fmla="*/ 4846523 w 4953044"/>
                  <a:gd name="connsiteY2" fmla="*/ 489891 h 911317"/>
                  <a:gd name="connsiteX3" fmla="*/ 4735211 w 4953044"/>
                  <a:gd name="connsiteY3" fmla="*/ 464244 h 911317"/>
                  <a:gd name="connsiteX4" fmla="*/ 4638325 w 4953044"/>
                  <a:gd name="connsiteY4" fmla="*/ 437027 h 911317"/>
                  <a:gd name="connsiteX5" fmla="*/ 4541358 w 4953044"/>
                  <a:gd name="connsiteY5" fmla="*/ 402235 h 911317"/>
                  <a:gd name="connsiteX6" fmla="*/ 4444513 w 4953044"/>
                  <a:gd name="connsiteY6" fmla="*/ 367706 h 911317"/>
                  <a:gd name="connsiteX7" fmla="*/ 4359006 w 4953044"/>
                  <a:gd name="connsiteY7" fmla="*/ 333067 h 911317"/>
                  <a:gd name="connsiteX8" fmla="*/ 4333322 w 4953044"/>
                  <a:gd name="connsiteY8" fmla="*/ 323485 h 911317"/>
                  <a:gd name="connsiteX9" fmla="*/ 4274881 w 4953044"/>
                  <a:gd name="connsiteY9" fmla="*/ 302968 h 911317"/>
                  <a:gd name="connsiteX10" fmla="*/ 4269110 w 4953044"/>
                  <a:gd name="connsiteY10" fmla="*/ 298646 h 911317"/>
                  <a:gd name="connsiteX11" fmla="*/ 4268623 w 4953044"/>
                  <a:gd name="connsiteY11" fmla="*/ 298385 h 911317"/>
                  <a:gd name="connsiteX12" fmla="*/ 4185635 w 4953044"/>
                  <a:gd name="connsiteY12" fmla="*/ 263222 h 911317"/>
                  <a:gd name="connsiteX13" fmla="*/ 4096187 w 4953044"/>
                  <a:gd name="connsiteY13" fmla="*/ 228627 h 911317"/>
                  <a:gd name="connsiteX14" fmla="*/ 4008973 w 4953044"/>
                  <a:gd name="connsiteY14" fmla="*/ 194621 h 911317"/>
                  <a:gd name="connsiteX15" fmla="*/ 3923792 w 4953044"/>
                  <a:gd name="connsiteY15" fmla="*/ 152518 h 911317"/>
                  <a:gd name="connsiteX16" fmla="*/ 3838773 w 4953044"/>
                  <a:gd name="connsiteY16" fmla="*/ 106115 h 911317"/>
                  <a:gd name="connsiteX17" fmla="*/ 3838001 w 4953044"/>
                  <a:gd name="connsiteY17" fmla="*/ 105853 h 911317"/>
                  <a:gd name="connsiteX18" fmla="*/ 3746764 w 4953044"/>
                  <a:gd name="connsiteY18" fmla="*/ 84375 h 911317"/>
                  <a:gd name="connsiteX19" fmla="*/ 3651464 w 4953044"/>
                  <a:gd name="connsiteY19" fmla="*/ 66892 h 911317"/>
                  <a:gd name="connsiteX20" fmla="*/ 3552180 w 4953044"/>
                  <a:gd name="connsiteY20" fmla="*/ 45961 h 911317"/>
                  <a:gd name="connsiteX21" fmla="*/ 3449483 w 4953044"/>
                  <a:gd name="connsiteY21" fmla="*/ 27888 h 911317"/>
                  <a:gd name="connsiteX22" fmla="*/ 3370438 w 4953044"/>
                  <a:gd name="connsiteY22" fmla="*/ 12435 h 911317"/>
                  <a:gd name="connsiteX23" fmla="*/ 3345038 w 4953044"/>
                  <a:gd name="connsiteY23" fmla="*/ 7961 h 911317"/>
                  <a:gd name="connsiteX24" fmla="*/ 3343453 w 4953044"/>
                  <a:gd name="connsiteY24" fmla="*/ 8026 h 911317"/>
                  <a:gd name="connsiteX25" fmla="*/ 3298668 w 4953044"/>
                  <a:gd name="connsiteY25" fmla="*/ 16648 h 911317"/>
                  <a:gd name="connsiteX26" fmla="*/ 3220680 w 4953044"/>
                  <a:gd name="connsiteY26" fmla="*/ 11955 h 911317"/>
                  <a:gd name="connsiteX27" fmla="*/ 3197474 w 4953044"/>
                  <a:gd name="connsiteY27" fmla="*/ 4447 h 911317"/>
                  <a:gd name="connsiteX28" fmla="*/ 3196377 w 4953044"/>
                  <a:gd name="connsiteY28" fmla="*/ 4228 h 911317"/>
                  <a:gd name="connsiteX29" fmla="*/ 3079618 w 4953044"/>
                  <a:gd name="connsiteY29" fmla="*/ 16 h 911317"/>
                  <a:gd name="connsiteX30" fmla="*/ 3078114 w 4953044"/>
                  <a:gd name="connsiteY30" fmla="*/ 190 h 911317"/>
                  <a:gd name="connsiteX31" fmla="*/ 2988300 w 4953044"/>
                  <a:gd name="connsiteY31" fmla="*/ 30136 h 911317"/>
                  <a:gd name="connsiteX32" fmla="*/ 2968346 w 4953044"/>
                  <a:gd name="connsiteY32" fmla="*/ 29547 h 911317"/>
                  <a:gd name="connsiteX33" fmla="*/ 2967086 w 4953044"/>
                  <a:gd name="connsiteY33" fmla="*/ 29722 h 911317"/>
                  <a:gd name="connsiteX34" fmla="*/ 2938150 w 4953044"/>
                  <a:gd name="connsiteY34" fmla="*/ 37754 h 911317"/>
                  <a:gd name="connsiteX35" fmla="*/ 2904460 w 4953044"/>
                  <a:gd name="connsiteY35" fmla="*/ 48252 h 911317"/>
                  <a:gd name="connsiteX36" fmla="*/ 2839436 w 4953044"/>
                  <a:gd name="connsiteY36" fmla="*/ 58380 h 911317"/>
                  <a:gd name="connsiteX37" fmla="*/ 2837769 w 4953044"/>
                  <a:gd name="connsiteY37" fmla="*/ 59297 h 911317"/>
                  <a:gd name="connsiteX38" fmla="*/ 2821757 w 4953044"/>
                  <a:gd name="connsiteY38" fmla="*/ 84223 h 911317"/>
                  <a:gd name="connsiteX39" fmla="*/ 2803307 w 4953044"/>
                  <a:gd name="connsiteY39" fmla="*/ 106333 h 911317"/>
                  <a:gd name="connsiteX40" fmla="*/ 2781889 w 4953044"/>
                  <a:gd name="connsiteY40" fmla="*/ 135166 h 911317"/>
                  <a:gd name="connsiteX41" fmla="*/ 2756693 w 4953044"/>
                  <a:gd name="connsiteY41" fmla="*/ 166181 h 911317"/>
                  <a:gd name="connsiteX42" fmla="*/ 2728082 w 4953044"/>
                  <a:gd name="connsiteY42" fmla="*/ 199008 h 911317"/>
                  <a:gd name="connsiteX43" fmla="*/ 2696952 w 4953044"/>
                  <a:gd name="connsiteY43" fmla="*/ 233538 h 911317"/>
                  <a:gd name="connsiteX44" fmla="*/ 2664928 w 4953044"/>
                  <a:gd name="connsiteY44" fmla="*/ 266256 h 911317"/>
                  <a:gd name="connsiteX45" fmla="*/ 2633350 w 4953044"/>
                  <a:gd name="connsiteY45" fmla="*/ 293757 h 911317"/>
                  <a:gd name="connsiteX46" fmla="*/ 2602748 w 4953044"/>
                  <a:gd name="connsiteY46" fmla="*/ 314318 h 911317"/>
                  <a:gd name="connsiteX47" fmla="*/ 2573284 w 4953044"/>
                  <a:gd name="connsiteY47" fmla="*/ 331648 h 911317"/>
                  <a:gd name="connsiteX48" fmla="*/ 2545405 w 4953044"/>
                  <a:gd name="connsiteY48" fmla="*/ 343325 h 911317"/>
                  <a:gd name="connsiteX49" fmla="*/ 2440188 w 4953044"/>
                  <a:gd name="connsiteY49" fmla="*/ 330120 h 911317"/>
                  <a:gd name="connsiteX50" fmla="*/ 2333712 w 4953044"/>
                  <a:gd name="connsiteY50" fmla="*/ 320800 h 911317"/>
                  <a:gd name="connsiteX51" fmla="*/ 2226747 w 4953044"/>
                  <a:gd name="connsiteY51" fmla="*/ 306831 h 911317"/>
                  <a:gd name="connsiteX52" fmla="*/ 2125391 w 4953044"/>
                  <a:gd name="connsiteY52" fmla="*/ 296180 h 911317"/>
                  <a:gd name="connsiteX53" fmla="*/ 2012737 w 4953044"/>
                  <a:gd name="connsiteY53" fmla="*/ 285529 h 911317"/>
                  <a:gd name="connsiteX54" fmla="*/ 1906504 w 4953044"/>
                  <a:gd name="connsiteY54" fmla="*/ 274484 h 911317"/>
                  <a:gd name="connsiteX55" fmla="*/ 1800596 w 4953044"/>
                  <a:gd name="connsiteY55" fmla="*/ 266169 h 911317"/>
                  <a:gd name="connsiteX56" fmla="*/ 1694688 w 4953044"/>
                  <a:gd name="connsiteY56" fmla="*/ 256674 h 911317"/>
                  <a:gd name="connsiteX57" fmla="*/ 1692290 w 4953044"/>
                  <a:gd name="connsiteY57" fmla="*/ 257154 h 911317"/>
                  <a:gd name="connsiteX58" fmla="*/ 1660144 w 4953044"/>
                  <a:gd name="connsiteY58" fmla="*/ 278304 h 911317"/>
                  <a:gd name="connsiteX59" fmla="*/ 1627429 w 4953044"/>
                  <a:gd name="connsiteY59" fmla="*/ 298865 h 911317"/>
                  <a:gd name="connsiteX60" fmla="*/ 1594226 w 4953044"/>
                  <a:gd name="connsiteY60" fmla="*/ 323485 h 911317"/>
                  <a:gd name="connsiteX61" fmla="*/ 1560942 w 4953044"/>
                  <a:gd name="connsiteY61" fmla="*/ 347516 h 911317"/>
                  <a:gd name="connsiteX62" fmla="*/ 1527861 w 4953044"/>
                  <a:gd name="connsiteY62" fmla="*/ 363668 h 911317"/>
                  <a:gd name="connsiteX63" fmla="*/ 1419108 w 4953044"/>
                  <a:gd name="connsiteY63" fmla="*/ 356530 h 911317"/>
                  <a:gd name="connsiteX64" fmla="*/ 1199693 w 4953044"/>
                  <a:gd name="connsiteY64" fmla="*/ 349502 h 911317"/>
                  <a:gd name="connsiteX65" fmla="*/ 1198067 w 4953044"/>
                  <a:gd name="connsiteY65" fmla="*/ 349830 h 911317"/>
                  <a:gd name="connsiteX66" fmla="*/ 1161735 w 4953044"/>
                  <a:gd name="connsiteY66" fmla="*/ 364846 h 911317"/>
                  <a:gd name="connsiteX67" fmla="*/ 1155477 w 4953044"/>
                  <a:gd name="connsiteY67" fmla="*/ 366440 h 911317"/>
                  <a:gd name="connsiteX68" fmla="*/ 1125647 w 4953044"/>
                  <a:gd name="connsiteY68" fmla="*/ 364846 h 911317"/>
                  <a:gd name="connsiteX69" fmla="*/ 1123818 w 4953044"/>
                  <a:gd name="connsiteY69" fmla="*/ 365174 h 911317"/>
                  <a:gd name="connsiteX70" fmla="*/ 1083300 w 4953044"/>
                  <a:gd name="connsiteY70" fmla="*/ 383181 h 911317"/>
                  <a:gd name="connsiteX71" fmla="*/ 1082609 w 4953044"/>
                  <a:gd name="connsiteY71" fmla="*/ 383595 h 911317"/>
                  <a:gd name="connsiteX72" fmla="*/ 998322 w 4953044"/>
                  <a:gd name="connsiteY72" fmla="*/ 474918 h 911317"/>
                  <a:gd name="connsiteX73" fmla="*/ 955365 w 4953044"/>
                  <a:gd name="connsiteY73" fmla="*/ 514511 h 911317"/>
                  <a:gd name="connsiteX74" fmla="*/ 911799 w 4953044"/>
                  <a:gd name="connsiteY74" fmla="*/ 550110 h 911317"/>
                  <a:gd name="connsiteX75" fmla="*/ 867705 w 4953044"/>
                  <a:gd name="connsiteY75" fmla="*/ 583570 h 911317"/>
                  <a:gd name="connsiteX76" fmla="*/ 823001 w 4953044"/>
                  <a:gd name="connsiteY76" fmla="*/ 611333 h 911317"/>
                  <a:gd name="connsiteX77" fmla="*/ 777768 w 4953044"/>
                  <a:gd name="connsiteY77" fmla="*/ 634579 h 911317"/>
                  <a:gd name="connsiteX78" fmla="*/ 731804 w 4953044"/>
                  <a:gd name="connsiteY78" fmla="*/ 653764 h 911317"/>
                  <a:gd name="connsiteX79" fmla="*/ 684947 w 4953044"/>
                  <a:gd name="connsiteY79" fmla="*/ 670767 h 911317"/>
                  <a:gd name="connsiteX80" fmla="*/ 637113 w 4953044"/>
                  <a:gd name="connsiteY80" fmla="*/ 689320 h 911317"/>
                  <a:gd name="connsiteX81" fmla="*/ 588630 w 4953044"/>
                  <a:gd name="connsiteY81" fmla="*/ 712805 h 911317"/>
                  <a:gd name="connsiteX82" fmla="*/ 539333 w 4953044"/>
                  <a:gd name="connsiteY82" fmla="*/ 734610 h 911317"/>
                  <a:gd name="connsiteX83" fmla="*/ 489224 w 4953044"/>
                  <a:gd name="connsiteY83" fmla="*/ 756349 h 911317"/>
                  <a:gd name="connsiteX84" fmla="*/ 438384 w 4953044"/>
                  <a:gd name="connsiteY84" fmla="*/ 776277 h 911317"/>
                  <a:gd name="connsiteX85" fmla="*/ 386649 w 4953044"/>
                  <a:gd name="connsiteY85" fmla="*/ 793498 h 911317"/>
                  <a:gd name="connsiteX86" fmla="*/ 333858 w 4953044"/>
                  <a:gd name="connsiteY86" fmla="*/ 809213 h 911317"/>
                  <a:gd name="connsiteX87" fmla="*/ 280213 w 4953044"/>
                  <a:gd name="connsiteY87" fmla="*/ 826958 h 911317"/>
                  <a:gd name="connsiteX88" fmla="*/ 225552 w 4953044"/>
                  <a:gd name="connsiteY88" fmla="*/ 843590 h 911317"/>
                  <a:gd name="connsiteX89" fmla="*/ 113345 w 4953044"/>
                  <a:gd name="connsiteY89" fmla="*/ 878490 h 911317"/>
                  <a:gd name="connsiteX90" fmla="*/ 55758 w 4953044"/>
                  <a:gd name="connsiteY90" fmla="*/ 894642 h 911317"/>
                  <a:gd name="connsiteX91" fmla="*/ 0 w 4953044"/>
                  <a:gd name="connsiteY91" fmla="*/ 908218 h 911317"/>
                  <a:gd name="connsiteX92" fmla="*/ 0 w 4953044"/>
                  <a:gd name="connsiteY92" fmla="*/ 911317 h 911317"/>
                  <a:gd name="connsiteX93" fmla="*/ 57953 w 4953044"/>
                  <a:gd name="connsiteY93" fmla="*/ 897152 h 911317"/>
                  <a:gd name="connsiteX94" fmla="*/ 115743 w 4953044"/>
                  <a:gd name="connsiteY94" fmla="*/ 880957 h 911317"/>
                  <a:gd name="connsiteX95" fmla="*/ 228072 w 4953044"/>
                  <a:gd name="connsiteY95" fmla="*/ 846056 h 911317"/>
                  <a:gd name="connsiteX96" fmla="*/ 282814 w 4953044"/>
                  <a:gd name="connsiteY96" fmla="*/ 829424 h 911317"/>
                  <a:gd name="connsiteX97" fmla="*/ 336377 w 4953044"/>
                  <a:gd name="connsiteY97" fmla="*/ 811679 h 911317"/>
                  <a:gd name="connsiteX98" fmla="*/ 389209 w 4953044"/>
                  <a:gd name="connsiteY98" fmla="*/ 795964 h 911317"/>
                  <a:gd name="connsiteX99" fmla="*/ 441188 w 4953044"/>
                  <a:gd name="connsiteY99" fmla="*/ 778634 h 911317"/>
                  <a:gd name="connsiteX100" fmla="*/ 492272 w 4953044"/>
                  <a:gd name="connsiteY100" fmla="*/ 758597 h 911317"/>
                  <a:gd name="connsiteX101" fmla="*/ 542503 w 4953044"/>
                  <a:gd name="connsiteY101" fmla="*/ 736858 h 911317"/>
                  <a:gd name="connsiteX102" fmla="*/ 591962 w 4953044"/>
                  <a:gd name="connsiteY102" fmla="*/ 714966 h 911317"/>
                  <a:gd name="connsiteX103" fmla="*/ 640283 w 4953044"/>
                  <a:gd name="connsiteY103" fmla="*/ 691568 h 911317"/>
                  <a:gd name="connsiteX104" fmla="*/ 687873 w 4953044"/>
                  <a:gd name="connsiteY104" fmla="*/ 673124 h 911317"/>
                  <a:gd name="connsiteX105" fmla="*/ 734812 w 4953044"/>
                  <a:gd name="connsiteY105" fmla="*/ 656078 h 911317"/>
                  <a:gd name="connsiteX106" fmla="*/ 781101 w 4953044"/>
                  <a:gd name="connsiteY106" fmla="*/ 636783 h 911317"/>
                  <a:gd name="connsiteX107" fmla="*/ 826699 w 4953044"/>
                  <a:gd name="connsiteY107" fmla="*/ 613341 h 911317"/>
                  <a:gd name="connsiteX108" fmla="*/ 871687 w 4953044"/>
                  <a:gd name="connsiteY108" fmla="*/ 585360 h 911317"/>
                  <a:gd name="connsiteX109" fmla="*/ 916026 w 4953044"/>
                  <a:gd name="connsiteY109" fmla="*/ 551747 h 911317"/>
                  <a:gd name="connsiteX110" fmla="*/ 959754 w 4953044"/>
                  <a:gd name="connsiteY110" fmla="*/ 516039 h 911317"/>
                  <a:gd name="connsiteX111" fmla="*/ 1002873 w 4953044"/>
                  <a:gd name="connsiteY111" fmla="*/ 476293 h 911317"/>
                  <a:gd name="connsiteX112" fmla="*/ 1086998 w 4953044"/>
                  <a:gd name="connsiteY112" fmla="*/ 385167 h 911317"/>
                  <a:gd name="connsiteX113" fmla="*/ 1126297 w 4953044"/>
                  <a:gd name="connsiteY113" fmla="*/ 367749 h 911317"/>
                  <a:gd name="connsiteX114" fmla="*/ 1155761 w 4953044"/>
                  <a:gd name="connsiteY114" fmla="*/ 369299 h 911317"/>
                  <a:gd name="connsiteX115" fmla="*/ 1157062 w 4953044"/>
                  <a:gd name="connsiteY115" fmla="*/ 369190 h 911317"/>
                  <a:gd name="connsiteX116" fmla="*/ 1164417 w 4953044"/>
                  <a:gd name="connsiteY116" fmla="*/ 367269 h 911317"/>
                  <a:gd name="connsiteX117" fmla="*/ 1200424 w 4953044"/>
                  <a:gd name="connsiteY117" fmla="*/ 352405 h 911317"/>
                  <a:gd name="connsiteX118" fmla="*/ 1418742 w 4953044"/>
                  <a:gd name="connsiteY118" fmla="*/ 359324 h 911317"/>
                  <a:gd name="connsiteX119" fmla="*/ 1528430 w 4953044"/>
                  <a:gd name="connsiteY119" fmla="*/ 366571 h 911317"/>
                  <a:gd name="connsiteX120" fmla="*/ 1530421 w 4953044"/>
                  <a:gd name="connsiteY120" fmla="*/ 366200 h 911317"/>
                  <a:gd name="connsiteX121" fmla="*/ 1564681 w 4953044"/>
                  <a:gd name="connsiteY121" fmla="*/ 349459 h 911317"/>
                  <a:gd name="connsiteX122" fmla="*/ 1598371 w 4953044"/>
                  <a:gd name="connsiteY122" fmla="*/ 325209 h 911317"/>
                  <a:gd name="connsiteX123" fmla="*/ 1631412 w 4953044"/>
                  <a:gd name="connsiteY123" fmla="*/ 300633 h 911317"/>
                  <a:gd name="connsiteX124" fmla="*/ 1664127 w 4953044"/>
                  <a:gd name="connsiteY124" fmla="*/ 280116 h 911317"/>
                  <a:gd name="connsiteX125" fmla="*/ 1695379 w 4953044"/>
                  <a:gd name="connsiteY125" fmla="*/ 259555 h 911317"/>
                  <a:gd name="connsiteX126" fmla="*/ 1799905 w 4953044"/>
                  <a:gd name="connsiteY126" fmla="*/ 268984 h 911317"/>
                  <a:gd name="connsiteX127" fmla="*/ 1905772 w 4953044"/>
                  <a:gd name="connsiteY127" fmla="*/ 277256 h 911317"/>
                  <a:gd name="connsiteX128" fmla="*/ 2011924 w 4953044"/>
                  <a:gd name="connsiteY128" fmla="*/ 288279 h 911317"/>
                  <a:gd name="connsiteX129" fmla="*/ 2118889 w 4953044"/>
                  <a:gd name="connsiteY129" fmla="*/ 298341 h 911317"/>
                  <a:gd name="connsiteX130" fmla="*/ 2225772 w 4953044"/>
                  <a:gd name="connsiteY130" fmla="*/ 309582 h 911317"/>
                  <a:gd name="connsiteX131" fmla="*/ 2332777 w 4953044"/>
                  <a:gd name="connsiteY131" fmla="*/ 323529 h 911317"/>
                  <a:gd name="connsiteX132" fmla="*/ 2439294 w 4953044"/>
                  <a:gd name="connsiteY132" fmla="*/ 332849 h 911317"/>
                  <a:gd name="connsiteX133" fmla="*/ 2545446 w 4953044"/>
                  <a:gd name="connsiteY133" fmla="*/ 346163 h 911317"/>
                  <a:gd name="connsiteX134" fmla="*/ 2547519 w 4953044"/>
                  <a:gd name="connsiteY134" fmla="*/ 345901 h 911317"/>
                  <a:gd name="connsiteX135" fmla="*/ 2576698 w 4953044"/>
                  <a:gd name="connsiteY135" fmla="*/ 333744 h 911317"/>
                  <a:gd name="connsiteX136" fmla="*/ 2606569 w 4953044"/>
                  <a:gd name="connsiteY136" fmla="*/ 316173 h 911317"/>
                  <a:gd name="connsiteX137" fmla="*/ 2637496 w 4953044"/>
                  <a:gd name="connsiteY137" fmla="*/ 295394 h 911317"/>
                  <a:gd name="connsiteX138" fmla="*/ 2669398 w 4953044"/>
                  <a:gd name="connsiteY138" fmla="*/ 267631 h 911317"/>
                  <a:gd name="connsiteX139" fmla="*/ 2701544 w 4953044"/>
                  <a:gd name="connsiteY139" fmla="*/ 234847 h 911317"/>
                  <a:gd name="connsiteX140" fmla="*/ 2732715 w 4953044"/>
                  <a:gd name="connsiteY140" fmla="*/ 200209 h 911317"/>
                  <a:gd name="connsiteX141" fmla="*/ 2761366 w 4953044"/>
                  <a:gd name="connsiteY141" fmla="*/ 167382 h 911317"/>
                  <a:gd name="connsiteX142" fmla="*/ 2786644 w 4953044"/>
                  <a:gd name="connsiteY142" fmla="*/ 136257 h 911317"/>
                  <a:gd name="connsiteX143" fmla="*/ 2808061 w 4953044"/>
                  <a:gd name="connsiteY143" fmla="*/ 107424 h 911317"/>
                  <a:gd name="connsiteX144" fmla="*/ 2826553 w 4953044"/>
                  <a:gd name="connsiteY144" fmla="*/ 85248 h 911317"/>
                  <a:gd name="connsiteX145" fmla="*/ 2842240 w 4953044"/>
                  <a:gd name="connsiteY145" fmla="*/ 60846 h 911317"/>
                  <a:gd name="connsiteX146" fmla="*/ 2906532 w 4953044"/>
                  <a:gd name="connsiteY146" fmla="*/ 50828 h 911317"/>
                  <a:gd name="connsiteX147" fmla="*/ 2940670 w 4953044"/>
                  <a:gd name="connsiteY147" fmla="*/ 40220 h 911317"/>
                  <a:gd name="connsiteX148" fmla="*/ 2968874 w 4953044"/>
                  <a:gd name="connsiteY148" fmla="*/ 32385 h 911317"/>
                  <a:gd name="connsiteX149" fmla="*/ 2988869 w 4953044"/>
                  <a:gd name="connsiteY149" fmla="*/ 32908 h 911317"/>
                  <a:gd name="connsiteX150" fmla="*/ 2990291 w 4953044"/>
                  <a:gd name="connsiteY150" fmla="*/ 32690 h 911317"/>
                  <a:gd name="connsiteX151" fmla="*/ 3080106 w 4953044"/>
                  <a:gd name="connsiteY151" fmla="*/ 2810 h 911317"/>
                  <a:gd name="connsiteX152" fmla="*/ 3195483 w 4953044"/>
                  <a:gd name="connsiteY152" fmla="*/ 7022 h 911317"/>
                  <a:gd name="connsiteX153" fmla="*/ 3218648 w 4953044"/>
                  <a:gd name="connsiteY153" fmla="*/ 14487 h 911317"/>
                  <a:gd name="connsiteX154" fmla="*/ 3219664 w 4953044"/>
                  <a:gd name="connsiteY154" fmla="*/ 14705 h 911317"/>
                  <a:gd name="connsiteX155" fmla="*/ 3298789 w 4953044"/>
                  <a:gd name="connsiteY155" fmla="*/ 19441 h 911317"/>
                  <a:gd name="connsiteX156" fmla="*/ 3299887 w 4953044"/>
                  <a:gd name="connsiteY156" fmla="*/ 19332 h 911317"/>
                  <a:gd name="connsiteX157" fmla="*/ 3344388 w 4953044"/>
                  <a:gd name="connsiteY157" fmla="*/ 10754 h 911317"/>
                  <a:gd name="connsiteX158" fmla="*/ 3368934 w 4953044"/>
                  <a:gd name="connsiteY158" fmla="*/ 15076 h 911317"/>
                  <a:gd name="connsiteX159" fmla="*/ 3447979 w 4953044"/>
                  <a:gd name="connsiteY159" fmla="*/ 30529 h 911317"/>
                  <a:gd name="connsiteX160" fmla="*/ 3550554 w 4953044"/>
                  <a:gd name="connsiteY160" fmla="*/ 48536 h 911317"/>
                  <a:gd name="connsiteX161" fmla="*/ 3649838 w 4953044"/>
                  <a:gd name="connsiteY161" fmla="*/ 69490 h 911317"/>
                  <a:gd name="connsiteX162" fmla="*/ 3745017 w 4953044"/>
                  <a:gd name="connsiteY162" fmla="*/ 86973 h 911317"/>
                  <a:gd name="connsiteX163" fmla="*/ 3835603 w 4953044"/>
                  <a:gd name="connsiteY163" fmla="*/ 108341 h 911317"/>
                  <a:gd name="connsiteX164" fmla="*/ 3920378 w 4953044"/>
                  <a:gd name="connsiteY164" fmla="*/ 154591 h 911317"/>
                  <a:gd name="connsiteX165" fmla="*/ 4005844 w 4953044"/>
                  <a:gd name="connsiteY165" fmla="*/ 196804 h 911317"/>
                  <a:gd name="connsiteX166" fmla="*/ 4093301 w 4953044"/>
                  <a:gd name="connsiteY166" fmla="*/ 230962 h 911317"/>
                  <a:gd name="connsiteX167" fmla="*/ 4182628 w 4953044"/>
                  <a:gd name="connsiteY167" fmla="*/ 265492 h 911317"/>
                  <a:gd name="connsiteX168" fmla="*/ 4265290 w 4953044"/>
                  <a:gd name="connsiteY168" fmla="*/ 300502 h 911317"/>
                  <a:gd name="connsiteX169" fmla="*/ 4271142 w 4953044"/>
                  <a:gd name="connsiteY169" fmla="*/ 304867 h 911317"/>
                  <a:gd name="connsiteX170" fmla="*/ 4271793 w 4953044"/>
                  <a:gd name="connsiteY170" fmla="*/ 305194 h 911317"/>
                  <a:gd name="connsiteX171" fmla="*/ 4330558 w 4953044"/>
                  <a:gd name="connsiteY171" fmla="*/ 325821 h 911317"/>
                  <a:gd name="connsiteX172" fmla="*/ 4356121 w 4953044"/>
                  <a:gd name="connsiteY172" fmla="*/ 335359 h 911317"/>
                  <a:gd name="connsiteX173" fmla="*/ 4441708 w 4953044"/>
                  <a:gd name="connsiteY173" fmla="*/ 370063 h 911317"/>
                  <a:gd name="connsiteX174" fmla="*/ 4538635 w 4953044"/>
                  <a:gd name="connsiteY174" fmla="*/ 404592 h 911317"/>
                  <a:gd name="connsiteX175" fmla="*/ 4635846 w 4953044"/>
                  <a:gd name="connsiteY175" fmla="*/ 439493 h 911317"/>
                  <a:gd name="connsiteX176" fmla="*/ 4733138 w 4953044"/>
                  <a:gd name="connsiteY176" fmla="*/ 466842 h 911317"/>
                  <a:gd name="connsiteX177" fmla="*/ 4830389 w 4953044"/>
                  <a:gd name="connsiteY177" fmla="*/ 489279 h 911317"/>
                  <a:gd name="connsiteX178" fmla="*/ 4927682 w 4953044"/>
                  <a:gd name="connsiteY178" fmla="*/ 511346 h 911317"/>
                  <a:gd name="connsiteX179" fmla="*/ 4949546 w 4953044"/>
                  <a:gd name="connsiteY179" fmla="*/ 516039 h 911317"/>
                  <a:gd name="connsiteX180" fmla="*/ 4952878 w 4953044"/>
                  <a:gd name="connsiteY180" fmla="*/ 515231 h 911317"/>
                  <a:gd name="connsiteX181" fmla="*/ 4951415 w 4953044"/>
                  <a:gd name="connsiteY181" fmla="*/ 513420 h 91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4953044" h="911317">
                    <a:moveTo>
                      <a:pt x="4951293" y="513398"/>
                    </a:moveTo>
                    <a:lnTo>
                      <a:pt x="4929470" y="508705"/>
                    </a:lnTo>
                    <a:lnTo>
                      <a:pt x="4846523" y="489891"/>
                    </a:lnTo>
                    <a:lnTo>
                      <a:pt x="4735211" y="464244"/>
                    </a:lnTo>
                    <a:lnTo>
                      <a:pt x="4638325" y="437027"/>
                    </a:lnTo>
                    <a:lnTo>
                      <a:pt x="4541358" y="402235"/>
                    </a:lnTo>
                    <a:lnTo>
                      <a:pt x="4444513" y="367706"/>
                    </a:lnTo>
                    <a:lnTo>
                      <a:pt x="4359006" y="333067"/>
                    </a:lnTo>
                    <a:lnTo>
                      <a:pt x="4333322" y="323485"/>
                    </a:lnTo>
                    <a:lnTo>
                      <a:pt x="4274881" y="302968"/>
                    </a:lnTo>
                    <a:lnTo>
                      <a:pt x="4269110" y="298646"/>
                    </a:lnTo>
                    <a:cubicBezTo>
                      <a:pt x="4269110" y="298646"/>
                      <a:pt x="4268826" y="298494"/>
                      <a:pt x="4268623" y="298385"/>
                    </a:cubicBezTo>
                    <a:lnTo>
                      <a:pt x="4185635" y="263222"/>
                    </a:lnTo>
                    <a:lnTo>
                      <a:pt x="4096187" y="228627"/>
                    </a:lnTo>
                    <a:lnTo>
                      <a:pt x="4008973" y="194621"/>
                    </a:lnTo>
                    <a:lnTo>
                      <a:pt x="3923792" y="152518"/>
                    </a:lnTo>
                    <a:lnTo>
                      <a:pt x="3838773" y="106115"/>
                    </a:lnTo>
                    <a:cubicBezTo>
                      <a:pt x="3838773" y="106115"/>
                      <a:pt x="3838285" y="105896"/>
                      <a:pt x="3838001" y="105853"/>
                    </a:cubicBezTo>
                    <a:lnTo>
                      <a:pt x="3746764" y="84375"/>
                    </a:lnTo>
                    <a:lnTo>
                      <a:pt x="3651464" y="66892"/>
                    </a:lnTo>
                    <a:lnTo>
                      <a:pt x="3552180" y="45961"/>
                    </a:lnTo>
                    <a:lnTo>
                      <a:pt x="3449483" y="27888"/>
                    </a:lnTo>
                    <a:lnTo>
                      <a:pt x="3370438" y="12435"/>
                    </a:lnTo>
                    <a:lnTo>
                      <a:pt x="3345038" y="7961"/>
                    </a:lnTo>
                    <a:cubicBezTo>
                      <a:pt x="3344550" y="7917"/>
                      <a:pt x="3343941" y="7917"/>
                      <a:pt x="3343453" y="8026"/>
                    </a:cubicBezTo>
                    <a:lnTo>
                      <a:pt x="3298668" y="16648"/>
                    </a:lnTo>
                    <a:lnTo>
                      <a:pt x="3220680" y="11955"/>
                    </a:lnTo>
                    <a:lnTo>
                      <a:pt x="3197474" y="4447"/>
                    </a:lnTo>
                    <a:cubicBezTo>
                      <a:pt x="3197108" y="4337"/>
                      <a:pt x="3196783" y="4272"/>
                      <a:pt x="3196377" y="4228"/>
                    </a:cubicBezTo>
                    <a:lnTo>
                      <a:pt x="3079618" y="16"/>
                    </a:lnTo>
                    <a:cubicBezTo>
                      <a:pt x="3079009" y="-28"/>
                      <a:pt x="3078561" y="16"/>
                      <a:pt x="3078114" y="190"/>
                    </a:cubicBezTo>
                    <a:lnTo>
                      <a:pt x="2988300" y="30136"/>
                    </a:lnTo>
                    <a:lnTo>
                      <a:pt x="2968346" y="29547"/>
                    </a:lnTo>
                    <a:cubicBezTo>
                      <a:pt x="2967939" y="29547"/>
                      <a:pt x="2967492" y="29591"/>
                      <a:pt x="2967086" y="29722"/>
                    </a:cubicBezTo>
                    <a:lnTo>
                      <a:pt x="2938150" y="37754"/>
                    </a:lnTo>
                    <a:lnTo>
                      <a:pt x="2904460" y="48252"/>
                    </a:lnTo>
                    <a:lnTo>
                      <a:pt x="2839436" y="58380"/>
                    </a:lnTo>
                    <a:cubicBezTo>
                      <a:pt x="2838623" y="58489"/>
                      <a:pt x="2838013" y="58860"/>
                      <a:pt x="2837769" y="59297"/>
                    </a:cubicBezTo>
                    <a:lnTo>
                      <a:pt x="2821757" y="84223"/>
                    </a:lnTo>
                    <a:lnTo>
                      <a:pt x="2803307" y="106333"/>
                    </a:lnTo>
                    <a:lnTo>
                      <a:pt x="2781889" y="135166"/>
                    </a:lnTo>
                    <a:lnTo>
                      <a:pt x="2756693" y="166181"/>
                    </a:lnTo>
                    <a:lnTo>
                      <a:pt x="2728082" y="199008"/>
                    </a:lnTo>
                    <a:lnTo>
                      <a:pt x="2696952" y="233538"/>
                    </a:lnTo>
                    <a:lnTo>
                      <a:pt x="2664928" y="266256"/>
                    </a:lnTo>
                    <a:lnTo>
                      <a:pt x="2633350" y="293757"/>
                    </a:lnTo>
                    <a:lnTo>
                      <a:pt x="2602748" y="314318"/>
                    </a:lnTo>
                    <a:lnTo>
                      <a:pt x="2573284" y="331648"/>
                    </a:lnTo>
                    <a:lnTo>
                      <a:pt x="2545405" y="343325"/>
                    </a:lnTo>
                    <a:lnTo>
                      <a:pt x="2440188" y="330120"/>
                    </a:lnTo>
                    <a:lnTo>
                      <a:pt x="2333712" y="320800"/>
                    </a:lnTo>
                    <a:lnTo>
                      <a:pt x="2226747" y="306831"/>
                    </a:lnTo>
                    <a:lnTo>
                      <a:pt x="2125391" y="296180"/>
                    </a:lnTo>
                    <a:lnTo>
                      <a:pt x="2012737" y="285529"/>
                    </a:lnTo>
                    <a:lnTo>
                      <a:pt x="1906504" y="274484"/>
                    </a:lnTo>
                    <a:lnTo>
                      <a:pt x="1800596" y="266169"/>
                    </a:lnTo>
                    <a:lnTo>
                      <a:pt x="1694688" y="256674"/>
                    </a:lnTo>
                    <a:cubicBezTo>
                      <a:pt x="1693794" y="256565"/>
                      <a:pt x="1692900" y="256740"/>
                      <a:pt x="1692290" y="257154"/>
                    </a:cubicBezTo>
                    <a:lnTo>
                      <a:pt x="1660144" y="278304"/>
                    </a:lnTo>
                    <a:lnTo>
                      <a:pt x="1627429" y="298865"/>
                    </a:lnTo>
                    <a:lnTo>
                      <a:pt x="1594226" y="323485"/>
                    </a:lnTo>
                    <a:lnTo>
                      <a:pt x="1560942" y="347516"/>
                    </a:lnTo>
                    <a:lnTo>
                      <a:pt x="1527861" y="363668"/>
                    </a:lnTo>
                    <a:lnTo>
                      <a:pt x="1419108" y="356530"/>
                    </a:lnTo>
                    <a:lnTo>
                      <a:pt x="1199693" y="349502"/>
                    </a:lnTo>
                    <a:cubicBezTo>
                      <a:pt x="1199083" y="349437"/>
                      <a:pt x="1198514" y="349611"/>
                      <a:pt x="1198067" y="349830"/>
                    </a:cubicBezTo>
                    <a:lnTo>
                      <a:pt x="1161735" y="364846"/>
                    </a:lnTo>
                    <a:lnTo>
                      <a:pt x="1155477" y="366440"/>
                    </a:lnTo>
                    <a:lnTo>
                      <a:pt x="1125647" y="364846"/>
                    </a:lnTo>
                    <a:cubicBezTo>
                      <a:pt x="1124915" y="364803"/>
                      <a:pt x="1124306" y="364890"/>
                      <a:pt x="1123818" y="365174"/>
                    </a:cubicBezTo>
                    <a:lnTo>
                      <a:pt x="1083300" y="383181"/>
                    </a:lnTo>
                    <a:cubicBezTo>
                      <a:pt x="1083015" y="383290"/>
                      <a:pt x="1082812" y="383443"/>
                      <a:pt x="1082609" y="383595"/>
                    </a:cubicBezTo>
                    <a:lnTo>
                      <a:pt x="998322" y="474918"/>
                    </a:lnTo>
                    <a:lnTo>
                      <a:pt x="955365" y="514511"/>
                    </a:lnTo>
                    <a:lnTo>
                      <a:pt x="911799" y="550110"/>
                    </a:lnTo>
                    <a:lnTo>
                      <a:pt x="867705" y="583570"/>
                    </a:lnTo>
                    <a:lnTo>
                      <a:pt x="823001" y="611333"/>
                    </a:lnTo>
                    <a:lnTo>
                      <a:pt x="777768" y="634579"/>
                    </a:lnTo>
                    <a:lnTo>
                      <a:pt x="731804" y="653764"/>
                    </a:lnTo>
                    <a:lnTo>
                      <a:pt x="684947" y="670767"/>
                    </a:lnTo>
                    <a:lnTo>
                      <a:pt x="637113" y="689320"/>
                    </a:lnTo>
                    <a:lnTo>
                      <a:pt x="588630" y="712805"/>
                    </a:lnTo>
                    <a:lnTo>
                      <a:pt x="539333" y="734610"/>
                    </a:lnTo>
                    <a:lnTo>
                      <a:pt x="489224" y="756349"/>
                    </a:lnTo>
                    <a:lnTo>
                      <a:pt x="438384" y="776277"/>
                    </a:lnTo>
                    <a:lnTo>
                      <a:pt x="386649" y="793498"/>
                    </a:lnTo>
                    <a:lnTo>
                      <a:pt x="333858" y="809213"/>
                    </a:lnTo>
                    <a:lnTo>
                      <a:pt x="280213" y="826958"/>
                    </a:lnTo>
                    <a:lnTo>
                      <a:pt x="225552" y="843590"/>
                    </a:lnTo>
                    <a:lnTo>
                      <a:pt x="113345" y="878490"/>
                    </a:lnTo>
                    <a:lnTo>
                      <a:pt x="55758" y="894642"/>
                    </a:lnTo>
                    <a:lnTo>
                      <a:pt x="0" y="908218"/>
                    </a:lnTo>
                    <a:lnTo>
                      <a:pt x="0" y="911317"/>
                    </a:lnTo>
                    <a:lnTo>
                      <a:pt x="57953" y="897152"/>
                    </a:lnTo>
                    <a:lnTo>
                      <a:pt x="115743" y="880957"/>
                    </a:lnTo>
                    <a:lnTo>
                      <a:pt x="228072" y="846056"/>
                    </a:lnTo>
                    <a:lnTo>
                      <a:pt x="282814" y="829424"/>
                    </a:lnTo>
                    <a:lnTo>
                      <a:pt x="336377" y="811679"/>
                    </a:lnTo>
                    <a:lnTo>
                      <a:pt x="389209" y="795964"/>
                    </a:lnTo>
                    <a:lnTo>
                      <a:pt x="441188" y="778634"/>
                    </a:lnTo>
                    <a:lnTo>
                      <a:pt x="492272" y="758597"/>
                    </a:lnTo>
                    <a:lnTo>
                      <a:pt x="542503" y="736858"/>
                    </a:lnTo>
                    <a:lnTo>
                      <a:pt x="591962" y="714966"/>
                    </a:lnTo>
                    <a:lnTo>
                      <a:pt x="640283" y="691568"/>
                    </a:lnTo>
                    <a:lnTo>
                      <a:pt x="687873" y="673124"/>
                    </a:lnTo>
                    <a:lnTo>
                      <a:pt x="734812" y="656078"/>
                    </a:lnTo>
                    <a:lnTo>
                      <a:pt x="781101" y="636783"/>
                    </a:lnTo>
                    <a:lnTo>
                      <a:pt x="826699" y="613341"/>
                    </a:lnTo>
                    <a:lnTo>
                      <a:pt x="871687" y="585360"/>
                    </a:lnTo>
                    <a:lnTo>
                      <a:pt x="916026" y="551747"/>
                    </a:lnTo>
                    <a:lnTo>
                      <a:pt x="959754" y="516039"/>
                    </a:lnTo>
                    <a:lnTo>
                      <a:pt x="1002873" y="476293"/>
                    </a:lnTo>
                    <a:lnTo>
                      <a:pt x="1086998" y="385167"/>
                    </a:lnTo>
                    <a:lnTo>
                      <a:pt x="1126297" y="367749"/>
                    </a:lnTo>
                    <a:lnTo>
                      <a:pt x="1155761" y="369299"/>
                    </a:lnTo>
                    <a:cubicBezTo>
                      <a:pt x="1156208" y="369299"/>
                      <a:pt x="1156655" y="369299"/>
                      <a:pt x="1157062" y="369190"/>
                    </a:cubicBezTo>
                    <a:lnTo>
                      <a:pt x="1164417" y="367269"/>
                    </a:lnTo>
                    <a:lnTo>
                      <a:pt x="1200424" y="352405"/>
                    </a:lnTo>
                    <a:lnTo>
                      <a:pt x="1418742" y="359324"/>
                    </a:lnTo>
                    <a:lnTo>
                      <a:pt x="1528430" y="366571"/>
                    </a:lnTo>
                    <a:cubicBezTo>
                      <a:pt x="1529161" y="366614"/>
                      <a:pt x="1529852" y="366462"/>
                      <a:pt x="1530421" y="366200"/>
                    </a:cubicBezTo>
                    <a:lnTo>
                      <a:pt x="1564681" y="349459"/>
                    </a:lnTo>
                    <a:lnTo>
                      <a:pt x="1598371" y="325209"/>
                    </a:lnTo>
                    <a:lnTo>
                      <a:pt x="1631412" y="300633"/>
                    </a:lnTo>
                    <a:lnTo>
                      <a:pt x="1664127" y="280116"/>
                    </a:lnTo>
                    <a:lnTo>
                      <a:pt x="1695379" y="259555"/>
                    </a:lnTo>
                    <a:lnTo>
                      <a:pt x="1799905" y="268984"/>
                    </a:lnTo>
                    <a:lnTo>
                      <a:pt x="1905772" y="277256"/>
                    </a:lnTo>
                    <a:lnTo>
                      <a:pt x="2011924" y="288279"/>
                    </a:lnTo>
                    <a:lnTo>
                      <a:pt x="2118889" y="298341"/>
                    </a:lnTo>
                    <a:lnTo>
                      <a:pt x="2225772" y="309582"/>
                    </a:lnTo>
                    <a:lnTo>
                      <a:pt x="2332777" y="323529"/>
                    </a:lnTo>
                    <a:lnTo>
                      <a:pt x="2439294" y="332849"/>
                    </a:lnTo>
                    <a:lnTo>
                      <a:pt x="2545446" y="346163"/>
                    </a:lnTo>
                    <a:cubicBezTo>
                      <a:pt x="2546177" y="346272"/>
                      <a:pt x="2546949" y="346163"/>
                      <a:pt x="2547519" y="345901"/>
                    </a:cubicBezTo>
                    <a:lnTo>
                      <a:pt x="2576698" y="333744"/>
                    </a:lnTo>
                    <a:lnTo>
                      <a:pt x="2606569" y="316173"/>
                    </a:lnTo>
                    <a:lnTo>
                      <a:pt x="2637496" y="295394"/>
                    </a:lnTo>
                    <a:lnTo>
                      <a:pt x="2669398" y="267631"/>
                    </a:lnTo>
                    <a:lnTo>
                      <a:pt x="2701544" y="234847"/>
                    </a:lnTo>
                    <a:lnTo>
                      <a:pt x="2732715" y="200209"/>
                    </a:lnTo>
                    <a:lnTo>
                      <a:pt x="2761366" y="167382"/>
                    </a:lnTo>
                    <a:lnTo>
                      <a:pt x="2786644" y="136257"/>
                    </a:lnTo>
                    <a:lnTo>
                      <a:pt x="2808061" y="107424"/>
                    </a:lnTo>
                    <a:lnTo>
                      <a:pt x="2826553" y="85248"/>
                    </a:lnTo>
                    <a:lnTo>
                      <a:pt x="2842240" y="60846"/>
                    </a:lnTo>
                    <a:lnTo>
                      <a:pt x="2906532" y="50828"/>
                    </a:lnTo>
                    <a:lnTo>
                      <a:pt x="2940670" y="40220"/>
                    </a:lnTo>
                    <a:lnTo>
                      <a:pt x="2968874" y="32385"/>
                    </a:lnTo>
                    <a:lnTo>
                      <a:pt x="2988869" y="32908"/>
                    </a:lnTo>
                    <a:cubicBezTo>
                      <a:pt x="2989316" y="32952"/>
                      <a:pt x="2989844" y="32865"/>
                      <a:pt x="2990291" y="32690"/>
                    </a:cubicBezTo>
                    <a:lnTo>
                      <a:pt x="3080106" y="2810"/>
                    </a:lnTo>
                    <a:lnTo>
                      <a:pt x="3195483" y="7022"/>
                    </a:lnTo>
                    <a:lnTo>
                      <a:pt x="3218648" y="14487"/>
                    </a:lnTo>
                    <a:cubicBezTo>
                      <a:pt x="3218932" y="14596"/>
                      <a:pt x="3219298" y="14661"/>
                      <a:pt x="3219664" y="14705"/>
                    </a:cubicBezTo>
                    <a:lnTo>
                      <a:pt x="3298789" y="19441"/>
                    </a:lnTo>
                    <a:cubicBezTo>
                      <a:pt x="3299155" y="19441"/>
                      <a:pt x="3299521" y="19441"/>
                      <a:pt x="3299887" y="19332"/>
                    </a:cubicBezTo>
                    <a:lnTo>
                      <a:pt x="3344388" y="10754"/>
                    </a:lnTo>
                    <a:lnTo>
                      <a:pt x="3368934" y="15076"/>
                    </a:lnTo>
                    <a:lnTo>
                      <a:pt x="3447979" y="30529"/>
                    </a:lnTo>
                    <a:lnTo>
                      <a:pt x="3550554" y="48536"/>
                    </a:lnTo>
                    <a:lnTo>
                      <a:pt x="3649838" y="69490"/>
                    </a:lnTo>
                    <a:lnTo>
                      <a:pt x="3745017" y="86973"/>
                    </a:lnTo>
                    <a:lnTo>
                      <a:pt x="3835603" y="108341"/>
                    </a:lnTo>
                    <a:lnTo>
                      <a:pt x="3920378" y="154591"/>
                    </a:lnTo>
                    <a:lnTo>
                      <a:pt x="4005844" y="196804"/>
                    </a:lnTo>
                    <a:lnTo>
                      <a:pt x="4093301" y="230962"/>
                    </a:lnTo>
                    <a:lnTo>
                      <a:pt x="4182628" y="265492"/>
                    </a:lnTo>
                    <a:lnTo>
                      <a:pt x="4265290" y="300502"/>
                    </a:lnTo>
                    <a:lnTo>
                      <a:pt x="4271142" y="304867"/>
                    </a:lnTo>
                    <a:cubicBezTo>
                      <a:pt x="4271142" y="304867"/>
                      <a:pt x="4271549" y="305129"/>
                      <a:pt x="4271793" y="305194"/>
                    </a:cubicBezTo>
                    <a:lnTo>
                      <a:pt x="4330558" y="325821"/>
                    </a:lnTo>
                    <a:lnTo>
                      <a:pt x="4356121" y="335359"/>
                    </a:lnTo>
                    <a:lnTo>
                      <a:pt x="4441708" y="370063"/>
                    </a:lnTo>
                    <a:lnTo>
                      <a:pt x="4538635" y="404592"/>
                    </a:lnTo>
                    <a:lnTo>
                      <a:pt x="4635846" y="439493"/>
                    </a:lnTo>
                    <a:lnTo>
                      <a:pt x="4733138" y="466842"/>
                    </a:lnTo>
                    <a:lnTo>
                      <a:pt x="4830389" y="489279"/>
                    </a:lnTo>
                    <a:lnTo>
                      <a:pt x="4927682" y="511346"/>
                    </a:lnTo>
                    <a:lnTo>
                      <a:pt x="4949546" y="516039"/>
                    </a:lnTo>
                    <a:cubicBezTo>
                      <a:pt x="4950887" y="516301"/>
                      <a:pt x="4952309" y="515995"/>
                      <a:pt x="4952878" y="515231"/>
                    </a:cubicBezTo>
                    <a:cubicBezTo>
                      <a:pt x="4953366" y="514533"/>
                      <a:pt x="4952756" y="513682"/>
                      <a:pt x="4951415" y="51342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2" name="Freeform: Shape 101">
                <a:extLst>
                  <a:ext uri="{FF2B5EF4-FFF2-40B4-BE49-F238E27FC236}">
                    <a16:creationId xmlns:a16="http://schemas.microsoft.com/office/drawing/2014/main" id="{491F0201-5A7E-4A61-ABFA-EEF01008A59A}"/>
                  </a:ext>
                </a:extLst>
              </p:cNvPr>
              <p:cNvSpPr/>
              <p:nvPr/>
            </p:nvSpPr>
            <p:spPr>
              <a:xfrm>
                <a:off x="7265669" y="6162246"/>
                <a:ext cx="1438524" cy="162657"/>
              </a:xfrm>
              <a:custGeom>
                <a:avLst/>
                <a:gdLst>
                  <a:gd name="connsiteX0" fmla="*/ 1436004 w 1438524"/>
                  <a:gd name="connsiteY0" fmla="*/ 162636 h 162657"/>
                  <a:gd name="connsiteX1" fmla="*/ 1435882 w 1438524"/>
                  <a:gd name="connsiteY1" fmla="*/ 162636 h 162657"/>
                  <a:gd name="connsiteX2" fmla="*/ 1315019 w 1438524"/>
                  <a:gd name="connsiteY2" fmla="*/ 162418 h 162657"/>
                  <a:gd name="connsiteX3" fmla="*/ 1313353 w 1438524"/>
                  <a:gd name="connsiteY3" fmla="*/ 162047 h 162657"/>
                  <a:gd name="connsiteX4" fmla="*/ 1277508 w 1438524"/>
                  <a:gd name="connsiteY4" fmla="*/ 144607 h 162657"/>
                  <a:gd name="connsiteX5" fmla="*/ 1153110 w 1438524"/>
                  <a:gd name="connsiteY5" fmla="*/ 144345 h 162657"/>
                  <a:gd name="connsiteX6" fmla="*/ 1151322 w 1438524"/>
                  <a:gd name="connsiteY6" fmla="*/ 143974 h 162657"/>
                  <a:gd name="connsiteX7" fmla="*/ 1135268 w 1438524"/>
                  <a:gd name="connsiteY7" fmla="*/ 135658 h 162657"/>
                  <a:gd name="connsiteX8" fmla="*/ 763209 w 1438524"/>
                  <a:gd name="connsiteY8" fmla="*/ 134960 h 162657"/>
                  <a:gd name="connsiteX9" fmla="*/ 761340 w 1438524"/>
                  <a:gd name="connsiteY9" fmla="*/ 134480 h 162657"/>
                  <a:gd name="connsiteX10" fmla="*/ 734843 w 1438524"/>
                  <a:gd name="connsiteY10" fmla="*/ 117848 h 162657"/>
                  <a:gd name="connsiteX11" fmla="*/ 613207 w 1438524"/>
                  <a:gd name="connsiteY11" fmla="*/ 102766 h 162657"/>
                  <a:gd name="connsiteX12" fmla="*/ 611419 w 1438524"/>
                  <a:gd name="connsiteY12" fmla="*/ 101958 h 162657"/>
                  <a:gd name="connsiteX13" fmla="*/ 599593 w 1438524"/>
                  <a:gd name="connsiteY13" fmla="*/ 88317 h 162657"/>
                  <a:gd name="connsiteX14" fmla="*/ 478933 w 1438524"/>
                  <a:gd name="connsiteY14" fmla="*/ 60881 h 162657"/>
                  <a:gd name="connsiteX15" fmla="*/ 357785 w 1438524"/>
                  <a:gd name="connsiteY15" fmla="*/ 41062 h 162657"/>
                  <a:gd name="connsiteX16" fmla="*/ 300929 w 1438524"/>
                  <a:gd name="connsiteY16" fmla="*/ 33074 h 162657"/>
                  <a:gd name="connsiteX17" fmla="*/ 252324 w 1438524"/>
                  <a:gd name="connsiteY17" fmla="*/ 25893 h 162657"/>
                  <a:gd name="connsiteX18" fmla="*/ 244806 w 1438524"/>
                  <a:gd name="connsiteY18" fmla="*/ 25151 h 162657"/>
                  <a:gd name="connsiteX19" fmla="*/ 236678 w 1438524"/>
                  <a:gd name="connsiteY19" fmla="*/ 24038 h 162657"/>
                  <a:gd name="connsiteX20" fmla="*/ 115815 w 1438524"/>
                  <a:gd name="connsiteY20" fmla="*/ 15722 h 162657"/>
                  <a:gd name="connsiteX21" fmla="*/ 83262 w 1438524"/>
                  <a:gd name="connsiteY21" fmla="*/ 12055 h 162657"/>
                  <a:gd name="connsiteX22" fmla="*/ 21164 w 1438524"/>
                  <a:gd name="connsiteY22" fmla="*/ 5245 h 162657"/>
                  <a:gd name="connsiteX23" fmla="*/ 1941 w 1438524"/>
                  <a:gd name="connsiteY23" fmla="*/ 2800 h 162657"/>
                  <a:gd name="connsiteX24" fmla="*/ 71 w 1438524"/>
                  <a:gd name="connsiteY24" fmla="*/ 1098 h 162657"/>
                  <a:gd name="connsiteX25" fmla="*/ 3160 w 1438524"/>
                  <a:gd name="connsiteY25" fmla="*/ 28 h 162657"/>
                  <a:gd name="connsiteX26" fmla="*/ 22220 w 1438524"/>
                  <a:gd name="connsiteY26" fmla="*/ 2538 h 162657"/>
                  <a:gd name="connsiteX27" fmla="*/ 116668 w 1438524"/>
                  <a:gd name="connsiteY27" fmla="*/ 12993 h 162657"/>
                  <a:gd name="connsiteX28" fmla="*/ 237612 w 1438524"/>
                  <a:gd name="connsiteY28" fmla="*/ 21309 h 162657"/>
                  <a:gd name="connsiteX29" fmla="*/ 245943 w 1438524"/>
                  <a:gd name="connsiteY29" fmla="*/ 22488 h 162657"/>
                  <a:gd name="connsiteX30" fmla="*/ 253462 w 1438524"/>
                  <a:gd name="connsiteY30" fmla="*/ 23186 h 162657"/>
                  <a:gd name="connsiteX31" fmla="*/ 302189 w 1438524"/>
                  <a:gd name="connsiteY31" fmla="*/ 30433 h 162657"/>
                  <a:gd name="connsiteX32" fmla="*/ 359248 w 1438524"/>
                  <a:gd name="connsiteY32" fmla="*/ 38421 h 162657"/>
                  <a:gd name="connsiteX33" fmla="*/ 480680 w 1438524"/>
                  <a:gd name="connsiteY33" fmla="*/ 58349 h 162657"/>
                  <a:gd name="connsiteX34" fmla="*/ 602397 w 1438524"/>
                  <a:gd name="connsiteY34" fmla="*/ 86003 h 162657"/>
                  <a:gd name="connsiteX35" fmla="*/ 603779 w 1438524"/>
                  <a:gd name="connsiteY35" fmla="*/ 86680 h 162657"/>
                  <a:gd name="connsiteX36" fmla="*/ 615483 w 1438524"/>
                  <a:gd name="connsiteY36" fmla="*/ 100212 h 162657"/>
                  <a:gd name="connsiteX37" fmla="*/ 736712 w 1438524"/>
                  <a:gd name="connsiteY37" fmla="*/ 115294 h 162657"/>
                  <a:gd name="connsiteX38" fmla="*/ 738094 w 1438524"/>
                  <a:gd name="connsiteY38" fmla="*/ 115709 h 162657"/>
                  <a:gd name="connsiteX39" fmla="*/ 764388 w 1438524"/>
                  <a:gd name="connsiteY39" fmla="*/ 132166 h 162657"/>
                  <a:gd name="connsiteX40" fmla="*/ 1136284 w 1438524"/>
                  <a:gd name="connsiteY40" fmla="*/ 132908 h 162657"/>
                  <a:gd name="connsiteX41" fmla="*/ 1137992 w 1438524"/>
                  <a:gd name="connsiteY41" fmla="*/ 133279 h 162657"/>
                  <a:gd name="connsiteX42" fmla="*/ 1154167 w 1438524"/>
                  <a:gd name="connsiteY42" fmla="*/ 141530 h 162657"/>
                  <a:gd name="connsiteX43" fmla="*/ 1278606 w 1438524"/>
                  <a:gd name="connsiteY43" fmla="*/ 141792 h 162657"/>
                  <a:gd name="connsiteX44" fmla="*/ 1280273 w 1438524"/>
                  <a:gd name="connsiteY44" fmla="*/ 142163 h 162657"/>
                  <a:gd name="connsiteX45" fmla="*/ 1316076 w 1438524"/>
                  <a:gd name="connsiteY45" fmla="*/ 159602 h 162657"/>
                  <a:gd name="connsiteX46" fmla="*/ 1436045 w 1438524"/>
                  <a:gd name="connsiteY46" fmla="*/ 159820 h 162657"/>
                  <a:gd name="connsiteX47" fmla="*/ 1438525 w 1438524"/>
                  <a:gd name="connsiteY47" fmla="*/ 161261 h 162657"/>
                  <a:gd name="connsiteX48" fmla="*/ 1436045 w 1438524"/>
                  <a:gd name="connsiteY48" fmla="*/ 162658 h 16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438524" h="162657">
                    <a:moveTo>
                      <a:pt x="1436004" y="162636"/>
                    </a:moveTo>
                    <a:lnTo>
                      <a:pt x="1435882" y="162636"/>
                    </a:lnTo>
                    <a:lnTo>
                      <a:pt x="1315019" y="162418"/>
                    </a:lnTo>
                    <a:cubicBezTo>
                      <a:pt x="1314410" y="162418"/>
                      <a:pt x="1313841" y="162265"/>
                      <a:pt x="1313353" y="162047"/>
                    </a:cubicBezTo>
                    <a:lnTo>
                      <a:pt x="1277508" y="144607"/>
                    </a:lnTo>
                    <a:lnTo>
                      <a:pt x="1153110" y="144345"/>
                    </a:lnTo>
                    <a:cubicBezTo>
                      <a:pt x="1152418" y="144345"/>
                      <a:pt x="1151809" y="144236"/>
                      <a:pt x="1151322" y="143974"/>
                    </a:cubicBezTo>
                    <a:lnTo>
                      <a:pt x="1135268" y="135658"/>
                    </a:lnTo>
                    <a:lnTo>
                      <a:pt x="763209" y="134960"/>
                    </a:lnTo>
                    <a:cubicBezTo>
                      <a:pt x="762518" y="134960"/>
                      <a:pt x="761828" y="134742"/>
                      <a:pt x="761340" y="134480"/>
                    </a:cubicBezTo>
                    <a:lnTo>
                      <a:pt x="734843" y="117848"/>
                    </a:lnTo>
                    <a:lnTo>
                      <a:pt x="613207" y="102766"/>
                    </a:lnTo>
                    <a:cubicBezTo>
                      <a:pt x="612394" y="102657"/>
                      <a:pt x="611825" y="102395"/>
                      <a:pt x="611419" y="101958"/>
                    </a:cubicBezTo>
                    <a:lnTo>
                      <a:pt x="599593" y="88317"/>
                    </a:lnTo>
                    <a:lnTo>
                      <a:pt x="478933" y="60881"/>
                    </a:lnTo>
                    <a:lnTo>
                      <a:pt x="357785" y="41062"/>
                    </a:lnTo>
                    <a:lnTo>
                      <a:pt x="300929" y="33074"/>
                    </a:lnTo>
                    <a:lnTo>
                      <a:pt x="252324" y="25893"/>
                    </a:lnTo>
                    <a:lnTo>
                      <a:pt x="244806" y="25151"/>
                    </a:lnTo>
                    <a:lnTo>
                      <a:pt x="236678" y="24038"/>
                    </a:lnTo>
                    <a:lnTo>
                      <a:pt x="115815" y="15722"/>
                    </a:lnTo>
                    <a:lnTo>
                      <a:pt x="83262" y="12055"/>
                    </a:lnTo>
                    <a:lnTo>
                      <a:pt x="21164" y="5245"/>
                    </a:lnTo>
                    <a:lnTo>
                      <a:pt x="1941" y="2800"/>
                    </a:lnTo>
                    <a:cubicBezTo>
                      <a:pt x="559" y="2582"/>
                      <a:pt x="-254" y="1840"/>
                      <a:pt x="71" y="1098"/>
                    </a:cubicBezTo>
                    <a:cubicBezTo>
                      <a:pt x="397" y="356"/>
                      <a:pt x="1738" y="-124"/>
                      <a:pt x="3160" y="28"/>
                    </a:cubicBezTo>
                    <a:lnTo>
                      <a:pt x="22220" y="2538"/>
                    </a:lnTo>
                    <a:lnTo>
                      <a:pt x="116668" y="12993"/>
                    </a:lnTo>
                    <a:lnTo>
                      <a:pt x="237612" y="21309"/>
                    </a:lnTo>
                    <a:lnTo>
                      <a:pt x="245943" y="22488"/>
                    </a:lnTo>
                    <a:lnTo>
                      <a:pt x="253462" y="23186"/>
                    </a:lnTo>
                    <a:lnTo>
                      <a:pt x="302189" y="30433"/>
                    </a:lnTo>
                    <a:lnTo>
                      <a:pt x="359248" y="38421"/>
                    </a:lnTo>
                    <a:lnTo>
                      <a:pt x="480680" y="58349"/>
                    </a:lnTo>
                    <a:lnTo>
                      <a:pt x="602397" y="86003"/>
                    </a:lnTo>
                    <a:cubicBezTo>
                      <a:pt x="603006" y="86156"/>
                      <a:pt x="603495" y="86418"/>
                      <a:pt x="603779" y="86680"/>
                    </a:cubicBezTo>
                    <a:lnTo>
                      <a:pt x="615483" y="100212"/>
                    </a:lnTo>
                    <a:lnTo>
                      <a:pt x="736712" y="115294"/>
                    </a:lnTo>
                    <a:cubicBezTo>
                      <a:pt x="737200" y="115338"/>
                      <a:pt x="737687" y="115513"/>
                      <a:pt x="738094" y="115709"/>
                    </a:cubicBezTo>
                    <a:lnTo>
                      <a:pt x="764388" y="132166"/>
                    </a:lnTo>
                    <a:lnTo>
                      <a:pt x="1136284" y="132908"/>
                    </a:lnTo>
                    <a:cubicBezTo>
                      <a:pt x="1136895" y="132908"/>
                      <a:pt x="1137585" y="133017"/>
                      <a:pt x="1137992" y="133279"/>
                    </a:cubicBezTo>
                    <a:lnTo>
                      <a:pt x="1154167" y="141530"/>
                    </a:lnTo>
                    <a:lnTo>
                      <a:pt x="1278606" y="141792"/>
                    </a:lnTo>
                    <a:cubicBezTo>
                      <a:pt x="1279175" y="141792"/>
                      <a:pt x="1279784" y="141945"/>
                      <a:pt x="1280273" y="142163"/>
                    </a:cubicBezTo>
                    <a:lnTo>
                      <a:pt x="1316076" y="159602"/>
                    </a:lnTo>
                    <a:lnTo>
                      <a:pt x="1436045" y="159820"/>
                    </a:lnTo>
                    <a:cubicBezTo>
                      <a:pt x="1437427" y="159864"/>
                      <a:pt x="1438525" y="160453"/>
                      <a:pt x="1438525" y="161261"/>
                    </a:cubicBezTo>
                    <a:cubicBezTo>
                      <a:pt x="1438525" y="162003"/>
                      <a:pt x="1437427" y="162658"/>
                      <a:pt x="1436045" y="16265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3" name="Freeform: Shape 102">
                <a:extLst>
                  <a:ext uri="{FF2B5EF4-FFF2-40B4-BE49-F238E27FC236}">
                    <a16:creationId xmlns:a16="http://schemas.microsoft.com/office/drawing/2014/main" id="{4251CEB3-EFE8-4261-A9B1-9BBD325F6761}"/>
                  </a:ext>
                </a:extLst>
              </p:cNvPr>
              <p:cNvSpPr/>
              <p:nvPr/>
            </p:nvSpPr>
            <p:spPr>
              <a:xfrm>
                <a:off x="9092915" y="6500564"/>
                <a:ext cx="3099084" cy="9952"/>
              </a:xfrm>
              <a:custGeom>
                <a:avLst/>
                <a:gdLst>
                  <a:gd name="connsiteX0" fmla="*/ 3099085 w 3099084"/>
                  <a:gd name="connsiteY0" fmla="*/ 7137 h 9952"/>
                  <a:gd name="connsiteX1" fmla="*/ 2561 w 3099084"/>
                  <a:gd name="connsiteY1" fmla="*/ 0 h 9952"/>
                  <a:gd name="connsiteX2" fmla="*/ 2561 w 3099084"/>
                  <a:gd name="connsiteY2" fmla="*/ 0 h 9952"/>
                  <a:gd name="connsiteX3" fmla="*/ 0 w 3099084"/>
                  <a:gd name="connsiteY3" fmla="*/ 1375 h 9952"/>
                  <a:gd name="connsiteX4" fmla="*/ 2561 w 3099084"/>
                  <a:gd name="connsiteY4" fmla="*/ 2816 h 9952"/>
                  <a:gd name="connsiteX5" fmla="*/ 3099085 w 3099084"/>
                  <a:gd name="connsiteY5" fmla="*/ 9953 h 9952"/>
                  <a:gd name="connsiteX6" fmla="*/ 3099085 w 3099084"/>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9084" h="9952">
                    <a:moveTo>
                      <a:pt x="3099085" y="7137"/>
                    </a:moveTo>
                    <a:lnTo>
                      <a:pt x="2561" y="0"/>
                    </a:lnTo>
                    <a:lnTo>
                      <a:pt x="2561" y="0"/>
                    </a:lnTo>
                    <a:cubicBezTo>
                      <a:pt x="1179" y="0"/>
                      <a:pt x="0" y="633"/>
                      <a:pt x="0" y="1375"/>
                    </a:cubicBezTo>
                    <a:cubicBezTo>
                      <a:pt x="0" y="2183"/>
                      <a:pt x="1097" y="2750"/>
                      <a:pt x="2561" y="2816"/>
                    </a:cubicBezTo>
                    <a:lnTo>
                      <a:pt x="3099085" y="9953"/>
                    </a:lnTo>
                    <a:lnTo>
                      <a:pt x="3099085"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4" name="Freeform: Shape 103">
                <a:extLst>
                  <a:ext uri="{FF2B5EF4-FFF2-40B4-BE49-F238E27FC236}">
                    <a16:creationId xmlns:a16="http://schemas.microsoft.com/office/drawing/2014/main" id="{E74DCB77-C7D2-45FF-92F0-470E6EDB7F66}"/>
                  </a:ext>
                </a:extLst>
              </p:cNvPr>
              <p:cNvSpPr/>
              <p:nvPr/>
            </p:nvSpPr>
            <p:spPr>
              <a:xfrm>
                <a:off x="8590524" y="6216011"/>
                <a:ext cx="3601475" cy="9319"/>
              </a:xfrm>
              <a:custGeom>
                <a:avLst/>
                <a:gdLst>
                  <a:gd name="connsiteX0" fmla="*/ 3601476 w 3601475"/>
                  <a:gd name="connsiteY0" fmla="*/ 6504 h 9319"/>
                  <a:gd name="connsiteX1" fmla="*/ 2601 w 3601475"/>
                  <a:gd name="connsiteY1" fmla="*/ 0 h 9319"/>
                  <a:gd name="connsiteX2" fmla="*/ 2601 w 3601475"/>
                  <a:gd name="connsiteY2" fmla="*/ 0 h 9319"/>
                  <a:gd name="connsiteX3" fmla="*/ 0 w 3601475"/>
                  <a:gd name="connsiteY3" fmla="*/ 1397 h 9319"/>
                  <a:gd name="connsiteX4" fmla="*/ 2601 w 3601475"/>
                  <a:gd name="connsiteY4" fmla="*/ 2772 h 9319"/>
                  <a:gd name="connsiteX5" fmla="*/ 3601476 w 3601475"/>
                  <a:gd name="connsiteY5" fmla="*/ 9320 h 9319"/>
                  <a:gd name="connsiteX6" fmla="*/ 3601476 w 3601475"/>
                  <a:gd name="connsiteY6" fmla="*/ 6504 h 9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1475" h="9319">
                    <a:moveTo>
                      <a:pt x="3601476" y="6504"/>
                    </a:moveTo>
                    <a:lnTo>
                      <a:pt x="2601" y="0"/>
                    </a:lnTo>
                    <a:lnTo>
                      <a:pt x="2601" y="0"/>
                    </a:lnTo>
                    <a:cubicBezTo>
                      <a:pt x="1219" y="0"/>
                      <a:pt x="0" y="589"/>
                      <a:pt x="0" y="1397"/>
                    </a:cubicBezTo>
                    <a:cubicBezTo>
                      <a:pt x="0" y="2139"/>
                      <a:pt x="1219" y="2772"/>
                      <a:pt x="2601" y="2772"/>
                    </a:cubicBezTo>
                    <a:lnTo>
                      <a:pt x="3601476" y="9320"/>
                    </a:lnTo>
                    <a:lnTo>
                      <a:pt x="3601476" y="65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5" name="Freeform: Shape 104">
                <a:extLst>
                  <a:ext uri="{FF2B5EF4-FFF2-40B4-BE49-F238E27FC236}">
                    <a16:creationId xmlns:a16="http://schemas.microsoft.com/office/drawing/2014/main" id="{B720E0B3-BFF3-449B-A06D-C91D9CA769A5}"/>
                  </a:ext>
                </a:extLst>
              </p:cNvPr>
              <p:cNvSpPr/>
              <p:nvPr/>
            </p:nvSpPr>
            <p:spPr>
              <a:xfrm>
                <a:off x="3217438" y="5543691"/>
                <a:ext cx="1711364" cy="485594"/>
              </a:xfrm>
              <a:custGeom>
                <a:avLst/>
                <a:gdLst>
                  <a:gd name="connsiteX0" fmla="*/ 1708820 w 1711364"/>
                  <a:gd name="connsiteY0" fmla="*/ 485594 h 485594"/>
                  <a:gd name="connsiteX1" fmla="*/ 1707398 w 1711364"/>
                  <a:gd name="connsiteY1" fmla="*/ 485333 h 485594"/>
                  <a:gd name="connsiteX2" fmla="*/ 1639570 w 1711364"/>
                  <a:gd name="connsiteY2" fmla="*/ 460014 h 485594"/>
                  <a:gd name="connsiteX3" fmla="*/ 1631970 w 1711364"/>
                  <a:gd name="connsiteY3" fmla="*/ 458093 h 485594"/>
                  <a:gd name="connsiteX4" fmla="*/ 1555282 w 1711364"/>
                  <a:gd name="connsiteY4" fmla="*/ 440457 h 485594"/>
                  <a:gd name="connsiteX5" fmla="*/ 1535084 w 1711364"/>
                  <a:gd name="connsiteY5" fmla="*/ 435546 h 485594"/>
                  <a:gd name="connsiteX6" fmla="*/ 1439336 w 1711364"/>
                  <a:gd name="connsiteY6" fmla="*/ 409376 h 485594"/>
                  <a:gd name="connsiteX7" fmla="*/ 1345092 w 1711364"/>
                  <a:gd name="connsiteY7" fmla="*/ 388968 h 485594"/>
                  <a:gd name="connsiteX8" fmla="*/ 1334526 w 1711364"/>
                  <a:gd name="connsiteY8" fmla="*/ 391260 h 485594"/>
                  <a:gd name="connsiteX9" fmla="*/ 1332169 w 1711364"/>
                  <a:gd name="connsiteY9" fmla="*/ 391107 h 485594"/>
                  <a:gd name="connsiteX10" fmla="*/ 1239509 w 1711364"/>
                  <a:gd name="connsiteY10" fmla="*/ 355399 h 485594"/>
                  <a:gd name="connsiteX11" fmla="*/ 1154003 w 1711364"/>
                  <a:gd name="connsiteY11" fmla="*/ 323270 h 485594"/>
                  <a:gd name="connsiteX12" fmla="*/ 1141852 w 1711364"/>
                  <a:gd name="connsiteY12" fmla="*/ 323685 h 485594"/>
                  <a:gd name="connsiteX13" fmla="*/ 1140917 w 1711364"/>
                  <a:gd name="connsiteY13" fmla="*/ 323642 h 485594"/>
                  <a:gd name="connsiteX14" fmla="*/ 1137544 w 1711364"/>
                  <a:gd name="connsiteY14" fmla="*/ 322987 h 485594"/>
                  <a:gd name="connsiteX15" fmla="*/ 1136365 w 1711364"/>
                  <a:gd name="connsiteY15" fmla="*/ 322572 h 485594"/>
                  <a:gd name="connsiteX16" fmla="*/ 1128318 w 1711364"/>
                  <a:gd name="connsiteY16" fmla="*/ 317137 h 485594"/>
                  <a:gd name="connsiteX17" fmla="*/ 1058458 w 1711364"/>
                  <a:gd name="connsiteY17" fmla="*/ 290181 h 485594"/>
                  <a:gd name="connsiteX18" fmla="*/ 1046063 w 1711364"/>
                  <a:gd name="connsiteY18" fmla="*/ 290029 h 485594"/>
                  <a:gd name="connsiteX19" fmla="*/ 1033058 w 1711364"/>
                  <a:gd name="connsiteY19" fmla="*/ 293063 h 485594"/>
                  <a:gd name="connsiteX20" fmla="*/ 1031108 w 1711364"/>
                  <a:gd name="connsiteY20" fmla="*/ 293063 h 485594"/>
                  <a:gd name="connsiteX21" fmla="*/ 934181 w 1711364"/>
                  <a:gd name="connsiteY21" fmla="*/ 271105 h 485594"/>
                  <a:gd name="connsiteX22" fmla="*/ 839206 w 1711364"/>
                  <a:gd name="connsiteY22" fmla="*/ 244302 h 485594"/>
                  <a:gd name="connsiteX23" fmla="*/ 746709 w 1711364"/>
                  <a:gd name="connsiteY23" fmla="*/ 207110 h 485594"/>
                  <a:gd name="connsiteX24" fmla="*/ 655228 w 1711364"/>
                  <a:gd name="connsiteY24" fmla="*/ 170878 h 485594"/>
                  <a:gd name="connsiteX25" fmla="*/ 563666 w 1711364"/>
                  <a:gd name="connsiteY25" fmla="*/ 137832 h 485594"/>
                  <a:gd name="connsiteX26" fmla="*/ 469463 w 1711364"/>
                  <a:gd name="connsiteY26" fmla="*/ 120305 h 485594"/>
                  <a:gd name="connsiteX27" fmla="*/ 373268 w 1711364"/>
                  <a:gd name="connsiteY27" fmla="*/ 97060 h 485594"/>
                  <a:gd name="connsiteX28" fmla="*/ 275488 w 1711364"/>
                  <a:gd name="connsiteY28" fmla="*/ 70519 h 485594"/>
                  <a:gd name="connsiteX29" fmla="*/ 177017 w 1711364"/>
                  <a:gd name="connsiteY29" fmla="*/ 50853 h 485594"/>
                  <a:gd name="connsiteX30" fmla="*/ 77449 w 1711364"/>
                  <a:gd name="connsiteY30" fmla="*/ 27259 h 485594"/>
                  <a:gd name="connsiteX31" fmla="*/ 1249 w 1711364"/>
                  <a:gd name="connsiteY31" fmla="*/ 2639 h 485594"/>
                  <a:gd name="connsiteX32" fmla="*/ 355 w 1711364"/>
                  <a:gd name="connsiteY32" fmla="*/ 718 h 485594"/>
                  <a:gd name="connsiteX33" fmla="*/ 3810 w 1711364"/>
                  <a:gd name="connsiteY33" fmla="*/ 194 h 485594"/>
                  <a:gd name="connsiteX34" fmla="*/ 79725 w 1711364"/>
                  <a:gd name="connsiteY34" fmla="*/ 24705 h 485594"/>
                  <a:gd name="connsiteX35" fmla="*/ 178846 w 1711364"/>
                  <a:gd name="connsiteY35" fmla="*/ 48212 h 485594"/>
                  <a:gd name="connsiteX36" fmla="*/ 277479 w 1711364"/>
                  <a:gd name="connsiteY36" fmla="*/ 67922 h 485594"/>
                  <a:gd name="connsiteX37" fmla="*/ 375422 w 1711364"/>
                  <a:gd name="connsiteY37" fmla="*/ 94506 h 485594"/>
                  <a:gd name="connsiteX38" fmla="*/ 471332 w 1711364"/>
                  <a:gd name="connsiteY38" fmla="*/ 117686 h 485594"/>
                  <a:gd name="connsiteX39" fmla="*/ 565617 w 1711364"/>
                  <a:gd name="connsiteY39" fmla="*/ 135213 h 485594"/>
                  <a:gd name="connsiteX40" fmla="*/ 566227 w 1711364"/>
                  <a:gd name="connsiteY40" fmla="*/ 135388 h 485594"/>
                  <a:gd name="connsiteX41" fmla="*/ 658154 w 1711364"/>
                  <a:gd name="connsiteY41" fmla="*/ 168586 h 485594"/>
                  <a:gd name="connsiteX42" fmla="*/ 749716 w 1711364"/>
                  <a:gd name="connsiteY42" fmla="*/ 204818 h 485594"/>
                  <a:gd name="connsiteX43" fmla="*/ 841847 w 1711364"/>
                  <a:gd name="connsiteY43" fmla="*/ 241901 h 485594"/>
                  <a:gd name="connsiteX44" fmla="*/ 936335 w 1711364"/>
                  <a:gd name="connsiteY44" fmla="*/ 268595 h 485594"/>
                  <a:gd name="connsiteX45" fmla="*/ 1032083 w 1711364"/>
                  <a:gd name="connsiteY45" fmla="*/ 290225 h 485594"/>
                  <a:gd name="connsiteX46" fmla="*/ 1044559 w 1711364"/>
                  <a:gd name="connsiteY46" fmla="*/ 287300 h 485594"/>
                  <a:gd name="connsiteX47" fmla="*/ 1045657 w 1711364"/>
                  <a:gd name="connsiteY47" fmla="*/ 287191 h 485594"/>
                  <a:gd name="connsiteX48" fmla="*/ 1059352 w 1711364"/>
                  <a:gd name="connsiteY48" fmla="*/ 287344 h 485594"/>
                  <a:gd name="connsiteX49" fmla="*/ 1060734 w 1711364"/>
                  <a:gd name="connsiteY49" fmla="*/ 287606 h 485594"/>
                  <a:gd name="connsiteX50" fmla="*/ 1131488 w 1711364"/>
                  <a:gd name="connsiteY50" fmla="*/ 314889 h 485594"/>
                  <a:gd name="connsiteX51" fmla="*/ 1132017 w 1711364"/>
                  <a:gd name="connsiteY51" fmla="*/ 315151 h 485594"/>
                  <a:gd name="connsiteX52" fmla="*/ 1139779 w 1711364"/>
                  <a:gd name="connsiteY52" fmla="*/ 320433 h 485594"/>
                  <a:gd name="connsiteX53" fmla="*/ 1142014 w 1711364"/>
                  <a:gd name="connsiteY53" fmla="*/ 320848 h 485594"/>
                  <a:gd name="connsiteX54" fmla="*/ 1154531 w 1711364"/>
                  <a:gd name="connsiteY54" fmla="*/ 320433 h 485594"/>
                  <a:gd name="connsiteX55" fmla="*/ 1156116 w 1711364"/>
                  <a:gd name="connsiteY55" fmla="*/ 320651 h 485594"/>
                  <a:gd name="connsiteX56" fmla="*/ 1250238 w 1711364"/>
                  <a:gd name="connsiteY56" fmla="*/ 355923 h 485594"/>
                  <a:gd name="connsiteX57" fmla="*/ 1334038 w 1711364"/>
                  <a:gd name="connsiteY57" fmla="*/ 388314 h 485594"/>
                  <a:gd name="connsiteX58" fmla="*/ 1344239 w 1711364"/>
                  <a:gd name="connsiteY58" fmla="*/ 386131 h 485594"/>
                  <a:gd name="connsiteX59" fmla="*/ 1346068 w 1711364"/>
                  <a:gd name="connsiteY59" fmla="*/ 386131 h 485594"/>
                  <a:gd name="connsiteX60" fmla="*/ 1441490 w 1711364"/>
                  <a:gd name="connsiteY60" fmla="*/ 406801 h 485594"/>
                  <a:gd name="connsiteX61" fmla="*/ 1537279 w 1711364"/>
                  <a:gd name="connsiteY61" fmla="*/ 432971 h 485594"/>
                  <a:gd name="connsiteX62" fmla="*/ 1558533 w 1711364"/>
                  <a:gd name="connsiteY62" fmla="*/ 438144 h 485594"/>
                  <a:gd name="connsiteX63" fmla="*/ 1634043 w 1711364"/>
                  <a:gd name="connsiteY63" fmla="*/ 455517 h 485594"/>
                  <a:gd name="connsiteX64" fmla="*/ 1642089 w 1711364"/>
                  <a:gd name="connsiteY64" fmla="*/ 457547 h 485594"/>
                  <a:gd name="connsiteX65" fmla="*/ 1710243 w 1711364"/>
                  <a:gd name="connsiteY65" fmla="*/ 483019 h 485594"/>
                  <a:gd name="connsiteX66" fmla="*/ 1710933 w 1711364"/>
                  <a:gd name="connsiteY66" fmla="*/ 484940 h 485594"/>
                  <a:gd name="connsiteX67" fmla="*/ 1708861 w 1711364"/>
                  <a:gd name="connsiteY67" fmla="*/ 485573 h 485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711364" h="485594">
                    <a:moveTo>
                      <a:pt x="1708820" y="485594"/>
                    </a:moveTo>
                    <a:cubicBezTo>
                      <a:pt x="1708333" y="485594"/>
                      <a:pt x="1707845" y="485551"/>
                      <a:pt x="1707398" y="485333"/>
                    </a:cubicBezTo>
                    <a:lnTo>
                      <a:pt x="1639570" y="460014"/>
                    </a:lnTo>
                    <a:lnTo>
                      <a:pt x="1631970" y="458093"/>
                    </a:lnTo>
                    <a:lnTo>
                      <a:pt x="1555282" y="440457"/>
                    </a:lnTo>
                    <a:lnTo>
                      <a:pt x="1535084" y="435546"/>
                    </a:lnTo>
                    <a:lnTo>
                      <a:pt x="1439336" y="409376"/>
                    </a:lnTo>
                    <a:lnTo>
                      <a:pt x="1345092" y="388968"/>
                    </a:lnTo>
                    <a:lnTo>
                      <a:pt x="1334526" y="391260"/>
                    </a:lnTo>
                    <a:cubicBezTo>
                      <a:pt x="1333754" y="391413"/>
                      <a:pt x="1332860" y="391369"/>
                      <a:pt x="1332169" y="391107"/>
                    </a:cubicBezTo>
                    <a:lnTo>
                      <a:pt x="1239509" y="355399"/>
                    </a:lnTo>
                    <a:lnTo>
                      <a:pt x="1154003" y="323270"/>
                    </a:lnTo>
                    <a:lnTo>
                      <a:pt x="1141852" y="323685"/>
                    </a:lnTo>
                    <a:cubicBezTo>
                      <a:pt x="1141567" y="323751"/>
                      <a:pt x="1141201" y="323685"/>
                      <a:pt x="1140917" y="323642"/>
                    </a:cubicBezTo>
                    <a:lnTo>
                      <a:pt x="1137544" y="322987"/>
                    </a:lnTo>
                    <a:cubicBezTo>
                      <a:pt x="1137097" y="322943"/>
                      <a:pt x="1136690" y="322768"/>
                      <a:pt x="1136365" y="322572"/>
                    </a:cubicBezTo>
                    <a:lnTo>
                      <a:pt x="1128318" y="317137"/>
                    </a:lnTo>
                    <a:lnTo>
                      <a:pt x="1058458" y="290181"/>
                    </a:lnTo>
                    <a:lnTo>
                      <a:pt x="1046063" y="290029"/>
                    </a:lnTo>
                    <a:lnTo>
                      <a:pt x="1033058" y="293063"/>
                    </a:lnTo>
                    <a:cubicBezTo>
                      <a:pt x="1032408" y="293215"/>
                      <a:pt x="1031717" y="293215"/>
                      <a:pt x="1031108" y="293063"/>
                    </a:cubicBezTo>
                    <a:lnTo>
                      <a:pt x="934181" y="271105"/>
                    </a:lnTo>
                    <a:lnTo>
                      <a:pt x="839206" y="244302"/>
                    </a:lnTo>
                    <a:lnTo>
                      <a:pt x="746709" y="207110"/>
                    </a:lnTo>
                    <a:lnTo>
                      <a:pt x="655228" y="170878"/>
                    </a:lnTo>
                    <a:lnTo>
                      <a:pt x="563666" y="137832"/>
                    </a:lnTo>
                    <a:lnTo>
                      <a:pt x="469463" y="120305"/>
                    </a:lnTo>
                    <a:lnTo>
                      <a:pt x="373268" y="97060"/>
                    </a:lnTo>
                    <a:lnTo>
                      <a:pt x="275488" y="70519"/>
                    </a:lnTo>
                    <a:lnTo>
                      <a:pt x="177017" y="50853"/>
                    </a:lnTo>
                    <a:lnTo>
                      <a:pt x="77449" y="27259"/>
                    </a:lnTo>
                    <a:lnTo>
                      <a:pt x="1249" y="2639"/>
                    </a:lnTo>
                    <a:cubicBezTo>
                      <a:pt x="71" y="2268"/>
                      <a:pt x="-376" y="1416"/>
                      <a:pt x="355" y="718"/>
                    </a:cubicBezTo>
                    <a:cubicBezTo>
                      <a:pt x="1046" y="19"/>
                      <a:pt x="2590" y="-199"/>
                      <a:pt x="3810" y="194"/>
                    </a:cubicBezTo>
                    <a:lnTo>
                      <a:pt x="79725" y="24705"/>
                    </a:lnTo>
                    <a:lnTo>
                      <a:pt x="178846" y="48212"/>
                    </a:lnTo>
                    <a:lnTo>
                      <a:pt x="277479" y="67922"/>
                    </a:lnTo>
                    <a:lnTo>
                      <a:pt x="375422" y="94506"/>
                    </a:lnTo>
                    <a:lnTo>
                      <a:pt x="471332" y="117686"/>
                    </a:lnTo>
                    <a:lnTo>
                      <a:pt x="565617" y="135213"/>
                    </a:lnTo>
                    <a:cubicBezTo>
                      <a:pt x="565617" y="135213"/>
                      <a:pt x="566023" y="135278"/>
                      <a:pt x="566227" y="135388"/>
                    </a:cubicBezTo>
                    <a:lnTo>
                      <a:pt x="658154" y="168586"/>
                    </a:lnTo>
                    <a:lnTo>
                      <a:pt x="749716" y="204818"/>
                    </a:lnTo>
                    <a:lnTo>
                      <a:pt x="841847" y="241901"/>
                    </a:lnTo>
                    <a:lnTo>
                      <a:pt x="936335" y="268595"/>
                    </a:lnTo>
                    <a:lnTo>
                      <a:pt x="1032083" y="290225"/>
                    </a:lnTo>
                    <a:lnTo>
                      <a:pt x="1044559" y="287300"/>
                    </a:lnTo>
                    <a:cubicBezTo>
                      <a:pt x="1044925" y="287191"/>
                      <a:pt x="1045210" y="287191"/>
                      <a:pt x="1045657" y="287191"/>
                    </a:cubicBezTo>
                    <a:lnTo>
                      <a:pt x="1059352" y="287344"/>
                    </a:lnTo>
                    <a:cubicBezTo>
                      <a:pt x="1059840" y="287344"/>
                      <a:pt x="1060287" y="287453"/>
                      <a:pt x="1060734" y="287606"/>
                    </a:cubicBezTo>
                    <a:lnTo>
                      <a:pt x="1131488" y="314889"/>
                    </a:lnTo>
                    <a:cubicBezTo>
                      <a:pt x="1131488" y="314889"/>
                      <a:pt x="1131895" y="315107"/>
                      <a:pt x="1132017" y="315151"/>
                    </a:cubicBezTo>
                    <a:lnTo>
                      <a:pt x="1139779" y="320433"/>
                    </a:lnTo>
                    <a:lnTo>
                      <a:pt x="1142014" y="320848"/>
                    </a:lnTo>
                    <a:lnTo>
                      <a:pt x="1154531" y="320433"/>
                    </a:lnTo>
                    <a:cubicBezTo>
                      <a:pt x="1155060" y="320368"/>
                      <a:pt x="1155669" y="320477"/>
                      <a:pt x="1156116" y="320651"/>
                    </a:cubicBezTo>
                    <a:lnTo>
                      <a:pt x="1250238" y="355923"/>
                    </a:lnTo>
                    <a:lnTo>
                      <a:pt x="1334038" y="388314"/>
                    </a:lnTo>
                    <a:lnTo>
                      <a:pt x="1344239" y="386131"/>
                    </a:lnTo>
                    <a:cubicBezTo>
                      <a:pt x="1344848" y="385956"/>
                      <a:pt x="1345499" y="385956"/>
                      <a:pt x="1346068" y="386131"/>
                    </a:cubicBezTo>
                    <a:lnTo>
                      <a:pt x="1441490" y="406801"/>
                    </a:lnTo>
                    <a:lnTo>
                      <a:pt x="1537279" y="432971"/>
                    </a:lnTo>
                    <a:lnTo>
                      <a:pt x="1558533" y="438144"/>
                    </a:lnTo>
                    <a:lnTo>
                      <a:pt x="1634043" y="455517"/>
                    </a:lnTo>
                    <a:lnTo>
                      <a:pt x="1642089" y="457547"/>
                    </a:lnTo>
                    <a:lnTo>
                      <a:pt x="1710243" y="483019"/>
                    </a:lnTo>
                    <a:cubicBezTo>
                      <a:pt x="1711421" y="483434"/>
                      <a:pt x="1711706" y="484285"/>
                      <a:pt x="1710933" y="484940"/>
                    </a:cubicBezTo>
                    <a:cubicBezTo>
                      <a:pt x="1710446" y="485354"/>
                      <a:pt x="1709633" y="485573"/>
                      <a:pt x="1708861" y="48557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6" name="Freeform: Shape 105">
                <a:extLst>
                  <a:ext uri="{FF2B5EF4-FFF2-40B4-BE49-F238E27FC236}">
                    <a16:creationId xmlns:a16="http://schemas.microsoft.com/office/drawing/2014/main" id="{1DA58083-8483-43F2-B695-002CA2ACC4B3}"/>
                  </a:ext>
                </a:extLst>
              </p:cNvPr>
              <p:cNvSpPr/>
              <p:nvPr/>
            </p:nvSpPr>
            <p:spPr>
              <a:xfrm>
                <a:off x="8829092" y="6182099"/>
                <a:ext cx="3362948" cy="21449"/>
              </a:xfrm>
              <a:custGeom>
                <a:avLst/>
                <a:gdLst>
                  <a:gd name="connsiteX0" fmla="*/ 3362908 w 3362948"/>
                  <a:gd name="connsiteY0" fmla="*/ 18612 h 21449"/>
                  <a:gd name="connsiteX1" fmla="*/ 166693 w 3362948"/>
                  <a:gd name="connsiteY1" fmla="*/ 12959 h 21449"/>
                  <a:gd name="connsiteX2" fmla="*/ 53592 w 3362948"/>
                  <a:gd name="connsiteY2" fmla="*/ 4490 h 21449"/>
                  <a:gd name="connsiteX3" fmla="*/ 2914 w 3362948"/>
                  <a:gd name="connsiteY3" fmla="*/ 15 h 21449"/>
                  <a:gd name="connsiteX4" fmla="*/ 29 w 3362948"/>
                  <a:gd name="connsiteY4" fmla="*/ 1194 h 21449"/>
                  <a:gd name="connsiteX5" fmla="*/ 2101 w 3362948"/>
                  <a:gd name="connsiteY5" fmla="*/ 2787 h 21449"/>
                  <a:gd name="connsiteX6" fmla="*/ 52901 w 3362948"/>
                  <a:gd name="connsiteY6" fmla="*/ 7262 h 21449"/>
                  <a:gd name="connsiteX7" fmla="*/ 166409 w 3362948"/>
                  <a:gd name="connsiteY7" fmla="*/ 15796 h 21449"/>
                  <a:gd name="connsiteX8" fmla="*/ 3362948 w 3362948"/>
                  <a:gd name="connsiteY8" fmla="*/ 21449 h 21449"/>
                  <a:gd name="connsiteX9" fmla="*/ 3362948 w 3362948"/>
                  <a:gd name="connsiteY9" fmla="*/ 18612 h 2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62948" h="21449">
                    <a:moveTo>
                      <a:pt x="3362908" y="18612"/>
                    </a:moveTo>
                    <a:lnTo>
                      <a:pt x="166693" y="12959"/>
                    </a:lnTo>
                    <a:lnTo>
                      <a:pt x="53592" y="4490"/>
                    </a:lnTo>
                    <a:lnTo>
                      <a:pt x="2914" y="15"/>
                    </a:lnTo>
                    <a:cubicBezTo>
                      <a:pt x="1613" y="-94"/>
                      <a:pt x="232" y="386"/>
                      <a:pt x="29" y="1194"/>
                    </a:cubicBezTo>
                    <a:cubicBezTo>
                      <a:pt x="-175" y="1936"/>
                      <a:pt x="719" y="2678"/>
                      <a:pt x="2101" y="2787"/>
                    </a:cubicBezTo>
                    <a:lnTo>
                      <a:pt x="52901" y="7262"/>
                    </a:lnTo>
                    <a:lnTo>
                      <a:pt x="166409" y="15796"/>
                    </a:lnTo>
                    <a:lnTo>
                      <a:pt x="3362948" y="21449"/>
                    </a:lnTo>
                    <a:lnTo>
                      <a:pt x="3362948" y="1861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7" name="Freeform: Shape 106">
                <a:extLst>
                  <a:ext uri="{FF2B5EF4-FFF2-40B4-BE49-F238E27FC236}">
                    <a16:creationId xmlns:a16="http://schemas.microsoft.com/office/drawing/2014/main" id="{06B6AFE1-9E67-4049-BAE9-E396E3F18506}"/>
                  </a:ext>
                </a:extLst>
              </p:cNvPr>
              <p:cNvSpPr/>
              <p:nvPr/>
            </p:nvSpPr>
            <p:spPr>
              <a:xfrm>
                <a:off x="121" y="6000856"/>
                <a:ext cx="3674320" cy="233467"/>
              </a:xfrm>
              <a:custGeom>
                <a:avLst/>
                <a:gdLst>
                  <a:gd name="connsiteX0" fmla="*/ 3673450 w 3674320"/>
                  <a:gd name="connsiteY0" fmla="*/ 404 h 233467"/>
                  <a:gd name="connsiteX1" fmla="*/ 3669833 w 3674320"/>
                  <a:gd name="connsiteY1" fmla="*/ 448 h 233467"/>
                  <a:gd name="connsiteX2" fmla="*/ 3649553 w 3674320"/>
                  <a:gd name="connsiteY2" fmla="*/ 12605 h 233467"/>
                  <a:gd name="connsiteX3" fmla="*/ 3534258 w 3674320"/>
                  <a:gd name="connsiteY3" fmla="*/ 21445 h 233467"/>
                  <a:gd name="connsiteX4" fmla="*/ 3417093 w 3674320"/>
                  <a:gd name="connsiteY4" fmla="*/ 24588 h 233467"/>
                  <a:gd name="connsiteX5" fmla="*/ 3298627 w 3674320"/>
                  <a:gd name="connsiteY5" fmla="*/ 22471 h 233467"/>
                  <a:gd name="connsiteX6" fmla="*/ 3296554 w 3674320"/>
                  <a:gd name="connsiteY6" fmla="*/ 22994 h 233467"/>
                  <a:gd name="connsiteX7" fmla="*/ 3273959 w 3674320"/>
                  <a:gd name="connsiteY7" fmla="*/ 39190 h 233467"/>
                  <a:gd name="connsiteX8" fmla="*/ 3155330 w 3674320"/>
                  <a:gd name="connsiteY8" fmla="*/ 33755 h 233467"/>
                  <a:gd name="connsiteX9" fmla="*/ 3154233 w 3674320"/>
                  <a:gd name="connsiteY9" fmla="*/ 33864 h 233467"/>
                  <a:gd name="connsiteX10" fmla="*/ 3129118 w 3674320"/>
                  <a:gd name="connsiteY10" fmla="*/ 39299 h 233467"/>
                  <a:gd name="connsiteX11" fmla="*/ 3104083 w 3674320"/>
                  <a:gd name="connsiteY11" fmla="*/ 49143 h 233467"/>
                  <a:gd name="connsiteX12" fmla="*/ 3079334 w 3674320"/>
                  <a:gd name="connsiteY12" fmla="*/ 59794 h 233467"/>
                  <a:gd name="connsiteX13" fmla="*/ 2957292 w 3674320"/>
                  <a:gd name="connsiteY13" fmla="*/ 61649 h 233467"/>
                  <a:gd name="connsiteX14" fmla="*/ 2956641 w 3674320"/>
                  <a:gd name="connsiteY14" fmla="*/ 61715 h 233467"/>
                  <a:gd name="connsiteX15" fmla="*/ 2929128 w 3674320"/>
                  <a:gd name="connsiteY15" fmla="*/ 66255 h 233467"/>
                  <a:gd name="connsiteX16" fmla="*/ 2903566 w 3674320"/>
                  <a:gd name="connsiteY16" fmla="*/ 65622 h 233467"/>
                  <a:gd name="connsiteX17" fmla="*/ 2877190 w 3674320"/>
                  <a:gd name="connsiteY17" fmla="*/ 66255 h 233467"/>
                  <a:gd name="connsiteX18" fmla="*/ 2857886 w 3674320"/>
                  <a:gd name="connsiteY18" fmla="*/ 64334 h 233467"/>
                  <a:gd name="connsiteX19" fmla="*/ 2852969 w 3674320"/>
                  <a:gd name="connsiteY19" fmla="*/ 64225 h 233467"/>
                  <a:gd name="connsiteX20" fmla="*/ 2851750 w 3674320"/>
                  <a:gd name="connsiteY20" fmla="*/ 64334 h 233467"/>
                  <a:gd name="connsiteX21" fmla="*/ 2828869 w 3674320"/>
                  <a:gd name="connsiteY21" fmla="*/ 70576 h 233467"/>
                  <a:gd name="connsiteX22" fmla="*/ 2828341 w 3674320"/>
                  <a:gd name="connsiteY22" fmla="*/ 70795 h 233467"/>
                  <a:gd name="connsiteX23" fmla="*/ 2827772 w 3674320"/>
                  <a:gd name="connsiteY23" fmla="*/ 71122 h 233467"/>
                  <a:gd name="connsiteX24" fmla="*/ 2798918 w 3674320"/>
                  <a:gd name="connsiteY24" fmla="*/ 92861 h 233467"/>
                  <a:gd name="connsiteX25" fmla="*/ 2770429 w 3674320"/>
                  <a:gd name="connsiteY25" fmla="*/ 111828 h 233467"/>
                  <a:gd name="connsiteX26" fmla="*/ 2741006 w 3674320"/>
                  <a:gd name="connsiteY26" fmla="*/ 126168 h 233467"/>
                  <a:gd name="connsiteX27" fmla="*/ 2711054 w 3674320"/>
                  <a:gd name="connsiteY27" fmla="*/ 139810 h 233467"/>
                  <a:gd name="connsiteX28" fmla="*/ 2681305 w 3674320"/>
                  <a:gd name="connsiteY28" fmla="*/ 154041 h 233467"/>
                  <a:gd name="connsiteX29" fmla="*/ 2599456 w 3674320"/>
                  <a:gd name="connsiteY29" fmla="*/ 154892 h 233467"/>
                  <a:gd name="connsiteX30" fmla="*/ 2468596 w 3674320"/>
                  <a:gd name="connsiteY30" fmla="*/ 155481 h 233467"/>
                  <a:gd name="connsiteX31" fmla="*/ 2337613 w 3674320"/>
                  <a:gd name="connsiteY31" fmla="*/ 151204 h 233467"/>
                  <a:gd name="connsiteX32" fmla="*/ 2206752 w 3674320"/>
                  <a:gd name="connsiteY32" fmla="*/ 149130 h 233467"/>
                  <a:gd name="connsiteX33" fmla="*/ 2076054 w 3674320"/>
                  <a:gd name="connsiteY33" fmla="*/ 146576 h 233467"/>
                  <a:gd name="connsiteX34" fmla="*/ 1945477 w 3674320"/>
                  <a:gd name="connsiteY34" fmla="*/ 141774 h 233467"/>
                  <a:gd name="connsiteX35" fmla="*/ 1814820 w 3674320"/>
                  <a:gd name="connsiteY35" fmla="*/ 134572 h 233467"/>
                  <a:gd name="connsiteX36" fmla="*/ 1683756 w 3674320"/>
                  <a:gd name="connsiteY36" fmla="*/ 131276 h 233467"/>
                  <a:gd name="connsiteX37" fmla="*/ 1552936 w 3674320"/>
                  <a:gd name="connsiteY37" fmla="*/ 142473 h 233467"/>
                  <a:gd name="connsiteX38" fmla="*/ 1422034 w 3674320"/>
                  <a:gd name="connsiteY38" fmla="*/ 152906 h 233467"/>
                  <a:gd name="connsiteX39" fmla="*/ 1291255 w 3674320"/>
                  <a:gd name="connsiteY39" fmla="*/ 167617 h 233467"/>
                  <a:gd name="connsiteX40" fmla="*/ 1167384 w 3674320"/>
                  <a:gd name="connsiteY40" fmla="*/ 179993 h 233467"/>
                  <a:gd name="connsiteX41" fmla="*/ 899363 w 3674320"/>
                  <a:gd name="connsiteY41" fmla="*/ 204286 h 233467"/>
                  <a:gd name="connsiteX42" fmla="*/ 768949 w 3674320"/>
                  <a:gd name="connsiteY42" fmla="*/ 213278 h 233467"/>
                  <a:gd name="connsiteX43" fmla="*/ 638617 w 3674320"/>
                  <a:gd name="connsiteY43" fmla="*/ 219935 h 233467"/>
                  <a:gd name="connsiteX44" fmla="*/ 508488 w 3674320"/>
                  <a:gd name="connsiteY44" fmla="*/ 225217 h 233467"/>
                  <a:gd name="connsiteX45" fmla="*/ 378236 w 3674320"/>
                  <a:gd name="connsiteY45" fmla="*/ 226330 h 233467"/>
                  <a:gd name="connsiteX46" fmla="*/ 248229 w 3674320"/>
                  <a:gd name="connsiteY46" fmla="*/ 230106 h 233467"/>
                  <a:gd name="connsiteX47" fmla="*/ 118303 w 3674320"/>
                  <a:gd name="connsiteY47" fmla="*/ 230630 h 233467"/>
                  <a:gd name="connsiteX48" fmla="*/ 0 w 3674320"/>
                  <a:gd name="connsiteY48" fmla="*/ 229408 h 233467"/>
                  <a:gd name="connsiteX49" fmla="*/ 0 w 3674320"/>
                  <a:gd name="connsiteY49" fmla="*/ 232245 h 233467"/>
                  <a:gd name="connsiteX50" fmla="*/ 118303 w 3674320"/>
                  <a:gd name="connsiteY50" fmla="*/ 233468 h 233467"/>
                  <a:gd name="connsiteX51" fmla="*/ 248392 w 3674320"/>
                  <a:gd name="connsiteY51" fmla="*/ 232944 h 233467"/>
                  <a:gd name="connsiteX52" fmla="*/ 378480 w 3674320"/>
                  <a:gd name="connsiteY52" fmla="*/ 229146 h 233467"/>
                  <a:gd name="connsiteX53" fmla="*/ 508691 w 3674320"/>
                  <a:gd name="connsiteY53" fmla="*/ 228033 h 233467"/>
                  <a:gd name="connsiteX54" fmla="*/ 639064 w 3674320"/>
                  <a:gd name="connsiteY54" fmla="*/ 222751 h 233467"/>
                  <a:gd name="connsiteX55" fmla="*/ 769518 w 3674320"/>
                  <a:gd name="connsiteY55" fmla="*/ 216094 h 233467"/>
                  <a:gd name="connsiteX56" fmla="*/ 900095 w 3674320"/>
                  <a:gd name="connsiteY56" fmla="*/ 207036 h 233467"/>
                  <a:gd name="connsiteX57" fmla="*/ 1161451 w 3674320"/>
                  <a:gd name="connsiteY57" fmla="*/ 183441 h 233467"/>
                  <a:gd name="connsiteX58" fmla="*/ 1292230 w 3674320"/>
                  <a:gd name="connsiteY58" fmla="*/ 170389 h 233467"/>
                  <a:gd name="connsiteX59" fmla="*/ 1422888 w 3674320"/>
                  <a:gd name="connsiteY59" fmla="*/ 155722 h 233467"/>
                  <a:gd name="connsiteX60" fmla="*/ 1553708 w 3674320"/>
                  <a:gd name="connsiteY60" fmla="*/ 145223 h 233467"/>
                  <a:gd name="connsiteX61" fmla="*/ 1684040 w 3674320"/>
                  <a:gd name="connsiteY61" fmla="*/ 134092 h 233467"/>
                  <a:gd name="connsiteX62" fmla="*/ 1814454 w 3674320"/>
                  <a:gd name="connsiteY62" fmla="*/ 137344 h 233467"/>
                  <a:gd name="connsiteX63" fmla="*/ 1945112 w 3674320"/>
                  <a:gd name="connsiteY63" fmla="*/ 144590 h 233467"/>
                  <a:gd name="connsiteX64" fmla="*/ 2075810 w 3674320"/>
                  <a:gd name="connsiteY64" fmla="*/ 149392 h 233467"/>
                  <a:gd name="connsiteX65" fmla="*/ 2206630 w 3674320"/>
                  <a:gd name="connsiteY65" fmla="*/ 151946 h 233467"/>
                  <a:gd name="connsiteX66" fmla="*/ 2337410 w 3674320"/>
                  <a:gd name="connsiteY66" fmla="*/ 153975 h 233467"/>
                  <a:gd name="connsiteX67" fmla="*/ 2468474 w 3674320"/>
                  <a:gd name="connsiteY67" fmla="*/ 158232 h 233467"/>
                  <a:gd name="connsiteX68" fmla="*/ 2599538 w 3674320"/>
                  <a:gd name="connsiteY68" fmla="*/ 157708 h 233467"/>
                  <a:gd name="connsiteX69" fmla="*/ 2682281 w 3674320"/>
                  <a:gd name="connsiteY69" fmla="*/ 156857 h 233467"/>
                  <a:gd name="connsiteX70" fmla="*/ 2684191 w 3674320"/>
                  <a:gd name="connsiteY70" fmla="*/ 156376 h 233467"/>
                  <a:gd name="connsiteX71" fmla="*/ 2714346 w 3674320"/>
                  <a:gd name="connsiteY71" fmla="*/ 141927 h 233467"/>
                  <a:gd name="connsiteX72" fmla="*/ 2741818 w 3674320"/>
                  <a:gd name="connsiteY72" fmla="*/ 129464 h 233467"/>
                  <a:gd name="connsiteX73" fmla="*/ 2774127 w 3674320"/>
                  <a:gd name="connsiteY73" fmla="*/ 113793 h 233467"/>
                  <a:gd name="connsiteX74" fmla="*/ 2802860 w 3674320"/>
                  <a:gd name="connsiteY74" fmla="*/ 94673 h 233467"/>
                  <a:gd name="connsiteX75" fmla="*/ 2803266 w 3674320"/>
                  <a:gd name="connsiteY75" fmla="*/ 94345 h 233467"/>
                  <a:gd name="connsiteX76" fmla="*/ 2831592 w 3674320"/>
                  <a:gd name="connsiteY76" fmla="*/ 73043 h 233467"/>
                  <a:gd name="connsiteX77" fmla="*/ 2853456 w 3674320"/>
                  <a:gd name="connsiteY77" fmla="*/ 67062 h 233467"/>
                  <a:gd name="connsiteX78" fmla="*/ 2857317 w 3674320"/>
                  <a:gd name="connsiteY78" fmla="*/ 67128 h 233467"/>
                  <a:gd name="connsiteX79" fmla="*/ 2876865 w 3674320"/>
                  <a:gd name="connsiteY79" fmla="*/ 69048 h 233467"/>
                  <a:gd name="connsiteX80" fmla="*/ 2903606 w 3674320"/>
                  <a:gd name="connsiteY80" fmla="*/ 68415 h 233467"/>
                  <a:gd name="connsiteX81" fmla="*/ 2929372 w 3674320"/>
                  <a:gd name="connsiteY81" fmla="*/ 69114 h 233467"/>
                  <a:gd name="connsiteX82" fmla="*/ 2930225 w 3674320"/>
                  <a:gd name="connsiteY82" fmla="*/ 69070 h 233467"/>
                  <a:gd name="connsiteX83" fmla="*/ 2957861 w 3674320"/>
                  <a:gd name="connsiteY83" fmla="*/ 64530 h 233467"/>
                  <a:gd name="connsiteX84" fmla="*/ 3080390 w 3674320"/>
                  <a:gd name="connsiteY84" fmla="*/ 62675 h 233467"/>
                  <a:gd name="connsiteX85" fmla="*/ 3081894 w 3674320"/>
                  <a:gd name="connsiteY85" fmla="*/ 62348 h 233467"/>
                  <a:gd name="connsiteX86" fmla="*/ 3107172 w 3674320"/>
                  <a:gd name="connsiteY86" fmla="*/ 51434 h 233467"/>
                  <a:gd name="connsiteX87" fmla="*/ 3131556 w 3674320"/>
                  <a:gd name="connsiteY87" fmla="*/ 41787 h 233467"/>
                  <a:gd name="connsiteX88" fmla="*/ 3155574 w 3674320"/>
                  <a:gd name="connsiteY88" fmla="*/ 36658 h 233467"/>
                  <a:gd name="connsiteX89" fmla="*/ 3274975 w 3674320"/>
                  <a:gd name="connsiteY89" fmla="*/ 42049 h 233467"/>
                  <a:gd name="connsiteX90" fmla="*/ 3277169 w 3674320"/>
                  <a:gd name="connsiteY90" fmla="*/ 41525 h 233467"/>
                  <a:gd name="connsiteX91" fmla="*/ 3299806 w 3674320"/>
                  <a:gd name="connsiteY91" fmla="*/ 25330 h 233467"/>
                  <a:gd name="connsiteX92" fmla="*/ 3417174 w 3674320"/>
                  <a:gd name="connsiteY92" fmla="*/ 27469 h 233467"/>
                  <a:gd name="connsiteX93" fmla="*/ 3534745 w 3674320"/>
                  <a:gd name="connsiteY93" fmla="*/ 24260 h 233467"/>
                  <a:gd name="connsiteX94" fmla="*/ 3651179 w 3674320"/>
                  <a:gd name="connsiteY94" fmla="*/ 15355 h 233467"/>
                  <a:gd name="connsiteX95" fmla="*/ 3652723 w 3674320"/>
                  <a:gd name="connsiteY95" fmla="*/ 14940 h 233467"/>
                  <a:gd name="connsiteX96" fmla="*/ 3673612 w 3674320"/>
                  <a:gd name="connsiteY96" fmla="*/ 2412 h 233467"/>
                  <a:gd name="connsiteX97" fmla="*/ 3673531 w 3674320"/>
                  <a:gd name="connsiteY97" fmla="*/ 448 h 233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674320" h="233467">
                    <a:moveTo>
                      <a:pt x="3673450" y="404"/>
                    </a:moveTo>
                    <a:cubicBezTo>
                      <a:pt x="3672434" y="-142"/>
                      <a:pt x="3670768" y="-142"/>
                      <a:pt x="3669833" y="448"/>
                    </a:cubicBezTo>
                    <a:lnTo>
                      <a:pt x="3649553" y="12605"/>
                    </a:lnTo>
                    <a:lnTo>
                      <a:pt x="3534258" y="21445"/>
                    </a:lnTo>
                    <a:lnTo>
                      <a:pt x="3417093" y="24588"/>
                    </a:lnTo>
                    <a:lnTo>
                      <a:pt x="3298627" y="22471"/>
                    </a:lnTo>
                    <a:cubicBezTo>
                      <a:pt x="3297855" y="22471"/>
                      <a:pt x="3297042" y="22689"/>
                      <a:pt x="3296554" y="22994"/>
                    </a:cubicBezTo>
                    <a:lnTo>
                      <a:pt x="3273959" y="39190"/>
                    </a:lnTo>
                    <a:lnTo>
                      <a:pt x="3155330" y="33755"/>
                    </a:lnTo>
                    <a:cubicBezTo>
                      <a:pt x="3154924" y="33755"/>
                      <a:pt x="3154599" y="33820"/>
                      <a:pt x="3154233" y="33864"/>
                    </a:cubicBezTo>
                    <a:lnTo>
                      <a:pt x="3129118" y="39299"/>
                    </a:lnTo>
                    <a:lnTo>
                      <a:pt x="3104083" y="49143"/>
                    </a:lnTo>
                    <a:lnTo>
                      <a:pt x="3079334" y="59794"/>
                    </a:lnTo>
                    <a:lnTo>
                      <a:pt x="2957292" y="61649"/>
                    </a:lnTo>
                    <a:cubicBezTo>
                      <a:pt x="2957088" y="61649"/>
                      <a:pt x="2956845" y="61715"/>
                      <a:pt x="2956641" y="61715"/>
                    </a:cubicBezTo>
                    <a:lnTo>
                      <a:pt x="2929128" y="66255"/>
                    </a:lnTo>
                    <a:lnTo>
                      <a:pt x="2903566" y="65622"/>
                    </a:lnTo>
                    <a:lnTo>
                      <a:pt x="2877190" y="66255"/>
                    </a:lnTo>
                    <a:lnTo>
                      <a:pt x="2857886" y="64334"/>
                    </a:lnTo>
                    <a:lnTo>
                      <a:pt x="2852969" y="64225"/>
                    </a:lnTo>
                    <a:cubicBezTo>
                      <a:pt x="2852481" y="64181"/>
                      <a:pt x="2852115" y="64225"/>
                      <a:pt x="2851750" y="64334"/>
                    </a:cubicBezTo>
                    <a:lnTo>
                      <a:pt x="2828869" y="70576"/>
                    </a:lnTo>
                    <a:cubicBezTo>
                      <a:pt x="2828869" y="70576"/>
                      <a:pt x="2828463" y="70729"/>
                      <a:pt x="2828341" y="70795"/>
                    </a:cubicBezTo>
                    <a:cubicBezTo>
                      <a:pt x="2828178" y="70838"/>
                      <a:pt x="2827894" y="71013"/>
                      <a:pt x="2827772" y="71122"/>
                    </a:cubicBezTo>
                    <a:lnTo>
                      <a:pt x="2798918" y="92861"/>
                    </a:lnTo>
                    <a:lnTo>
                      <a:pt x="2770429" y="111828"/>
                    </a:lnTo>
                    <a:lnTo>
                      <a:pt x="2741006" y="126168"/>
                    </a:lnTo>
                    <a:lnTo>
                      <a:pt x="2711054" y="139810"/>
                    </a:lnTo>
                    <a:lnTo>
                      <a:pt x="2681305" y="154041"/>
                    </a:lnTo>
                    <a:lnTo>
                      <a:pt x="2599456" y="154892"/>
                    </a:lnTo>
                    <a:lnTo>
                      <a:pt x="2468596" y="155481"/>
                    </a:lnTo>
                    <a:lnTo>
                      <a:pt x="2337613" y="151204"/>
                    </a:lnTo>
                    <a:lnTo>
                      <a:pt x="2206752" y="149130"/>
                    </a:lnTo>
                    <a:lnTo>
                      <a:pt x="2076054" y="146576"/>
                    </a:lnTo>
                    <a:lnTo>
                      <a:pt x="1945477" y="141774"/>
                    </a:lnTo>
                    <a:lnTo>
                      <a:pt x="1814820" y="134572"/>
                    </a:lnTo>
                    <a:lnTo>
                      <a:pt x="1683756" y="131276"/>
                    </a:lnTo>
                    <a:lnTo>
                      <a:pt x="1552936" y="142473"/>
                    </a:lnTo>
                    <a:lnTo>
                      <a:pt x="1422034" y="152906"/>
                    </a:lnTo>
                    <a:lnTo>
                      <a:pt x="1291255" y="167617"/>
                    </a:lnTo>
                    <a:lnTo>
                      <a:pt x="1167384" y="179993"/>
                    </a:lnTo>
                    <a:lnTo>
                      <a:pt x="899363" y="204286"/>
                    </a:lnTo>
                    <a:lnTo>
                      <a:pt x="768949" y="213278"/>
                    </a:lnTo>
                    <a:lnTo>
                      <a:pt x="638617" y="219935"/>
                    </a:lnTo>
                    <a:lnTo>
                      <a:pt x="508488" y="225217"/>
                    </a:lnTo>
                    <a:lnTo>
                      <a:pt x="378236" y="226330"/>
                    </a:lnTo>
                    <a:lnTo>
                      <a:pt x="248229" y="230106"/>
                    </a:lnTo>
                    <a:lnTo>
                      <a:pt x="118303" y="230630"/>
                    </a:lnTo>
                    <a:lnTo>
                      <a:pt x="0" y="229408"/>
                    </a:lnTo>
                    <a:lnTo>
                      <a:pt x="0" y="232245"/>
                    </a:lnTo>
                    <a:lnTo>
                      <a:pt x="118303" y="233468"/>
                    </a:lnTo>
                    <a:lnTo>
                      <a:pt x="248392" y="232944"/>
                    </a:lnTo>
                    <a:lnTo>
                      <a:pt x="378480" y="229146"/>
                    </a:lnTo>
                    <a:lnTo>
                      <a:pt x="508691" y="228033"/>
                    </a:lnTo>
                    <a:lnTo>
                      <a:pt x="639064" y="222751"/>
                    </a:lnTo>
                    <a:lnTo>
                      <a:pt x="769518" y="216094"/>
                    </a:lnTo>
                    <a:lnTo>
                      <a:pt x="900095" y="207036"/>
                    </a:lnTo>
                    <a:lnTo>
                      <a:pt x="1161451" y="183441"/>
                    </a:lnTo>
                    <a:lnTo>
                      <a:pt x="1292230" y="170389"/>
                    </a:lnTo>
                    <a:lnTo>
                      <a:pt x="1422888" y="155722"/>
                    </a:lnTo>
                    <a:lnTo>
                      <a:pt x="1553708" y="145223"/>
                    </a:lnTo>
                    <a:lnTo>
                      <a:pt x="1684040" y="134092"/>
                    </a:lnTo>
                    <a:lnTo>
                      <a:pt x="1814454" y="137344"/>
                    </a:lnTo>
                    <a:lnTo>
                      <a:pt x="1945112" y="144590"/>
                    </a:lnTo>
                    <a:lnTo>
                      <a:pt x="2075810" y="149392"/>
                    </a:lnTo>
                    <a:lnTo>
                      <a:pt x="2206630" y="151946"/>
                    </a:lnTo>
                    <a:lnTo>
                      <a:pt x="2337410" y="153975"/>
                    </a:lnTo>
                    <a:lnTo>
                      <a:pt x="2468474" y="158232"/>
                    </a:lnTo>
                    <a:lnTo>
                      <a:pt x="2599538" y="157708"/>
                    </a:lnTo>
                    <a:lnTo>
                      <a:pt x="2682281" y="156857"/>
                    </a:lnTo>
                    <a:cubicBezTo>
                      <a:pt x="2682931" y="156857"/>
                      <a:pt x="2683703" y="156595"/>
                      <a:pt x="2684191" y="156376"/>
                    </a:cubicBezTo>
                    <a:lnTo>
                      <a:pt x="2714346" y="141927"/>
                    </a:lnTo>
                    <a:lnTo>
                      <a:pt x="2741818" y="129464"/>
                    </a:lnTo>
                    <a:lnTo>
                      <a:pt x="2774127" y="113793"/>
                    </a:lnTo>
                    <a:lnTo>
                      <a:pt x="2802860" y="94673"/>
                    </a:lnTo>
                    <a:cubicBezTo>
                      <a:pt x="2802860" y="94673"/>
                      <a:pt x="2803266" y="94411"/>
                      <a:pt x="2803266" y="94345"/>
                    </a:cubicBezTo>
                    <a:lnTo>
                      <a:pt x="2831592" y="73043"/>
                    </a:lnTo>
                    <a:lnTo>
                      <a:pt x="2853456" y="67062"/>
                    </a:lnTo>
                    <a:lnTo>
                      <a:pt x="2857317" y="67128"/>
                    </a:lnTo>
                    <a:lnTo>
                      <a:pt x="2876865" y="69048"/>
                    </a:lnTo>
                    <a:lnTo>
                      <a:pt x="2903606" y="68415"/>
                    </a:lnTo>
                    <a:lnTo>
                      <a:pt x="2929372" y="69114"/>
                    </a:lnTo>
                    <a:cubicBezTo>
                      <a:pt x="2929656" y="69114"/>
                      <a:pt x="2929900" y="69114"/>
                      <a:pt x="2930225" y="69070"/>
                    </a:cubicBezTo>
                    <a:lnTo>
                      <a:pt x="2957861" y="64530"/>
                    </a:lnTo>
                    <a:lnTo>
                      <a:pt x="3080390" y="62675"/>
                    </a:lnTo>
                    <a:cubicBezTo>
                      <a:pt x="3080959" y="62610"/>
                      <a:pt x="3081447" y="62522"/>
                      <a:pt x="3081894" y="62348"/>
                    </a:cubicBezTo>
                    <a:lnTo>
                      <a:pt x="3107172" y="51434"/>
                    </a:lnTo>
                    <a:lnTo>
                      <a:pt x="3131556" y="41787"/>
                    </a:lnTo>
                    <a:lnTo>
                      <a:pt x="3155574" y="36658"/>
                    </a:lnTo>
                    <a:lnTo>
                      <a:pt x="3274975" y="42049"/>
                    </a:lnTo>
                    <a:cubicBezTo>
                      <a:pt x="3275787" y="42093"/>
                      <a:pt x="3276641" y="41874"/>
                      <a:pt x="3277169" y="41525"/>
                    </a:cubicBezTo>
                    <a:lnTo>
                      <a:pt x="3299806" y="25330"/>
                    </a:lnTo>
                    <a:lnTo>
                      <a:pt x="3417174" y="27469"/>
                    </a:lnTo>
                    <a:lnTo>
                      <a:pt x="3534745" y="24260"/>
                    </a:lnTo>
                    <a:lnTo>
                      <a:pt x="3651179" y="15355"/>
                    </a:lnTo>
                    <a:cubicBezTo>
                      <a:pt x="3651789" y="15290"/>
                      <a:pt x="3652317" y="15137"/>
                      <a:pt x="3652723" y="14940"/>
                    </a:cubicBezTo>
                    <a:lnTo>
                      <a:pt x="3673612" y="2412"/>
                    </a:lnTo>
                    <a:cubicBezTo>
                      <a:pt x="3674628" y="1823"/>
                      <a:pt x="3674506" y="971"/>
                      <a:pt x="3673531" y="44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8" name="Freeform: Shape 107">
                <a:extLst>
                  <a:ext uri="{FF2B5EF4-FFF2-40B4-BE49-F238E27FC236}">
                    <a16:creationId xmlns:a16="http://schemas.microsoft.com/office/drawing/2014/main" id="{E2F1C395-F36A-4176-BDBB-B50764F2AA10}"/>
                  </a:ext>
                </a:extLst>
              </p:cNvPr>
              <p:cNvSpPr/>
              <p:nvPr/>
            </p:nvSpPr>
            <p:spPr>
              <a:xfrm>
                <a:off x="7785567" y="6214549"/>
                <a:ext cx="440740" cy="10869"/>
              </a:xfrm>
              <a:custGeom>
                <a:avLst/>
                <a:gdLst>
                  <a:gd name="connsiteX0" fmla="*/ 359989 w 440740"/>
                  <a:gd name="connsiteY0" fmla="*/ 10848 h 10869"/>
                  <a:gd name="connsiteX1" fmla="*/ 358201 w 440740"/>
                  <a:gd name="connsiteY1" fmla="*/ 10477 h 10869"/>
                  <a:gd name="connsiteX2" fmla="*/ 345277 w 440740"/>
                  <a:gd name="connsiteY2" fmla="*/ 3449 h 10869"/>
                  <a:gd name="connsiteX3" fmla="*/ 2479 w 440740"/>
                  <a:gd name="connsiteY3" fmla="*/ 2816 h 10869"/>
                  <a:gd name="connsiteX4" fmla="*/ 0 w 440740"/>
                  <a:gd name="connsiteY4" fmla="*/ 1441 h 10869"/>
                  <a:gd name="connsiteX5" fmla="*/ 2479 w 440740"/>
                  <a:gd name="connsiteY5" fmla="*/ 0 h 10869"/>
                  <a:gd name="connsiteX6" fmla="*/ 2479 w 440740"/>
                  <a:gd name="connsiteY6" fmla="*/ 0 h 10869"/>
                  <a:gd name="connsiteX7" fmla="*/ 346375 w 440740"/>
                  <a:gd name="connsiteY7" fmla="*/ 633 h 10869"/>
                  <a:gd name="connsiteX8" fmla="*/ 348163 w 440740"/>
                  <a:gd name="connsiteY8" fmla="*/ 1048 h 10869"/>
                  <a:gd name="connsiteX9" fmla="*/ 360965 w 440740"/>
                  <a:gd name="connsiteY9" fmla="*/ 8032 h 10869"/>
                  <a:gd name="connsiteX10" fmla="*/ 438059 w 440740"/>
                  <a:gd name="connsiteY10" fmla="*/ 7072 h 10869"/>
                  <a:gd name="connsiteX11" fmla="*/ 440741 w 440740"/>
                  <a:gd name="connsiteY11" fmla="*/ 8403 h 10869"/>
                  <a:gd name="connsiteX12" fmla="*/ 438262 w 440740"/>
                  <a:gd name="connsiteY12" fmla="*/ 9844 h 10869"/>
                  <a:gd name="connsiteX13" fmla="*/ 360070 w 440740"/>
                  <a:gd name="connsiteY13" fmla="*/ 10870 h 10869"/>
                  <a:gd name="connsiteX14" fmla="*/ 359989 w 440740"/>
                  <a:gd name="connsiteY14" fmla="*/ 10870 h 1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0740" h="10869">
                    <a:moveTo>
                      <a:pt x="359989" y="10848"/>
                    </a:moveTo>
                    <a:cubicBezTo>
                      <a:pt x="359298" y="10848"/>
                      <a:pt x="358689" y="10739"/>
                      <a:pt x="358201" y="10477"/>
                    </a:cubicBezTo>
                    <a:lnTo>
                      <a:pt x="345277" y="3449"/>
                    </a:lnTo>
                    <a:lnTo>
                      <a:pt x="2479" y="2816"/>
                    </a:lnTo>
                    <a:cubicBezTo>
                      <a:pt x="1097" y="2816"/>
                      <a:pt x="0" y="2183"/>
                      <a:pt x="0" y="1441"/>
                    </a:cubicBezTo>
                    <a:cubicBezTo>
                      <a:pt x="0" y="633"/>
                      <a:pt x="1097" y="0"/>
                      <a:pt x="2479" y="0"/>
                    </a:cubicBezTo>
                    <a:lnTo>
                      <a:pt x="2479" y="0"/>
                    </a:lnTo>
                    <a:lnTo>
                      <a:pt x="346375" y="633"/>
                    </a:lnTo>
                    <a:cubicBezTo>
                      <a:pt x="347066" y="633"/>
                      <a:pt x="347675" y="786"/>
                      <a:pt x="348163" y="1048"/>
                    </a:cubicBezTo>
                    <a:lnTo>
                      <a:pt x="360965" y="8032"/>
                    </a:lnTo>
                    <a:lnTo>
                      <a:pt x="438059" y="7072"/>
                    </a:lnTo>
                    <a:cubicBezTo>
                      <a:pt x="439440" y="7072"/>
                      <a:pt x="440660" y="7661"/>
                      <a:pt x="440741" y="8403"/>
                    </a:cubicBezTo>
                    <a:cubicBezTo>
                      <a:pt x="440741" y="9189"/>
                      <a:pt x="439644" y="9844"/>
                      <a:pt x="438262" y="9844"/>
                    </a:cubicBezTo>
                    <a:lnTo>
                      <a:pt x="360070" y="10870"/>
                    </a:lnTo>
                    <a:lnTo>
                      <a:pt x="359989" y="1087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09" name="Freeform: Shape 108">
                <a:extLst>
                  <a:ext uri="{FF2B5EF4-FFF2-40B4-BE49-F238E27FC236}">
                    <a16:creationId xmlns:a16="http://schemas.microsoft.com/office/drawing/2014/main" id="{A8117DF4-1F2C-4A00-A554-F252DA8AD42B}"/>
                  </a:ext>
                </a:extLst>
              </p:cNvPr>
              <p:cNvSpPr/>
              <p:nvPr/>
            </p:nvSpPr>
            <p:spPr>
              <a:xfrm>
                <a:off x="7731994" y="6205913"/>
                <a:ext cx="528237" cy="16493"/>
              </a:xfrm>
              <a:custGeom>
                <a:avLst/>
                <a:gdLst>
                  <a:gd name="connsiteX0" fmla="*/ 525770 w 528237"/>
                  <a:gd name="connsiteY0" fmla="*/ 16493 h 16493"/>
                  <a:gd name="connsiteX1" fmla="*/ 524266 w 528237"/>
                  <a:gd name="connsiteY1" fmla="*/ 16231 h 16493"/>
                  <a:gd name="connsiteX2" fmla="*/ 514350 w 528237"/>
                  <a:gd name="connsiteY2" fmla="*/ 12281 h 16493"/>
                  <a:gd name="connsiteX3" fmla="*/ 399948 w 528237"/>
                  <a:gd name="connsiteY3" fmla="*/ 12063 h 16493"/>
                  <a:gd name="connsiteX4" fmla="*/ 398160 w 528237"/>
                  <a:gd name="connsiteY4" fmla="*/ 11648 h 16493"/>
                  <a:gd name="connsiteX5" fmla="*/ 385562 w 528237"/>
                  <a:gd name="connsiteY5" fmla="*/ 4729 h 16493"/>
                  <a:gd name="connsiteX6" fmla="*/ 10007 w 528237"/>
                  <a:gd name="connsiteY6" fmla="*/ 4030 h 16493"/>
                  <a:gd name="connsiteX7" fmla="*/ 9316 w 528237"/>
                  <a:gd name="connsiteY7" fmla="*/ 3965 h 16493"/>
                  <a:gd name="connsiteX8" fmla="*/ 1798 w 528237"/>
                  <a:gd name="connsiteY8" fmla="*/ 2786 h 16493"/>
                  <a:gd name="connsiteX9" fmla="*/ 91 w 528237"/>
                  <a:gd name="connsiteY9" fmla="*/ 1018 h 16493"/>
                  <a:gd name="connsiteX10" fmla="*/ 3261 w 528237"/>
                  <a:gd name="connsiteY10" fmla="*/ 58 h 16493"/>
                  <a:gd name="connsiteX11" fmla="*/ 10414 w 528237"/>
                  <a:gd name="connsiteY11" fmla="*/ 1237 h 16493"/>
                  <a:gd name="connsiteX12" fmla="*/ 386537 w 528237"/>
                  <a:gd name="connsiteY12" fmla="*/ 1870 h 16493"/>
                  <a:gd name="connsiteX13" fmla="*/ 388325 w 528237"/>
                  <a:gd name="connsiteY13" fmla="*/ 2284 h 16493"/>
                  <a:gd name="connsiteX14" fmla="*/ 401005 w 528237"/>
                  <a:gd name="connsiteY14" fmla="*/ 9203 h 16493"/>
                  <a:gd name="connsiteX15" fmla="*/ 515122 w 528237"/>
                  <a:gd name="connsiteY15" fmla="*/ 9422 h 16493"/>
                  <a:gd name="connsiteX16" fmla="*/ 516585 w 528237"/>
                  <a:gd name="connsiteY16" fmla="*/ 9684 h 16493"/>
                  <a:gd name="connsiteX17" fmla="*/ 527192 w 528237"/>
                  <a:gd name="connsiteY17" fmla="*/ 13896 h 16493"/>
                  <a:gd name="connsiteX18" fmla="*/ 527802 w 528237"/>
                  <a:gd name="connsiteY18" fmla="*/ 15882 h 16493"/>
                  <a:gd name="connsiteX19" fmla="*/ 525729 w 528237"/>
                  <a:gd name="connsiteY19" fmla="*/ 16472 h 1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237" h="16493">
                    <a:moveTo>
                      <a:pt x="525770" y="16493"/>
                    </a:moveTo>
                    <a:cubicBezTo>
                      <a:pt x="525282" y="16493"/>
                      <a:pt x="524794" y="16384"/>
                      <a:pt x="524266" y="16231"/>
                    </a:cubicBezTo>
                    <a:lnTo>
                      <a:pt x="514350" y="12281"/>
                    </a:lnTo>
                    <a:lnTo>
                      <a:pt x="399948" y="12063"/>
                    </a:lnTo>
                    <a:cubicBezTo>
                      <a:pt x="399257" y="12063"/>
                      <a:pt x="398648" y="11910"/>
                      <a:pt x="398160" y="11648"/>
                    </a:cubicBezTo>
                    <a:lnTo>
                      <a:pt x="385562" y="4729"/>
                    </a:lnTo>
                    <a:lnTo>
                      <a:pt x="10007" y="4030"/>
                    </a:lnTo>
                    <a:cubicBezTo>
                      <a:pt x="10007" y="4030"/>
                      <a:pt x="9601" y="4030"/>
                      <a:pt x="9316" y="3965"/>
                    </a:cubicBezTo>
                    <a:lnTo>
                      <a:pt x="1798" y="2786"/>
                    </a:lnTo>
                    <a:cubicBezTo>
                      <a:pt x="498" y="2568"/>
                      <a:pt x="-275" y="1782"/>
                      <a:pt x="91" y="1018"/>
                    </a:cubicBezTo>
                    <a:cubicBezTo>
                      <a:pt x="457" y="254"/>
                      <a:pt x="1879" y="-160"/>
                      <a:pt x="3261" y="58"/>
                    </a:cubicBezTo>
                    <a:lnTo>
                      <a:pt x="10414" y="1237"/>
                    </a:lnTo>
                    <a:lnTo>
                      <a:pt x="386537" y="1870"/>
                    </a:lnTo>
                    <a:cubicBezTo>
                      <a:pt x="387228" y="1870"/>
                      <a:pt x="387837" y="2022"/>
                      <a:pt x="388325" y="2284"/>
                    </a:cubicBezTo>
                    <a:lnTo>
                      <a:pt x="401005" y="9203"/>
                    </a:lnTo>
                    <a:lnTo>
                      <a:pt x="515122" y="9422"/>
                    </a:lnTo>
                    <a:cubicBezTo>
                      <a:pt x="515731" y="9422"/>
                      <a:pt x="516219" y="9531"/>
                      <a:pt x="516585" y="9684"/>
                    </a:cubicBezTo>
                    <a:lnTo>
                      <a:pt x="527192" y="13896"/>
                    </a:lnTo>
                    <a:cubicBezTo>
                      <a:pt x="528289" y="14311"/>
                      <a:pt x="528574" y="15227"/>
                      <a:pt x="527802" y="15882"/>
                    </a:cubicBezTo>
                    <a:cubicBezTo>
                      <a:pt x="527314" y="16253"/>
                      <a:pt x="526501" y="16472"/>
                      <a:pt x="525729" y="164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0" name="Freeform: Shape 109">
                <a:extLst>
                  <a:ext uri="{FF2B5EF4-FFF2-40B4-BE49-F238E27FC236}">
                    <a16:creationId xmlns:a16="http://schemas.microsoft.com/office/drawing/2014/main" id="{C126F5B0-67C7-46EE-B20F-20018663DCB3}"/>
                  </a:ext>
                </a:extLst>
              </p:cNvPr>
              <p:cNvSpPr/>
              <p:nvPr/>
            </p:nvSpPr>
            <p:spPr>
              <a:xfrm>
                <a:off x="4334418" y="6072262"/>
                <a:ext cx="7857093" cy="830674"/>
              </a:xfrm>
              <a:custGeom>
                <a:avLst/>
                <a:gdLst>
                  <a:gd name="connsiteX0" fmla="*/ 6055 w 7857093"/>
                  <a:gd name="connsiteY0" fmla="*/ 830631 h 830674"/>
                  <a:gd name="connsiteX1" fmla="*/ 23409 w 7857093"/>
                  <a:gd name="connsiteY1" fmla="*/ 814217 h 830674"/>
                  <a:gd name="connsiteX2" fmla="*/ 47305 w 7857093"/>
                  <a:gd name="connsiteY2" fmla="*/ 790776 h 830674"/>
                  <a:gd name="connsiteX3" fmla="*/ 70632 w 7857093"/>
                  <a:gd name="connsiteY3" fmla="*/ 767006 h 830674"/>
                  <a:gd name="connsiteX4" fmla="*/ 93350 w 7857093"/>
                  <a:gd name="connsiteY4" fmla="*/ 742648 h 830674"/>
                  <a:gd name="connsiteX5" fmla="*/ 115580 w 7857093"/>
                  <a:gd name="connsiteY5" fmla="*/ 717984 h 830674"/>
                  <a:gd name="connsiteX6" fmla="*/ 137322 w 7857093"/>
                  <a:gd name="connsiteY6" fmla="*/ 693036 h 830674"/>
                  <a:gd name="connsiteX7" fmla="*/ 158537 w 7857093"/>
                  <a:gd name="connsiteY7" fmla="*/ 668154 h 830674"/>
                  <a:gd name="connsiteX8" fmla="*/ 179263 w 7857093"/>
                  <a:gd name="connsiteY8" fmla="*/ 642421 h 830674"/>
                  <a:gd name="connsiteX9" fmla="*/ 199542 w 7857093"/>
                  <a:gd name="connsiteY9" fmla="*/ 616360 h 830674"/>
                  <a:gd name="connsiteX10" fmla="*/ 219090 w 7857093"/>
                  <a:gd name="connsiteY10" fmla="*/ 590190 h 830674"/>
                  <a:gd name="connsiteX11" fmla="*/ 237581 w 7857093"/>
                  <a:gd name="connsiteY11" fmla="*/ 575369 h 830674"/>
                  <a:gd name="connsiteX12" fmla="*/ 407822 w 7857093"/>
                  <a:gd name="connsiteY12" fmla="*/ 578512 h 830674"/>
                  <a:gd name="connsiteX13" fmla="*/ 410017 w 7857093"/>
                  <a:gd name="connsiteY13" fmla="*/ 577879 h 830674"/>
                  <a:gd name="connsiteX14" fmla="*/ 427086 w 7857093"/>
                  <a:gd name="connsiteY14" fmla="*/ 563605 h 830674"/>
                  <a:gd name="connsiteX15" fmla="*/ 443748 w 7857093"/>
                  <a:gd name="connsiteY15" fmla="*/ 548414 h 830674"/>
                  <a:gd name="connsiteX16" fmla="*/ 460045 w 7857093"/>
                  <a:gd name="connsiteY16" fmla="*/ 533179 h 830674"/>
                  <a:gd name="connsiteX17" fmla="*/ 476057 w 7857093"/>
                  <a:gd name="connsiteY17" fmla="*/ 517682 h 830674"/>
                  <a:gd name="connsiteX18" fmla="*/ 491703 w 7857093"/>
                  <a:gd name="connsiteY18" fmla="*/ 500483 h 830674"/>
                  <a:gd name="connsiteX19" fmla="*/ 506984 w 7857093"/>
                  <a:gd name="connsiteY19" fmla="*/ 483218 h 830674"/>
                  <a:gd name="connsiteX20" fmla="*/ 521899 w 7857093"/>
                  <a:gd name="connsiteY20" fmla="*/ 467219 h 830674"/>
                  <a:gd name="connsiteX21" fmla="*/ 536448 w 7857093"/>
                  <a:gd name="connsiteY21" fmla="*/ 453425 h 830674"/>
                  <a:gd name="connsiteX22" fmla="*/ 550956 w 7857093"/>
                  <a:gd name="connsiteY22" fmla="*/ 442337 h 830674"/>
                  <a:gd name="connsiteX23" fmla="*/ 564896 w 7857093"/>
                  <a:gd name="connsiteY23" fmla="*/ 429612 h 830674"/>
                  <a:gd name="connsiteX24" fmla="*/ 578876 w 7857093"/>
                  <a:gd name="connsiteY24" fmla="*/ 419004 h 830674"/>
                  <a:gd name="connsiteX25" fmla="*/ 605820 w 7857093"/>
                  <a:gd name="connsiteY25" fmla="*/ 392790 h 830674"/>
                  <a:gd name="connsiteX26" fmla="*/ 618947 w 7857093"/>
                  <a:gd name="connsiteY26" fmla="*/ 376442 h 830674"/>
                  <a:gd name="connsiteX27" fmla="*/ 631789 w 7857093"/>
                  <a:gd name="connsiteY27" fmla="*/ 355292 h 830674"/>
                  <a:gd name="connsiteX28" fmla="*/ 644388 w 7857093"/>
                  <a:gd name="connsiteY28" fmla="*/ 329777 h 830674"/>
                  <a:gd name="connsiteX29" fmla="*/ 656742 w 7857093"/>
                  <a:gd name="connsiteY29" fmla="*/ 308191 h 830674"/>
                  <a:gd name="connsiteX30" fmla="*/ 668934 w 7857093"/>
                  <a:gd name="connsiteY30" fmla="*/ 285338 h 830674"/>
                  <a:gd name="connsiteX31" fmla="*/ 680882 w 7857093"/>
                  <a:gd name="connsiteY31" fmla="*/ 258688 h 830674"/>
                  <a:gd name="connsiteX32" fmla="*/ 690799 w 7857093"/>
                  <a:gd name="connsiteY32" fmla="*/ 233915 h 830674"/>
                  <a:gd name="connsiteX33" fmla="*/ 699374 w 7857093"/>
                  <a:gd name="connsiteY33" fmla="*/ 203925 h 830674"/>
                  <a:gd name="connsiteX34" fmla="*/ 706526 w 7857093"/>
                  <a:gd name="connsiteY34" fmla="*/ 171731 h 830674"/>
                  <a:gd name="connsiteX35" fmla="*/ 712216 w 7857093"/>
                  <a:gd name="connsiteY35" fmla="*/ 141785 h 830674"/>
                  <a:gd name="connsiteX36" fmla="*/ 716889 w 7857093"/>
                  <a:gd name="connsiteY36" fmla="*/ 130959 h 830674"/>
                  <a:gd name="connsiteX37" fmla="*/ 720791 w 7857093"/>
                  <a:gd name="connsiteY37" fmla="*/ 114175 h 830674"/>
                  <a:gd name="connsiteX38" fmla="*/ 729610 w 7857093"/>
                  <a:gd name="connsiteY38" fmla="*/ 82941 h 830674"/>
                  <a:gd name="connsiteX39" fmla="*/ 736153 w 7857093"/>
                  <a:gd name="connsiteY39" fmla="*/ 61682 h 830674"/>
                  <a:gd name="connsiteX40" fmla="*/ 745175 w 7857093"/>
                  <a:gd name="connsiteY40" fmla="*/ 40466 h 830674"/>
                  <a:gd name="connsiteX41" fmla="*/ 756717 w 7857093"/>
                  <a:gd name="connsiteY41" fmla="*/ 16435 h 830674"/>
                  <a:gd name="connsiteX42" fmla="*/ 769396 w 7857093"/>
                  <a:gd name="connsiteY42" fmla="*/ 3056 h 830674"/>
                  <a:gd name="connsiteX43" fmla="*/ 779516 w 7857093"/>
                  <a:gd name="connsiteY43" fmla="*/ 2837 h 830674"/>
                  <a:gd name="connsiteX44" fmla="*/ 1016528 w 7857093"/>
                  <a:gd name="connsiteY44" fmla="*/ 9495 h 830674"/>
                  <a:gd name="connsiteX45" fmla="*/ 1065581 w 7857093"/>
                  <a:gd name="connsiteY45" fmla="*/ 11415 h 830674"/>
                  <a:gd name="connsiteX46" fmla="*/ 1146129 w 7857093"/>
                  <a:gd name="connsiteY46" fmla="*/ 19317 h 830674"/>
                  <a:gd name="connsiteX47" fmla="*/ 1148568 w 7857093"/>
                  <a:gd name="connsiteY47" fmla="*/ 18793 h 830674"/>
                  <a:gd name="connsiteX48" fmla="*/ 1160719 w 7857093"/>
                  <a:gd name="connsiteY48" fmla="*/ 10433 h 830674"/>
                  <a:gd name="connsiteX49" fmla="*/ 1290808 w 7857093"/>
                  <a:gd name="connsiteY49" fmla="*/ 8469 h 830674"/>
                  <a:gd name="connsiteX50" fmla="*/ 1422644 w 7857093"/>
                  <a:gd name="connsiteY50" fmla="*/ 22918 h 830674"/>
                  <a:gd name="connsiteX51" fmla="*/ 1424838 w 7857093"/>
                  <a:gd name="connsiteY51" fmla="*/ 23136 h 830674"/>
                  <a:gd name="connsiteX52" fmla="*/ 1457757 w 7857093"/>
                  <a:gd name="connsiteY52" fmla="*/ 22329 h 830674"/>
                  <a:gd name="connsiteX53" fmla="*/ 1520505 w 7857093"/>
                  <a:gd name="connsiteY53" fmla="*/ 19404 h 830674"/>
                  <a:gd name="connsiteX54" fmla="*/ 1566144 w 7857093"/>
                  <a:gd name="connsiteY54" fmla="*/ 16850 h 830674"/>
                  <a:gd name="connsiteX55" fmla="*/ 1631533 w 7857093"/>
                  <a:gd name="connsiteY55" fmla="*/ 16959 h 830674"/>
                  <a:gd name="connsiteX56" fmla="*/ 1661607 w 7857093"/>
                  <a:gd name="connsiteY56" fmla="*/ 15475 h 830674"/>
                  <a:gd name="connsiteX57" fmla="*/ 1681642 w 7857093"/>
                  <a:gd name="connsiteY57" fmla="*/ 14100 h 830674"/>
                  <a:gd name="connsiteX58" fmla="*/ 1705214 w 7857093"/>
                  <a:gd name="connsiteY58" fmla="*/ 14624 h 830674"/>
                  <a:gd name="connsiteX59" fmla="*/ 1831035 w 7857093"/>
                  <a:gd name="connsiteY59" fmla="*/ 12179 h 830674"/>
                  <a:gd name="connsiteX60" fmla="*/ 1832864 w 7857093"/>
                  <a:gd name="connsiteY60" fmla="*/ 11699 h 830674"/>
                  <a:gd name="connsiteX61" fmla="*/ 1834652 w 7857093"/>
                  <a:gd name="connsiteY61" fmla="*/ 10586 h 830674"/>
                  <a:gd name="connsiteX62" fmla="*/ 1861637 w 7857093"/>
                  <a:gd name="connsiteY62" fmla="*/ 11110 h 830674"/>
                  <a:gd name="connsiteX63" fmla="*/ 1958563 w 7857093"/>
                  <a:gd name="connsiteY63" fmla="*/ 10259 h 830674"/>
                  <a:gd name="connsiteX64" fmla="*/ 1959661 w 7857093"/>
                  <a:gd name="connsiteY64" fmla="*/ 10084 h 830674"/>
                  <a:gd name="connsiteX65" fmla="*/ 1959945 w 7857093"/>
                  <a:gd name="connsiteY65" fmla="*/ 10040 h 830674"/>
                  <a:gd name="connsiteX66" fmla="*/ 2077395 w 7857093"/>
                  <a:gd name="connsiteY66" fmla="*/ 14842 h 830674"/>
                  <a:gd name="connsiteX67" fmla="*/ 2082272 w 7857093"/>
                  <a:gd name="connsiteY67" fmla="*/ 21717 h 830674"/>
                  <a:gd name="connsiteX68" fmla="*/ 2084466 w 7857093"/>
                  <a:gd name="connsiteY68" fmla="*/ 95207 h 830674"/>
                  <a:gd name="connsiteX69" fmla="*/ 2085157 w 7857093"/>
                  <a:gd name="connsiteY69" fmla="*/ 105226 h 830674"/>
                  <a:gd name="connsiteX70" fmla="*/ 2087433 w 7857093"/>
                  <a:gd name="connsiteY70" fmla="*/ 166973 h 830674"/>
                  <a:gd name="connsiteX71" fmla="*/ 2089912 w 7857093"/>
                  <a:gd name="connsiteY71" fmla="*/ 193623 h 830674"/>
                  <a:gd name="connsiteX72" fmla="*/ 2093163 w 7857093"/>
                  <a:gd name="connsiteY72" fmla="*/ 215319 h 830674"/>
                  <a:gd name="connsiteX73" fmla="*/ 2096739 w 7857093"/>
                  <a:gd name="connsiteY73" fmla="*/ 226603 h 830674"/>
                  <a:gd name="connsiteX74" fmla="*/ 2100803 w 7857093"/>
                  <a:gd name="connsiteY74" fmla="*/ 233151 h 830674"/>
                  <a:gd name="connsiteX75" fmla="*/ 2101494 w 7857093"/>
                  <a:gd name="connsiteY75" fmla="*/ 233697 h 830674"/>
                  <a:gd name="connsiteX76" fmla="*/ 2106168 w 7857093"/>
                  <a:gd name="connsiteY76" fmla="*/ 236294 h 830674"/>
                  <a:gd name="connsiteX77" fmla="*/ 2107956 w 7857093"/>
                  <a:gd name="connsiteY77" fmla="*/ 236665 h 830674"/>
                  <a:gd name="connsiteX78" fmla="*/ 2246254 w 7857093"/>
                  <a:gd name="connsiteY78" fmla="*/ 239808 h 830674"/>
                  <a:gd name="connsiteX79" fmla="*/ 2252309 w 7857093"/>
                  <a:gd name="connsiteY79" fmla="*/ 243650 h 830674"/>
                  <a:gd name="connsiteX80" fmla="*/ 2259259 w 7857093"/>
                  <a:gd name="connsiteY80" fmla="*/ 252075 h 830674"/>
                  <a:gd name="connsiteX81" fmla="*/ 2260031 w 7857093"/>
                  <a:gd name="connsiteY81" fmla="*/ 252664 h 830674"/>
                  <a:gd name="connsiteX82" fmla="*/ 2266574 w 7857093"/>
                  <a:gd name="connsiteY82" fmla="*/ 255392 h 830674"/>
                  <a:gd name="connsiteX83" fmla="*/ 2268159 w 7857093"/>
                  <a:gd name="connsiteY83" fmla="*/ 255654 h 830674"/>
                  <a:gd name="connsiteX84" fmla="*/ 2410521 w 7857093"/>
                  <a:gd name="connsiteY84" fmla="*/ 251769 h 830674"/>
                  <a:gd name="connsiteX85" fmla="*/ 2496027 w 7857093"/>
                  <a:gd name="connsiteY85" fmla="*/ 256353 h 830674"/>
                  <a:gd name="connsiteX86" fmla="*/ 2540772 w 7857093"/>
                  <a:gd name="connsiteY86" fmla="*/ 257728 h 830674"/>
                  <a:gd name="connsiteX87" fmla="*/ 2573121 w 7857093"/>
                  <a:gd name="connsiteY87" fmla="*/ 258099 h 830674"/>
                  <a:gd name="connsiteX88" fmla="*/ 2644160 w 7857093"/>
                  <a:gd name="connsiteY88" fmla="*/ 260762 h 830674"/>
                  <a:gd name="connsiteX89" fmla="*/ 2648631 w 7857093"/>
                  <a:gd name="connsiteY89" fmla="*/ 261089 h 830674"/>
                  <a:gd name="connsiteX90" fmla="*/ 2657653 w 7857093"/>
                  <a:gd name="connsiteY90" fmla="*/ 265891 h 830674"/>
                  <a:gd name="connsiteX91" fmla="*/ 2667975 w 7857093"/>
                  <a:gd name="connsiteY91" fmla="*/ 272024 h 830674"/>
                  <a:gd name="connsiteX92" fmla="*/ 2677973 w 7857093"/>
                  <a:gd name="connsiteY92" fmla="*/ 276826 h 830674"/>
                  <a:gd name="connsiteX93" fmla="*/ 2687279 w 7857093"/>
                  <a:gd name="connsiteY93" fmla="*/ 284443 h 830674"/>
                  <a:gd name="connsiteX94" fmla="*/ 2696220 w 7857093"/>
                  <a:gd name="connsiteY94" fmla="*/ 296273 h 830674"/>
                  <a:gd name="connsiteX95" fmla="*/ 2703657 w 7857093"/>
                  <a:gd name="connsiteY95" fmla="*/ 308365 h 830674"/>
                  <a:gd name="connsiteX96" fmla="*/ 2709713 w 7857093"/>
                  <a:gd name="connsiteY96" fmla="*/ 325259 h 830674"/>
                  <a:gd name="connsiteX97" fmla="*/ 2714467 w 7857093"/>
                  <a:gd name="connsiteY97" fmla="*/ 343855 h 830674"/>
                  <a:gd name="connsiteX98" fmla="*/ 2718125 w 7857093"/>
                  <a:gd name="connsiteY98" fmla="*/ 364918 h 830674"/>
                  <a:gd name="connsiteX99" fmla="*/ 2721214 w 7857093"/>
                  <a:gd name="connsiteY99" fmla="*/ 385959 h 830674"/>
                  <a:gd name="connsiteX100" fmla="*/ 2724384 w 7857093"/>
                  <a:gd name="connsiteY100" fmla="*/ 412391 h 830674"/>
                  <a:gd name="connsiteX101" fmla="*/ 2727838 w 7857093"/>
                  <a:gd name="connsiteY101" fmla="*/ 439717 h 830674"/>
                  <a:gd name="connsiteX102" fmla="*/ 2732105 w 7857093"/>
                  <a:gd name="connsiteY102" fmla="*/ 462002 h 830674"/>
                  <a:gd name="connsiteX103" fmla="*/ 2737266 w 7857093"/>
                  <a:gd name="connsiteY103" fmla="*/ 482563 h 830674"/>
                  <a:gd name="connsiteX104" fmla="*/ 2743322 w 7857093"/>
                  <a:gd name="connsiteY104" fmla="*/ 499129 h 830674"/>
                  <a:gd name="connsiteX105" fmla="*/ 2750068 w 7857093"/>
                  <a:gd name="connsiteY105" fmla="*/ 514844 h 830674"/>
                  <a:gd name="connsiteX106" fmla="*/ 2758115 w 7857093"/>
                  <a:gd name="connsiteY106" fmla="*/ 528115 h 830674"/>
                  <a:gd name="connsiteX107" fmla="*/ 2766527 w 7857093"/>
                  <a:gd name="connsiteY107" fmla="*/ 540796 h 830674"/>
                  <a:gd name="connsiteX108" fmla="*/ 2774858 w 7857093"/>
                  <a:gd name="connsiteY108" fmla="*/ 550334 h 830674"/>
                  <a:gd name="connsiteX109" fmla="*/ 2777053 w 7857093"/>
                  <a:gd name="connsiteY109" fmla="*/ 551142 h 830674"/>
                  <a:gd name="connsiteX110" fmla="*/ 2940060 w 7857093"/>
                  <a:gd name="connsiteY110" fmla="*/ 557865 h 830674"/>
                  <a:gd name="connsiteX111" fmla="*/ 2949570 w 7857093"/>
                  <a:gd name="connsiteY111" fmla="*/ 564893 h 830674"/>
                  <a:gd name="connsiteX112" fmla="*/ 2959974 w 7857093"/>
                  <a:gd name="connsiteY112" fmla="*/ 573252 h 830674"/>
                  <a:gd name="connsiteX113" fmla="*/ 2981879 w 7857093"/>
                  <a:gd name="connsiteY113" fmla="*/ 595952 h 830674"/>
                  <a:gd name="connsiteX114" fmla="*/ 2993217 w 7857093"/>
                  <a:gd name="connsiteY114" fmla="*/ 606232 h 830674"/>
                  <a:gd name="connsiteX115" fmla="*/ 3004718 w 7857093"/>
                  <a:gd name="connsiteY115" fmla="*/ 616032 h 830674"/>
                  <a:gd name="connsiteX116" fmla="*/ 3006791 w 7857093"/>
                  <a:gd name="connsiteY116" fmla="*/ 616731 h 830674"/>
                  <a:gd name="connsiteX117" fmla="*/ 3006872 w 7857093"/>
                  <a:gd name="connsiteY117" fmla="*/ 616731 h 830674"/>
                  <a:gd name="connsiteX118" fmla="*/ 3182193 w 7857093"/>
                  <a:gd name="connsiteY118" fmla="*/ 614221 h 830674"/>
                  <a:gd name="connsiteX119" fmla="*/ 3356336 w 7857093"/>
                  <a:gd name="connsiteY119" fmla="*/ 611558 h 830674"/>
                  <a:gd name="connsiteX120" fmla="*/ 3371129 w 7857093"/>
                  <a:gd name="connsiteY120" fmla="*/ 622427 h 830674"/>
                  <a:gd name="connsiteX121" fmla="*/ 3387303 w 7857093"/>
                  <a:gd name="connsiteY121" fmla="*/ 637357 h 830674"/>
                  <a:gd name="connsiteX122" fmla="*/ 3389457 w 7857093"/>
                  <a:gd name="connsiteY122" fmla="*/ 638055 h 830674"/>
                  <a:gd name="connsiteX123" fmla="*/ 3569045 w 7857093"/>
                  <a:gd name="connsiteY123" fmla="*/ 636768 h 830674"/>
                  <a:gd name="connsiteX124" fmla="*/ 3748755 w 7857093"/>
                  <a:gd name="connsiteY124" fmla="*/ 635109 h 830674"/>
                  <a:gd name="connsiteX125" fmla="*/ 3927043 w 7857093"/>
                  <a:gd name="connsiteY125" fmla="*/ 633886 h 830674"/>
                  <a:gd name="connsiteX126" fmla="*/ 3949151 w 7857093"/>
                  <a:gd name="connsiteY126" fmla="*/ 654294 h 830674"/>
                  <a:gd name="connsiteX127" fmla="*/ 3972682 w 7857093"/>
                  <a:gd name="connsiteY127" fmla="*/ 675117 h 830674"/>
                  <a:gd name="connsiteX128" fmla="*/ 3996497 w 7857093"/>
                  <a:gd name="connsiteY128" fmla="*/ 695590 h 830674"/>
                  <a:gd name="connsiteX129" fmla="*/ 4021084 w 7857093"/>
                  <a:gd name="connsiteY129" fmla="*/ 719097 h 830674"/>
                  <a:gd name="connsiteX130" fmla="*/ 4023157 w 7857093"/>
                  <a:gd name="connsiteY130" fmla="*/ 719796 h 830674"/>
                  <a:gd name="connsiteX131" fmla="*/ 4400702 w 7857093"/>
                  <a:gd name="connsiteY131" fmla="*/ 727304 h 830674"/>
                  <a:gd name="connsiteX132" fmla="*/ 4589719 w 7857093"/>
                  <a:gd name="connsiteY132" fmla="*/ 730862 h 830674"/>
                  <a:gd name="connsiteX133" fmla="*/ 4778817 w 7857093"/>
                  <a:gd name="connsiteY133" fmla="*/ 734223 h 830674"/>
                  <a:gd name="connsiteX134" fmla="*/ 4968037 w 7857093"/>
                  <a:gd name="connsiteY134" fmla="*/ 736362 h 830674"/>
                  <a:gd name="connsiteX135" fmla="*/ 5346842 w 7857093"/>
                  <a:gd name="connsiteY135" fmla="*/ 738654 h 830674"/>
                  <a:gd name="connsiteX136" fmla="*/ 5535250 w 7857093"/>
                  <a:gd name="connsiteY136" fmla="*/ 740356 h 830674"/>
                  <a:gd name="connsiteX137" fmla="*/ 5578409 w 7857093"/>
                  <a:gd name="connsiteY137" fmla="*/ 764977 h 830674"/>
                  <a:gd name="connsiteX138" fmla="*/ 5580198 w 7857093"/>
                  <a:gd name="connsiteY138" fmla="*/ 765391 h 830674"/>
                  <a:gd name="connsiteX139" fmla="*/ 5772181 w 7857093"/>
                  <a:gd name="connsiteY139" fmla="*/ 765828 h 830674"/>
                  <a:gd name="connsiteX140" fmla="*/ 5964367 w 7857093"/>
                  <a:gd name="connsiteY140" fmla="*/ 765981 h 830674"/>
                  <a:gd name="connsiteX141" fmla="*/ 6156553 w 7857093"/>
                  <a:gd name="connsiteY141" fmla="*/ 766504 h 830674"/>
                  <a:gd name="connsiteX142" fmla="*/ 6541739 w 7857093"/>
                  <a:gd name="connsiteY142" fmla="*/ 770935 h 830674"/>
                  <a:gd name="connsiteX143" fmla="*/ 6734413 w 7857093"/>
                  <a:gd name="connsiteY143" fmla="*/ 773533 h 830674"/>
                  <a:gd name="connsiteX144" fmla="*/ 6927414 w 7857093"/>
                  <a:gd name="connsiteY144" fmla="*/ 775453 h 830674"/>
                  <a:gd name="connsiteX145" fmla="*/ 7120413 w 7857093"/>
                  <a:gd name="connsiteY145" fmla="*/ 777221 h 830674"/>
                  <a:gd name="connsiteX146" fmla="*/ 7313574 w 7857093"/>
                  <a:gd name="connsiteY146" fmla="*/ 779469 h 830674"/>
                  <a:gd name="connsiteX147" fmla="*/ 7506858 w 7857093"/>
                  <a:gd name="connsiteY147" fmla="*/ 780648 h 830674"/>
                  <a:gd name="connsiteX148" fmla="*/ 7700224 w 7857093"/>
                  <a:gd name="connsiteY148" fmla="*/ 782307 h 830674"/>
                  <a:gd name="connsiteX149" fmla="*/ 7801539 w 7857093"/>
                  <a:gd name="connsiteY149" fmla="*/ 783573 h 830674"/>
                  <a:gd name="connsiteX150" fmla="*/ 7857093 w 7857093"/>
                  <a:gd name="connsiteY150" fmla="*/ 799724 h 830674"/>
                  <a:gd name="connsiteX151" fmla="*/ 7857093 w 7857093"/>
                  <a:gd name="connsiteY151" fmla="*/ 796516 h 830674"/>
                  <a:gd name="connsiteX152" fmla="*/ 7803408 w 7857093"/>
                  <a:gd name="connsiteY152" fmla="*/ 780954 h 830674"/>
                  <a:gd name="connsiteX153" fmla="*/ 7802229 w 7857093"/>
                  <a:gd name="connsiteY153" fmla="*/ 780801 h 830674"/>
                  <a:gd name="connsiteX154" fmla="*/ 7700305 w 7857093"/>
                  <a:gd name="connsiteY154" fmla="*/ 779513 h 830674"/>
                  <a:gd name="connsiteX155" fmla="*/ 7506939 w 7857093"/>
                  <a:gd name="connsiteY155" fmla="*/ 777811 h 830674"/>
                  <a:gd name="connsiteX156" fmla="*/ 7313655 w 7857093"/>
                  <a:gd name="connsiteY156" fmla="*/ 776697 h 830674"/>
                  <a:gd name="connsiteX157" fmla="*/ 7120493 w 7857093"/>
                  <a:gd name="connsiteY157" fmla="*/ 774406 h 830674"/>
                  <a:gd name="connsiteX158" fmla="*/ 6927494 w 7857093"/>
                  <a:gd name="connsiteY158" fmla="*/ 772703 h 830674"/>
                  <a:gd name="connsiteX159" fmla="*/ 6734617 w 7857093"/>
                  <a:gd name="connsiteY159" fmla="*/ 770739 h 830674"/>
                  <a:gd name="connsiteX160" fmla="*/ 6541821 w 7857093"/>
                  <a:gd name="connsiteY160" fmla="*/ 768185 h 830674"/>
                  <a:gd name="connsiteX161" fmla="*/ 6156675 w 7857093"/>
                  <a:gd name="connsiteY161" fmla="*/ 763776 h 830674"/>
                  <a:gd name="connsiteX162" fmla="*/ 5964367 w 7857093"/>
                  <a:gd name="connsiteY162" fmla="*/ 763187 h 830674"/>
                  <a:gd name="connsiteX163" fmla="*/ 5772181 w 7857093"/>
                  <a:gd name="connsiteY163" fmla="*/ 763034 h 830674"/>
                  <a:gd name="connsiteX164" fmla="*/ 5581294 w 7857093"/>
                  <a:gd name="connsiteY164" fmla="*/ 762619 h 830674"/>
                  <a:gd name="connsiteX165" fmla="*/ 5538216 w 7857093"/>
                  <a:gd name="connsiteY165" fmla="*/ 737999 h 830674"/>
                  <a:gd name="connsiteX166" fmla="*/ 5536428 w 7857093"/>
                  <a:gd name="connsiteY166" fmla="*/ 737584 h 830674"/>
                  <a:gd name="connsiteX167" fmla="*/ 5346842 w 7857093"/>
                  <a:gd name="connsiteY167" fmla="*/ 735882 h 830674"/>
                  <a:gd name="connsiteX168" fmla="*/ 4968118 w 7857093"/>
                  <a:gd name="connsiteY168" fmla="*/ 733590 h 830674"/>
                  <a:gd name="connsiteX169" fmla="*/ 4778898 w 7857093"/>
                  <a:gd name="connsiteY169" fmla="*/ 731451 h 830674"/>
                  <a:gd name="connsiteX170" fmla="*/ 4589800 w 7857093"/>
                  <a:gd name="connsiteY170" fmla="*/ 728090 h 830674"/>
                  <a:gd name="connsiteX171" fmla="*/ 4024741 w 7857093"/>
                  <a:gd name="connsiteY171" fmla="*/ 717002 h 830674"/>
                  <a:gd name="connsiteX172" fmla="*/ 4000805 w 7857093"/>
                  <a:gd name="connsiteY172" fmla="*/ 694193 h 830674"/>
                  <a:gd name="connsiteX173" fmla="*/ 3976908 w 7857093"/>
                  <a:gd name="connsiteY173" fmla="*/ 673676 h 830674"/>
                  <a:gd name="connsiteX174" fmla="*/ 3953500 w 7857093"/>
                  <a:gd name="connsiteY174" fmla="*/ 652832 h 830674"/>
                  <a:gd name="connsiteX175" fmla="*/ 3930701 w 7857093"/>
                  <a:gd name="connsiteY175" fmla="*/ 631769 h 830674"/>
                  <a:gd name="connsiteX176" fmla="*/ 3928506 w 7857093"/>
                  <a:gd name="connsiteY176" fmla="*/ 631071 h 830674"/>
                  <a:gd name="connsiteX177" fmla="*/ 3928384 w 7857093"/>
                  <a:gd name="connsiteY177" fmla="*/ 631071 h 830674"/>
                  <a:gd name="connsiteX178" fmla="*/ 3748593 w 7857093"/>
                  <a:gd name="connsiteY178" fmla="*/ 632293 h 830674"/>
                  <a:gd name="connsiteX179" fmla="*/ 3568883 w 7857093"/>
                  <a:gd name="connsiteY179" fmla="*/ 633952 h 830674"/>
                  <a:gd name="connsiteX180" fmla="*/ 3390798 w 7857093"/>
                  <a:gd name="connsiteY180" fmla="*/ 635174 h 830674"/>
                  <a:gd name="connsiteX181" fmla="*/ 3375233 w 7857093"/>
                  <a:gd name="connsiteY181" fmla="*/ 620834 h 830674"/>
                  <a:gd name="connsiteX182" fmla="*/ 3359546 w 7857093"/>
                  <a:gd name="connsiteY182" fmla="*/ 609266 h 830674"/>
                  <a:gd name="connsiteX183" fmla="*/ 3357352 w 7857093"/>
                  <a:gd name="connsiteY183" fmla="*/ 608742 h 830674"/>
                  <a:gd name="connsiteX184" fmla="*/ 3008091 w 7857093"/>
                  <a:gd name="connsiteY184" fmla="*/ 613850 h 830674"/>
                  <a:gd name="connsiteX185" fmla="*/ 2997362 w 7857093"/>
                  <a:gd name="connsiteY185" fmla="*/ 604748 h 830674"/>
                  <a:gd name="connsiteX186" fmla="*/ 2986146 w 7857093"/>
                  <a:gd name="connsiteY186" fmla="*/ 594577 h 830674"/>
                  <a:gd name="connsiteX187" fmla="*/ 2964241 w 7857093"/>
                  <a:gd name="connsiteY187" fmla="*/ 571768 h 830674"/>
                  <a:gd name="connsiteX188" fmla="*/ 2953634 w 7857093"/>
                  <a:gd name="connsiteY188" fmla="*/ 563299 h 830674"/>
                  <a:gd name="connsiteX189" fmla="*/ 2943311 w 7857093"/>
                  <a:gd name="connsiteY189" fmla="*/ 555682 h 830674"/>
                  <a:gd name="connsiteX190" fmla="*/ 2941523 w 7857093"/>
                  <a:gd name="connsiteY190" fmla="*/ 555093 h 830674"/>
                  <a:gd name="connsiteX191" fmla="*/ 2778719 w 7857093"/>
                  <a:gd name="connsiteY191" fmla="*/ 548370 h 830674"/>
                  <a:gd name="connsiteX192" fmla="*/ 2771079 w 7857093"/>
                  <a:gd name="connsiteY192" fmla="*/ 539683 h 830674"/>
                  <a:gd name="connsiteX193" fmla="*/ 2762870 w 7857093"/>
                  <a:gd name="connsiteY193" fmla="*/ 527155 h 830674"/>
                  <a:gd name="connsiteX194" fmla="*/ 2754823 w 7857093"/>
                  <a:gd name="connsiteY194" fmla="*/ 514037 h 830674"/>
                  <a:gd name="connsiteX195" fmla="*/ 2748158 w 7857093"/>
                  <a:gd name="connsiteY195" fmla="*/ 498540 h 830674"/>
                  <a:gd name="connsiteX196" fmla="*/ 2742225 w 7857093"/>
                  <a:gd name="connsiteY196" fmla="*/ 482083 h 830674"/>
                  <a:gd name="connsiteX197" fmla="*/ 2737063 w 7857093"/>
                  <a:gd name="connsiteY197" fmla="*/ 461609 h 830674"/>
                  <a:gd name="connsiteX198" fmla="*/ 2732796 w 7857093"/>
                  <a:gd name="connsiteY198" fmla="*/ 439434 h 830674"/>
                  <a:gd name="connsiteX199" fmla="*/ 2729342 w 7857093"/>
                  <a:gd name="connsiteY199" fmla="*/ 412194 h 830674"/>
                  <a:gd name="connsiteX200" fmla="*/ 2726172 w 7857093"/>
                  <a:gd name="connsiteY200" fmla="*/ 385719 h 830674"/>
                  <a:gd name="connsiteX201" fmla="*/ 2723083 w 7857093"/>
                  <a:gd name="connsiteY201" fmla="*/ 364612 h 830674"/>
                  <a:gd name="connsiteX202" fmla="*/ 2719304 w 7857093"/>
                  <a:gd name="connsiteY202" fmla="*/ 343506 h 830674"/>
                  <a:gd name="connsiteX203" fmla="*/ 2714630 w 7857093"/>
                  <a:gd name="connsiteY203" fmla="*/ 324801 h 830674"/>
                  <a:gd name="connsiteX204" fmla="*/ 2708371 w 7857093"/>
                  <a:gd name="connsiteY204" fmla="*/ 307645 h 830674"/>
                  <a:gd name="connsiteX205" fmla="*/ 2700853 w 7857093"/>
                  <a:gd name="connsiteY205" fmla="*/ 295269 h 830674"/>
                  <a:gd name="connsiteX206" fmla="*/ 2691628 w 7857093"/>
                  <a:gd name="connsiteY206" fmla="*/ 283068 h 830674"/>
                  <a:gd name="connsiteX207" fmla="*/ 2681793 w 7857093"/>
                  <a:gd name="connsiteY207" fmla="*/ 275014 h 830674"/>
                  <a:gd name="connsiteX208" fmla="*/ 2681386 w 7857093"/>
                  <a:gd name="connsiteY208" fmla="*/ 274752 h 830674"/>
                  <a:gd name="connsiteX209" fmla="*/ 2671267 w 7857093"/>
                  <a:gd name="connsiteY209" fmla="*/ 269951 h 830674"/>
                  <a:gd name="connsiteX210" fmla="*/ 2661026 w 7857093"/>
                  <a:gd name="connsiteY210" fmla="*/ 263883 h 830674"/>
                  <a:gd name="connsiteX211" fmla="*/ 2651394 w 7857093"/>
                  <a:gd name="connsiteY211" fmla="*/ 258710 h 830674"/>
                  <a:gd name="connsiteX212" fmla="*/ 2650012 w 7857093"/>
                  <a:gd name="connsiteY212" fmla="*/ 258295 h 830674"/>
                  <a:gd name="connsiteX213" fmla="*/ 2644445 w 7857093"/>
                  <a:gd name="connsiteY213" fmla="*/ 257924 h 830674"/>
                  <a:gd name="connsiteX214" fmla="*/ 2573203 w 7857093"/>
                  <a:gd name="connsiteY214" fmla="*/ 255261 h 830674"/>
                  <a:gd name="connsiteX215" fmla="*/ 2540772 w 7857093"/>
                  <a:gd name="connsiteY215" fmla="*/ 254890 h 830674"/>
                  <a:gd name="connsiteX216" fmla="*/ 2496231 w 7857093"/>
                  <a:gd name="connsiteY216" fmla="*/ 253559 h 830674"/>
                  <a:gd name="connsiteX217" fmla="*/ 2414097 w 7857093"/>
                  <a:gd name="connsiteY217" fmla="*/ 248975 h 830674"/>
                  <a:gd name="connsiteX218" fmla="*/ 2410318 w 7857093"/>
                  <a:gd name="connsiteY218" fmla="*/ 248910 h 830674"/>
                  <a:gd name="connsiteX219" fmla="*/ 2268647 w 7857093"/>
                  <a:gd name="connsiteY219" fmla="*/ 252795 h 830674"/>
                  <a:gd name="connsiteX220" fmla="*/ 2263404 w 7857093"/>
                  <a:gd name="connsiteY220" fmla="*/ 250612 h 830674"/>
                  <a:gd name="connsiteX221" fmla="*/ 2256577 w 7857093"/>
                  <a:gd name="connsiteY221" fmla="*/ 242253 h 830674"/>
                  <a:gd name="connsiteX222" fmla="*/ 2256170 w 7857093"/>
                  <a:gd name="connsiteY222" fmla="*/ 241925 h 830674"/>
                  <a:gd name="connsiteX223" fmla="*/ 2249221 w 7857093"/>
                  <a:gd name="connsiteY223" fmla="*/ 237495 h 830674"/>
                  <a:gd name="connsiteX224" fmla="*/ 2247433 w 7857093"/>
                  <a:gd name="connsiteY224" fmla="*/ 237014 h 830674"/>
                  <a:gd name="connsiteX225" fmla="*/ 2108850 w 7857093"/>
                  <a:gd name="connsiteY225" fmla="*/ 233871 h 830674"/>
                  <a:gd name="connsiteX226" fmla="*/ 2105274 w 7857093"/>
                  <a:gd name="connsiteY226" fmla="*/ 231842 h 830674"/>
                  <a:gd name="connsiteX227" fmla="*/ 2101413 w 7857093"/>
                  <a:gd name="connsiteY227" fmla="*/ 225861 h 830674"/>
                  <a:gd name="connsiteX228" fmla="*/ 2097959 w 7857093"/>
                  <a:gd name="connsiteY228" fmla="*/ 214882 h 830674"/>
                  <a:gd name="connsiteX229" fmla="*/ 2094789 w 7857093"/>
                  <a:gd name="connsiteY229" fmla="*/ 193361 h 830674"/>
                  <a:gd name="connsiteX230" fmla="*/ 2092391 w 7857093"/>
                  <a:gd name="connsiteY230" fmla="*/ 166886 h 830674"/>
                  <a:gd name="connsiteX231" fmla="*/ 2090034 w 7857093"/>
                  <a:gd name="connsiteY231" fmla="*/ 105117 h 830674"/>
                  <a:gd name="connsiteX232" fmla="*/ 2089343 w 7857093"/>
                  <a:gd name="connsiteY232" fmla="*/ 95098 h 830674"/>
                  <a:gd name="connsiteX233" fmla="*/ 2087148 w 7857093"/>
                  <a:gd name="connsiteY233" fmla="*/ 21346 h 830674"/>
                  <a:gd name="connsiteX234" fmla="*/ 2086945 w 7857093"/>
                  <a:gd name="connsiteY234" fmla="*/ 20866 h 830674"/>
                  <a:gd name="connsiteX235" fmla="*/ 2081377 w 7857093"/>
                  <a:gd name="connsiteY235" fmla="*/ 12921 h 830674"/>
                  <a:gd name="connsiteX236" fmla="*/ 2079224 w 7857093"/>
                  <a:gd name="connsiteY236" fmla="*/ 12005 h 830674"/>
                  <a:gd name="connsiteX237" fmla="*/ 1960961 w 7857093"/>
                  <a:gd name="connsiteY237" fmla="*/ 7203 h 830674"/>
                  <a:gd name="connsiteX238" fmla="*/ 1959457 w 7857093"/>
                  <a:gd name="connsiteY238" fmla="*/ 7137 h 830674"/>
                  <a:gd name="connsiteX239" fmla="*/ 1958198 w 7857093"/>
                  <a:gd name="connsiteY239" fmla="*/ 7246 h 830674"/>
                  <a:gd name="connsiteX240" fmla="*/ 1861515 w 7857093"/>
                  <a:gd name="connsiteY240" fmla="*/ 8207 h 830674"/>
                  <a:gd name="connsiteX241" fmla="*/ 1833433 w 7857093"/>
                  <a:gd name="connsiteY241" fmla="*/ 7683 h 830674"/>
                  <a:gd name="connsiteX242" fmla="*/ 1831441 w 7857093"/>
                  <a:gd name="connsiteY242" fmla="*/ 8163 h 830674"/>
                  <a:gd name="connsiteX243" fmla="*/ 1829572 w 7857093"/>
                  <a:gd name="connsiteY243" fmla="*/ 9320 h 830674"/>
                  <a:gd name="connsiteX244" fmla="*/ 1705092 w 7857093"/>
                  <a:gd name="connsiteY244" fmla="*/ 11764 h 830674"/>
                  <a:gd name="connsiteX245" fmla="*/ 1681236 w 7857093"/>
                  <a:gd name="connsiteY245" fmla="*/ 11175 h 830674"/>
                  <a:gd name="connsiteX246" fmla="*/ 1660916 w 7857093"/>
                  <a:gd name="connsiteY246" fmla="*/ 12616 h 830674"/>
                  <a:gd name="connsiteX247" fmla="*/ 1631208 w 7857093"/>
                  <a:gd name="connsiteY247" fmla="*/ 14056 h 830674"/>
                  <a:gd name="connsiteX248" fmla="*/ 1565778 w 7857093"/>
                  <a:gd name="connsiteY248" fmla="*/ 13947 h 830674"/>
                  <a:gd name="connsiteX249" fmla="*/ 1519895 w 7857093"/>
                  <a:gd name="connsiteY249" fmla="*/ 16566 h 830674"/>
                  <a:gd name="connsiteX250" fmla="*/ 1457269 w 7857093"/>
                  <a:gd name="connsiteY250" fmla="*/ 19447 h 830674"/>
                  <a:gd name="connsiteX251" fmla="*/ 1425082 w 7857093"/>
                  <a:gd name="connsiteY251" fmla="*/ 20299 h 830674"/>
                  <a:gd name="connsiteX252" fmla="*/ 1291051 w 7857093"/>
                  <a:gd name="connsiteY252" fmla="*/ 5588 h 830674"/>
                  <a:gd name="connsiteX253" fmla="*/ 1159297 w 7857093"/>
                  <a:gd name="connsiteY253" fmla="*/ 7617 h 830674"/>
                  <a:gd name="connsiteX254" fmla="*/ 1157346 w 7857093"/>
                  <a:gd name="connsiteY254" fmla="*/ 8141 h 830674"/>
                  <a:gd name="connsiteX255" fmla="*/ 1145398 w 7857093"/>
                  <a:gd name="connsiteY255" fmla="*/ 16348 h 830674"/>
                  <a:gd name="connsiteX256" fmla="*/ 1066068 w 7857093"/>
                  <a:gd name="connsiteY256" fmla="*/ 8622 h 830674"/>
                  <a:gd name="connsiteX257" fmla="*/ 1016731 w 7857093"/>
                  <a:gd name="connsiteY257" fmla="*/ 6657 h 830674"/>
                  <a:gd name="connsiteX258" fmla="*/ 779394 w 7857093"/>
                  <a:gd name="connsiteY258" fmla="*/ 0 h 830674"/>
                  <a:gd name="connsiteX259" fmla="*/ 767608 w 7857093"/>
                  <a:gd name="connsiteY259" fmla="*/ 218 h 830674"/>
                  <a:gd name="connsiteX260" fmla="*/ 765414 w 7857093"/>
                  <a:gd name="connsiteY260" fmla="*/ 1026 h 830674"/>
                  <a:gd name="connsiteX261" fmla="*/ 751840 w 7857093"/>
                  <a:gd name="connsiteY261" fmla="*/ 15410 h 830674"/>
                  <a:gd name="connsiteX262" fmla="*/ 740095 w 7857093"/>
                  <a:gd name="connsiteY262" fmla="*/ 39768 h 830674"/>
                  <a:gd name="connsiteX263" fmla="*/ 731032 w 7857093"/>
                  <a:gd name="connsiteY263" fmla="*/ 61071 h 830674"/>
                  <a:gd name="connsiteX264" fmla="*/ 724449 w 7857093"/>
                  <a:gd name="connsiteY264" fmla="*/ 82439 h 830674"/>
                  <a:gd name="connsiteX265" fmla="*/ 715630 w 7857093"/>
                  <a:gd name="connsiteY265" fmla="*/ 113716 h 830674"/>
                  <a:gd name="connsiteX266" fmla="*/ 711769 w 7857093"/>
                  <a:gd name="connsiteY266" fmla="*/ 130392 h 830674"/>
                  <a:gd name="connsiteX267" fmla="*/ 707055 w 7857093"/>
                  <a:gd name="connsiteY267" fmla="*/ 141261 h 830674"/>
                  <a:gd name="connsiteX268" fmla="*/ 701365 w 7857093"/>
                  <a:gd name="connsiteY268" fmla="*/ 171382 h 830674"/>
                  <a:gd name="connsiteX269" fmla="*/ 694172 w 7857093"/>
                  <a:gd name="connsiteY269" fmla="*/ 203467 h 830674"/>
                  <a:gd name="connsiteX270" fmla="*/ 685637 w 7857093"/>
                  <a:gd name="connsiteY270" fmla="*/ 233348 h 830674"/>
                  <a:gd name="connsiteX271" fmla="*/ 675762 w 7857093"/>
                  <a:gd name="connsiteY271" fmla="*/ 258033 h 830674"/>
                  <a:gd name="connsiteX272" fmla="*/ 663854 w 7857093"/>
                  <a:gd name="connsiteY272" fmla="*/ 284574 h 830674"/>
                  <a:gd name="connsiteX273" fmla="*/ 651703 w 7857093"/>
                  <a:gd name="connsiteY273" fmla="*/ 307383 h 830674"/>
                  <a:gd name="connsiteX274" fmla="*/ 639348 w 7857093"/>
                  <a:gd name="connsiteY274" fmla="*/ 328970 h 830674"/>
                  <a:gd name="connsiteX275" fmla="*/ 626750 w 7857093"/>
                  <a:gd name="connsiteY275" fmla="*/ 354441 h 830674"/>
                  <a:gd name="connsiteX276" fmla="*/ 613989 w 7857093"/>
                  <a:gd name="connsiteY276" fmla="*/ 375373 h 830674"/>
                  <a:gd name="connsiteX277" fmla="*/ 601065 w 7857093"/>
                  <a:gd name="connsiteY277" fmla="*/ 391568 h 830674"/>
                  <a:gd name="connsiteX278" fmla="*/ 574446 w 7857093"/>
                  <a:gd name="connsiteY278" fmla="*/ 417454 h 830674"/>
                  <a:gd name="connsiteX279" fmla="*/ 560507 w 7857093"/>
                  <a:gd name="connsiteY279" fmla="*/ 428018 h 830674"/>
                  <a:gd name="connsiteX280" fmla="*/ 546527 w 7857093"/>
                  <a:gd name="connsiteY280" fmla="*/ 440809 h 830674"/>
                  <a:gd name="connsiteX281" fmla="*/ 532018 w 7857093"/>
                  <a:gd name="connsiteY281" fmla="*/ 451897 h 830674"/>
                  <a:gd name="connsiteX282" fmla="*/ 517306 w 7857093"/>
                  <a:gd name="connsiteY282" fmla="*/ 465866 h 830674"/>
                  <a:gd name="connsiteX283" fmla="*/ 502270 w 7857093"/>
                  <a:gd name="connsiteY283" fmla="*/ 481952 h 830674"/>
                  <a:gd name="connsiteX284" fmla="*/ 486989 w 7857093"/>
                  <a:gd name="connsiteY284" fmla="*/ 499217 h 830674"/>
                  <a:gd name="connsiteX285" fmla="*/ 471424 w 7857093"/>
                  <a:gd name="connsiteY285" fmla="*/ 516372 h 830674"/>
                  <a:gd name="connsiteX286" fmla="*/ 455493 w 7857093"/>
                  <a:gd name="connsiteY286" fmla="*/ 531782 h 830674"/>
                  <a:gd name="connsiteX287" fmla="*/ 439196 w 7857093"/>
                  <a:gd name="connsiteY287" fmla="*/ 547017 h 830674"/>
                  <a:gd name="connsiteX288" fmla="*/ 422575 w 7857093"/>
                  <a:gd name="connsiteY288" fmla="*/ 562099 h 830674"/>
                  <a:gd name="connsiteX289" fmla="*/ 406400 w 7857093"/>
                  <a:gd name="connsiteY289" fmla="*/ 575740 h 830674"/>
                  <a:gd name="connsiteX290" fmla="*/ 236200 w 7857093"/>
                  <a:gd name="connsiteY290" fmla="*/ 572597 h 830674"/>
                  <a:gd name="connsiteX291" fmla="*/ 234005 w 7857093"/>
                  <a:gd name="connsiteY291" fmla="*/ 573187 h 830674"/>
                  <a:gd name="connsiteX292" fmla="*/ 214417 w 7857093"/>
                  <a:gd name="connsiteY292" fmla="*/ 588902 h 830674"/>
                  <a:gd name="connsiteX293" fmla="*/ 194625 w 7857093"/>
                  <a:gd name="connsiteY293" fmla="*/ 615268 h 830674"/>
                  <a:gd name="connsiteX294" fmla="*/ 174386 w 7857093"/>
                  <a:gd name="connsiteY294" fmla="*/ 641286 h 830674"/>
                  <a:gd name="connsiteX295" fmla="*/ 153700 w 7857093"/>
                  <a:gd name="connsiteY295" fmla="*/ 667019 h 830674"/>
                  <a:gd name="connsiteX296" fmla="*/ 132527 w 7857093"/>
                  <a:gd name="connsiteY296" fmla="*/ 691901 h 830674"/>
                  <a:gd name="connsiteX297" fmla="*/ 110785 w 7857093"/>
                  <a:gd name="connsiteY297" fmla="*/ 716784 h 830674"/>
                  <a:gd name="connsiteX298" fmla="*/ 88595 w 7857093"/>
                  <a:gd name="connsiteY298" fmla="*/ 741404 h 830674"/>
                  <a:gd name="connsiteX299" fmla="*/ 65877 w 7857093"/>
                  <a:gd name="connsiteY299" fmla="*/ 765762 h 830674"/>
                  <a:gd name="connsiteX300" fmla="*/ 42631 w 7857093"/>
                  <a:gd name="connsiteY300" fmla="*/ 789422 h 830674"/>
                  <a:gd name="connsiteX301" fmla="*/ 18776 w 7857093"/>
                  <a:gd name="connsiteY301" fmla="*/ 812864 h 830674"/>
                  <a:gd name="connsiteX302" fmla="*/ 0 w 7857093"/>
                  <a:gd name="connsiteY302" fmla="*/ 830674 h 830674"/>
                  <a:gd name="connsiteX303" fmla="*/ 5852 w 7857093"/>
                  <a:gd name="connsiteY303" fmla="*/ 830674 h 830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Lst>
                <a:rect l="l" t="t" r="r" b="b"/>
                <a:pathLst>
                  <a:path w="7857093" h="830674">
                    <a:moveTo>
                      <a:pt x="6055" y="830631"/>
                    </a:moveTo>
                    <a:lnTo>
                      <a:pt x="23409" y="814217"/>
                    </a:lnTo>
                    <a:lnTo>
                      <a:pt x="47305" y="790776"/>
                    </a:lnTo>
                    <a:lnTo>
                      <a:pt x="70632" y="767006"/>
                    </a:lnTo>
                    <a:lnTo>
                      <a:pt x="93350" y="742648"/>
                    </a:lnTo>
                    <a:lnTo>
                      <a:pt x="115580" y="717984"/>
                    </a:lnTo>
                    <a:lnTo>
                      <a:pt x="137322" y="693036"/>
                    </a:lnTo>
                    <a:lnTo>
                      <a:pt x="158537" y="668154"/>
                    </a:lnTo>
                    <a:lnTo>
                      <a:pt x="179263" y="642421"/>
                    </a:lnTo>
                    <a:lnTo>
                      <a:pt x="199542" y="616360"/>
                    </a:lnTo>
                    <a:lnTo>
                      <a:pt x="219090" y="590190"/>
                    </a:lnTo>
                    <a:lnTo>
                      <a:pt x="237581" y="575369"/>
                    </a:lnTo>
                    <a:lnTo>
                      <a:pt x="407822" y="578512"/>
                    </a:lnTo>
                    <a:cubicBezTo>
                      <a:pt x="408594" y="578469"/>
                      <a:pt x="409489" y="578294"/>
                      <a:pt x="410017" y="577879"/>
                    </a:cubicBezTo>
                    <a:lnTo>
                      <a:pt x="427086" y="563605"/>
                    </a:lnTo>
                    <a:lnTo>
                      <a:pt x="443748" y="548414"/>
                    </a:lnTo>
                    <a:lnTo>
                      <a:pt x="460045" y="533179"/>
                    </a:lnTo>
                    <a:lnTo>
                      <a:pt x="476057" y="517682"/>
                    </a:lnTo>
                    <a:lnTo>
                      <a:pt x="491703" y="500483"/>
                    </a:lnTo>
                    <a:lnTo>
                      <a:pt x="506984" y="483218"/>
                    </a:lnTo>
                    <a:lnTo>
                      <a:pt x="521899" y="467219"/>
                    </a:lnTo>
                    <a:lnTo>
                      <a:pt x="536448" y="453425"/>
                    </a:lnTo>
                    <a:lnTo>
                      <a:pt x="550956" y="442337"/>
                    </a:lnTo>
                    <a:lnTo>
                      <a:pt x="564896" y="429612"/>
                    </a:lnTo>
                    <a:lnTo>
                      <a:pt x="578876" y="419004"/>
                    </a:lnTo>
                    <a:lnTo>
                      <a:pt x="605820" y="392790"/>
                    </a:lnTo>
                    <a:lnTo>
                      <a:pt x="618947" y="376442"/>
                    </a:lnTo>
                    <a:lnTo>
                      <a:pt x="631789" y="355292"/>
                    </a:lnTo>
                    <a:lnTo>
                      <a:pt x="644388" y="329777"/>
                    </a:lnTo>
                    <a:lnTo>
                      <a:pt x="656742" y="308191"/>
                    </a:lnTo>
                    <a:lnTo>
                      <a:pt x="668934" y="285338"/>
                    </a:lnTo>
                    <a:lnTo>
                      <a:pt x="680882" y="258688"/>
                    </a:lnTo>
                    <a:lnTo>
                      <a:pt x="690799" y="233915"/>
                    </a:lnTo>
                    <a:lnTo>
                      <a:pt x="699374" y="203925"/>
                    </a:lnTo>
                    <a:lnTo>
                      <a:pt x="706526" y="171731"/>
                    </a:lnTo>
                    <a:lnTo>
                      <a:pt x="712216" y="141785"/>
                    </a:lnTo>
                    <a:lnTo>
                      <a:pt x="716889" y="130959"/>
                    </a:lnTo>
                    <a:lnTo>
                      <a:pt x="720791" y="114175"/>
                    </a:lnTo>
                    <a:lnTo>
                      <a:pt x="729610" y="82941"/>
                    </a:lnTo>
                    <a:lnTo>
                      <a:pt x="736153" y="61682"/>
                    </a:lnTo>
                    <a:lnTo>
                      <a:pt x="745175" y="40466"/>
                    </a:lnTo>
                    <a:lnTo>
                      <a:pt x="756717" y="16435"/>
                    </a:lnTo>
                    <a:lnTo>
                      <a:pt x="769396" y="3056"/>
                    </a:lnTo>
                    <a:lnTo>
                      <a:pt x="779516" y="2837"/>
                    </a:lnTo>
                    <a:lnTo>
                      <a:pt x="1016528" y="9495"/>
                    </a:lnTo>
                    <a:lnTo>
                      <a:pt x="1065581" y="11415"/>
                    </a:lnTo>
                    <a:lnTo>
                      <a:pt x="1146129" y="19317"/>
                    </a:lnTo>
                    <a:cubicBezTo>
                      <a:pt x="1147023" y="19360"/>
                      <a:pt x="1147958" y="19207"/>
                      <a:pt x="1148568" y="18793"/>
                    </a:cubicBezTo>
                    <a:lnTo>
                      <a:pt x="1160719" y="10433"/>
                    </a:lnTo>
                    <a:lnTo>
                      <a:pt x="1290808" y="8469"/>
                    </a:lnTo>
                    <a:lnTo>
                      <a:pt x="1422644" y="22918"/>
                    </a:lnTo>
                    <a:lnTo>
                      <a:pt x="1424838" y="23136"/>
                    </a:lnTo>
                    <a:lnTo>
                      <a:pt x="1457757" y="22329"/>
                    </a:lnTo>
                    <a:lnTo>
                      <a:pt x="1520505" y="19404"/>
                    </a:lnTo>
                    <a:lnTo>
                      <a:pt x="1566144" y="16850"/>
                    </a:lnTo>
                    <a:lnTo>
                      <a:pt x="1631533" y="16959"/>
                    </a:lnTo>
                    <a:lnTo>
                      <a:pt x="1661607" y="15475"/>
                    </a:lnTo>
                    <a:lnTo>
                      <a:pt x="1681642" y="14100"/>
                    </a:lnTo>
                    <a:lnTo>
                      <a:pt x="1705214" y="14624"/>
                    </a:lnTo>
                    <a:lnTo>
                      <a:pt x="1831035" y="12179"/>
                    </a:lnTo>
                    <a:cubicBezTo>
                      <a:pt x="1831726" y="12179"/>
                      <a:pt x="1832376" y="12026"/>
                      <a:pt x="1832864" y="11699"/>
                    </a:cubicBezTo>
                    <a:lnTo>
                      <a:pt x="1834652" y="10586"/>
                    </a:lnTo>
                    <a:lnTo>
                      <a:pt x="1861637" y="11110"/>
                    </a:lnTo>
                    <a:lnTo>
                      <a:pt x="1958563" y="10259"/>
                    </a:lnTo>
                    <a:cubicBezTo>
                      <a:pt x="1958970" y="10259"/>
                      <a:pt x="1959336" y="10193"/>
                      <a:pt x="1959661" y="10084"/>
                    </a:cubicBezTo>
                    <a:lnTo>
                      <a:pt x="1959945" y="10040"/>
                    </a:lnTo>
                    <a:lnTo>
                      <a:pt x="2077395" y="14842"/>
                    </a:lnTo>
                    <a:lnTo>
                      <a:pt x="2082272" y="21717"/>
                    </a:lnTo>
                    <a:lnTo>
                      <a:pt x="2084466" y="95207"/>
                    </a:lnTo>
                    <a:lnTo>
                      <a:pt x="2085157" y="105226"/>
                    </a:lnTo>
                    <a:lnTo>
                      <a:pt x="2087433" y="166973"/>
                    </a:lnTo>
                    <a:lnTo>
                      <a:pt x="2089912" y="193623"/>
                    </a:lnTo>
                    <a:lnTo>
                      <a:pt x="2093163" y="215319"/>
                    </a:lnTo>
                    <a:lnTo>
                      <a:pt x="2096739" y="226603"/>
                    </a:lnTo>
                    <a:lnTo>
                      <a:pt x="2100803" y="233151"/>
                    </a:lnTo>
                    <a:cubicBezTo>
                      <a:pt x="2101007" y="233326"/>
                      <a:pt x="2101210" y="233522"/>
                      <a:pt x="2101494" y="233697"/>
                    </a:cubicBezTo>
                    <a:lnTo>
                      <a:pt x="2106168" y="236294"/>
                    </a:lnTo>
                    <a:cubicBezTo>
                      <a:pt x="2106656" y="236512"/>
                      <a:pt x="2107265" y="236665"/>
                      <a:pt x="2107956" y="236665"/>
                    </a:cubicBezTo>
                    <a:lnTo>
                      <a:pt x="2246254" y="239808"/>
                    </a:lnTo>
                    <a:lnTo>
                      <a:pt x="2252309" y="243650"/>
                    </a:lnTo>
                    <a:lnTo>
                      <a:pt x="2259259" y="252075"/>
                    </a:lnTo>
                    <a:cubicBezTo>
                      <a:pt x="2259462" y="252337"/>
                      <a:pt x="2259746" y="252489"/>
                      <a:pt x="2260031" y="252664"/>
                    </a:cubicBezTo>
                    <a:lnTo>
                      <a:pt x="2266574" y="255392"/>
                    </a:lnTo>
                    <a:cubicBezTo>
                      <a:pt x="2266980" y="255545"/>
                      <a:pt x="2267468" y="255611"/>
                      <a:pt x="2268159" y="255654"/>
                    </a:cubicBezTo>
                    <a:lnTo>
                      <a:pt x="2410521" y="251769"/>
                    </a:lnTo>
                    <a:lnTo>
                      <a:pt x="2496027" y="256353"/>
                    </a:lnTo>
                    <a:lnTo>
                      <a:pt x="2540772" y="257728"/>
                    </a:lnTo>
                    <a:lnTo>
                      <a:pt x="2573121" y="258099"/>
                    </a:lnTo>
                    <a:lnTo>
                      <a:pt x="2644160" y="260762"/>
                    </a:lnTo>
                    <a:lnTo>
                      <a:pt x="2648631" y="261089"/>
                    </a:lnTo>
                    <a:lnTo>
                      <a:pt x="2657653" y="265891"/>
                    </a:lnTo>
                    <a:lnTo>
                      <a:pt x="2667975" y="272024"/>
                    </a:lnTo>
                    <a:lnTo>
                      <a:pt x="2677973" y="276826"/>
                    </a:lnTo>
                    <a:lnTo>
                      <a:pt x="2687279" y="284443"/>
                    </a:lnTo>
                    <a:lnTo>
                      <a:pt x="2696220" y="296273"/>
                    </a:lnTo>
                    <a:lnTo>
                      <a:pt x="2703657" y="308365"/>
                    </a:lnTo>
                    <a:lnTo>
                      <a:pt x="2709713" y="325259"/>
                    </a:lnTo>
                    <a:lnTo>
                      <a:pt x="2714467" y="343855"/>
                    </a:lnTo>
                    <a:lnTo>
                      <a:pt x="2718125" y="364918"/>
                    </a:lnTo>
                    <a:lnTo>
                      <a:pt x="2721214" y="385959"/>
                    </a:lnTo>
                    <a:lnTo>
                      <a:pt x="2724384" y="412391"/>
                    </a:lnTo>
                    <a:lnTo>
                      <a:pt x="2727838" y="439717"/>
                    </a:lnTo>
                    <a:lnTo>
                      <a:pt x="2732105" y="462002"/>
                    </a:lnTo>
                    <a:lnTo>
                      <a:pt x="2737266" y="482563"/>
                    </a:lnTo>
                    <a:lnTo>
                      <a:pt x="2743322" y="499129"/>
                    </a:lnTo>
                    <a:lnTo>
                      <a:pt x="2750068" y="514844"/>
                    </a:lnTo>
                    <a:lnTo>
                      <a:pt x="2758115" y="528115"/>
                    </a:lnTo>
                    <a:lnTo>
                      <a:pt x="2766527" y="540796"/>
                    </a:lnTo>
                    <a:lnTo>
                      <a:pt x="2774858" y="550334"/>
                    </a:lnTo>
                    <a:cubicBezTo>
                      <a:pt x="2775265" y="550815"/>
                      <a:pt x="2776037" y="551076"/>
                      <a:pt x="2777053" y="551142"/>
                    </a:cubicBezTo>
                    <a:lnTo>
                      <a:pt x="2940060" y="557865"/>
                    </a:lnTo>
                    <a:lnTo>
                      <a:pt x="2949570" y="564893"/>
                    </a:lnTo>
                    <a:lnTo>
                      <a:pt x="2959974" y="573252"/>
                    </a:lnTo>
                    <a:lnTo>
                      <a:pt x="2981879" y="595952"/>
                    </a:lnTo>
                    <a:lnTo>
                      <a:pt x="2993217" y="606232"/>
                    </a:lnTo>
                    <a:lnTo>
                      <a:pt x="3004718" y="616032"/>
                    </a:lnTo>
                    <a:cubicBezTo>
                      <a:pt x="3005125" y="616447"/>
                      <a:pt x="3006019" y="616731"/>
                      <a:pt x="3006791" y="616731"/>
                    </a:cubicBezTo>
                    <a:lnTo>
                      <a:pt x="3006872" y="616731"/>
                    </a:lnTo>
                    <a:lnTo>
                      <a:pt x="3182193" y="614221"/>
                    </a:lnTo>
                    <a:lnTo>
                      <a:pt x="3356336" y="611558"/>
                    </a:lnTo>
                    <a:lnTo>
                      <a:pt x="3371129" y="622427"/>
                    </a:lnTo>
                    <a:lnTo>
                      <a:pt x="3387303" y="637357"/>
                    </a:lnTo>
                    <a:cubicBezTo>
                      <a:pt x="3387710" y="637771"/>
                      <a:pt x="3388604" y="638055"/>
                      <a:pt x="3389457" y="638055"/>
                    </a:cubicBezTo>
                    <a:lnTo>
                      <a:pt x="3569045" y="636768"/>
                    </a:lnTo>
                    <a:lnTo>
                      <a:pt x="3748755" y="635109"/>
                    </a:lnTo>
                    <a:lnTo>
                      <a:pt x="3927043" y="633886"/>
                    </a:lnTo>
                    <a:lnTo>
                      <a:pt x="3949151" y="654294"/>
                    </a:lnTo>
                    <a:lnTo>
                      <a:pt x="3972682" y="675117"/>
                    </a:lnTo>
                    <a:lnTo>
                      <a:pt x="3996497" y="695590"/>
                    </a:lnTo>
                    <a:lnTo>
                      <a:pt x="4021084" y="719097"/>
                    </a:lnTo>
                    <a:cubicBezTo>
                      <a:pt x="4021491" y="719468"/>
                      <a:pt x="4022303" y="719730"/>
                      <a:pt x="4023157" y="719796"/>
                    </a:cubicBezTo>
                    <a:lnTo>
                      <a:pt x="4400702" y="727304"/>
                    </a:lnTo>
                    <a:lnTo>
                      <a:pt x="4589719" y="730862"/>
                    </a:lnTo>
                    <a:lnTo>
                      <a:pt x="4778817" y="734223"/>
                    </a:lnTo>
                    <a:lnTo>
                      <a:pt x="4968037" y="736362"/>
                    </a:lnTo>
                    <a:lnTo>
                      <a:pt x="5346842" y="738654"/>
                    </a:lnTo>
                    <a:lnTo>
                      <a:pt x="5535250" y="740356"/>
                    </a:lnTo>
                    <a:lnTo>
                      <a:pt x="5578409" y="764977"/>
                    </a:lnTo>
                    <a:cubicBezTo>
                      <a:pt x="5578816" y="765238"/>
                      <a:pt x="5579506" y="765391"/>
                      <a:pt x="5580198" y="765391"/>
                    </a:cubicBezTo>
                    <a:lnTo>
                      <a:pt x="5772181" y="765828"/>
                    </a:lnTo>
                    <a:lnTo>
                      <a:pt x="5964367" y="765981"/>
                    </a:lnTo>
                    <a:lnTo>
                      <a:pt x="6156553" y="766504"/>
                    </a:lnTo>
                    <a:lnTo>
                      <a:pt x="6541739" y="770935"/>
                    </a:lnTo>
                    <a:lnTo>
                      <a:pt x="6734413" y="773533"/>
                    </a:lnTo>
                    <a:lnTo>
                      <a:pt x="6927414" y="775453"/>
                    </a:lnTo>
                    <a:lnTo>
                      <a:pt x="7120413" y="777221"/>
                    </a:lnTo>
                    <a:lnTo>
                      <a:pt x="7313574" y="779469"/>
                    </a:lnTo>
                    <a:lnTo>
                      <a:pt x="7506858" y="780648"/>
                    </a:lnTo>
                    <a:lnTo>
                      <a:pt x="7700224" y="782307"/>
                    </a:lnTo>
                    <a:lnTo>
                      <a:pt x="7801539" y="783573"/>
                    </a:lnTo>
                    <a:lnTo>
                      <a:pt x="7857093" y="799724"/>
                    </a:lnTo>
                    <a:lnTo>
                      <a:pt x="7857093" y="796516"/>
                    </a:lnTo>
                    <a:lnTo>
                      <a:pt x="7803408" y="780954"/>
                    </a:lnTo>
                    <a:cubicBezTo>
                      <a:pt x="7803124" y="780844"/>
                      <a:pt x="7802718" y="780801"/>
                      <a:pt x="7802229" y="780801"/>
                    </a:cubicBezTo>
                    <a:lnTo>
                      <a:pt x="7700305" y="779513"/>
                    </a:lnTo>
                    <a:lnTo>
                      <a:pt x="7506939" y="777811"/>
                    </a:lnTo>
                    <a:lnTo>
                      <a:pt x="7313655" y="776697"/>
                    </a:lnTo>
                    <a:lnTo>
                      <a:pt x="7120493" y="774406"/>
                    </a:lnTo>
                    <a:lnTo>
                      <a:pt x="6927494" y="772703"/>
                    </a:lnTo>
                    <a:lnTo>
                      <a:pt x="6734617" y="770739"/>
                    </a:lnTo>
                    <a:lnTo>
                      <a:pt x="6541821" y="768185"/>
                    </a:lnTo>
                    <a:lnTo>
                      <a:pt x="6156675" y="763776"/>
                    </a:lnTo>
                    <a:lnTo>
                      <a:pt x="5964367" y="763187"/>
                    </a:lnTo>
                    <a:lnTo>
                      <a:pt x="5772181" y="763034"/>
                    </a:lnTo>
                    <a:lnTo>
                      <a:pt x="5581294" y="762619"/>
                    </a:lnTo>
                    <a:lnTo>
                      <a:pt x="5538216" y="737999"/>
                    </a:lnTo>
                    <a:cubicBezTo>
                      <a:pt x="5537728" y="737737"/>
                      <a:pt x="5537038" y="737584"/>
                      <a:pt x="5536428" y="737584"/>
                    </a:cubicBezTo>
                    <a:lnTo>
                      <a:pt x="5346842" y="735882"/>
                    </a:lnTo>
                    <a:lnTo>
                      <a:pt x="4968118" y="733590"/>
                    </a:lnTo>
                    <a:lnTo>
                      <a:pt x="4778898" y="731451"/>
                    </a:lnTo>
                    <a:lnTo>
                      <a:pt x="4589800" y="728090"/>
                    </a:lnTo>
                    <a:lnTo>
                      <a:pt x="4024741" y="717002"/>
                    </a:lnTo>
                    <a:lnTo>
                      <a:pt x="4000805" y="694193"/>
                    </a:lnTo>
                    <a:lnTo>
                      <a:pt x="3976908" y="673676"/>
                    </a:lnTo>
                    <a:lnTo>
                      <a:pt x="3953500" y="652832"/>
                    </a:lnTo>
                    <a:lnTo>
                      <a:pt x="3930701" y="631769"/>
                    </a:lnTo>
                    <a:cubicBezTo>
                      <a:pt x="3930213" y="631354"/>
                      <a:pt x="3929400" y="631071"/>
                      <a:pt x="3928506" y="631071"/>
                    </a:cubicBezTo>
                    <a:lnTo>
                      <a:pt x="3928384" y="631071"/>
                    </a:lnTo>
                    <a:lnTo>
                      <a:pt x="3748593" y="632293"/>
                    </a:lnTo>
                    <a:lnTo>
                      <a:pt x="3568883" y="633952"/>
                    </a:lnTo>
                    <a:lnTo>
                      <a:pt x="3390798" y="635174"/>
                    </a:lnTo>
                    <a:lnTo>
                      <a:pt x="3375233" y="620834"/>
                    </a:lnTo>
                    <a:lnTo>
                      <a:pt x="3359546" y="609266"/>
                    </a:lnTo>
                    <a:cubicBezTo>
                      <a:pt x="3359058" y="608895"/>
                      <a:pt x="3358246" y="608677"/>
                      <a:pt x="3357352" y="608742"/>
                    </a:cubicBezTo>
                    <a:lnTo>
                      <a:pt x="3008091" y="613850"/>
                    </a:lnTo>
                    <a:lnTo>
                      <a:pt x="2997362" y="604748"/>
                    </a:lnTo>
                    <a:lnTo>
                      <a:pt x="2986146" y="594577"/>
                    </a:lnTo>
                    <a:lnTo>
                      <a:pt x="2964241" y="571768"/>
                    </a:lnTo>
                    <a:lnTo>
                      <a:pt x="2953634" y="563299"/>
                    </a:lnTo>
                    <a:lnTo>
                      <a:pt x="2943311" y="555682"/>
                    </a:lnTo>
                    <a:cubicBezTo>
                      <a:pt x="2942905" y="555311"/>
                      <a:pt x="2942214" y="555158"/>
                      <a:pt x="2941523" y="555093"/>
                    </a:cubicBezTo>
                    <a:lnTo>
                      <a:pt x="2778719" y="548370"/>
                    </a:lnTo>
                    <a:lnTo>
                      <a:pt x="2771079" y="539683"/>
                    </a:lnTo>
                    <a:lnTo>
                      <a:pt x="2762870" y="527155"/>
                    </a:lnTo>
                    <a:lnTo>
                      <a:pt x="2754823" y="514037"/>
                    </a:lnTo>
                    <a:lnTo>
                      <a:pt x="2748158" y="498540"/>
                    </a:lnTo>
                    <a:lnTo>
                      <a:pt x="2742225" y="482083"/>
                    </a:lnTo>
                    <a:lnTo>
                      <a:pt x="2737063" y="461609"/>
                    </a:lnTo>
                    <a:lnTo>
                      <a:pt x="2732796" y="439434"/>
                    </a:lnTo>
                    <a:lnTo>
                      <a:pt x="2729342" y="412194"/>
                    </a:lnTo>
                    <a:lnTo>
                      <a:pt x="2726172" y="385719"/>
                    </a:lnTo>
                    <a:lnTo>
                      <a:pt x="2723083" y="364612"/>
                    </a:lnTo>
                    <a:lnTo>
                      <a:pt x="2719304" y="343506"/>
                    </a:lnTo>
                    <a:lnTo>
                      <a:pt x="2714630" y="324801"/>
                    </a:lnTo>
                    <a:lnTo>
                      <a:pt x="2708371" y="307645"/>
                    </a:lnTo>
                    <a:lnTo>
                      <a:pt x="2700853" y="295269"/>
                    </a:lnTo>
                    <a:lnTo>
                      <a:pt x="2691628" y="283068"/>
                    </a:lnTo>
                    <a:lnTo>
                      <a:pt x="2681793" y="275014"/>
                    </a:lnTo>
                    <a:cubicBezTo>
                      <a:pt x="2681793" y="275014"/>
                      <a:pt x="2681508" y="274862"/>
                      <a:pt x="2681386" y="274752"/>
                    </a:cubicBezTo>
                    <a:lnTo>
                      <a:pt x="2671267" y="269951"/>
                    </a:lnTo>
                    <a:lnTo>
                      <a:pt x="2661026" y="263883"/>
                    </a:lnTo>
                    <a:lnTo>
                      <a:pt x="2651394" y="258710"/>
                    </a:lnTo>
                    <a:cubicBezTo>
                      <a:pt x="2650988" y="258492"/>
                      <a:pt x="2650500" y="258339"/>
                      <a:pt x="2650012" y="258295"/>
                    </a:cubicBezTo>
                    <a:lnTo>
                      <a:pt x="2644445" y="257924"/>
                    </a:lnTo>
                    <a:lnTo>
                      <a:pt x="2573203" y="255261"/>
                    </a:lnTo>
                    <a:lnTo>
                      <a:pt x="2540772" y="254890"/>
                    </a:lnTo>
                    <a:lnTo>
                      <a:pt x="2496231" y="253559"/>
                    </a:lnTo>
                    <a:lnTo>
                      <a:pt x="2414097" y="248975"/>
                    </a:lnTo>
                    <a:lnTo>
                      <a:pt x="2410318" y="248910"/>
                    </a:lnTo>
                    <a:lnTo>
                      <a:pt x="2268647" y="252795"/>
                    </a:lnTo>
                    <a:lnTo>
                      <a:pt x="2263404" y="250612"/>
                    </a:lnTo>
                    <a:lnTo>
                      <a:pt x="2256577" y="242253"/>
                    </a:lnTo>
                    <a:cubicBezTo>
                      <a:pt x="2256577" y="242253"/>
                      <a:pt x="2256373" y="242034"/>
                      <a:pt x="2256170" y="241925"/>
                    </a:cubicBezTo>
                    <a:lnTo>
                      <a:pt x="2249221" y="237495"/>
                    </a:lnTo>
                    <a:cubicBezTo>
                      <a:pt x="2248733" y="237167"/>
                      <a:pt x="2248123" y="237014"/>
                      <a:pt x="2247433" y="237014"/>
                    </a:cubicBezTo>
                    <a:lnTo>
                      <a:pt x="2108850" y="233871"/>
                    </a:lnTo>
                    <a:lnTo>
                      <a:pt x="2105274" y="231842"/>
                    </a:lnTo>
                    <a:lnTo>
                      <a:pt x="2101413" y="225861"/>
                    </a:lnTo>
                    <a:lnTo>
                      <a:pt x="2097959" y="214882"/>
                    </a:lnTo>
                    <a:lnTo>
                      <a:pt x="2094789" y="193361"/>
                    </a:lnTo>
                    <a:lnTo>
                      <a:pt x="2092391" y="166886"/>
                    </a:lnTo>
                    <a:lnTo>
                      <a:pt x="2090034" y="105117"/>
                    </a:lnTo>
                    <a:lnTo>
                      <a:pt x="2089343" y="95098"/>
                    </a:lnTo>
                    <a:lnTo>
                      <a:pt x="2087148" y="21346"/>
                    </a:lnTo>
                    <a:cubicBezTo>
                      <a:pt x="2087148" y="21172"/>
                      <a:pt x="2087026" y="21019"/>
                      <a:pt x="2086945" y="20866"/>
                    </a:cubicBezTo>
                    <a:lnTo>
                      <a:pt x="2081377" y="12921"/>
                    </a:lnTo>
                    <a:cubicBezTo>
                      <a:pt x="2081093" y="12441"/>
                      <a:pt x="2080199" y="12070"/>
                      <a:pt x="2079224" y="12005"/>
                    </a:cubicBezTo>
                    <a:lnTo>
                      <a:pt x="1960961" y="7203"/>
                    </a:lnTo>
                    <a:lnTo>
                      <a:pt x="1959457" y="7137"/>
                    </a:lnTo>
                    <a:cubicBezTo>
                      <a:pt x="1958970" y="7137"/>
                      <a:pt x="1958563" y="7137"/>
                      <a:pt x="1958198" y="7246"/>
                    </a:cubicBezTo>
                    <a:lnTo>
                      <a:pt x="1861515" y="8207"/>
                    </a:lnTo>
                    <a:lnTo>
                      <a:pt x="1833433" y="7683"/>
                    </a:lnTo>
                    <a:cubicBezTo>
                      <a:pt x="1832783" y="7683"/>
                      <a:pt x="1831970" y="7836"/>
                      <a:pt x="1831441" y="8163"/>
                    </a:cubicBezTo>
                    <a:lnTo>
                      <a:pt x="1829572" y="9320"/>
                    </a:lnTo>
                    <a:lnTo>
                      <a:pt x="1705092" y="11764"/>
                    </a:lnTo>
                    <a:lnTo>
                      <a:pt x="1681236" y="11175"/>
                    </a:lnTo>
                    <a:lnTo>
                      <a:pt x="1660916" y="12616"/>
                    </a:lnTo>
                    <a:lnTo>
                      <a:pt x="1631208" y="14056"/>
                    </a:lnTo>
                    <a:lnTo>
                      <a:pt x="1565778" y="13947"/>
                    </a:lnTo>
                    <a:lnTo>
                      <a:pt x="1519895" y="16566"/>
                    </a:lnTo>
                    <a:lnTo>
                      <a:pt x="1457269" y="19447"/>
                    </a:lnTo>
                    <a:lnTo>
                      <a:pt x="1425082" y="20299"/>
                    </a:lnTo>
                    <a:lnTo>
                      <a:pt x="1291051" y="5588"/>
                    </a:lnTo>
                    <a:lnTo>
                      <a:pt x="1159297" y="7617"/>
                    </a:lnTo>
                    <a:cubicBezTo>
                      <a:pt x="1158565" y="7617"/>
                      <a:pt x="1157874" y="7836"/>
                      <a:pt x="1157346" y="8141"/>
                    </a:cubicBezTo>
                    <a:lnTo>
                      <a:pt x="1145398" y="16348"/>
                    </a:lnTo>
                    <a:lnTo>
                      <a:pt x="1066068" y="8622"/>
                    </a:lnTo>
                    <a:lnTo>
                      <a:pt x="1016731" y="6657"/>
                    </a:lnTo>
                    <a:lnTo>
                      <a:pt x="779394" y="0"/>
                    </a:lnTo>
                    <a:lnTo>
                      <a:pt x="767608" y="218"/>
                    </a:lnTo>
                    <a:cubicBezTo>
                      <a:pt x="766673" y="262"/>
                      <a:pt x="765861" y="546"/>
                      <a:pt x="765414" y="1026"/>
                    </a:cubicBezTo>
                    <a:lnTo>
                      <a:pt x="751840" y="15410"/>
                    </a:lnTo>
                    <a:lnTo>
                      <a:pt x="740095" y="39768"/>
                    </a:lnTo>
                    <a:lnTo>
                      <a:pt x="731032" y="61071"/>
                    </a:lnTo>
                    <a:lnTo>
                      <a:pt x="724449" y="82439"/>
                    </a:lnTo>
                    <a:lnTo>
                      <a:pt x="715630" y="113716"/>
                    </a:lnTo>
                    <a:lnTo>
                      <a:pt x="711769" y="130392"/>
                    </a:lnTo>
                    <a:lnTo>
                      <a:pt x="707055" y="141261"/>
                    </a:lnTo>
                    <a:lnTo>
                      <a:pt x="701365" y="171382"/>
                    </a:lnTo>
                    <a:lnTo>
                      <a:pt x="694172" y="203467"/>
                    </a:lnTo>
                    <a:lnTo>
                      <a:pt x="685637" y="233348"/>
                    </a:lnTo>
                    <a:lnTo>
                      <a:pt x="675762" y="258033"/>
                    </a:lnTo>
                    <a:lnTo>
                      <a:pt x="663854" y="284574"/>
                    </a:lnTo>
                    <a:lnTo>
                      <a:pt x="651703" y="307383"/>
                    </a:lnTo>
                    <a:lnTo>
                      <a:pt x="639348" y="328970"/>
                    </a:lnTo>
                    <a:lnTo>
                      <a:pt x="626750" y="354441"/>
                    </a:lnTo>
                    <a:lnTo>
                      <a:pt x="613989" y="375373"/>
                    </a:lnTo>
                    <a:lnTo>
                      <a:pt x="601065" y="391568"/>
                    </a:lnTo>
                    <a:lnTo>
                      <a:pt x="574446" y="417454"/>
                    </a:lnTo>
                    <a:lnTo>
                      <a:pt x="560507" y="428018"/>
                    </a:lnTo>
                    <a:lnTo>
                      <a:pt x="546527" y="440809"/>
                    </a:lnTo>
                    <a:lnTo>
                      <a:pt x="532018" y="451897"/>
                    </a:lnTo>
                    <a:lnTo>
                      <a:pt x="517306" y="465866"/>
                    </a:lnTo>
                    <a:lnTo>
                      <a:pt x="502270" y="481952"/>
                    </a:lnTo>
                    <a:lnTo>
                      <a:pt x="486989" y="499217"/>
                    </a:lnTo>
                    <a:lnTo>
                      <a:pt x="471424" y="516372"/>
                    </a:lnTo>
                    <a:lnTo>
                      <a:pt x="455493" y="531782"/>
                    </a:lnTo>
                    <a:lnTo>
                      <a:pt x="439196" y="547017"/>
                    </a:lnTo>
                    <a:lnTo>
                      <a:pt x="422575" y="562099"/>
                    </a:lnTo>
                    <a:lnTo>
                      <a:pt x="406400" y="575740"/>
                    </a:lnTo>
                    <a:lnTo>
                      <a:pt x="236200" y="572597"/>
                    </a:lnTo>
                    <a:cubicBezTo>
                      <a:pt x="235468" y="572597"/>
                      <a:pt x="234533" y="572816"/>
                      <a:pt x="234005" y="573187"/>
                    </a:cubicBezTo>
                    <a:lnTo>
                      <a:pt x="214417" y="588902"/>
                    </a:lnTo>
                    <a:lnTo>
                      <a:pt x="194625" y="615268"/>
                    </a:lnTo>
                    <a:lnTo>
                      <a:pt x="174386" y="641286"/>
                    </a:lnTo>
                    <a:lnTo>
                      <a:pt x="153700" y="667019"/>
                    </a:lnTo>
                    <a:lnTo>
                      <a:pt x="132527" y="691901"/>
                    </a:lnTo>
                    <a:lnTo>
                      <a:pt x="110785" y="716784"/>
                    </a:lnTo>
                    <a:lnTo>
                      <a:pt x="88595" y="741404"/>
                    </a:lnTo>
                    <a:lnTo>
                      <a:pt x="65877" y="765762"/>
                    </a:lnTo>
                    <a:lnTo>
                      <a:pt x="42631" y="789422"/>
                    </a:lnTo>
                    <a:lnTo>
                      <a:pt x="18776" y="812864"/>
                    </a:lnTo>
                    <a:lnTo>
                      <a:pt x="0" y="830674"/>
                    </a:lnTo>
                    <a:lnTo>
                      <a:pt x="5852" y="83067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1" name="Freeform: Shape 110">
                <a:extLst>
                  <a:ext uri="{FF2B5EF4-FFF2-40B4-BE49-F238E27FC236}">
                    <a16:creationId xmlns:a16="http://schemas.microsoft.com/office/drawing/2014/main" id="{A88B08E1-D5BD-4D61-8E39-4765804305FE}"/>
                  </a:ext>
                </a:extLst>
              </p:cNvPr>
              <p:cNvSpPr/>
              <p:nvPr/>
            </p:nvSpPr>
            <p:spPr>
              <a:xfrm>
                <a:off x="1876466" y="5536025"/>
                <a:ext cx="1322230" cy="426667"/>
              </a:xfrm>
              <a:custGeom>
                <a:avLst/>
                <a:gdLst>
                  <a:gd name="connsiteX0" fmla="*/ 109082 w 1322230"/>
                  <a:gd name="connsiteY0" fmla="*/ 426667 h 426667"/>
                  <a:gd name="connsiteX1" fmla="*/ 108879 w 1322230"/>
                  <a:gd name="connsiteY1" fmla="*/ 426667 h 426667"/>
                  <a:gd name="connsiteX2" fmla="*/ 2402 w 1322230"/>
                  <a:gd name="connsiteY2" fmla="*/ 422673 h 426667"/>
                  <a:gd name="connsiteX3" fmla="*/ 4 w 1322230"/>
                  <a:gd name="connsiteY3" fmla="*/ 421189 h 426667"/>
                  <a:gd name="connsiteX4" fmla="*/ 2727 w 1322230"/>
                  <a:gd name="connsiteY4" fmla="*/ 419857 h 426667"/>
                  <a:gd name="connsiteX5" fmla="*/ 108594 w 1322230"/>
                  <a:gd name="connsiteY5" fmla="*/ 423852 h 426667"/>
                  <a:gd name="connsiteX6" fmla="*/ 139237 w 1322230"/>
                  <a:gd name="connsiteY6" fmla="*/ 417042 h 426667"/>
                  <a:gd name="connsiteX7" fmla="*/ 169636 w 1322230"/>
                  <a:gd name="connsiteY7" fmla="*/ 406172 h 426667"/>
                  <a:gd name="connsiteX8" fmla="*/ 199872 w 1322230"/>
                  <a:gd name="connsiteY8" fmla="*/ 392792 h 426667"/>
                  <a:gd name="connsiteX9" fmla="*/ 229824 w 1322230"/>
                  <a:gd name="connsiteY9" fmla="*/ 378998 h 426667"/>
                  <a:gd name="connsiteX10" fmla="*/ 259247 w 1322230"/>
                  <a:gd name="connsiteY10" fmla="*/ 360926 h 426667"/>
                  <a:gd name="connsiteX11" fmla="*/ 288711 w 1322230"/>
                  <a:gd name="connsiteY11" fmla="*/ 348441 h 426667"/>
                  <a:gd name="connsiteX12" fmla="*/ 290621 w 1322230"/>
                  <a:gd name="connsiteY12" fmla="*/ 348179 h 426667"/>
                  <a:gd name="connsiteX13" fmla="*/ 398317 w 1322230"/>
                  <a:gd name="connsiteY13" fmla="*/ 355840 h 426667"/>
                  <a:gd name="connsiteX14" fmla="*/ 504631 w 1322230"/>
                  <a:gd name="connsiteY14" fmla="*/ 358394 h 426667"/>
                  <a:gd name="connsiteX15" fmla="*/ 532266 w 1322230"/>
                  <a:gd name="connsiteY15" fmla="*/ 338575 h 426667"/>
                  <a:gd name="connsiteX16" fmla="*/ 532713 w 1322230"/>
                  <a:gd name="connsiteY16" fmla="*/ 338313 h 426667"/>
                  <a:gd name="connsiteX17" fmla="*/ 591357 w 1322230"/>
                  <a:gd name="connsiteY17" fmla="*/ 313584 h 426667"/>
                  <a:gd name="connsiteX18" fmla="*/ 593470 w 1322230"/>
                  <a:gd name="connsiteY18" fmla="*/ 313366 h 426667"/>
                  <a:gd name="connsiteX19" fmla="*/ 698850 w 1322230"/>
                  <a:gd name="connsiteY19" fmla="*/ 327226 h 426667"/>
                  <a:gd name="connsiteX20" fmla="*/ 803619 w 1322230"/>
                  <a:gd name="connsiteY20" fmla="*/ 341871 h 426667"/>
                  <a:gd name="connsiteX21" fmla="*/ 907943 w 1322230"/>
                  <a:gd name="connsiteY21" fmla="*/ 353003 h 426667"/>
                  <a:gd name="connsiteX22" fmla="*/ 1010965 w 1322230"/>
                  <a:gd name="connsiteY22" fmla="*/ 358328 h 426667"/>
                  <a:gd name="connsiteX23" fmla="*/ 1036040 w 1322230"/>
                  <a:gd name="connsiteY23" fmla="*/ 344359 h 426667"/>
                  <a:gd name="connsiteX24" fmla="*/ 1062334 w 1322230"/>
                  <a:gd name="connsiteY24" fmla="*/ 323733 h 426667"/>
                  <a:gd name="connsiteX25" fmla="*/ 1089319 w 1322230"/>
                  <a:gd name="connsiteY25" fmla="*/ 299331 h 426667"/>
                  <a:gd name="connsiteX26" fmla="*/ 1116751 w 1322230"/>
                  <a:gd name="connsiteY26" fmla="*/ 269538 h 426667"/>
                  <a:gd name="connsiteX27" fmla="*/ 1143248 w 1322230"/>
                  <a:gd name="connsiteY27" fmla="*/ 246096 h 426667"/>
                  <a:gd name="connsiteX28" fmla="*/ 1168648 w 1322230"/>
                  <a:gd name="connsiteY28" fmla="*/ 217373 h 426667"/>
                  <a:gd name="connsiteX29" fmla="*/ 1191854 w 1322230"/>
                  <a:gd name="connsiteY29" fmla="*/ 196485 h 426667"/>
                  <a:gd name="connsiteX30" fmla="*/ 1212905 w 1322230"/>
                  <a:gd name="connsiteY30" fmla="*/ 173196 h 426667"/>
                  <a:gd name="connsiteX31" fmla="*/ 1231803 w 1322230"/>
                  <a:gd name="connsiteY31" fmla="*/ 148313 h 426667"/>
                  <a:gd name="connsiteX32" fmla="*/ 1248912 w 1322230"/>
                  <a:gd name="connsiteY32" fmla="*/ 124239 h 426667"/>
                  <a:gd name="connsiteX33" fmla="*/ 1264843 w 1322230"/>
                  <a:gd name="connsiteY33" fmla="*/ 95297 h 426667"/>
                  <a:gd name="connsiteX34" fmla="*/ 1280368 w 1322230"/>
                  <a:gd name="connsiteY34" fmla="*/ 65765 h 426667"/>
                  <a:gd name="connsiteX35" fmla="*/ 1297396 w 1322230"/>
                  <a:gd name="connsiteY35" fmla="*/ 28507 h 426667"/>
                  <a:gd name="connsiteX36" fmla="*/ 1317309 w 1322230"/>
                  <a:gd name="connsiteY36" fmla="*/ 897 h 426667"/>
                  <a:gd name="connsiteX37" fmla="*/ 1320642 w 1322230"/>
                  <a:gd name="connsiteY37" fmla="*/ 89 h 426667"/>
                  <a:gd name="connsiteX38" fmla="*/ 1322024 w 1322230"/>
                  <a:gd name="connsiteY38" fmla="*/ 1945 h 426667"/>
                  <a:gd name="connsiteX39" fmla="*/ 1302191 w 1322230"/>
                  <a:gd name="connsiteY39" fmla="*/ 29381 h 426667"/>
                  <a:gd name="connsiteX40" fmla="*/ 1285285 w 1322230"/>
                  <a:gd name="connsiteY40" fmla="*/ 66464 h 426667"/>
                  <a:gd name="connsiteX41" fmla="*/ 1269720 w 1322230"/>
                  <a:gd name="connsiteY41" fmla="*/ 96039 h 426667"/>
                  <a:gd name="connsiteX42" fmla="*/ 1253748 w 1322230"/>
                  <a:gd name="connsiteY42" fmla="*/ 125090 h 426667"/>
                  <a:gd name="connsiteX43" fmla="*/ 1236517 w 1322230"/>
                  <a:gd name="connsiteY43" fmla="*/ 149339 h 426667"/>
                  <a:gd name="connsiteX44" fmla="*/ 1217538 w 1322230"/>
                  <a:gd name="connsiteY44" fmla="*/ 174331 h 426667"/>
                  <a:gd name="connsiteX45" fmla="*/ 1196365 w 1322230"/>
                  <a:gd name="connsiteY45" fmla="*/ 197816 h 426667"/>
                  <a:gd name="connsiteX46" fmla="*/ 1173159 w 1322230"/>
                  <a:gd name="connsiteY46" fmla="*/ 218660 h 426667"/>
                  <a:gd name="connsiteX47" fmla="*/ 1147719 w 1322230"/>
                  <a:gd name="connsiteY47" fmla="*/ 247428 h 426667"/>
                  <a:gd name="connsiteX48" fmla="*/ 1121221 w 1322230"/>
                  <a:gd name="connsiteY48" fmla="*/ 270869 h 426667"/>
                  <a:gd name="connsiteX49" fmla="*/ 1093830 w 1322230"/>
                  <a:gd name="connsiteY49" fmla="*/ 300663 h 426667"/>
                  <a:gd name="connsiteX50" fmla="*/ 1066642 w 1322230"/>
                  <a:gd name="connsiteY50" fmla="*/ 325217 h 426667"/>
                  <a:gd name="connsiteX51" fmla="*/ 1039941 w 1322230"/>
                  <a:gd name="connsiteY51" fmla="*/ 346105 h 426667"/>
                  <a:gd name="connsiteX52" fmla="*/ 1013810 w 1322230"/>
                  <a:gd name="connsiteY52" fmla="*/ 360707 h 426667"/>
                  <a:gd name="connsiteX53" fmla="*/ 1011737 w 1322230"/>
                  <a:gd name="connsiteY53" fmla="*/ 361122 h 426667"/>
                  <a:gd name="connsiteX54" fmla="*/ 907251 w 1322230"/>
                  <a:gd name="connsiteY54" fmla="*/ 355731 h 426667"/>
                  <a:gd name="connsiteX55" fmla="*/ 802563 w 1322230"/>
                  <a:gd name="connsiteY55" fmla="*/ 344490 h 426667"/>
                  <a:gd name="connsiteX56" fmla="*/ 697671 w 1322230"/>
                  <a:gd name="connsiteY56" fmla="*/ 329845 h 426667"/>
                  <a:gd name="connsiteX57" fmla="*/ 593511 w 1322230"/>
                  <a:gd name="connsiteY57" fmla="*/ 316159 h 426667"/>
                  <a:gd name="connsiteX58" fmla="*/ 536127 w 1322230"/>
                  <a:gd name="connsiteY58" fmla="*/ 340343 h 426667"/>
                  <a:gd name="connsiteX59" fmla="*/ 507882 w 1322230"/>
                  <a:gd name="connsiteY59" fmla="*/ 360642 h 426667"/>
                  <a:gd name="connsiteX60" fmla="*/ 505769 w 1322230"/>
                  <a:gd name="connsiteY60" fmla="*/ 361166 h 426667"/>
                  <a:gd name="connsiteX61" fmla="*/ 397911 w 1322230"/>
                  <a:gd name="connsiteY61" fmla="*/ 358547 h 426667"/>
                  <a:gd name="connsiteX62" fmla="*/ 291068 w 1322230"/>
                  <a:gd name="connsiteY62" fmla="*/ 350929 h 426667"/>
                  <a:gd name="connsiteX63" fmla="*/ 262742 w 1322230"/>
                  <a:gd name="connsiteY63" fmla="*/ 362868 h 426667"/>
                  <a:gd name="connsiteX64" fmla="*/ 233400 w 1322230"/>
                  <a:gd name="connsiteY64" fmla="*/ 380875 h 426667"/>
                  <a:gd name="connsiteX65" fmla="*/ 203164 w 1322230"/>
                  <a:gd name="connsiteY65" fmla="*/ 394779 h 426667"/>
                  <a:gd name="connsiteX66" fmla="*/ 172643 w 1322230"/>
                  <a:gd name="connsiteY66" fmla="*/ 408311 h 426667"/>
                  <a:gd name="connsiteX67" fmla="*/ 141635 w 1322230"/>
                  <a:gd name="connsiteY67" fmla="*/ 419399 h 426667"/>
                  <a:gd name="connsiteX68" fmla="*/ 110017 w 1322230"/>
                  <a:gd name="connsiteY68" fmla="*/ 426427 h 426667"/>
                  <a:gd name="connsiteX69" fmla="*/ 109082 w 1322230"/>
                  <a:gd name="connsiteY69" fmla="*/ 426536 h 426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22230" h="426667">
                    <a:moveTo>
                      <a:pt x="109082" y="426667"/>
                    </a:moveTo>
                    <a:lnTo>
                      <a:pt x="108879" y="426667"/>
                    </a:lnTo>
                    <a:lnTo>
                      <a:pt x="2402" y="422673"/>
                    </a:lnTo>
                    <a:cubicBezTo>
                      <a:pt x="1020" y="422629"/>
                      <a:pt x="-77" y="421974"/>
                      <a:pt x="4" y="421189"/>
                    </a:cubicBezTo>
                    <a:cubicBezTo>
                      <a:pt x="85" y="420381"/>
                      <a:pt x="1345" y="419857"/>
                      <a:pt x="2727" y="419857"/>
                    </a:cubicBezTo>
                    <a:lnTo>
                      <a:pt x="108594" y="423852"/>
                    </a:lnTo>
                    <a:lnTo>
                      <a:pt x="139237" y="417042"/>
                    </a:lnTo>
                    <a:lnTo>
                      <a:pt x="169636" y="406172"/>
                    </a:lnTo>
                    <a:lnTo>
                      <a:pt x="199872" y="392792"/>
                    </a:lnTo>
                    <a:lnTo>
                      <a:pt x="229824" y="378998"/>
                    </a:lnTo>
                    <a:lnTo>
                      <a:pt x="259247" y="360926"/>
                    </a:lnTo>
                    <a:lnTo>
                      <a:pt x="288711" y="348441"/>
                    </a:lnTo>
                    <a:cubicBezTo>
                      <a:pt x="289280" y="348223"/>
                      <a:pt x="289971" y="348179"/>
                      <a:pt x="290621" y="348179"/>
                    </a:cubicBezTo>
                    <a:lnTo>
                      <a:pt x="398317" y="355840"/>
                    </a:lnTo>
                    <a:lnTo>
                      <a:pt x="504631" y="358394"/>
                    </a:lnTo>
                    <a:lnTo>
                      <a:pt x="532266" y="338575"/>
                    </a:lnTo>
                    <a:cubicBezTo>
                      <a:pt x="532266" y="338575"/>
                      <a:pt x="532551" y="338401"/>
                      <a:pt x="532713" y="338313"/>
                    </a:cubicBezTo>
                    <a:lnTo>
                      <a:pt x="591357" y="313584"/>
                    </a:lnTo>
                    <a:cubicBezTo>
                      <a:pt x="591967" y="313366"/>
                      <a:pt x="592739" y="313257"/>
                      <a:pt x="593470" y="313366"/>
                    </a:cubicBezTo>
                    <a:lnTo>
                      <a:pt x="698850" y="327226"/>
                    </a:lnTo>
                    <a:lnTo>
                      <a:pt x="803619" y="341871"/>
                    </a:lnTo>
                    <a:lnTo>
                      <a:pt x="907943" y="353003"/>
                    </a:lnTo>
                    <a:lnTo>
                      <a:pt x="1010965" y="358328"/>
                    </a:lnTo>
                    <a:lnTo>
                      <a:pt x="1036040" y="344359"/>
                    </a:lnTo>
                    <a:lnTo>
                      <a:pt x="1062334" y="323733"/>
                    </a:lnTo>
                    <a:lnTo>
                      <a:pt x="1089319" y="299331"/>
                    </a:lnTo>
                    <a:lnTo>
                      <a:pt x="1116751" y="269538"/>
                    </a:lnTo>
                    <a:lnTo>
                      <a:pt x="1143248" y="246096"/>
                    </a:lnTo>
                    <a:lnTo>
                      <a:pt x="1168648" y="217373"/>
                    </a:lnTo>
                    <a:lnTo>
                      <a:pt x="1191854" y="196485"/>
                    </a:lnTo>
                    <a:lnTo>
                      <a:pt x="1212905" y="173196"/>
                    </a:lnTo>
                    <a:lnTo>
                      <a:pt x="1231803" y="148313"/>
                    </a:lnTo>
                    <a:lnTo>
                      <a:pt x="1248912" y="124239"/>
                    </a:lnTo>
                    <a:lnTo>
                      <a:pt x="1264843" y="95297"/>
                    </a:lnTo>
                    <a:lnTo>
                      <a:pt x="1280368" y="65765"/>
                    </a:lnTo>
                    <a:lnTo>
                      <a:pt x="1297396" y="28507"/>
                    </a:lnTo>
                    <a:lnTo>
                      <a:pt x="1317309" y="897"/>
                    </a:lnTo>
                    <a:cubicBezTo>
                      <a:pt x="1317878" y="155"/>
                      <a:pt x="1319341" y="-173"/>
                      <a:pt x="1320642" y="89"/>
                    </a:cubicBezTo>
                    <a:cubicBezTo>
                      <a:pt x="1321942" y="417"/>
                      <a:pt x="1322592" y="1202"/>
                      <a:pt x="1322024" y="1945"/>
                    </a:cubicBezTo>
                    <a:lnTo>
                      <a:pt x="1302191" y="29381"/>
                    </a:lnTo>
                    <a:lnTo>
                      <a:pt x="1285285" y="66464"/>
                    </a:lnTo>
                    <a:lnTo>
                      <a:pt x="1269720" y="96039"/>
                    </a:lnTo>
                    <a:lnTo>
                      <a:pt x="1253748" y="125090"/>
                    </a:lnTo>
                    <a:lnTo>
                      <a:pt x="1236517" y="149339"/>
                    </a:lnTo>
                    <a:lnTo>
                      <a:pt x="1217538" y="174331"/>
                    </a:lnTo>
                    <a:lnTo>
                      <a:pt x="1196365" y="197816"/>
                    </a:lnTo>
                    <a:lnTo>
                      <a:pt x="1173159" y="218660"/>
                    </a:lnTo>
                    <a:lnTo>
                      <a:pt x="1147719" y="247428"/>
                    </a:lnTo>
                    <a:lnTo>
                      <a:pt x="1121221" y="270869"/>
                    </a:lnTo>
                    <a:lnTo>
                      <a:pt x="1093830" y="300663"/>
                    </a:lnTo>
                    <a:lnTo>
                      <a:pt x="1066642" y="325217"/>
                    </a:lnTo>
                    <a:lnTo>
                      <a:pt x="1039941" y="346105"/>
                    </a:lnTo>
                    <a:lnTo>
                      <a:pt x="1013810" y="360707"/>
                    </a:lnTo>
                    <a:cubicBezTo>
                      <a:pt x="1013241" y="361035"/>
                      <a:pt x="1012509" y="361188"/>
                      <a:pt x="1011737" y="361122"/>
                    </a:cubicBezTo>
                    <a:lnTo>
                      <a:pt x="907251" y="355731"/>
                    </a:lnTo>
                    <a:lnTo>
                      <a:pt x="802563" y="344490"/>
                    </a:lnTo>
                    <a:lnTo>
                      <a:pt x="697671" y="329845"/>
                    </a:lnTo>
                    <a:lnTo>
                      <a:pt x="593511" y="316159"/>
                    </a:lnTo>
                    <a:lnTo>
                      <a:pt x="536127" y="340343"/>
                    </a:lnTo>
                    <a:lnTo>
                      <a:pt x="507882" y="360642"/>
                    </a:lnTo>
                    <a:cubicBezTo>
                      <a:pt x="507395" y="360969"/>
                      <a:pt x="506582" y="361166"/>
                      <a:pt x="505769" y="361166"/>
                    </a:cubicBezTo>
                    <a:lnTo>
                      <a:pt x="397911" y="358547"/>
                    </a:lnTo>
                    <a:lnTo>
                      <a:pt x="291068" y="350929"/>
                    </a:lnTo>
                    <a:lnTo>
                      <a:pt x="262742" y="362868"/>
                    </a:lnTo>
                    <a:lnTo>
                      <a:pt x="233400" y="380875"/>
                    </a:lnTo>
                    <a:lnTo>
                      <a:pt x="203164" y="394779"/>
                    </a:lnTo>
                    <a:lnTo>
                      <a:pt x="172643" y="408311"/>
                    </a:lnTo>
                    <a:lnTo>
                      <a:pt x="141635" y="419399"/>
                    </a:lnTo>
                    <a:lnTo>
                      <a:pt x="110017" y="426427"/>
                    </a:lnTo>
                    <a:cubicBezTo>
                      <a:pt x="109732" y="426493"/>
                      <a:pt x="109367" y="426536"/>
                      <a:pt x="109082" y="4265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2" name="Freeform: Shape 111">
                <a:extLst>
                  <a:ext uri="{FF2B5EF4-FFF2-40B4-BE49-F238E27FC236}">
                    <a16:creationId xmlns:a16="http://schemas.microsoft.com/office/drawing/2014/main" id="{568A2CB6-D6AA-4D2B-8EBC-81533B8CADBF}"/>
                  </a:ext>
                </a:extLst>
              </p:cNvPr>
              <p:cNvSpPr/>
              <p:nvPr/>
            </p:nvSpPr>
            <p:spPr>
              <a:xfrm>
                <a:off x="3120205" y="5545930"/>
                <a:ext cx="1737202" cy="489706"/>
              </a:xfrm>
              <a:custGeom>
                <a:avLst/>
                <a:gdLst>
                  <a:gd name="connsiteX0" fmla="*/ 1734649 w 1737202"/>
                  <a:gd name="connsiteY0" fmla="*/ 489707 h 489706"/>
                  <a:gd name="connsiteX1" fmla="*/ 1733674 w 1737202"/>
                  <a:gd name="connsiteY1" fmla="*/ 489598 h 489706"/>
                  <a:gd name="connsiteX2" fmla="*/ 1700837 w 1737202"/>
                  <a:gd name="connsiteY2" fmla="*/ 481827 h 489706"/>
                  <a:gd name="connsiteX3" fmla="*/ 1602975 w 1737202"/>
                  <a:gd name="connsiteY3" fmla="*/ 456312 h 489706"/>
                  <a:gd name="connsiteX4" fmla="*/ 1505155 w 1737202"/>
                  <a:gd name="connsiteY4" fmla="*/ 426301 h 489706"/>
                  <a:gd name="connsiteX5" fmla="*/ 1407497 w 1737202"/>
                  <a:gd name="connsiteY5" fmla="*/ 395809 h 489706"/>
                  <a:gd name="connsiteX6" fmla="*/ 1309920 w 1737202"/>
                  <a:gd name="connsiteY6" fmla="*/ 363833 h 489706"/>
                  <a:gd name="connsiteX7" fmla="*/ 1212751 w 1737202"/>
                  <a:gd name="connsiteY7" fmla="*/ 343578 h 489706"/>
                  <a:gd name="connsiteX8" fmla="*/ 1115540 w 1737202"/>
                  <a:gd name="connsiteY8" fmla="*/ 333079 h 489706"/>
                  <a:gd name="connsiteX9" fmla="*/ 1017557 w 1737202"/>
                  <a:gd name="connsiteY9" fmla="*/ 310009 h 489706"/>
                  <a:gd name="connsiteX10" fmla="*/ 920021 w 1737202"/>
                  <a:gd name="connsiteY10" fmla="*/ 280325 h 489706"/>
                  <a:gd name="connsiteX11" fmla="*/ 823582 w 1737202"/>
                  <a:gd name="connsiteY11" fmla="*/ 247170 h 489706"/>
                  <a:gd name="connsiteX12" fmla="*/ 729419 w 1737202"/>
                  <a:gd name="connsiteY12" fmla="*/ 209607 h 489706"/>
                  <a:gd name="connsiteX13" fmla="*/ 636069 w 1737202"/>
                  <a:gd name="connsiteY13" fmla="*/ 166870 h 489706"/>
                  <a:gd name="connsiteX14" fmla="*/ 540687 w 1737202"/>
                  <a:gd name="connsiteY14" fmla="*/ 150348 h 489706"/>
                  <a:gd name="connsiteX15" fmla="*/ 347403 w 1737202"/>
                  <a:gd name="connsiteY15" fmla="*/ 101325 h 489706"/>
                  <a:gd name="connsiteX16" fmla="*/ 250354 w 1737202"/>
                  <a:gd name="connsiteY16" fmla="*/ 77665 h 489706"/>
                  <a:gd name="connsiteX17" fmla="*/ 152859 w 1737202"/>
                  <a:gd name="connsiteY17" fmla="*/ 51714 h 489706"/>
                  <a:gd name="connsiteX18" fmla="*/ 54998 w 1737202"/>
                  <a:gd name="connsiteY18" fmla="*/ 20218 h 489706"/>
                  <a:gd name="connsiteX19" fmla="*/ 1231 w 1737202"/>
                  <a:gd name="connsiteY19" fmla="*/ 2626 h 489706"/>
                  <a:gd name="connsiteX20" fmla="*/ 337 w 1737202"/>
                  <a:gd name="connsiteY20" fmla="*/ 661 h 489706"/>
                  <a:gd name="connsiteX21" fmla="*/ 3792 w 1737202"/>
                  <a:gd name="connsiteY21" fmla="*/ 181 h 489706"/>
                  <a:gd name="connsiteX22" fmla="*/ 57558 w 1737202"/>
                  <a:gd name="connsiteY22" fmla="*/ 17773 h 489706"/>
                  <a:gd name="connsiteX23" fmla="*/ 155216 w 1737202"/>
                  <a:gd name="connsiteY23" fmla="*/ 49203 h 489706"/>
                  <a:gd name="connsiteX24" fmla="*/ 252468 w 1737202"/>
                  <a:gd name="connsiteY24" fmla="*/ 75090 h 489706"/>
                  <a:gd name="connsiteX25" fmla="*/ 349435 w 1737202"/>
                  <a:gd name="connsiteY25" fmla="*/ 98706 h 489706"/>
                  <a:gd name="connsiteX26" fmla="*/ 542475 w 1737202"/>
                  <a:gd name="connsiteY26" fmla="*/ 147728 h 489706"/>
                  <a:gd name="connsiteX27" fmla="*/ 638060 w 1737202"/>
                  <a:gd name="connsiteY27" fmla="*/ 164251 h 489706"/>
                  <a:gd name="connsiteX28" fmla="*/ 638913 w 1737202"/>
                  <a:gd name="connsiteY28" fmla="*/ 164513 h 489706"/>
                  <a:gd name="connsiteX29" fmla="*/ 732508 w 1737202"/>
                  <a:gd name="connsiteY29" fmla="*/ 207359 h 489706"/>
                  <a:gd name="connsiteX30" fmla="*/ 826386 w 1737202"/>
                  <a:gd name="connsiteY30" fmla="*/ 244813 h 489706"/>
                  <a:gd name="connsiteX31" fmla="*/ 922540 w 1737202"/>
                  <a:gd name="connsiteY31" fmla="*/ 277902 h 489706"/>
                  <a:gd name="connsiteX32" fmla="*/ 1019792 w 1737202"/>
                  <a:gd name="connsiteY32" fmla="*/ 307477 h 489706"/>
                  <a:gd name="connsiteX33" fmla="*/ 1117003 w 1737202"/>
                  <a:gd name="connsiteY33" fmla="*/ 330395 h 489706"/>
                  <a:gd name="connsiteX34" fmla="*/ 1214092 w 1737202"/>
                  <a:gd name="connsiteY34" fmla="*/ 340893 h 489706"/>
                  <a:gd name="connsiteX35" fmla="*/ 1312115 w 1737202"/>
                  <a:gd name="connsiteY35" fmla="*/ 361301 h 489706"/>
                  <a:gd name="connsiteX36" fmla="*/ 1410057 w 1737202"/>
                  <a:gd name="connsiteY36" fmla="*/ 393321 h 489706"/>
                  <a:gd name="connsiteX37" fmla="*/ 1507675 w 1737202"/>
                  <a:gd name="connsiteY37" fmla="*/ 423812 h 489706"/>
                  <a:gd name="connsiteX38" fmla="*/ 1605333 w 1737202"/>
                  <a:gd name="connsiteY38" fmla="*/ 453758 h 489706"/>
                  <a:gd name="connsiteX39" fmla="*/ 1702950 w 1737202"/>
                  <a:gd name="connsiteY39" fmla="*/ 479186 h 489706"/>
                  <a:gd name="connsiteX40" fmla="*/ 1735665 w 1737202"/>
                  <a:gd name="connsiteY40" fmla="*/ 486957 h 489706"/>
                  <a:gd name="connsiteX41" fmla="*/ 1737007 w 1737202"/>
                  <a:gd name="connsiteY41" fmla="*/ 488812 h 489706"/>
                  <a:gd name="connsiteX42" fmla="*/ 1734690 w 1737202"/>
                  <a:gd name="connsiteY42" fmla="*/ 489663 h 489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37202" h="489706">
                    <a:moveTo>
                      <a:pt x="1734649" y="489707"/>
                    </a:moveTo>
                    <a:cubicBezTo>
                      <a:pt x="1734324" y="489707"/>
                      <a:pt x="1733959" y="489663"/>
                      <a:pt x="1733674" y="489598"/>
                    </a:cubicBezTo>
                    <a:lnTo>
                      <a:pt x="1700837" y="481827"/>
                    </a:lnTo>
                    <a:lnTo>
                      <a:pt x="1602975" y="456312"/>
                    </a:lnTo>
                    <a:lnTo>
                      <a:pt x="1505155" y="426301"/>
                    </a:lnTo>
                    <a:lnTo>
                      <a:pt x="1407497" y="395809"/>
                    </a:lnTo>
                    <a:lnTo>
                      <a:pt x="1309920" y="363833"/>
                    </a:lnTo>
                    <a:lnTo>
                      <a:pt x="1212751" y="343578"/>
                    </a:lnTo>
                    <a:lnTo>
                      <a:pt x="1115540" y="333079"/>
                    </a:lnTo>
                    <a:lnTo>
                      <a:pt x="1017557" y="310009"/>
                    </a:lnTo>
                    <a:lnTo>
                      <a:pt x="920021" y="280325"/>
                    </a:lnTo>
                    <a:lnTo>
                      <a:pt x="823582" y="247170"/>
                    </a:lnTo>
                    <a:lnTo>
                      <a:pt x="729419" y="209607"/>
                    </a:lnTo>
                    <a:lnTo>
                      <a:pt x="636069" y="166870"/>
                    </a:lnTo>
                    <a:lnTo>
                      <a:pt x="540687" y="150348"/>
                    </a:lnTo>
                    <a:lnTo>
                      <a:pt x="347403" y="101325"/>
                    </a:lnTo>
                    <a:lnTo>
                      <a:pt x="250354" y="77665"/>
                    </a:lnTo>
                    <a:lnTo>
                      <a:pt x="152859" y="51714"/>
                    </a:lnTo>
                    <a:lnTo>
                      <a:pt x="54998" y="20218"/>
                    </a:lnTo>
                    <a:lnTo>
                      <a:pt x="1231" y="2626"/>
                    </a:lnTo>
                    <a:cubicBezTo>
                      <a:pt x="53" y="2211"/>
                      <a:pt x="-354" y="1338"/>
                      <a:pt x="337" y="661"/>
                    </a:cubicBezTo>
                    <a:cubicBezTo>
                      <a:pt x="1069" y="28"/>
                      <a:pt x="2613" y="-190"/>
                      <a:pt x="3792" y="181"/>
                    </a:cubicBezTo>
                    <a:lnTo>
                      <a:pt x="57558" y="17773"/>
                    </a:lnTo>
                    <a:lnTo>
                      <a:pt x="155216" y="49203"/>
                    </a:lnTo>
                    <a:lnTo>
                      <a:pt x="252468" y="75090"/>
                    </a:lnTo>
                    <a:lnTo>
                      <a:pt x="349435" y="98706"/>
                    </a:lnTo>
                    <a:lnTo>
                      <a:pt x="542475" y="147728"/>
                    </a:lnTo>
                    <a:lnTo>
                      <a:pt x="638060" y="164251"/>
                    </a:lnTo>
                    <a:cubicBezTo>
                      <a:pt x="638345" y="164317"/>
                      <a:pt x="638670" y="164404"/>
                      <a:pt x="638913" y="164513"/>
                    </a:cubicBezTo>
                    <a:lnTo>
                      <a:pt x="732508" y="207359"/>
                    </a:lnTo>
                    <a:lnTo>
                      <a:pt x="826386" y="244813"/>
                    </a:lnTo>
                    <a:lnTo>
                      <a:pt x="922540" y="277902"/>
                    </a:lnTo>
                    <a:lnTo>
                      <a:pt x="1019792" y="307477"/>
                    </a:lnTo>
                    <a:lnTo>
                      <a:pt x="1117003" y="330395"/>
                    </a:lnTo>
                    <a:lnTo>
                      <a:pt x="1214092" y="340893"/>
                    </a:lnTo>
                    <a:lnTo>
                      <a:pt x="1312115" y="361301"/>
                    </a:lnTo>
                    <a:lnTo>
                      <a:pt x="1410057" y="393321"/>
                    </a:lnTo>
                    <a:lnTo>
                      <a:pt x="1507675" y="423812"/>
                    </a:lnTo>
                    <a:lnTo>
                      <a:pt x="1605333" y="453758"/>
                    </a:lnTo>
                    <a:lnTo>
                      <a:pt x="1702950" y="479186"/>
                    </a:lnTo>
                    <a:lnTo>
                      <a:pt x="1735665" y="486957"/>
                    </a:lnTo>
                    <a:cubicBezTo>
                      <a:pt x="1736966" y="487284"/>
                      <a:pt x="1737535" y="488070"/>
                      <a:pt x="1737007" y="488812"/>
                    </a:cubicBezTo>
                    <a:cubicBezTo>
                      <a:pt x="1736600" y="489336"/>
                      <a:pt x="1735665" y="489663"/>
                      <a:pt x="1734690" y="4896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3" name="Freeform: Shape 112">
                <a:extLst>
                  <a:ext uri="{FF2B5EF4-FFF2-40B4-BE49-F238E27FC236}">
                    <a16:creationId xmlns:a16="http://schemas.microsoft.com/office/drawing/2014/main" id="{76E6E061-79AB-4AA1-8771-A002EB03EECF}"/>
                  </a:ext>
                </a:extLst>
              </p:cNvPr>
              <p:cNvSpPr/>
              <p:nvPr/>
            </p:nvSpPr>
            <p:spPr>
              <a:xfrm>
                <a:off x="8957030" y="6173610"/>
                <a:ext cx="3234969" cy="15947"/>
              </a:xfrm>
              <a:custGeom>
                <a:avLst/>
                <a:gdLst>
                  <a:gd name="connsiteX0" fmla="*/ 3234970 w 3234969"/>
                  <a:gd name="connsiteY0" fmla="*/ 13154 h 15947"/>
                  <a:gd name="connsiteX1" fmla="*/ 111867 w 3234969"/>
                  <a:gd name="connsiteY1" fmla="*/ 7676 h 15947"/>
                  <a:gd name="connsiteX2" fmla="*/ 2911 w 3234969"/>
                  <a:gd name="connsiteY2" fmla="*/ 14 h 15947"/>
                  <a:gd name="connsiteX3" fmla="*/ 26 w 3234969"/>
                  <a:gd name="connsiteY3" fmla="*/ 1193 h 15947"/>
                  <a:gd name="connsiteX4" fmla="*/ 2180 w 3234969"/>
                  <a:gd name="connsiteY4" fmla="*/ 2786 h 15947"/>
                  <a:gd name="connsiteX5" fmla="*/ 111542 w 3234969"/>
                  <a:gd name="connsiteY5" fmla="*/ 10513 h 15947"/>
                  <a:gd name="connsiteX6" fmla="*/ 3234970 w 3234969"/>
                  <a:gd name="connsiteY6" fmla="*/ 15948 h 15947"/>
                  <a:gd name="connsiteX7" fmla="*/ 3234970 w 3234969"/>
                  <a:gd name="connsiteY7" fmla="*/ 13176 h 15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4969" h="15947">
                    <a:moveTo>
                      <a:pt x="3234970" y="13154"/>
                    </a:moveTo>
                    <a:lnTo>
                      <a:pt x="111867" y="7676"/>
                    </a:lnTo>
                    <a:lnTo>
                      <a:pt x="2911" y="14"/>
                    </a:lnTo>
                    <a:cubicBezTo>
                      <a:pt x="1530" y="-95"/>
                      <a:pt x="229" y="429"/>
                      <a:pt x="26" y="1193"/>
                    </a:cubicBezTo>
                    <a:cubicBezTo>
                      <a:pt x="-177" y="2001"/>
                      <a:pt x="839" y="2677"/>
                      <a:pt x="2180" y="2786"/>
                    </a:cubicBezTo>
                    <a:lnTo>
                      <a:pt x="111542" y="10513"/>
                    </a:lnTo>
                    <a:lnTo>
                      <a:pt x="3234970" y="15948"/>
                    </a:lnTo>
                    <a:lnTo>
                      <a:pt x="3234970" y="1317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4" name="Freeform: Shape 113">
                <a:extLst>
                  <a:ext uri="{FF2B5EF4-FFF2-40B4-BE49-F238E27FC236}">
                    <a16:creationId xmlns:a16="http://schemas.microsoft.com/office/drawing/2014/main" id="{B04B7210-8804-4E58-AC98-E4F0B14BCDB3}"/>
                  </a:ext>
                </a:extLst>
              </p:cNvPr>
              <p:cNvSpPr/>
              <p:nvPr/>
            </p:nvSpPr>
            <p:spPr>
              <a:xfrm>
                <a:off x="8412846" y="6187004"/>
                <a:ext cx="212384" cy="10083"/>
              </a:xfrm>
              <a:custGeom>
                <a:avLst/>
                <a:gdLst>
                  <a:gd name="connsiteX0" fmla="*/ 130657 w 212384"/>
                  <a:gd name="connsiteY0" fmla="*/ 10084 h 10083"/>
                  <a:gd name="connsiteX1" fmla="*/ 129073 w 212384"/>
                  <a:gd name="connsiteY1" fmla="*/ 9756 h 10083"/>
                  <a:gd name="connsiteX2" fmla="*/ 113711 w 212384"/>
                  <a:gd name="connsiteY2" fmla="*/ 3034 h 10083"/>
                  <a:gd name="connsiteX3" fmla="*/ 2560 w 212384"/>
                  <a:gd name="connsiteY3" fmla="*/ 2816 h 10083"/>
                  <a:gd name="connsiteX4" fmla="*/ 0 w 212384"/>
                  <a:gd name="connsiteY4" fmla="*/ 1441 h 10083"/>
                  <a:gd name="connsiteX5" fmla="*/ 2560 w 212384"/>
                  <a:gd name="connsiteY5" fmla="*/ 0 h 10083"/>
                  <a:gd name="connsiteX6" fmla="*/ 2560 w 212384"/>
                  <a:gd name="connsiteY6" fmla="*/ 0 h 10083"/>
                  <a:gd name="connsiteX7" fmla="*/ 114564 w 212384"/>
                  <a:gd name="connsiteY7" fmla="*/ 218 h 10083"/>
                  <a:gd name="connsiteX8" fmla="*/ 116148 w 212384"/>
                  <a:gd name="connsiteY8" fmla="*/ 546 h 10083"/>
                  <a:gd name="connsiteX9" fmla="*/ 131510 w 212384"/>
                  <a:gd name="connsiteY9" fmla="*/ 7268 h 10083"/>
                  <a:gd name="connsiteX10" fmla="*/ 209702 w 212384"/>
                  <a:gd name="connsiteY10" fmla="*/ 5238 h 10083"/>
                  <a:gd name="connsiteX11" fmla="*/ 212385 w 212384"/>
                  <a:gd name="connsiteY11" fmla="*/ 6613 h 10083"/>
                  <a:gd name="connsiteX12" fmla="*/ 209905 w 212384"/>
                  <a:gd name="connsiteY12" fmla="*/ 8054 h 10083"/>
                  <a:gd name="connsiteX13" fmla="*/ 130739 w 212384"/>
                  <a:gd name="connsiteY13" fmla="*/ 10084 h 10083"/>
                  <a:gd name="connsiteX14" fmla="*/ 130657 w 212384"/>
                  <a:gd name="connsiteY14" fmla="*/ 10084 h 1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384" h="10083">
                    <a:moveTo>
                      <a:pt x="130657" y="10084"/>
                    </a:moveTo>
                    <a:cubicBezTo>
                      <a:pt x="130089" y="10084"/>
                      <a:pt x="129560" y="9975"/>
                      <a:pt x="129073" y="9756"/>
                    </a:cubicBezTo>
                    <a:lnTo>
                      <a:pt x="113711" y="3034"/>
                    </a:lnTo>
                    <a:lnTo>
                      <a:pt x="2560" y="2816"/>
                    </a:lnTo>
                    <a:cubicBezTo>
                      <a:pt x="1178" y="2816"/>
                      <a:pt x="0" y="2183"/>
                      <a:pt x="0" y="1441"/>
                    </a:cubicBezTo>
                    <a:cubicBezTo>
                      <a:pt x="0" y="633"/>
                      <a:pt x="1178" y="0"/>
                      <a:pt x="2560" y="0"/>
                    </a:cubicBezTo>
                    <a:lnTo>
                      <a:pt x="2560" y="0"/>
                    </a:lnTo>
                    <a:lnTo>
                      <a:pt x="114564" y="218"/>
                    </a:lnTo>
                    <a:cubicBezTo>
                      <a:pt x="115173" y="218"/>
                      <a:pt x="115783" y="327"/>
                      <a:pt x="116148" y="546"/>
                    </a:cubicBezTo>
                    <a:lnTo>
                      <a:pt x="131510" y="7268"/>
                    </a:lnTo>
                    <a:lnTo>
                      <a:pt x="209702" y="5238"/>
                    </a:lnTo>
                    <a:cubicBezTo>
                      <a:pt x="211003" y="5173"/>
                      <a:pt x="212263" y="5828"/>
                      <a:pt x="212385" y="6613"/>
                    </a:cubicBezTo>
                    <a:cubicBezTo>
                      <a:pt x="212385" y="7356"/>
                      <a:pt x="211287" y="8054"/>
                      <a:pt x="209905" y="8054"/>
                    </a:cubicBezTo>
                    <a:lnTo>
                      <a:pt x="130739" y="10084"/>
                    </a:lnTo>
                    <a:lnTo>
                      <a:pt x="130657" y="1008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5" name="Freeform: Shape 114">
                <a:extLst>
                  <a:ext uri="{FF2B5EF4-FFF2-40B4-BE49-F238E27FC236}">
                    <a16:creationId xmlns:a16="http://schemas.microsoft.com/office/drawing/2014/main" id="{3A7BEAEA-EB9E-4B47-97C1-807C2E0933EC}"/>
                  </a:ext>
                </a:extLst>
              </p:cNvPr>
              <p:cNvSpPr/>
              <p:nvPr/>
            </p:nvSpPr>
            <p:spPr>
              <a:xfrm>
                <a:off x="7500408" y="6183502"/>
                <a:ext cx="926864" cy="13389"/>
              </a:xfrm>
              <a:custGeom>
                <a:avLst/>
                <a:gdLst>
                  <a:gd name="connsiteX0" fmla="*/ 924345 w 926864"/>
                  <a:gd name="connsiteY0" fmla="*/ 13389 h 13389"/>
                  <a:gd name="connsiteX1" fmla="*/ 924345 w 926864"/>
                  <a:gd name="connsiteY1" fmla="*/ 13389 h 13389"/>
                  <a:gd name="connsiteX2" fmla="*/ 254110 w 926864"/>
                  <a:gd name="connsiteY2" fmla="*/ 12211 h 13389"/>
                  <a:gd name="connsiteX3" fmla="*/ 143366 w 926864"/>
                  <a:gd name="connsiteY3" fmla="*/ 13280 h 13389"/>
                  <a:gd name="connsiteX4" fmla="*/ 123046 w 926864"/>
                  <a:gd name="connsiteY4" fmla="*/ 11949 h 13389"/>
                  <a:gd name="connsiteX5" fmla="*/ 113008 w 926864"/>
                  <a:gd name="connsiteY5" fmla="*/ 10770 h 13389"/>
                  <a:gd name="connsiteX6" fmla="*/ 23234 w 926864"/>
                  <a:gd name="connsiteY6" fmla="*/ 4790 h 13389"/>
                  <a:gd name="connsiteX7" fmla="*/ 19048 w 926864"/>
                  <a:gd name="connsiteY7" fmla="*/ 4266 h 13389"/>
                  <a:gd name="connsiteX8" fmla="*/ 2101 w 926864"/>
                  <a:gd name="connsiteY8" fmla="*/ 2781 h 13389"/>
                  <a:gd name="connsiteX9" fmla="*/ 29 w 926864"/>
                  <a:gd name="connsiteY9" fmla="*/ 1188 h 13389"/>
                  <a:gd name="connsiteX10" fmla="*/ 2914 w 926864"/>
                  <a:gd name="connsiteY10" fmla="*/ 10 h 13389"/>
                  <a:gd name="connsiteX11" fmla="*/ 24128 w 926864"/>
                  <a:gd name="connsiteY11" fmla="*/ 2039 h 13389"/>
                  <a:gd name="connsiteX12" fmla="*/ 113902 w 926864"/>
                  <a:gd name="connsiteY12" fmla="*/ 8020 h 13389"/>
                  <a:gd name="connsiteX13" fmla="*/ 123818 w 926864"/>
                  <a:gd name="connsiteY13" fmla="*/ 9198 h 13389"/>
                  <a:gd name="connsiteX14" fmla="*/ 143569 w 926864"/>
                  <a:gd name="connsiteY14" fmla="*/ 10464 h 13389"/>
                  <a:gd name="connsiteX15" fmla="*/ 253988 w 926864"/>
                  <a:gd name="connsiteY15" fmla="*/ 9395 h 13389"/>
                  <a:gd name="connsiteX16" fmla="*/ 924304 w 926864"/>
                  <a:gd name="connsiteY16" fmla="*/ 10574 h 13389"/>
                  <a:gd name="connsiteX17" fmla="*/ 926864 w 926864"/>
                  <a:gd name="connsiteY17" fmla="*/ 12014 h 13389"/>
                  <a:gd name="connsiteX18" fmla="*/ 924304 w 926864"/>
                  <a:gd name="connsiteY18" fmla="*/ 13389 h 13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26864" h="13389">
                    <a:moveTo>
                      <a:pt x="924345" y="13389"/>
                    </a:moveTo>
                    <a:lnTo>
                      <a:pt x="924345" y="13389"/>
                    </a:lnTo>
                    <a:lnTo>
                      <a:pt x="254110" y="12211"/>
                    </a:lnTo>
                    <a:lnTo>
                      <a:pt x="143366" y="13280"/>
                    </a:lnTo>
                    <a:lnTo>
                      <a:pt x="123046" y="11949"/>
                    </a:lnTo>
                    <a:lnTo>
                      <a:pt x="113008" y="10770"/>
                    </a:lnTo>
                    <a:lnTo>
                      <a:pt x="23234" y="4790"/>
                    </a:lnTo>
                    <a:lnTo>
                      <a:pt x="19048" y="4266"/>
                    </a:lnTo>
                    <a:lnTo>
                      <a:pt x="2101" y="2781"/>
                    </a:lnTo>
                    <a:cubicBezTo>
                      <a:pt x="720" y="2672"/>
                      <a:pt x="-174" y="1930"/>
                      <a:pt x="29" y="1188"/>
                    </a:cubicBezTo>
                    <a:cubicBezTo>
                      <a:pt x="232" y="446"/>
                      <a:pt x="1411" y="-78"/>
                      <a:pt x="2914" y="10"/>
                    </a:cubicBezTo>
                    <a:lnTo>
                      <a:pt x="24128" y="2039"/>
                    </a:lnTo>
                    <a:lnTo>
                      <a:pt x="113902" y="8020"/>
                    </a:lnTo>
                    <a:lnTo>
                      <a:pt x="123818" y="9198"/>
                    </a:lnTo>
                    <a:lnTo>
                      <a:pt x="143569" y="10464"/>
                    </a:lnTo>
                    <a:lnTo>
                      <a:pt x="253988" y="9395"/>
                    </a:lnTo>
                    <a:lnTo>
                      <a:pt x="924304" y="10574"/>
                    </a:lnTo>
                    <a:cubicBezTo>
                      <a:pt x="925687" y="10574"/>
                      <a:pt x="926864" y="11207"/>
                      <a:pt x="926864" y="12014"/>
                    </a:cubicBezTo>
                    <a:cubicBezTo>
                      <a:pt x="926864" y="12756"/>
                      <a:pt x="925687" y="13389"/>
                      <a:pt x="924304" y="1338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6" name="Freeform: Shape 115">
                <a:extLst>
                  <a:ext uri="{FF2B5EF4-FFF2-40B4-BE49-F238E27FC236}">
                    <a16:creationId xmlns:a16="http://schemas.microsoft.com/office/drawing/2014/main" id="{E3659457-7F70-4FEA-805F-6CA4670CAD81}"/>
                  </a:ext>
                </a:extLst>
              </p:cNvPr>
              <p:cNvSpPr/>
              <p:nvPr/>
            </p:nvSpPr>
            <p:spPr>
              <a:xfrm>
                <a:off x="8397889" y="6180085"/>
                <a:ext cx="253278" cy="12331"/>
              </a:xfrm>
              <a:custGeom>
                <a:avLst/>
                <a:gdLst>
                  <a:gd name="connsiteX0" fmla="*/ 250709 w 253278"/>
                  <a:gd name="connsiteY0" fmla="*/ 12332 h 12331"/>
                  <a:gd name="connsiteX1" fmla="*/ 250099 w 253278"/>
                  <a:gd name="connsiteY1" fmla="*/ 12267 h 12331"/>
                  <a:gd name="connsiteX2" fmla="*/ 243962 w 253278"/>
                  <a:gd name="connsiteY2" fmla="*/ 11372 h 12331"/>
                  <a:gd name="connsiteX3" fmla="*/ 129561 w 253278"/>
                  <a:gd name="connsiteY3" fmla="*/ 9975 h 12331"/>
                  <a:gd name="connsiteX4" fmla="*/ 127975 w 253278"/>
                  <a:gd name="connsiteY4" fmla="*/ 9647 h 12331"/>
                  <a:gd name="connsiteX5" fmla="*/ 112898 w 253278"/>
                  <a:gd name="connsiteY5" fmla="*/ 3034 h 12331"/>
                  <a:gd name="connsiteX6" fmla="*/ 2479 w 253278"/>
                  <a:gd name="connsiteY6" fmla="*/ 2816 h 12331"/>
                  <a:gd name="connsiteX7" fmla="*/ 0 w 253278"/>
                  <a:gd name="connsiteY7" fmla="*/ 1441 h 12331"/>
                  <a:gd name="connsiteX8" fmla="*/ 2561 w 253278"/>
                  <a:gd name="connsiteY8" fmla="*/ 0 h 12331"/>
                  <a:gd name="connsiteX9" fmla="*/ 2561 w 253278"/>
                  <a:gd name="connsiteY9" fmla="*/ 0 h 12331"/>
                  <a:gd name="connsiteX10" fmla="*/ 113792 w 253278"/>
                  <a:gd name="connsiteY10" fmla="*/ 218 h 12331"/>
                  <a:gd name="connsiteX11" fmla="*/ 115378 w 253278"/>
                  <a:gd name="connsiteY11" fmla="*/ 546 h 12331"/>
                  <a:gd name="connsiteX12" fmla="*/ 130455 w 253278"/>
                  <a:gd name="connsiteY12" fmla="*/ 7159 h 12331"/>
                  <a:gd name="connsiteX13" fmla="*/ 244734 w 253278"/>
                  <a:gd name="connsiteY13" fmla="*/ 8600 h 12331"/>
                  <a:gd name="connsiteX14" fmla="*/ 251399 w 253278"/>
                  <a:gd name="connsiteY14" fmla="*/ 9560 h 12331"/>
                  <a:gd name="connsiteX15" fmla="*/ 253187 w 253278"/>
                  <a:gd name="connsiteY15" fmla="*/ 11263 h 12331"/>
                  <a:gd name="connsiteX16" fmla="*/ 250709 w 253278"/>
                  <a:gd name="connsiteY16" fmla="*/ 12332 h 12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278" h="12331">
                    <a:moveTo>
                      <a:pt x="250709" y="12332"/>
                    </a:moveTo>
                    <a:cubicBezTo>
                      <a:pt x="250709" y="12332"/>
                      <a:pt x="250302" y="12267"/>
                      <a:pt x="250099" y="12267"/>
                    </a:cubicBezTo>
                    <a:lnTo>
                      <a:pt x="243962" y="11372"/>
                    </a:lnTo>
                    <a:lnTo>
                      <a:pt x="129561" y="9975"/>
                    </a:lnTo>
                    <a:cubicBezTo>
                      <a:pt x="128951" y="9975"/>
                      <a:pt x="128463" y="9866"/>
                      <a:pt x="127975" y="9647"/>
                    </a:cubicBezTo>
                    <a:lnTo>
                      <a:pt x="112898" y="3034"/>
                    </a:lnTo>
                    <a:lnTo>
                      <a:pt x="2479" y="2816"/>
                    </a:lnTo>
                    <a:cubicBezTo>
                      <a:pt x="1097" y="2816"/>
                      <a:pt x="0" y="2183"/>
                      <a:pt x="0" y="1441"/>
                    </a:cubicBezTo>
                    <a:cubicBezTo>
                      <a:pt x="0" y="633"/>
                      <a:pt x="1097" y="0"/>
                      <a:pt x="2561" y="0"/>
                    </a:cubicBezTo>
                    <a:lnTo>
                      <a:pt x="2561" y="0"/>
                    </a:lnTo>
                    <a:lnTo>
                      <a:pt x="113792" y="218"/>
                    </a:lnTo>
                    <a:cubicBezTo>
                      <a:pt x="114402" y="218"/>
                      <a:pt x="114889" y="327"/>
                      <a:pt x="115378" y="546"/>
                    </a:cubicBezTo>
                    <a:lnTo>
                      <a:pt x="130455" y="7159"/>
                    </a:lnTo>
                    <a:lnTo>
                      <a:pt x="244734" y="8600"/>
                    </a:lnTo>
                    <a:lnTo>
                      <a:pt x="251399" y="9560"/>
                    </a:lnTo>
                    <a:cubicBezTo>
                      <a:pt x="252782" y="9778"/>
                      <a:pt x="253554" y="10520"/>
                      <a:pt x="253187" y="11263"/>
                    </a:cubicBezTo>
                    <a:cubicBezTo>
                      <a:pt x="252903" y="11895"/>
                      <a:pt x="251887" y="12332"/>
                      <a:pt x="250709" y="1233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7" name="Freeform: Shape 116">
                <a:extLst>
                  <a:ext uri="{FF2B5EF4-FFF2-40B4-BE49-F238E27FC236}">
                    <a16:creationId xmlns:a16="http://schemas.microsoft.com/office/drawing/2014/main" id="{BD177CC1-0662-4631-B878-4E377A92B456}"/>
                  </a:ext>
                </a:extLst>
              </p:cNvPr>
              <p:cNvSpPr/>
              <p:nvPr/>
            </p:nvSpPr>
            <p:spPr>
              <a:xfrm>
                <a:off x="8383138" y="6173297"/>
                <a:ext cx="294306" cy="19120"/>
              </a:xfrm>
              <a:custGeom>
                <a:avLst/>
                <a:gdLst>
                  <a:gd name="connsiteX0" fmla="*/ 265461 w 294306"/>
                  <a:gd name="connsiteY0" fmla="*/ 19120 h 19120"/>
                  <a:gd name="connsiteX1" fmla="*/ 264485 w 294306"/>
                  <a:gd name="connsiteY1" fmla="*/ 19011 h 19120"/>
                  <a:gd name="connsiteX2" fmla="*/ 255462 w 294306"/>
                  <a:gd name="connsiteY2" fmla="*/ 16872 h 19120"/>
                  <a:gd name="connsiteX3" fmla="*/ 222626 w 294306"/>
                  <a:gd name="connsiteY3" fmla="*/ 3187 h 19120"/>
                  <a:gd name="connsiteX4" fmla="*/ 2478 w 294306"/>
                  <a:gd name="connsiteY4" fmla="*/ 2816 h 19120"/>
                  <a:gd name="connsiteX5" fmla="*/ 0 w 294306"/>
                  <a:gd name="connsiteY5" fmla="*/ 1441 h 19120"/>
                  <a:gd name="connsiteX6" fmla="*/ 2478 w 294306"/>
                  <a:gd name="connsiteY6" fmla="*/ 0 h 19120"/>
                  <a:gd name="connsiteX7" fmla="*/ 2478 w 294306"/>
                  <a:gd name="connsiteY7" fmla="*/ 0 h 19120"/>
                  <a:gd name="connsiteX8" fmla="*/ 223520 w 294306"/>
                  <a:gd name="connsiteY8" fmla="*/ 371 h 19120"/>
                  <a:gd name="connsiteX9" fmla="*/ 225023 w 294306"/>
                  <a:gd name="connsiteY9" fmla="*/ 698 h 19120"/>
                  <a:gd name="connsiteX10" fmla="*/ 257942 w 294306"/>
                  <a:gd name="connsiteY10" fmla="*/ 14449 h 19120"/>
                  <a:gd name="connsiteX11" fmla="*/ 265785 w 294306"/>
                  <a:gd name="connsiteY11" fmla="*/ 16261 h 19120"/>
                  <a:gd name="connsiteX12" fmla="*/ 287406 w 294306"/>
                  <a:gd name="connsiteY12" fmla="*/ 14013 h 19120"/>
                  <a:gd name="connsiteX13" fmla="*/ 289479 w 294306"/>
                  <a:gd name="connsiteY13" fmla="*/ 14275 h 19120"/>
                  <a:gd name="connsiteX14" fmla="*/ 293339 w 294306"/>
                  <a:gd name="connsiteY14" fmla="*/ 15977 h 19120"/>
                  <a:gd name="connsiteX15" fmla="*/ 293746 w 294306"/>
                  <a:gd name="connsiteY15" fmla="*/ 17941 h 19120"/>
                  <a:gd name="connsiteX16" fmla="*/ 290169 w 294306"/>
                  <a:gd name="connsiteY16" fmla="*/ 18203 h 19120"/>
                  <a:gd name="connsiteX17" fmla="*/ 287203 w 294306"/>
                  <a:gd name="connsiteY17" fmla="*/ 16872 h 19120"/>
                  <a:gd name="connsiteX18" fmla="*/ 265948 w 294306"/>
                  <a:gd name="connsiteY18" fmla="*/ 19055 h 19120"/>
                  <a:gd name="connsiteX19" fmla="*/ 265461 w 294306"/>
                  <a:gd name="connsiteY19" fmla="*/ 19120 h 19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94306" h="19120">
                    <a:moveTo>
                      <a:pt x="265461" y="19120"/>
                    </a:moveTo>
                    <a:cubicBezTo>
                      <a:pt x="265176" y="19120"/>
                      <a:pt x="264769" y="19055"/>
                      <a:pt x="264485" y="19011"/>
                    </a:cubicBezTo>
                    <a:lnTo>
                      <a:pt x="255462" y="16872"/>
                    </a:lnTo>
                    <a:lnTo>
                      <a:pt x="222626" y="3187"/>
                    </a:lnTo>
                    <a:lnTo>
                      <a:pt x="2478" y="2816"/>
                    </a:lnTo>
                    <a:cubicBezTo>
                      <a:pt x="1097" y="2816"/>
                      <a:pt x="0" y="2183"/>
                      <a:pt x="0" y="1441"/>
                    </a:cubicBezTo>
                    <a:cubicBezTo>
                      <a:pt x="0" y="633"/>
                      <a:pt x="1097" y="0"/>
                      <a:pt x="2478" y="0"/>
                    </a:cubicBezTo>
                    <a:lnTo>
                      <a:pt x="2478" y="0"/>
                    </a:lnTo>
                    <a:lnTo>
                      <a:pt x="223520" y="371"/>
                    </a:lnTo>
                    <a:cubicBezTo>
                      <a:pt x="224007" y="371"/>
                      <a:pt x="224495" y="480"/>
                      <a:pt x="225023" y="698"/>
                    </a:cubicBezTo>
                    <a:lnTo>
                      <a:pt x="257942" y="14449"/>
                    </a:lnTo>
                    <a:lnTo>
                      <a:pt x="265785" y="16261"/>
                    </a:lnTo>
                    <a:lnTo>
                      <a:pt x="287406" y="14013"/>
                    </a:lnTo>
                    <a:cubicBezTo>
                      <a:pt x="288097" y="13903"/>
                      <a:pt x="288910" y="14013"/>
                      <a:pt x="289479" y="14275"/>
                    </a:cubicBezTo>
                    <a:lnTo>
                      <a:pt x="293339" y="15977"/>
                    </a:lnTo>
                    <a:cubicBezTo>
                      <a:pt x="294437" y="16457"/>
                      <a:pt x="294640" y="17352"/>
                      <a:pt x="293746" y="17941"/>
                    </a:cubicBezTo>
                    <a:cubicBezTo>
                      <a:pt x="292974" y="18574"/>
                      <a:pt x="291348" y="18684"/>
                      <a:pt x="290169" y="18203"/>
                    </a:cubicBezTo>
                    <a:lnTo>
                      <a:pt x="287203" y="16872"/>
                    </a:lnTo>
                    <a:lnTo>
                      <a:pt x="265948" y="19055"/>
                    </a:lnTo>
                    <a:cubicBezTo>
                      <a:pt x="265948" y="19055"/>
                      <a:pt x="265663" y="19120"/>
                      <a:pt x="265461" y="1912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8" name="Freeform: Shape 117">
                <a:extLst>
                  <a:ext uri="{FF2B5EF4-FFF2-40B4-BE49-F238E27FC236}">
                    <a16:creationId xmlns:a16="http://schemas.microsoft.com/office/drawing/2014/main" id="{2A2E9A15-4BDE-429C-BB93-5D0A1E6CFD87}"/>
                  </a:ext>
                </a:extLst>
              </p:cNvPr>
              <p:cNvSpPr/>
              <p:nvPr/>
            </p:nvSpPr>
            <p:spPr>
              <a:xfrm>
                <a:off x="2026855" y="5716167"/>
                <a:ext cx="1906619" cy="270534"/>
              </a:xfrm>
              <a:custGeom>
                <a:avLst/>
                <a:gdLst>
                  <a:gd name="connsiteX0" fmla="*/ 1904130 w 1906619"/>
                  <a:gd name="connsiteY0" fmla="*/ 270491 h 270534"/>
                  <a:gd name="connsiteX1" fmla="*/ 1902829 w 1906619"/>
                  <a:gd name="connsiteY1" fmla="*/ 270338 h 270534"/>
                  <a:gd name="connsiteX2" fmla="*/ 1884866 w 1906619"/>
                  <a:gd name="connsiteY2" fmla="*/ 264642 h 270534"/>
                  <a:gd name="connsiteX3" fmla="*/ 1777780 w 1906619"/>
                  <a:gd name="connsiteY3" fmla="*/ 245456 h 270534"/>
                  <a:gd name="connsiteX4" fmla="*/ 1751608 w 1906619"/>
                  <a:gd name="connsiteY4" fmla="*/ 238362 h 270534"/>
                  <a:gd name="connsiteX5" fmla="*/ 1670409 w 1906619"/>
                  <a:gd name="connsiteY5" fmla="*/ 224983 h 270534"/>
                  <a:gd name="connsiteX6" fmla="*/ 1662728 w 1906619"/>
                  <a:gd name="connsiteY6" fmla="*/ 224612 h 270534"/>
                  <a:gd name="connsiteX7" fmla="*/ 1652812 w 1906619"/>
                  <a:gd name="connsiteY7" fmla="*/ 223586 h 270534"/>
                  <a:gd name="connsiteX8" fmla="*/ 1596891 w 1906619"/>
                  <a:gd name="connsiteY8" fmla="*/ 214266 h 270534"/>
                  <a:gd name="connsiteX9" fmla="*/ 1549464 w 1906619"/>
                  <a:gd name="connsiteY9" fmla="*/ 206867 h 270534"/>
                  <a:gd name="connsiteX10" fmla="*/ 1445670 w 1906619"/>
                  <a:gd name="connsiteY10" fmla="*/ 190453 h 270534"/>
                  <a:gd name="connsiteX11" fmla="*/ 1342241 w 1906619"/>
                  <a:gd name="connsiteY11" fmla="*/ 175633 h 270534"/>
                  <a:gd name="connsiteX12" fmla="*/ 1240478 w 1906619"/>
                  <a:gd name="connsiteY12" fmla="*/ 162319 h 270534"/>
                  <a:gd name="connsiteX13" fmla="*/ 1139610 w 1906619"/>
                  <a:gd name="connsiteY13" fmla="*/ 151755 h 270534"/>
                  <a:gd name="connsiteX14" fmla="*/ 1039635 w 1906619"/>
                  <a:gd name="connsiteY14" fmla="*/ 135516 h 270534"/>
                  <a:gd name="connsiteX15" fmla="*/ 940514 w 1906619"/>
                  <a:gd name="connsiteY15" fmla="*/ 121350 h 270534"/>
                  <a:gd name="connsiteX16" fmla="*/ 841353 w 1906619"/>
                  <a:gd name="connsiteY16" fmla="*/ 108494 h 270534"/>
                  <a:gd name="connsiteX17" fmla="*/ 741297 w 1906619"/>
                  <a:gd name="connsiteY17" fmla="*/ 96184 h 270534"/>
                  <a:gd name="connsiteX18" fmla="*/ 639697 w 1906619"/>
                  <a:gd name="connsiteY18" fmla="*/ 84049 h 270534"/>
                  <a:gd name="connsiteX19" fmla="*/ 535943 w 1906619"/>
                  <a:gd name="connsiteY19" fmla="*/ 74663 h 270534"/>
                  <a:gd name="connsiteX20" fmla="*/ 430320 w 1906619"/>
                  <a:gd name="connsiteY20" fmla="*/ 63270 h 270534"/>
                  <a:gd name="connsiteX21" fmla="*/ 323396 w 1906619"/>
                  <a:gd name="connsiteY21" fmla="*/ 48231 h 270534"/>
                  <a:gd name="connsiteX22" fmla="*/ 209604 w 1906619"/>
                  <a:gd name="connsiteY22" fmla="*/ 33324 h 270534"/>
                  <a:gd name="connsiteX23" fmla="*/ 108492 w 1906619"/>
                  <a:gd name="connsiteY23" fmla="*/ 18722 h 270534"/>
                  <a:gd name="connsiteX24" fmla="*/ 1893 w 1906619"/>
                  <a:gd name="connsiteY24" fmla="*/ 2745 h 270534"/>
                  <a:gd name="connsiteX25" fmla="*/ 105 w 1906619"/>
                  <a:gd name="connsiteY25" fmla="*/ 1042 h 270534"/>
                  <a:gd name="connsiteX26" fmla="*/ 3234 w 1906619"/>
                  <a:gd name="connsiteY26" fmla="*/ 38 h 270534"/>
                  <a:gd name="connsiteX27" fmla="*/ 109833 w 1906619"/>
                  <a:gd name="connsiteY27" fmla="*/ 16015 h 270534"/>
                  <a:gd name="connsiteX28" fmla="*/ 217122 w 1906619"/>
                  <a:gd name="connsiteY28" fmla="*/ 31534 h 270534"/>
                  <a:gd name="connsiteX29" fmla="*/ 324574 w 1906619"/>
                  <a:gd name="connsiteY29" fmla="*/ 45547 h 270534"/>
                  <a:gd name="connsiteX30" fmla="*/ 431377 w 1906619"/>
                  <a:gd name="connsiteY30" fmla="*/ 60520 h 270534"/>
                  <a:gd name="connsiteX31" fmla="*/ 536797 w 1906619"/>
                  <a:gd name="connsiteY31" fmla="*/ 71913 h 270534"/>
                  <a:gd name="connsiteX32" fmla="*/ 640591 w 1906619"/>
                  <a:gd name="connsiteY32" fmla="*/ 81299 h 270534"/>
                  <a:gd name="connsiteX33" fmla="*/ 742354 w 1906619"/>
                  <a:gd name="connsiteY33" fmla="*/ 93456 h 270534"/>
                  <a:gd name="connsiteX34" fmla="*/ 842450 w 1906619"/>
                  <a:gd name="connsiteY34" fmla="*/ 105766 h 270534"/>
                  <a:gd name="connsiteX35" fmla="*/ 941734 w 1906619"/>
                  <a:gd name="connsiteY35" fmla="*/ 118666 h 270534"/>
                  <a:gd name="connsiteX36" fmla="*/ 1040936 w 1906619"/>
                  <a:gd name="connsiteY36" fmla="*/ 132831 h 270534"/>
                  <a:gd name="connsiteX37" fmla="*/ 1140748 w 1906619"/>
                  <a:gd name="connsiteY37" fmla="*/ 149092 h 270534"/>
                  <a:gd name="connsiteX38" fmla="*/ 1241454 w 1906619"/>
                  <a:gd name="connsiteY38" fmla="*/ 159634 h 270534"/>
                  <a:gd name="connsiteX39" fmla="*/ 1343419 w 1906619"/>
                  <a:gd name="connsiteY39" fmla="*/ 172948 h 270534"/>
                  <a:gd name="connsiteX40" fmla="*/ 1446970 w 1906619"/>
                  <a:gd name="connsiteY40" fmla="*/ 187768 h 270534"/>
                  <a:gd name="connsiteX41" fmla="*/ 1598232 w 1906619"/>
                  <a:gd name="connsiteY41" fmla="*/ 211647 h 270534"/>
                  <a:gd name="connsiteX42" fmla="*/ 1653990 w 1906619"/>
                  <a:gd name="connsiteY42" fmla="*/ 220923 h 270534"/>
                  <a:gd name="connsiteX43" fmla="*/ 1663378 w 1906619"/>
                  <a:gd name="connsiteY43" fmla="*/ 221883 h 270534"/>
                  <a:gd name="connsiteX44" fmla="*/ 1671303 w 1906619"/>
                  <a:gd name="connsiteY44" fmla="*/ 222254 h 270534"/>
                  <a:gd name="connsiteX45" fmla="*/ 1753396 w 1906619"/>
                  <a:gd name="connsiteY45" fmla="*/ 235787 h 270534"/>
                  <a:gd name="connsiteX46" fmla="*/ 1779649 w 1906619"/>
                  <a:gd name="connsiteY46" fmla="*/ 242859 h 270534"/>
                  <a:gd name="connsiteX47" fmla="*/ 1886898 w 1906619"/>
                  <a:gd name="connsiteY47" fmla="*/ 262110 h 270534"/>
                  <a:gd name="connsiteX48" fmla="*/ 1905349 w 1906619"/>
                  <a:gd name="connsiteY48" fmla="*/ 267916 h 270534"/>
                  <a:gd name="connsiteX49" fmla="*/ 1906283 w 1906619"/>
                  <a:gd name="connsiteY49" fmla="*/ 269836 h 270534"/>
                  <a:gd name="connsiteX50" fmla="*/ 1904089 w 1906619"/>
                  <a:gd name="connsiteY50" fmla="*/ 270535 h 27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906619" h="270534">
                    <a:moveTo>
                      <a:pt x="1904130" y="270491"/>
                    </a:moveTo>
                    <a:cubicBezTo>
                      <a:pt x="1903682" y="270491"/>
                      <a:pt x="1903235" y="270447"/>
                      <a:pt x="1902829" y="270338"/>
                    </a:cubicBezTo>
                    <a:lnTo>
                      <a:pt x="1884866" y="264642"/>
                    </a:lnTo>
                    <a:lnTo>
                      <a:pt x="1777780" y="245456"/>
                    </a:lnTo>
                    <a:lnTo>
                      <a:pt x="1751608" y="238362"/>
                    </a:lnTo>
                    <a:lnTo>
                      <a:pt x="1670409" y="224983"/>
                    </a:lnTo>
                    <a:lnTo>
                      <a:pt x="1662728" y="224612"/>
                    </a:lnTo>
                    <a:lnTo>
                      <a:pt x="1652812" y="223586"/>
                    </a:lnTo>
                    <a:lnTo>
                      <a:pt x="1596891" y="214266"/>
                    </a:lnTo>
                    <a:lnTo>
                      <a:pt x="1549464" y="206867"/>
                    </a:lnTo>
                    <a:lnTo>
                      <a:pt x="1445670" y="190453"/>
                    </a:lnTo>
                    <a:lnTo>
                      <a:pt x="1342241" y="175633"/>
                    </a:lnTo>
                    <a:lnTo>
                      <a:pt x="1240478" y="162319"/>
                    </a:lnTo>
                    <a:lnTo>
                      <a:pt x="1139610" y="151755"/>
                    </a:lnTo>
                    <a:lnTo>
                      <a:pt x="1039635" y="135516"/>
                    </a:lnTo>
                    <a:lnTo>
                      <a:pt x="940514" y="121350"/>
                    </a:lnTo>
                    <a:lnTo>
                      <a:pt x="841353" y="108494"/>
                    </a:lnTo>
                    <a:lnTo>
                      <a:pt x="741297" y="96184"/>
                    </a:lnTo>
                    <a:lnTo>
                      <a:pt x="639697" y="84049"/>
                    </a:lnTo>
                    <a:lnTo>
                      <a:pt x="535943" y="74663"/>
                    </a:lnTo>
                    <a:lnTo>
                      <a:pt x="430320" y="63270"/>
                    </a:lnTo>
                    <a:lnTo>
                      <a:pt x="323396" y="48231"/>
                    </a:lnTo>
                    <a:lnTo>
                      <a:pt x="209604" y="33324"/>
                    </a:lnTo>
                    <a:lnTo>
                      <a:pt x="108492" y="18722"/>
                    </a:lnTo>
                    <a:lnTo>
                      <a:pt x="1893" y="2745"/>
                    </a:lnTo>
                    <a:cubicBezTo>
                      <a:pt x="511" y="2570"/>
                      <a:pt x="-302" y="1784"/>
                      <a:pt x="105" y="1042"/>
                    </a:cubicBezTo>
                    <a:cubicBezTo>
                      <a:pt x="471" y="300"/>
                      <a:pt x="1852" y="-136"/>
                      <a:pt x="3234" y="38"/>
                    </a:cubicBezTo>
                    <a:lnTo>
                      <a:pt x="109833" y="16015"/>
                    </a:lnTo>
                    <a:lnTo>
                      <a:pt x="217122" y="31534"/>
                    </a:lnTo>
                    <a:lnTo>
                      <a:pt x="324574" y="45547"/>
                    </a:lnTo>
                    <a:lnTo>
                      <a:pt x="431377" y="60520"/>
                    </a:lnTo>
                    <a:lnTo>
                      <a:pt x="536797" y="71913"/>
                    </a:lnTo>
                    <a:lnTo>
                      <a:pt x="640591" y="81299"/>
                    </a:lnTo>
                    <a:lnTo>
                      <a:pt x="742354" y="93456"/>
                    </a:lnTo>
                    <a:lnTo>
                      <a:pt x="842450" y="105766"/>
                    </a:lnTo>
                    <a:lnTo>
                      <a:pt x="941734" y="118666"/>
                    </a:lnTo>
                    <a:lnTo>
                      <a:pt x="1040936" y="132831"/>
                    </a:lnTo>
                    <a:lnTo>
                      <a:pt x="1140748" y="149092"/>
                    </a:lnTo>
                    <a:lnTo>
                      <a:pt x="1241454" y="159634"/>
                    </a:lnTo>
                    <a:lnTo>
                      <a:pt x="1343419" y="172948"/>
                    </a:lnTo>
                    <a:lnTo>
                      <a:pt x="1446970" y="187768"/>
                    </a:lnTo>
                    <a:lnTo>
                      <a:pt x="1598232" y="211647"/>
                    </a:lnTo>
                    <a:lnTo>
                      <a:pt x="1653990" y="220923"/>
                    </a:lnTo>
                    <a:lnTo>
                      <a:pt x="1663378" y="221883"/>
                    </a:lnTo>
                    <a:lnTo>
                      <a:pt x="1671303" y="222254"/>
                    </a:lnTo>
                    <a:lnTo>
                      <a:pt x="1753396" y="235787"/>
                    </a:lnTo>
                    <a:lnTo>
                      <a:pt x="1779649" y="242859"/>
                    </a:lnTo>
                    <a:lnTo>
                      <a:pt x="1886898" y="262110"/>
                    </a:lnTo>
                    <a:lnTo>
                      <a:pt x="1905349" y="267916"/>
                    </a:lnTo>
                    <a:cubicBezTo>
                      <a:pt x="1906568" y="268287"/>
                      <a:pt x="1906974" y="269138"/>
                      <a:pt x="1906283" y="269836"/>
                    </a:cubicBezTo>
                    <a:cubicBezTo>
                      <a:pt x="1905836" y="270273"/>
                      <a:pt x="1904942" y="270535"/>
                      <a:pt x="1904089" y="27053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19" name="Freeform: Shape 118">
                <a:extLst>
                  <a:ext uri="{FF2B5EF4-FFF2-40B4-BE49-F238E27FC236}">
                    <a16:creationId xmlns:a16="http://schemas.microsoft.com/office/drawing/2014/main" id="{C3AB4569-D07F-4DD8-9C7D-024D10A8A1C9}"/>
                  </a:ext>
                </a:extLst>
              </p:cNvPr>
              <p:cNvSpPr/>
              <p:nvPr/>
            </p:nvSpPr>
            <p:spPr>
              <a:xfrm>
                <a:off x="2439253" y="5668872"/>
                <a:ext cx="1591633" cy="309514"/>
              </a:xfrm>
              <a:custGeom>
                <a:avLst/>
                <a:gdLst>
                  <a:gd name="connsiteX0" fmla="*/ 1589105 w 1591633"/>
                  <a:gd name="connsiteY0" fmla="*/ 309427 h 309514"/>
                  <a:gd name="connsiteX1" fmla="*/ 1588373 w 1591633"/>
                  <a:gd name="connsiteY1" fmla="*/ 309383 h 309514"/>
                  <a:gd name="connsiteX2" fmla="*/ 1550253 w 1591633"/>
                  <a:gd name="connsiteY2" fmla="*/ 302661 h 309514"/>
                  <a:gd name="connsiteX3" fmla="*/ 1492747 w 1591633"/>
                  <a:gd name="connsiteY3" fmla="*/ 290132 h 309514"/>
                  <a:gd name="connsiteX4" fmla="*/ 1394033 w 1591633"/>
                  <a:gd name="connsiteY4" fmla="*/ 261474 h 309514"/>
                  <a:gd name="connsiteX5" fmla="*/ 1292473 w 1591633"/>
                  <a:gd name="connsiteY5" fmla="*/ 238622 h 309514"/>
                  <a:gd name="connsiteX6" fmla="*/ 1190711 w 1591633"/>
                  <a:gd name="connsiteY6" fmla="*/ 216511 h 309514"/>
                  <a:gd name="connsiteX7" fmla="*/ 1089111 w 1591633"/>
                  <a:gd name="connsiteY7" fmla="*/ 196693 h 309514"/>
                  <a:gd name="connsiteX8" fmla="*/ 989462 w 1591633"/>
                  <a:gd name="connsiteY8" fmla="*/ 171112 h 309514"/>
                  <a:gd name="connsiteX9" fmla="*/ 891560 w 1591633"/>
                  <a:gd name="connsiteY9" fmla="*/ 154066 h 309514"/>
                  <a:gd name="connsiteX10" fmla="*/ 795121 w 1591633"/>
                  <a:gd name="connsiteY10" fmla="*/ 134509 h 309514"/>
                  <a:gd name="connsiteX11" fmla="*/ 700471 w 1591633"/>
                  <a:gd name="connsiteY11" fmla="*/ 109147 h 309514"/>
                  <a:gd name="connsiteX12" fmla="*/ 607161 w 1591633"/>
                  <a:gd name="connsiteY12" fmla="*/ 86491 h 309514"/>
                  <a:gd name="connsiteX13" fmla="*/ 513486 w 1591633"/>
                  <a:gd name="connsiteY13" fmla="*/ 62787 h 309514"/>
                  <a:gd name="connsiteX14" fmla="*/ 417901 w 1591633"/>
                  <a:gd name="connsiteY14" fmla="*/ 46002 h 309514"/>
                  <a:gd name="connsiteX15" fmla="*/ 319024 w 1591633"/>
                  <a:gd name="connsiteY15" fmla="*/ 31139 h 309514"/>
                  <a:gd name="connsiteX16" fmla="*/ 216448 w 1591633"/>
                  <a:gd name="connsiteY16" fmla="*/ 23368 h 309514"/>
                  <a:gd name="connsiteX17" fmla="*/ 110337 w 1591633"/>
                  <a:gd name="connsiteY17" fmla="*/ 14790 h 309514"/>
                  <a:gd name="connsiteX18" fmla="*/ 2072 w 1591633"/>
                  <a:gd name="connsiteY18" fmla="*/ 2808 h 309514"/>
                  <a:gd name="connsiteX19" fmla="*/ 40 w 1591633"/>
                  <a:gd name="connsiteY19" fmla="*/ 1149 h 309514"/>
                  <a:gd name="connsiteX20" fmla="*/ 3048 w 1591633"/>
                  <a:gd name="connsiteY20" fmla="*/ 36 h 309514"/>
                  <a:gd name="connsiteX21" fmla="*/ 111191 w 1591633"/>
                  <a:gd name="connsiteY21" fmla="*/ 12019 h 309514"/>
                  <a:gd name="connsiteX22" fmla="*/ 217098 w 1591633"/>
                  <a:gd name="connsiteY22" fmla="*/ 20596 h 309514"/>
                  <a:gd name="connsiteX23" fmla="*/ 319999 w 1591633"/>
                  <a:gd name="connsiteY23" fmla="*/ 28367 h 309514"/>
                  <a:gd name="connsiteX24" fmla="*/ 419323 w 1591633"/>
                  <a:gd name="connsiteY24" fmla="*/ 43340 h 309514"/>
                  <a:gd name="connsiteX25" fmla="*/ 515274 w 1591633"/>
                  <a:gd name="connsiteY25" fmla="*/ 60190 h 309514"/>
                  <a:gd name="connsiteX26" fmla="*/ 609193 w 1591633"/>
                  <a:gd name="connsiteY26" fmla="*/ 83915 h 309514"/>
                  <a:gd name="connsiteX27" fmla="*/ 702624 w 1591633"/>
                  <a:gd name="connsiteY27" fmla="*/ 106615 h 309514"/>
                  <a:gd name="connsiteX28" fmla="*/ 797072 w 1591633"/>
                  <a:gd name="connsiteY28" fmla="*/ 131977 h 309514"/>
                  <a:gd name="connsiteX29" fmla="*/ 893226 w 1591633"/>
                  <a:gd name="connsiteY29" fmla="*/ 151425 h 309514"/>
                  <a:gd name="connsiteX30" fmla="*/ 991290 w 1591633"/>
                  <a:gd name="connsiteY30" fmla="*/ 168537 h 309514"/>
                  <a:gd name="connsiteX31" fmla="*/ 1091062 w 1591633"/>
                  <a:gd name="connsiteY31" fmla="*/ 194117 h 309514"/>
                  <a:gd name="connsiteX32" fmla="*/ 1192499 w 1591633"/>
                  <a:gd name="connsiteY32" fmla="*/ 213892 h 309514"/>
                  <a:gd name="connsiteX33" fmla="*/ 1294343 w 1591633"/>
                  <a:gd name="connsiteY33" fmla="*/ 236068 h 309514"/>
                  <a:gd name="connsiteX34" fmla="*/ 1396146 w 1591633"/>
                  <a:gd name="connsiteY34" fmla="*/ 258986 h 309514"/>
                  <a:gd name="connsiteX35" fmla="*/ 1494820 w 1591633"/>
                  <a:gd name="connsiteY35" fmla="*/ 287666 h 309514"/>
                  <a:gd name="connsiteX36" fmla="*/ 1551960 w 1591633"/>
                  <a:gd name="connsiteY36" fmla="*/ 300085 h 309514"/>
                  <a:gd name="connsiteX37" fmla="*/ 1589877 w 1591633"/>
                  <a:gd name="connsiteY37" fmla="*/ 306742 h 309514"/>
                  <a:gd name="connsiteX38" fmla="*/ 1591503 w 1591633"/>
                  <a:gd name="connsiteY38" fmla="*/ 308554 h 309514"/>
                  <a:gd name="connsiteX39" fmla="*/ 1589064 w 1591633"/>
                  <a:gd name="connsiteY39" fmla="*/ 309514 h 309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91633" h="309514">
                    <a:moveTo>
                      <a:pt x="1589105" y="309427"/>
                    </a:moveTo>
                    <a:cubicBezTo>
                      <a:pt x="1588861" y="309427"/>
                      <a:pt x="1588617" y="309427"/>
                      <a:pt x="1588373" y="309383"/>
                    </a:cubicBezTo>
                    <a:lnTo>
                      <a:pt x="1550253" y="302661"/>
                    </a:lnTo>
                    <a:lnTo>
                      <a:pt x="1492747" y="290132"/>
                    </a:lnTo>
                    <a:lnTo>
                      <a:pt x="1394033" y="261474"/>
                    </a:lnTo>
                    <a:lnTo>
                      <a:pt x="1292473" y="238622"/>
                    </a:lnTo>
                    <a:lnTo>
                      <a:pt x="1190711" y="216511"/>
                    </a:lnTo>
                    <a:lnTo>
                      <a:pt x="1089111" y="196693"/>
                    </a:lnTo>
                    <a:lnTo>
                      <a:pt x="989462" y="171112"/>
                    </a:lnTo>
                    <a:lnTo>
                      <a:pt x="891560" y="154066"/>
                    </a:lnTo>
                    <a:lnTo>
                      <a:pt x="795121" y="134509"/>
                    </a:lnTo>
                    <a:lnTo>
                      <a:pt x="700471" y="109147"/>
                    </a:lnTo>
                    <a:lnTo>
                      <a:pt x="607161" y="86491"/>
                    </a:lnTo>
                    <a:lnTo>
                      <a:pt x="513486" y="62787"/>
                    </a:lnTo>
                    <a:lnTo>
                      <a:pt x="417901" y="46002"/>
                    </a:lnTo>
                    <a:lnTo>
                      <a:pt x="319024" y="31139"/>
                    </a:lnTo>
                    <a:lnTo>
                      <a:pt x="216448" y="23368"/>
                    </a:lnTo>
                    <a:lnTo>
                      <a:pt x="110337" y="14790"/>
                    </a:lnTo>
                    <a:lnTo>
                      <a:pt x="2072" y="2808"/>
                    </a:lnTo>
                    <a:cubicBezTo>
                      <a:pt x="690" y="2655"/>
                      <a:pt x="-204" y="1891"/>
                      <a:pt x="40" y="1149"/>
                    </a:cubicBezTo>
                    <a:cubicBezTo>
                      <a:pt x="325" y="341"/>
                      <a:pt x="1666" y="-139"/>
                      <a:pt x="3048" y="36"/>
                    </a:cubicBezTo>
                    <a:lnTo>
                      <a:pt x="111191" y="12019"/>
                    </a:lnTo>
                    <a:lnTo>
                      <a:pt x="217098" y="20596"/>
                    </a:lnTo>
                    <a:lnTo>
                      <a:pt x="319999" y="28367"/>
                    </a:lnTo>
                    <a:lnTo>
                      <a:pt x="419323" y="43340"/>
                    </a:lnTo>
                    <a:lnTo>
                      <a:pt x="515274" y="60190"/>
                    </a:lnTo>
                    <a:lnTo>
                      <a:pt x="609193" y="83915"/>
                    </a:lnTo>
                    <a:lnTo>
                      <a:pt x="702624" y="106615"/>
                    </a:lnTo>
                    <a:lnTo>
                      <a:pt x="797072" y="131977"/>
                    </a:lnTo>
                    <a:lnTo>
                      <a:pt x="893226" y="151425"/>
                    </a:lnTo>
                    <a:lnTo>
                      <a:pt x="991290" y="168537"/>
                    </a:lnTo>
                    <a:lnTo>
                      <a:pt x="1091062" y="194117"/>
                    </a:lnTo>
                    <a:lnTo>
                      <a:pt x="1192499" y="213892"/>
                    </a:lnTo>
                    <a:lnTo>
                      <a:pt x="1294343" y="236068"/>
                    </a:lnTo>
                    <a:lnTo>
                      <a:pt x="1396146" y="258986"/>
                    </a:lnTo>
                    <a:lnTo>
                      <a:pt x="1494820" y="287666"/>
                    </a:lnTo>
                    <a:lnTo>
                      <a:pt x="1551960" y="300085"/>
                    </a:lnTo>
                    <a:lnTo>
                      <a:pt x="1589877" y="306742"/>
                    </a:lnTo>
                    <a:cubicBezTo>
                      <a:pt x="1591218" y="307004"/>
                      <a:pt x="1591950" y="307812"/>
                      <a:pt x="1591503" y="308554"/>
                    </a:cubicBezTo>
                    <a:cubicBezTo>
                      <a:pt x="1591137" y="309143"/>
                      <a:pt x="1590161" y="309514"/>
                      <a:pt x="1589064" y="30951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0" name="Freeform: Shape 119">
                <a:extLst>
                  <a:ext uri="{FF2B5EF4-FFF2-40B4-BE49-F238E27FC236}">
                    <a16:creationId xmlns:a16="http://schemas.microsoft.com/office/drawing/2014/main" id="{EAABFB22-ADA9-4764-9EAD-AB0D2B36EAC4}"/>
                  </a:ext>
                </a:extLst>
              </p:cNvPr>
              <p:cNvSpPr/>
              <p:nvPr/>
            </p:nvSpPr>
            <p:spPr>
              <a:xfrm>
                <a:off x="0" y="5892018"/>
                <a:ext cx="940573" cy="37803"/>
              </a:xfrm>
              <a:custGeom>
                <a:avLst/>
                <a:gdLst>
                  <a:gd name="connsiteX0" fmla="*/ 937890 w 940573"/>
                  <a:gd name="connsiteY0" fmla="*/ 3361 h 37803"/>
                  <a:gd name="connsiteX1" fmla="*/ 936061 w 940573"/>
                  <a:gd name="connsiteY1" fmla="*/ 3361 h 37803"/>
                  <a:gd name="connsiteX2" fmla="*/ 934761 w 940573"/>
                  <a:gd name="connsiteY2" fmla="*/ 3318 h 37803"/>
                  <a:gd name="connsiteX3" fmla="*/ 887334 w 940573"/>
                  <a:gd name="connsiteY3" fmla="*/ 4169 h 37803"/>
                  <a:gd name="connsiteX4" fmla="*/ 768340 w 940573"/>
                  <a:gd name="connsiteY4" fmla="*/ 5347 h 37803"/>
                  <a:gd name="connsiteX5" fmla="*/ 649590 w 940573"/>
                  <a:gd name="connsiteY5" fmla="*/ 6723 h 37803"/>
                  <a:gd name="connsiteX6" fmla="*/ 530555 w 940573"/>
                  <a:gd name="connsiteY6" fmla="*/ 3470 h 37803"/>
                  <a:gd name="connsiteX7" fmla="*/ 411886 w 940573"/>
                  <a:gd name="connsiteY7" fmla="*/ 6461 h 37803"/>
                  <a:gd name="connsiteX8" fmla="*/ 230876 w 940573"/>
                  <a:gd name="connsiteY8" fmla="*/ 2139 h 37803"/>
                  <a:gd name="connsiteX9" fmla="*/ 173167 w 940573"/>
                  <a:gd name="connsiteY9" fmla="*/ 0 h 37803"/>
                  <a:gd name="connsiteX10" fmla="*/ 153822 w 940573"/>
                  <a:gd name="connsiteY10" fmla="*/ 327 h 37803"/>
                  <a:gd name="connsiteX11" fmla="*/ 115011 w 940573"/>
                  <a:gd name="connsiteY11" fmla="*/ 2510 h 37803"/>
                  <a:gd name="connsiteX12" fmla="*/ 104932 w 940573"/>
                  <a:gd name="connsiteY12" fmla="*/ 3623 h 37803"/>
                  <a:gd name="connsiteX13" fmla="*/ 55433 w 940573"/>
                  <a:gd name="connsiteY13" fmla="*/ 6504 h 37803"/>
                  <a:gd name="connsiteX14" fmla="*/ 53848 w 940573"/>
                  <a:gd name="connsiteY14" fmla="*/ 6941 h 37803"/>
                  <a:gd name="connsiteX15" fmla="*/ 5486 w 940573"/>
                  <a:gd name="connsiteY15" fmla="*/ 34922 h 37803"/>
                  <a:gd name="connsiteX16" fmla="*/ 0 w 940573"/>
                  <a:gd name="connsiteY16" fmla="*/ 34966 h 37803"/>
                  <a:gd name="connsiteX17" fmla="*/ 0 w 940573"/>
                  <a:gd name="connsiteY17" fmla="*/ 37804 h 37803"/>
                  <a:gd name="connsiteX18" fmla="*/ 6706 w 940573"/>
                  <a:gd name="connsiteY18" fmla="*/ 37694 h 37803"/>
                  <a:gd name="connsiteX19" fmla="*/ 8453 w 940573"/>
                  <a:gd name="connsiteY19" fmla="*/ 37280 h 37803"/>
                  <a:gd name="connsiteX20" fmla="*/ 56937 w 940573"/>
                  <a:gd name="connsiteY20" fmla="*/ 9254 h 37803"/>
                  <a:gd name="connsiteX21" fmla="*/ 105745 w 940573"/>
                  <a:gd name="connsiteY21" fmla="*/ 6417 h 37803"/>
                  <a:gd name="connsiteX22" fmla="*/ 115824 w 940573"/>
                  <a:gd name="connsiteY22" fmla="*/ 5347 h 37803"/>
                  <a:gd name="connsiteX23" fmla="*/ 154188 w 940573"/>
                  <a:gd name="connsiteY23" fmla="*/ 3099 h 37803"/>
                  <a:gd name="connsiteX24" fmla="*/ 173126 w 940573"/>
                  <a:gd name="connsiteY24" fmla="*/ 2837 h 37803"/>
                  <a:gd name="connsiteX25" fmla="*/ 230673 w 940573"/>
                  <a:gd name="connsiteY25" fmla="*/ 4955 h 37803"/>
                  <a:gd name="connsiteX26" fmla="*/ 412008 w 940573"/>
                  <a:gd name="connsiteY26" fmla="*/ 9276 h 37803"/>
                  <a:gd name="connsiteX27" fmla="*/ 530637 w 940573"/>
                  <a:gd name="connsiteY27" fmla="*/ 6242 h 37803"/>
                  <a:gd name="connsiteX28" fmla="*/ 649590 w 940573"/>
                  <a:gd name="connsiteY28" fmla="*/ 9495 h 37803"/>
                  <a:gd name="connsiteX29" fmla="*/ 768502 w 940573"/>
                  <a:gd name="connsiteY29" fmla="*/ 8163 h 37803"/>
                  <a:gd name="connsiteX30" fmla="*/ 887496 w 940573"/>
                  <a:gd name="connsiteY30" fmla="*/ 6984 h 37803"/>
                  <a:gd name="connsiteX31" fmla="*/ 929234 w 940573"/>
                  <a:gd name="connsiteY31" fmla="*/ 6133 h 37803"/>
                  <a:gd name="connsiteX32" fmla="*/ 934639 w 940573"/>
                  <a:gd name="connsiteY32" fmla="*/ 6133 h 37803"/>
                  <a:gd name="connsiteX33" fmla="*/ 935939 w 940573"/>
                  <a:gd name="connsiteY33" fmla="*/ 6177 h 37803"/>
                  <a:gd name="connsiteX34" fmla="*/ 938134 w 940573"/>
                  <a:gd name="connsiteY34" fmla="*/ 6177 h 37803"/>
                  <a:gd name="connsiteX35" fmla="*/ 940572 w 940573"/>
                  <a:gd name="connsiteY35" fmla="*/ 4693 h 37803"/>
                  <a:gd name="connsiteX36" fmla="*/ 937971 w 940573"/>
                  <a:gd name="connsiteY36" fmla="*/ 3361 h 37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40573" h="37803">
                    <a:moveTo>
                      <a:pt x="937890" y="3361"/>
                    </a:moveTo>
                    <a:lnTo>
                      <a:pt x="936061" y="3361"/>
                    </a:lnTo>
                    <a:lnTo>
                      <a:pt x="934761" y="3318"/>
                    </a:lnTo>
                    <a:lnTo>
                      <a:pt x="887334" y="4169"/>
                    </a:lnTo>
                    <a:lnTo>
                      <a:pt x="768340" y="5347"/>
                    </a:lnTo>
                    <a:lnTo>
                      <a:pt x="649590" y="6723"/>
                    </a:lnTo>
                    <a:lnTo>
                      <a:pt x="530555" y="3470"/>
                    </a:lnTo>
                    <a:lnTo>
                      <a:pt x="411886" y="6461"/>
                    </a:lnTo>
                    <a:lnTo>
                      <a:pt x="230876" y="2139"/>
                    </a:lnTo>
                    <a:lnTo>
                      <a:pt x="173167" y="0"/>
                    </a:lnTo>
                    <a:lnTo>
                      <a:pt x="153822" y="327"/>
                    </a:lnTo>
                    <a:lnTo>
                      <a:pt x="115011" y="2510"/>
                    </a:lnTo>
                    <a:lnTo>
                      <a:pt x="104932" y="3623"/>
                    </a:lnTo>
                    <a:lnTo>
                      <a:pt x="55433" y="6504"/>
                    </a:lnTo>
                    <a:cubicBezTo>
                      <a:pt x="54823" y="6548"/>
                      <a:pt x="54295" y="6657"/>
                      <a:pt x="53848" y="6941"/>
                    </a:cubicBezTo>
                    <a:lnTo>
                      <a:pt x="5486" y="34922"/>
                    </a:lnTo>
                    <a:lnTo>
                      <a:pt x="0" y="34966"/>
                    </a:lnTo>
                    <a:lnTo>
                      <a:pt x="0" y="37804"/>
                    </a:lnTo>
                    <a:lnTo>
                      <a:pt x="6706" y="37694"/>
                    </a:lnTo>
                    <a:cubicBezTo>
                      <a:pt x="7356" y="37694"/>
                      <a:pt x="8006" y="37542"/>
                      <a:pt x="8453" y="37280"/>
                    </a:cubicBezTo>
                    <a:lnTo>
                      <a:pt x="56937" y="9254"/>
                    </a:lnTo>
                    <a:lnTo>
                      <a:pt x="105745" y="6417"/>
                    </a:lnTo>
                    <a:lnTo>
                      <a:pt x="115824" y="5347"/>
                    </a:lnTo>
                    <a:lnTo>
                      <a:pt x="154188" y="3099"/>
                    </a:lnTo>
                    <a:lnTo>
                      <a:pt x="173126" y="2837"/>
                    </a:lnTo>
                    <a:lnTo>
                      <a:pt x="230673" y="4955"/>
                    </a:lnTo>
                    <a:lnTo>
                      <a:pt x="412008" y="9276"/>
                    </a:lnTo>
                    <a:lnTo>
                      <a:pt x="530637" y="6242"/>
                    </a:lnTo>
                    <a:lnTo>
                      <a:pt x="649590" y="9495"/>
                    </a:lnTo>
                    <a:lnTo>
                      <a:pt x="768502" y="8163"/>
                    </a:lnTo>
                    <a:lnTo>
                      <a:pt x="887496" y="6984"/>
                    </a:lnTo>
                    <a:lnTo>
                      <a:pt x="929234" y="6133"/>
                    </a:lnTo>
                    <a:lnTo>
                      <a:pt x="934639" y="6133"/>
                    </a:lnTo>
                    <a:lnTo>
                      <a:pt x="935939" y="6177"/>
                    </a:lnTo>
                    <a:lnTo>
                      <a:pt x="938134" y="6177"/>
                    </a:lnTo>
                    <a:cubicBezTo>
                      <a:pt x="939516" y="6133"/>
                      <a:pt x="940613" y="5478"/>
                      <a:pt x="940572" y="4693"/>
                    </a:cubicBezTo>
                    <a:cubicBezTo>
                      <a:pt x="940572" y="3951"/>
                      <a:pt x="939434" y="3405"/>
                      <a:pt x="937971" y="336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1" name="Freeform: Shape 120">
                <a:extLst>
                  <a:ext uri="{FF2B5EF4-FFF2-40B4-BE49-F238E27FC236}">
                    <a16:creationId xmlns:a16="http://schemas.microsoft.com/office/drawing/2014/main" id="{C3E6CDAA-0780-4164-9219-A3D992B36545}"/>
                  </a:ext>
                </a:extLst>
              </p:cNvPr>
              <p:cNvSpPr/>
              <p:nvPr/>
            </p:nvSpPr>
            <p:spPr>
              <a:xfrm>
                <a:off x="8368385" y="6166596"/>
                <a:ext cx="474923" cy="16828"/>
              </a:xfrm>
              <a:custGeom>
                <a:avLst/>
                <a:gdLst>
                  <a:gd name="connsiteX0" fmla="*/ 367223 w 474923"/>
                  <a:gd name="connsiteY0" fmla="*/ 16806 h 16828"/>
                  <a:gd name="connsiteX1" fmla="*/ 365841 w 474923"/>
                  <a:gd name="connsiteY1" fmla="*/ 16544 h 16828"/>
                  <a:gd name="connsiteX2" fmla="*/ 348001 w 474923"/>
                  <a:gd name="connsiteY2" fmla="*/ 10106 h 16828"/>
                  <a:gd name="connsiteX3" fmla="*/ 238151 w 474923"/>
                  <a:gd name="connsiteY3" fmla="*/ 9887 h 16828"/>
                  <a:gd name="connsiteX4" fmla="*/ 236647 w 474923"/>
                  <a:gd name="connsiteY4" fmla="*/ 9626 h 16828"/>
                  <a:gd name="connsiteX5" fmla="*/ 221164 w 474923"/>
                  <a:gd name="connsiteY5" fmla="*/ 3187 h 16828"/>
                  <a:gd name="connsiteX6" fmla="*/ 2561 w 474923"/>
                  <a:gd name="connsiteY6" fmla="*/ 2816 h 16828"/>
                  <a:gd name="connsiteX7" fmla="*/ 0 w 474923"/>
                  <a:gd name="connsiteY7" fmla="*/ 1375 h 16828"/>
                  <a:gd name="connsiteX8" fmla="*/ 2561 w 474923"/>
                  <a:gd name="connsiteY8" fmla="*/ 0 h 16828"/>
                  <a:gd name="connsiteX9" fmla="*/ 2561 w 474923"/>
                  <a:gd name="connsiteY9" fmla="*/ 0 h 16828"/>
                  <a:gd name="connsiteX10" fmla="*/ 222058 w 474923"/>
                  <a:gd name="connsiteY10" fmla="*/ 371 h 16828"/>
                  <a:gd name="connsiteX11" fmla="*/ 223520 w 474923"/>
                  <a:gd name="connsiteY11" fmla="*/ 633 h 16828"/>
                  <a:gd name="connsiteX12" fmla="*/ 239004 w 474923"/>
                  <a:gd name="connsiteY12" fmla="*/ 7137 h 16828"/>
                  <a:gd name="connsiteX13" fmla="*/ 348732 w 474923"/>
                  <a:gd name="connsiteY13" fmla="*/ 7290 h 16828"/>
                  <a:gd name="connsiteX14" fmla="*/ 350114 w 474923"/>
                  <a:gd name="connsiteY14" fmla="*/ 7508 h 16828"/>
                  <a:gd name="connsiteX15" fmla="*/ 367671 w 474923"/>
                  <a:gd name="connsiteY15" fmla="*/ 13903 h 16828"/>
                  <a:gd name="connsiteX16" fmla="*/ 400102 w 474923"/>
                  <a:gd name="connsiteY16" fmla="*/ 10018 h 16828"/>
                  <a:gd name="connsiteX17" fmla="*/ 400792 w 474923"/>
                  <a:gd name="connsiteY17" fmla="*/ 10018 h 16828"/>
                  <a:gd name="connsiteX18" fmla="*/ 472521 w 474923"/>
                  <a:gd name="connsiteY18" fmla="*/ 12463 h 16828"/>
                  <a:gd name="connsiteX19" fmla="*/ 474919 w 474923"/>
                  <a:gd name="connsiteY19" fmla="*/ 13947 h 16828"/>
                  <a:gd name="connsiteX20" fmla="*/ 472238 w 474923"/>
                  <a:gd name="connsiteY20" fmla="*/ 15279 h 16828"/>
                  <a:gd name="connsiteX21" fmla="*/ 400914 w 474923"/>
                  <a:gd name="connsiteY21" fmla="*/ 12769 h 16828"/>
                  <a:gd name="connsiteX22" fmla="*/ 367671 w 474923"/>
                  <a:gd name="connsiteY22" fmla="*/ 16763 h 16828"/>
                  <a:gd name="connsiteX23" fmla="*/ 367183 w 474923"/>
                  <a:gd name="connsiteY23" fmla="*/ 16828 h 16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4923" h="16828">
                    <a:moveTo>
                      <a:pt x="367223" y="16806"/>
                    </a:moveTo>
                    <a:cubicBezTo>
                      <a:pt x="366735" y="16806"/>
                      <a:pt x="366248" y="16697"/>
                      <a:pt x="365841" y="16544"/>
                    </a:cubicBezTo>
                    <a:lnTo>
                      <a:pt x="348001" y="10106"/>
                    </a:lnTo>
                    <a:lnTo>
                      <a:pt x="238151" y="9887"/>
                    </a:lnTo>
                    <a:cubicBezTo>
                      <a:pt x="237663" y="9887"/>
                      <a:pt x="237053" y="9778"/>
                      <a:pt x="236647" y="9626"/>
                    </a:cubicBezTo>
                    <a:lnTo>
                      <a:pt x="221164" y="3187"/>
                    </a:lnTo>
                    <a:lnTo>
                      <a:pt x="2561" y="2816"/>
                    </a:lnTo>
                    <a:cubicBezTo>
                      <a:pt x="1179" y="2816"/>
                      <a:pt x="0" y="2183"/>
                      <a:pt x="0" y="1375"/>
                    </a:cubicBezTo>
                    <a:cubicBezTo>
                      <a:pt x="0" y="633"/>
                      <a:pt x="1179" y="0"/>
                      <a:pt x="2561" y="0"/>
                    </a:cubicBezTo>
                    <a:lnTo>
                      <a:pt x="2561" y="0"/>
                    </a:lnTo>
                    <a:lnTo>
                      <a:pt x="222058" y="371"/>
                    </a:lnTo>
                    <a:cubicBezTo>
                      <a:pt x="222545" y="371"/>
                      <a:pt x="223033" y="480"/>
                      <a:pt x="223520" y="633"/>
                    </a:cubicBezTo>
                    <a:lnTo>
                      <a:pt x="239004" y="7137"/>
                    </a:lnTo>
                    <a:lnTo>
                      <a:pt x="348732" y="7290"/>
                    </a:lnTo>
                    <a:cubicBezTo>
                      <a:pt x="349220" y="7290"/>
                      <a:pt x="349626" y="7399"/>
                      <a:pt x="350114" y="7508"/>
                    </a:cubicBezTo>
                    <a:lnTo>
                      <a:pt x="367671" y="13903"/>
                    </a:lnTo>
                    <a:lnTo>
                      <a:pt x="400102" y="10018"/>
                    </a:lnTo>
                    <a:cubicBezTo>
                      <a:pt x="400385" y="10018"/>
                      <a:pt x="400589" y="9953"/>
                      <a:pt x="400792" y="10018"/>
                    </a:cubicBezTo>
                    <a:lnTo>
                      <a:pt x="472521" y="12463"/>
                    </a:lnTo>
                    <a:cubicBezTo>
                      <a:pt x="473903" y="12507"/>
                      <a:pt x="475001" y="13205"/>
                      <a:pt x="474919" y="13947"/>
                    </a:cubicBezTo>
                    <a:cubicBezTo>
                      <a:pt x="474797" y="14755"/>
                      <a:pt x="473537" y="15322"/>
                      <a:pt x="472238" y="15279"/>
                    </a:cubicBezTo>
                    <a:lnTo>
                      <a:pt x="400914" y="12769"/>
                    </a:lnTo>
                    <a:lnTo>
                      <a:pt x="367671" y="16763"/>
                    </a:lnTo>
                    <a:cubicBezTo>
                      <a:pt x="367671" y="16763"/>
                      <a:pt x="367346" y="16828"/>
                      <a:pt x="367183" y="168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2" name="Freeform: Shape 121">
                <a:extLst>
                  <a:ext uri="{FF2B5EF4-FFF2-40B4-BE49-F238E27FC236}">
                    <a16:creationId xmlns:a16="http://schemas.microsoft.com/office/drawing/2014/main" id="{D0E8B82E-77C7-459D-B573-BA362F60D6ED}"/>
                  </a:ext>
                </a:extLst>
              </p:cNvPr>
              <p:cNvSpPr/>
              <p:nvPr/>
            </p:nvSpPr>
            <p:spPr>
              <a:xfrm>
                <a:off x="81" y="5715189"/>
                <a:ext cx="739120" cy="57350"/>
              </a:xfrm>
              <a:custGeom>
                <a:avLst/>
                <a:gdLst>
                  <a:gd name="connsiteX0" fmla="*/ 736356 w 739120"/>
                  <a:gd name="connsiteY0" fmla="*/ 78 h 57350"/>
                  <a:gd name="connsiteX1" fmla="*/ 684784 w 739120"/>
                  <a:gd name="connsiteY1" fmla="*/ 1453 h 57350"/>
                  <a:gd name="connsiteX2" fmla="*/ 581843 w 739120"/>
                  <a:gd name="connsiteY2" fmla="*/ 5032 h 57350"/>
                  <a:gd name="connsiteX3" fmla="*/ 478658 w 739120"/>
                  <a:gd name="connsiteY3" fmla="*/ 9136 h 57350"/>
                  <a:gd name="connsiteX4" fmla="*/ 446877 w 739120"/>
                  <a:gd name="connsiteY4" fmla="*/ 12693 h 57350"/>
                  <a:gd name="connsiteX5" fmla="*/ 446187 w 739120"/>
                  <a:gd name="connsiteY5" fmla="*/ 12846 h 57350"/>
                  <a:gd name="connsiteX6" fmla="*/ 438831 w 739120"/>
                  <a:gd name="connsiteY6" fmla="*/ 15073 h 57350"/>
                  <a:gd name="connsiteX7" fmla="*/ 438262 w 739120"/>
                  <a:gd name="connsiteY7" fmla="*/ 15291 h 57350"/>
                  <a:gd name="connsiteX8" fmla="*/ 398475 w 739120"/>
                  <a:gd name="connsiteY8" fmla="*/ 37729 h 57350"/>
                  <a:gd name="connsiteX9" fmla="*/ 358689 w 739120"/>
                  <a:gd name="connsiteY9" fmla="*/ 54077 h 57350"/>
                  <a:gd name="connsiteX10" fmla="*/ 254772 w 739120"/>
                  <a:gd name="connsiteY10" fmla="*/ 54557 h 57350"/>
                  <a:gd name="connsiteX11" fmla="*/ 150084 w 739120"/>
                  <a:gd name="connsiteY11" fmla="*/ 52854 h 57350"/>
                  <a:gd name="connsiteX12" fmla="*/ 45476 w 739120"/>
                  <a:gd name="connsiteY12" fmla="*/ 49864 h 57350"/>
                  <a:gd name="connsiteX13" fmla="*/ 0 w 739120"/>
                  <a:gd name="connsiteY13" fmla="*/ 48205 h 57350"/>
                  <a:gd name="connsiteX14" fmla="*/ 0 w 739120"/>
                  <a:gd name="connsiteY14" fmla="*/ 51021 h 57350"/>
                  <a:gd name="connsiteX15" fmla="*/ 45192 w 739120"/>
                  <a:gd name="connsiteY15" fmla="*/ 52614 h 57350"/>
                  <a:gd name="connsiteX16" fmla="*/ 149921 w 739120"/>
                  <a:gd name="connsiteY16" fmla="*/ 55648 h 57350"/>
                  <a:gd name="connsiteX17" fmla="*/ 254732 w 739120"/>
                  <a:gd name="connsiteY17" fmla="*/ 57351 h 57350"/>
                  <a:gd name="connsiteX18" fmla="*/ 359583 w 739120"/>
                  <a:gd name="connsiteY18" fmla="*/ 56870 h 57350"/>
                  <a:gd name="connsiteX19" fmla="*/ 361046 w 739120"/>
                  <a:gd name="connsiteY19" fmla="*/ 56608 h 57350"/>
                  <a:gd name="connsiteX20" fmla="*/ 401808 w 739120"/>
                  <a:gd name="connsiteY20" fmla="*/ 39824 h 57350"/>
                  <a:gd name="connsiteX21" fmla="*/ 441635 w 739120"/>
                  <a:gd name="connsiteY21" fmla="*/ 17386 h 57350"/>
                  <a:gd name="connsiteX22" fmla="*/ 448300 w 739120"/>
                  <a:gd name="connsiteY22" fmla="*/ 15356 h 57350"/>
                  <a:gd name="connsiteX23" fmla="*/ 479389 w 739120"/>
                  <a:gd name="connsiteY23" fmla="*/ 11886 h 57350"/>
                  <a:gd name="connsiteX24" fmla="*/ 582249 w 739120"/>
                  <a:gd name="connsiteY24" fmla="*/ 7739 h 57350"/>
                  <a:gd name="connsiteX25" fmla="*/ 685150 w 739120"/>
                  <a:gd name="connsiteY25" fmla="*/ 4159 h 57350"/>
                  <a:gd name="connsiteX26" fmla="*/ 736681 w 739120"/>
                  <a:gd name="connsiteY26" fmla="*/ 2784 h 57350"/>
                  <a:gd name="connsiteX27" fmla="*/ 739120 w 739120"/>
                  <a:gd name="connsiteY27" fmla="*/ 1344 h 57350"/>
                  <a:gd name="connsiteX28" fmla="*/ 736437 w 739120"/>
                  <a:gd name="connsiteY28" fmla="*/ 12 h 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9120" h="57350">
                    <a:moveTo>
                      <a:pt x="736356" y="78"/>
                    </a:moveTo>
                    <a:lnTo>
                      <a:pt x="684784" y="1453"/>
                    </a:lnTo>
                    <a:lnTo>
                      <a:pt x="581843" y="5032"/>
                    </a:lnTo>
                    <a:lnTo>
                      <a:pt x="478658" y="9136"/>
                    </a:lnTo>
                    <a:lnTo>
                      <a:pt x="446877" y="12693"/>
                    </a:lnTo>
                    <a:cubicBezTo>
                      <a:pt x="446634" y="12759"/>
                      <a:pt x="446390" y="12803"/>
                      <a:pt x="446187" y="12846"/>
                    </a:cubicBezTo>
                    <a:lnTo>
                      <a:pt x="438831" y="15073"/>
                    </a:lnTo>
                    <a:cubicBezTo>
                      <a:pt x="438831" y="15073"/>
                      <a:pt x="438424" y="15182"/>
                      <a:pt x="438262" y="15291"/>
                    </a:cubicBezTo>
                    <a:lnTo>
                      <a:pt x="398475" y="37729"/>
                    </a:lnTo>
                    <a:lnTo>
                      <a:pt x="358689" y="54077"/>
                    </a:lnTo>
                    <a:lnTo>
                      <a:pt x="254772" y="54557"/>
                    </a:lnTo>
                    <a:lnTo>
                      <a:pt x="150084" y="52854"/>
                    </a:lnTo>
                    <a:lnTo>
                      <a:pt x="45476" y="49864"/>
                    </a:lnTo>
                    <a:lnTo>
                      <a:pt x="0" y="48205"/>
                    </a:lnTo>
                    <a:lnTo>
                      <a:pt x="0" y="51021"/>
                    </a:lnTo>
                    <a:lnTo>
                      <a:pt x="45192" y="52614"/>
                    </a:lnTo>
                    <a:lnTo>
                      <a:pt x="149921" y="55648"/>
                    </a:lnTo>
                    <a:lnTo>
                      <a:pt x="254732" y="57351"/>
                    </a:lnTo>
                    <a:lnTo>
                      <a:pt x="359583" y="56870"/>
                    </a:lnTo>
                    <a:cubicBezTo>
                      <a:pt x="360111" y="56870"/>
                      <a:pt x="360680" y="56761"/>
                      <a:pt x="361046" y="56608"/>
                    </a:cubicBezTo>
                    <a:lnTo>
                      <a:pt x="401808" y="39824"/>
                    </a:lnTo>
                    <a:lnTo>
                      <a:pt x="441635" y="17386"/>
                    </a:lnTo>
                    <a:lnTo>
                      <a:pt x="448300" y="15356"/>
                    </a:lnTo>
                    <a:lnTo>
                      <a:pt x="479389" y="11886"/>
                    </a:lnTo>
                    <a:lnTo>
                      <a:pt x="582249" y="7739"/>
                    </a:lnTo>
                    <a:lnTo>
                      <a:pt x="685150" y="4159"/>
                    </a:lnTo>
                    <a:lnTo>
                      <a:pt x="736681" y="2784"/>
                    </a:lnTo>
                    <a:cubicBezTo>
                      <a:pt x="738063" y="2784"/>
                      <a:pt x="739160" y="2086"/>
                      <a:pt x="739120" y="1344"/>
                    </a:cubicBezTo>
                    <a:cubicBezTo>
                      <a:pt x="739038" y="536"/>
                      <a:pt x="737982" y="-97"/>
                      <a:pt x="736437" y="1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3" name="Freeform: Shape 122">
                <a:extLst>
                  <a:ext uri="{FF2B5EF4-FFF2-40B4-BE49-F238E27FC236}">
                    <a16:creationId xmlns:a16="http://schemas.microsoft.com/office/drawing/2014/main" id="{0071B188-2A7F-4EA9-85ED-B514299CE02C}"/>
                  </a:ext>
                </a:extLst>
              </p:cNvPr>
              <p:cNvSpPr/>
              <p:nvPr/>
            </p:nvSpPr>
            <p:spPr>
              <a:xfrm>
                <a:off x="8353999" y="6159895"/>
                <a:ext cx="586846" cy="17155"/>
              </a:xfrm>
              <a:custGeom>
                <a:avLst/>
                <a:gdLst>
                  <a:gd name="connsiteX0" fmla="*/ 584321 w 586846"/>
                  <a:gd name="connsiteY0" fmla="*/ 17156 h 17155"/>
                  <a:gd name="connsiteX1" fmla="*/ 582940 w 586846"/>
                  <a:gd name="connsiteY1" fmla="*/ 16937 h 17155"/>
                  <a:gd name="connsiteX2" fmla="*/ 546810 w 586846"/>
                  <a:gd name="connsiteY2" fmla="*/ 3776 h 17155"/>
                  <a:gd name="connsiteX3" fmla="*/ 2601 w 586846"/>
                  <a:gd name="connsiteY3" fmla="*/ 2816 h 17155"/>
                  <a:gd name="connsiteX4" fmla="*/ 0 w 586846"/>
                  <a:gd name="connsiteY4" fmla="*/ 1441 h 17155"/>
                  <a:gd name="connsiteX5" fmla="*/ 2601 w 586846"/>
                  <a:gd name="connsiteY5" fmla="*/ 0 h 17155"/>
                  <a:gd name="connsiteX6" fmla="*/ 2601 w 586846"/>
                  <a:gd name="connsiteY6" fmla="*/ 0 h 17155"/>
                  <a:gd name="connsiteX7" fmla="*/ 547624 w 586846"/>
                  <a:gd name="connsiteY7" fmla="*/ 960 h 17155"/>
                  <a:gd name="connsiteX8" fmla="*/ 549005 w 586846"/>
                  <a:gd name="connsiteY8" fmla="*/ 1179 h 17155"/>
                  <a:gd name="connsiteX9" fmla="*/ 585703 w 586846"/>
                  <a:gd name="connsiteY9" fmla="*/ 14602 h 17155"/>
                  <a:gd name="connsiteX10" fmla="*/ 586475 w 586846"/>
                  <a:gd name="connsiteY10" fmla="*/ 16523 h 17155"/>
                  <a:gd name="connsiteX11" fmla="*/ 584280 w 586846"/>
                  <a:gd name="connsiteY11" fmla="*/ 17156 h 1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6846" h="17155">
                    <a:moveTo>
                      <a:pt x="584321" y="17156"/>
                    </a:moveTo>
                    <a:cubicBezTo>
                      <a:pt x="583834" y="17156"/>
                      <a:pt x="583305" y="17112"/>
                      <a:pt x="582940" y="16937"/>
                    </a:cubicBezTo>
                    <a:lnTo>
                      <a:pt x="546810" y="3776"/>
                    </a:lnTo>
                    <a:lnTo>
                      <a:pt x="2601" y="2816"/>
                    </a:lnTo>
                    <a:cubicBezTo>
                      <a:pt x="1218" y="2816"/>
                      <a:pt x="0" y="2183"/>
                      <a:pt x="0" y="1441"/>
                    </a:cubicBezTo>
                    <a:cubicBezTo>
                      <a:pt x="0" y="633"/>
                      <a:pt x="1178" y="0"/>
                      <a:pt x="2601" y="0"/>
                    </a:cubicBezTo>
                    <a:lnTo>
                      <a:pt x="2601" y="0"/>
                    </a:lnTo>
                    <a:lnTo>
                      <a:pt x="547624" y="960"/>
                    </a:lnTo>
                    <a:cubicBezTo>
                      <a:pt x="548111" y="960"/>
                      <a:pt x="548599" y="1004"/>
                      <a:pt x="549005" y="1179"/>
                    </a:cubicBezTo>
                    <a:lnTo>
                      <a:pt x="585703" y="14602"/>
                    </a:lnTo>
                    <a:cubicBezTo>
                      <a:pt x="586882" y="15017"/>
                      <a:pt x="587167" y="15868"/>
                      <a:pt x="586475" y="16523"/>
                    </a:cubicBezTo>
                    <a:cubicBezTo>
                      <a:pt x="585988" y="16937"/>
                      <a:pt x="585094" y="17156"/>
                      <a:pt x="584280" y="171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4" name="Freeform: Shape 123">
                <a:extLst>
                  <a:ext uri="{FF2B5EF4-FFF2-40B4-BE49-F238E27FC236}">
                    <a16:creationId xmlns:a16="http://schemas.microsoft.com/office/drawing/2014/main" id="{48461EDF-D0BC-4EA9-86E1-EE1B8C8B2449}"/>
                  </a:ext>
                </a:extLst>
              </p:cNvPr>
              <p:cNvSpPr/>
              <p:nvPr/>
            </p:nvSpPr>
            <p:spPr>
              <a:xfrm>
                <a:off x="1859536" y="5745618"/>
                <a:ext cx="321938" cy="47897"/>
              </a:xfrm>
              <a:custGeom>
                <a:avLst/>
                <a:gdLst>
                  <a:gd name="connsiteX0" fmla="*/ 320881 w 321938"/>
                  <a:gd name="connsiteY0" fmla="*/ 47875 h 47897"/>
                  <a:gd name="connsiteX1" fmla="*/ 214039 w 321938"/>
                  <a:gd name="connsiteY1" fmla="*/ 34452 h 47897"/>
                  <a:gd name="connsiteX2" fmla="*/ 107643 w 321938"/>
                  <a:gd name="connsiteY2" fmla="*/ 17078 h 47897"/>
                  <a:gd name="connsiteX3" fmla="*/ 1979 w 321938"/>
                  <a:gd name="connsiteY3" fmla="*/ 2738 h 47897"/>
                  <a:gd name="connsiteX4" fmla="*/ 69 w 321938"/>
                  <a:gd name="connsiteY4" fmla="*/ 1035 h 47897"/>
                  <a:gd name="connsiteX5" fmla="*/ 3158 w 321938"/>
                  <a:gd name="connsiteY5" fmla="*/ 31 h 47897"/>
                  <a:gd name="connsiteX6" fmla="*/ 108944 w 321938"/>
                  <a:gd name="connsiteY6" fmla="*/ 14371 h 47897"/>
                  <a:gd name="connsiteX7" fmla="*/ 215339 w 321938"/>
                  <a:gd name="connsiteY7" fmla="*/ 31745 h 47897"/>
                  <a:gd name="connsiteX8" fmla="*/ 321938 w 321938"/>
                  <a:gd name="connsiteY8" fmla="*/ 45125 h 47897"/>
                  <a:gd name="connsiteX9" fmla="*/ 321572 w 321938"/>
                  <a:gd name="connsiteY9" fmla="*/ 46566 h 47897"/>
                  <a:gd name="connsiteX10" fmla="*/ 320881 w 321938"/>
                  <a:gd name="connsiteY10" fmla="*/ 47897 h 4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1938" h="47897">
                    <a:moveTo>
                      <a:pt x="320881" y="47875"/>
                    </a:moveTo>
                    <a:lnTo>
                      <a:pt x="214039" y="34452"/>
                    </a:lnTo>
                    <a:lnTo>
                      <a:pt x="107643" y="17078"/>
                    </a:lnTo>
                    <a:lnTo>
                      <a:pt x="1979" y="2738"/>
                    </a:lnTo>
                    <a:cubicBezTo>
                      <a:pt x="597" y="2585"/>
                      <a:pt x="-256" y="1821"/>
                      <a:pt x="69" y="1035"/>
                    </a:cubicBezTo>
                    <a:cubicBezTo>
                      <a:pt x="435" y="293"/>
                      <a:pt x="1817" y="-121"/>
                      <a:pt x="3158" y="31"/>
                    </a:cubicBezTo>
                    <a:lnTo>
                      <a:pt x="108944" y="14371"/>
                    </a:lnTo>
                    <a:lnTo>
                      <a:pt x="215339" y="31745"/>
                    </a:lnTo>
                    <a:lnTo>
                      <a:pt x="321938" y="45125"/>
                    </a:lnTo>
                    <a:lnTo>
                      <a:pt x="321572" y="46566"/>
                    </a:lnTo>
                    <a:lnTo>
                      <a:pt x="320881" y="4789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5" name="Freeform: Shape 124">
                <a:extLst>
                  <a:ext uri="{FF2B5EF4-FFF2-40B4-BE49-F238E27FC236}">
                    <a16:creationId xmlns:a16="http://schemas.microsoft.com/office/drawing/2014/main" id="{A6CB62A1-73CB-45A3-B2CA-6904DAA1EBA4}"/>
                  </a:ext>
                </a:extLst>
              </p:cNvPr>
              <p:cNvSpPr/>
              <p:nvPr/>
            </p:nvSpPr>
            <p:spPr>
              <a:xfrm>
                <a:off x="5960102" y="5666005"/>
                <a:ext cx="6231937" cy="1098202"/>
              </a:xfrm>
              <a:custGeom>
                <a:avLst/>
                <a:gdLst>
                  <a:gd name="connsiteX0" fmla="*/ 6231897 w 6231937"/>
                  <a:gd name="connsiteY0" fmla="*/ 1095299 h 1098202"/>
                  <a:gd name="connsiteX1" fmla="*/ 6108677 w 6231937"/>
                  <a:gd name="connsiteY1" fmla="*/ 1094492 h 1098202"/>
                  <a:gd name="connsiteX2" fmla="*/ 6043084 w 6231937"/>
                  <a:gd name="connsiteY2" fmla="*/ 1076965 h 1098202"/>
                  <a:gd name="connsiteX3" fmla="*/ 5978791 w 6231937"/>
                  <a:gd name="connsiteY3" fmla="*/ 1060813 h 1098202"/>
                  <a:gd name="connsiteX4" fmla="*/ 5915677 w 6231937"/>
                  <a:gd name="connsiteY4" fmla="*/ 1043396 h 1098202"/>
                  <a:gd name="connsiteX5" fmla="*/ 5853986 w 6231937"/>
                  <a:gd name="connsiteY5" fmla="*/ 1027244 h 1098202"/>
                  <a:gd name="connsiteX6" fmla="*/ 5793757 w 6231937"/>
                  <a:gd name="connsiteY6" fmla="*/ 1010307 h 1098202"/>
                  <a:gd name="connsiteX7" fmla="*/ 5734707 w 6231937"/>
                  <a:gd name="connsiteY7" fmla="*/ 992889 h 1098202"/>
                  <a:gd name="connsiteX8" fmla="*/ 5676552 w 6231937"/>
                  <a:gd name="connsiteY8" fmla="*/ 974817 h 1098202"/>
                  <a:gd name="connsiteX9" fmla="*/ 5620103 w 6231937"/>
                  <a:gd name="connsiteY9" fmla="*/ 963140 h 1098202"/>
                  <a:gd name="connsiteX10" fmla="*/ 5619209 w 6231937"/>
                  <a:gd name="connsiteY10" fmla="*/ 963031 h 1098202"/>
                  <a:gd name="connsiteX11" fmla="*/ 5452625 w 6231937"/>
                  <a:gd name="connsiteY11" fmla="*/ 965170 h 1098202"/>
                  <a:gd name="connsiteX12" fmla="*/ 5285961 w 6231937"/>
                  <a:gd name="connsiteY12" fmla="*/ 965977 h 1098202"/>
                  <a:gd name="connsiteX13" fmla="*/ 5119459 w 6231937"/>
                  <a:gd name="connsiteY13" fmla="*/ 967745 h 1098202"/>
                  <a:gd name="connsiteX14" fmla="*/ 4952957 w 6231937"/>
                  <a:gd name="connsiteY14" fmla="*/ 968116 h 1098202"/>
                  <a:gd name="connsiteX15" fmla="*/ 4620562 w 6231937"/>
                  <a:gd name="connsiteY15" fmla="*/ 971958 h 1098202"/>
                  <a:gd name="connsiteX16" fmla="*/ 4454386 w 6231937"/>
                  <a:gd name="connsiteY16" fmla="*/ 972132 h 1098202"/>
                  <a:gd name="connsiteX17" fmla="*/ 4288899 w 6231937"/>
                  <a:gd name="connsiteY17" fmla="*/ 973136 h 1098202"/>
                  <a:gd name="connsiteX18" fmla="*/ 4248218 w 6231937"/>
                  <a:gd name="connsiteY18" fmla="*/ 968727 h 1098202"/>
                  <a:gd name="connsiteX19" fmla="*/ 4208432 w 6231937"/>
                  <a:gd name="connsiteY19" fmla="*/ 956723 h 1098202"/>
                  <a:gd name="connsiteX20" fmla="*/ 3036862 w 6231937"/>
                  <a:gd name="connsiteY20" fmla="*/ 529359 h 1098202"/>
                  <a:gd name="connsiteX21" fmla="*/ 3017801 w 6231937"/>
                  <a:gd name="connsiteY21" fmla="*/ 521589 h 1098202"/>
                  <a:gd name="connsiteX22" fmla="*/ 2998863 w 6231937"/>
                  <a:gd name="connsiteY22" fmla="*/ 507947 h 1098202"/>
                  <a:gd name="connsiteX23" fmla="*/ 2996587 w 6231937"/>
                  <a:gd name="connsiteY23" fmla="*/ 507423 h 1098202"/>
                  <a:gd name="connsiteX24" fmla="*/ 2978340 w 6231937"/>
                  <a:gd name="connsiteY24" fmla="*/ 508427 h 1098202"/>
                  <a:gd name="connsiteX25" fmla="*/ 2903441 w 6231937"/>
                  <a:gd name="connsiteY25" fmla="*/ 513819 h 1098202"/>
                  <a:gd name="connsiteX26" fmla="*/ 2902221 w 6231937"/>
                  <a:gd name="connsiteY26" fmla="*/ 513819 h 1098202"/>
                  <a:gd name="connsiteX27" fmla="*/ 2881577 w 6231937"/>
                  <a:gd name="connsiteY27" fmla="*/ 513120 h 1098202"/>
                  <a:gd name="connsiteX28" fmla="*/ 2302253 w 6231937"/>
                  <a:gd name="connsiteY28" fmla="*/ 292563 h 1098202"/>
                  <a:gd name="connsiteX29" fmla="*/ 2291809 w 6231937"/>
                  <a:gd name="connsiteY29" fmla="*/ 279729 h 1098202"/>
                  <a:gd name="connsiteX30" fmla="*/ 2281202 w 6231937"/>
                  <a:gd name="connsiteY30" fmla="*/ 263577 h 1098202"/>
                  <a:gd name="connsiteX31" fmla="*/ 2270595 w 6231937"/>
                  <a:gd name="connsiteY31" fmla="*/ 242580 h 1098202"/>
                  <a:gd name="connsiteX32" fmla="*/ 2260069 w 6231937"/>
                  <a:gd name="connsiteY32" fmla="*/ 215144 h 1098202"/>
                  <a:gd name="connsiteX33" fmla="*/ 2250356 w 6231937"/>
                  <a:gd name="connsiteY33" fmla="*/ 187228 h 1098202"/>
                  <a:gd name="connsiteX34" fmla="*/ 2242634 w 6231937"/>
                  <a:gd name="connsiteY34" fmla="*/ 155732 h 1098202"/>
                  <a:gd name="connsiteX35" fmla="*/ 2231133 w 6231937"/>
                  <a:gd name="connsiteY35" fmla="*/ 106448 h 1098202"/>
                  <a:gd name="connsiteX36" fmla="*/ 2227272 w 6231937"/>
                  <a:gd name="connsiteY36" fmla="*/ 82635 h 1098202"/>
                  <a:gd name="connsiteX37" fmla="*/ 2224102 w 6231937"/>
                  <a:gd name="connsiteY37" fmla="*/ 53279 h 1098202"/>
                  <a:gd name="connsiteX38" fmla="*/ 2220648 w 6231937"/>
                  <a:gd name="connsiteY38" fmla="*/ 25995 h 1098202"/>
                  <a:gd name="connsiteX39" fmla="*/ 2215893 w 6231937"/>
                  <a:gd name="connsiteY39" fmla="*/ 5959 h 1098202"/>
                  <a:gd name="connsiteX40" fmla="*/ 2215487 w 6231937"/>
                  <a:gd name="connsiteY40" fmla="*/ 5326 h 1098202"/>
                  <a:gd name="connsiteX41" fmla="*/ 2209431 w 6231937"/>
                  <a:gd name="connsiteY41" fmla="*/ 698 h 1098202"/>
                  <a:gd name="connsiteX42" fmla="*/ 2207359 w 6231937"/>
                  <a:gd name="connsiteY42" fmla="*/ 109 h 1098202"/>
                  <a:gd name="connsiteX43" fmla="*/ 2119373 w 6231937"/>
                  <a:gd name="connsiteY43" fmla="*/ 0 h 1098202"/>
                  <a:gd name="connsiteX44" fmla="*/ 2030168 w 6231937"/>
                  <a:gd name="connsiteY44" fmla="*/ 698 h 1098202"/>
                  <a:gd name="connsiteX45" fmla="*/ 1942467 w 6231937"/>
                  <a:gd name="connsiteY45" fmla="*/ 12157 h 1098202"/>
                  <a:gd name="connsiteX46" fmla="*/ 1856636 w 6231937"/>
                  <a:gd name="connsiteY46" fmla="*/ 25908 h 1098202"/>
                  <a:gd name="connsiteX47" fmla="*/ 1772226 w 6231937"/>
                  <a:gd name="connsiteY47" fmla="*/ 34966 h 1098202"/>
                  <a:gd name="connsiteX48" fmla="*/ 1689849 w 6231937"/>
                  <a:gd name="connsiteY48" fmla="*/ 45203 h 1098202"/>
                  <a:gd name="connsiteX49" fmla="*/ 1610073 w 6231937"/>
                  <a:gd name="connsiteY49" fmla="*/ 48979 h 1098202"/>
                  <a:gd name="connsiteX50" fmla="*/ 1532206 w 6231937"/>
                  <a:gd name="connsiteY50" fmla="*/ 54785 h 1098202"/>
                  <a:gd name="connsiteX51" fmla="*/ 1455234 w 6231937"/>
                  <a:gd name="connsiteY51" fmla="*/ 62446 h 1098202"/>
                  <a:gd name="connsiteX52" fmla="*/ 1378628 w 6231937"/>
                  <a:gd name="connsiteY52" fmla="*/ 68317 h 1098202"/>
                  <a:gd name="connsiteX53" fmla="*/ 1302225 w 6231937"/>
                  <a:gd name="connsiteY53" fmla="*/ 75236 h 1098202"/>
                  <a:gd name="connsiteX54" fmla="*/ 1225456 w 6231937"/>
                  <a:gd name="connsiteY54" fmla="*/ 80889 h 1098202"/>
                  <a:gd name="connsiteX55" fmla="*/ 1224846 w 6231937"/>
                  <a:gd name="connsiteY55" fmla="*/ 80998 h 1098202"/>
                  <a:gd name="connsiteX56" fmla="*/ 1147264 w 6231937"/>
                  <a:gd name="connsiteY56" fmla="*/ 98743 h 1098202"/>
                  <a:gd name="connsiteX57" fmla="*/ 1069195 w 6231937"/>
                  <a:gd name="connsiteY57" fmla="*/ 110792 h 1098202"/>
                  <a:gd name="connsiteX58" fmla="*/ 990597 w 6231937"/>
                  <a:gd name="connsiteY58" fmla="*/ 117885 h 1098202"/>
                  <a:gd name="connsiteX59" fmla="*/ 911715 w 6231937"/>
                  <a:gd name="connsiteY59" fmla="*/ 120024 h 1098202"/>
                  <a:gd name="connsiteX60" fmla="*/ 833239 w 6231937"/>
                  <a:gd name="connsiteY60" fmla="*/ 119544 h 1098202"/>
                  <a:gd name="connsiteX61" fmla="*/ 754560 w 6231937"/>
                  <a:gd name="connsiteY61" fmla="*/ 112232 h 1098202"/>
                  <a:gd name="connsiteX62" fmla="*/ 753788 w 6231937"/>
                  <a:gd name="connsiteY62" fmla="*/ 112232 h 1098202"/>
                  <a:gd name="connsiteX63" fmla="*/ 674824 w 6231937"/>
                  <a:gd name="connsiteY63" fmla="*/ 119850 h 1098202"/>
                  <a:gd name="connsiteX64" fmla="*/ 595739 w 6231937"/>
                  <a:gd name="connsiteY64" fmla="*/ 124804 h 1098202"/>
                  <a:gd name="connsiteX65" fmla="*/ 515963 w 6231937"/>
                  <a:gd name="connsiteY65" fmla="*/ 124433 h 1098202"/>
                  <a:gd name="connsiteX66" fmla="*/ 436593 w 6231937"/>
                  <a:gd name="connsiteY66" fmla="*/ 116968 h 1098202"/>
                  <a:gd name="connsiteX67" fmla="*/ 357222 w 6231937"/>
                  <a:gd name="connsiteY67" fmla="*/ 103916 h 1098202"/>
                  <a:gd name="connsiteX68" fmla="*/ 276552 w 6231937"/>
                  <a:gd name="connsiteY68" fmla="*/ 85538 h 1098202"/>
                  <a:gd name="connsiteX69" fmla="*/ 193850 w 6231937"/>
                  <a:gd name="connsiteY69" fmla="*/ 64236 h 1098202"/>
                  <a:gd name="connsiteX70" fmla="*/ 110579 w 6231937"/>
                  <a:gd name="connsiteY70" fmla="*/ 49961 h 1098202"/>
                  <a:gd name="connsiteX71" fmla="*/ 26535 w 6231937"/>
                  <a:gd name="connsiteY71" fmla="*/ 21281 h 1098202"/>
                  <a:gd name="connsiteX72" fmla="*/ 4101 w 6231937"/>
                  <a:gd name="connsiteY72" fmla="*/ 11743 h 1098202"/>
                  <a:gd name="connsiteX73" fmla="*/ 525 w 6231937"/>
                  <a:gd name="connsiteY73" fmla="*/ 12005 h 1098202"/>
                  <a:gd name="connsiteX74" fmla="*/ 1013 w 6231937"/>
                  <a:gd name="connsiteY74" fmla="*/ 13969 h 1098202"/>
                  <a:gd name="connsiteX75" fmla="*/ 23568 w 6231937"/>
                  <a:gd name="connsiteY75" fmla="*/ 23616 h 1098202"/>
                  <a:gd name="connsiteX76" fmla="*/ 108140 w 6231937"/>
                  <a:gd name="connsiteY76" fmla="*/ 52449 h 1098202"/>
                  <a:gd name="connsiteX77" fmla="*/ 108709 w 6231937"/>
                  <a:gd name="connsiteY77" fmla="*/ 52602 h 1098202"/>
                  <a:gd name="connsiteX78" fmla="*/ 192021 w 6231937"/>
                  <a:gd name="connsiteY78" fmla="*/ 66833 h 1098202"/>
                  <a:gd name="connsiteX79" fmla="*/ 274398 w 6231937"/>
                  <a:gd name="connsiteY79" fmla="*/ 88136 h 1098202"/>
                  <a:gd name="connsiteX80" fmla="*/ 355475 w 6231937"/>
                  <a:gd name="connsiteY80" fmla="*/ 106579 h 1098202"/>
                  <a:gd name="connsiteX81" fmla="*/ 435454 w 6231937"/>
                  <a:gd name="connsiteY81" fmla="*/ 119697 h 1098202"/>
                  <a:gd name="connsiteX82" fmla="*/ 515434 w 6231937"/>
                  <a:gd name="connsiteY82" fmla="*/ 127271 h 1098202"/>
                  <a:gd name="connsiteX83" fmla="*/ 595982 w 6231937"/>
                  <a:gd name="connsiteY83" fmla="*/ 127642 h 1098202"/>
                  <a:gd name="connsiteX84" fmla="*/ 675556 w 6231937"/>
                  <a:gd name="connsiteY84" fmla="*/ 122643 h 1098202"/>
                  <a:gd name="connsiteX85" fmla="*/ 754154 w 6231937"/>
                  <a:gd name="connsiteY85" fmla="*/ 115070 h 1098202"/>
                  <a:gd name="connsiteX86" fmla="*/ 832710 w 6231937"/>
                  <a:gd name="connsiteY86" fmla="*/ 122360 h 1098202"/>
                  <a:gd name="connsiteX87" fmla="*/ 911796 w 6231937"/>
                  <a:gd name="connsiteY87" fmla="*/ 122840 h 1098202"/>
                  <a:gd name="connsiteX88" fmla="*/ 991166 w 6231937"/>
                  <a:gd name="connsiteY88" fmla="*/ 120657 h 1098202"/>
                  <a:gd name="connsiteX89" fmla="*/ 1070252 w 6231937"/>
                  <a:gd name="connsiteY89" fmla="*/ 113563 h 1098202"/>
                  <a:gd name="connsiteX90" fmla="*/ 1148931 w 6231937"/>
                  <a:gd name="connsiteY90" fmla="*/ 101428 h 1098202"/>
                  <a:gd name="connsiteX91" fmla="*/ 1226431 w 6231937"/>
                  <a:gd name="connsiteY91" fmla="*/ 83683 h 1098202"/>
                  <a:gd name="connsiteX92" fmla="*/ 1303037 w 6231937"/>
                  <a:gd name="connsiteY92" fmla="*/ 78095 h 1098202"/>
                  <a:gd name="connsiteX93" fmla="*/ 1379319 w 6231937"/>
                  <a:gd name="connsiteY93" fmla="*/ 71111 h 1098202"/>
                  <a:gd name="connsiteX94" fmla="*/ 1456006 w 6231937"/>
                  <a:gd name="connsiteY94" fmla="*/ 65261 h 1098202"/>
                  <a:gd name="connsiteX95" fmla="*/ 1533019 w 6231937"/>
                  <a:gd name="connsiteY95" fmla="*/ 57644 h 1098202"/>
                  <a:gd name="connsiteX96" fmla="*/ 1610682 w 6231937"/>
                  <a:gd name="connsiteY96" fmla="*/ 51838 h 1098202"/>
                  <a:gd name="connsiteX97" fmla="*/ 1690662 w 6231937"/>
                  <a:gd name="connsiteY97" fmla="*/ 47997 h 1098202"/>
                  <a:gd name="connsiteX98" fmla="*/ 1773324 w 6231937"/>
                  <a:gd name="connsiteY98" fmla="*/ 37760 h 1098202"/>
                  <a:gd name="connsiteX99" fmla="*/ 1857855 w 6231937"/>
                  <a:gd name="connsiteY99" fmla="*/ 28702 h 1098202"/>
                  <a:gd name="connsiteX100" fmla="*/ 1943768 w 6231937"/>
                  <a:gd name="connsiteY100" fmla="*/ 14908 h 1098202"/>
                  <a:gd name="connsiteX101" fmla="*/ 2030778 w 6231937"/>
                  <a:gd name="connsiteY101" fmla="*/ 3514 h 1098202"/>
                  <a:gd name="connsiteX102" fmla="*/ 2119373 w 6231937"/>
                  <a:gd name="connsiteY102" fmla="*/ 2881 h 1098202"/>
                  <a:gd name="connsiteX103" fmla="*/ 2206099 w 6231937"/>
                  <a:gd name="connsiteY103" fmla="*/ 2990 h 1098202"/>
                  <a:gd name="connsiteX104" fmla="*/ 2210976 w 6231937"/>
                  <a:gd name="connsiteY104" fmla="*/ 6766 h 1098202"/>
                  <a:gd name="connsiteX105" fmla="*/ 2215649 w 6231937"/>
                  <a:gd name="connsiteY105" fmla="*/ 26366 h 1098202"/>
                  <a:gd name="connsiteX106" fmla="*/ 2219104 w 6231937"/>
                  <a:gd name="connsiteY106" fmla="*/ 53497 h 1098202"/>
                  <a:gd name="connsiteX107" fmla="*/ 2222274 w 6231937"/>
                  <a:gd name="connsiteY107" fmla="*/ 82919 h 1098202"/>
                  <a:gd name="connsiteX108" fmla="*/ 2226134 w 6231937"/>
                  <a:gd name="connsiteY108" fmla="*/ 106797 h 1098202"/>
                  <a:gd name="connsiteX109" fmla="*/ 2231174 w 6231937"/>
                  <a:gd name="connsiteY109" fmla="*/ 129191 h 1098202"/>
                  <a:gd name="connsiteX110" fmla="*/ 2245357 w 6231937"/>
                  <a:gd name="connsiteY110" fmla="*/ 187796 h 1098202"/>
                  <a:gd name="connsiteX111" fmla="*/ 2255070 w 6231937"/>
                  <a:gd name="connsiteY111" fmla="*/ 215821 h 1098202"/>
                  <a:gd name="connsiteX112" fmla="*/ 2265799 w 6231937"/>
                  <a:gd name="connsiteY112" fmla="*/ 243366 h 1098202"/>
                  <a:gd name="connsiteX113" fmla="*/ 2276406 w 6231937"/>
                  <a:gd name="connsiteY113" fmla="*/ 264516 h 1098202"/>
                  <a:gd name="connsiteX114" fmla="*/ 2287216 w 6231937"/>
                  <a:gd name="connsiteY114" fmla="*/ 280886 h 1098202"/>
                  <a:gd name="connsiteX115" fmla="*/ 2298027 w 6231937"/>
                  <a:gd name="connsiteY115" fmla="*/ 294200 h 1098202"/>
                  <a:gd name="connsiteX116" fmla="*/ 2298799 w 6231937"/>
                  <a:gd name="connsiteY116" fmla="*/ 294789 h 1098202"/>
                  <a:gd name="connsiteX117" fmla="*/ 2879341 w 6231937"/>
                  <a:gd name="connsiteY117" fmla="*/ 515717 h 1098202"/>
                  <a:gd name="connsiteX118" fmla="*/ 2880601 w 6231937"/>
                  <a:gd name="connsiteY118" fmla="*/ 515979 h 1098202"/>
                  <a:gd name="connsiteX119" fmla="*/ 2902140 w 6231937"/>
                  <a:gd name="connsiteY119" fmla="*/ 516721 h 1098202"/>
                  <a:gd name="connsiteX120" fmla="*/ 2978950 w 6231937"/>
                  <a:gd name="connsiteY120" fmla="*/ 511330 h 1098202"/>
                  <a:gd name="connsiteX121" fmla="*/ 2995734 w 6231937"/>
                  <a:gd name="connsiteY121" fmla="*/ 510370 h 1098202"/>
                  <a:gd name="connsiteX122" fmla="*/ 3014103 w 6231937"/>
                  <a:gd name="connsiteY122" fmla="*/ 523531 h 1098202"/>
                  <a:gd name="connsiteX123" fmla="*/ 3014591 w 6231937"/>
                  <a:gd name="connsiteY123" fmla="*/ 523793 h 1098202"/>
                  <a:gd name="connsiteX124" fmla="*/ 3034017 w 6231937"/>
                  <a:gd name="connsiteY124" fmla="*/ 531782 h 1098202"/>
                  <a:gd name="connsiteX125" fmla="*/ 4205790 w 6231937"/>
                  <a:gd name="connsiteY125" fmla="*/ 959189 h 1098202"/>
                  <a:gd name="connsiteX126" fmla="*/ 4246186 w 6231937"/>
                  <a:gd name="connsiteY126" fmla="*/ 971325 h 1098202"/>
                  <a:gd name="connsiteX127" fmla="*/ 4246959 w 6231937"/>
                  <a:gd name="connsiteY127" fmla="*/ 971499 h 1098202"/>
                  <a:gd name="connsiteX128" fmla="*/ 4288534 w 6231937"/>
                  <a:gd name="connsiteY128" fmla="*/ 975974 h 1098202"/>
                  <a:gd name="connsiteX129" fmla="*/ 4454425 w 6231937"/>
                  <a:gd name="connsiteY129" fmla="*/ 974948 h 1098202"/>
                  <a:gd name="connsiteX130" fmla="*/ 4620603 w 6231937"/>
                  <a:gd name="connsiteY130" fmla="*/ 974839 h 1098202"/>
                  <a:gd name="connsiteX131" fmla="*/ 4953079 w 6231937"/>
                  <a:gd name="connsiteY131" fmla="*/ 970997 h 1098202"/>
                  <a:gd name="connsiteX132" fmla="*/ 5119581 w 6231937"/>
                  <a:gd name="connsiteY132" fmla="*/ 970583 h 1098202"/>
                  <a:gd name="connsiteX133" fmla="*/ 5285961 w 6231937"/>
                  <a:gd name="connsiteY133" fmla="*/ 968880 h 1098202"/>
                  <a:gd name="connsiteX134" fmla="*/ 5452747 w 6231937"/>
                  <a:gd name="connsiteY134" fmla="*/ 968072 h 1098202"/>
                  <a:gd name="connsiteX135" fmla="*/ 5618843 w 6231937"/>
                  <a:gd name="connsiteY135" fmla="*/ 965999 h 1098202"/>
                  <a:gd name="connsiteX136" fmla="*/ 5674520 w 6231937"/>
                  <a:gd name="connsiteY136" fmla="*/ 977458 h 1098202"/>
                  <a:gd name="connsiteX137" fmla="*/ 5732351 w 6231937"/>
                  <a:gd name="connsiteY137" fmla="*/ 995465 h 1098202"/>
                  <a:gd name="connsiteX138" fmla="*/ 5791401 w 6231937"/>
                  <a:gd name="connsiteY138" fmla="*/ 1012839 h 1098202"/>
                  <a:gd name="connsiteX139" fmla="*/ 5851832 w 6231937"/>
                  <a:gd name="connsiteY139" fmla="*/ 1029842 h 1098202"/>
                  <a:gd name="connsiteX140" fmla="*/ 5913442 w 6231937"/>
                  <a:gd name="connsiteY140" fmla="*/ 1046037 h 1098202"/>
                  <a:gd name="connsiteX141" fmla="*/ 5976637 w 6231937"/>
                  <a:gd name="connsiteY141" fmla="*/ 1063411 h 1098202"/>
                  <a:gd name="connsiteX142" fmla="*/ 6041011 w 6231937"/>
                  <a:gd name="connsiteY142" fmla="*/ 1079606 h 1098202"/>
                  <a:gd name="connsiteX143" fmla="*/ 6107011 w 6231937"/>
                  <a:gd name="connsiteY143" fmla="*/ 1097242 h 1098202"/>
                  <a:gd name="connsiteX144" fmla="*/ 6108108 w 6231937"/>
                  <a:gd name="connsiteY144" fmla="*/ 1097395 h 1098202"/>
                  <a:gd name="connsiteX145" fmla="*/ 6231938 w 6231937"/>
                  <a:gd name="connsiteY145" fmla="*/ 1098202 h 1098202"/>
                  <a:gd name="connsiteX146" fmla="*/ 6231938 w 6231937"/>
                  <a:gd name="connsiteY146" fmla="*/ 1095387 h 10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6231937" h="1098202">
                    <a:moveTo>
                      <a:pt x="6231897" y="1095299"/>
                    </a:moveTo>
                    <a:lnTo>
                      <a:pt x="6108677" y="1094492"/>
                    </a:lnTo>
                    <a:lnTo>
                      <a:pt x="6043084" y="1076965"/>
                    </a:lnTo>
                    <a:lnTo>
                      <a:pt x="5978791" y="1060813"/>
                    </a:lnTo>
                    <a:lnTo>
                      <a:pt x="5915677" y="1043396"/>
                    </a:lnTo>
                    <a:lnTo>
                      <a:pt x="5853986" y="1027244"/>
                    </a:lnTo>
                    <a:lnTo>
                      <a:pt x="5793757" y="1010307"/>
                    </a:lnTo>
                    <a:lnTo>
                      <a:pt x="5734707" y="992889"/>
                    </a:lnTo>
                    <a:lnTo>
                      <a:pt x="5676552" y="974817"/>
                    </a:lnTo>
                    <a:lnTo>
                      <a:pt x="5620103" y="963140"/>
                    </a:lnTo>
                    <a:cubicBezTo>
                      <a:pt x="5619818" y="963074"/>
                      <a:pt x="5619494" y="963031"/>
                      <a:pt x="5619209" y="963031"/>
                    </a:cubicBezTo>
                    <a:lnTo>
                      <a:pt x="5452625" y="965170"/>
                    </a:lnTo>
                    <a:lnTo>
                      <a:pt x="5285961" y="965977"/>
                    </a:lnTo>
                    <a:lnTo>
                      <a:pt x="5119459" y="967745"/>
                    </a:lnTo>
                    <a:lnTo>
                      <a:pt x="4952957" y="968116"/>
                    </a:lnTo>
                    <a:lnTo>
                      <a:pt x="4620562" y="971958"/>
                    </a:lnTo>
                    <a:lnTo>
                      <a:pt x="4454386" y="972132"/>
                    </a:lnTo>
                    <a:lnTo>
                      <a:pt x="4288899" y="973136"/>
                    </a:lnTo>
                    <a:lnTo>
                      <a:pt x="4248218" y="968727"/>
                    </a:lnTo>
                    <a:lnTo>
                      <a:pt x="4208432" y="956723"/>
                    </a:lnTo>
                    <a:lnTo>
                      <a:pt x="3036862" y="529359"/>
                    </a:lnTo>
                    <a:lnTo>
                      <a:pt x="3017801" y="521589"/>
                    </a:lnTo>
                    <a:lnTo>
                      <a:pt x="2998863" y="507947"/>
                    </a:lnTo>
                    <a:cubicBezTo>
                      <a:pt x="2998376" y="507576"/>
                      <a:pt x="2997481" y="507358"/>
                      <a:pt x="2996587" y="507423"/>
                    </a:cubicBezTo>
                    <a:lnTo>
                      <a:pt x="2978340" y="508427"/>
                    </a:lnTo>
                    <a:lnTo>
                      <a:pt x="2903441" y="513819"/>
                    </a:lnTo>
                    <a:lnTo>
                      <a:pt x="2902221" y="513819"/>
                    </a:lnTo>
                    <a:lnTo>
                      <a:pt x="2881577" y="513120"/>
                    </a:lnTo>
                    <a:lnTo>
                      <a:pt x="2302253" y="292563"/>
                    </a:lnTo>
                    <a:lnTo>
                      <a:pt x="2291809" y="279729"/>
                    </a:lnTo>
                    <a:lnTo>
                      <a:pt x="2281202" y="263577"/>
                    </a:lnTo>
                    <a:lnTo>
                      <a:pt x="2270595" y="242580"/>
                    </a:lnTo>
                    <a:lnTo>
                      <a:pt x="2260069" y="215144"/>
                    </a:lnTo>
                    <a:lnTo>
                      <a:pt x="2250356" y="187228"/>
                    </a:lnTo>
                    <a:lnTo>
                      <a:pt x="2242634" y="155732"/>
                    </a:lnTo>
                    <a:lnTo>
                      <a:pt x="2231133" y="106448"/>
                    </a:lnTo>
                    <a:lnTo>
                      <a:pt x="2227272" y="82635"/>
                    </a:lnTo>
                    <a:lnTo>
                      <a:pt x="2224102" y="53279"/>
                    </a:lnTo>
                    <a:lnTo>
                      <a:pt x="2220648" y="25995"/>
                    </a:lnTo>
                    <a:lnTo>
                      <a:pt x="2215893" y="5959"/>
                    </a:lnTo>
                    <a:cubicBezTo>
                      <a:pt x="2215893" y="5740"/>
                      <a:pt x="2215690" y="5544"/>
                      <a:pt x="2215487" y="5326"/>
                    </a:cubicBezTo>
                    <a:lnTo>
                      <a:pt x="2209431" y="698"/>
                    </a:lnTo>
                    <a:cubicBezTo>
                      <a:pt x="2208944" y="327"/>
                      <a:pt x="2208131" y="109"/>
                      <a:pt x="2207359" y="109"/>
                    </a:cubicBezTo>
                    <a:lnTo>
                      <a:pt x="2119373" y="0"/>
                    </a:lnTo>
                    <a:lnTo>
                      <a:pt x="2030168" y="698"/>
                    </a:lnTo>
                    <a:lnTo>
                      <a:pt x="1942467" y="12157"/>
                    </a:lnTo>
                    <a:lnTo>
                      <a:pt x="1856636" y="25908"/>
                    </a:lnTo>
                    <a:lnTo>
                      <a:pt x="1772226" y="34966"/>
                    </a:lnTo>
                    <a:lnTo>
                      <a:pt x="1689849" y="45203"/>
                    </a:lnTo>
                    <a:lnTo>
                      <a:pt x="1610073" y="48979"/>
                    </a:lnTo>
                    <a:lnTo>
                      <a:pt x="1532206" y="54785"/>
                    </a:lnTo>
                    <a:lnTo>
                      <a:pt x="1455234" y="62446"/>
                    </a:lnTo>
                    <a:lnTo>
                      <a:pt x="1378628" y="68317"/>
                    </a:lnTo>
                    <a:lnTo>
                      <a:pt x="1302225" y="75236"/>
                    </a:lnTo>
                    <a:lnTo>
                      <a:pt x="1225456" y="80889"/>
                    </a:lnTo>
                    <a:cubicBezTo>
                      <a:pt x="1225456" y="80889"/>
                      <a:pt x="1225049" y="80955"/>
                      <a:pt x="1224846" y="80998"/>
                    </a:cubicBezTo>
                    <a:lnTo>
                      <a:pt x="1147264" y="98743"/>
                    </a:lnTo>
                    <a:lnTo>
                      <a:pt x="1069195" y="110792"/>
                    </a:lnTo>
                    <a:lnTo>
                      <a:pt x="990597" y="117885"/>
                    </a:lnTo>
                    <a:lnTo>
                      <a:pt x="911715" y="120024"/>
                    </a:lnTo>
                    <a:lnTo>
                      <a:pt x="833239" y="119544"/>
                    </a:lnTo>
                    <a:lnTo>
                      <a:pt x="754560" y="112232"/>
                    </a:lnTo>
                    <a:lnTo>
                      <a:pt x="753788" y="112232"/>
                    </a:lnTo>
                    <a:lnTo>
                      <a:pt x="674824" y="119850"/>
                    </a:lnTo>
                    <a:lnTo>
                      <a:pt x="595739" y="124804"/>
                    </a:lnTo>
                    <a:lnTo>
                      <a:pt x="515963" y="124433"/>
                    </a:lnTo>
                    <a:lnTo>
                      <a:pt x="436593" y="116968"/>
                    </a:lnTo>
                    <a:lnTo>
                      <a:pt x="357222" y="103916"/>
                    </a:lnTo>
                    <a:lnTo>
                      <a:pt x="276552" y="85538"/>
                    </a:lnTo>
                    <a:lnTo>
                      <a:pt x="193850" y="64236"/>
                    </a:lnTo>
                    <a:lnTo>
                      <a:pt x="110579" y="49961"/>
                    </a:lnTo>
                    <a:lnTo>
                      <a:pt x="26535" y="21281"/>
                    </a:lnTo>
                    <a:lnTo>
                      <a:pt x="4101" y="11743"/>
                    </a:lnTo>
                    <a:cubicBezTo>
                      <a:pt x="3005" y="11263"/>
                      <a:pt x="1379" y="11415"/>
                      <a:pt x="525" y="12005"/>
                    </a:cubicBezTo>
                    <a:cubicBezTo>
                      <a:pt x="-328" y="12638"/>
                      <a:pt x="-125" y="13489"/>
                      <a:pt x="1013" y="13969"/>
                    </a:cubicBezTo>
                    <a:lnTo>
                      <a:pt x="23568" y="23616"/>
                    </a:lnTo>
                    <a:lnTo>
                      <a:pt x="108140" y="52449"/>
                    </a:lnTo>
                    <a:cubicBezTo>
                      <a:pt x="108140" y="52449"/>
                      <a:pt x="108547" y="52558"/>
                      <a:pt x="108709" y="52602"/>
                    </a:cubicBezTo>
                    <a:lnTo>
                      <a:pt x="192021" y="66833"/>
                    </a:lnTo>
                    <a:lnTo>
                      <a:pt x="274398" y="88136"/>
                    </a:lnTo>
                    <a:lnTo>
                      <a:pt x="355475" y="106579"/>
                    </a:lnTo>
                    <a:lnTo>
                      <a:pt x="435454" y="119697"/>
                    </a:lnTo>
                    <a:lnTo>
                      <a:pt x="515434" y="127271"/>
                    </a:lnTo>
                    <a:lnTo>
                      <a:pt x="595982" y="127642"/>
                    </a:lnTo>
                    <a:lnTo>
                      <a:pt x="675556" y="122643"/>
                    </a:lnTo>
                    <a:lnTo>
                      <a:pt x="754154" y="115070"/>
                    </a:lnTo>
                    <a:lnTo>
                      <a:pt x="832710" y="122360"/>
                    </a:lnTo>
                    <a:lnTo>
                      <a:pt x="911796" y="122840"/>
                    </a:lnTo>
                    <a:lnTo>
                      <a:pt x="991166" y="120657"/>
                    </a:lnTo>
                    <a:lnTo>
                      <a:pt x="1070252" y="113563"/>
                    </a:lnTo>
                    <a:lnTo>
                      <a:pt x="1148931" y="101428"/>
                    </a:lnTo>
                    <a:lnTo>
                      <a:pt x="1226431" y="83683"/>
                    </a:lnTo>
                    <a:lnTo>
                      <a:pt x="1303037" y="78095"/>
                    </a:lnTo>
                    <a:lnTo>
                      <a:pt x="1379319" y="71111"/>
                    </a:lnTo>
                    <a:lnTo>
                      <a:pt x="1456006" y="65261"/>
                    </a:lnTo>
                    <a:lnTo>
                      <a:pt x="1533019" y="57644"/>
                    </a:lnTo>
                    <a:lnTo>
                      <a:pt x="1610682" y="51838"/>
                    </a:lnTo>
                    <a:lnTo>
                      <a:pt x="1690662" y="47997"/>
                    </a:lnTo>
                    <a:lnTo>
                      <a:pt x="1773324" y="37760"/>
                    </a:lnTo>
                    <a:lnTo>
                      <a:pt x="1857855" y="28702"/>
                    </a:lnTo>
                    <a:lnTo>
                      <a:pt x="1943768" y="14908"/>
                    </a:lnTo>
                    <a:lnTo>
                      <a:pt x="2030778" y="3514"/>
                    </a:lnTo>
                    <a:lnTo>
                      <a:pt x="2119373" y="2881"/>
                    </a:lnTo>
                    <a:lnTo>
                      <a:pt x="2206099" y="2990"/>
                    </a:lnTo>
                    <a:lnTo>
                      <a:pt x="2210976" y="6766"/>
                    </a:lnTo>
                    <a:lnTo>
                      <a:pt x="2215649" y="26366"/>
                    </a:lnTo>
                    <a:lnTo>
                      <a:pt x="2219104" y="53497"/>
                    </a:lnTo>
                    <a:lnTo>
                      <a:pt x="2222274" y="82919"/>
                    </a:lnTo>
                    <a:lnTo>
                      <a:pt x="2226134" y="106797"/>
                    </a:lnTo>
                    <a:lnTo>
                      <a:pt x="2231174" y="129191"/>
                    </a:lnTo>
                    <a:lnTo>
                      <a:pt x="2245357" y="187796"/>
                    </a:lnTo>
                    <a:lnTo>
                      <a:pt x="2255070" y="215821"/>
                    </a:lnTo>
                    <a:lnTo>
                      <a:pt x="2265799" y="243366"/>
                    </a:lnTo>
                    <a:lnTo>
                      <a:pt x="2276406" y="264516"/>
                    </a:lnTo>
                    <a:lnTo>
                      <a:pt x="2287216" y="280886"/>
                    </a:lnTo>
                    <a:lnTo>
                      <a:pt x="2298027" y="294200"/>
                    </a:lnTo>
                    <a:cubicBezTo>
                      <a:pt x="2298230" y="294418"/>
                      <a:pt x="2298514" y="294615"/>
                      <a:pt x="2298799" y="294789"/>
                    </a:cubicBezTo>
                    <a:lnTo>
                      <a:pt x="2879341" y="515717"/>
                    </a:lnTo>
                    <a:cubicBezTo>
                      <a:pt x="2879625" y="515870"/>
                      <a:pt x="2880113" y="515979"/>
                      <a:pt x="2880601" y="515979"/>
                    </a:cubicBezTo>
                    <a:lnTo>
                      <a:pt x="2902140" y="516721"/>
                    </a:lnTo>
                    <a:lnTo>
                      <a:pt x="2978950" y="511330"/>
                    </a:lnTo>
                    <a:lnTo>
                      <a:pt x="2995734" y="510370"/>
                    </a:lnTo>
                    <a:lnTo>
                      <a:pt x="3014103" y="523531"/>
                    </a:lnTo>
                    <a:cubicBezTo>
                      <a:pt x="3014103" y="523531"/>
                      <a:pt x="3014388" y="523684"/>
                      <a:pt x="3014591" y="523793"/>
                    </a:cubicBezTo>
                    <a:lnTo>
                      <a:pt x="3034017" y="531782"/>
                    </a:lnTo>
                    <a:lnTo>
                      <a:pt x="4205790" y="959189"/>
                    </a:lnTo>
                    <a:lnTo>
                      <a:pt x="4246186" y="971325"/>
                    </a:lnTo>
                    <a:cubicBezTo>
                      <a:pt x="4246471" y="971390"/>
                      <a:pt x="4246674" y="971499"/>
                      <a:pt x="4246959" y="971499"/>
                    </a:cubicBezTo>
                    <a:lnTo>
                      <a:pt x="4288534" y="975974"/>
                    </a:lnTo>
                    <a:lnTo>
                      <a:pt x="4454425" y="974948"/>
                    </a:lnTo>
                    <a:lnTo>
                      <a:pt x="4620603" y="974839"/>
                    </a:lnTo>
                    <a:lnTo>
                      <a:pt x="4953079" y="970997"/>
                    </a:lnTo>
                    <a:lnTo>
                      <a:pt x="5119581" y="970583"/>
                    </a:lnTo>
                    <a:lnTo>
                      <a:pt x="5285961" y="968880"/>
                    </a:lnTo>
                    <a:lnTo>
                      <a:pt x="5452747" y="968072"/>
                    </a:lnTo>
                    <a:lnTo>
                      <a:pt x="5618843" y="965999"/>
                    </a:lnTo>
                    <a:lnTo>
                      <a:pt x="5674520" y="977458"/>
                    </a:lnTo>
                    <a:lnTo>
                      <a:pt x="5732351" y="995465"/>
                    </a:lnTo>
                    <a:lnTo>
                      <a:pt x="5791401" y="1012839"/>
                    </a:lnTo>
                    <a:lnTo>
                      <a:pt x="5851832" y="1029842"/>
                    </a:lnTo>
                    <a:lnTo>
                      <a:pt x="5913442" y="1046037"/>
                    </a:lnTo>
                    <a:lnTo>
                      <a:pt x="5976637" y="1063411"/>
                    </a:lnTo>
                    <a:lnTo>
                      <a:pt x="6041011" y="1079606"/>
                    </a:lnTo>
                    <a:lnTo>
                      <a:pt x="6107011" y="1097242"/>
                    </a:lnTo>
                    <a:cubicBezTo>
                      <a:pt x="6107296" y="1097286"/>
                      <a:pt x="6107701" y="1097395"/>
                      <a:pt x="6108108" y="1097395"/>
                    </a:cubicBezTo>
                    <a:lnTo>
                      <a:pt x="6231938" y="1098202"/>
                    </a:lnTo>
                    <a:lnTo>
                      <a:pt x="6231938" y="109538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6" name="Freeform: Shape 125">
                <a:extLst>
                  <a:ext uri="{FF2B5EF4-FFF2-40B4-BE49-F238E27FC236}">
                    <a16:creationId xmlns:a16="http://schemas.microsoft.com/office/drawing/2014/main" id="{5FEC1089-B226-40DF-8AC0-E242383DBDCF}"/>
                  </a:ext>
                </a:extLst>
              </p:cNvPr>
              <p:cNvSpPr/>
              <p:nvPr/>
            </p:nvSpPr>
            <p:spPr>
              <a:xfrm>
                <a:off x="8339855" y="6153369"/>
                <a:ext cx="3852184" cy="22590"/>
              </a:xfrm>
              <a:custGeom>
                <a:avLst/>
                <a:gdLst>
                  <a:gd name="connsiteX0" fmla="*/ 3852144 w 3852184"/>
                  <a:gd name="connsiteY0" fmla="*/ 19753 h 22590"/>
                  <a:gd name="connsiteX1" fmla="*/ 800568 w 3852184"/>
                  <a:gd name="connsiteY1" fmla="*/ 14536 h 22590"/>
                  <a:gd name="connsiteX2" fmla="*/ 761879 w 3852184"/>
                  <a:gd name="connsiteY2" fmla="*/ 1484 h 22590"/>
                  <a:gd name="connsiteX3" fmla="*/ 760578 w 3852184"/>
                  <a:gd name="connsiteY3" fmla="*/ 1331 h 22590"/>
                  <a:gd name="connsiteX4" fmla="*/ 2561 w 3852184"/>
                  <a:gd name="connsiteY4" fmla="*/ 0 h 22590"/>
                  <a:gd name="connsiteX5" fmla="*/ 2561 w 3852184"/>
                  <a:gd name="connsiteY5" fmla="*/ 0 h 22590"/>
                  <a:gd name="connsiteX6" fmla="*/ 0 w 3852184"/>
                  <a:gd name="connsiteY6" fmla="*/ 1441 h 22590"/>
                  <a:gd name="connsiteX7" fmla="*/ 2561 w 3852184"/>
                  <a:gd name="connsiteY7" fmla="*/ 2816 h 22590"/>
                  <a:gd name="connsiteX8" fmla="*/ 759806 w 3852184"/>
                  <a:gd name="connsiteY8" fmla="*/ 4103 h 22590"/>
                  <a:gd name="connsiteX9" fmla="*/ 798496 w 3852184"/>
                  <a:gd name="connsiteY9" fmla="*/ 17156 h 22590"/>
                  <a:gd name="connsiteX10" fmla="*/ 799795 w 3852184"/>
                  <a:gd name="connsiteY10" fmla="*/ 17374 h 22590"/>
                  <a:gd name="connsiteX11" fmla="*/ 3852185 w 3852184"/>
                  <a:gd name="connsiteY11" fmla="*/ 22590 h 22590"/>
                  <a:gd name="connsiteX12" fmla="*/ 3852185 w 3852184"/>
                  <a:gd name="connsiteY12" fmla="*/ 19775 h 2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52184" h="22590">
                    <a:moveTo>
                      <a:pt x="3852144" y="19753"/>
                    </a:moveTo>
                    <a:lnTo>
                      <a:pt x="800568" y="14536"/>
                    </a:lnTo>
                    <a:lnTo>
                      <a:pt x="761879" y="1484"/>
                    </a:lnTo>
                    <a:cubicBezTo>
                      <a:pt x="761472" y="1375"/>
                      <a:pt x="760984" y="1331"/>
                      <a:pt x="760578" y="1331"/>
                    </a:cubicBezTo>
                    <a:lnTo>
                      <a:pt x="2561" y="0"/>
                    </a:lnTo>
                    <a:lnTo>
                      <a:pt x="2561" y="0"/>
                    </a:lnTo>
                    <a:cubicBezTo>
                      <a:pt x="1179" y="0"/>
                      <a:pt x="0" y="633"/>
                      <a:pt x="0" y="1441"/>
                    </a:cubicBezTo>
                    <a:cubicBezTo>
                      <a:pt x="0" y="2183"/>
                      <a:pt x="1179" y="2816"/>
                      <a:pt x="2561" y="2816"/>
                    </a:cubicBezTo>
                    <a:lnTo>
                      <a:pt x="759806" y="4103"/>
                    </a:lnTo>
                    <a:lnTo>
                      <a:pt x="798496" y="17156"/>
                    </a:lnTo>
                    <a:cubicBezTo>
                      <a:pt x="798901" y="17265"/>
                      <a:pt x="799390" y="17374"/>
                      <a:pt x="799795" y="17374"/>
                    </a:cubicBezTo>
                    <a:lnTo>
                      <a:pt x="3852185" y="22590"/>
                    </a:lnTo>
                    <a:lnTo>
                      <a:pt x="3852185" y="197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7" name="Freeform: Shape 126">
                <a:extLst>
                  <a:ext uri="{FF2B5EF4-FFF2-40B4-BE49-F238E27FC236}">
                    <a16:creationId xmlns:a16="http://schemas.microsoft.com/office/drawing/2014/main" id="{A9B05B65-B05A-4849-93E3-7D7982C60B8F}"/>
                  </a:ext>
                </a:extLst>
              </p:cNvPr>
              <p:cNvSpPr/>
              <p:nvPr/>
            </p:nvSpPr>
            <p:spPr>
              <a:xfrm>
                <a:off x="5451815" y="5499293"/>
                <a:ext cx="100055" cy="285774"/>
              </a:xfrm>
              <a:custGeom>
                <a:avLst/>
                <a:gdLst>
                  <a:gd name="connsiteX0" fmla="*/ 97536 w 100055"/>
                  <a:gd name="connsiteY0" fmla="*/ 285775 h 285774"/>
                  <a:gd name="connsiteX1" fmla="*/ 96154 w 100055"/>
                  <a:gd name="connsiteY1" fmla="*/ 285557 h 285774"/>
                  <a:gd name="connsiteX2" fmla="*/ 5121 w 100055"/>
                  <a:gd name="connsiteY2" fmla="*/ 253952 h 285774"/>
                  <a:gd name="connsiteX3" fmla="*/ 3901 w 100055"/>
                  <a:gd name="connsiteY3" fmla="*/ 252773 h 285774"/>
                  <a:gd name="connsiteX4" fmla="*/ 4105 w 100055"/>
                  <a:gd name="connsiteY4" fmla="*/ 232213 h 285774"/>
                  <a:gd name="connsiteX5" fmla="*/ 2804 w 100055"/>
                  <a:gd name="connsiteY5" fmla="*/ 212067 h 285774"/>
                  <a:gd name="connsiteX6" fmla="*/ 0 w 100055"/>
                  <a:gd name="connsiteY6" fmla="*/ 173739 h 285774"/>
                  <a:gd name="connsiteX7" fmla="*/ 488 w 100055"/>
                  <a:gd name="connsiteY7" fmla="*/ 118758 h 285774"/>
                  <a:gd name="connsiteX8" fmla="*/ 1179 w 100055"/>
                  <a:gd name="connsiteY8" fmla="*/ 89925 h 285774"/>
                  <a:gd name="connsiteX9" fmla="*/ 2479 w 100055"/>
                  <a:gd name="connsiteY9" fmla="*/ 61791 h 285774"/>
                  <a:gd name="connsiteX10" fmla="*/ 4999 w 100055"/>
                  <a:gd name="connsiteY10" fmla="*/ 36428 h 285774"/>
                  <a:gd name="connsiteX11" fmla="*/ 9388 w 100055"/>
                  <a:gd name="connsiteY11" fmla="*/ 15322 h 285774"/>
                  <a:gd name="connsiteX12" fmla="*/ 15321 w 100055"/>
                  <a:gd name="connsiteY12" fmla="*/ 4387 h 285774"/>
                  <a:gd name="connsiteX13" fmla="*/ 16134 w 100055"/>
                  <a:gd name="connsiteY13" fmla="*/ 3689 h 285774"/>
                  <a:gd name="connsiteX14" fmla="*/ 22962 w 100055"/>
                  <a:gd name="connsiteY14" fmla="*/ 480 h 285774"/>
                  <a:gd name="connsiteX15" fmla="*/ 24994 w 100055"/>
                  <a:gd name="connsiteY15" fmla="*/ 0 h 285774"/>
                  <a:gd name="connsiteX16" fmla="*/ 67991 w 100055"/>
                  <a:gd name="connsiteY16" fmla="*/ 1222 h 285774"/>
                  <a:gd name="connsiteX17" fmla="*/ 70429 w 100055"/>
                  <a:gd name="connsiteY17" fmla="*/ 2706 h 285774"/>
                  <a:gd name="connsiteX18" fmla="*/ 67747 w 100055"/>
                  <a:gd name="connsiteY18" fmla="*/ 4038 h 285774"/>
                  <a:gd name="connsiteX19" fmla="*/ 25725 w 100055"/>
                  <a:gd name="connsiteY19" fmla="*/ 2881 h 285774"/>
                  <a:gd name="connsiteX20" fmla="*/ 19954 w 100055"/>
                  <a:gd name="connsiteY20" fmla="*/ 5544 h 285774"/>
                  <a:gd name="connsiteX21" fmla="*/ 14305 w 100055"/>
                  <a:gd name="connsiteY21" fmla="*/ 15824 h 285774"/>
                  <a:gd name="connsiteX22" fmla="*/ 10038 w 100055"/>
                  <a:gd name="connsiteY22" fmla="*/ 36647 h 285774"/>
                  <a:gd name="connsiteX23" fmla="*/ 7518 w 100055"/>
                  <a:gd name="connsiteY23" fmla="*/ 61856 h 285774"/>
                  <a:gd name="connsiteX24" fmla="*/ 6218 w 100055"/>
                  <a:gd name="connsiteY24" fmla="*/ 89947 h 285774"/>
                  <a:gd name="connsiteX25" fmla="*/ 5080 w 100055"/>
                  <a:gd name="connsiteY25" fmla="*/ 173652 h 285774"/>
                  <a:gd name="connsiteX26" fmla="*/ 6177 w 100055"/>
                  <a:gd name="connsiteY26" fmla="*/ 190655 h 285774"/>
                  <a:gd name="connsiteX27" fmla="*/ 7925 w 100055"/>
                  <a:gd name="connsiteY27" fmla="*/ 211914 h 285774"/>
                  <a:gd name="connsiteX28" fmla="*/ 9185 w 100055"/>
                  <a:gd name="connsiteY28" fmla="*/ 232103 h 285774"/>
                  <a:gd name="connsiteX29" fmla="*/ 8981 w 100055"/>
                  <a:gd name="connsiteY29" fmla="*/ 251922 h 285774"/>
                  <a:gd name="connsiteX30" fmla="*/ 98877 w 100055"/>
                  <a:gd name="connsiteY30" fmla="*/ 283156 h 285774"/>
                  <a:gd name="connsiteX31" fmla="*/ 99649 w 100055"/>
                  <a:gd name="connsiteY31" fmla="*/ 285076 h 285774"/>
                  <a:gd name="connsiteX32" fmla="*/ 97536 w 100055"/>
                  <a:gd name="connsiteY32" fmla="*/ 285709 h 285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0055" h="285774">
                    <a:moveTo>
                      <a:pt x="97536" y="285775"/>
                    </a:moveTo>
                    <a:cubicBezTo>
                      <a:pt x="97048" y="285775"/>
                      <a:pt x="96601" y="285731"/>
                      <a:pt x="96154" y="285557"/>
                    </a:cubicBezTo>
                    <a:lnTo>
                      <a:pt x="5121" y="253952"/>
                    </a:lnTo>
                    <a:cubicBezTo>
                      <a:pt x="4349" y="253690"/>
                      <a:pt x="3901" y="253253"/>
                      <a:pt x="3901" y="252773"/>
                    </a:cubicBezTo>
                    <a:lnTo>
                      <a:pt x="4105" y="232213"/>
                    </a:lnTo>
                    <a:lnTo>
                      <a:pt x="2804" y="212067"/>
                    </a:lnTo>
                    <a:lnTo>
                      <a:pt x="0" y="173739"/>
                    </a:lnTo>
                    <a:lnTo>
                      <a:pt x="488" y="118758"/>
                    </a:lnTo>
                    <a:lnTo>
                      <a:pt x="1179" y="89925"/>
                    </a:lnTo>
                    <a:lnTo>
                      <a:pt x="2479" y="61791"/>
                    </a:lnTo>
                    <a:lnTo>
                      <a:pt x="4999" y="36428"/>
                    </a:lnTo>
                    <a:lnTo>
                      <a:pt x="9388" y="15322"/>
                    </a:lnTo>
                    <a:lnTo>
                      <a:pt x="15321" y="4387"/>
                    </a:lnTo>
                    <a:cubicBezTo>
                      <a:pt x="15484" y="4125"/>
                      <a:pt x="15768" y="3863"/>
                      <a:pt x="16134" y="3689"/>
                    </a:cubicBezTo>
                    <a:lnTo>
                      <a:pt x="22962" y="480"/>
                    </a:lnTo>
                    <a:cubicBezTo>
                      <a:pt x="23449" y="262"/>
                      <a:pt x="24384" y="0"/>
                      <a:pt x="24994" y="0"/>
                    </a:cubicBezTo>
                    <a:lnTo>
                      <a:pt x="67991" y="1222"/>
                    </a:lnTo>
                    <a:cubicBezTo>
                      <a:pt x="69413" y="1266"/>
                      <a:pt x="70470" y="1921"/>
                      <a:pt x="70429" y="2706"/>
                    </a:cubicBezTo>
                    <a:cubicBezTo>
                      <a:pt x="70348" y="3449"/>
                      <a:pt x="69291" y="4082"/>
                      <a:pt x="67747" y="4038"/>
                    </a:cubicBezTo>
                    <a:lnTo>
                      <a:pt x="25725" y="2881"/>
                    </a:lnTo>
                    <a:lnTo>
                      <a:pt x="19954" y="5544"/>
                    </a:lnTo>
                    <a:lnTo>
                      <a:pt x="14305" y="15824"/>
                    </a:lnTo>
                    <a:lnTo>
                      <a:pt x="10038" y="36647"/>
                    </a:lnTo>
                    <a:lnTo>
                      <a:pt x="7518" y="61856"/>
                    </a:lnTo>
                    <a:lnTo>
                      <a:pt x="6218" y="89947"/>
                    </a:lnTo>
                    <a:lnTo>
                      <a:pt x="5080" y="173652"/>
                    </a:lnTo>
                    <a:lnTo>
                      <a:pt x="6177" y="190655"/>
                    </a:lnTo>
                    <a:lnTo>
                      <a:pt x="7925" y="211914"/>
                    </a:lnTo>
                    <a:lnTo>
                      <a:pt x="9185" y="232103"/>
                    </a:lnTo>
                    <a:lnTo>
                      <a:pt x="8981" y="251922"/>
                    </a:lnTo>
                    <a:lnTo>
                      <a:pt x="98877" y="283156"/>
                    </a:lnTo>
                    <a:cubicBezTo>
                      <a:pt x="100056" y="283527"/>
                      <a:pt x="100421" y="284422"/>
                      <a:pt x="99649" y="285076"/>
                    </a:cubicBezTo>
                    <a:cubicBezTo>
                      <a:pt x="99162" y="285491"/>
                      <a:pt x="98349" y="285709"/>
                      <a:pt x="97536" y="28570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8" name="Freeform: Shape 127">
                <a:extLst>
                  <a:ext uri="{FF2B5EF4-FFF2-40B4-BE49-F238E27FC236}">
                    <a16:creationId xmlns:a16="http://schemas.microsoft.com/office/drawing/2014/main" id="{C773E381-0105-483E-9A55-5D02E5E21CFD}"/>
                  </a:ext>
                </a:extLst>
              </p:cNvPr>
              <p:cNvSpPr/>
              <p:nvPr/>
            </p:nvSpPr>
            <p:spPr>
              <a:xfrm>
                <a:off x="8325875" y="6146909"/>
                <a:ext cx="3866124" cy="22372"/>
              </a:xfrm>
              <a:custGeom>
                <a:avLst/>
                <a:gdLst>
                  <a:gd name="connsiteX0" fmla="*/ 3866124 w 3866124"/>
                  <a:gd name="connsiteY0" fmla="*/ 19557 h 22372"/>
                  <a:gd name="connsiteX1" fmla="*/ 903956 w 3866124"/>
                  <a:gd name="connsiteY1" fmla="*/ 14384 h 22372"/>
                  <a:gd name="connsiteX2" fmla="*/ 864292 w 3866124"/>
                  <a:gd name="connsiteY2" fmla="*/ 1659 h 22372"/>
                  <a:gd name="connsiteX3" fmla="*/ 862991 w 3866124"/>
                  <a:gd name="connsiteY3" fmla="*/ 1440 h 22372"/>
                  <a:gd name="connsiteX4" fmla="*/ 2561 w 3866124"/>
                  <a:gd name="connsiteY4" fmla="*/ 0 h 22372"/>
                  <a:gd name="connsiteX5" fmla="*/ 2561 w 3866124"/>
                  <a:gd name="connsiteY5" fmla="*/ 0 h 22372"/>
                  <a:gd name="connsiteX6" fmla="*/ 0 w 3866124"/>
                  <a:gd name="connsiteY6" fmla="*/ 1440 h 22372"/>
                  <a:gd name="connsiteX7" fmla="*/ 2479 w 3866124"/>
                  <a:gd name="connsiteY7" fmla="*/ 2816 h 22372"/>
                  <a:gd name="connsiteX8" fmla="*/ 862300 w 3866124"/>
                  <a:gd name="connsiteY8" fmla="*/ 4256 h 22372"/>
                  <a:gd name="connsiteX9" fmla="*/ 901964 w 3866124"/>
                  <a:gd name="connsiteY9" fmla="*/ 16981 h 22372"/>
                  <a:gd name="connsiteX10" fmla="*/ 903265 w 3866124"/>
                  <a:gd name="connsiteY10" fmla="*/ 17199 h 22372"/>
                  <a:gd name="connsiteX11" fmla="*/ 3866124 w 3866124"/>
                  <a:gd name="connsiteY11" fmla="*/ 22372 h 22372"/>
                  <a:gd name="connsiteX12" fmla="*/ 3866124 w 3866124"/>
                  <a:gd name="connsiteY12" fmla="*/ 19557 h 22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66124" h="22372">
                    <a:moveTo>
                      <a:pt x="3866124" y="19557"/>
                    </a:moveTo>
                    <a:lnTo>
                      <a:pt x="903956" y="14384"/>
                    </a:lnTo>
                    <a:lnTo>
                      <a:pt x="864292" y="1659"/>
                    </a:lnTo>
                    <a:cubicBezTo>
                      <a:pt x="863885" y="1550"/>
                      <a:pt x="863519" y="1440"/>
                      <a:pt x="862991" y="1440"/>
                    </a:cubicBezTo>
                    <a:lnTo>
                      <a:pt x="2561" y="0"/>
                    </a:lnTo>
                    <a:lnTo>
                      <a:pt x="2561" y="0"/>
                    </a:lnTo>
                    <a:cubicBezTo>
                      <a:pt x="1057" y="0"/>
                      <a:pt x="0" y="633"/>
                      <a:pt x="0" y="1440"/>
                    </a:cubicBezTo>
                    <a:cubicBezTo>
                      <a:pt x="0" y="2183"/>
                      <a:pt x="1097" y="2816"/>
                      <a:pt x="2479" y="2816"/>
                    </a:cubicBezTo>
                    <a:lnTo>
                      <a:pt x="862300" y="4256"/>
                    </a:lnTo>
                    <a:lnTo>
                      <a:pt x="901964" y="16981"/>
                    </a:lnTo>
                    <a:cubicBezTo>
                      <a:pt x="902371" y="17156"/>
                      <a:pt x="902778" y="17199"/>
                      <a:pt x="903265" y="17199"/>
                    </a:cubicBezTo>
                    <a:lnTo>
                      <a:pt x="3866124" y="22372"/>
                    </a:lnTo>
                    <a:lnTo>
                      <a:pt x="3866124" y="1955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29" name="Freeform: Shape 128">
                <a:extLst>
                  <a:ext uri="{FF2B5EF4-FFF2-40B4-BE49-F238E27FC236}">
                    <a16:creationId xmlns:a16="http://schemas.microsoft.com/office/drawing/2014/main" id="{18444B2F-0C2B-4B52-A39C-70324B35B36C}"/>
                  </a:ext>
                </a:extLst>
              </p:cNvPr>
              <p:cNvSpPr/>
              <p:nvPr/>
            </p:nvSpPr>
            <p:spPr>
              <a:xfrm>
                <a:off x="3922124" y="5957967"/>
                <a:ext cx="103961" cy="20484"/>
              </a:xfrm>
              <a:custGeom>
                <a:avLst/>
                <a:gdLst>
                  <a:gd name="connsiteX0" fmla="*/ 101398 w 103961"/>
                  <a:gd name="connsiteY0" fmla="*/ 20485 h 20484"/>
                  <a:gd name="connsiteX1" fmla="*/ 100788 w 103961"/>
                  <a:gd name="connsiteY1" fmla="*/ 20419 h 20484"/>
                  <a:gd name="connsiteX2" fmla="*/ 33001 w 103961"/>
                  <a:gd name="connsiteY2" fmla="*/ 10990 h 20484"/>
                  <a:gd name="connsiteX3" fmla="*/ 32432 w 103961"/>
                  <a:gd name="connsiteY3" fmla="*/ 10815 h 20484"/>
                  <a:gd name="connsiteX4" fmla="*/ 6788 w 103961"/>
                  <a:gd name="connsiteY4" fmla="*/ 2871 h 20484"/>
                  <a:gd name="connsiteX5" fmla="*/ 2480 w 103961"/>
                  <a:gd name="connsiteY5" fmla="*/ 2827 h 20484"/>
                  <a:gd name="connsiteX6" fmla="*/ 1 w 103961"/>
                  <a:gd name="connsiteY6" fmla="*/ 1343 h 20484"/>
                  <a:gd name="connsiteX7" fmla="*/ 2643 w 103961"/>
                  <a:gd name="connsiteY7" fmla="*/ 11 h 20484"/>
                  <a:gd name="connsiteX8" fmla="*/ 7601 w 103961"/>
                  <a:gd name="connsiteY8" fmla="*/ 120 h 20484"/>
                  <a:gd name="connsiteX9" fmla="*/ 8739 w 103961"/>
                  <a:gd name="connsiteY9" fmla="*/ 273 h 20484"/>
                  <a:gd name="connsiteX10" fmla="*/ 34626 w 103961"/>
                  <a:gd name="connsiteY10" fmla="*/ 8262 h 20484"/>
                  <a:gd name="connsiteX11" fmla="*/ 102048 w 103961"/>
                  <a:gd name="connsiteY11" fmla="*/ 17691 h 20484"/>
                  <a:gd name="connsiteX12" fmla="*/ 103877 w 103961"/>
                  <a:gd name="connsiteY12" fmla="*/ 19393 h 20484"/>
                  <a:gd name="connsiteX13" fmla="*/ 101398 w 103961"/>
                  <a:gd name="connsiteY13" fmla="*/ 20463 h 2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3961" h="20484">
                    <a:moveTo>
                      <a:pt x="101398" y="20485"/>
                    </a:moveTo>
                    <a:cubicBezTo>
                      <a:pt x="101195" y="20485"/>
                      <a:pt x="100991" y="20485"/>
                      <a:pt x="100788" y="20419"/>
                    </a:cubicBezTo>
                    <a:lnTo>
                      <a:pt x="33001" y="10990"/>
                    </a:lnTo>
                    <a:cubicBezTo>
                      <a:pt x="33001" y="10990"/>
                      <a:pt x="32554" y="10881"/>
                      <a:pt x="32432" y="10815"/>
                    </a:cubicBezTo>
                    <a:lnTo>
                      <a:pt x="6788" y="2871"/>
                    </a:lnTo>
                    <a:lnTo>
                      <a:pt x="2480" y="2827"/>
                    </a:lnTo>
                    <a:cubicBezTo>
                      <a:pt x="1058" y="2783"/>
                      <a:pt x="-40" y="2128"/>
                      <a:pt x="1" y="1343"/>
                    </a:cubicBezTo>
                    <a:cubicBezTo>
                      <a:pt x="42" y="601"/>
                      <a:pt x="1098" y="-98"/>
                      <a:pt x="2643" y="11"/>
                    </a:cubicBezTo>
                    <a:lnTo>
                      <a:pt x="7601" y="120"/>
                    </a:lnTo>
                    <a:cubicBezTo>
                      <a:pt x="8007" y="120"/>
                      <a:pt x="8413" y="164"/>
                      <a:pt x="8739" y="273"/>
                    </a:cubicBezTo>
                    <a:lnTo>
                      <a:pt x="34626" y="8262"/>
                    </a:lnTo>
                    <a:lnTo>
                      <a:pt x="102048" y="17691"/>
                    </a:lnTo>
                    <a:cubicBezTo>
                      <a:pt x="103389" y="17909"/>
                      <a:pt x="104243" y="18651"/>
                      <a:pt x="103877" y="19393"/>
                    </a:cubicBezTo>
                    <a:cubicBezTo>
                      <a:pt x="103592" y="20026"/>
                      <a:pt x="102536" y="20463"/>
                      <a:pt x="101398" y="204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0" name="Freeform: Shape 129">
                <a:extLst>
                  <a:ext uri="{FF2B5EF4-FFF2-40B4-BE49-F238E27FC236}">
                    <a16:creationId xmlns:a16="http://schemas.microsoft.com/office/drawing/2014/main" id="{0B866705-5BA6-4261-9E56-9F56DAD605F2}"/>
                  </a:ext>
                </a:extLst>
              </p:cNvPr>
              <p:cNvSpPr/>
              <p:nvPr/>
            </p:nvSpPr>
            <p:spPr>
              <a:xfrm>
                <a:off x="8312058" y="6140557"/>
                <a:ext cx="3879981" cy="42147"/>
              </a:xfrm>
              <a:custGeom>
                <a:avLst/>
                <a:gdLst>
                  <a:gd name="connsiteX0" fmla="*/ 3879941 w 3879981"/>
                  <a:gd name="connsiteY0" fmla="*/ 39331 h 42147"/>
                  <a:gd name="connsiteX1" fmla="*/ 847831 w 3879981"/>
                  <a:gd name="connsiteY1" fmla="*/ 34115 h 42147"/>
                  <a:gd name="connsiteX2" fmla="*/ 737616 w 3879981"/>
                  <a:gd name="connsiteY2" fmla="*/ 30164 h 42147"/>
                  <a:gd name="connsiteX3" fmla="*/ 718759 w 3879981"/>
                  <a:gd name="connsiteY3" fmla="*/ 27239 h 42147"/>
                  <a:gd name="connsiteX4" fmla="*/ 644550 w 3879981"/>
                  <a:gd name="connsiteY4" fmla="*/ 1288 h 42147"/>
                  <a:gd name="connsiteX5" fmla="*/ 643250 w 3879981"/>
                  <a:gd name="connsiteY5" fmla="*/ 1069 h 42147"/>
                  <a:gd name="connsiteX6" fmla="*/ 2479 w 3879981"/>
                  <a:gd name="connsiteY6" fmla="*/ 0 h 42147"/>
                  <a:gd name="connsiteX7" fmla="*/ 2479 w 3879981"/>
                  <a:gd name="connsiteY7" fmla="*/ 0 h 42147"/>
                  <a:gd name="connsiteX8" fmla="*/ 0 w 3879981"/>
                  <a:gd name="connsiteY8" fmla="*/ 1397 h 42147"/>
                  <a:gd name="connsiteX9" fmla="*/ 2479 w 3879981"/>
                  <a:gd name="connsiteY9" fmla="*/ 2772 h 42147"/>
                  <a:gd name="connsiteX10" fmla="*/ 642437 w 3879981"/>
                  <a:gd name="connsiteY10" fmla="*/ 3885 h 42147"/>
                  <a:gd name="connsiteX11" fmla="*/ 716361 w 3879981"/>
                  <a:gd name="connsiteY11" fmla="*/ 29728 h 42147"/>
                  <a:gd name="connsiteX12" fmla="*/ 716971 w 3879981"/>
                  <a:gd name="connsiteY12" fmla="*/ 29881 h 42147"/>
                  <a:gd name="connsiteX13" fmla="*/ 736722 w 3879981"/>
                  <a:gd name="connsiteY13" fmla="*/ 32914 h 42147"/>
                  <a:gd name="connsiteX14" fmla="*/ 847669 w 3879981"/>
                  <a:gd name="connsiteY14" fmla="*/ 36865 h 42147"/>
                  <a:gd name="connsiteX15" fmla="*/ 3879982 w 3879981"/>
                  <a:gd name="connsiteY15" fmla="*/ 42147 h 42147"/>
                  <a:gd name="connsiteX16" fmla="*/ 3879982 w 3879981"/>
                  <a:gd name="connsiteY16" fmla="*/ 39331 h 42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79981" h="42147">
                    <a:moveTo>
                      <a:pt x="3879941" y="39331"/>
                    </a:moveTo>
                    <a:lnTo>
                      <a:pt x="847831" y="34115"/>
                    </a:lnTo>
                    <a:lnTo>
                      <a:pt x="737616" y="30164"/>
                    </a:lnTo>
                    <a:lnTo>
                      <a:pt x="718759" y="27239"/>
                    </a:lnTo>
                    <a:lnTo>
                      <a:pt x="644550" y="1288"/>
                    </a:lnTo>
                    <a:cubicBezTo>
                      <a:pt x="644144" y="1135"/>
                      <a:pt x="643737" y="1069"/>
                      <a:pt x="643250" y="1069"/>
                    </a:cubicBezTo>
                    <a:lnTo>
                      <a:pt x="2479" y="0"/>
                    </a:lnTo>
                    <a:lnTo>
                      <a:pt x="2479" y="0"/>
                    </a:lnTo>
                    <a:cubicBezTo>
                      <a:pt x="1097" y="0"/>
                      <a:pt x="0" y="589"/>
                      <a:pt x="0" y="1397"/>
                    </a:cubicBezTo>
                    <a:cubicBezTo>
                      <a:pt x="0" y="2204"/>
                      <a:pt x="1097" y="2772"/>
                      <a:pt x="2479" y="2772"/>
                    </a:cubicBezTo>
                    <a:lnTo>
                      <a:pt x="642437" y="3885"/>
                    </a:lnTo>
                    <a:lnTo>
                      <a:pt x="716361" y="29728"/>
                    </a:lnTo>
                    <a:cubicBezTo>
                      <a:pt x="716361" y="29728"/>
                      <a:pt x="716767" y="29837"/>
                      <a:pt x="716971" y="29881"/>
                    </a:cubicBezTo>
                    <a:lnTo>
                      <a:pt x="736722" y="32914"/>
                    </a:lnTo>
                    <a:lnTo>
                      <a:pt x="847669" y="36865"/>
                    </a:lnTo>
                    <a:lnTo>
                      <a:pt x="3879982" y="42147"/>
                    </a:lnTo>
                    <a:lnTo>
                      <a:pt x="3879982" y="3933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1" name="Freeform: Shape 130">
                <a:extLst>
                  <a:ext uri="{FF2B5EF4-FFF2-40B4-BE49-F238E27FC236}">
                    <a16:creationId xmlns:a16="http://schemas.microsoft.com/office/drawing/2014/main" id="{8EAA36DD-C6E4-4476-B750-DB37E89CB0E6}"/>
                  </a:ext>
                </a:extLst>
              </p:cNvPr>
              <p:cNvSpPr/>
              <p:nvPr/>
            </p:nvSpPr>
            <p:spPr>
              <a:xfrm>
                <a:off x="8298363" y="6134293"/>
                <a:ext cx="1016817" cy="10978"/>
              </a:xfrm>
              <a:custGeom>
                <a:avLst/>
                <a:gdLst>
                  <a:gd name="connsiteX0" fmla="*/ 978692 w 1016817"/>
                  <a:gd name="connsiteY0" fmla="*/ 10957 h 10978"/>
                  <a:gd name="connsiteX1" fmla="*/ 977514 w 1016817"/>
                  <a:gd name="connsiteY1" fmla="*/ 10804 h 10978"/>
                  <a:gd name="connsiteX2" fmla="*/ 956949 w 1016817"/>
                  <a:gd name="connsiteY2" fmla="*/ 4365 h 10978"/>
                  <a:gd name="connsiteX3" fmla="*/ 2560 w 1016817"/>
                  <a:gd name="connsiteY3" fmla="*/ 2816 h 10978"/>
                  <a:gd name="connsiteX4" fmla="*/ 0 w 1016817"/>
                  <a:gd name="connsiteY4" fmla="*/ 1375 h 10978"/>
                  <a:gd name="connsiteX5" fmla="*/ 2560 w 1016817"/>
                  <a:gd name="connsiteY5" fmla="*/ 0 h 10978"/>
                  <a:gd name="connsiteX6" fmla="*/ 2560 w 1016817"/>
                  <a:gd name="connsiteY6" fmla="*/ 0 h 10978"/>
                  <a:gd name="connsiteX7" fmla="*/ 957641 w 1016817"/>
                  <a:gd name="connsiteY7" fmla="*/ 1550 h 10978"/>
                  <a:gd name="connsiteX8" fmla="*/ 958860 w 1016817"/>
                  <a:gd name="connsiteY8" fmla="*/ 1768 h 10978"/>
                  <a:gd name="connsiteX9" fmla="*/ 979301 w 1016817"/>
                  <a:gd name="connsiteY9" fmla="*/ 8163 h 10978"/>
                  <a:gd name="connsiteX10" fmla="*/ 988324 w 1016817"/>
                  <a:gd name="connsiteY10" fmla="*/ 7901 h 10978"/>
                  <a:gd name="connsiteX11" fmla="*/ 997834 w 1016817"/>
                  <a:gd name="connsiteY11" fmla="*/ 7312 h 10978"/>
                  <a:gd name="connsiteX12" fmla="*/ 1014008 w 1016817"/>
                  <a:gd name="connsiteY12" fmla="*/ 6570 h 10978"/>
                  <a:gd name="connsiteX13" fmla="*/ 1016813 w 1016817"/>
                  <a:gd name="connsiteY13" fmla="*/ 7836 h 10978"/>
                  <a:gd name="connsiteX14" fmla="*/ 1014415 w 1016817"/>
                  <a:gd name="connsiteY14" fmla="*/ 9385 h 10978"/>
                  <a:gd name="connsiteX15" fmla="*/ 998362 w 1016817"/>
                  <a:gd name="connsiteY15" fmla="*/ 10084 h 10978"/>
                  <a:gd name="connsiteX16" fmla="*/ 988730 w 1016817"/>
                  <a:gd name="connsiteY16" fmla="*/ 10717 h 10978"/>
                  <a:gd name="connsiteX17" fmla="*/ 978896 w 1016817"/>
                  <a:gd name="connsiteY17" fmla="*/ 10979 h 10978"/>
                  <a:gd name="connsiteX18" fmla="*/ 978692 w 1016817"/>
                  <a:gd name="connsiteY18" fmla="*/ 10979 h 10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16817" h="10978">
                    <a:moveTo>
                      <a:pt x="978692" y="10957"/>
                    </a:moveTo>
                    <a:cubicBezTo>
                      <a:pt x="978285" y="10957"/>
                      <a:pt x="977920" y="10913"/>
                      <a:pt x="977514" y="10804"/>
                    </a:cubicBezTo>
                    <a:lnTo>
                      <a:pt x="956949" y="4365"/>
                    </a:lnTo>
                    <a:lnTo>
                      <a:pt x="2560" y="2816"/>
                    </a:lnTo>
                    <a:cubicBezTo>
                      <a:pt x="1178" y="2816"/>
                      <a:pt x="0" y="2183"/>
                      <a:pt x="0" y="1375"/>
                    </a:cubicBezTo>
                    <a:cubicBezTo>
                      <a:pt x="0" y="567"/>
                      <a:pt x="1178" y="0"/>
                      <a:pt x="2560" y="0"/>
                    </a:cubicBezTo>
                    <a:lnTo>
                      <a:pt x="2560" y="0"/>
                    </a:lnTo>
                    <a:lnTo>
                      <a:pt x="957641" y="1550"/>
                    </a:lnTo>
                    <a:cubicBezTo>
                      <a:pt x="958047" y="1550"/>
                      <a:pt x="958535" y="1659"/>
                      <a:pt x="958860" y="1768"/>
                    </a:cubicBezTo>
                    <a:lnTo>
                      <a:pt x="979301" y="8163"/>
                    </a:lnTo>
                    <a:lnTo>
                      <a:pt x="988324" y="7901"/>
                    </a:lnTo>
                    <a:lnTo>
                      <a:pt x="997834" y="7312"/>
                    </a:lnTo>
                    <a:lnTo>
                      <a:pt x="1014008" y="6570"/>
                    </a:lnTo>
                    <a:cubicBezTo>
                      <a:pt x="1015390" y="6504"/>
                      <a:pt x="1016610" y="7094"/>
                      <a:pt x="1016813" y="7836"/>
                    </a:cubicBezTo>
                    <a:cubicBezTo>
                      <a:pt x="1016893" y="8643"/>
                      <a:pt x="1015837" y="9342"/>
                      <a:pt x="1014415" y="9385"/>
                    </a:cubicBezTo>
                    <a:lnTo>
                      <a:pt x="998362" y="10084"/>
                    </a:lnTo>
                    <a:lnTo>
                      <a:pt x="988730" y="10717"/>
                    </a:lnTo>
                    <a:lnTo>
                      <a:pt x="978896" y="10979"/>
                    </a:lnTo>
                    <a:lnTo>
                      <a:pt x="978692" y="1097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2" name="Freeform: Shape 131">
                <a:extLst>
                  <a:ext uri="{FF2B5EF4-FFF2-40B4-BE49-F238E27FC236}">
                    <a16:creationId xmlns:a16="http://schemas.microsoft.com/office/drawing/2014/main" id="{82FD2553-D550-454A-ACD7-DC58CD2ED21B}"/>
                  </a:ext>
                </a:extLst>
              </p:cNvPr>
              <p:cNvSpPr/>
              <p:nvPr/>
            </p:nvSpPr>
            <p:spPr>
              <a:xfrm>
                <a:off x="5961716" y="5657951"/>
                <a:ext cx="6230283" cy="878430"/>
              </a:xfrm>
              <a:custGeom>
                <a:avLst/>
                <a:gdLst>
                  <a:gd name="connsiteX0" fmla="*/ 6230283 w 6230283"/>
                  <a:gd name="connsiteY0" fmla="*/ 875441 h 878430"/>
                  <a:gd name="connsiteX1" fmla="*/ 4305532 w 6230283"/>
                  <a:gd name="connsiteY1" fmla="*/ 443712 h 878430"/>
                  <a:gd name="connsiteX2" fmla="*/ 4280213 w 6230283"/>
                  <a:gd name="connsiteY2" fmla="*/ 436684 h 878430"/>
                  <a:gd name="connsiteX3" fmla="*/ 4254935 w 6230283"/>
                  <a:gd name="connsiteY3" fmla="*/ 418873 h 878430"/>
                  <a:gd name="connsiteX4" fmla="*/ 4254163 w 6230283"/>
                  <a:gd name="connsiteY4" fmla="*/ 418502 h 878430"/>
                  <a:gd name="connsiteX5" fmla="*/ 4229252 w 6230283"/>
                  <a:gd name="connsiteY5" fmla="*/ 411365 h 878430"/>
                  <a:gd name="connsiteX6" fmla="*/ 4204461 w 6230283"/>
                  <a:gd name="connsiteY6" fmla="*/ 402678 h 878430"/>
                  <a:gd name="connsiteX7" fmla="*/ 4180158 w 6230283"/>
                  <a:gd name="connsiteY7" fmla="*/ 393882 h 878430"/>
                  <a:gd name="connsiteX8" fmla="*/ 4155855 w 6230283"/>
                  <a:gd name="connsiteY8" fmla="*/ 383274 h 878430"/>
                  <a:gd name="connsiteX9" fmla="*/ 4132040 w 6230283"/>
                  <a:gd name="connsiteY9" fmla="*/ 373321 h 878430"/>
                  <a:gd name="connsiteX10" fmla="*/ 4130739 w 6230283"/>
                  <a:gd name="connsiteY10" fmla="*/ 373059 h 878430"/>
                  <a:gd name="connsiteX11" fmla="*/ 4107128 w 6230283"/>
                  <a:gd name="connsiteY11" fmla="*/ 371466 h 878430"/>
                  <a:gd name="connsiteX12" fmla="*/ 4084532 w 6230283"/>
                  <a:gd name="connsiteY12" fmla="*/ 370920 h 878430"/>
                  <a:gd name="connsiteX13" fmla="*/ 4062302 w 6230283"/>
                  <a:gd name="connsiteY13" fmla="*/ 365638 h 878430"/>
                  <a:gd name="connsiteX14" fmla="*/ 4039787 w 6230283"/>
                  <a:gd name="connsiteY14" fmla="*/ 355576 h 878430"/>
                  <a:gd name="connsiteX15" fmla="*/ 4038771 w 6230283"/>
                  <a:gd name="connsiteY15" fmla="*/ 355314 h 878430"/>
                  <a:gd name="connsiteX16" fmla="*/ 4016460 w 6230283"/>
                  <a:gd name="connsiteY16" fmla="*/ 352062 h 878430"/>
                  <a:gd name="connsiteX17" fmla="*/ 4015159 w 6230283"/>
                  <a:gd name="connsiteY17" fmla="*/ 352062 h 878430"/>
                  <a:gd name="connsiteX18" fmla="*/ 3996099 w 6230283"/>
                  <a:gd name="connsiteY18" fmla="*/ 354943 h 878430"/>
                  <a:gd name="connsiteX19" fmla="*/ 3935261 w 6230283"/>
                  <a:gd name="connsiteY19" fmla="*/ 365376 h 878430"/>
                  <a:gd name="connsiteX20" fmla="*/ 3934571 w 6230283"/>
                  <a:gd name="connsiteY20" fmla="*/ 365595 h 878430"/>
                  <a:gd name="connsiteX21" fmla="*/ 3921078 w 6230283"/>
                  <a:gd name="connsiteY21" fmla="*/ 371029 h 878430"/>
                  <a:gd name="connsiteX22" fmla="*/ 3868368 w 6230283"/>
                  <a:gd name="connsiteY22" fmla="*/ 382161 h 878430"/>
                  <a:gd name="connsiteX23" fmla="*/ 3848739 w 6230283"/>
                  <a:gd name="connsiteY23" fmla="*/ 383078 h 878430"/>
                  <a:gd name="connsiteX24" fmla="*/ 3772945 w 6230283"/>
                  <a:gd name="connsiteY24" fmla="*/ 388622 h 878430"/>
                  <a:gd name="connsiteX25" fmla="*/ 3677319 w 6230283"/>
                  <a:gd name="connsiteY25" fmla="*/ 388512 h 878430"/>
                  <a:gd name="connsiteX26" fmla="*/ 3414379 w 6230283"/>
                  <a:gd name="connsiteY26" fmla="*/ 322749 h 878430"/>
                  <a:gd name="connsiteX27" fmla="*/ 3397309 w 6230283"/>
                  <a:gd name="connsiteY27" fmla="*/ 318013 h 878430"/>
                  <a:gd name="connsiteX28" fmla="*/ 3380363 w 6230283"/>
                  <a:gd name="connsiteY28" fmla="*/ 312250 h 878430"/>
                  <a:gd name="connsiteX29" fmla="*/ 3363700 w 6230283"/>
                  <a:gd name="connsiteY29" fmla="*/ 305964 h 878430"/>
                  <a:gd name="connsiteX30" fmla="*/ 3347038 w 6230283"/>
                  <a:gd name="connsiteY30" fmla="*/ 298762 h 878430"/>
                  <a:gd name="connsiteX31" fmla="*/ 3345371 w 6230283"/>
                  <a:gd name="connsiteY31" fmla="*/ 298434 h 878430"/>
                  <a:gd name="connsiteX32" fmla="*/ 3258931 w 6230283"/>
                  <a:gd name="connsiteY32" fmla="*/ 300246 h 878430"/>
                  <a:gd name="connsiteX33" fmla="*/ 3086007 w 6230283"/>
                  <a:gd name="connsiteY33" fmla="*/ 303498 h 878430"/>
                  <a:gd name="connsiteX34" fmla="*/ 2999688 w 6230283"/>
                  <a:gd name="connsiteY34" fmla="*/ 304720 h 878430"/>
                  <a:gd name="connsiteX35" fmla="*/ 2913369 w 6230283"/>
                  <a:gd name="connsiteY35" fmla="*/ 305048 h 878430"/>
                  <a:gd name="connsiteX36" fmla="*/ 2396427 w 6230283"/>
                  <a:gd name="connsiteY36" fmla="*/ 304349 h 878430"/>
                  <a:gd name="connsiteX37" fmla="*/ 2386430 w 6230283"/>
                  <a:gd name="connsiteY37" fmla="*/ 300682 h 878430"/>
                  <a:gd name="connsiteX38" fmla="*/ 2375620 w 6230283"/>
                  <a:gd name="connsiteY38" fmla="*/ 288329 h 878430"/>
                  <a:gd name="connsiteX39" fmla="*/ 2364403 w 6230283"/>
                  <a:gd name="connsiteY39" fmla="*/ 269361 h 878430"/>
                  <a:gd name="connsiteX40" fmla="*/ 2353390 w 6230283"/>
                  <a:gd name="connsiteY40" fmla="*/ 247840 h 878430"/>
                  <a:gd name="connsiteX41" fmla="*/ 2332542 w 6230283"/>
                  <a:gd name="connsiteY41" fmla="*/ 194605 h 878430"/>
                  <a:gd name="connsiteX42" fmla="*/ 2324698 w 6230283"/>
                  <a:gd name="connsiteY42" fmla="*/ 162695 h 878430"/>
                  <a:gd name="connsiteX43" fmla="*/ 2318439 w 6230283"/>
                  <a:gd name="connsiteY43" fmla="*/ 132902 h 878430"/>
                  <a:gd name="connsiteX44" fmla="*/ 2313685 w 6230283"/>
                  <a:gd name="connsiteY44" fmla="*/ 108281 h 878430"/>
                  <a:gd name="connsiteX45" fmla="*/ 2310230 w 6230283"/>
                  <a:gd name="connsiteY45" fmla="*/ 82024 h 878430"/>
                  <a:gd name="connsiteX46" fmla="*/ 2303972 w 6230283"/>
                  <a:gd name="connsiteY46" fmla="*/ 23027 h 878430"/>
                  <a:gd name="connsiteX47" fmla="*/ 2299786 w 6230283"/>
                  <a:gd name="connsiteY47" fmla="*/ 15300 h 878430"/>
                  <a:gd name="connsiteX48" fmla="*/ 2299014 w 6230283"/>
                  <a:gd name="connsiteY48" fmla="*/ 14602 h 878430"/>
                  <a:gd name="connsiteX49" fmla="*/ 2293365 w 6230283"/>
                  <a:gd name="connsiteY49" fmla="*/ 11939 h 878430"/>
                  <a:gd name="connsiteX50" fmla="*/ 2284627 w 6230283"/>
                  <a:gd name="connsiteY50" fmla="*/ 6723 h 878430"/>
                  <a:gd name="connsiteX51" fmla="*/ 2273207 w 6230283"/>
                  <a:gd name="connsiteY51" fmla="*/ 1331 h 878430"/>
                  <a:gd name="connsiteX52" fmla="*/ 2271622 w 6230283"/>
                  <a:gd name="connsiteY52" fmla="*/ 960 h 878430"/>
                  <a:gd name="connsiteX53" fmla="*/ 2186685 w 6230283"/>
                  <a:gd name="connsiteY53" fmla="*/ 0 h 878430"/>
                  <a:gd name="connsiteX54" fmla="*/ 2099471 w 6230283"/>
                  <a:gd name="connsiteY54" fmla="*/ 153 h 878430"/>
                  <a:gd name="connsiteX55" fmla="*/ 2012136 w 6230283"/>
                  <a:gd name="connsiteY55" fmla="*/ 3078 h 878430"/>
                  <a:gd name="connsiteX56" fmla="*/ 1936911 w 6230283"/>
                  <a:gd name="connsiteY56" fmla="*/ 480 h 878430"/>
                  <a:gd name="connsiteX57" fmla="*/ 1936017 w 6230283"/>
                  <a:gd name="connsiteY57" fmla="*/ 524 h 878430"/>
                  <a:gd name="connsiteX58" fmla="*/ 1847422 w 6230283"/>
                  <a:gd name="connsiteY58" fmla="*/ 14973 h 878430"/>
                  <a:gd name="connsiteX59" fmla="*/ 1763500 w 6230283"/>
                  <a:gd name="connsiteY59" fmla="*/ 21259 h 878430"/>
                  <a:gd name="connsiteX60" fmla="*/ 1681814 w 6230283"/>
                  <a:gd name="connsiteY60" fmla="*/ 28178 h 878430"/>
                  <a:gd name="connsiteX61" fmla="*/ 1602566 w 6230283"/>
                  <a:gd name="connsiteY61" fmla="*/ 27698 h 878430"/>
                  <a:gd name="connsiteX62" fmla="*/ 1525675 w 6230283"/>
                  <a:gd name="connsiteY62" fmla="*/ 31692 h 878430"/>
                  <a:gd name="connsiteX63" fmla="*/ 1449475 w 6230283"/>
                  <a:gd name="connsiteY63" fmla="*/ 34682 h 878430"/>
                  <a:gd name="connsiteX64" fmla="*/ 1373966 w 6230283"/>
                  <a:gd name="connsiteY64" fmla="*/ 39113 h 878430"/>
                  <a:gd name="connsiteX65" fmla="*/ 1298863 w 6230283"/>
                  <a:gd name="connsiteY65" fmla="*/ 46469 h 878430"/>
                  <a:gd name="connsiteX66" fmla="*/ 1223070 w 6230283"/>
                  <a:gd name="connsiteY66" fmla="*/ 55090 h 878430"/>
                  <a:gd name="connsiteX67" fmla="*/ 1146585 w 6230283"/>
                  <a:gd name="connsiteY67" fmla="*/ 69474 h 878430"/>
                  <a:gd name="connsiteX68" fmla="*/ 1069085 w 6230283"/>
                  <a:gd name="connsiteY68" fmla="*/ 79645 h 878430"/>
                  <a:gd name="connsiteX69" fmla="*/ 990609 w 6230283"/>
                  <a:gd name="connsiteY69" fmla="*/ 88550 h 878430"/>
                  <a:gd name="connsiteX70" fmla="*/ 917010 w 6230283"/>
                  <a:gd name="connsiteY70" fmla="*/ 94312 h 878430"/>
                  <a:gd name="connsiteX71" fmla="*/ 911767 w 6230283"/>
                  <a:gd name="connsiteY71" fmla="*/ 94727 h 878430"/>
                  <a:gd name="connsiteX72" fmla="*/ 831991 w 6230283"/>
                  <a:gd name="connsiteY72" fmla="*/ 94618 h 878430"/>
                  <a:gd name="connsiteX73" fmla="*/ 752702 w 6230283"/>
                  <a:gd name="connsiteY73" fmla="*/ 101493 h 878430"/>
                  <a:gd name="connsiteX74" fmla="*/ 673617 w 6230283"/>
                  <a:gd name="connsiteY74" fmla="*/ 107627 h 878430"/>
                  <a:gd name="connsiteX75" fmla="*/ 594735 w 6230283"/>
                  <a:gd name="connsiteY75" fmla="*/ 112319 h 878430"/>
                  <a:gd name="connsiteX76" fmla="*/ 516665 w 6230283"/>
                  <a:gd name="connsiteY76" fmla="*/ 108063 h 878430"/>
                  <a:gd name="connsiteX77" fmla="*/ 438271 w 6230283"/>
                  <a:gd name="connsiteY77" fmla="*/ 97346 h 878430"/>
                  <a:gd name="connsiteX78" fmla="*/ 359998 w 6230283"/>
                  <a:gd name="connsiteY78" fmla="*/ 82002 h 878430"/>
                  <a:gd name="connsiteX79" fmla="*/ 280547 w 6230283"/>
                  <a:gd name="connsiteY79" fmla="*/ 64410 h 878430"/>
                  <a:gd name="connsiteX80" fmla="*/ 199592 w 6230283"/>
                  <a:gd name="connsiteY80" fmla="*/ 54872 h 878430"/>
                  <a:gd name="connsiteX81" fmla="*/ 117783 w 6230283"/>
                  <a:gd name="connsiteY81" fmla="*/ 42082 h 878430"/>
                  <a:gd name="connsiteX82" fmla="*/ 34715 w 6230283"/>
                  <a:gd name="connsiteY82" fmla="*/ 17614 h 878430"/>
                  <a:gd name="connsiteX83" fmla="*/ 4073 w 6230283"/>
                  <a:gd name="connsiteY83" fmla="*/ 5086 h 878430"/>
                  <a:gd name="connsiteX84" fmla="*/ 496 w 6230283"/>
                  <a:gd name="connsiteY84" fmla="*/ 5413 h 878430"/>
                  <a:gd name="connsiteX85" fmla="*/ 1065 w 6230283"/>
                  <a:gd name="connsiteY85" fmla="*/ 7377 h 878430"/>
                  <a:gd name="connsiteX86" fmla="*/ 32074 w 6230283"/>
                  <a:gd name="connsiteY86" fmla="*/ 20015 h 878430"/>
                  <a:gd name="connsiteX87" fmla="*/ 115955 w 6230283"/>
                  <a:gd name="connsiteY87" fmla="*/ 44679 h 878430"/>
                  <a:gd name="connsiteX88" fmla="*/ 198413 w 6230283"/>
                  <a:gd name="connsiteY88" fmla="*/ 57578 h 878430"/>
                  <a:gd name="connsiteX89" fmla="*/ 279124 w 6230283"/>
                  <a:gd name="connsiteY89" fmla="*/ 67117 h 878430"/>
                  <a:gd name="connsiteX90" fmla="*/ 358291 w 6230283"/>
                  <a:gd name="connsiteY90" fmla="*/ 84600 h 878430"/>
                  <a:gd name="connsiteX91" fmla="*/ 436889 w 6230283"/>
                  <a:gd name="connsiteY91" fmla="*/ 100009 h 878430"/>
                  <a:gd name="connsiteX92" fmla="*/ 515852 w 6230283"/>
                  <a:gd name="connsiteY92" fmla="*/ 110770 h 878430"/>
                  <a:gd name="connsiteX93" fmla="*/ 594816 w 6230283"/>
                  <a:gd name="connsiteY93" fmla="*/ 115135 h 878430"/>
                  <a:gd name="connsiteX94" fmla="*/ 674389 w 6230283"/>
                  <a:gd name="connsiteY94" fmla="*/ 110399 h 878430"/>
                  <a:gd name="connsiteX95" fmla="*/ 753556 w 6230283"/>
                  <a:gd name="connsiteY95" fmla="*/ 104265 h 878430"/>
                  <a:gd name="connsiteX96" fmla="*/ 832438 w 6230283"/>
                  <a:gd name="connsiteY96" fmla="*/ 97390 h 878430"/>
                  <a:gd name="connsiteX97" fmla="*/ 912092 w 6230283"/>
                  <a:gd name="connsiteY97" fmla="*/ 97543 h 878430"/>
                  <a:gd name="connsiteX98" fmla="*/ 991543 w 6230283"/>
                  <a:gd name="connsiteY98" fmla="*/ 91366 h 878430"/>
                  <a:gd name="connsiteX99" fmla="*/ 1070223 w 6230283"/>
                  <a:gd name="connsiteY99" fmla="*/ 82417 h 878430"/>
                  <a:gd name="connsiteX100" fmla="*/ 1148007 w 6230283"/>
                  <a:gd name="connsiteY100" fmla="*/ 72180 h 878430"/>
                  <a:gd name="connsiteX101" fmla="*/ 1224411 w 6230283"/>
                  <a:gd name="connsiteY101" fmla="*/ 57797 h 878430"/>
                  <a:gd name="connsiteX102" fmla="*/ 1299920 w 6230283"/>
                  <a:gd name="connsiteY102" fmla="*/ 49219 h 878430"/>
                  <a:gd name="connsiteX103" fmla="*/ 1374819 w 6230283"/>
                  <a:gd name="connsiteY103" fmla="*/ 41863 h 878430"/>
                  <a:gd name="connsiteX104" fmla="*/ 1450003 w 6230283"/>
                  <a:gd name="connsiteY104" fmla="*/ 37454 h 878430"/>
                  <a:gd name="connsiteX105" fmla="*/ 1526081 w 6230283"/>
                  <a:gd name="connsiteY105" fmla="*/ 34530 h 878430"/>
                  <a:gd name="connsiteX106" fmla="*/ 1602769 w 6230283"/>
                  <a:gd name="connsiteY106" fmla="*/ 30535 h 878430"/>
                  <a:gd name="connsiteX107" fmla="*/ 1682261 w 6230283"/>
                  <a:gd name="connsiteY107" fmla="*/ 30972 h 878430"/>
                  <a:gd name="connsiteX108" fmla="*/ 1764232 w 6230283"/>
                  <a:gd name="connsiteY108" fmla="*/ 24053 h 878430"/>
                  <a:gd name="connsiteX109" fmla="*/ 1848560 w 6230283"/>
                  <a:gd name="connsiteY109" fmla="*/ 17767 h 878430"/>
                  <a:gd name="connsiteX110" fmla="*/ 1937074 w 6230283"/>
                  <a:gd name="connsiteY110" fmla="*/ 3318 h 878430"/>
                  <a:gd name="connsiteX111" fmla="*/ 2012176 w 6230283"/>
                  <a:gd name="connsiteY111" fmla="*/ 5871 h 878430"/>
                  <a:gd name="connsiteX112" fmla="*/ 2099674 w 6230283"/>
                  <a:gd name="connsiteY112" fmla="*/ 2947 h 878430"/>
                  <a:gd name="connsiteX113" fmla="*/ 2186685 w 6230283"/>
                  <a:gd name="connsiteY113" fmla="*/ 2837 h 878430"/>
                  <a:gd name="connsiteX114" fmla="*/ 2270606 w 6230283"/>
                  <a:gd name="connsiteY114" fmla="*/ 3798 h 878430"/>
                  <a:gd name="connsiteX115" fmla="*/ 2281010 w 6230283"/>
                  <a:gd name="connsiteY115" fmla="*/ 8752 h 878430"/>
                  <a:gd name="connsiteX116" fmla="*/ 2289829 w 6230283"/>
                  <a:gd name="connsiteY116" fmla="*/ 13969 h 878430"/>
                  <a:gd name="connsiteX117" fmla="*/ 2295193 w 6230283"/>
                  <a:gd name="connsiteY117" fmla="*/ 16479 h 878430"/>
                  <a:gd name="connsiteX118" fmla="*/ 2298973 w 6230283"/>
                  <a:gd name="connsiteY118" fmla="*/ 23507 h 878430"/>
                  <a:gd name="connsiteX119" fmla="*/ 2305110 w 6230283"/>
                  <a:gd name="connsiteY119" fmla="*/ 82177 h 878430"/>
                  <a:gd name="connsiteX120" fmla="*/ 2308564 w 6230283"/>
                  <a:gd name="connsiteY120" fmla="*/ 108543 h 878430"/>
                  <a:gd name="connsiteX121" fmla="*/ 2313319 w 6230283"/>
                  <a:gd name="connsiteY121" fmla="*/ 133229 h 878430"/>
                  <a:gd name="connsiteX122" fmla="*/ 2319659 w 6230283"/>
                  <a:gd name="connsiteY122" fmla="*/ 163022 h 878430"/>
                  <a:gd name="connsiteX123" fmla="*/ 2327502 w 6230283"/>
                  <a:gd name="connsiteY123" fmla="*/ 195107 h 878430"/>
                  <a:gd name="connsiteX124" fmla="*/ 2348351 w 6230283"/>
                  <a:gd name="connsiteY124" fmla="*/ 248561 h 878430"/>
                  <a:gd name="connsiteX125" fmla="*/ 2359445 w 6230283"/>
                  <a:gd name="connsiteY125" fmla="*/ 270191 h 878430"/>
                  <a:gd name="connsiteX126" fmla="*/ 2370743 w 6230283"/>
                  <a:gd name="connsiteY126" fmla="*/ 289442 h 878430"/>
                  <a:gd name="connsiteX127" fmla="*/ 2382041 w 6230283"/>
                  <a:gd name="connsiteY127" fmla="*/ 302341 h 878430"/>
                  <a:gd name="connsiteX128" fmla="*/ 2382935 w 6230283"/>
                  <a:gd name="connsiteY128" fmla="*/ 302887 h 878430"/>
                  <a:gd name="connsiteX129" fmla="*/ 2394152 w 6230283"/>
                  <a:gd name="connsiteY129" fmla="*/ 306990 h 878430"/>
                  <a:gd name="connsiteX130" fmla="*/ 2395533 w 6230283"/>
                  <a:gd name="connsiteY130" fmla="*/ 307252 h 878430"/>
                  <a:gd name="connsiteX131" fmla="*/ 2913247 w 6230283"/>
                  <a:gd name="connsiteY131" fmla="*/ 307929 h 878430"/>
                  <a:gd name="connsiteX132" fmla="*/ 2999688 w 6230283"/>
                  <a:gd name="connsiteY132" fmla="*/ 307601 h 878430"/>
                  <a:gd name="connsiteX133" fmla="*/ 3086089 w 6230283"/>
                  <a:gd name="connsiteY133" fmla="*/ 306379 h 878430"/>
                  <a:gd name="connsiteX134" fmla="*/ 3172489 w 6230283"/>
                  <a:gd name="connsiteY134" fmla="*/ 304829 h 878430"/>
                  <a:gd name="connsiteX135" fmla="*/ 3344518 w 6230283"/>
                  <a:gd name="connsiteY135" fmla="*/ 301315 h 878430"/>
                  <a:gd name="connsiteX136" fmla="*/ 3360611 w 6230283"/>
                  <a:gd name="connsiteY136" fmla="*/ 308300 h 878430"/>
                  <a:gd name="connsiteX137" fmla="*/ 3377477 w 6230283"/>
                  <a:gd name="connsiteY137" fmla="*/ 314630 h 878430"/>
                  <a:gd name="connsiteX138" fmla="*/ 3394749 w 6230283"/>
                  <a:gd name="connsiteY138" fmla="*/ 320501 h 878430"/>
                  <a:gd name="connsiteX139" fmla="*/ 3412103 w 6230283"/>
                  <a:gd name="connsiteY139" fmla="*/ 325346 h 878430"/>
                  <a:gd name="connsiteX140" fmla="*/ 3675612 w 6230283"/>
                  <a:gd name="connsiteY140" fmla="*/ 391197 h 878430"/>
                  <a:gd name="connsiteX141" fmla="*/ 3676709 w 6230283"/>
                  <a:gd name="connsiteY141" fmla="*/ 391350 h 878430"/>
                  <a:gd name="connsiteX142" fmla="*/ 3773148 w 6230283"/>
                  <a:gd name="connsiteY142" fmla="*/ 391459 h 878430"/>
                  <a:gd name="connsiteX143" fmla="*/ 3849227 w 6230283"/>
                  <a:gd name="connsiteY143" fmla="*/ 385871 h 878430"/>
                  <a:gd name="connsiteX144" fmla="*/ 3868977 w 6230283"/>
                  <a:gd name="connsiteY144" fmla="*/ 384955 h 878430"/>
                  <a:gd name="connsiteX145" fmla="*/ 3869668 w 6230283"/>
                  <a:gd name="connsiteY145" fmla="*/ 384846 h 878430"/>
                  <a:gd name="connsiteX146" fmla="*/ 3923069 w 6230283"/>
                  <a:gd name="connsiteY146" fmla="*/ 373605 h 878430"/>
                  <a:gd name="connsiteX147" fmla="*/ 3923679 w 6230283"/>
                  <a:gd name="connsiteY147" fmla="*/ 373452 h 878430"/>
                  <a:gd name="connsiteX148" fmla="*/ 3937049 w 6230283"/>
                  <a:gd name="connsiteY148" fmla="*/ 368061 h 878430"/>
                  <a:gd name="connsiteX149" fmla="*/ 3997359 w 6230283"/>
                  <a:gd name="connsiteY149" fmla="*/ 357628 h 878430"/>
                  <a:gd name="connsiteX150" fmla="*/ 4015607 w 6230283"/>
                  <a:gd name="connsiteY150" fmla="*/ 354900 h 878430"/>
                  <a:gd name="connsiteX151" fmla="*/ 4036821 w 6230283"/>
                  <a:gd name="connsiteY151" fmla="*/ 357933 h 878430"/>
                  <a:gd name="connsiteX152" fmla="*/ 4059132 w 6230283"/>
                  <a:gd name="connsiteY152" fmla="*/ 367995 h 878430"/>
                  <a:gd name="connsiteX153" fmla="*/ 4059741 w 6230283"/>
                  <a:gd name="connsiteY153" fmla="*/ 368148 h 878430"/>
                  <a:gd name="connsiteX154" fmla="*/ 4082785 w 6230283"/>
                  <a:gd name="connsiteY154" fmla="*/ 373627 h 878430"/>
                  <a:gd name="connsiteX155" fmla="*/ 4083679 w 6230283"/>
                  <a:gd name="connsiteY155" fmla="*/ 373736 h 878430"/>
                  <a:gd name="connsiteX156" fmla="*/ 4106518 w 6230283"/>
                  <a:gd name="connsiteY156" fmla="*/ 374260 h 878430"/>
                  <a:gd name="connsiteX157" fmla="*/ 4129358 w 6230283"/>
                  <a:gd name="connsiteY157" fmla="*/ 375744 h 878430"/>
                  <a:gd name="connsiteX158" fmla="*/ 4152685 w 6230283"/>
                  <a:gd name="connsiteY158" fmla="*/ 385500 h 878430"/>
                  <a:gd name="connsiteX159" fmla="*/ 4177110 w 6230283"/>
                  <a:gd name="connsiteY159" fmla="*/ 396152 h 878430"/>
                  <a:gd name="connsiteX160" fmla="*/ 4201616 w 6230283"/>
                  <a:gd name="connsiteY160" fmla="*/ 404991 h 878430"/>
                  <a:gd name="connsiteX161" fmla="*/ 4226609 w 6230283"/>
                  <a:gd name="connsiteY161" fmla="*/ 413788 h 878430"/>
                  <a:gd name="connsiteX162" fmla="*/ 4251238 w 6230283"/>
                  <a:gd name="connsiteY162" fmla="*/ 420859 h 878430"/>
                  <a:gd name="connsiteX163" fmla="*/ 4276515 w 6230283"/>
                  <a:gd name="connsiteY163" fmla="*/ 438648 h 878430"/>
                  <a:gd name="connsiteX164" fmla="*/ 4277409 w 6230283"/>
                  <a:gd name="connsiteY164" fmla="*/ 439019 h 878430"/>
                  <a:gd name="connsiteX165" fmla="*/ 4303420 w 6230283"/>
                  <a:gd name="connsiteY165" fmla="*/ 446265 h 878430"/>
                  <a:gd name="connsiteX166" fmla="*/ 6230243 w 6230283"/>
                  <a:gd name="connsiteY166" fmla="*/ 878431 h 878430"/>
                  <a:gd name="connsiteX167" fmla="*/ 6230243 w 6230283"/>
                  <a:gd name="connsiteY167" fmla="*/ 875397 h 878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6230283" h="878430">
                    <a:moveTo>
                      <a:pt x="6230283" y="875441"/>
                    </a:moveTo>
                    <a:lnTo>
                      <a:pt x="4305532" y="443712"/>
                    </a:lnTo>
                    <a:lnTo>
                      <a:pt x="4280213" y="436684"/>
                    </a:lnTo>
                    <a:lnTo>
                      <a:pt x="4254935" y="418873"/>
                    </a:lnTo>
                    <a:cubicBezTo>
                      <a:pt x="4254935" y="418873"/>
                      <a:pt x="4254448" y="418611"/>
                      <a:pt x="4254163" y="418502"/>
                    </a:cubicBezTo>
                    <a:lnTo>
                      <a:pt x="4229252" y="411365"/>
                    </a:lnTo>
                    <a:lnTo>
                      <a:pt x="4204461" y="402678"/>
                    </a:lnTo>
                    <a:lnTo>
                      <a:pt x="4180158" y="393882"/>
                    </a:lnTo>
                    <a:lnTo>
                      <a:pt x="4155855" y="383274"/>
                    </a:lnTo>
                    <a:lnTo>
                      <a:pt x="4132040" y="373321"/>
                    </a:lnTo>
                    <a:cubicBezTo>
                      <a:pt x="4131634" y="373146"/>
                      <a:pt x="4131227" y="373103"/>
                      <a:pt x="4130739" y="373059"/>
                    </a:cubicBezTo>
                    <a:lnTo>
                      <a:pt x="4107128" y="371466"/>
                    </a:lnTo>
                    <a:lnTo>
                      <a:pt x="4084532" y="370920"/>
                    </a:lnTo>
                    <a:lnTo>
                      <a:pt x="4062302" y="365638"/>
                    </a:lnTo>
                    <a:lnTo>
                      <a:pt x="4039787" y="355576"/>
                    </a:lnTo>
                    <a:cubicBezTo>
                      <a:pt x="4039462" y="355402"/>
                      <a:pt x="4039178" y="355358"/>
                      <a:pt x="4038771" y="355314"/>
                    </a:cubicBezTo>
                    <a:lnTo>
                      <a:pt x="4016460" y="352062"/>
                    </a:lnTo>
                    <a:cubicBezTo>
                      <a:pt x="4015972" y="351997"/>
                      <a:pt x="4015566" y="351997"/>
                      <a:pt x="4015159" y="352062"/>
                    </a:cubicBezTo>
                    <a:lnTo>
                      <a:pt x="3996099" y="354943"/>
                    </a:lnTo>
                    <a:lnTo>
                      <a:pt x="3935261" y="365376"/>
                    </a:lnTo>
                    <a:cubicBezTo>
                      <a:pt x="3934977" y="365420"/>
                      <a:pt x="3934773" y="365529"/>
                      <a:pt x="3934571" y="365595"/>
                    </a:cubicBezTo>
                    <a:lnTo>
                      <a:pt x="3921078" y="371029"/>
                    </a:lnTo>
                    <a:lnTo>
                      <a:pt x="3868368" y="382161"/>
                    </a:lnTo>
                    <a:lnTo>
                      <a:pt x="3848739" y="383078"/>
                    </a:lnTo>
                    <a:lnTo>
                      <a:pt x="3772945" y="388622"/>
                    </a:lnTo>
                    <a:lnTo>
                      <a:pt x="3677319" y="388512"/>
                    </a:lnTo>
                    <a:lnTo>
                      <a:pt x="3414379" y="322749"/>
                    </a:lnTo>
                    <a:lnTo>
                      <a:pt x="3397309" y="318013"/>
                    </a:lnTo>
                    <a:lnTo>
                      <a:pt x="3380363" y="312250"/>
                    </a:lnTo>
                    <a:lnTo>
                      <a:pt x="3363700" y="305964"/>
                    </a:lnTo>
                    <a:lnTo>
                      <a:pt x="3347038" y="298762"/>
                    </a:lnTo>
                    <a:cubicBezTo>
                      <a:pt x="3346550" y="298543"/>
                      <a:pt x="3346266" y="298434"/>
                      <a:pt x="3345371" y="298434"/>
                    </a:cubicBezTo>
                    <a:lnTo>
                      <a:pt x="3258931" y="300246"/>
                    </a:lnTo>
                    <a:lnTo>
                      <a:pt x="3086007" y="303498"/>
                    </a:lnTo>
                    <a:lnTo>
                      <a:pt x="2999688" y="304720"/>
                    </a:lnTo>
                    <a:lnTo>
                      <a:pt x="2913369" y="305048"/>
                    </a:lnTo>
                    <a:lnTo>
                      <a:pt x="2396427" y="304349"/>
                    </a:lnTo>
                    <a:lnTo>
                      <a:pt x="2386430" y="300682"/>
                    </a:lnTo>
                    <a:lnTo>
                      <a:pt x="2375620" y="288329"/>
                    </a:lnTo>
                    <a:lnTo>
                      <a:pt x="2364403" y="269361"/>
                    </a:lnTo>
                    <a:lnTo>
                      <a:pt x="2353390" y="247840"/>
                    </a:lnTo>
                    <a:lnTo>
                      <a:pt x="2332542" y="194605"/>
                    </a:lnTo>
                    <a:lnTo>
                      <a:pt x="2324698" y="162695"/>
                    </a:lnTo>
                    <a:lnTo>
                      <a:pt x="2318439" y="132902"/>
                    </a:lnTo>
                    <a:lnTo>
                      <a:pt x="2313685" y="108281"/>
                    </a:lnTo>
                    <a:lnTo>
                      <a:pt x="2310230" y="82024"/>
                    </a:lnTo>
                    <a:lnTo>
                      <a:pt x="2303972" y="23027"/>
                    </a:lnTo>
                    <a:lnTo>
                      <a:pt x="2299786" y="15300"/>
                    </a:lnTo>
                    <a:cubicBezTo>
                      <a:pt x="2299664" y="15038"/>
                      <a:pt x="2299379" y="14777"/>
                      <a:pt x="2299014" y="14602"/>
                    </a:cubicBezTo>
                    <a:lnTo>
                      <a:pt x="2293365" y="11939"/>
                    </a:lnTo>
                    <a:lnTo>
                      <a:pt x="2284627" y="6723"/>
                    </a:lnTo>
                    <a:lnTo>
                      <a:pt x="2273207" y="1331"/>
                    </a:lnTo>
                    <a:cubicBezTo>
                      <a:pt x="2272801" y="1113"/>
                      <a:pt x="2272232" y="1004"/>
                      <a:pt x="2271622" y="960"/>
                    </a:cubicBezTo>
                    <a:lnTo>
                      <a:pt x="2186685" y="0"/>
                    </a:lnTo>
                    <a:lnTo>
                      <a:pt x="2099471" y="153"/>
                    </a:lnTo>
                    <a:lnTo>
                      <a:pt x="2012136" y="3078"/>
                    </a:lnTo>
                    <a:lnTo>
                      <a:pt x="1936911" y="480"/>
                    </a:lnTo>
                    <a:cubicBezTo>
                      <a:pt x="1936627" y="415"/>
                      <a:pt x="1936302" y="480"/>
                      <a:pt x="1936017" y="524"/>
                    </a:cubicBezTo>
                    <a:lnTo>
                      <a:pt x="1847422" y="14973"/>
                    </a:lnTo>
                    <a:lnTo>
                      <a:pt x="1763500" y="21259"/>
                    </a:lnTo>
                    <a:lnTo>
                      <a:pt x="1681814" y="28178"/>
                    </a:lnTo>
                    <a:lnTo>
                      <a:pt x="1602566" y="27698"/>
                    </a:lnTo>
                    <a:lnTo>
                      <a:pt x="1525675" y="31692"/>
                    </a:lnTo>
                    <a:lnTo>
                      <a:pt x="1449475" y="34682"/>
                    </a:lnTo>
                    <a:lnTo>
                      <a:pt x="1373966" y="39113"/>
                    </a:lnTo>
                    <a:lnTo>
                      <a:pt x="1298863" y="46469"/>
                    </a:lnTo>
                    <a:lnTo>
                      <a:pt x="1223070" y="55090"/>
                    </a:lnTo>
                    <a:lnTo>
                      <a:pt x="1146585" y="69474"/>
                    </a:lnTo>
                    <a:lnTo>
                      <a:pt x="1069085" y="79645"/>
                    </a:lnTo>
                    <a:lnTo>
                      <a:pt x="990609" y="88550"/>
                    </a:lnTo>
                    <a:lnTo>
                      <a:pt x="917010" y="94312"/>
                    </a:lnTo>
                    <a:lnTo>
                      <a:pt x="911767" y="94727"/>
                    </a:lnTo>
                    <a:lnTo>
                      <a:pt x="831991" y="94618"/>
                    </a:lnTo>
                    <a:lnTo>
                      <a:pt x="752702" y="101493"/>
                    </a:lnTo>
                    <a:lnTo>
                      <a:pt x="673617" y="107627"/>
                    </a:lnTo>
                    <a:lnTo>
                      <a:pt x="594735" y="112319"/>
                    </a:lnTo>
                    <a:lnTo>
                      <a:pt x="516665" y="108063"/>
                    </a:lnTo>
                    <a:lnTo>
                      <a:pt x="438271" y="97346"/>
                    </a:lnTo>
                    <a:lnTo>
                      <a:pt x="359998" y="82002"/>
                    </a:lnTo>
                    <a:lnTo>
                      <a:pt x="280547" y="64410"/>
                    </a:lnTo>
                    <a:lnTo>
                      <a:pt x="199592" y="54872"/>
                    </a:lnTo>
                    <a:lnTo>
                      <a:pt x="117783" y="42082"/>
                    </a:lnTo>
                    <a:lnTo>
                      <a:pt x="34715" y="17614"/>
                    </a:lnTo>
                    <a:lnTo>
                      <a:pt x="4073" y="5086"/>
                    </a:lnTo>
                    <a:cubicBezTo>
                      <a:pt x="2935" y="4671"/>
                      <a:pt x="1350" y="4758"/>
                      <a:pt x="496" y="5413"/>
                    </a:cubicBezTo>
                    <a:cubicBezTo>
                      <a:pt x="-357" y="6068"/>
                      <a:pt x="-73" y="6897"/>
                      <a:pt x="1065" y="7377"/>
                    </a:cubicBezTo>
                    <a:lnTo>
                      <a:pt x="32074" y="20015"/>
                    </a:lnTo>
                    <a:lnTo>
                      <a:pt x="115955" y="44679"/>
                    </a:lnTo>
                    <a:lnTo>
                      <a:pt x="198413" y="57578"/>
                    </a:lnTo>
                    <a:lnTo>
                      <a:pt x="279124" y="67117"/>
                    </a:lnTo>
                    <a:lnTo>
                      <a:pt x="358291" y="84600"/>
                    </a:lnTo>
                    <a:lnTo>
                      <a:pt x="436889" y="100009"/>
                    </a:lnTo>
                    <a:lnTo>
                      <a:pt x="515852" y="110770"/>
                    </a:lnTo>
                    <a:lnTo>
                      <a:pt x="594816" y="115135"/>
                    </a:lnTo>
                    <a:lnTo>
                      <a:pt x="674389" y="110399"/>
                    </a:lnTo>
                    <a:lnTo>
                      <a:pt x="753556" y="104265"/>
                    </a:lnTo>
                    <a:lnTo>
                      <a:pt x="832438" y="97390"/>
                    </a:lnTo>
                    <a:lnTo>
                      <a:pt x="912092" y="97543"/>
                    </a:lnTo>
                    <a:lnTo>
                      <a:pt x="991543" y="91366"/>
                    </a:lnTo>
                    <a:lnTo>
                      <a:pt x="1070223" y="82417"/>
                    </a:lnTo>
                    <a:lnTo>
                      <a:pt x="1148007" y="72180"/>
                    </a:lnTo>
                    <a:lnTo>
                      <a:pt x="1224411" y="57797"/>
                    </a:lnTo>
                    <a:lnTo>
                      <a:pt x="1299920" y="49219"/>
                    </a:lnTo>
                    <a:lnTo>
                      <a:pt x="1374819" y="41863"/>
                    </a:lnTo>
                    <a:lnTo>
                      <a:pt x="1450003" y="37454"/>
                    </a:lnTo>
                    <a:lnTo>
                      <a:pt x="1526081" y="34530"/>
                    </a:lnTo>
                    <a:lnTo>
                      <a:pt x="1602769" y="30535"/>
                    </a:lnTo>
                    <a:lnTo>
                      <a:pt x="1682261" y="30972"/>
                    </a:lnTo>
                    <a:lnTo>
                      <a:pt x="1764232" y="24053"/>
                    </a:lnTo>
                    <a:lnTo>
                      <a:pt x="1848560" y="17767"/>
                    </a:lnTo>
                    <a:lnTo>
                      <a:pt x="1937074" y="3318"/>
                    </a:lnTo>
                    <a:lnTo>
                      <a:pt x="2012176" y="5871"/>
                    </a:lnTo>
                    <a:lnTo>
                      <a:pt x="2099674" y="2947"/>
                    </a:lnTo>
                    <a:lnTo>
                      <a:pt x="2186685" y="2837"/>
                    </a:lnTo>
                    <a:lnTo>
                      <a:pt x="2270606" y="3798"/>
                    </a:lnTo>
                    <a:lnTo>
                      <a:pt x="2281010" y="8752"/>
                    </a:lnTo>
                    <a:lnTo>
                      <a:pt x="2289829" y="13969"/>
                    </a:lnTo>
                    <a:lnTo>
                      <a:pt x="2295193" y="16479"/>
                    </a:lnTo>
                    <a:lnTo>
                      <a:pt x="2298973" y="23507"/>
                    </a:lnTo>
                    <a:lnTo>
                      <a:pt x="2305110" y="82177"/>
                    </a:lnTo>
                    <a:lnTo>
                      <a:pt x="2308564" y="108543"/>
                    </a:lnTo>
                    <a:lnTo>
                      <a:pt x="2313319" y="133229"/>
                    </a:lnTo>
                    <a:lnTo>
                      <a:pt x="2319659" y="163022"/>
                    </a:lnTo>
                    <a:lnTo>
                      <a:pt x="2327502" y="195107"/>
                    </a:lnTo>
                    <a:lnTo>
                      <a:pt x="2348351" y="248561"/>
                    </a:lnTo>
                    <a:lnTo>
                      <a:pt x="2359445" y="270191"/>
                    </a:lnTo>
                    <a:lnTo>
                      <a:pt x="2370743" y="289442"/>
                    </a:lnTo>
                    <a:lnTo>
                      <a:pt x="2382041" y="302341"/>
                    </a:lnTo>
                    <a:cubicBezTo>
                      <a:pt x="2382244" y="302559"/>
                      <a:pt x="2382529" y="302756"/>
                      <a:pt x="2382935" y="302887"/>
                    </a:cubicBezTo>
                    <a:lnTo>
                      <a:pt x="2394152" y="306990"/>
                    </a:lnTo>
                    <a:cubicBezTo>
                      <a:pt x="2394558" y="307143"/>
                      <a:pt x="2395046" y="307252"/>
                      <a:pt x="2395533" y="307252"/>
                    </a:cubicBezTo>
                    <a:lnTo>
                      <a:pt x="2913247" y="307929"/>
                    </a:lnTo>
                    <a:lnTo>
                      <a:pt x="2999688" y="307601"/>
                    </a:lnTo>
                    <a:lnTo>
                      <a:pt x="3086089" y="306379"/>
                    </a:lnTo>
                    <a:lnTo>
                      <a:pt x="3172489" y="304829"/>
                    </a:lnTo>
                    <a:lnTo>
                      <a:pt x="3344518" y="301315"/>
                    </a:lnTo>
                    <a:lnTo>
                      <a:pt x="3360611" y="308300"/>
                    </a:lnTo>
                    <a:lnTo>
                      <a:pt x="3377477" y="314630"/>
                    </a:lnTo>
                    <a:lnTo>
                      <a:pt x="3394749" y="320501"/>
                    </a:lnTo>
                    <a:lnTo>
                      <a:pt x="3412103" y="325346"/>
                    </a:lnTo>
                    <a:lnTo>
                      <a:pt x="3675612" y="391197"/>
                    </a:lnTo>
                    <a:cubicBezTo>
                      <a:pt x="3676019" y="391306"/>
                      <a:pt x="3676303" y="391350"/>
                      <a:pt x="3676709" y="391350"/>
                    </a:cubicBezTo>
                    <a:lnTo>
                      <a:pt x="3773148" y="391459"/>
                    </a:lnTo>
                    <a:lnTo>
                      <a:pt x="3849227" y="385871"/>
                    </a:lnTo>
                    <a:lnTo>
                      <a:pt x="3868977" y="384955"/>
                    </a:lnTo>
                    <a:cubicBezTo>
                      <a:pt x="3869262" y="384955"/>
                      <a:pt x="3869465" y="384911"/>
                      <a:pt x="3869668" y="384846"/>
                    </a:cubicBezTo>
                    <a:lnTo>
                      <a:pt x="3923069" y="373605"/>
                    </a:lnTo>
                    <a:cubicBezTo>
                      <a:pt x="3923354" y="373561"/>
                      <a:pt x="3923557" y="373496"/>
                      <a:pt x="3923679" y="373452"/>
                    </a:cubicBezTo>
                    <a:lnTo>
                      <a:pt x="3937049" y="368061"/>
                    </a:lnTo>
                    <a:lnTo>
                      <a:pt x="3997359" y="357628"/>
                    </a:lnTo>
                    <a:lnTo>
                      <a:pt x="4015607" y="354900"/>
                    </a:lnTo>
                    <a:lnTo>
                      <a:pt x="4036821" y="357933"/>
                    </a:lnTo>
                    <a:lnTo>
                      <a:pt x="4059132" y="367995"/>
                    </a:lnTo>
                    <a:cubicBezTo>
                      <a:pt x="4059132" y="367995"/>
                      <a:pt x="4059539" y="368105"/>
                      <a:pt x="4059741" y="368148"/>
                    </a:cubicBezTo>
                    <a:lnTo>
                      <a:pt x="4082785" y="373627"/>
                    </a:lnTo>
                    <a:cubicBezTo>
                      <a:pt x="4083069" y="373670"/>
                      <a:pt x="4083394" y="373670"/>
                      <a:pt x="4083679" y="373736"/>
                    </a:cubicBezTo>
                    <a:lnTo>
                      <a:pt x="4106518" y="374260"/>
                    </a:lnTo>
                    <a:lnTo>
                      <a:pt x="4129358" y="375744"/>
                    </a:lnTo>
                    <a:lnTo>
                      <a:pt x="4152685" y="385500"/>
                    </a:lnTo>
                    <a:lnTo>
                      <a:pt x="4177110" y="396152"/>
                    </a:lnTo>
                    <a:lnTo>
                      <a:pt x="4201616" y="404991"/>
                    </a:lnTo>
                    <a:lnTo>
                      <a:pt x="4226609" y="413788"/>
                    </a:lnTo>
                    <a:lnTo>
                      <a:pt x="4251238" y="420859"/>
                    </a:lnTo>
                    <a:lnTo>
                      <a:pt x="4276515" y="438648"/>
                    </a:lnTo>
                    <a:cubicBezTo>
                      <a:pt x="4276800" y="438801"/>
                      <a:pt x="4277125" y="438910"/>
                      <a:pt x="4277409" y="439019"/>
                    </a:cubicBezTo>
                    <a:lnTo>
                      <a:pt x="4303420" y="446265"/>
                    </a:lnTo>
                    <a:lnTo>
                      <a:pt x="6230243" y="878431"/>
                    </a:lnTo>
                    <a:lnTo>
                      <a:pt x="6230243" y="87539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3" name="Freeform: Shape 132">
                <a:extLst>
                  <a:ext uri="{FF2B5EF4-FFF2-40B4-BE49-F238E27FC236}">
                    <a16:creationId xmlns:a16="http://schemas.microsoft.com/office/drawing/2014/main" id="{312FF443-A740-49E2-9507-3EE101941F89}"/>
                  </a:ext>
                </a:extLst>
              </p:cNvPr>
              <p:cNvSpPr/>
              <p:nvPr/>
            </p:nvSpPr>
            <p:spPr>
              <a:xfrm>
                <a:off x="40" y="5428467"/>
                <a:ext cx="3800421" cy="932407"/>
              </a:xfrm>
              <a:custGeom>
                <a:avLst/>
                <a:gdLst>
                  <a:gd name="connsiteX0" fmla="*/ 3799312 w 3800421"/>
                  <a:gd name="connsiteY0" fmla="*/ 217 h 932407"/>
                  <a:gd name="connsiteX1" fmla="*/ 3795776 w 3800421"/>
                  <a:gd name="connsiteY1" fmla="*/ 654 h 932407"/>
                  <a:gd name="connsiteX2" fmla="*/ 3785169 w 3800421"/>
                  <a:gd name="connsiteY2" fmla="*/ 9559 h 932407"/>
                  <a:gd name="connsiteX3" fmla="*/ 3784885 w 3800421"/>
                  <a:gd name="connsiteY3" fmla="*/ 9887 h 932407"/>
                  <a:gd name="connsiteX4" fmla="*/ 3768303 w 3800421"/>
                  <a:gd name="connsiteY4" fmla="*/ 37432 h 932407"/>
                  <a:gd name="connsiteX5" fmla="*/ 3743716 w 3800421"/>
                  <a:gd name="connsiteY5" fmla="*/ 75213 h 932407"/>
                  <a:gd name="connsiteX6" fmla="*/ 3713033 w 3800421"/>
                  <a:gd name="connsiteY6" fmla="*/ 114698 h 932407"/>
                  <a:gd name="connsiteX7" fmla="*/ 3684666 w 3800421"/>
                  <a:gd name="connsiteY7" fmla="*/ 142832 h 932407"/>
                  <a:gd name="connsiteX8" fmla="*/ 3684422 w 3800421"/>
                  <a:gd name="connsiteY8" fmla="*/ 143203 h 932407"/>
                  <a:gd name="connsiteX9" fmla="*/ 3683691 w 3800421"/>
                  <a:gd name="connsiteY9" fmla="*/ 144906 h 932407"/>
                  <a:gd name="connsiteX10" fmla="*/ 3681618 w 3800421"/>
                  <a:gd name="connsiteY10" fmla="*/ 147154 h 932407"/>
                  <a:gd name="connsiteX11" fmla="*/ 3648781 w 3800421"/>
                  <a:gd name="connsiteY11" fmla="*/ 170552 h 932407"/>
                  <a:gd name="connsiteX12" fmla="*/ 3619398 w 3800421"/>
                  <a:gd name="connsiteY12" fmla="*/ 181356 h 932407"/>
                  <a:gd name="connsiteX13" fmla="*/ 3618586 w 3800421"/>
                  <a:gd name="connsiteY13" fmla="*/ 181836 h 932407"/>
                  <a:gd name="connsiteX14" fmla="*/ 3589325 w 3800421"/>
                  <a:gd name="connsiteY14" fmla="*/ 210407 h 932407"/>
                  <a:gd name="connsiteX15" fmla="*/ 3562584 w 3800421"/>
                  <a:gd name="connsiteY15" fmla="*/ 241532 h 932407"/>
                  <a:gd name="connsiteX16" fmla="*/ 3538972 w 3800421"/>
                  <a:gd name="connsiteY16" fmla="*/ 279946 h 932407"/>
                  <a:gd name="connsiteX17" fmla="*/ 3518937 w 3800421"/>
                  <a:gd name="connsiteY17" fmla="*/ 314105 h 932407"/>
                  <a:gd name="connsiteX18" fmla="*/ 3501624 w 3800421"/>
                  <a:gd name="connsiteY18" fmla="*/ 338289 h 932407"/>
                  <a:gd name="connsiteX19" fmla="*/ 3483783 w 3800421"/>
                  <a:gd name="connsiteY19" fmla="*/ 354004 h 932407"/>
                  <a:gd name="connsiteX20" fmla="*/ 3465617 w 3800421"/>
                  <a:gd name="connsiteY20" fmla="*/ 376922 h 932407"/>
                  <a:gd name="connsiteX21" fmla="*/ 3446922 w 3800421"/>
                  <a:gd name="connsiteY21" fmla="*/ 392528 h 932407"/>
                  <a:gd name="connsiteX22" fmla="*/ 3427578 w 3800421"/>
                  <a:gd name="connsiteY22" fmla="*/ 409574 h 932407"/>
                  <a:gd name="connsiteX23" fmla="*/ 3407908 w 3800421"/>
                  <a:gd name="connsiteY23" fmla="*/ 431903 h 932407"/>
                  <a:gd name="connsiteX24" fmla="*/ 3387994 w 3800421"/>
                  <a:gd name="connsiteY24" fmla="*/ 444737 h 932407"/>
                  <a:gd name="connsiteX25" fmla="*/ 3367756 w 3800421"/>
                  <a:gd name="connsiteY25" fmla="*/ 461107 h 932407"/>
                  <a:gd name="connsiteX26" fmla="*/ 3347964 w 3800421"/>
                  <a:gd name="connsiteY26" fmla="*/ 474530 h 932407"/>
                  <a:gd name="connsiteX27" fmla="*/ 3328660 w 3800421"/>
                  <a:gd name="connsiteY27" fmla="*/ 483261 h 932407"/>
                  <a:gd name="connsiteX28" fmla="*/ 3224743 w 3800421"/>
                  <a:gd name="connsiteY28" fmla="*/ 476276 h 932407"/>
                  <a:gd name="connsiteX29" fmla="*/ 3120989 w 3800421"/>
                  <a:gd name="connsiteY29" fmla="*/ 467917 h 932407"/>
                  <a:gd name="connsiteX30" fmla="*/ 3118998 w 3800421"/>
                  <a:gd name="connsiteY30" fmla="*/ 468244 h 932407"/>
                  <a:gd name="connsiteX31" fmla="*/ 3096768 w 3800421"/>
                  <a:gd name="connsiteY31" fmla="*/ 478153 h 932407"/>
                  <a:gd name="connsiteX32" fmla="*/ 2993177 w 3800421"/>
                  <a:gd name="connsiteY32" fmla="*/ 472282 h 932407"/>
                  <a:gd name="connsiteX33" fmla="*/ 2991592 w 3800421"/>
                  <a:gd name="connsiteY33" fmla="*/ 472435 h 932407"/>
                  <a:gd name="connsiteX34" fmla="*/ 2968142 w 3800421"/>
                  <a:gd name="connsiteY34" fmla="*/ 480379 h 932407"/>
                  <a:gd name="connsiteX35" fmla="*/ 2863170 w 3800421"/>
                  <a:gd name="connsiteY35" fmla="*/ 477127 h 932407"/>
                  <a:gd name="connsiteX36" fmla="*/ 2862113 w 3800421"/>
                  <a:gd name="connsiteY36" fmla="*/ 477236 h 932407"/>
                  <a:gd name="connsiteX37" fmla="*/ 2836916 w 3800421"/>
                  <a:gd name="connsiteY37" fmla="*/ 482453 h 932407"/>
                  <a:gd name="connsiteX38" fmla="*/ 2813263 w 3800421"/>
                  <a:gd name="connsiteY38" fmla="*/ 489809 h 932407"/>
                  <a:gd name="connsiteX39" fmla="*/ 2706340 w 3800421"/>
                  <a:gd name="connsiteY39" fmla="*/ 490594 h 932407"/>
                  <a:gd name="connsiteX40" fmla="*/ 2598481 w 3800421"/>
                  <a:gd name="connsiteY40" fmla="*/ 479092 h 932407"/>
                  <a:gd name="connsiteX41" fmla="*/ 2490663 w 3800421"/>
                  <a:gd name="connsiteY41" fmla="*/ 468113 h 932407"/>
                  <a:gd name="connsiteX42" fmla="*/ 2488347 w 3800421"/>
                  <a:gd name="connsiteY42" fmla="*/ 468593 h 932407"/>
                  <a:gd name="connsiteX43" fmla="*/ 2461524 w 3800421"/>
                  <a:gd name="connsiteY43" fmla="*/ 485531 h 932407"/>
                  <a:gd name="connsiteX44" fmla="*/ 2434539 w 3800421"/>
                  <a:gd name="connsiteY44" fmla="*/ 499500 h 932407"/>
                  <a:gd name="connsiteX45" fmla="*/ 2407270 w 3800421"/>
                  <a:gd name="connsiteY45" fmla="*/ 509933 h 932407"/>
                  <a:gd name="connsiteX46" fmla="*/ 2378944 w 3800421"/>
                  <a:gd name="connsiteY46" fmla="*/ 517550 h 932407"/>
                  <a:gd name="connsiteX47" fmla="*/ 2350374 w 3800421"/>
                  <a:gd name="connsiteY47" fmla="*/ 528791 h 932407"/>
                  <a:gd name="connsiteX48" fmla="*/ 2321397 w 3800421"/>
                  <a:gd name="connsiteY48" fmla="*/ 542367 h 932407"/>
                  <a:gd name="connsiteX49" fmla="*/ 2292828 w 3800421"/>
                  <a:gd name="connsiteY49" fmla="*/ 557034 h 932407"/>
                  <a:gd name="connsiteX50" fmla="*/ 2231746 w 3800421"/>
                  <a:gd name="connsiteY50" fmla="*/ 556074 h 932407"/>
                  <a:gd name="connsiteX51" fmla="*/ 2230770 w 3800421"/>
                  <a:gd name="connsiteY51" fmla="*/ 556183 h 932407"/>
                  <a:gd name="connsiteX52" fmla="*/ 2197080 w 3800421"/>
                  <a:gd name="connsiteY52" fmla="*/ 563582 h 932407"/>
                  <a:gd name="connsiteX53" fmla="*/ 2166315 w 3800421"/>
                  <a:gd name="connsiteY53" fmla="*/ 561509 h 932407"/>
                  <a:gd name="connsiteX54" fmla="*/ 2149287 w 3800421"/>
                  <a:gd name="connsiteY54" fmla="*/ 561290 h 932407"/>
                  <a:gd name="connsiteX55" fmla="*/ 2103445 w 3800421"/>
                  <a:gd name="connsiteY55" fmla="*/ 559632 h 932407"/>
                  <a:gd name="connsiteX56" fmla="*/ 1978315 w 3800421"/>
                  <a:gd name="connsiteY56" fmla="*/ 554088 h 932407"/>
                  <a:gd name="connsiteX57" fmla="*/ 1856070 w 3800421"/>
                  <a:gd name="connsiteY57" fmla="*/ 550726 h 932407"/>
                  <a:gd name="connsiteX58" fmla="*/ 1854403 w 3800421"/>
                  <a:gd name="connsiteY58" fmla="*/ 550988 h 932407"/>
                  <a:gd name="connsiteX59" fmla="*/ 1819697 w 3800421"/>
                  <a:gd name="connsiteY59" fmla="*/ 565001 h 932407"/>
                  <a:gd name="connsiteX60" fmla="*/ 1697736 w 3800421"/>
                  <a:gd name="connsiteY60" fmla="*/ 554459 h 932407"/>
                  <a:gd name="connsiteX61" fmla="*/ 1696232 w 3800421"/>
                  <a:gd name="connsiteY61" fmla="*/ 554568 h 932407"/>
                  <a:gd name="connsiteX62" fmla="*/ 1659575 w 3800421"/>
                  <a:gd name="connsiteY62" fmla="*/ 564521 h 932407"/>
                  <a:gd name="connsiteX63" fmla="*/ 1535582 w 3800421"/>
                  <a:gd name="connsiteY63" fmla="*/ 573470 h 932407"/>
                  <a:gd name="connsiteX64" fmla="*/ 1533794 w 3800421"/>
                  <a:gd name="connsiteY64" fmla="*/ 574124 h 932407"/>
                  <a:gd name="connsiteX65" fmla="*/ 1494699 w 3800421"/>
                  <a:gd name="connsiteY65" fmla="*/ 606733 h 932407"/>
                  <a:gd name="connsiteX66" fmla="*/ 1454912 w 3800421"/>
                  <a:gd name="connsiteY66" fmla="*/ 636679 h 932407"/>
                  <a:gd name="connsiteX67" fmla="*/ 1415044 w 3800421"/>
                  <a:gd name="connsiteY67" fmla="*/ 667848 h 932407"/>
                  <a:gd name="connsiteX68" fmla="*/ 1294994 w 3800421"/>
                  <a:gd name="connsiteY68" fmla="*/ 685222 h 932407"/>
                  <a:gd name="connsiteX69" fmla="*/ 1160882 w 3800421"/>
                  <a:gd name="connsiteY69" fmla="*/ 700195 h 932407"/>
                  <a:gd name="connsiteX70" fmla="*/ 1033394 w 3800421"/>
                  <a:gd name="connsiteY70" fmla="*/ 716128 h 932407"/>
                  <a:gd name="connsiteX71" fmla="*/ 906231 w 3800421"/>
                  <a:gd name="connsiteY71" fmla="*/ 730577 h 932407"/>
                  <a:gd name="connsiteX72" fmla="*/ 779150 w 3800421"/>
                  <a:gd name="connsiteY72" fmla="*/ 737605 h 932407"/>
                  <a:gd name="connsiteX73" fmla="*/ 652150 w 3800421"/>
                  <a:gd name="connsiteY73" fmla="*/ 742080 h 932407"/>
                  <a:gd name="connsiteX74" fmla="*/ 525191 w 3800421"/>
                  <a:gd name="connsiteY74" fmla="*/ 744524 h 932407"/>
                  <a:gd name="connsiteX75" fmla="*/ 523728 w 3800421"/>
                  <a:gd name="connsiteY75" fmla="*/ 744852 h 932407"/>
                  <a:gd name="connsiteX76" fmla="*/ 475651 w 3800421"/>
                  <a:gd name="connsiteY76" fmla="*/ 765478 h 932407"/>
                  <a:gd name="connsiteX77" fmla="*/ 426842 w 3800421"/>
                  <a:gd name="connsiteY77" fmla="*/ 783179 h 932407"/>
                  <a:gd name="connsiteX78" fmla="*/ 376895 w 3800421"/>
                  <a:gd name="connsiteY78" fmla="*/ 799003 h 932407"/>
                  <a:gd name="connsiteX79" fmla="*/ 326095 w 3800421"/>
                  <a:gd name="connsiteY79" fmla="*/ 820262 h 932407"/>
                  <a:gd name="connsiteX80" fmla="*/ 274645 w 3800421"/>
                  <a:gd name="connsiteY80" fmla="*/ 843660 h 932407"/>
                  <a:gd name="connsiteX81" fmla="*/ 222382 w 3800421"/>
                  <a:gd name="connsiteY81" fmla="*/ 862955 h 932407"/>
                  <a:gd name="connsiteX82" fmla="*/ 169144 w 3800421"/>
                  <a:gd name="connsiteY82" fmla="*/ 880547 h 932407"/>
                  <a:gd name="connsiteX83" fmla="*/ 115052 w 3800421"/>
                  <a:gd name="connsiteY83" fmla="*/ 897659 h 932407"/>
                  <a:gd name="connsiteX84" fmla="*/ 59903 w 3800421"/>
                  <a:gd name="connsiteY84" fmla="*/ 913069 h 932407"/>
                  <a:gd name="connsiteX85" fmla="*/ 4430 w 3800421"/>
                  <a:gd name="connsiteY85" fmla="*/ 929591 h 932407"/>
                  <a:gd name="connsiteX86" fmla="*/ 0 w 3800421"/>
                  <a:gd name="connsiteY86" fmla="*/ 929482 h 932407"/>
                  <a:gd name="connsiteX87" fmla="*/ 0 w 3800421"/>
                  <a:gd name="connsiteY87" fmla="*/ 932298 h 932407"/>
                  <a:gd name="connsiteX88" fmla="*/ 4917 w 3800421"/>
                  <a:gd name="connsiteY88" fmla="*/ 932407 h 932407"/>
                  <a:gd name="connsiteX89" fmla="*/ 5039 w 3800421"/>
                  <a:gd name="connsiteY89" fmla="*/ 932407 h 932407"/>
                  <a:gd name="connsiteX90" fmla="*/ 6218 w 3800421"/>
                  <a:gd name="connsiteY90" fmla="*/ 932254 h 932407"/>
                  <a:gd name="connsiteX91" fmla="*/ 62260 w 3800421"/>
                  <a:gd name="connsiteY91" fmla="*/ 915579 h 932407"/>
                  <a:gd name="connsiteX92" fmla="*/ 117490 w 3800421"/>
                  <a:gd name="connsiteY92" fmla="*/ 900191 h 932407"/>
                  <a:gd name="connsiteX93" fmla="*/ 171704 w 3800421"/>
                  <a:gd name="connsiteY93" fmla="*/ 883035 h 932407"/>
                  <a:gd name="connsiteX94" fmla="*/ 225024 w 3800421"/>
                  <a:gd name="connsiteY94" fmla="*/ 865356 h 932407"/>
                  <a:gd name="connsiteX95" fmla="*/ 277653 w 3800421"/>
                  <a:gd name="connsiteY95" fmla="*/ 846018 h 932407"/>
                  <a:gd name="connsiteX96" fmla="*/ 329184 w 3800421"/>
                  <a:gd name="connsiteY96" fmla="*/ 822576 h 932407"/>
                  <a:gd name="connsiteX97" fmla="*/ 379659 w 3800421"/>
                  <a:gd name="connsiteY97" fmla="*/ 801426 h 932407"/>
                  <a:gd name="connsiteX98" fmla="*/ 429524 w 3800421"/>
                  <a:gd name="connsiteY98" fmla="*/ 785667 h 932407"/>
                  <a:gd name="connsiteX99" fmla="*/ 478658 w 3800421"/>
                  <a:gd name="connsiteY99" fmla="*/ 767879 h 932407"/>
                  <a:gd name="connsiteX100" fmla="*/ 526247 w 3800421"/>
                  <a:gd name="connsiteY100" fmla="*/ 747471 h 932407"/>
                  <a:gd name="connsiteX101" fmla="*/ 652475 w 3800421"/>
                  <a:gd name="connsiteY101" fmla="*/ 745026 h 932407"/>
                  <a:gd name="connsiteX102" fmla="*/ 779638 w 3800421"/>
                  <a:gd name="connsiteY102" fmla="*/ 740552 h 932407"/>
                  <a:gd name="connsiteX103" fmla="*/ 907085 w 3800421"/>
                  <a:gd name="connsiteY103" fmla="*/ 733458 h 932407"/>
                  <a:gd name="connsiteX104" fmla="*/ 1034573 w 3800421"/>
                  <a:gd name="connsiteY104" fmla="*/ 718965 h 932407"/>
                  <a:gd name="connsiteX105" fmla="*/ 1162020 w 3800421"/>
                  <a:gd name="connsiteY105" fmla="*/ 703032 h 932407"/>
                  <a:gd name="connsiteX106" fmla="*/ 1291702 w 3800421"/>
                  <a:gd name="connsiteY106" fmla="*/ 688801 h 932407"/>
                  <a:gd name="connsiteX107" fmla="*/ 1417320 w 3800421"/>
                  <a:gd name="connsiteY107" fmla="*/ 670510 h 932407"/>
                  <a:gd name="connsiteX108" fmla="*/ 1418783 w 3800421"/>
                  <a:gd name="connsiteY108" fmla="*/ 669965 h 932407"/>
                  <a:gd name="connsiteX109" fmla="*/ 1459139 w 3800421"/>
                  <a:gd name="connsiteY109" fmla="*/ 638425 h 932407"/>
                  <a:gd name="connsiteX110" fmla="*/ 1498966 w 3800421"/>
                  <a:gd name="connsiteY110" fmla="*/ 608436 h 932407"/>
                  <a:gd name="connsiteX111" fmla="*/ 1537492 w 3800421"/>
                  <a:gd name="connsiteY111" fmla="*/ 576307 h 932407"/>
                  <a:gd name="connsiteX112" fmla="*/ 1660672 w 3800421"/>
                  <a:gd name="connsiteY112" fmla="*/ 567402 h 932407"/>
                  <a:gd name="connsiteX113" fmla="*/ 1661444 w 3800421"/>
                  <a:gd name="connsiteY113" fmla="*/ 567293 h 932407"/>
                  <a:gd name="connsiteX114" fmla="*/ 1697817 w 3800421"/>
                  <a:gd name="connsiteY114" fmla="*/ 557384 h 932407"/>
                  <a:gd name="connsiteX115" fmla="*/ 1820022 w 3800421"/>
                  <a:gd name="connsiteY115" fmla="*/ 567991 h 932407"/>
                  <a:gd name="connsiteX116" fmla="*/ 1821891 w 3800421"/>
                  <a:gd name="connsiteY116" fmla="*/ 567729 h 932407"/>
                  <a:gd name="connsiteX117" fmla="*/ 1856760 w 3800421"/>
                  <a:gd name="connsiteY117" fmla="*/ 553673 h 932407"/>
                  <a:gd name="connsiteX118" fmla="*/ 1978030 w 3800421"/>
                  <a:gd name="connsiteY118" fmla="*/ 557034 h 932407"/>
                  <a:gd name="connsiteX119" fmla="*/ 2103079 w 3800421"/>
                  <a:gd name="connsiteY119" fmla="*/ 562578 h 932407"/>
                  <a:gd name="connsiteX120" fmla="*/ 2149084 w 3800421"/>
                  <a:gd name="connsiteY120" fmla="*/ 564237 h 932407"/>
                  <a:gd name="connsiteX121" fmla="*/ 2165990 w 3800421"/>
                  <a:gd name="connsiteY121" fmla="*/ 564455 h 932407"/>
                  <a:gd name="connsiteX122" fmla="*/ 2197080 w 3800421"/>
                  <a:gd name="connsiteY122" fmla="*/ 566529 h 932407"/>
                  <a:gd name="connsiteX123" fmla="*/ 2198299 w 3800421"/>
                  <a:gd name="connsiteY123" fmla="*/ 566420 h 932407"/>
                  <a:gd name="connsiteX124" fmla="*/ 2232152 w 3800421"/>
                  <a:gd name="connsiteY124" fmla="*/ 559021 h 932407"/>
                  <a:gd name="connsiteX125" fmla="*/ 2293722 w 3800421"/>
                  <a:gd name="connsiteY125" fmla="*/ 559981 h 932407"/>
                  <a:gd name="connsiteX126" fmla="*/ 2295550 w 3800421"/>
                  <a:gd name="connsiteY126" fmla="*/ 559610 h 932407"/>
                  <a:gd name="connsiteX127" fmla="*/ 2324771 w 3800421"/>
                  <a:gd name="connsiteY127" fmla="*/ 544637 h 932407"/>
                  <a:gd name="connsiteX128" fmla="*/ 2353503 w 3800421"/>
                  <a:gd name="connsiteY128" fmla="*/ 531148 h 932407"/>
                  <a:gd name="connsiteX129" fmla="*/ 2381504 w 3800421"/>
                  <a:gd name="connsiteY129" fmla="*/ 520060 h 932407"/>
                  <a:gd name="connsiteX130" fmla="*/ 2409789 w 3800421"/>
                  <a:gd name="connsiteY130" fmla="*/ 512443 h 932407"/>
                  <a:gd name="connsiteX131" fmla="*/ 2437709 w 3800421"/>
                  <a:gd name="connsiteY131" fmla="*/ 501791 h 932407"/>
                  <a:gd name="connsiteX132" fmla="*/ 2465182 w 3800421"/>
                  <a:gd name="connsiteY132" fmla="*/ 487626 h 932407"/>
                  <a:gd name="connsiteX133" fmla="*/ 2491232 w 3800421"/>
                  <a:gd name="connsiteY133" fmla="*/ 471147 h 932407"/>
                  <a:gd name="connsiteX134" fmla="*/ 2597546 w 3800421"/>
                  <a:gd name="connsiteY134" fmla="*/ 481973 h 932407"/>
                  <a:gd name="connsiteX135" fmla="*/ 2705893 w 3800421"/>
                  <a:gd name="connsiteY135" fmla="*/ 493541 h 932407"/>
                  <a:gd name="connsiteX136" fmla="*/ 2813995 w 3800421"/>
                  <a:gd name="connsiteY136" fmla="*/ 492690 h 932407"/>
                  <a:gd name="connsiteX137" fmla="*/ 2815173 w 3800421"/>
                  <a:gd name="connsiteY137" fmla="*/ 492537 h 932407"/>
                  <a:gd name="connsiteX138" fmla="*/ 2839029 w 3800421"/>
                  <a:gd name="connsiteY138" fmla="*/ 485138 h 932407"/>
                  <a:gd name="connsiteX139" fmla="*/ 2863373 w 3800421"/>
                  <a:gd name="connsiteY139" fmla="*/ 480074 h 932407"/>
                  <a:gd name="connsiteX140" fmla="*/ 2968589 w 3800421"/>
                  <a:gd name="connsiteY140" fmla="*/ 483326 h 932407"/>
                  <a:gd name="connsiteX141" fmla="*/ 2970053 w 3800421"/>
                  <a:gd name="connsiteY141" fmla="*/ 483151 h 932407"/>
                  <a:gd name="connsiteX142" fmla="*/ 2993461 w 3800421"/>
                  <a:gd name="connsiteY142" fmla="*/ 475207 h 932407"/>
                  <a:gd name="connsiteX143" fmla="*/ 3097256 w 3800421"/>
                  <a:gd name="connsiteY143" fmla="*/ 481078 h 932407"/>
                  <a:gd name="connsiteX144" fmla="*/ 3099085 w 3800421"/>
                  <a:gd name="connsiteY144" fmla="*/ 480816 h 932407"/>
                  <a:gd name="connsiteX145" fmla="*/ 3121274 w 3800421"/>
                  <a:gd name="connsiteY145" fmla="*/ 470907 h 932407"/>
                  <a:gd name="connsiteX146" fmla="*/ 3223971 w 3800421"/>
                  <a:gd name="connsiteY146" fmla="*/ 479157 h 932407"/>
                  <a:gd name="connsiteX147" fmla="*/ 3329107 w 3800421"/>
                  <a:gd name="connsiteY147" fmla="*/ 486251 h 932407"/>
                  <a:gd name="connsiteX148" fmla="*/ 3331058 w 3800421"/>
                  <a:gd name="connsiteY148" fmla="*/ 485923 h 932407"/>
                  <a:gd name="connsiteX149" fmla="*/ 3351500 w 3800421"/>
                  <a:gd name="connsiteY149" fmla="*/ 476603 h 932407"/>
                  <a:gd name="connsiteX150" fmla="*/ 3371779 w 3800421"/>
                  <a:gd name="connsiteY150" fmla="*/ 462896 h 932407"/>
                  <a:gd name="connsiteX151" fmla="*/ 3391977 w 3800421"/>
                  <a:gd name="connsiteY151" fmla="*/ 446548 h 932407"/>
                  <a:gd name="connsiteX152" fmla="*/ 3411931 w 3800421"/>
                  <a:gd name="connsiteY152" fmla="*/ 433714 h 932407"/>
                  <a:gd name="connsiteX153" fmla="*/ 3412257 w 3800421"/>
                  <a:gd name="connsiteY153" fmla="*/ 433452 h 932407"/>
                  <a:gd name="connsiteX154" fmla="*/ 3431967 w 3800421"/>
                  <a:gd name="connsiteY154" fmla="*/ 411058 h 932407"/>
                  <a:gd name="connsiteX155" fmla="*/ 3451149 w 3800421"/>
                  <a:gd name="connsiteY155" fmla="*/ 394165 h 932407"/>
                  <a:gd name="connsiteX156" fmla="*/ 3470046 w 3800421"/>
                  <a:gd name="connsiteY156" fmla="*/ 378340 h 932407"/>
                  <a:gd name="connsiteX157" fmla="*/ 3488213 w 3800421"/>
                  <a:gd name="connsiteY157" fmla="*/ 355423 h 932407"/>
                  <a:gd name="connsiteX158" fmla="*/ 3506135 w 3800421"/>
                  <a:gd name="connsiteY158" fmla="*/ 339642 h 932407"/>
                  <a:gd name="connsiteX159" fmla="*/ 3523691 w 3800421"/>
                  <a:gd name="connsiteY159" fmla="*/ 315131 h 932407"/>
                  <a:gd name="connsiteX160" fmla="*/ 3543767 w 3800421"/>
                  <a:gd name="connsiteY160" fmla="*/ 280929 h 932407"/>
                  <a:gd name="connsiteX161" fmla="*/ 3567298 w 3800421"/>
                  <a:gd name="connsiteY161" fmla="*/ 242667 h 932407"/>
                  <a:gd name="connsiteX162" fmla="*/ 3593836 w 3800421"/>
                  <a:gd name="connsiteY162" fmla="*/ 211760 h 932407"/>
                  <a:gd name="connsiteX163" fmla="*/ 3622690 w 3800421"/>
                  <a:gd name="connsiteY163" fmla="*/ 183560 h 932407"/>
                  <a:gd name="connsiteX164" fmla="*/ 3651910 w 3800421"/>
                  <a:gd name="connsiteY164" fmla="*/ 172800 h 932407"/>
                  <a:gd name="connsiteX165" fmla="*/ 3652520 w 3800421"/>
                  <a:gd name="connsiteY165" fmla="*/ 172538 h 932407"/>
                  <a:gd name="connsiteX166" fmla="*/ 3685845 w 3800421"/>
                  <a:gd name="connsiteY166" fmla="*/ 148769 h 932407"/>
                  <a:gd name="connsiteX167" fmla="*/ 3688365 w 3800421"/>
                  <a:gd name="connsiteY167" fmla="*/ 145997 h 932407"/>
                  <a:gd name="connsiteX168" fmla="*/ 3689218 w 3800421"/>
                  <a:gd name="connsiteY168" fmla="*/ 144142 h 932407"/>
                  <a:gd name="connsiteX169" fmla="*/ 3717585 w 3800421"/>
                  <a:gd name="connsiteY169" fmla="*/ 116007 h 932407"/>
                  <a:gd name="connsiteX170" fmla="*/ 3748390 w 3800421"/>
                  <a:gd name="connsiteY170" fmla="*/ 76305 h 932407"/>
                  <a:gd name="connsiteX171" fmla="*/ 3773099 w 3800421"/>
                  <a:gd name="connsiteY171" fmla="*/ 38414 h 932407"/>
                  <a:gd name="connsiteX172" fmla="*/ 3789558 w 3800421"/>
                  <a:gd name="connsiteY172" fmla="*/ 11022 h 932407"/>
                  <a:gd name="connsiteX173" fmla="*/ 3800003 w 3800421"/>
                  <a:gd name="connsiteY173" fmla="*/ 2269 h 932407"/>
                  <a:gd name="connsiteX174" fmla="*/ 3799271 w 3800421"/>
                  <a:gd name="connsiteY174" fmla="*/ 305 h 93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3800421" h="932407">
                    <a:moveTo>
                      <a:pt x="3799312" y="217"/>
                    </a:moveTo>
                    <a:cubicBezTo>
                      <a:pt x="3798174" y="-197"/>
                      <a:pt x="3796589" y="-1"/>
                      <a:pt x="3795776" y="654"/>
                    </a:cubicBezTo>
                    <a:lnTo>
                      <a:pt x="3785169" y="9559"/>
                    </a:lnTo>
                    <a:cubicBezTo>
                      <a:pt x="3785169" y="9559"/>
                      <a:pt x="3784925" y="9777"/>
                      <a:pt x="3784885" y="9887"/>
                    </a:cubicBezTo>
                    <a:lnTo>
                      <a:pt x="3768303" y="37432"/>
                    </a:lnTo>
                    <a:lnTo>
                      <a:pt x="3743716" y="75213"/>
                    </a:lnTo>
                    <a:lnTo>
                      <a:pt x="3713033" y="114698"/>
                    </a:lnTo>
                    <a:lnTo>
                      <a:pt x="3684666" y="142832"/>
                    </a:lnTo>
                    <a:cubicBezTo>
                      <a:pt x="3684666" y="142832"/>
                      <a:pt x="3684463" y="143050"/>
                      <a:pt x="3684422" y="143203"/>
                    </a:cubicBezTo>
                    <a:lnTo>
                      <a:pt x="3683691" y="144906"/>
                    </a:lnTo>
                    <a:lnTo>
                      <a:pt x="3681618" y="147154"/>
                    </a:lnTo>
                    <a:lnTo>
                      <a:pt x="3648781" y="170552"/>
                    </a:lnTo>
                    <a:lnTo>
                      <a:pt x="3619398" y="181356"/>
                    </a:lnTo>
                    <a:cubicBezTo>
                      <a:pt x="3619033" y="181465"/>
                      <a:pt x="3618789" y="181618"/>
                      <a:pt x="3618586" y="181836"/>
                    </a:cubicBezTo>
                    <a:lnTo>
                      <a:pt x="3589325" y="210407"/>
                    </a:lnTo>
                    <a:lnTo>
                      <a:pt x="3562584" y="241532"/>
                    </a:lnTo>
                    <a:lnTo>
                      <a:pt x="3538972" y="279946"/>
                    </a:lnTo>
                    <a:lnTo>
                      <a:pt x="3518937" y="314105"/>
                    </a:lnTo>
                    <a:lnTo>
                      <a:pt x="3501624" y="338289"/>
                    </a:lnTo>
                    <a:lnTo>
                      <a:pt x="3483783" y="354004"/>
                    </a:lnTo>
                    <a:lnTo>
                      <a:pt x="3465617" y="376922"/>
                    </a:lnTo>
                    <a:lnTo>
                      <a:pt x="3446922" y="392528"/>
                    </a:lnTo>
                    <a:lnTo>
                      <a:pt x="3427578" y="409574"/>
                    </a:lnTo>
                    <a:lnTo>
                      <a:pt x="3407908" y="431903"/>
                    </a:lnTo>
                    <a:lnTo>
                      <a:pt x="3387994" y="444737"/>
                    </a:lnTo>
                    <a:lnTo>
                      <a:pt x="3367756" y="461107"/>
                    </a:lnTo>
                    <a:lnTo>
                      <a:pt x="3347964" y="474530"/>
                    </a:lnTo>
                    <a:lnTo>
                      <a:pt x="3328660" y="483261"/>
                    </a:lnTo>
                    <a:lnTo>
                      <a:pt x="3224743" y="476276"/>
                    </a:lnTo>
                    <a:lnTo>
                      <a:pt x="3120989" y="467917"/>
                    </a:lnTo>
                    <a:cubicBezTo>
                      <a:pt x="3120299" y="467917"/>
                      <a:pt x="3119567" y="467960"/>
                      <a:pt x="3118998" y="468244"/>
                    </a:cubicBezTo>
                    <a:lnTo>
                      <a:pt x="3096768" y="478153"/>
                    </a:lnTo>
                    <a:lnTo>
                      <a:pt x="2993177" y="472282"/>
                    </a:lnTo>
                    <a:cubicBezTo>
                      <a:pt x="2992649" y="472216"/>
                      <a:pt x="2992039" y="472325"/>
                      <a:pt x="2991592" y="472435"/>
                    </a:cubicBezTo>
                    <a:lnTo>
                      <a:pt x="2968142" y="480379"/>
                    </a:lnTo>
                    <a:lnTo>
                      <a:pt x="2863170" y="477127"/>
                    </a:lnTo>
                    <a:cubicBezTo>
                      <a:pt x="2862804" y="477127"/>
                      <a:pt x="2862478" y="477127"/>
                      <a:pt x="2862113" y="477236"/>
                    </a:cubicBezTo>
                    <a:lnTo>
                      <a:pt x="2836916" y="482453"/>
                    </a:lnTo>
                    <a:lnTo>
                      <a:pt x="2813263" y="489809"/>
                    </a:lnTo>
                    <a:lnTo>
                      <a:pt x="2706340" y="490594"/>
                    </a:lnTo>
                    <a:lnTo>
                      <a:pt x="2598481" y="479092"/>
                    </a:lnTo>
                    <a:lnTo>
                      <a:pt x="2490663" y="468113"/>
                    </a:lnTo>
                    <a:cubicBezTo>
                      <a:pt x="2489810" y="468004"/>
                      <a:pt x="2488916" y="468222"/>
                      <a:pt x="2488347" y="468593"/>
                    </a:cubicBezTo>
                    <a:lnTo>
                      <a:pt x="2461524" y="485531"/>
                    </a:lnTo>
                    <a:lnTo>
                      <a:pt x="2434539" y="499500"/>
                    </a:lnTo>
                    <a:lnTo>
                      <a:pt x="2407270" y="509933"/>
                    </a:lnTo>
                    <a:lnTo>
                      <a:pt x="2378944" y="517550"/>
                    </a:lnTo>
                    <a:lnTo>
                      <a:pt x="2350374" y="528791"/>
                    </a:lnTo>
                    <a:lnTo>
                      <a:pt x="2321397" y="542367"/>
                    </a:lnTo>
                    <a:lnTo>
                      <a:pt x="2292828" y="557034"/>
                    </a:lnTo>
                    <a:lnTo>
                      <a:pt x="2231746" y="556074"/>
                    </a:lnTo>
                    <a:cubicBezTo>
                      <a:pt x="2231461" y="556074"/>
                      <a:pt x="2231055" y="556074"/>
                      <a:pt x="2230770" y="556183"/>
                    </a:cubicBezTo>
                    <a:lnTo>
                      <a:pt x="2197080" y="563582"/>
                    </a:lnTo>
                    <a:lnTo>
                      <a:pt x="2166315" y="561509"/>
                    </a:lnTo>
                    <a:lnTo>
                      <a:pt x="2149287" y="561290"/>
                    </a:lnTo>
                    <a:lnTo>
                      <a:pt x="2103445" y="559632"/>
                    </a:lnTo>
                    <a:lnTo>
                      <a:pt x="1978315" y="554088"/>
                    </a:lnTo>
                    <a:lnTo>
                      <a:pt x="1856070" y="550726"/>
                    </a:lnTo>
                    <a:cubicBezTo>
                      <a:pt x="1855460" y="550683"/>
                      <a:pt x="1854932" y="550792"/>
                      <a:pt x="1854403" y="550988"/>
                    </a:cubicBezTo>
                    <a:lnTo>
                      <a:pt x="1819697" y="565001"/>
                    </a:lnTo>
                    <a:lnTo>
                      <a:pt x="1697736" y="554459"/>
                    </a:lnTo>
                    <a:cubicBezTo>
                      <a:pt x="1697248" y="554393"/>
                      <a:pt x="1696679" y="554459"/>
                      <a:pt x="1696232" y="554568"/>
                    </a:cubicBezTo>
                    <a:lnTo>
                      <a:pt x="1659575" y="564521"/>
                    </a:lnTo>
                    <a:lnTo>
                      <a:pt x="1535582" y="573470"/>
                    </a:lnTo>
                    <a:cubicBezTo>
                      <a:pt x="1534892" y="573535"/>
                      <a:pt x="1534201" y="573732"/>
                      <a:pt x="1533794" y="574124"/>
                    </a:cubicBezTo>
                    <a:lnTo>
                      <a:pt x="1494699" y="606733"/>
                    </a:lnTo>
                    <a:lnTo>
                      <a:pt x="1454912" y="636679"/>
                    </a:lnTo>
                    <a:lnTo>
                      <a:pt x="1415044" y="667848"/>
                    </a:lnTo>
                    <a:lnTo>
                      <a:pt x="1294994" y="685222"/>
                    </a:lnTo>
                    <a:lnTo>
                      <a:pt x="1160882" y="700195"/>
                    </a:lnTo>
                    <a:lnTo>
                      <a:pt x="1033394" y="716128"/>
                    </a:lnTo>
                    <a:lnTo>
                      <a:pt x="906231" y="730577"/>
                    </a:lnTo>
                    <a:lnTo>
                      <a:pt x="779150" y="737605"/>
                    </a:lnTo>
                    <a:lnTo>
                      <a:pt x="652150" y="742080"/>
                    </a:lnTo>
                    <a:lnTo>
                      <a:pt x="525191" y="744524"/>
                    </a:lnTo>
                    <a:cubicBezTo>
                      <a:pt x="524662" y="744524"/>
                      <a:pt x="524134" y="744633"/>
                      <a:pt x="523728" y="744852"/>
                    </a:cubicBezTo>
                    <a:lnTo>
                      <a:pt x="475651" y="765478"/>
                    </a:lnTo>
                    <a:lnTo>
                      <a:pt x="426842" y="783179"/>
                    </a:lnTo>
                    <a:lnTo>
                      <a:pt x="376895" y="799003"/>
                    </a:lnTo>
                    <a:lnTo>
                      <a:pt x="326095" y="820262"/>
                    </a:lnTo>
                    <a:lnTo>
                      <a:pt x="274645" y="843660"/>
                    </a:lnTo>
                    <a:lnTo>
                      <a:pt x="222382" y="862955"/>
                    </a:lnTo>
                    <a:lnTo>
                      <a:pt x="169144" y="880547"/>
                    </a:lnTo>
                    <a:lnTo>
                      <a:pt x="115052" y="897659"/>
                    </a:lnTo>
                    <a:lnTo>
                      <a:pt x="59903" y="913069"/>
                    </a:lnTo>
                    <a:lnTo>
                      <a:pt x="4430" y="929591"/>
                    </a:lnTo>
                    <a:lnTo>
                      <a:pt x="0" y="929482"/>
                    </a:lnTo>
                    <a:lnTo>
                      <a:pt x="0" y="932298"/>
                    </a:lnTo>
                    <a:lnTo>
                      <a:pt x="4917" y="932407"/>
                    </a:lnTo>
                    <a:lnTo>
                      <a:pt x="5039" y="932407"/>
                    </a:lnTo>
                    <a:cubicBezTo>
                      <a:pt x="5446" y="932407"/>
                      <a:pt x="5893" y="932363"/>
                      <a:pt x="6218" y="932254"/>
                    </a:cubicBezTo>
                    <a:lnTo>
                      <a:pt x="62260" y="915579"/>
                    </a:lnTo>
                    <a:lnTo>
                      <a:pt x="117490" y="900191"/>
                    </a:lnTo>
                    <a:lnTo>
                      <a:pt x="171704" y="883035"/>
                    </a:lnTo>
                    <a:lnTo>
                      <a:pt x="225024" y="865356"/>
                    </a:lnTo>
                    <a:lnTo>
                      <a:pt x="277653" y="846018"/>
                    </a:lnTo>
                    <a:lnTo>
                      <a:pt x="329184" y="822576"/>
                    </a:lnTo>
                    <a:lnTo>
                      <a:pt x="379659" y="801426"/>
                    </a:lnTo>
                    <a:lnTo>
                      <a:pt x="429524" y="785667"/>
                    </a:lnTo>
                    <a:lnTo>
                      <a:pt x="478658" y="767879"/>
                    </a:lnTo>
                    <a:lnTo>
                      <a:pt x="526247" y="747471"/>
                    </a:lnTo>
                    <a:lnTo>
                      <a:pt x="652475" y="745026"/>
                    </a:lnTo>
                    <a:lnTo>
                      <a:pt x="779638" y="740552"/>
                    </a:lnTo>
                    <a:lnTo>
                      <a:pt x="907085" y="733458"/>
                    </a:lnTo>
                    <a:lnTo>
                      <a:pt x="1034573" y="718965"/>
                    </a:lnTo>
                    <a:lnTo>
                      <a:pt x="1162020" y="703032"/>
                    </a:lnTo>
                    <a:lnTo>
                      <a:pt x="1291702" y="688801"/>
                    </a:lnTo>
                    <a:lnTo>
                      <a:pt x="1417320" y="670510"/>
                    </a:lnTo>
                    <a:cubicBezTo>
                      <a:pt x="1417889" y="670445"/>
                      <a:pt x="1418377" y="670249"/>
                      <a:pt x="1418783" y="669965"/>
                    </a:cubicBezTo>
                    <a:lnTo>
                      <a:pt x="1459139" y="638425"/>
                    </a:lnTo>
                    <a:lnTo>
                      <a:pt x="1498966" y="608436"/>
                    </a:lnTo>
                    <a:lnTo>
                      <a:pt x="1537492" y="576307"/>
                    </a:lnTo>
                    <a:lnTo>
                      <a:pt x="1660672" y="567402"/>
                    </a:lnTo>
                    <a:cubicBezTo>
                      <a:pt x="1660957" y="567402"/>
                      <a:pt x="1661201" y="567336"/>
                      <a:pt x="1661444" y="567293"/>
                    </a:cubicBezTo>
                    <a:lnTo>
                      <a:pt x="1697817" y="557384"/>
                    </a:lnTo>
                    <a:lnTo>
                      <a:pt x="1820022" y="567991"/>
                    </a:lnTo>
                    <a:cubicBezTo>
                      <a:pt x="1820672" y="568057"/>
                      <a:pt x="1821363" y="567991"/>
                      <a:pt x="1821891" y="567729"/>
                    </a:cubicBezTo>
                    <a:lnTo>
                      <a:pt x="1856760" y="553673"/>
                    </a:lnTo>
                    <a:lnTo>
                      <a:pt x="1978030" y="557034"/>
                    </a:lnTo>
                    <a:lnTo>
                      <a:pt x="2103079" y="562578"/>
                    </a:lnTo>
                    <a:lnTo>
                      <a:pt x="2149084" y="564237"/>
                    </a:lnTo>
                    <a:lnTo>
                      <a:pt x="2165990" y="564455"/>
                    </a:lnTo>
                    <a:lnTo>
                      <a:pt x="2197080" y="566529"/>
                    </a:lnTo>
                    <a:cubicBezTo>
                      <a:pt x="2197527" y="566529"/>
                      <a:pt x="2197974" y="566529"/>
                      <a:pt x="2198299" y="566420"/>
                    </a:cubicBezTo>
                    <a:lnTo>
                      <a:pt x="2232152" y="559021"/>
                    </a:lnTo>
                    <a:lnTo>
                      <a:pt x="2293722" y="559981"/>
                    </a:lnTo>
                    <a:cubicBezTo>
                      <a:pt x="2294453" y="560090"/>
                      <a:pt x="2295063" y="559872"/>
                      <a:pt x="2295550" y="559610"/>
                    </a:cubicBezTo>
                    <a:lnTo>
                      <a:pt x="2324771" y="544637"/>
                    </a:lnTo>
                    <a:lnTo>
                      <a:pt x="2353503" y="531148"/>
                    </a:lnTo>
                    <a:lnTo>
                      <a:pt x="2381504" y="520060"/>
                    </a:lnTo>
                    <a:lnTo>
                      <a:pt x="2409789" y="512443"/>
                    </a:lnTo>
                    <a:lnTo>
                      <a:pt x="2437709" y="501791"/>
                    </a:lnTo>
                    <a:lnTo>
                      <a:pt x="2465182" y="487626"/>
                    </a:lnTo>
                    <a:lnTo>
                      <a:pt x="2491232" y="471147"/>
                    </a:lnTo>
                    <a:lnTo>
                      <a:pt x="2597546" y="481973"/>
                    </a:lnTo>
                    <a:lnTo>
                      <a:pt x="2705893" y="493541"/>
                    </a:lnTo>
                    <a:lnTo>
                      <a:pt x="2813995" y="492690"/>
                    </a:lnTo>
                    <a:cubicBezTo>
                      <a:pt x="2814402" y="492690"/>
                      <a:pt x="2814849" y="492646"/>
                      <a:pt x="2815173" y="492537"/>
                    </a:cubicBezTo>
                    <a:lnTo>
                      <a:pt x="2839029" y="485138"/>
                    </a:lnTo>
                    <a:lnTo>
                      <a:pt x="2863373" y="480074"/>
                    </a:lnTo>
                    <a:lnTo>
                      <a:pt x="2968589" y="483326"/>
                    </a:lnTo>
                    <a:cubicBezTo>
                      <a:pt x="2969077" y="483370"/>
                      <a:pt x="2969646" y="483261"/>
                      <a:pt x="2970053" y="483151"/>
                    </a:cubicBezTo>
                    <a:lnTo>
                      <a:pt x="2993461" y="475207"/>
                    </a:lnTo>
                    <a:lnTo>
                      <a:pt x="3097256" y="481078"/>
                    </a:lnTo>
                    <a:cubicBezTo>
                      <a:pt x="3097906" y="481122"/>
                      <a:pt x="3098597" y="481034"/>
                      <a:pt x="3099085" y="480816"/>
                    </a:cubicBezTo>
                    <a:lnTo>
                      <a:pt x="3121274" y="470907"/>
                    </a:lnTo>
                    <a:lnTo>
                      <a:pt x="3223971" y="479157"/>
                    </a:lnTo>
                    <a:lnTo>
                      <a:pt x="3329107" y="486251"/>
                    </a:lnTo>
                    <a:cubicBezTo>
                      <a:pt x="3329757" y="486294"/>
                      <a:pt x="3330489" y="486185"/>
                      <a:pt x="3331058" y="485923"/>
                    </a:cubicBezTo>
                    <a:lnTo>
                      <a:pt x="3351500" y="476603"/>
                    </a:lnTo>
                    <a:lnTo>
                      <a:pt x="3371779" y="462896"/>
                    </a:lnTo>
                    <a:lnTo>
                      <a:pt x="3391977" y="446548"/>
                    </a:lnTo>
                    <a:lnTo>
                      <a:pt x="3411931" y="433714"/>
                    </a:lnTo>
                    <a:cubicBezTo>
                      <a:pt x="3412094" y="433605"/>
                      <a:pt x="3412175" y="433562"/>
                      <a:pt x="3412257" y="433452"/>
                    </a:cubicBezTo>
                    <a:lnTo>
                      <a:pt x="3431967" y="411058"/>
                    </a:lnTo>
                    <a:lnTo>
                      <a:pt x="3451149" y="394165"/>
                    </a:lnTo>
                    <a:lnTo>
                      <a:pt x="3470046" y="378340"/>
                    </a:lnTo>
                    <a:lnTo>
                      <a:pt x="3488213" y="355423"/>
                    </a:lnTo>
                    <a:lnTo>
                      <a:pt x="3506135" y="339642"/>
                    </a:lnTo>
                    <a:lnTo>
                      <a:pt x="3523691" y="315131"/>
                    </a:lnTo>
                    <a:lnTo>
                      <a:pt x="3543767" y="280929"/>
                    </a:lnTo>
                    <a:lnTo>
                      <a:pt x="3567298" y="242667"/>
                    </a:lnTo>
                    <a:lnTo>
                      <a:pt x="3593836" y="211760"/>
                    </a:lnTo>
                    <a:lnTo>
                      <a:pt x="3622690" y="183560"/>
                    </a:lnTo>
                    <a:lnTo>
                      <a:pt x="3651910" y="172800"/>
                    </a:lnTo>
                    <a:cubicBezTo>
                      <a:pt x="3652154" y="172756"/>
                      <a:pt x="3652357" y="172647"/>
                      <a:pt x="3652520" y="172538"/>
                    </a:cubicBezTo>
                    <a:lnTo>
                      <a:pt x="3685845" y="148769"/>
                    </a:lnTo>
                    <a:lnTo>
                      <a:pt x="3688365" y="145997"/>
                    </a:lnTo>
                    <a:lnTo>
                      <a:pt x="3689218" y="144142"/>
                    </a:lnTo>
                    <a:lnTo>
                      <a:pt x="3717585" y="116007"/>
                    </a:lnTo>
                    <a:lnTo>
                      <a:pt x="3748390" y="76305"/>
                    </a:lnTo>
                    <a:lnTo>
                      <a:pt x="3773099" y="38414"/>
                    </a:lnTo>
                    <a:lnTo>
                      <a:pt x="3789558" y="11022"/>
                    </a:lnTo>
                    <a:lnTo>
                      <a:pt x="3800003" y="2269"/>
                    </a:lnTo>
                    <a:cubicBezTo>
                      <a:pt x="3800775" y="1636"/>
                      <a:pt x="3800450" y="785"/>
                      <a:pt x="3799271" y="30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4" name="Freeform: Shape 133">
                <a:extLst>
                  <a:ext uri="{FF2B5EF4-FFF2-40B4-BE49-F238E27FC236}">
                    <a16:creationId xmlns:a16="http://schemas.microsoft.com/office/drawing/2014/main" id="{C8A495E0-8657-49EF-A277-A37F60D4689C}"/>
                  </a:ext>
                </a:extLst>
              </p:cNvPr>
              <p:cNvSpPr/>
              <p:nvPr/>
            </p:nvSpPr>
            <p:spPr>
              <a:xfrm>
                <a:off x="8284992" y="6128051"/>
                <a:ext cx="1096658" cy="12681"/>
              </a:xfrm>
              <a:custGeom>
                <a:avLst/>
                <a:gdLst>
                  <a:gd name="connsiteX0" fmla="*/ 1094070 w 1096658"/>
                  <a:gd name="connsiteY0" fmla="*/ 12616 h 12681"/>
                  <a:gd name="connsiteX1" fmla="*/ 1093582 w 1096658"/>
                  <a:gd name="connsiteY1" fmla="*/ 12572 h 12681"/>
                  <a:gd name="connsiteX2" fmla="*/ 1076839 w 1096658"/>
                  <a:gd name="connsiteY2" fmla="*/ 10760 h 12681"/>
                  <a:gd name="connsiteX3" fmla="*/ 1076147 w 1096658"/>
                  <a:gd name="connsiteY3" fmla="*/ 10608 h 12681"/>
                  <a:gd name="connsiteX4" fmla="*/ 1056112 w 1096658"/>
                  <a:gd name="connsiteY4" fmla="*/ 4584 h 12681"/>
                  <a:gd name="connsiteX5" fmla="*/ 2479 w 1096658"/>
                  <a:gd name="connsiteY5" fmla="*/ 2837 h 12681"/>
                  <a:gd name="connsiteX6" fmla="*/ 0 w 1096658"/>
                  <a:gd name="connsiteY6" fmla="*/ 1441 h 12681"/>
                  <a:gd name="connsiteX7" fmla="*/ 2479 w 1096658"/>
                  <a:gd name="connsiteY7" fmla="*/ 0 h 12681"/>
                  <a:gd name="connsiteX8" fmla="*/ 2479 w 1096658"/>
                  <a:gd name="connsiteY8" fmla="*/ 0 h 12681"/>
                  <a:gd name="connsiteX9" fmla="*/ 1056762 w 1096658"/>
                  <a:gd name="connsiteY9" fmla="*/ 1768 h 12681"/>
                  <a:gd name="connsiteX10" fmla="*/ 1057940 w 1096658"/>
                  <a:gd name="connsiteY10" fmla="*/ 1943 h 12681"/>
                  <a:gd name="connsiteX11" fmla="*/ 1078179 w 1096658"/>
                  <a:gd name="connsiteY11" fmla="*/ 8076 h 12681"/>
                  <a:gd name="connsiteX12" fmla="*/ 1094557 w 1096658"/>
                  <a:gd name="connsiteY12" fmla="*/ 9844 h 12681"/>
                  <a:gd name="connsiteX13" fmla="*/ 1096630 w 1096658"/>
                  <a:gd name="connsiteY13" fmla="*/ 11503 h 12681"/>
                  <a:gd name="connsiteX14" fmla="*/ 1094070 w 1096658"/>
                  <a:gd name="connsiteY14" fmla="*/ 12681 h 1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96658" h="12681">
                    <a:moveTo>
                      <a:pt x="1094070" y="12616"/>
                    </a:moveTo>
                    <a:cubicBezTo>
                      <a:pt x="1094070" y="12616"/>
                      <a:pt x="1093744" y="12572"/>
                      <a:pt x="1093582" y="12572"/>
                    </a:cubicBezTo>
                    <a:lnTo>
                      <a:pt x="1076839" y="10760"/>
                    </a:lnTo>
                    <a:cubicBezTo>
                      <a:pt x="1076839" y="10760"/>
                      <a:pt x="1076350" y="10717"/>
                      <a:pt x="1076147" y="10608"/>
                    </a:cubicBezTo>
                    <a:lnTo>
                      <a:pt x="1056112" y="4584"/>
                    </a:lnTo>
                    <a:lnTo>
                      <a:pt x="2479" y="2837"/>
                    </a:lnTo>
                    <a:cubicBezTo>
                      <a:pt x="1097" y="2837"/>
                      <a:pt x="0" y="2183"/>
                      <a:pt x="0" y="1441"/>
                    </a:cubicBezTo>
                    <a:cubicBezTo>
                      <a:pt x="0" y="633"/>
                      <a:pt x="1097" y="0"/>
                      <a:pt x="2479" y="0"/>
                    </a:cubicBezTo>
                    <a:lnTo>
                      <a:pt x="2479" y="0"/>
                    </a:lnTo>
                    <a:lnTo>
                      <a:pt x="1056762" y="1768"/>
                    </a:lnTo>
                    <a:cubicBezTo>
                      <a:pt x="1057168" y="1768"/>
                      <a:pt x="1057535" y="1833"/>
                      <a:pt x="1057940" y="1943"/>
                    </a:cubicBezTo>
                    <a:lnTo>
                      <a:pt x="1078179" y="8076"/>
                    </a:lnTo>
                    <a:lnTo>
                      <a:pt x="1094557" y="9844"/>
                    </a:lnTo>
                    <a:cubicBezTo>
                      <a:pt x="1095939" y="9997"/>
                      <a:pt x="1096833" y="10760"/>
                      <a:pt x="1096630" y="11503"/>
                    </a:cubicBezTo>
                    <a:cubicBezTo>
                      <a:pt x="1096345" y="12201"/>
                      <a:pt x="1095248" y="12681"/>
                      <a:pt x="1094070" y="1268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5" name="Freeform: Shape 134">
                <a:extLst>
                  <a:ext uri="{FF2B5EF4-FFF2-40B4-BE49-F238E27FC236}">
                    <a16:creationId xmlns:a16="http://schemas.microsoft.com/office/drawing/2014/main" id="{300DA43F-431E-48D1-9027-0350DF994853}"/>
                  </a:ext>
                </a:extLst>
              </p:cNvPr>
              <p:cNvSpPr/>
              <p:nvPr/>
            </p:nvSpPr>
            <p:spPr>
              <a:xfrm>
                <a:off x="8966688" y="6442375"/>
                <a:ext cx="3225311" cy="9952"/>
              </a:xfrm>
              <a:custGeom>
                <a:avLst/>
                <a:gdLst>
                  <a:gd name="connsiteX0" fmla="*/ 3225312 w 3225311"/>
                  <a:gd name="connsiteY0" fmla="*/ 7137 h 9952"/>
                  <a:gd name="connsiteX1" fmla="*/ 2601 w 3225311"/>
                  <a:gd name="connsiteY1" fmla="*/ 0 h 9952"/>
                  <a:gd name="connsiteX2" fmla="*/ 2601 w 3225311"/>
                  <a:gd name="connsiteY2" fmla="*/ 0 h 9952"/>
                  <a:gd name="connsiteX3" fmla="*/ 0 w 3225311"/>
                  <a:gd name="connsiteY3" fmla="*/ 1375 h 9952"/>
                  <a:gd name="connsiteX4" fmla="*/ 2601 w 3225311"/>
                  <a:gd name="connsiteY4" fmla="*/ 2816 h 9952"/>
                  <a:gd name="connsiteX5" fmla="*/ 3225312 w 3225311"/>
                  <a:gd name="connsiteY5" fmla="*/ 9953 h 9952"/>
                  <a:gd name="connsiteX6" fmla="*/ 3225312 w 3225311"/>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5311" h="9952">
                    <a:moveTo>
                      <a:pt x="3225312" y="7137"/>
                    </a:moveTo>
                    <a:lnTo>
                      <a:pt x="2601" y="0"/>
                    </a:lnTo>
                    <a:lnTo>
                      <a:pt x="2601" y="0"/>
                    </a:lnTo>
                    <a:cubicBezTo>
                      <a:pt x="1218" y="0"/>
                      <a:pt x="0" y="633"/>
                      <a:pt x="0" y="1375"/>
                    </a:cubicBezTo>
                    <a:cubicBezTo>
                      <a:pt x="0" y="2183"/>
                      <a:pt x="1178" y="2816"/>
                      <a:pt x="2601" y="2816"/>
                    </a:cubicBezTo>
                    <a:lnTo>
                      <a:pt x="3225312" y="9953"/>
                    </a:lnTo>
                    <a:lnTo>
                      <a:pt x="3225312"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6" name="Freeform: Shape 135">
                <a:extLst>
                  <a:ext uri="{FF2B5EF4-FFF2-40B4-BE49-F238E27FC236}">
                    <a16:creationId xmlns:a16="http://schemas.microsoft.com/office/drawing/2014/main" id="{742E039B-D4C6-49B6-A619-A8927087D24E}"/>
                  </a:ext>
                </a:extLst>
              </p:cNvPr>
              <p:cNvSpPr/>
              <p:nvPr/>
            </p:nvSpPr>
            <p:spPr>
              <a:xfrm>
                <a:off x="2626116" y="5623879"/>
                <a:ext cx="1497930" cy="351429"/>
              </a:xfrm>
              <a:custGeom>
                <a:avLst/>
                <a:gdLst>
                  <a:gd name="connsiteX0" fmla="*/ 1495308 w 1497930"/>
                  <a:gd name="connsiteY0" fmla="*/ 351429 h 351429"/>
                  <a:gd name="connsiteX1" fmla="*/ 1494414 w 1497930"/>
                  <a:gd name="connsiteY1" fmla="*/ 351320 h 351429"/>
                  <a:gd name="connsiteX2" fmla="*/ 1440607 w 1497930"/>
                  <a:gd name="connsiteY2" fmla="*/ 339643 h 351429"/>
                  <a:gd name="connsiteX3" fmla="*/ 1339901 w 1497930"/>
                  <a:gd name="connsiteY3" fmla="*/ 314171 h 351429"/>
                  <a:gd name="connsiteX4" fmla="*/ 1239398 w 1497930"/>
                  <a:gd name="connsiteY4" fmla="*/ 287630 h 351429"/>
                  <a:gd name="connsiteX5" fmla="*/ 1138895 w 1497930"/>
                  <a:gd name="connsiteY5" fmla="*/ 258383 h 351429"/>
                  <a:gd name="connsiteX6" fmla="*/ 1038555 w 1497930"/>
                  <a:gd name="connsiteY6" fmla="*/ 226210 h 351429"/>
                  <a:gd name="connsiteX7" fmla="*/ 938703 w 1497930"/>
                  <a:gd name="connsiteY7" fmla="*/ 199822 h 351429"/>
                  <a:gd name="connsiteX8" fmla="*/ 840923 w 1497930"/>
                  <a:gd name="connsiteY8" fmla="*/ 183627 h 351429"/>
                  <a:gd name="connsiteX9" fmla="*/ 744200 w 1497930"/>
                  <a:gd name="connsiteY9" fmla="*/ 163110 h 351429"/>
                  <a:gd name="connsiteX10" fmla="*/ 649509 w 1497930"/>
                  <a:gd name="connsiteY10" fmla="*/ 135128 h 351429"/>
                  <a:gd name="connsiteX11" fmla="*/ 556646 w 1497930"/>
                  <a:gd name="connsiteY11" fmla="*/ 113280 h 351429"/>
                  <a:gd name="connsiteX12" fmla="*/ 464474 w 1497930"/>
                  <a:gd name="connsiteY12" fmla="*/ 87284 h 351429"/>
                  <a:gd name="connsiteX13" fmla="*/ 371856 w 1497930"/>
                  <a:gd name="connsiteY13" fmla="*/ 57971 h 351429"/>
                  <a:gd name="connsiteX14" fmla="*/ 277043 w 1497930"/>
                  <a:gd name="connsiteY14" fmla="*/ 32543 h 351429"/>
                  <a:gd name="connsiteX15" fmla="*/ 178938 w 1497930"/>
                  <a:gd name="connsiteY15" fmla="*/ 16130 h 351429"/>
                  <a:gd name="connsiteX16" fmla="*/ 76891 w 1497930"/>
                  <a:gd name="connsiteY16" fmla="*/ 2816 h 351429"/>
                  <a:gd name="connsiteX17" fmla="*/ 2520 w 1497930"/>
                  <a:gd name="connsiteY17" fmla="*/ 2816 h 351429"/>
                  <a:gd name="connsiteX18" fmla="*/ 0 w 1497930"/>
                  <a:gd name="connsiteY18" fmla="*/ 1375 h 351429"/>
                  <a:gd name="connsiteX19" fmla="*/ 2520 w 1497930"/>
                  <a:gd name="connsiteY19" fmla="*/ 0 h 351429"/>
                  <a:gd name="connsiteX20" fmla="*/ 2520 w 1497930"/>
                  <a:gd name="connsiteY20" fmla="*/ 0 h 351429"/>
                  <a:gd name="connsiteX21" fmla="*/ 77419 w 1497930"/>
                  <a:gd name="connsiteY21" fmla="*/ 44 h 351429"/>
                  <a:gd name="connsiteX22" fmla="*/ 180198 w 1497930"/>
                  <a:gd name="connsiteY22" fmla="*/ 13423 h 351429"/>
                  <a:gd name="connsiteX23" fmla="*/ 278872 w 1497930"/>
                  <a:gd name="connsiteY23" fmla="*/ 29946 h 351429"/>
                  <a:gd name="connsiteX24" fmla="*/ 374213 w 1497930"/>
                  <a:gd name="connsiteY24" fmla="*/ 55461 h 351429"/>
                  <a:gd name="connsiteX25" fmla="*/ 466872 w 1497930"/>
                  <a:gd name="connsiteY25" fmla="*/ 84774 h 351429"/>
                  <a:gd name="connsiteX26" fmla="*/ 558759 w 1497930"/>
                  <a:gd name="connsiteY26" fmla="*/ 110726 h 351429"/>
                  <a:gd name="connsiteX27" fmla="*/ 651662 w 1497930"/>
                  <a:gd name="connsiteY27" fmla="*/ 132574 h 351429"/>
                  <a:gd name="connsiteX28" fmla="*/ 746313 w 1497930"/>
                  <a:gd name="connsiteY28" fmla="*/ 160556 h 351429"/>
                  <a:gd name="connsiteX29" fmla="*/ 842549 w 1497930"/>
                  <a:gd name="connsiteY29" fmla="*/ 180964 h 351429"/>
                  <a:gd name="connsiteX30" fmla="*/ 940532 w 1497930"/>
                  <a:gd name="connsiteY30" fmla="*/ 197203 h 351429"/>
                  <a:gd name="connsiteX31" fmla="*/ 1040912 w 1497930"/>
                  <a:gd name="connsiteY31" fmla="*/ 223678 h 351429"/>
                  <a:gd name="connsiteX32" fmla="*/ 1141415 w 1497930"/>
                  <a:gd name="connsiteY32" fmla="*/ 255916 h 351429"/>
                  <a:gd name="connsiteX33" fmla="*/ 1241715 w 1497930"/>
                  <a:gd name="connsiteY33" fmla="*/ 285120 h 351429"/>
                  <a:gd name="connsiteX34" fmla="*/ 1342136 w 1497930"/>
                  <a:gd name="connsiteY34" fmla="*/ 311661 h 351429"/>
                  <a:gd name="connsiteX35" fmla="*/ 1442639 w 1497930"/>
                  <a:gd name="connsiteY35" fmla="*/ 337089 h 351429"/>
                  <a:gd name="connsiteX36" fmla="*/ 1496324 w 1497930"/>
                  <a:gd name="connsiteY36" fmla="*/ 348701 h 351429"/>
                  <a:gd name="connsiteX37" fmla="*/ 1497747 w 1497930"/>
                  <a:gd name="connsiteY37" fmla="*/ 350512 h 351429"/>
                  <a:gd name="connsiteX38" fmla="*/ 1495349 w 1497930"/>
                  <a:gd name="connsiteY38" fmla="*/ 351407 h 35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97930" h="351429">
                    <a:moveTo>
                      <a:pt x="1495308" y="351429"/>
                    </a:moveTo>
                    <a:cubicBezTo>
                      <a:pt x="1495024" y="351429"/>
                      <a:pt x="1494739" y="351385"/>
                      <a:pt x="1494414" y="351320"/>
                    </a:cubicBezTo>
                    <a:lnTo>
                      <a:pt x="1440607" y="339643"/>
                    </a:lnTo>
                    <a:lnTo>
                      <a:pt x="1339901" y="314171"/>
                    </a:lnTo>
                    <a:lnTo>
                      <a:pt x="1239398" y="287630"/>
                    </a:lnTo>
                    <a:lnTo>
                      <a:pt x="1138895" y="258383"/>
                    </a:lnTo>
                    <a:lnTo>
                      <a:pt x="1038555" y="226210"/>
                    </a:lnTo>
                    <a:lnTo>
                      <a:pt x="938703" y="199822"/>
                    </a:lnTo>
                    <a:lnTo>
                      <a:pt x="840923" y="183627"/>
                    </a:lnTo>
                    <a:lnTo>
                      <a:pt x="744200" y="163110"/>
                    </a:lnTo>
                    <a:lnTo>
                      <a:pt x="649509" y="135128"/>
                    </a:lnTo>
                    <a:lnTo>
                      <a:pt x="556646" y="113280"/>
                    </a:lnTo>
                    <a:lnTo>
                      <a:pt x="464474" y="87284"/>
                    </a:lnTo>
                    <a:lnTo>
                      <a:pt x="371856" y="57971"/>
                    </a:lnTo>
                    <a:lnTo>
                      <a:pt x="277043" y="32543"/>
                    </a:lnTo>
                    <a:lnTo>
                      <a:pt x="178938" y="16130"/>
                    </a:lnTo>
                    <a:lnTo>
                      <a:pt x="76891" y="2816"/>
                    </a:lnTo>
                    <a:lnTo>
                      <a:pt x="2520" y="2816"/>
                    </a:lnTo>
                    <a:cubicBezTo>
                      <a:pt x="1138" y="2750"/>
                      <a:pt x="0" y="2183"/>
                      <a:pt x="0" y="1375"/>
                    </a:cubicBezTo>
                    <a:cubicBezTo>
                      <a:pt x="0" y="633"/>
                      <a:pt x="1138" y="0"/>
                      <a:pt x="2520" y="0"/>
                    </a:cubicBezTo>
                    <a:lnTo>
                      <a:pt x="2520" y="0"/>
                    </a:lnTo>
                    <a:lnTo>
                      <a:pt x="77419" y="44"/>
                    </a:lnTo>
                    <a:lnTo>
                      <a:pt x="180198" y="13423"/>
                    </a:lnTo>
                    <a:lnTo>
                      <a:pt x="278872" y="29946"/>
                    </a:lnTo>
                    <a:lnTo>
                      <a:pt x="374213" y="55461"/>
                    </a:lnTo>
                    <a:lnTo>
                      <a:pt x="466872" y="84774"/>
                    </a:lnTo>
                    <a:lnTo>
                      <a:pt x="558759" y="110726"/>
                    </a:lnTo>
                    <a:lnTo>
                      <a:pt x="651662" y="132574"/>
                    </a:lnTo>
                    <a:lnTo>
                      <a:pt x="746313" y="160556"/>
                    </a:lnTo>
                    <a:lnTo>
                      <a:pt x="842549" y="180964"/>
                    </a:lnTo>
                    <a:lnTo>
                      <a:pt x="940532" y="197203"/>
                    </a:lnTo>
                    <a:lnTo>
                      <a:pt x="1040912" y="223678"/>
                    </a:lnTo>
                    <a:lnTo>
                      <a:pt x="1141415" y="255916"/>
                    </a:lnTo>
                    <a:lnTo>
                      <a:pt x="1241715" y="285120"/>
                    </a:lnTo>
                    <a:lnTo>
                      <a:pt x="1342136" y="311661"/>
                    </a:lnTo>
                    <a:lnTo>
                      <a:pt x="1442639" y="337089"/>
                    </a:lnTo>
                    <a:lnTo>
                      <a:pt x="1496324" y="348701"/>
                    </a:lnTo>
                    <a:cubicBezTo>
                      <a:pt x="1497625" y="348963"/>
                      <a:pt x="1498275" y="349770"/>
                      <a:pt x="1497747" y="350512"/>
                    </a:cubicBezTo>
                    <a:cubicBezTo>
                      <a:pt x="1497340" y="351036"/>
                      <a:pt x="1496406" y="351407"/>
                      <a:pt x="1495349" y="35140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7" name="Freeform: Shape 136">
                <a:extLst>
                  <a:ext uri="{FF2B5EF4-FFF2-40B4-BE49-F238E27FC236}">
                    <a16:creationId xmlns:a16="http://schemas.microsoft.com/office/drawing/2014/main" id="{F3C666D9-B466-4E78-8029-B8E5D7A520E3}"/>
                  </a:ext>
                </a:extLst>
              </p:cNvPr>
              <p:cNvSpPr/>
              <p:nvPr/>
            </p:nvSpPr>
            <p:spPr>
              <a:xfrm>
                <a:off x="8271621" y="6121895"/>
                <a:ext cx="3920378" cy="27916"/>
              </a:xfrm>
              <a:custGeom>
                <a:avLst/>
                <a:gdLst>
                  <a:gd name="connsiteX0" fmla="*/ 3920379 w 3920378"/>
                  <a:gd name="connsiteY0" fmla="*/ 25122 h 27916"/>
                  <a:gd name="connsiteX1" fmla="*/ 1326286 w 3920378"/>
                  <a:gd name="connsiteY1" fmla="*/ 20801 h 27916"/>
                  <a:gd name="connsiteX2" fmla="*/ 1276056 w 3920378"/>
                  <a:gd name="connsiteY2" fmla="*/ 15628 h 27916"/>
                  <a:gd name="connsiteX3" fmla="*/ 1252444 w 3920378"/>
                  <a:gd name="connsiteY3" fmla="*/ 12485 h 27916"/>
                  <a:gd name="connsiteX4" fmla="*/ 1244194 w 3920378"/>
                  <a:gd name="connsiteY4" fmla="*/ 11306 h 27916"/>
                  <a:gd name="connsiteX5" fmla="*/ 1232977 w 3920378"/>
                  <a:gd name="connsiteY5" fmla="*/ 8316 h 27916"/>
                  <a:gd name="connsiteX6" fmla="*/ 1232002 w 3920378"/>
                  <a:gd name="connsiteY6" fmla="*/ 8207 h 27916"/>
                  <a:gd name="connsiteX7" fmla="*/ 1210991 w 3920378"/>
                  <a:gd name="connsiteY7" fmla="*/ 2183 h 27916"/>
                  <a:gd name="connsiteX8" fmla="*/ 1209894 w 3920378"/>
                  <a:gd name="connsiteY8" fmla="*/ 2030 h 27916"/>
                  <a:gd name="connsiteX9" fmla="*/ 2601 w 3920378"/>
                  <a:gd name="connsiteY9" fmla="*/ 0 h 27916"/>
                  <a:gd name="connsiteX10" fmla="*/ 2601 w 3920378"/>
                  <a:gd name="connsiteY10" fmla="*/ 0 h 27916"/>
                  <a:gd name="connsiteX11" fmla="*/ 0 w 3920378"/>
                  <a:gd name="connsiteY11" fmla="*/ 1441 h 27916"/>
                  <a:gd name="connsiteX12" fmla="*/ 2479 w 3920378"/>
                  <a:gd name="connsiteY12" fmla="*/ 2816 h 27916"/>
                  <a:gd name="connsiteX13" fmla="*/ 1209163 w 3920378"/>
                  <a:gd name="connsiteY13" fmla="*/ 4845 h 27916"/>
                  <a:gd name="connsiteX14" fmla="*/ 1230092 w 3920378"/>
                  <a:gd name="connsiteY14" fmla="*/ 10804 h 27916"/>
                  <a:gd name="connsiteX15" fmla="*/ 1231189 w 3920378"/>
                  <a:gd name="connsiteY15" fmla="*/ 10913 h 27916"/>
                  <a:gd name="connsiteX16" fmla="*/ 1242406 w 3920378"/>
                  <a:gd name="connsiteY16" fmla="*/ 13947 h 27916"/>
                  <a:gd name="connsiteX17" fmla="*/ 1274470 w 3920378"/>
                  <a:gd name="connsiteY17" fmla="*/ 18312 h 27916"/>
                  <a:gd name="connsiteX18" fmla="*/ 1325759 w 3920378"/>
                  <a:gd name="connsiteY18" fmla="*/ 23594 h 27916"/>
                  <a:gd name="connsiteX19" fmla="*/ 3920338 w 3920378"/>
                  <a:gd name="connsiteY19" fmla="*/ 27916 h 27916"/>
                  <a:gd name="connsiteX20" fmla="*/ 3920338 w 3920378"/>
                  <a:gd name="connsiteY20" fmla="*/ 25101 h 27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20378" h="27916">
                    <a:moveTo>
                      <a:pt x="3920379" y="25122"/>
                    </a:moveTo>
                    <a:lnTo>
                      <a:pt x="1326286" y="20801"/>
                    </a:lnTo>
                    <a:lnTo>
                      <a:pt x="1276056" y="15628"/>
                    </a:lnTo>
                    <a:lnTo>
                      <a:pt x="1252444" y="12485"/>
                    </a:lnTo>
                    <a:lnTo>
                      <a:pt x="1244194" y="11306"/>
                    </a:lnTo>
                    <a:lnTo>
                      <a:pt x="1232977" y="8316"/>
                    </a:lnTo>
                    <a:cubicBezTo>
                      <a:pt x="1232977" y="8316"/>
                      <a:pt x="1232368" y="8207"/>
                      <a:pt x="1232002" y="8207"/>
                    </a:cubicBezTo>
                    <a:lnTo>
                      <a:pt x="1210991" y="2183"/>
                    </a:lnTo>
                    <a:cubicBezTo>
                      <a:pt x="1210706" y="2074"/>
                      <a:pt x="1210300" y="2030"/>
                      <a:pt x="1209894" y="2030"/>
                    </a:cubicBezTo>
                    <a:lnTo>
                      <a:pt x="2601" y="0"/>
                    </a:lnTo>
                    <a:lnTo>
                      <a:pt x="2601" y="0"/>
                    </a:lnTo>
                    <a:cubicBezTo>
                      <a:pt x="1097" y="0"/>
                      <a:pt x="0" y="633"/>
                      <a:pt x="0" y="1441"/>
                    </a:cubicBezTo>
                    <a:cubicBezTo>
                      <a:pt x="0" y="2183"/>
                      <a:pt x="1097" y="2816"/>
                      <a:pt x="2479" y="2816"/>
                    </a:cubicBezTo>
                    <a:lnTo>
                      <a:pt x="1209163" y="4845"/>
                    </a:lnTo>
                    <a:lnTo>
                      <a:pt x="1230092" y="10804"/>
                    </a:lnTo>
                    <a:cubicBezTo>
                      <a:pt x="1230092" y="10804"/>
                      <a:pt x="1230782" y="10913"/>
                      <a:pt x="1231189" y="10913"/>
                    </a:cubicBezTo>
                    <a:lnTo>
                      <a:pt x="1242406" y="13947"/>
                    </a:lnTo>
                    <a:lnTo>
                      <a:pt x="1274470" y="18312"/>
                    </a:lnTo>
                    <a:lnTo>
                      <a:pt x="1325759" y="23594"/>
                    </a:lnTo>
                    <a:lnTo>
                      <a:pt x="3920338" y="27916"/>
                    </a:lnTo>
                    <a:lnTo>
                      <a:pt x="3920338" y="251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8" name="Freeform: Shape 137">
                <a:extLst>
                  <a:ext uri="{FF2B5EF4-FFF2-40B4-BE49-F238E27FC236}">
                    <a16:creationId xmlns:a16="http://schemas.microsoft.com/office/drawing/2014/main" id="{DC51BEDF-42F4-437A-83A7-D6D9741BD6D3}"/>
                  </a:ext>
                </a:extLst>
              </p:cNvPr>
              <p:cNvSpPr/>
              <p:nvPr/>
            </p:nvSpPr>
            <p:spPr>
              <a:xfrm>
                <a:off x="4174194" y="5521177"/>
                <a:ext cx="2303418" cy="475783"/>
              </a:xfrm>
              <a:custGeom>
                <a:avLst/>
                <a:gdLst>
                  <a:gd name="connsiteX0" fmla="*/ 2301017 w 2303418"/>
                  <a:gd name="connsiteY0" fmla="*/ 475718 h 475783"/>
                  <a:gd name="connsiteX1" fmla="*/ 2301017 w 2303418"/>
                  <a:gd name="connsiteY1" fmla="*/ 475718 h 475783"/>
                  <a:gd name="connsiteX2" fmla="*/ 2211528 w 2303418"/>
                  <a:gd name="connsiteY2" fmla="*/ 475500 h 475783"/>
                  <a:gd name="connsiteX3" fmla="*/ 2122648 w 2303418"/>
                  <a:gd name="connsiteY3" fmla="*/ 474430 h 475783"/>
                  <a:gd name="connsiteX4" fmla="*/ 2034053 w 2303418"/>
                  <a:gd name="connsiteY4" fmla="*/ 474059 h 475783"/>
                  <a:gd name="connsiteX5" fmla="*/ 1945661 w 2303418"/>
                  <a:gd name="connsiteY5" fmla="*/ 474539 h 475783"/>
                  <a:gd name="connsiteX6" fmla="*/ 1857350 w 2303418"/>
                  <a:gd name="connsiteY6" fmla="*/ 473994 h 475783"/>
                  <a:gd name="connsiteX7" fmla="*/ 1768999 w 2303418"/>
                  <a:gd name="connsiteY7" fmla="*/ 473994 h 475783"/>
                  <a:gd name="connsiteX8" fmla="*/ 1680566 w 2303418"/>
                  <a:gd name="connsiteY8" fmla="*/ 474430 h 475783"/>
                  <a:gd name="connsiteX9" fmla="*/ 1591809 w 2303418"/>
                  <a:gd name="connsiteY9" fmla="*/ 475172 h 475783"/>
                  <a:gd name="connsiteX10" fmla="*/ 1502969 w 2303418"/>
                  <a:gd name="connsiteY10" fmla="*/ 475107 h 475783"/>
                  <a:gd name="connsiteX11" fmla="*/ 1415146 w 2303418"/>
                  <a:gd name="connsiteY11" fmla="*/ 471702 h 475783"/>
                  <a:gd name="connsiteX12" fmla="*/ 1327445 w 2303418"/>
                  <a:gd name="connsiteY12" fmla="*/ 466856 h 475783"/>
                  <a:gd name="connsiteX13" fmla="*/ 1239744 w 2303418"/>
                  <a:gd name="connsiteY13" fmla="*/ 460876 h 475783"/>
                  <a:gd name="connsiteX14" fmla="*/ 1238200 w 2303418"/>
                  <a:gd name="connsiteY14" fmla="*/ 460505 h 475783"/>
                  <a:gd name="connsiteX15" fmla="*/ 1153100 w 2303418"/>
                  <a:gd name="connsiteY15" fmla="*/ 412290 h 475783"/>
                  <a:gd name="connsiteX16" fmla="*/ 1152409 w 2303418"/>
                  <a:gd name="connsiteY16" fmla="*/ 411068 h 475783"/>
                  <a:gd name="connsiteX17" fmla="*/ 1162650 w 2303418"/>
                  <a:gd name="connsiteY17" fmla="*/ 373548 h 475783"/>
                  <a:gd name="connsiteX18" fmla="*/ 1079704 w 2303418"/>
                  <a:gd name="connsiteY18" fmla="*/ 312630 h 475783"/>
                  <a:gd name="connsiteX19" fmla="*/ 995335 w 2303418"/>
                  <a:gd name="connsiteY19" fmla="*/ 260945 h 475783"/>
                  <a:gd name="connsiteX20" fmla="*/ 909382 w 2303418"/>
                  <a:gd name="connsiteY20" fmla="*/ 206706 h 475783"/>
                  <a:gd name="connsiteX21" fmla="*/ 821315 w 2303418"/>
                  <a:gd name="connsiteY21" fmla="*/ 168138 h 475783"/>
                  <a:gd name="connsiteX22" fmla="*/ 730769 w 2303418"/>
                  <a:gd name="connsiteY22" fmla="*/ 156679 h 475783"/>
                  <a:gd name="connsiteX23" fmla="*/ 722885 w 2303418"/>
                  <a:gd name="connsiteY23" fmla="*/ 157531 h 475783"/>
                  <a:gd name="connsiteX24" fmla="*/ 721909 w 2303418"/>
                  <a:gd name="connsiteY24" fmla="*/ 157531 h 475783"/>
                  <a:gd name="connsiteX25" fmla="*/ 721259 w 2303418"/>
                  <a:gd name="connsiteY25" fmla="*/ 157487 h 475783"/>
                  <a:gd name="connsiteX26" fmla="*/ 641645 w 2303418"/>
                  <a:gd name="connsiteY26" fmla="*/ 146879 h 475783"/>
                  <a:gd name="connsiteX27" fmla="*/ 551912 w 2303418"/>
                  <a:gd name="connsiteY27" fmla="*/ 132648 h 475783"/>
                  <a:gd name="connsiteX28" fmla="*/ 459781 w 2303418"/>
                  <a:gd name="connsiteY28" fmla="*/ 124965 h 475783"/>
                  <a:gd name="connsiteX29" fmla="*/ 367813 w 2303418"/>
                  <a:gd name="connsiteY29" fmla="*/ 109774 h 475783"/>
                  <a:gd name="connsiteX30" fmla="*/ 276779 w 2303418"/>
                  <a:gd name="connsiteY30" fmla="*/ 86289 h 475783"/>
                  <a:gd name="connsiteX31" fmla="*/ 187046 w 2303418"/>
                  <a:gd name="connsiteY31" fmla="*/ 55535 h 475783"/>
                  <a:gd name="connsiteX32" fmla="*/ 98614 w 2303418"/>
                  <a:gd name="connsiteY32" fmla="*/ 23145 h 475783"/>
                  <a:gd name="connsiteX33" fmla="*/ 56551 w 2303418"/>
                  <a:gd name="connsiteY33" fmla="*/ 14305 h 475783"/>
                  <a:gd name="connsiteX34" fmla="*/ 1647 w 2303418"/>
                  <a:gd name="connsiteY34" fmla="*/ 2693 h 475783"/>
                  <a:gd name="connsiteX35" fmla="*/ 184 w 2303418"/>
                  <a:gd name="connsiteY35" fmla="*/ 882 h 475783"/>
                  <a:gd name="connsiteX36" fmla="*/ 3434 w 2303418"/>
                  <a:gd name="connsiteY36" fmla="*/ 96 h 475783"/>
                  <a:gd name="connsiteX37" fmla="*/ 100930 w 2303418"/>
                  <a:gd name="connsiteY37" fmla="*/ 20656 h 475783"/>
                  <a:gd name="connsiteX38" fmla="*/ 189809 w 2303418"/>
                  <a:gd name="connsiteY38" fmla="*/ 53222 h 475783"/>
                  <a:gd name="connsiteX39" fmla="*/ 279177 w 2303418"/>
                  <a:gd name="connsiteY39" fmla="*/ 83801 h 475783"/>
                  <a:gd name="connsiteX40" fmla="*/ 369601 w 2303418"/>
                  <a:gd name="connsiteY40" fmla="*/ 107133 h 475783"/>
                  <a:gd name="connsiteX41" fmla="*/ 460879 w 2303418"/>
                  <a:gd name="connsiteY41" fmla="*/ 122215 h 475783"/>
                  <a:gd name="connsiteX42" fmla="*/ 553009 w 2303418"/>
                  <a:gd name="connsiteY42" fmla="*/ 129942 h 475783"/>
                  <a:gd name="connsiteX43" fmla="*/ 642946 w 2303418"/>
                  <a:gd name="connsiteY43" fmla="*/ 144173 h 475783"/>
                  <a:gd name="connsiteX44" fmla="*/ 722397 w 2303418"/>
                  <a:gd name="connsiteY44" fmla="*/ 154781 h 475783"/>
                  <a:gd name="connsiteX45" fmla="*/ 730322 w 2303418"/>
                  <a:gd name="connsiteY45" fmla="*/ 153886 h 475783"/>
                  <a:gd name="connsiteX46" fmla="*/ 731338 w 2303418"/>
                  <a:gd name="connsiteY46" fmla="*/ 153886 h 475783"/>
                  <a:gd name="connsiteX47" fmla="*/ 822981 w 2303418"/>
                  <a:gd name="connsiteY47" fmla="*/ 165497 h 475783"/>
                  <a:gd name="connsiteX48" fmla="*/ 823956 w 2303418"/>
                  <a:gd name="connsiteY48" fmla="*/ 165759 h 475783"/>
                  <a:gd name="connsiteX49" fmla="*/ 912795 w 2303418"/>
                  <a:gd name="connsiteY49" fmla="*/ 204720 h 475783"/>
                  <a:gd name="connsiteX50" fmla="*/ 999074 w 2303418"/>
                  <a:gd name="connsiteY50" fmla="*/ 259133 h 475783"/>
                  <a:gd name="connsiteX51" fmla="*/ 1083605 w 2303418"/>
                  <a:gd name="connsiteY51" fmla="*/ 310884 h 475783"/>
                  <a:gd name="connsiteX52" fmla="*/ 1167283 w 2303418"/>
                  <a:gd name="connsiteY52" fmla="*/ 372369 h 475783"/>
                  <a:gd name="connsiteX53" fmla="*/ 1167771 w 2303418"/>
                  <a:gd name="connsiteY53" fmla="*/ 373439 h 475783"/>
                  <a:gd name="connsiteX54" fmla="*/ 1157570 w 2303418"/>
                  <a:gd name="connsiteY54" fmla="*/ 410849 h 475783"/>
                  <a:gd name="connsiteX55" fmla="*/ 1241167 w 2303418"/>
                  <a:gd name="connsiteY55" fmla="*/ 458213 h 475783"/>
                  <a:gd name="connsiteX56" fmla="*/ 1327974 w 2303418"/>
                  <a:gd name="connsiteY56" fmla="*/ 464084 h 475783"/>
                  <a:gd name="connsiteX57" fmla="*/ 1415512 w 2303418"/>
                  <a:gd name="connsiteY57" fmla="*/ 468930 h 475783"/>
                  <a:gd name="connsiteX58" fmla="*/ 1503051 w 2303418"/>
                  <a:gd name="connsiteY58" fmla="*/ 472400 h 475783"/>
                  <a:gd name="connsiteX59" fmla="*/ 1591646 w 2303418"/>
                  <a:gd name="connsiteY59" fmla="*/ 472400 h 475783"/>
                  <a:gd name="connsiteX60" fmla="*/ 1680404 w 2303418"/>
                  <a:gd name="connsiteY60" fmla="*/ 471658 h 475783"/>
                  <a:gd name="connsiteX61" fmla="*/ 1768918 w 2303418"/>
                  <a:gd name="connsiteY61" fmla="*/ 471244 h 475783"/>
                  <a:gd name="connsiteX62" fmla="*/ 1857269 w 2303418"/>
                  <a:gd name="connsiteY62" fmla="*/ 471244 h 475783"/>
                  <a:gd name="connsiteX63" fmla="*/ 1945580 w 2303418"/>
                  <a:gd name="connsiteY63" fmla="*/ 471767 h 475783"/>
                  <a:gd name="connsiteX64" fmla="*/ 2033972 w 2303418"/>
                  <a:gd name="connsiteY64" fmla="*/ 471353 h 475783"/>
                  <a:gd name="connsiteX65" fmla="*/ 2122648 w 2303418"/>
                  <a:gd name="connsiteY65" fmla="*/ 471680 h 475783"/>
                  <a:gd name="connsiteX66" fmla="*/ 2211528 w 2303418"/>
                  <a:gd name="connsiteY66" fmla="*/ 472750 h 475783"/>
                  <a:gd name="connsiteX67" fmla="*/ 2300936 w 2303418"/>
                  <a:gd name="connsiteY67" fmla="*/ 472968 h 475783"/>
                  <a:gd name="connsiteX68" fmla="*/ 2303415 w 2303418"/>
                  <a:gd name="connsiteY68" fmla="*/ 474408 h 475783"/>
                  <a:gd name="connsiteX69" fmla="*/ 2300936 w 2303418"/>
                  <a:gd name="connsiteY69" fmla="*/ 475783 h 475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303418" h="475783">
                    <a:moveTo>
                      <a:pt x="2301017" y="475718"/>
                    </a:moveTo>
                    <a:lnTo>
                      <a:pt x="2301017" y="475718"/>
                    </a:lnTo>
                    <a:lnTo>
                      <a:pt x="2211528" y="475500"/>
                    </a:lnTo>
                    <a:lnTo>
                      <a:pt x="2122648" y="474430"/>
                    </a:lnTo>
                    <a:lnTo>
                      <a:pt x="2034053" y="474059"/>
                    </a:lnTo>
                    <a:lnTo>
                      <a:pt x="1945661" y="474539"/>
                    </a:lnTo>
                    <a:lnTo>
                      <a:pt x="1857350" y="473994"/>
                    </a:lnTo>
                    <a:lnTo>
                      <a:pt x="1768999" y="473994"/>
                    </a:lnTo>
                    <a:lnTo>
                      <a:pt x="1680566" y="474430"/>
                    </a:lnTo>
                    <a:lnTo>
                      <a:pt x="1591809" y="475172"/>
                    </a:lnTo>
                    <a:lnTo>
                      <a:pt x="1502969" y="475107"/>
                    </a:lnTo>
                    <a:lnTo>
                      <a:pt x="1415146" y="471702"/>
                    </a:lnTo>
                    <a:lnTo>
                      <a:pt x="1327445" y="466856"/>
                    </a:lnTo>
                    <a:lnTo>
                      <a:pt x="1239744" y="460876"/>
                    </a:lnTo>
                    <a:cubicBezTo>
                      <a:pt x="1239175" y="460876"/>
                      <a:pt x="1238606" y="460723"/>
                      <a:pt x="1238200" y="460505"/>
                    </a:cubicBezTo>
                    <a:lnTo>
                      <a:pt x="1153100" y="412290"/>
                    </a:lnTo>
                    <a:cubicBezTo>
                      <a:pt x="1152571" y="411963"/>
                      <a:pt x="1152328" y="411482"/>
                      <a:pt x="1152409" y="411068"/>
                    </a:cubicBezTo>
                    <a:lnTo>
                      <a:pt x="1162650" y="373548"/>
                    </a:lnTo>
                    <a:lnTo>
                      <a:pt x="1079704" y="312630"/>
                    </a:lnTo>
                    <a:lnTo>
                      <a:pt x="995335" y="260945"/>
                    </a:lnTo>
                    <a:lnTo>
                      <a:pt x="909382" y="206706"/>
                    </a:lnTo>
                    <a:lnTo>
                      <a:pt x="821315" y="168138"/>
                    </a:lnTo>
                    <a:lnTo>
                      <a:pt x="730769" y="156679"/>
                    </a:lnTo>
                    <a:lnTo>
                      <a:pt x="722885" y="157531"/>
                    </a:lnTo>
                    <a:cubicBezTo>
                      <a:pt x="722600" y="157596"/>
                      <a:pt x="722234" y="157596"/>
                      <a:pt x="721909" y="157531"/>
                    </a:cubicBezTo>
                    <a:lnTo>
                      <a:pt x="721259" y="157487"/>
                    </a:lnTo>
                    <a:lnTo>
                      <a:pt x="641645" y="146879"/>
                    </a:lnTo>
                    <a:lnTo>
                      <a:pt x="551912" y="132648"/>
                    </a:lnTo>
                    <a:lnTo>
                      <a:pt x="459781" y="124965"/>
                    </a:lnTo>
                    <a:lnTo>
                      <a:pt x="367813" y="109774"/>
                    </a:lnTo>
                    <a:lnTo>
                      <a:pt x="276779" y="86289"/>
                    </a:lnTo>
                    <a:lnTo>
                      <a:pt x="187046" y="55535"/>
                    </a:lnTo>
                    <a:lnTo>
                      <a:pt x="98614" y="23145"/>
                    </a:lnTo>
                    <a:lnTo>
                      <a:pt x="56551" y="14305"/>
                    </a:lnTo>
                    <a:lnTo>
                      <a:pt x="1647" y="2693"/>
                    </a:lnTo>
                    <a:cubicBezTo>
                      <a:pt x="305" y="2431"/>
                      <a:pt x="-345" y="1624"/>
                      <a:pt x="184" y="882"/>
                    </a:cubicBezTo>
                    <a:cubicBezTo>
                      <a:pt x="671" y="183"/>
                      <a:pt x="2175" y="-188"/>
                      <a:pt x="3434" y="96"/>
                    </a:cubicBezTo>
                    <a:lnTo>
                      <a:pt x="100930" y="20656"/>
                    </a:lnTo>
                    <a:lnTo>
                      <a:pt x="189809" y="53222"/>
                    </a:lnTo>
                    <a:lnTo>
                      <a:pt x="279177" y="83801"/>
                    </a:lnTo>
                    <a:lnTo>
                      <a:pt x="369601" y="107133"/>
                    </a:lnTo>
                    <a:lnTo>
                      <a:pt x="460879" y="122215"/>
                    </a:lnTo>
                    <a:lnTo>
                      <a:pt x="553009" y="129942"/>
                    </a:lnTo>
                    <a:lnTo>
                      <a:pt x="642946" y="144173"/>
                    </a:lnTo>
                    <a:lnTo>
                      <a:pt x="722397" y="154781"/>
                    </a:lnTo>
                    <a:lnTo>
                      <a:pt x="730322" y="153886"/>
                    </a:lnTo>
                    <a:cubicBezTo>
                      <a:pt x="730647" y="153842"/>
                      <a:pt x="731013" y="153842"/>
                      <a:pt x="731338" y="153886"/>
                    </a:cubicBezTo>
                    <a:lnTo>
                      <a:pt x="822981" y="165497"/>
                    </a:lnTo>
                    <a:cubicBezTo>
                      <a:pt x="823347" y="165497"/>
                      <a:pt x="823672" y="165607"/>
                      <a:pt x="823956" y="165759"/>
                    </a:cubicBezTo>
                    <a:lnTo>
                      <a:pt x="912795" y="204720"/>
                    </a:lnTo>
                    <a:lnTo>
                      <a:pt x="999074" y="259133"/>
                    </a:lnTo>
                    <a:lnTo>
                      <a:pt x="1083605" y="310884"/>
                    </a:lnTo>
                    <a:lnTo>
                      <a:pt x="1167283" y="372369"/>
                    </a:lnTo>
                    <a:cubicBezTo>
                      <a:pt x="1167730" y="372697"/>
                      <a:pt x="1167893" y="373046"/>
                      <a:pt x="1167771" y="373439"/>
                    </a:cubicBezTo>
                    <a:lnTo>
                      <a:pt x="1157570" y="410849"/>
                    </a:lnTo>
                    <a:lnTo>
                      <a:pt x="1241167" y="458213"/>
                    </a:lnTo>
                    <a:lnTo>
                      <a:pt x="1327974" y="464084"/>
                    </a:lnTo>
                    <a:lnTo>
                      <a:pt x="1415512" y="468930"/>
                    </a:lnTo>
                    <a:lnTo>
                      <a:pt x="1503051" y="472400"/>
                    </a:lnTo>
                    <a:lnTo>
                      <a:pt x="1591646" y="472400"/>
                    </a:lnTo>
                    <a:lnTo>
                      <a:pt x="1680404" y="471658"/>
                    </a:lnTo>
                    <a:lnTo>
                      <a:pt x="1768918" y="471244"/>
                    </a:lnTo>
                    <a:lnTo>
                      <a:pt x="1857269" y="471244"/>
                    </a:lnTo>
                    <a:lnTo>
                      <a:pt x="1945580" y="471767"/>
                    </a:lnTo>
                    <a:lnTo>
                      <a:pt x="2033972" y="471353"/>
                    </a:lnTo>
                    <a:lnTo>
                      <a:pt x="2122648" y="471680"/>
                    </a:lnTo>
                    <a:lnTo>
                      <a:pt x="2211528" y="472750"/>
                    </a:lnTo>
                    <a:lnTo>
                      <a:pt x="2300936" y="472968"/>
                    </a:lnTo>
                    <a:cubicBezTo>
                      <a:pt x="2302318" y="472968"/>
                      <a:pt x="2303496" y="473601"/>
                      <a:pt x="2303415" y="474408"/>
                    </a:cubicBezTo>
                    <a:cubicBezTo>
                      <a:pt x="2303415" y="475150"/>
                      <a:pt x="2302318" y="475783"/>
                      <a:pt x="2300936" y="47578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39" name="Freeform: Shape 138">
                <a:extLst>
                  <a:ext uri="{FF2B5EF4-FFF2-40B4-BE49-F238E27FC236}">
                    <a16:creationId xmlns:a16="http://schemas.microsoft.com/office/drawing/2014/main" id="{837DCBF6-1D2C-4EF2-989E-460C4272BE2C}"/>
                  </a:ext>
                </a:extLst>
              </p:cNvPr>
              <p:cNvSpPr/>
              <p:nvPr/>
            </p:nvSpPr>
            <p:spPr>
              <a:xfrm>
                <a:off x="8258617" y="6115893"/>
                <a:ext cx="3933382" cy="27676"/>
              </a:xfrm>
              <a:custGeom>
                <a:avLst/>
                <a:gdLst>
                  <a:gd name="connsiteX0" fmla="*/ 3933383 w 3933382"/>
                  <a:gd name="connsiteY0" fmla="*/ 24817 h 27676"/>
                  <a:gd name="connsiteX1" fmla="*/ 1423172 w 3933382"/>
                  <a:gd name="connsiteY1" fmla="*/ 20670 h 27676"/>
                  <a:gd name="connsiteX2" fmla="*/ 1316817 w 3933382"/>
                  <a:gd name="connsiteY2" fmla="*/ 16348 h 27676"/>
                  <a:gd name="connsiteX3" fmla="*/ 1295197 w 3933382"/>
                  <a:gd name="connsiteY3" fmla="*/ 14318 h 27676"/>
                  <a:gd name="connsiteX4" fmla="*/ 1252322 w 3933382"/>
                  <a:gd name="connsiteY4" fmla="*/ 2183 h 27676"/>
                  <a:gd name="connsiteX5" fmla="*/ 1251224 w 3933382"/>
                  <a:gd name="connsiteY5" fmla="*/ 2030 h 27676"/>
                  <a:gd name="connsiteX6" fmla="*/ 2560 w 3933382"/>
                  <a:gd name="connsiteY6" fmla="*/ 0 h 27676"/>
                  <a:gd name="connsiteX7" fmla="*/ 2560 w 3933382"/>
                  <a:gd name="connsiteY7" fmla="*/ 0 h 27676"/>
                  <a:gd name="connsiteX8" fmla="*/ 0 w 3933382"/>
                  <a:gd name="connsiteY8" fmla="*/ 1441 h 27676"/>
                  <a:gd name="connsiteX9" fmla="*/ 2560 w 3933382"/>
                  <a:gd name="connsiteY9" fmla="*/ 2837 h 27676"/>
                  <a:gd name="connsiteX10" fmla="*/ 1250534 w 3933382"/>
                  <a:gd name="connsiteY10" fmla="*/ 4867 h 27676"/>
                  <a:gd name="connsiteX11" fmla="*/ 1293287 w 3933382"/>
                  <a:gd name="connsiteY11" fmla="*/ 16916 h 27676"/>
                  <a:gd name="connsiteX12" fmla="*/ 1293978 w 3933382"/>
                  <a:gd name="connsiteY12" fmla="*/ 17068 h 27676"/>
                  <a:gd name="connsiteX13" fmla="*/ 1316208 w 3933382"/>
                  <a:gd name="connsiteY13" fmla="*/ 19207 h 27676"/>
                  <a:gd name="connsiteX14" fmla="*/ 1422969 w 3933382"/>
                  <a:gd name="connsiteY14" fmla="*/ 23529 h 27676"/>
                  <a:gd name="connsiteX15" fmla="*/ 3933383 w 3933382"/>
                  <a:gd name="connsiteY15" fmla="*/ 27676 h 27676"/>
                  <a:gd name="connsiteX16" fmla="*/ 3933383 w 3933382"/>
                  <a:gd name="connsiteY16" fmla="*/ 24860 h 27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33382" h="27676">
                    <a:moveTo>
                      <a:pt x="3933383" y="24817"/>
                    </a:moveTo>
                    <a:lnTo>
                      <a:pt x="1423172" y="20670"/>
                    </a:lnTo>
                    <a:lnTo>
                      <a:pt x="1316817" y="16348"/>
                    </a:lnTo>
                    <a:lnTo>
                      <a:pt x="1295197" y="14318"/>
                    </a:lnTo>
                    <a:lnTo>
                      <a:pt x="1252322" y="2183"/>
                    </a:lnTo>
                    <a:cubicBezTo>
                      <a:pt x="1251915" y="2074"/>
                      <a:pt x="1251631" y="2030"/>
                      <a:pt x="1251224" y="2030"/>
                    </a:cubicBezTo>
                    <a:lnTo>
                      <a:pt x="2560" y="0"/>
                    </a:lnTo>
                    <a:lnTo>
                      <a:pt x="2560" y="0"/>
                    </a:lnTo>
                    <a:cubicBezTo>
                      <a:pt x="1179" y="0"/>
                      <a:pt x="0" y="655"/>
                      <a:pt x="0" y="1441"/>
                    </a:cubicBezTo>
                    <a:cubicBezTo>
                      <a:pt x="0" y="2183"/>
                      <a:pt x="1097" y="2837"/>
                      <a:pt x="2560" y="2837"/>
                    </a:cubicBezTo>
                    <a:lnTo>
                      <a:pt x="1250534" y="4867"/>
                    </a:lnTo>
                    <a:lnTo>
                      <a:pt x="1293287" y="16916"/>
                    </a:lnTo>
                    <a:cubicBezTo>
                      <a:pt x="1293287" y="16916"/>
                      <a:pt x="1293693" y="17025"/>
                      <a:pt x="1293978" y="17068"/>
                    </a:cubicBezTo>
                    <a:lnTo>
                      <a:pt x="1316208" y="19207"/>
                    </a:lnTo>
                    <a:lnTo>
                      <a:pt x="1422969" y="23529"/>
                    </a:lnTo>
                    <a:lnTo>
                      <a:pt x="3933383" y="27676"/>
                    </a:lnTo>
                    <a:lnTo>
                      <a:pt x="3933383" y="248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0" name="Freeform: Shape 139">
                <a:extLst>
                  <a:ext uri="{FF2B5EF4-FFF2-40B4-BE49-F238E27FC236}">
                    <a16:creationId xmlns:a16="http://schemas.microsoft.com/office/drawing/2014/main" id="{A3599C10-EA42-4F55-8127-12E4905DC007}"/>
                  </a:ext>
                </a:extLst>
              </p:cNvPr>
              <p:cNvSpPr/>
              <p:nvPr/>
            </p:nvSpPr>
            <p:spPr>
              <a:xfrm>
                <a:off x="8245733" y="6109913"/>
                <a:ext cx="3946306" cy="41710"/>
              </a:xfrm>
              <a:custGeom>
                <a:avLst/>
                <a:gdLst>
                  <a:gd name="connsiteX0" fmla="*/ 3946266 w 3946306"/>
                  <a:gd name="connsiteY0" fmla="*/ 38808 h 41710"/>
                  <a:gd name="connsiteX1" fmla="*/ 3856370 w 3946306"/>
                  <a:gd name="connsiteY1" fmla="*/ 24533 h 41710"/>
                  <a:gd name="connsiteX2" fmla="*/ 3855679 w 3946306"/>
                  <a:gd name="connsiteY2" fmla="*/ 24468 h 41710"/>
                  <a:gd name="connsiteX3" fmla="*/ 3749528 w 3946306"/>
                  <a:gd name="connsiteY3" fmla="*/ 24249 h 41710"/>
                  <a:gd name="connsiteX4" fmla="*/ 3711529 w 3946306"/>
                  <a:gd name="connsiteY4" fmla="*/ 18116 h 41710"/>
                  <a:gd name="connsiteX5" fmla="*/ 3710839 w 3946306"/>
                  <a:gd name="connsiteY5" fmla="*/ 18051 h 41710"/>
                  <a:gd name="connsiteX6" fmla="*/ 3677717 w 3946306"/>
                  <a:gd name="connsiteY6" fmla="*/ 18007 h 41710"/>
                  <a:gd name="connsiteX7" fmla="*/ 3640613 w 3946306"/>
                  <a:gd name="connsiteY7" fmla="*/ 11939 h 41710"/>
                  <a:gd name="connsiteX8" fmla="*/ 3639922 w 3946306"/>
                  <a:gd name="connsiteY8" fmla="*/ 11895 h 41710"/>
                  <a:gd name="connsiteX9" fmla="*/ 3568273 w 3946306"/>
                  <a:gd name="connsiteY9" fmla="*/ 11786 h 41710"/>
                  <a:gd name="connsiteX10" fmla="*/ 3532064 w 3946306"/>
                  <a:gd name="connsiteY10" fmla="*/ 5806 h 41710"/>
                  <a:gd name="connsiteX11" fmla="*/ 3531372 w 3946306"/>
                  <a:gd name="connsiteY11" fmla="*/ 5740 h 41710"/>
                  <a:gd name="connsiteX12" fmla="*/ 2905516 w 3946306"/>
                  <a:gd name="connsiteY12" fmla="*/ 4736 h 41710"/>
                  <a:gd name="connsiteX13" fmla="*/ 2801031 w 3946306"/>
                  <a:gd name="connsiteY13" fmla="*/ 3339 h 41710"/>
                  <a:gd name="connsiteX14" fmla="*/ 2696952 w 3946306"/>
                  <a:gd name="connsiteY14" fmla="*/ 4365 h 41710"/>
                  <a:gd name="connsiteX15" fmla="*/ 2560 w 3946306"/>
                  <a:gd name="connsiteY15" fmla="*/ 0 h 41710"/>
                  <a:gd name="connsiteX16" fmla="*/ 2479 w 3946306"/>
                  <a:gd name="connsiteY16" fmla="*/ 0 h 41710"/>
                  <a:gd name="connsiteX17" fmla="*/ 0 w 3946306"/>
                  <a:gd name="connsiteY17" fmla="*/ 1441 h 41710"/>
                  <a:gd name="connsiteX18" fmla="*/ 2479 w 3946306"/>
                  <a:gd name="connsiteY18" fmla="*/ 2816 h 41710"/>
                  <a:gd name="connsiteX19" fmla="*/ 2697074 w 3946306"/>
                  <a:gd name="connsiteY19" fmla="*/ 7181 h 41710"/>
                  <a:gd name="connsiteX20" fmla="*/ 2801031 w 3946306"/>
                  <a:gd name="connsiteY20" fmla="*/ 6177 h 41710"/>
                  <a:gd name="connsiteX21" fmla="*/ 2905435 w 3946306"/>
                  <a:gd name="connsiteY21" fmla="*/ 7508 h 41710"/>
                  <a:gd name="connsiteX22" fmla="*/ 3531007 w 3946306"/>
                  <a:gd name="connsiteY22" fmla="*/ 8512 h 41710"/>
                  <a:gd name="connsiteX23" fmla="*/ 3567217 w 3946306"/>
                  <a:gd name="connsiteY23" fmla="*/ 14536 h 41710"/>
                  <a:gd name="connsiteX24" fmla="*/ 3567907 w 3946306"/>
                  <a:gd name="connsiteY24" fmla="*/ 14580 h 41710"/>
                  <a:gd name="connsiteX25" fmla="*/ 3639556 w 3946306"/>
                  <a:gd name="connsiteY25" fmla="*/ 14689 h 41710"/>
                  <a:gd name="connsiteX26" fmla="*/ 3676660 w 3946306"/>
                  <a:gd name="connsiteY26" fmla="*/ 20757 h 41710"/>
                  <a:gd name="connsiteX27" fmla="*/ 3677433 w 3946306"/>
                  <a:gd name="connsiteY27" fmla="*/ 20801 h 41710"/>
                  <a:gd name="connsiteX28" fmla="*/ 3710473 w 3946306"/>
                  <a:gd name="connsiteY28" fmla="*/ 20866 h 41710"/>
                  <a:gd name="connsiteX29" fmla="*/ 3748472 w 3946306"/>
                  <a:gd name="connsiteY29" fmla="*/ 26999 h 41710"/>
                  <a:gd name="connsiteX30" fmla="*/ 3749162 w 3946306"/>
                  <a:gd name="connsiteY30" fmla="*/ 27065 h 41710"/>
                  <a:gd name="connsiteX31" fmla="*/ 3855314 w 3946306"/>
                  <a:gd name="connsiteY31" fmla="*/ 27218 h 41710"/>
                  <a:gd name="connsiteX32" fmla="*/ 3946307 w 3946306"/>
                  <a:gd name="connsiteY32" fmla="*/ 41710 h 41710"/>
                  <a:gd name="connsiteX33" fmla="*/ 3946307 w 3946306"/>
                  <a:gd name="connsiteY33" fmla="*/ 38786 h 4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946306" h="41710">
                    <a:moveTo>
                      <a:pt x="3946266" y="38808"/>
                    </a:moveTo>
                    <a:lnTo>
                      <a:pt x="3856370" y="24533"/>
                    </a:lnTo>
                    <a:cubicBezTo>
                      <a:pt x="3856370" y="24533"/>
                      <a:pt x="3855883" y="24468"/>
                      <a:pt x="3855679" y="24468"/>
                    </a:cubicBezTo>
                    <a:lnTo>
                      <a:pt x="3749528" y="24249"/>
                    </a:lnTo>
                    <a:lnTo>
                      <a:pt x="3711529" y="18116"/>
                    </a:lnTo>
                    <a:cubicBezTo>
                      <a:pt x="3711326" y="18051"/>
                      <a:pt x="3711042" y="18051"/>
                      <a:pt x="3710839" y="18051"/>
                    </a:cubicBezTo>
                    <a:lnTo>
                      <a:pt x="3677717" y="18007"/>
                    </a:lnTo>
                    <a:lnTo>
                      <a:pt x="3640613" y="11939"/>
                    </a:lnTo>
                    <a:cubicBezTo>
                      <a:pt x="3640328" y="11895"/>
                      <a:pt x="3640125" y="11895"/>
                      <a:pt x="3639922" y="11895"/>
                    </a:cubicBezTo>
                    <a:lnTo>
                      <a:pt x="3568273" y="11786"/>
                    </a:lnTo>
                    <a:lnTo>
                      <a:pt x="3532064" y="5806"/>
                    </a:lnTo>
                    <a:cubicBezTo>
                      <a:pt x="3532064" y="5806"/>
                      <a:pt x="3531575" y="5740"/>
                      <a:pt x="3531372" y="5740"/>
                    </a:cubicBezTo>
                    <a:lnTo>
                      <a:pt x="2905516" y="4736"/>
                    </a:lnTo>
                    <a:lnTo>
                      <a:pt x="2801031" y="3339"/>
                    </a:lnTo>
                    <a:lnTo>
                      <a:pt x="2696952" y="4365"/>
                    </a:lnTo>
                    <a:lnTo>
                      <a:pt x="2560" y="0"/>
                    </a:lnTo>
                    <a:lnTo>
                      <a:pt x="2479" y="0"/>
                    </a:lnTo>
                    <a:cubicBezTo>
                      <a:pt x="1097" y="0"/>
                      <a:pt x="0" y="633"/>
                      <a:pt x="0" y="1441"/>
                    </a:cubicBezTo>
                    <a:cubicBezTo>
                      <a:pt x="0" y="2183"/>
                      <a:pt x="1097" y="2816"/>
                      <a:pt x="2479" y="2816"/>
                    </a:cubicBezTo>
                    <a:lnTo>
                      <a:pt x="2697074" y="7181"/>
                    </a:lnTo>
                    <a:lnTo>
                      <a:pt x="2801031" y="6177"/>
                    </a:lnTo>
                    <a:lnTo>
                      <a:pt x="2905435" y="7508"/>
                    </a:lnTo>
                    <a:lnTo>
                      <a:pt x="3531007" y="8512"/>
                    </a:lnTo>
                    <a:lnTo>
                      <a:pt x="3567217" y="14536"/>
                    </a:lnTo>
                    <a:cubicBezTo>
                      <a:pt x="3567217" y="14536"/>
                      <a:pt x="3567624" y="14580"/>
                      <a:pt x="3567907" y="14580"/>
                    </a:cubicBezTo>
                    <a:lnTo>
                      <a:pt x="3639556" y="14689"/>
                    </a:lnTo>
                    <a:lnTo>
                      <a:pt x="3676660" y="20757"/>
                    </a:lnTo>
                    <a:cubicBezTo>
                      <a:pt x="3676945" y="20757"/>
                      <a:pt x="3677148" y="20801"/>
                      <a:pt x="3677433" y="20801"/>
                    </a:cubicBezTo>
                    <a:lnTo>
                      <a:pt x="3710473" y="20866"/>
                    </a:lnTo>
                    <a:lnTo>
                      <a:pt x="3748472" y="26999"/>
                    </a:lnTo>
                    <a:cubicBezTo>
                      <a:pt x="3748472" y="26999"/>
                      <a:pt x="3748959" y="27065"/>
                      <a:pt x="3749162" y="27065"/>
                    </a:cubicBezTo>
                    <a:lnTo>
                      <a:pt x="3855314" y="27218"/>
                    </a:lnTo>
                    <a:lnTo>
                      <a:pt x="3946307" y="41710"/>
                    </a:lnTo>
                    <a:lnTo>
                      <a:pt x="3946307" y="3878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1" name="Freeform: Shape 140">
                <a:extLst>
                  <a:ext uri="{FF2B5EF4-FFF2-40B4-BE49-F238E27FC236}">
                    <a16:creationId xmlns:a16="http://schemas.microsoft.com/office/drawing/2014/main" id="{F93763E2-5819-420D-852E-5F0A0E837A4C}"/>
                  </a:ext>
                </a:extLst>
              </p:cNvPr>
              <p:cNvSpPr/>
              <p:nvPr/>
            </p:nvSpPr>
            <p:spPr>
              <a:xfrm>
                <a:off x="8232892" y="6104063"/>
                <a:ext cx="3959148" cy="64933"/>
              </a:xfrm>
              <a:custGeom>
                <a:avLst/>
                <a:gdLst>
                  <a:gd name="connsiteX0" fmla="*/ 3959108 w 3959148"/>
                  <a:gd name="connsiteY0" fmla="*/ 61966 h 64933"/>
                  <a:gd name="connsiteX1" fmla="*/ 3762654 w 3959148"/>
                  <a:gd name="connsiteY1" fmla="*/ 30142 h 64933"/>
                  <a:gd name="connsiteX2" fmla="*/ 3761963 w 3959148"/>
                  <a:gd name="connsiteY2" fmla="*/ 30077 h 64933"/>
                  <a:gd name="connsiteX3" fmla="*/ 3728639 w 3959148"/>
                  <a:gd name="connsiteY3" fmla="*/ 30033 h 64933"/>
                  <a:gd name="connsiteX4" fmla="*/ 3690925 w 3959148"/>
                  <a:gd name="connsiteY4" fmla="*/ 23900 h 64933"/>
                  <a:gd name="connsiteX5" fmla="*/ 3690234 w 3959148"/>
                  <a:gd name="connsiteY5" fmla="*/ 23856 h 64933"/>
                  <a:gd name="connsiteX6" fmla="*/ 3618220 w 3959148"/>
                  <a:gd name="connsiteY6" fmla="*/ 23747 h 64933"/>
                  <a:gd name="connsiteX7" fmla="*/ 3581400 w 3959148"/>
                  <a:gd name="connsiteY7" fmla="*/ 17680 h 64933"/>
                  <a:gd name="connsiteX8" fmla="*/ 3580709 w 3959148"/>
                  <a:gd name="connsiteY8" fmla="*/ 17636 h 64933"/>
                  <a:gd name="connsiteX9" fmla="*/ 3475940 w 3959148"/>
                  <a:gd name="connsiteY9" fmla="*/ 17483 h 64933"/>
                  <a:gd name="connsiteX10" fmla="*/ 3405103 w 3959148"/>
                  <a:gd name="connsiteY10" fmla="*/ 5544 h 64933"/>
                  <a:gd name="connsiteX11" fmla="*/ 3404413 w 3959148"/>
                  <a:gd name="connsiteY11" fmla="*/ 5478 h 64933"/>
                  <a:gd name="connsiteX12" fmla="*/ 2886497 w 3959148"/>
                  <a:gd name="connsiteY12" fmla="*/ 4627 h 64933"/>
                  <a:gd name="connsiteX13" fmla="*/ 2782621 w 3959148"/>
                  <a:gd name="connsiteY13" fmla="*/ 1593 h 64933"/>
                  <a:gd name="connsiteX14" fmla="*/ 2679314 w 3959148"/>
                  <a:gd name="connsiteY14" fmla="*/ 4322 h 64933"/>
                  <a:gd name="connsiteX15" fmla="*/ 2601 w 3959148"/>
                  <a:gd name="connsiteY15" fmla="*/ 0 h 64933"/>
                  <a:gd name="connsiteX16" fmla="*/ 2601 w 3959148"/>
                  <a:gd name="connsiteY16" fmla="*/ 0 h 64933"/>
                  <a:gd name="connsiteX17" fmla="*/ 0 w 3959148"/>
                  <a:gd name="connsiteY17" fmla="*/ 1441 h 64933"/>
                  <a:gd name="connsiteX18" fmla="*/ 2601 w 3959148"/>
                  <a:gd name="connsiteY18" fmla="*/ 2816 h 64933"/>
                  <a:gd name="connsiteX19" fmla="*/ 2679436 w 3959148"/>
                  <a:gd name="connsiteY19" fmla="*/ 7137 h 64933"/>
                  <a:gd name="connsiteX20" fmla="*/ 2782621 w 3959148"/>
                  <a:gd name="connsiteY20" fmla="*/ 4431 h 64933"/>
                  <a:gd name="connsiteX21" fmla="*/ 2886293 w 3959148"/>
                  <a:gd name="connsiteY21" fmla="*/ 7465 h 64933"/>
                  <a:gd name="connsiteX22" fmla="*/ 3404006 w 3959148"/>
                  <a:gd name="connsiteY22" fmla="*/ 8316 h 64933"/>
                  <a:gd name="connsiteX23" fmla="*/ 3474842 w 3959148"/>
                  <a:gd name="connsiteY23" fmla="*/ 20211 h 64933"/>
                  <a:gd name="connsiteX24" fmla="*/ 3475533 w 3959148"/>
                  <a:gd name="connsiteY24" fmla="*/ 20255 h 64933"/>
                  <a:gd name="connsiteX25" fmla="*/ 3580303 w 3959148"/>
                  <a:gd name="connsiteY25" fmla="*/ 20473 h 64933"/>
                  <a:gd name="connsiteX26" fmla="*/ 3617123 w 3959148"/>
                  <a:gd name="connsiteY26" fmla="*/ 26497 h 64933"/>
                  <a:gd name="connsiteX27" fmla="*/ 3617813 w 3959148"/>
                  <a:gd name="connsiteY27" fmla="*/ 26563 h 64933"/>
                  <a:gd name="connsiteX28" fmla="*/ 3689827 w 3959148"/>
                  <a:gd name="connsiteY28" fmla="*/ 26716 h 64933"/>
                  <a:gd name="connsiteX29" fmla="*/ 3727541 w 3959148"/>
                  <a:gd name="connsiteY29" fmla="*/ 32849 h 64933"/>
                  <a:gd name="connsiteX30" fmla="*/ 3728232 w 3959148"/>
                  <a:gd name="connsiteY30" fmla="*/ 32893 h 64933"/>
                  <a:gd name="connsiteX31" fmla="*/ 3761597 w 3959148"/>
                  <a:gd name="connsiteY31" fmla="*/ 32958 h 64933"/>
                  <a:gd name="connsiteX32" fmla="*/ 3959149 w 3959148"/>
                  <a:gd name="connsiteY32" fmla="*/ 64934 h 64933"/>
                  <a:gd name="connsiteX33" fmla="*/ 3959149 w 3959148"/>
                  <a:gd name="connsiteY33" fmla="*/ 62009 h 6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959148" h="64933">
                    <a:moveTo>
                      <a:pt x="3959108" y="61966"/>
                    </a:moveTo>
                    <a:lnTo>
                      <a:pt x="3762654" y="30142"/>
                    </a:lnTo>
                    <a:cubicBezTo>
                      <a:pt x="3762654" y="30142"/>
                      <a:pt x="3762248" y="30077"/>
                      <a:pt x="3761963" y="30077"/>
                    </a:cubicBezTo>
                    <a:lnTo>
                      <a:pt x="3728639" y="30033"/>
                    </a:lnTo>
                    <a:lnTo>
                      <a:pt x="3690925" y="23900"/>
                    </a:lnTo>
                    <a:cubicBezTo>
                      <a:pt x="3690925" y="23900"/>
                      <a:pt x="3690437" y="23856"/>
                      <a:pt x="3690234" y="23856"/>
                    </a:cubicBezTo>
                    <a:lnTo>
                      <a:pt x="3618220" y="23747"/>
                    </a:lnTo>
                    <a:lnTo>
                      <a:pt x="3581400" y="17680"/>
                    </a:lnTo>
                    <a:cubicBezTo>
                      <a:pt x="3581400" y="17680"/>
                      <a:pt x="3580912" y="17636"/>
                      <a:pt x="3580709" y="17636"/>
                    </a:cubicBezTo>
                    <a:lnTo>
                      <a:pt x="3475940" y="17483"/>
                    </a:lnTo>
                    <a:lnTo>
                      <a:pt x="3405103" y="5544"/>
                    </a:lnTo>
                    <a:cubicBezTo>
                      <a:pt x="3405103" y="5544"/>
                      <a:pt x="3404616" y="5478"/>
                      <a:pt x="3404413" y="5478"/>
                    </a:cubicBezTo>
                    <a:lnTo>
                      <a:pt x="2886497" y="4627"/>
                    </a:lnTo>
                    <a:lnTo>
                      <a:pt x="2782621" y="1593"/>
                    </a:lnTo>
                    <a:lnTo>
                      <a:pt x="2679314" y="4322"/>
                    </a:lnTo>
                    <a:lnTo>
                      <a:pt x="2601" y="0"/>
                    </a:lnTo>
                    <a:lnTo>
                      <a:pt x="2601" y="0"/>
                    </a:lnTo>
                    <a:cubicBezTo>
                      <a:pt x="1219" y="0"/>
                      <a:pt x="0" y="633"/>
                      <a:pt x="0" y="1441"/>
                    </a:cubicBezTo>
                    <a:cubicBezTo>
                      <a:pt x="0" y="2183"/>
                      <a:pt x="1178" y="2816"/>
                      <a:pt x="2601" y="2816"/>
                    </a:cubicBezTo>
                    <a:lnTo>
                      <a:pt x="2679436" y="7137"/>
                    </a:lnTo>
                    <a:lnTo>
                      <a:pt x="2782621" y="4431"/>
                    </a:lnTo>
                    <a:lnTo>
                      <a:pt x="2886293" y="7465"/>
                    </a:lnTo>
                    <a:lnTo>
                      <a:pt x="3404006" y="8316"/>
                    </a:lnTo>
                    <a:lnTo>
                      <a:pt x="3474842" y="20211"/>
                    </a:lnTo>
                    <a:cubicBezTo>
                      <a:pt x="3474842" y="20211"/>
                      <a:pt x="3475329" y="20255"/>
                      <a:pt x="3475533" y="20255"/>
                    </a:cubicBezTo>
                    <a:lnTo>
                      <a:pt x="3580303" y="20473"/>
                    </a:lnTo>
                    <a:lnTo>
                      <a:pt x="3617123" y="26497"/>
                    </a:lnTo>
                    <a:cubicBezTo>
                      <a:pt x="3617123" y="26497"/>
                      <a:pt x="3617529" y="26563"/>
                      <a:pt x="3617813" y="26563"/>
                    </a:cubicBezTo>
                    <a:lnTo>
                      <a:pt x="3689827" y="26716"/>
                    </a:lnTo>
                    <a:lnTo>
                      <a:pt x="3727541" y="32849"/>
                    </a:lnTo>
                    <a:cubicBezTo>
                      <a:pt x="3727541" y="32849"/>
                      <a:pt x="3727948" y="32893"/>
                      <a:pt x="3728232" y="32893"/>
                    </a:cubicBezTo>
                    <a:lnTo>
                      <a:pt x="3761597" y="32958"/>
                    </a:lnTo>
                    <a:lnTo>
                      <a:pt x="3959149" y="64934"/>
                    </a:lnTo>
                    <a:lnTo>
                      <a:pt x="3959149" y="6200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2" name="Freeform: Shape 141">
                <a:extLst>
                  <a:ext uri="{FF2B5EF4-FFF2-40B4-BE49-F238E27FC236}">
                    <a16:creationId xmlns:a16="http://schemas.microsoft.com/office/drawing/2014/main" id="{7E08A87F-3F9E-4808-9BE1-62ABFD5CFB1D}"/>
                  </a:ext>
                </a:extLst>
              </p:cNvPr>
              <p:cNvSpPr/>
              <p:nvPr/>
            </p:nvSpPr>
            <p:spPr>
              <a:xfrm>
                <a:off x="3157670" y="5918503"/>
                <a:ext cx="287969" cy="16950"/>
              </a:xfrm>
              <a:custGeom>
                <a:avLst/>
                <a:gdLst>
                  <a:gd name="connsiteX0" fmla="*/ 285513 w 287969"/>
                  <a:gd name="connsiteY0" fmla="*/ 16950 h 16950"/>
                  <a:gd name="connsiteX1" fmla="*/ 285269 w 287969"/>
                  <a:gd name="connsiteY1" fmla="*/ 16950 h 16950"/>
                  <a:gd name="connsiteX2" fmla="*/ 194764 w 287969"/>
                  <a:gd name="connsiteY2" fmla="*/ 12039 h 16950"/>
                  <a:gd name="connsiteX3" fmla="*/ 185620 w 287969"/>
                  <a:gd name="connsiteY3" fmla="*/ 10926 h 16950"/>
                  <a:gd name="connsiteX4" fmla="*/ 179321 w 287969"/>
                  <a:gd name="connsiteY4" fmla="*/ 10555 h 16950"/>
                  <a:gd name="connsiteX5" fmla="*/ 176598 w 287969"/>
                  <a:gd name="connsiteY5" fmla="*/ 10970 h 16950"/>
                  <a:gd name="connsiteX6" fmla="*/ 172371 w 287969"/>
                  <a:gd name="connsiteY6" fmla="*/ 11188 h 16950"/>
                  <a:gd name="connsiteX7" fmla="*/ 171599 w 287969"/>
                  <a:gd name="connsiteY7" fmla="*/ 11145 h 16950"/>
                  <a:gd name="connsiteX8" fmla="*/ 155018 w 287969"/>
                  <a:gd name="connsiteY8" fmla="*/ 9071 h 16950"/>
                  <a:gd name="connsiteX9" fmla="*/ 104340 w 287969"/>
                  <a:gd name="connsiteY9" fmla="*/ 9137 h 16950"/>
                  <a:gd name="connsiteX10" fmla="*/ 2252 w 287969"/>
                  <a:gd name="connsiteY10" fmla="*/ 2785 h 16950"/>
                  <a:gd name="connsiteX11" fmla="*/ 17 w 287969"/>
                  <a:gd name="connsiteY11" fmla="*/ 1235 h 16950"/>
                  <a:gd name="connsiteX12" fmla="*/ 2862 w 287969"/>
                  <a:gd name="connsiteY12" fmla="*/ 13 h 16950"/>
                  <a:gd name="connsiteX13" fmla="*/ 104665 w 287969"/>
                  <a:gd name="connsiteY13" fmla="*/ 6299 h 16950"/>
                  <a:gd name="connsiteX14" fmla="*/ 155546 w 287969"/>
                  <a:gd name="connsiteY14" fmla="*/ 6299 h 16950"/>
                  <a:gd name="connsiteX15" fmla="*/ 172331 w 287969"/>
                  <a:gd name="connsiteY15" fmla="*/ 8373 h 16950"/>
                  <a:gd name="connsiteX16" fmla="*/ 175744 w 287969"/>
                  <a:gd name="connsiteY16" fmla="*/ 8220 h 16950"/>
                  <a:gd name="connsiteX17" fmla="*/ 178467 w 287969"/>
                  <a:gd name="connsiteY17" fmla="*/ 7783 h 16950"/>
                  <a:gd name="connsiteX18" fmla="*/ 179402 w 287969"/>
                  <a:gd name="connsiteY18" fmla="*/ 7740 h 16950"/>
                  <a:gd name="connsiteX19" fmla="*/ 186392 w 287969"/>
                  <a:gd name="connsiteY19" fmla="*/ 8154 h 16950"/>
                  <a:gd name="connsiteX20" fmla="*/ 195496 w 287969"/>
                  <a:gd name="connsiteY20" fmla="*/ 9268 h 16950"/>
                  <a:gd name="connsiteX21" fmla="*/ 285676 w 287969"/>
                  <a:gd name="connsiteY21" fmla="*/ 14178 h 16950"/>
                  <a:gd name="connsiteX22" fmla="*/ 287952 w 287969"/>
                  <a:gd name="connsiteY22" fmla="*/ 15663 h 16950"/>
                  <a:gd name="connsiteX23" fmla="*/ 285432 w 287969"/>
                  <a:gd name="connsiteY23" fmla="*/ 16950 h 1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7969" h="16950">
                    <a:moveTo>
                      <a:pt x="285513" y="16950"/>
                    </a:moveTo>
                    <a:lnTo>
                      <a:pt x="285269" y="16950"/>
                    </a:lnTo>
                    <a:lnTo>
                      <a:pt x="194764" y="12039"/>
                    </a:lnTo>
                    <a:lnTo>
                      <a:pt x="185620" y="10926"/>
                    </a:lnTo>
                    <a:lnTo>
                      <a:pt x="179321" y="10555"/>
                    </a:lnTo>
                    <a:lnTo>
                      <a:pt x="176598" y="10970"/>
                    </a:lnTo>
                    <a:lnTo>
                      <a:pt x="172371" y="11188"/>
                    </a:lnTo>
                    <a:cubicBezTo>
                      <a:pt x="172087" y="11188"/>
                      <a:pt x="171843" y="11188"/>
                      <a:pt x="171599" y="11145"/>
                    </a:cubicBezTo>
                    <a:lnTo>
                      <a:pt x="155018" y="9071"/>
                    </a:lnTo>
                    <a:lnTo>
                      <a:pt x="104340" y="9137"/>
                    </a:lnTo>
                    <a:lnTo>
                      <a:pt x="2252" y="2785"/>
                    </a:lnTo>
                    <a:cubicBezTo>
                      <a:pt x="871" y="2741"/>
                      <a:pt x="-145" y="2043"/>
                      <a:pt x="17" y="1235"/>
                    </a:cubicBezTo>
                    <a:cubicBezTo>
                      <a:pt x="139" y="493"/>
                      <a:pt x="1399" y="-96"/>
                      <a:pt x="2862" y="13"/>
                    </a:cubicBezTo>
                    <a:lnTo>
                      <a:pt x="104665" y="6299"/>
                    </a:lnTo>
                    <a:lnTo>
                      <a:pt x="155546" y="6299"/>
                    </a:lnTo>
                    <a:lnTo>
                      <a:pt x="172331" y="8373"/>
                    </a:lnTo>
                    <a:lnTo>
                      <a:pt x="175744" y="8220"/>
                    </a:lnTo>
                    <a:lnTo>
                      <a:pt x="178467" y="7783"/>
                    </a:lnTo>
                    <a:cubicBezTo>
                      <a:pt x="178752" y="7740"/>
                      <a:pt x="179118" y="7740"/>
                      <a:pt x="179402" y="7740"/>
                    </a:cubicBezTo>
                    <a:lnTo>
                      <a:pt x="186392" y="8154"/>
                    </a:lnTo>
                    <a:lnTo>
                      <a:pt x="195496" y="9268"/>
                    </a:lnTo>
                    <a:lnTo>
                      <a:pt x="285676" y="14178"/>
                    </a:lnTo>
                    <a:cubicBezTo>
                      <a:pt x="287139" y="14222"/>
                      <a:pt x="288114" y="14921"/>
                      <a:pt x="287952" y="15663"/>
                    </a:cubicBezTo>
                    <a:cubicBezTo>
                      <a:pt x="287870" y="16405"/>
                      <a:pt x="286692" y="16950"/>
                      <a:pt x="285432" y="1695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3" name="Freeform: Shape 142">
                <a:extLst>
                  <a:ext uri="{FF2B5EF4-FFF2-40B4-BE49-F238E27FC236}">
                    <a16:creationId xmlns:a16="http://schemas.microsoft.com/office/drawing/2014/main" id="{6FAE57CF-61BD-4CE2-827E-4786E099B411}"/>
                  </a:ext>
                </a:extLst>
              </p:cNvPr>
              <p:cNvSpPr/>
              <p:nvPr/>
            </p:nvSpPr>
            <p:spPr>
              <a:xfrm>
                <a:off x="8220293" y="6098235"/>
                <a:ext cx="3971706" cy="76305"/>
              </a:xfrm>
              <a:custGeom>
                <a:avLst/>
                <a:gdLst>
                  <a:gd name="connsiteX0" fmla="*/ 3971707 w 3971706"/>
                  <a:gd name="connsiteY0" fmla="*/ 73446 h 76305"/>
                  <a:gd name="connsiteX1" fmla="*/ 3741522 w 3971706"/>
                  <a:gd name="connsiteY1" fmla="*/ 35926 h 76305"/>
                  <a:gd name="connsiteX2" fmla="*/ 3740831 w 3971706"/>
                  <a:gd name="connsiteY2" fmla="*/ 35883 h 76305"/>
                  <a:gd name="connsiteX3" fmla="*/ 3668330 w 3971706"/>
                  <a:gd name="connsiteY3" fmla="*/ 35774 h 76305"/>
                  <a:gd name="connsiteX4" fmla="*/ 3631103 w 3971706"/>
                  <a:gd name="connsiteY4" fmla="*/ 29640 h 76305"/>
                  <a:gd name="connsiteX5" fmla="*/ 3630412 w 3971706"/>
                  <a:gd name="connsiteY5" fmla="*/ 29575 h 76305"/>
                  <a:gd name="connsiteX6" fmla="*/ 3524952 w 3971706"/>
                  <a:gd name="connsiteY6" fmla="*/ 29357 h 76305"/>
                  <a:gd name="connsiteX7" fmla="*/ 3488944 w 3971706"/>
                  <a:gd name="connsiteY7" fmla="*/ 23333 h 76305"/>
                  <a:gd name="connsiteX8" fmla="*/ 3488132 w 3971706"/>
                  <a:gd name="connsiteY8" fmla="*/ 23289 h 76305"/>
                  <a:gd name="connsiteX9" fmla="*/ 1707450 w 3971706"/>
                  <a:gd name="connsiteY9" fmla="*/ 20364 h 76305"/>
                  <a:gd name="connsiteX10" fmla="*/ 1636979 w 3971706"/>
                  <a:gd name="connsiteY10" fmla="*/ 2728 h 76305"/>
                  <a:gd name="connsiteX11" fmla="*/ 1636004 w 3971706"/>
                  <a:gd name="connsiteY11" fmla="*/ 2619 h 76305"/>
                  <a:gd name="connsiteX12" fmla="*/ 2560 w 3971706"/>
                  <a:gd name="connsiteY12" fmla="*/ 0 h 76305"/>
                  <a:gd name="connsiteX13" fmla="*/ 2560 w 3971706"/>
                  <a:gd name="connsiteY13" fmla="*/ 0 h 76305"/>
                  <a:gd name="connsiteX14" fmla="*/ 0 w 3971706"/>
                  <a:gd name="connsiteY14" fmla="*/ 1441 h 76305"/>
                  <a:gd name="connsiteX15" fmla="*/ 2560 w 3971706"/>
                  <a:gd name="connsiteY15" fmla="*/ 2816 h 76305"/>
                  <a:gd name="connsiteX16" fmla="*/ 1635395 w 3971706"/>
                  <a:gd name="connsiteY16" fmla="*/ 5413 h 76305"/>
                  <a:gd name="connsiteX17" fmla="*/ 1705823 w 3971706"/>
                  <a:gd name="connsiteY17" fmla="*/ 23049 h 76305"/>
                  <a:gd name="connsiteX18" fmla="*/ 1706921 w 3971706"/>
                  <a:gd name="connsiteY18" fmla="*/ 23158 h 76305"/>
                  <a:gd name="connsiteX19" fmla="*/ 3487684 w 3971706"/>
                  <a:gd name="connsiteY19" fmla="*/ 26039 h 76305"/>
                  <a:gd name="connsiteX20" fmla="*/ 3523814 w 3971706"/>
                  <a:gd name="connsiteY20" fmla="*/ 32107 h 76305"/>
                  <a:gd name="connsiteX21" fmla="*/ 3524504 w 3971706"/>
                  <a:gd name="connsiteY21" fmla="*/ 32151 h 76305"/>
                  <a:gd name="connsiteX22" fmla="*/ 3629965 w 3971706"/>
                  <a:gd name="connsiteY22" fmla="*/ 32303 h 76305"/>
                  <a:gd name="connsiteX23" fmla="*/ 3667151 w 3971706"/>
                  <a:gd name="connsiteY23" fmla="*/ 38480 h 76305"/>
                  <a:gd name="connsiteX24" fmla="*/ 3667841 w 3971706"/>
                  <a:gd name="connsiteY24" fmla="*/ 38524 h 76305"/>
                  <a:gd name="connsiteX25" fmla="*/ 3740344 w 3971706"/>
                  <a:gd name="connsiteY25" fmla="*/ 38633 h 76305"/>
                  <a:gd name="connsiteX26" fmla="*/ 3971625 w 3971706"/>
                  <a:gd name="connsiteY26" fmla="*/ 76306 h 76305"/>
                  <a:gd name="connsiteX27" fmla="*/ 3971625 w 3971706"/>
                  <a:gd name="connsiteY27" fmla="*/ 73381 h 76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971706" h="76305">
                    <a:moveTo>
                      <a:pt x="3971707" y="73446"/>
                    </a:moveTo>
                    <a:lnTo>
                      <a:pt x="3741522" y="35926"/>
                    </a:lnTo>
                    <a:cubicBezTo>
                      <a:pt x="3741522" y="35926"/>
                      <a:pt x="3741034" y="35883"/>
                      <a:pt x="3740831" y="35883"/>
                    </a:cubicBezTo>
                    <a:lnTo>
                      <a:pt x="3668330" y="35774"/>
                    </a:lnTo>
                    <a:lnTo>
                      <a:pt x="3631103" y="29640"/>
                    </a:lnTo>
                    <a:cubicBezTo>
                      <a:pt x="3631103" y="29640"/>
                      <a:pt x="3630616" y="29575"/>
                      <a:pt x="3630412" y="29575"/>
                    </a:cubicBezTo>
                    <a:lnTo>
                      <a:pt x="3524952" y="29357"/>
                    </a:lnTo>
                    <a:lnTo>
                      <a:pt x="3488944" y="23333"/>
                    </a:lnTo>
                    <a:cubicBezTo>
                      <a:pt x="3488659" y="23289"/>
                      <a:pt x="3488457" y="23289"/>
                      <a:pt x="3488132" y="23289"/>
                    </a:cubicBezTo>
                    <a:lnTo>
                      <a:pt x="1707450" y="20364"/>
                    </a:lnTo>
                    <a:lnTo>
                      <a:pt x="1636979" y="2728"/>
                    </a:lnTo>
                    <a:cubicBezTo>
                      <a:pt x="1636695" y="2663"/>
                      <a:pt x="1636289" y="2619"/>
                      <a:pt x="1636004" y="2619"/>
                    </a:cubicBezTo>
                    <a:lnTo>
                      <a:pt x="2560" y="0"/>
                    </a:lnTo>
                    <a:lnTo>
                      <a:pt x="2560" y="0"/>
                    </a:lnTo>
                    <a:cubicBezTo>
                      <a:pt x="1179" y="0"/>
                      <a:pt x="0" y="633"/>
                      <a:pt x="0" y="1441"/>
                    </a:cubicBezTo>
                    <a:cubicBezTo>
                      <a:pt x="0" y="2183"/>
                      <a:pt x="1179" y="2816"/>
                      <a:pt x="2560" y="2816"/>
                    </a:cubicBezTo>
                    <a:lnTo>
                      <a:pt x="1635395" y="5413"/>
                    </a:lnTo>
                    <a:lnTo>
                      <a:pt x="1705823" y="23049"/>
                    </a:lnTo>
                    <a:cubicBezTo>
                      <a:pt x="1706230" y="23093"/>
                      <a:pt x="1706515" y="23158"/>
                      <a:pt x="1706921" y="23158"/>
                    </a:cubicBezTo>
                    <a:lnTo>
                      <a:pt x="3487684" y="26039"/>
                    </a:lnTo>
                    <a:lnTo>
                      <a:pt x="3523814" y="32107"/>
                    </a:lnTo>
                    <a:cubicBezTo>
                      <a:pt x="3523814" y="32107"/>
                      <a:pt x="3524219" y="32151"/>
                      <a:pt x="3524504" y="32151"/>
                    </a:cubicBezTo>
                    <a:lnTo>
                      <a:pt x="3629965" y="32303"/>
                    </a:lnTo>
                    <a:lnTo>
                      <a:pt x="3667151" y="38480"/>
                    </a:lnTo>
                    <a:cubicBezTo>
                      <a:pt x="3667151" y="38480"/>
                      <a:pt x="3667638" y="38524"/>
                      <a:pt x="3667841" y="38524"/>
                    </a:cubicBezTo>
                    <a:lnTo>
                      <a:pt x="3740344" y="38633"/>
                    </a:lnTo>
                    <a:lnTo>
                      <a:pt x="3971625" y="76306"/>
                    </a:lnTo>
                    <a:lnTo>
                      <a:pt x="3971625" y="733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4" name="Freeform: Shape 143">
                <a:extLst>
                  <a:ext uri="{FF2B5EF4-FFF2-40B4-BE49-F238E27FC236}">
                    <a16:creationId xmlns:a16="http://schemas.microsoft.com/office/drawing/2014/main" id="{7572F6B9-7A1E-44C9-9B98-5BF194E92A61}"/>
                  </a:ext>
                </a:extLst>
              </p:cNvPr>
              <p:cNvSpPr/>
              <p:nvPr/>
            </p:nvSpPr>
            <p:spPr>
              <a:xfrm>
                <a:off x="7528235" y="6185476"/>
                <a:ext cx="883838" cy="4365"/>
              </a:xfrm>
              <a:custGeom>
                <a:avLst/>
                <a:gdLst>
                  <a:gd name="connsiteX0" fmla="*/ 881360 w 883838"/>
                  <a:gd name="connsiteY0" fmla="*/ 4365 h 4365"/>
                  <a:gd name="connsiteX1" fmla="*/ 881238 w 883838"/>
                  <a:gd name="connsiteY1" fmla="*/ 4365 h 4365"/>
                  <a:gd name="connsiteX2" fmla="*/ 2560 w 883838"/>
                  <a:gd name="connsiteY2" fmla="*/ 2816 h 4365"/>
                  <a:gd name="connsiteX3" fmla="*/ 0 w 883838"/>
                  <a:gd name="connsiteY3" fmla="*/ 1441 h 4365"/>
                  <a:gd name="connsiteX4" fmla="*/ 2560 w 883838"/>
                  <a:gd name="connsiteY4" fmla="*/ 0 h 4365"/>
                  <a:gd name="connsiteX5" fmla="*/ 2560 w 883838"/>
                  <a:gd name="connsiteY5" fmla="*/ 0 h 4365"/>
                  <a:gd name="connsiteX6" fmla="*/ 881360 w 883838"/>
                  <a:gd name="connsiteY6" fmla="*/ 1550 h 4365"/>
                  <a:gd name="connsiteX7" fmla="*/ 883838 w 883838"/>
                  <a:gd name="connsiteY7" fmla="*/ 2990 h 4365"/>
                  <a:gd name="connsiteX8" fmla="*/ 881360 w 883838"/>
                  <a:gd name="connsiteY8" fmla="*/ 4365 h 4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3838" h="4365">
                    <a:moveTo>
                      <a:pt x="881360" y="4365"/>
                    </a:moveTo>
                    <a:lnTo>
                      <a:pt x="881238" y="4365"/>
                    </a:lnTo>
                    <a:lnTo>
                      <a:pt x="2560" y="2816"/>
                    </a:lnTo>
                    <a:cubicBezTo>
                      <a:pt x="1178" y="2816"/>
                      <a:pt x="0" y="2183"/>
                      <a:pt x="0" y="1441"/>
                    </a:cubicBezTo>
                    <a:cubicBezTo>
                      <a:pt x="0" y="633"/>
                      <a:pt x="1178" y="0"/>
                      <a:pt x="2560" y="0"/>
                    </a:cubicBezTo>
                    <a:lnTo>
                      <a:pt x="2560" y="0"/>
                    </a:lnTo>
                    <a:lnTo>
                      <a:pt x="881360" y="1550"/>
                    </a:lnTo>
                    <a:cubicBezTo>
                      <a:pt x="882741" y="1550"/>
                      <a:pt x="883838" y="2183"/>
                      <a:pt x="883838" y="2990"/>
                    </a:cubicBezTo>
                    <a:cubicBezTo>
                      <a:pt x="883838" y="3732"/>
                      <a:pt x="882741" y="4365"/>
                      <a:pt x="881360" y="436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5" name="Freeform: Shape 144">
                <a:extLst>
                  <a:ext uri="{FF2B5EF4-FFF2-40B4-BE49-F238E27FC236}">
                    <a16:creationId xmlns:a16="http://schemas.microsoft.com/office/drawing/2014/main" id="{1A275F57-1831-4819-941D-667A5ABAB45B}"/>
                  </a:ext>
                </a:extLst>
              </p:cNvPr>
              <p:cNvSpPr/>
              <p:nvPr/>
            </p:nvSpPr>
            <p:spPr>
              <a:xfrm>
                <a:off x="8207898" y="6090181"/>
                <a:ext cx="3984182" cy="96931"/>
              </a:xfrm>
              <a:custGeom>
                <a:avLst/>
                <a:gdLst>
                  <a:gd name="connsiteX0" fmla="*/ 3984102 w 3984182"/>
                  <a:gd name="connsiteY0" fmla="*/ 93854 h 96931"/>
                  <a:gd name="connsiteX1" fmla="*/ 3680968 w 3984182"/>
                  <a:gd name="connsiteY1" fmla="*/ 43871 h 96931"/>
                  <a:gd name="connsiteX2" fmla="*/ 3680277 w 3984182"/>
                  <a:gd name="connsiteY2" fmla="*/ 43828 h 96931"/>
                  <a:gd name="connsiteX3" fmla="*/ 3574126 w 3984182"/>
                  <a:gd name="connsiteY3" fmla="*/ 43675 h 96931"/>
                  <a:gd name="connsiteX4" fmla="*/ 3537630 w 3984182"/>
                  <a:gd name="connsiteY4" fmla="*/ 37542 h 96931"/>
                  <a:gd name="connsiteX5" fmla="*/ 3536940 w 3984182"/>
                  <a:gd name="connsiteY5" fmla="*/ 37433 h 96931"/>
                  <a:gd name="connsiteX6" fmla="*/ 3431479 w 3984182"/>
                  <a:gd name="connsiteY6" fmla="*/ 37280 h 96931"/>
                  <a:gd name="connsiteX7" fmla="*/ 3292206 w 3984182"/>
                  <a:gd name="connsiteY7" fmla="*/ 13402 h 96931"/>
                  <a:gd name="connsiteX8" fmla="*/ 3291393 w 3984182"/>
                  <a:gd name="connsiteY8" fmla="*/ 13292 h 96931"/>
                  <a:gd name="connsiteX9" fmla="*/ 2880035 w 3984182"/>
                  <a:gd name="connsiteY9" fmla="*/ 12659 h 96931"/>
                  <a:gd name="connsiteX10" fmla="*/ 2779816 w 3984182"/>
                  <a:gd name="connsiteY10" fmla="*/ 6810 h 96931"/>
                  <a:gd name="connsiteX11" fmla="*/ 2674152 w 3984182"/>
                  <a:gd name="connsiteY11" fmla="*/ 0 h 96931"/>
                  <a:gd name="connsiteX12" fmla="*/ 2673462 w 3984182"/>
                  <a:gd name="connsiteY12" fmla="*/ 0 h 96931"/>
                  <a:gd name="connsiteX13" fmla="*/ 2571253 w 3984182"/>
                  <a:gd name="connsiteY13" fmla="*/ 9429 h 96931"/>
                  <a:gd name="connsiteX14" fmla="*/ 2468677 w 3984182"/>
                  <a:gd name="connsiteY14" fmla="*/ 12048 h 96931"/>
                  <a:gd name="connsiteX15" fmla="*/ 1648927 w 3984182"/>
                  <a:gd name="connsiteY15" fmla="*/ 10717 h 96931"/>
                  <a:gd name="connsiteX16" fmla="*/ 1626332 w 3984182"/>
                  <a:gd name="connsiteY16" fmla="*/ 5129 h 96931"/>
                  <a:gd name="connsiteX17" fmla="*/ 1625316 w 3984182"/>
                  <a:gd name="connsiteY17" fmla="*/ 4976 h 96931"/>
                  <a:gd name="connsiteX18" fmla="*/ 2601 w 3984182"/>
                  <a:gd name="connsiteY18" fmla="*/ 2423 h 96931"/>
                  <a:gd name="connsiteX19" fmla="*/ 2601 w 3984182"/>
                  <a:gd name="connsiteY19" fmla="*/ 2423 h 96931"/>
                  <a:gd name="connsiteX20" fmla="*/ 0 w 3984182"/>
                  <a:gd name="connsiteY20" fmla="*/ 3798 h 96931"/>
                  <a:gd name="connsiteX21" fmla="*/ 2601 w 3984182"/>
                  <a:gd name="connsiteY21" fmla="*/ 5238 h 96931"/>
                  <a:gd name="connsiteX22" fmla="*/ 1624746 w 3984182"/>
                  <a:gd name="connsiteY22" fmla="*/ 7792 h 96931"/>
                  <a:gd name="connsiteX23" fmla="*/ 1647383 w 3984182"/>
                  <a:gd name="connsiteY23" fmla="*/ 13445 h 96931"/>
                  <a:gd name="connsiteX24" fmla="*/ 1648480 w 3984182"/>
                  <a:gd name="connsiteY24" fmla="*/ 13554 h 96931"/>
                  <a:gd name="connsiteX25" fmla="*/ 2468839 w 3984182"/>
                  <a:gd name="connsiteY25" fmla="*/ 14886 h 96931"/>
                  <a:gd name="connsiteX26" fmla="*/ 2571821 w 3984182"/>
                  <a:gd name="connsiteY26" fmla="*/ 12288 h 96931"/>
                  <a:gd name="connsiteX27" fmla="*/ 2674030 w 3984182"/>
                  <a:gd name="connsiteY27" fmla="*/ 2859 h 96931"/>
                  <a:gd name="connsiteX28" fmla="*/ 2776525 w 3984182"/>
                  <a:gd name="connsiteY28" fmla="*/ 9473 h 96931"/>
                  <a:gd name="connsiteX29" fmla="*/ 2879832 w 3984182"/>
                  <a:gd name="connsiteY29" fmla="*/ 15540 h 96931"/>
                  <a:gd name="connsiteX30" fmla="*/ 3291068 w 3984182"/>
                  <a:gd name="connsiteY30" fmla="*/ 16195 h 96931"/>
                  <a:gd name="connsiteX31" fmla="*/ 3430463 w 3984182"/>
                  <a:gd name="connsiteY31" fmla="*/ 40117 h 96931"/>
                  <a:gd name="connsiteX32" fmla="*/ 3431154 w 3984182"/>
                  <a:gd name="connsiteY32" fmla="*/ 40183 h 96931"/>
                  <a:gd name="connsiteX33" fmla="*/ 3536614 w 3984182"/>
                  <a:gd name="connsiteY33" fmla="*/ 40335 h 96931"/>
                  <a:gd name="connsiteX34" fmla="*/ 3573150 w 3984182"/>
                  <a:gd name="connsiteY34" fmla="*/ 46469 h 96931"/>
                  <a:gd name="connsiteX35" fmla="*/ 3573841 w 3984182"/>
                  <a:gd name="connsiteY35" fmla="*/ 46512 h 96931"/>
                  <a:gd name="connsiteX36" fmla="*/ 3679992 w 3984182"/>
                  <a:gd name="connsiteY36" fmla="*/ 46731 h 96931"/>
                  <a:gd name="connsiteX37" fmla="*/ 3984183 w 3984182"/>
                  <a:gd name="connsiteY37" fmla="*/ 96932 h 96931"/>
                  <a:gd name="connsiteX38" fmla="*/ 3984183 w 3984182"/>
                  <a:gd name="connsiteY38" fmla="*/ 93941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84182" h="96931">
                    <a:moveTo>
                      <a:pt x="3984102" y="93854"/>
                    </a:moveTo>
                    <a:lnTo>
                      <a:pt x="3680968" y="43871"/>
                    </a:lnTo>
                    <a:cubicBezTo>
                      <a:pt x="3680968" y="43871"/>
                      <a:pt x="3680562" y="43828"/>
                      <a:pt x="3680277" y="43828"/>
                    </a:cubicBezTo>
                    <a:lnTo>
                      <a:pt x="3574126" y="43675"/>
                    </a:lnTo>
                    <a:lnTo>
                      <a:pt x="3537630" y="37542"/>
                    </a:lnTo>
                    <a:cubicBezTo>
                      <a:pt x="3537630" y="37542"/>
                      <a:pt x="3537224" y="37433"/>
                      <a:pt x="3536940" y="37433"/>
                    </a:cubicBezTo>
                    <a:lnTo>
                      <a:pt x="3431479" y="37280"/>
                    </a:lnTo>
                    <a:lnTo>
                      <a:pt x="3292206" y="13402"/>
                    </a:lnTo>
                    <a:cubicBezTo>
                      <a:pt x="3291880" y="13336"/>
                      <a:pt x="3291718" y="13292"/>
                      <a:pt x="3291393" y="13292"/>
                    </a:cubicBezTo>
                    <a:lnTo>
                      <a:pt x="2880035" y="12659"/>
                    </a:lnTo>
                    <a:lnTo>
                      <a:pt x="2779816" y="6810"/>
                    </a:lnTo>
                    <a:lnTo>
                      <a:pt x="2674152" y="0"/>
                    </a:lnTo>
                    <a:lnTo>
                      <a:pt x="2673462" y="0"/>
                    </a:lnTo>
                    <a:lnTo>
                      <a:pt x="2571253" y="9429"/>
                    </a:lnTo>
                    <a:lnTo>
                      <a:pt x="2468677" y="12048"/>
                    </a:lnTo>
                    <a:lnTo>
                      <a:pt x="1648927" y="10717"/>
                    </a:lnTo>
                    <a:lnTo>
                      <a:pt x="1626332" y="5129"/>
                    </a:lnTo>
                    <a:cubicBezTo>
                      <a:pt x="1626006" y="5020"/>
                      <a:pt x="1625722" y="4976"/>
                      <a:pt x="1625316" y="4976"/>
                    </a:cubicBezTo>
                    <a:lnTo>
                      <a:pt x="2601" y="2423"/>
                    </a:lnTo>
                    <a:lnTo>
                      <a:pt x="2601" y="2423"/>
                    </a:lnTo>
                    <a:cubicBezTo>
                      <a:pt x="1219" y="2423"/>
                      <a:pt x="0" y="3056"/>
                      <a:pt x="0" y="3798"/>
                    </a:cubicBezTo>
                    <a:cubicBezTo>
                      <a:pt x="0" y="4605"/>
                      <a:pt x="1219" y="5238"/>
                      <a:pt x="2601" y="5238"/>
                    </a:cubicBezTo>
                    <a:lnTo>
                      <a:pt x="1624746" y="7792"/>
                    </a:lnTo>
                    <a:lnTo>
                      <a:pt x="1647383" y="13445"/>
                    </a:lnTo>
                    <a:cubicBezTo>
                      <a:pt x="1647668" y="13489"/>
                      <a:pt x="1648074" y="13554"/>
                      <a:pt x="1648480" y="13554"/>
                    </a:cubicBezTo>
                    <a:lnTo>
                      <a:pt x="2468839" y="14886"/>
                    </a:lnTo>
                    <a:lnTo>
                      <a:pt x="2571821" y="12288"/>
                    </a:lnTo>
                    <a:lnTo>
                      <a:pt x="2674030" y="2859"/>
                    </a:lnTo>
                    <a:lnTo>
                      <a:pt x="2776525" y="9473"/>
                    </a:lnTo>
                    <a:lnTo>
                      <a:pt x="2879832" y="15540"/>
                    </a:lnTo>
                    <a:lnTo>
                      <a:pt x="3291068" y="16195"/>
                    </a:lnTo>
                    <a:lnTo>
                      <a:pt x="3430463" y="40117"/>
                    </a:lnTo>
                    <a:cubicBezTo>
                      <a:pt x="3430463" y="40117"/>
                      <a:pt x="3430950" y="40183"/>
                      <a:pt x="3431154" y="40183"/>
                    </a:cubicBezTo>
                    <a:lnTo>
                      <a:pt x="3536614" y="40335"/>
                    </a:lnTo>
                    <a:lnTo>
                      <a:pt x="3573150" y="46469"/>
                    </a:lnTo>
                    <a:cubicBezTo>
                      <a:pt x="3573150" y="46469"/>
                      <a:pt x="3573556" y="46512"/>
                      <a:pt x="3573841" y="46512"/>
                    </a:cubicBezTo>
                    <a:lnTo>
                      <a:pt x="3679992" y="46731"/>
                    </a:lnTo>
                    <a:lnTo>
                      <a:pt x="3984183" y="96932"/>
                    </a:lnTo>
                    <a:lnTo>
                      <a:pt x="3984183" y="9394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6" name="Freeform: Shape 145">
                <a:extLst>
                  <a:ext uri="{FF2B5EF4-FFF2-40B4-BE49-F238E27FC236}">
                    <a16:creationId xmlns:a16="http://schemas.microsoft.com/office/drawing/2014/main" id="{1B6C4718-529A-4705-AAE0-292F4EEDAC26}"/>
                  </a:ext>
                </a:extLst>
              </p:cNvPr>
              <p:cNvSpPr/>
              <p:nvPr/>
            </p:nvSpPr>
            <p:spPr>
              <a:xfrm>
                <a:off x="8195625" y="6086907"/>
                <a:ext cx="3996374" cy="118867"/>
              </a:xfrm>
              <a:custGeom>
                <a:avLst/>
                <a:gdLst>
                  <a:gd name="connsiteX0" fmla="*/ 3996375 w 3996374"/>
                  <a:gd name="connsiteY0" fmla="*/ 115899 h 118867"/>
                  <a:gd name="connsiteX1" fmla="*/ 3586683 w 3996374"/>
                  <a:gd name="connsiteY1" fmla="*/ 46993 h 118867"/>
                  <a:gd name="connsiteX2" fmla="*/ 3585992 w 3996374"/>
                  <a:gd name="connsiteY2" fmla="*/ 46949 h 118867"/>
                  <a:gd name="connsiteX3" fmla="*/ 3479840 w 3996374"/>
                  <a:gd name="connsiteY3" fmla="*/ 46731 h 118867"/>
                  <a:gd name="connsiteX4" fmla="*/ 3444119 w 3996374"/>
                  <a:gd name="connsiteY4" fmla="*/ 40597 h 118867"/>
                  <a:gd name="connsiteX5" fmla="*/ 3443305 w 3996374"/>
                  <a:gd name="connsiteY5" fmla="*/ 40554 h 118867"/>
                  <a:gd name="connsiteX6" fmla="*/ 1756380 w 3996374"/>
                  <a:gd name="connsiteY6" fmla="*/ 37782 h 118867"/>
                  <a:gd name="connsiteX7" fmla="*/ 1732564 w 3996374"/>
                  <a:gd name="connsiteY7" fmla="*/ 31867 h 118867"/>
                  <a:gd name="connsiteX8" fmla="*/ 1731589 w 3996374"/>
                  <a:gd name="connsiteY8" fmla="*/ 31714 h 118867"/>
                  <a:gd name="connsiteX9" fmla="*/ 1419027 w 3996374"/>
                  <a:gd name="connsiteY9" fmla="*/ 31234 h 118867"/>
                  <a:gd name="connsiteX10" fmla="*/ 1312875 w 3996374"/>
                  <a:gd name="connsiteY10" fmla="*/ 2183 h 118867"/>
                  <a:gd name="connsiteX11" fmla="*/ 1311778 w 3996374"/>
                  <a:gd name="connsiteY11" fmla="*/ 2030 h 118867"/>
                  <a:gd name="connsiteX12" fmla="*/ 2479 w 3996374"/>
                  <a:gd name="connsiteY12" fmla="*/ 0 h 118867"/>
                  <a:gd name="connsiteX13" fmla="*/ 2479 w 3996374"/>
                  <a:gd name="connsiteY13" fmla="*/ 0 h 118867"/>
                  <a:gd name="connsiteX14" fmla="*/ 0 w 3996374"/>
                  <a:gd name="connsiteY14" fmla="*/ 1375 h 118867"/>
                  <a:gd name="connsiteX15" fmla="*/ 2479 w 3996374"/>
                  <a:gd name="connsiteY15" fmla="*/ 2772 h 118867"/>
                  <a:gd name="connsiteX16" fmla="*/ 1311168 w 3996374"/>
                  <a:gd name="connsiteY16" fmla="*/ 4845 h 118867"/>
                  <a:gd name="connsiteX17" fmla="*/ 1417239 w 3996374"/>
                  <a:gd name="connsiteY17" fmla="*/ 33897 h 118867"/>
                  <a:gd name="connsiteX18" fmla="*/ 1418458 w 3996374"/>
                  <a:gd name="connsiteY18" fmla="*/ 34006 h 118867"/>
                  <a:gd name="connsiteX19" fmla="*/ 1730980 w 3996374"/>
                  <a:gd name="connsiteY19" fmla="*/ 34530 h 118867"/>
                  <a:gd name="connsiteX20" fmla="*/ 1754794 w 3996374"/>
                  <a:gd name="connsiteY20" fmla="*/ 40510 h 118867"/>
                  <a:gd name="connsiteX21" fmla="*/ 1755892 w 3996374"/>
                  <a:gd name="connsiteY21" fmla="*/ 40619 h 118867"/>
                  <a:gd name="connsiteX22" fmla="*/ 3442899 w 3996374"/>
                  <a:gd name="connsiteY22" fmla="*/ 43391 h 118867"/>
                  <a:gd name="connsiteX23" fmla="*/ 3478622 w 3996374"/>
                  <a:gd name="connsiteY23" fmla="*/ 49524 h 118867"/>
                  <a:gd name="connsiteX24" fmla="*/ 3479394 w 3996374"/>
                  <a:gd name="connsiteY24" fmla="*/ 49590 h 118867"/>
                  <a:gd name="connsiteX25" fmla="*/ 3585545 w 3996374"/>
                  <a:gd name="connsiteY25" fmla="*/ 49743 h 118867"/>
                  <a:gd name="connsiteX26" fmla="*/ 3996334 w 3996374"/>
                  <a:gd name="connsiteY26" fmla="*/ 118867 h 118867"/>
                  <a:gd name="connsiteX27" fmla="*/ 3996334 w 3996374"/>
                  <a:gd name="connsiteY27" fmla="*/ 115943 h 11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996374" h="118867">
                    <a:moveTo>
                      <a:pt x="3996375" y="115899"/>
                    </a:moveTo>
                    <a:lnTo>
                      <a:pt x="3586683" y="46993"/>
                    </a:lnTo>
                    <a:cubicBezTo>
                      <a:pt x="3586480" y="46949"/>
                      <a:pt x="3586277" y="46949"/>
                      <a:pt x="3585992" y="46949"/>
                    </a:cubicBezTo>
                    <a:lnTo>
                      <a:pt x="3479840" y="46731"/>
                    </a:lnTo>
                    <a:lnTo>
                      <a:pt x="3444119" y="40597"/>
                    </a:lnTo>
                    <a:cubicBezTo>
                      <a:pt x="3443793" y="40597"/>
                      <a:pt x="3443630" y="40554"/>
                      <a:pt x="3443305" y="40554"/>
                    </a:cubicBezTo>
                    <a:lnTo>
                      <a:pt x="1756380" y="37782"/>
                    </a:lnTo>
                    <a:lnTo>
                      <a:pt x="1732564" y="31867"/>
                    </a:lnTo>
                    <a:cubicBezTo>
                      <a:pt x="1732239" y="31758"/>
                      <a:pt x="1731955" y="31714"/>
                      <a:pt x="1731589" y="31714"/>
                    </a:cubicBezTo>
                    <a:lnTo>
                      <a:pt x="1419027" y="31234"/>
                    </a:lnTo>
                    <a:lnTo>
                      <a:pt x="1312875" y="2183"/>
                    </a:lnTo>
                    <a:cubicBezTo>
                      <a:pt x="1312591" y="2074"/>
                      <a:pt x="1312184" y="2030"/>
                      <a:pt x="1311778" y="2030"/>
                    </a:cubicBezTo>
                    <a:lnTo>
                      <a:pt x="2479" y="0"/>
                    </a:lnTo>
                    <a:lnTo>
                      <a:pt x="2479" y="0"/>
                    </a:lnTo>
                    <a:cubicBezTo>
                      <a:pt x="1097" y="0"/>
                      <a:pt x="0" y="589"/>
                      <a:pt x="0" y="1375"/>
                    </a:cubicBezTo>
                    <a:cubicBezTo>
                      <a:pt x="0" y="2161"/>
                      <a:pt x="1097" y="2772"/>
                      <a:pt x="2479" y="2772"/>
                    </a:cubicBezTo>
                    <a:lnTo>
                      <a:pt x="1311168" y="4845"/>
                    </a:lnTo>
                    <a:lnTo>
                      <a:pt x="1417239" y="33897"/>
                    </a:lnTo>
                    <a:cubicBezTo>
                      <a:pt x="1417645" y="33962"/>
                      <a:pt x="1418052" y="34006"/>
                      <a:pt x="1418458" y="34006"/>
                    </a:cubicBezTo>
                    <a:lnTo>
                      <a:pt x="1730980" y="34530"/>
                    </a:lnTo>
                    <a:lnTo>
                      <a:pt x="1754794" y="40510"/>
                    </a:lnTo>
                    <a:cubicBezTo>
                      <a:pt x="1755201" y="40576"/>
                      <a:pt x="1755486" y="40619"/>
                      <a:pt x="1755892" y="40619"/>
                    </a:cubicBezTo>
                    <a:lnTo>
                      <a:pt x="3442899" y="43391"/>
                    </a:lnTo>
                    <a:lnTo>
                      <a:pt x="3478622" y="49524"/>
                    </a:lnTo>
                    <a:cubicBezTo>
                      <a:pt x="3478906" y="49590"/>
                      <a:pt x="3479109" y="49590"/>
                      <a:pt x="3479394" y="49590"/>
                    </a:cubicBezTo>
                    <a:lnTo>
                      <a:pt x="3585545" y="49743"/>
                    </a:lnTo>
                    <a:lnTo>
                      <a:pt x="3996334" y="118867"/>
                    </a:lnTo>
                    <a:lnTo>
                      <a:pt x="3996334" y="11594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7" name="Freeform: Shape 146">
                <a:extLst>
                  <a:ext uri="{FF2B5EF4-FFF2-40B4-BE49-F238E27FC236}">
                    <a16:creationId xmlns:a16="http://schemas.microsoft.com/office/drawing/2014/main" id="{2708708A-E009-42D4-8454-78C356468073}"/>
                  </a:ext>
                </a:extLst>
              </p:cNvPr>
              <p:cNvSpPr/>
              <p:nvPr/>
            </p:nvSpPr>
            <p:spPr>
              <a:xfrm>
                <a:off x="8183595" y="6081298"/>
                <a:ext cx="4008485" cy="143880"/>
              </a:xfrm>
              <a:custGeom>
                <a:avLst/>
                <a:gdLst>
                  <a:gd name="connsiteX0" fmla="*/ 4008404 w 4008485"/>
                  <a:gd name="connsiteY0" fmla="*/ 140890 h 143880"/>
                  <a:gd name="connsiteX1" fmla="*/ 3492276 w 4008485"/>
                  <a:gd name="connsiteY1" fmla="*/ 52384 h 143880"/>
                  <a:gd name="connsiteX2" fmla="*/ 3491504 w 4008485"/>
                  <a:gd name="connsiteY2" fmla="*/ 52318 h 143880"/>
                  <a:gd name="connsiteX3" fmla="*/ 1898944 w 4008485"/>
                  <a:gd name="connsiteY3" fmla="*/ 49721 h 143880"/>
                  <a:gd name="connsiteX4" fmla="*/ 1705864 w 4008485"/>
                  <a:gd name="connsiteY4" fmla="*/ 2772 h 143880"/>
                  <a:gd name="connsiteX5" fmla="*/ 1704888 w 4008485"/>
                  <a:gd name="connsiteY5" fmla="*/ 2663 h 143880"/>
                  <a:gd name="connsiteX6" fmla="*/ 2479 w 4008485"/>
                  <a:gd name="connsiteY6" fmla="*/ 0 h 143880"/>
                  <a:gd name="connsiteX7" fmla="*/ 2479 w 4008485"/>
                  <a:gd name="connsiteY7" fmla="*/ 0 h 143880"/>
                  <a:gd name="connsiteX8" fmla="*/ 0 w 4008485"/>
                  <a:gd name="connsiteY8" fmla="*/ 1375 h 143880"/>
                  <a:gd name="connsiteX9" fmla="*/ 2479 w 4008485"/>
                  <a:gd name="connsiteY9" fmla="*/ 2816 h 143880"/>
                  <a:gd name="connsiteX10" fmla="*/ 1704279 w 4008485"/>
                  <a:gd name="connsiteY10" fmla="*/ 5478 h 143880"/>
                  <a:gd name="connsiteX11" fmla="*/ 1897360 w 4008485"/>
                  <a:gd name="connsiteY11" fmla="*/ 52427 h 143880"/>
                  <a:gd name="connsiteX12" fmla="*/ 1898457 w 4008485"/>
                  <a:gd name="connsiteY12" fmla="*/ 52536 h 143880"/>
                  <a:gd name="connsiteX13" fmla="*/ 3491138 w 4008485"/>
                  <a:gd name="connsiteY13" fmla="*/ 55156 h 143880"/>
                  <a:gd name="connsiteX14" fmla="*/ 4008486 w 4008485"/>
                  <a:gd name="connsiteY14" fmla="*/ 143881 h 143880"/>
                  <a:gd name="connsiteX15" fmla="*/ 4008486 w 4008485"/>
                  <a:gd name="connsiteY15" fmla="*/ 140890 h 143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08485" h="143880">
                    <a:moveTo>
                      <a:pt x="4008404" y="140890"/>
                    </a:moveTo>
                    <a:lnTo>
                      <a:pt x="3492276" y="52384"/>
                    </a:lnTo>
                    <a:cubicBezTo>
                      <a:pt x="3491992" y="52384"/>
                      <a:pt x="3491788" y="52318"/>
                      <a:pt x="3491504" y="52318"/>
                    </a:cubicBezTo>
                    <a:lnTo>
                      <a:pt x="1898944" y="49721"/>
                    </a:lnTo>
                    <a:lnTo>
                      <a:pt x="1705864" y="2772"/>
                    </a:lnTo>
                    <a:cubicBezTo>
                      <a:pt x="1705580" y="2728"/>
                      <a:pt x="1705173" y="2663"/>
                      <a:pt x="1704888" y="2663"/>
                    </a:cubicBezTo>
                    <a:lnTo>
                      <a:pt x="2479" y="0"/>
                    </a:lnTo>
                    <a:lnTo>
                      <a:pt x="2479" y="0"/>
                    </a:lnTo>
                    <a:cubicBezTo>
                      <a:pt x="1097" y="0"/>
                      <a:pt x="0" y="633"/>
                      <a:pt x="0" y="1375"/>
                    </a:cubicBezTo>
                    <a:cubicBezTo>
                      <a:pt x="0" y="2183"/>
                      <a:pt x="1097" y="2816"/>
                      <a:pt x="2479" y="2816"/>
                    </a:cubicBezTo>
                    <a:lnTo>
                      <a:pt x="1704279" y="5478"/>
                    </a:lnTo>
                    <a:lnTo>
                      <a:pt x="1897360" y="52427"/>
                    </a:lnTo>
                    <a:cubicBezTo>
                      <a:pt x="1897766" y="52493"/>
                      <a:pt x="1898050" y="52536"/>
                      <a:pt x="1898457" y="52536"/>
                    </a:cubicBezTo>
                    <a:lnTo>
                      <a:pt x="3491138" y="55156"/>
                    </a:lnTo>
                    <a:lnTo>
                      <a:pt x="4008486" y="143881"/>
                    </a:lnTo>
                    <a:lnTo>
                      <a:pt x="4008486" y="14089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8" name="Freeform: Shape 147">
                <a:extLst>
                  <a:ext uri="{FF2B5EF4-FFF2-40B4-BE49-F238E27FC236}">
                    <a16:creationId xmlns:a16="http://schemas.microsoft.com/office/drawing/2014/main" id="{B00B774C-15C4-4FF3-89CE-666E253A9068}"/>
                  </a:ext>
                </a:extLst>
              </p:cNvPr>
              <p:cNvSpPr/>
              <p:nvPr/>
            </p:nvSpPr>
            <p:spPr>
              <a:xfrm>
                <a:off x="4390295" y="5557379"/>
                <a:ext cx="7801949" cy="1073925"/>
              </a:xfrm>
              <a:custGeom>
                <a:avLst/>
                <a:gdLst>
                  <a:gd name="connsiteX0" fmla="*/ 7801705 w 7801949"/>
                  <a:gd name="connsiteY0" fmla="*/ 1071023 h 1073925"/>
                  <a:gd name="connsiteX1" fmla="*/ 7734731 w 7801949"/>
                  <a:gd name="connsiteY1" fmla="*/ 1059608 h 1073925"/>
                  <a:gd name="connsiteX2" fmla="*/ 7734040 w 7801949"/>
                  <a:gd name="connsiteY2" fmla="*/ 1059564 h 1073925"/>
                  <a:gd name="connsiteX3" fmla="*/ 7570342 w 7801949"/>
                  <a:gd name="connsiteY3" fmla="*/ 1058931 h 1073925"/>
                  <a:gd name="connsiteX4" fmla="*/ 7407416 w 7801949"/>
                  <a:gd name="connsiteY4" fmla="*/ 1058822 h 1073925"/>
                  <a:gd name="connsiteX5" fmla="*/ 7351373 w 7801949"/>
                  <a:gd name="connsiteY5" fmla="*/ 1051030 h 1073925"/>
                  <a:gd name="connsiteX6" fmla="*/ 7296185 w 7801949"/>
                  <a:gd name="connsiteY6" fmla="*/ 1040531 h 1073925"/>
                  <a:gd name="connsiteX7" fmla="*/ 7295412 w 7801949"/>
                  <a:gd name="connsiteY7" fmla="*/ 1040422 h 1073925"/>
                  <a:gd name="connsiteX8" fmla="*/ 6656145 w 7801949"/>
                  <a:gd name="connsiteY8" fmla="*/ 1038872 h 1073925"/>
                  <a:gd name="connsiteX9" fmla="*/ 5123122 w 7801949"/>
                  <a:gd name="connsiteY9" fmla="*/ 591690 h 1073925"/>
                  <a:gd name="connsiteX10" fmla="*/ 5122513 w 7801949"/>
                  <a:gd name="connsiteY10" fmla="*/ 591538 h 1073925"/>
                  <a:gd name="connsiteX11" fmla="*/ 5019735 w 7801949"/>
                  <a:gd name="connsiteY11" fmla="*/ 579118 h 1073925"/>
                  <a:gd name="connsiteX12" fmla="*/ 4972023 w 7801949"/>
                  <a:gd name="connsiteY12" fmla="*/ 578638 h 1073925"/>
                  <a:gd name="connsiteX13" fmla="*/ 4866441 w 7801949"/>
                  <a:gd name="connsiteY13" fmla="*/ 578420 h 1073925"/>
                  <a:gd name="connsiteX14" fmla="*/ 4381361 w 7801949"/>
                  <a:gd name="connsiteY14" fmla="*/ 426813 h 1073925"/>
                  <a:gd name="connsiteX15" fmla="*/ 4380061 w 7801949"/>
                  <a:gd name="connsiteY15" fmla="*/ 426638 h 1073925"/>
                  <a:gd name="connsiteX16" fmla="*/ 4203359 w 7801949"/>
                  <a:gd name="connsiteY16" fmla="*/ 426376 h 1073925"/>
                  <a:gd name="connsiteX17" fmla="*/ 4191045 w 7801949"/>
                  <a:gd name="connsiteY17" fmla="*/ 422229 h 1073925"/>
                  <a:gd name="connsiteX18" fmla="*/ 4189744 w 7801949"/>
                  <a:gd name="connsiteY18" fmla="*/ 422055 h 1073925"/>
                  <a:gd name="connsiteX19" fmla="*/ 4102246 w 7801949"/>
                  <a:gd name="connsiteY19" fmla="*/ 421902 h 1073925"/>
                  <a:gd name="connsiteX20" fmla="*/ 4090623 w 7801949"/>
                  <a:gd name="connsiteY20" fmla="*/ 417864 h 1073925"/>
                  <a:gd name="connsiteX21" fmla="*/ 4089241 w 7801949"/>
                  <a:gd name="connsiteY21" fmla="*/ 417646 h 1073925"/>
                  <a:gd name="connsiteX22" fmla="*/ 4002313 w 7801949"/>
                  <a:gd name="connsiteY22" fmla="*/ 417493 h 1073925"/>
                  <a:gd name="connsiteX23" fmla="*/ 3991298 w 7801949"/>
                  <a:gd name="connsiteY23" fmla="*/ 413499 h 1073925"/>
                  <a:gd name="connsiteX24" fmla="*/ 3989917 w 7801949"/>
                  <a:gd name="connsiteY24" fmla="*/ 413280 h 1073925"/>
                  <a:gd name="connsiteX25" fmla="*/ 3641469 w 7801949"/>
                  <a:gd name="connsiteY25" fmla="*/ 412800 h 1073925"/>
                  <a:gd name="connsiteX26" fmla="*/ 3476187 w 7801949"/>
                  <a:gd name="connsiteY26" fmla="*/ 416794 h 1073925"/>
                  <a:gd name="connsiteX27" fmla="*/ 2865896 w 7801949"/>
                  <a:gd name="connsiteY27" fmla="*/ 415943 h 1073925"/>
                  <a:gd name="connsiteX28" fmla="*/ 2835660 w 7801949"/>
                  <a:gd name="connsiteY28" fmla="*/ 391868 h 1073925"/>
                  <a:gd name="connsiteX29" fmla="*/ 2833465 w 7801949"/>
                  <a:gd name="connsiteY29" fmla="*/ 391279 h 1073925"/>
                  <a:gd name="connsiteX30" fmla="*/ 2751210 w 7801949"/>
                  <a:gd name="connsiteY30" fmla="*/ 393156 h 1073925"/>
                  <a:gd name="connsiteX31" fmla="*/ 2589178 w 7801949"/>
                  <a:gd name="connsiteY31" fmla="*/ 401036 h 1073925"/>
                  <a:gd name="connsiteX32" fmla="*/ 2538297 w 7801949"/>
                  <a:gd name="connsiteY32" fmla="*/ 405073 h 1073925"/>
                  <a:gd name="connsiteX33" fmla="*/ 2510336 w 7801949"/>
                  <a:gd name="connsiteY33" fmla="*/ 409177 h 1073925"/>
                  <a:gd name="connsiteX34" fmla="*/ 2342453 w 7801949"/>
                  <a:gd name="connsiteY34" fmla="*/ 417384 h 1073925"/>
                  <a:gd name="connsiteX35" fmla="*/ 2257027 w 7801949"/>
                  <a:gd name="connsiteY35" fmla="*/ 418453 h 1073925"/>
                  <a:gd name="connsiteX36" fmla="*/ 2171317 w 7801949"/>
                  <a:gd name="connsiteY36" fmla="*/ 415681 h 1073925"/>
                  <a:gd name="connsiteX37" fmla="*/ 2086502 w 7801949"/>
                  <a:gd name="connsiteY37" fmla="*/ 411949 h 1073925"/>
                  <a:gd name="connsiteX38" fmla="*/ 2002255 w 7801949"/>
                  <a:gd name="connsiteY38" fmla="*/ 407322 h 1073925"/>
                  <a:gd name="connsiteX39" fmla="*/ 1918618 w 7801949"/>
                  <a:gd name="connsiteY39" fmla="*/ 402411 h 1073925"/>
                  <a:gd name="connsiteX40" fmla="*/ 1835387 w 7801949"/>
                  <a:gd name="connsiteY40" fmla="*/ 396125 h 1073925"/>
                  <a:gd name="connsiteX41" fmla="*/ 1751913 w 7801949"/>
                  <a:gd name="connsiteY41" fmla="*/ 390253 h 1073925"/>
                  <a:gd name="connsiteX42" fmla="*/ 1667666 w 7801949"/>
                  <a:gd name="connsiteY42" fmla="*/ 385626 h 1073925"/>
                  <a:gd name="connsiteX43" fmla="*/ 1582363 w 7801949"/>
                  <a:gd name="connsiteY43" fmla="*/ 382701 h 1073925"/>
                  <a:gd name="connsiteX44" fmla="*/ 1495840 w 7801949"/>
                  <a:gd name="connsiteY44" fmla="*/ 381894 h 1073925"/>
                  <a:gd name="connsiteX45" fmla="*/ 1408139 w 7801949"/>
                  <a:gd name="connsiteY45" fmla="*/ 383116 h 1073925"/>
                  <a:gd name="connsiteX46" fmla="*/ 1320275 w 7801949"/>
                  <a:gd name="connsiteY46" fmla="*/ 384928 h 1073925"/>
                  <a:gd name="connsiteX47" fmla="*/ 1234159 w 7801949"/>
                  <a:gd name="connsiteY47" fmla="*/ 362337 h 1073925"/>
                  <a:gd name="connsiteX48" fmla="*/ 1147515 w 7801949"/>
                  <a:gd name="connsiteY48" fmla="*/ 324446 h 1073925"/>
                  <a:gd name="connsiteX49" fmla="*/ 1060261 w 7801949"/>
                  <a:gd name="connsiteY49" fmla="*/ 272172 h 1073925"/>
                  <a:gd name="connsiteX50" fmla="*/ 973941 w 7801949"/>
                  <a:gd name="connsiteY50" fmla="*/ 230723 h 1073925"/>
                  <a:gd name="connsiteX51" fmla="*/ 888475 w 7801949"/>
                  <a:gd name="connsiteY51" fmla="*/ 189907 h 1073925"/>
                  <a:gd name="connsiteX52" fmla="*/ 802197 w 7801949"/>
                  <a:gd name="connsiteY52" fmla="*/ 141518 h 1073925"/>
                  <a:gd name="connsiteX53" fmla="*/ 801221 w 7801949"/>
                  <a:gd name="connsiteY53" fmla="*/ 141191 h 1073925"/>
                  <a:gd name="connsiteX54" fmla="*/ 715268 w 7801949"/>
                  <a:gd name="connsiteY54" fmla="*/ 125192 h 1073925"/>
                  <a:gd name="connsiteX55" fmla="*/ 627851 w 7801949"/>
                  <a:gd name="connsiteY55" fmla="*/ 110699 h 1073925"/>
                  <a:gd name="connsiteX56" fmla="*/ 538443 w 7801949"/>
                  <a:gd name="connsiteY56" fmla="*/ 96424 h 1073925"/>
                  <a:gd name="connsiteX57" fmla="*/ 362837 w 7801949"/>
                  <a:gd name="connsiteY57" fmla="*/ 73506 h 1073925"/>
                  <a:gd name="connsiteX58" fmla="*/ 274120 w 7801949"/>
                  <a:gd name="connsiteY58" fmla="*/ 57944 h 1073925"/>
                  <a:gd name="connsiteX59" fmla="*/ 186785 w 7801949"/>
                  <a:gd name="connsiteY59" fmla="*/ 41531 h 1073925"/>
                  <a:gd name="connsiteX60" fmla="*/ 99978 w 7801949"/>
                  <a:gd name="connsiteY60" fmla="*/ 13833 h 1073925"/>
                  <a:gd name="connsiteX61" fmla="*/ 99328 w 7801949"/>
                  <a:gd name="connsiteY61" fmla="*/ 13724 h 1073925"/>
                  <a:gd name="connsiteX62" fmla="*/ 3133 w 7801949"/>
                  <a:gd name="connsiteY62" fmla="*/ 38 h 1073925"/>
                  <a:gd name="connsiteX63" fmla="*/ 85 w 7801949"/>
                  <a:gd name="connsiteY63" fmla="*/ 1042 h 1073925"/>
                  <a:gd name="connsiteX64" fmla="*/ 1914 w 7801949"/>
                  <a:gd name="connsiteY64" fmla="*/ 2810 h 1073925"/>
                  <a:gd name="connsiteX65" fmla="*/ 97702 w 7801949"/>
                  <a:gd name="connsiteY65" fmla="*/ 16386 h 1073925"/>
                  <a:gd name="connsiteX66" fmla="*/ 184712 w 7801949"/>
                  <a:gd name="connsiteY66" fmla="*/ 44084 h 1073925"/>
                  <a:gd name="connsiteX67" fmla="*/ 272576 w 7801949"/>
                  <a:gd name="connsiteY67" fmla="*/ 60607 h 1073925"/>
                  <a:gd name="connsiteX68" fmla="*/ 361537 w 7801949"/>
                  <a:gd name="connsiteY68" fmla="*/ 76213 h 1073925"/>
                  <a:gd name="connsiteX69" fmla="*/ 536492 w 7801949"/>
                  <a:gd name="connsiteY69" fmla="*/ 99022 h 1073925"/>
                  <a:gd name="connsiteX70" fmla="*/ 626429 w 7801949"/>
                  <a:gd name="connsiteY70" fmla="*/ 113362 h 1073925"/>
                  <a:gd name="connsiteX71" fmla="*/ 713723 w 7801949"/>
                  <a:gd name="connsiteY71" fmla="*/ 127855 h 1073925"/>
                  <a:gd name="connsiteX72" fmla="*/ 799027 w 7801949"/>
                  <a:gd name="connsiteY72" fmla="*/ 143744 h 1073925"/>
                  <a:gd name="connsiteX73" fmla="*/ 885061 w 7801949"/>
                  <a:gd name="connsiteY73" fmla="*/ 191959 h 1073925"/>
                  <a:gd name="connsiteX74" fmla="*/ 970649 w 7801949"/>
                  <a:gd name="connsiteY74" fmla="*/ 232775 h 1073925"/>
                  <a:gd name="connsiteX75" fmla="*/ 1056765 w 7801949"/>
                  <a:gd name="connsiteY75" fmla="*/ 274180 h 1073925"/>
                  <a:gd name="connsiteX76" fmla="*/ 1144141 w 7801949"/>
                  <a:gd name="connsiteY76" fmla="*/ 326498 h 1073925"/>
                  <a:gd name="connsiteX77" fmla="*/ 1231599 w 7801949"/>
                  <a:gd name="connsiteY77" fmla="*/ 364716 h 1073925"/>
                  <a:gd name="connsiteX78" fmla="*/ 1318731 w 7801949"/>
                  <a:gd name="connsiteY78" fmla="*/ 387569 h 1073925"/>
                  <a:gd name="connsiteX79" fmla="*/ 1319909 w 7801949"/>
                  <a:gd name="connsiteY79" fmla="*/ 387721 h 1073925"/>
                  <a:gd name="connsiteX80" fmla="*/ 1408423 w 7801949"/>
                  <a:gd name="connsiteY80" fmla="*/ 385910 h 1073925"/>
                  <a:gd name="connsiteX81" fmla="*/ 1495962 w 7801949"/>
                  <a:gd name="connsiteY81" fmla="*/ 384687 h 1073925"/>
                  <a:gd name="connsiteX82" fmla="*/ 1582241 w 7801949"/>
                  <a:gd name="connsiteY82" fmla="*/ 385495 h 1073925"/>
                  <a:gd name="connsiteX83" fmla="*/ 1667381 w 7801949"/>
                  <a:gd name="connsiteY83" fmla="*/ 388376 h 1073925"/>
                  <a:gd name="connsiteX84" fmla="*/ 1751466 w 7801949"/>
                  <a:gd name="connsiteY84" fmla="*/ 393069 h 1073925"/>
                  <a:gd name="connsiteX85" fmla="*/ 1834900 w 7801949"/>
                  <a:gd name="connsiteY85" fmla="*/ 398940 h 1073925"/>
                  <a:gd name="connsiteX86" fmla="*/ 1918130 w 7801949"/>
                  <a:gd name="connsiteY86" fmla="*/ 405226 h 1073925"/>
                  <a:gd name="connsiteX87" fmla="*/ 2001849 w 7801949"/>
                  <a:gd name="connsiteY87" fmla="*/ 410115 h 1073925"/>
                  <a:gd name="connsiteX88" fmla="*/ 2086177 w 7801949"/>
                  <a:gd name="connsiteY88" fmla="*/ 414699 h 1073925"/>
                  <a:gd name="connsiteX89" fmla="*/ 2171114 w 7801949"/>
                  <a:gd name="connsiteY89" fmla="*/ 418475 h 1073925"/>
                  <a:gd name="connsiteX90" fmla="*/ 2257027 w 7801949"/>
                  <a:gd name="connsiteY90" fmla="*/ 421181 h 1073925"/>
                  <a:gd name="connsiteX91" fmla="*/ 2342859 w 7801949"/>
                  <a:gd name="connsiteY91" fmla="*/ 420112 h 1073925"/>
                  <a:gd name="connsiteX92" fmla="*/ 2511312 w 7801949"/>
                  <a:gd name="connsiteY92" fmla="*/ 411905 h 1073925"/>
                  <a:gd name="connsiteX93" fmla="*/ 2539394 w 7801949"/>
                  <a:gd name="connsiteY93" fmla="*/ 407802 h 1073925"/>
                  <a:gd name="connsiteX94" fmla="*/ 2589909 w 7801949"/>
                  <a:gd name="connsiteY94" fmla="*/ 403764 h 1073925"/>
                  <a:gd name="connsiteX95" fmla="*/ 2751657 w 7801949"/>
                  <a:gd name="connsiteY95" fmla="*/ 395928 h 1073925"/>
                  <a:gd name="connsiteX96" fmla="*/ 2832408 w 7801949"/>
                  <a:gd name="connsiteY96" fmla="*/ 394073 h 1073925"/>
                  <a:gd name="connsiteX97" fmla="*/ 2862563 w 7801949"/>
                  <a:gd name="connsiteY97" fmla="*/ 418148 h 1073925"/>
                  <a:gd name="connsiteX98" fmla="*/ 2864636 w 7801949"/>
                  <a:gd name="connsiteY98" fmla="*/ 418737 h 1073925"/>
                  <a:gd name="connsiteX99" fmla="*/ 3476512 w 7801949"/>
                  <a:gd name="connsiteY99" fmla="*/ 419588 h 1073925"/>
                  <a:gd name="connsiteX100" fmla="*/ 3641713 w 7801949"/>
                  <a:gd name="connsiteY100" fmla="*/ 415594 h 1073925"/>
                  <a:gd name="connsiteX101" fmla="*/ 3989266 w 7801949"/>
                  <a:gd name="connsiteY101" fmla="*/ 416074 h 1073925"/>
                  <a:gd name="connsiteX102" fmla="*/ 4000402 w 7801949"/>
                  <a:gd name="connsiteY102" fmla="*/ 420068 h 1073925"/>
                  <a:gd name="connsiteX103" fmla="*/ 4001784 w 7801949"/>
                  <a:gd name="connsiteY103" fmla="*/ 420287 h 1073925"/>
                  <a:gd name="connsiteX104" fmla="*/ 4088713 w 7801949"/>
                  <a:gd name="connsiteY104" fmla="*/ 420461 h 1073925"/>
                  <a:gd name="connsiteX105" fmla="*/ 4100336 w 7801949"/>
                  <a:gd name="connsiteY105" fmla="*/ 424499 h 1073925"/>
                  <a:gd name="connsiteX106" fmla="*/ 4101718 w 7801949"/>
                  <a:gd name="connsiteY106" fmla="*/ 424717 h 1073925"/>
                  <a:gd name="connsiteX107" fmla="*/ 4189135 w 7801949"/>
                  <a:gd name="connsiteY107" fmla="*/ 424826 h 1073925"/>
                  <a:gd name="connsiteX108" fmla="*/ 4201449 w 7801949"/>
                  <a:gd name="connsiteY108" fmla="*/ 428995 h 1073925"/>
                  <a:gd name="connsiteX109" fmla="*/ 4202830 w 7801949"/>
                  <a:gd name="connsiteY109" fmla="*/ 429214 h 1073925"/>
                  <a:gd name="connsiteX110" fmla="*/ 4379532 w 7801949"/>
                  <a:gd name="connsiteY110" fmla="*/ 429476 h 1073925"/>
                  <a:gd name="connsiteX111" fmla="*/ 4864612 w 7801949"/>
                  <a:gd name="connsiteY111" fmla="*/ 581083 h 1073925"/>
                  <a:gd name="connsiteX112" fmla="*/ 4865913 w 7801949"/>
                  <a:gd name="connsiteY112" fmla="*/ 581235 h 1073925"/>
                  <a:gd name="connsiteX113" fmla="*/ 4972186 w 7801949"/>
                  <a:gd name="connsiteY113" fmla="*/ 581454 h 1073925"/>
                  <a:gd name="connsiteX114" fmla="*/ 5019329 w 7801949"/>
                  <a:gd name="connsiteY114" fmla="*/ 581890 h 1073925"/>
                  <a:gd name="connsiteX115" fmla="*/ 5121212 w 7801949"/>
                  <a:gd name="connsiteY115" fmla="*/ 594244 h 1073925"/>
                  <a:gd name="connsiteX116" fmla="*/ 6654438 w 7801949"/>
                  <a:gd name="connsiteY116" fmla="*/ 1041492 h 1073925"/>
                  <a:gd name="connsiteX117" fmla="*/ 6655617 w 7801949"/>
                  <a:gd name="connsiteY117" fmla="*/ 1041644 h 1073925"/>
                  <a:gd name="connsiteX118" fmla="*/ 7295087 w 7801949"/>
                  <a:gd name="connsiteY118" fmla="*/ 1043238 h 1073925"/>
                  <a:gd name="connsiteX119" fmla="*/ 7350154 w 7801949"/>
                  <a:gd name="connsiteY119" fmla="*/ 1053736 h 1073925"/>
                  <a:gd name="connsiteX120" fmla="*/ 7407009 w 7801949"/>
                  <a:gd name="connsiteY120" fmla="*/ 1061572 h 1073925"/>
                  <a:gd name="connsiteX121" fmla="*/ 7570545 w 7801949"/>
                  <a:gd name="connsiteY121" fmla="*/ 1061725 h 1073925"/>
                  <a:gd name="connsiteX122" fmla="*/ 7733877 w 7801949"/>
                  <a:gd name="connsiteY122" fmla="*/ 1062314 h 1073925"/>
                  <a:gd name="connsiteX123" fmla="*/ 7801949 w 7801949"/>
                  <a:gd name="connsiteY123" fmla="*/ 1073926 h 1073925"/>
                  <a:gd name="connsiteX124" fmla="*/ 7801949 w 7801949"/>
                  <a:gd name="connsiteY124" fmla="*/ 1071001 h 1073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7801949" h="1073925">
                    <a:moveTo>
                      <a:pt x="7801705" y="1071023"/>
                    </a:moveTo>
                    <a:lnTo>
                      <a:pt x="7734731" y="1059608"/>
                    </a:lnTo>
                    <a:cubicBezTo>
                      <a:pt x="7734731" y="1059608"/>
                      <a:pt x="7734242" y="1059564"/>
                      <a:pt x="7734040" y="1059564"/>
                    </a:cubicBezTo>
                    <a:lnTo>
                      <a:pt x="7570342" y="1058931"/>
                    </a:lnTo>
                    <a:lnTo>
                      <a:pt x="7407416" y="1058822"/>
                    </a:lnTo>
                    <a:lnTo>
                      <a:pt x="7351373" y="1051030"/>
                    </a:lnTo>
                    <a:lnTo>
                      <a:pt x="7296185" y="1040531"/>
                    </a:lnTo>
                    <a:cubicBezTo>
                      <a:pt x="7295900" y="1040488"/>
                      <a:pt x="7295575" y="1040422"/>
                      <a:pt x="7295412" y="1040422"/>
                    </a:cubicBezTo>
                    <a:lnTo>
                      <a:pt x="6656145" y="1038872"/>
                    </a:lnTo>
                    <a:lnTo>
                      <a:pt x="5123122" y="591690"/>
                    </a:lnTo>
                    <a:cubicBezTo>
                      <a:pt x="5123122" y="591690"/>
                      <a:pt x="5122717" y="591581"/>
                      <a:pt x="5122513" y="591538"/>
                    </a:cubicBezTo>
                    <a:lnTo>
                      <a:pt x="5019735" y="579118"/>
                    </a:lnTo>
                    <a:lnTo>
                      <a:pt x="4972023" y="578638"/>
                    </a:lnTo>
                    <a:lnTo>
                      <a:pt x="4866441" y="578420"/>
                    </a:lnTo>
                    <a:lnTo>
                      <a:pt x="4381361" y="426813"/>
                    </a:lnTo>
                    <a:cubicBezTo>
                      <a:pt x="4380955" y="426704"/>
                      <a:pt x="4380548" y="426638"/>
                      <a:pt x="4380061" y="426638"/>
                    </a:cubicBezTo>
                    <a:lnTo>
                      <a:pt x="4203359" y="426376"/>
                    </a:lnTo>
                    <a:lnTo>
                      <a:pt x="4191045" y="422229"/>
                    </a:lnTo>
                    <a:cubicBezTo>
                      <a:pt x="4190638" y="422120"/>
                      <a:pt x="4190151" y="422055"/>
                      <a:pt x="4189744" y="422055"/>
                    </a:cubicBezTo>
                    <a:lnTo>
                      <a:pt x="4102246" y="421902"/>
                    </a:lnTo>
                    <a:lnTo>
                      <a:pt x="4090623" y="417864"/>
                    </a:lnTo>
                    <a:cubicBezTo>
                      <a:pt x="4090216" y="417711"/>
                      <a:pt x="4089729" y="417646"/>
                      <a:pt x="4089241" y="417646"/>
                    </a:cubicBezTo>
                    <a:lnTo>
                      <a:pt x="4002313" y="417493"/>
                    </a:lnTo>
                    <a:lnTo>
                      <a:pt x="3991298" y="413499"/>
                    </a:lnTo>
                    <a:cubicBezTo>
                      <a:pt x="3990893" y="413346"/>
                      <a:pt x="3990404" y="413280"/>
                      <a:pt x="3989917" y="413280"/>
                    </a:cubicBezTo>
                    <a:lnTo>
                      <a:pt x="3641469" y="412800"/>
                    </a:lnTo>
                    <a:lnTo>
                      <a:pt x="3476187" y="416794"/>
                    </a:lnTo>
                    <a:lnTo>
                      <a:pt x="2865896" y="415943"/>
                    </a:lnTo>
                    <a:lnTo>
                      <a:pt x="2835660" y="391868"/>
                    </a:lnTo>
                    <a:cubicBezTo>
                      <a:pt x="2835172" y="391497"/>
                      <a:pt x="2834481" y="391345"/>
                      <a:pt x="2833465" y="391279"/>
                    </a:cubicBezTo>
                    <a:lnTo>
                      <a:pt x="2751210" y="393156"/>
                    </a:lnTo>
                    <a:lnTo>
                      <a:pt x="2589178" y="401036"/>
                    </a:lnTo>
                    <a:lnTo>
                      <a:pt x="2538297" y="405073"/>
                    </a:lnTo>
                    <a:lnTo>
                      <a:pt x="2510336" y="409177"/>
                    </a:lnTo>
                    <a:lnTo>
                      <a:pt x="2342453" y="417384"/>
                    </a:lnTo>
                    <a:lnTo>
                      <a:pt x="2257027" y="418453"/>
                    </a:lnTo>
                    <a:lnTo>
                      <a:pt x="2171317" y="415681"/>
                    </a:lnTo>
                    <a:lnTo>
                      <a:pt x="2086502" y="411949"/>
                    </a:lnTo>
                    <a:lnTo>
                      <a:pt x="2002255" y="407322"/>
                    </a:lnTo>
                    <a:lnTo>
                      <a:pt x="1918618" y="402411"/>
                    </a:lnTo>
                    <a:lnTo>
                      <a:pt x="1835387" y="396125"/>
                    </a:lnTo>
                    <a:lnTo>
                      <a:pt x="1751913" y="390253"/>
                    </a:lnTo>
                    <a:lnTo>
                      <a:pt x="1667666" y="385626"/>
                    </a:lnTo>
                    <a:lnTo>
                      <a:pt x="1582363" y="382701"/>
                    </a:lnTo>
                    <a:lnTo>
                      <a:pt x="1495840" y="381894"/>
                    </a:lnTo>
                    <a:lnTo>
                      <a:pt x="1408139" y="383116"/>
                    </a:lnTo>
                    <a:lnTo>
                      <a:pt x="1320275" y="384928"/>
                    </a:lnTo>
                    <a:lnTo>
                      <a:pt x="1234159" y="362337"/>
                    </a:lnTo>
                    <a:lnTo>
                      <a:pt x="1147515" y="324446"/>
                    </a:lnTo>
                    <a:lnTo>
                      <a:pt x="1060261" y="272172"/>
                    </a:lnTo>
                    <a:lnTo>
                      <a:pt x="973941" y="230723"/>
                    </a:lnTo>
                    <a:lnTo>
                      <a:pt x="888475" y="189907"/>
                    </a:lnTo>
                    <a:lnTo>
                      <a:pt x="802197" y="141518"/>
                    </a:lnTo>
                    <a:cubicBezTo>
                      <a:pt x="801912" y="141365"/>
                      <a:pt x="801546" y="141256"/>
                      <a:pt x="801221" y="141191"/>
                    </a:cubicBezTo>
                    <a:lnTo>
                      <a:pt x="715268" y="125192"/>
                    </a:lnTo>
                    <a:lnTo>
                      <a:pt x="627851" y="110699"/>
                    </a:lnTo>
                    <a:lnTo>
                      <a:pt x="538443" y="96424"/>
                    </a:lnTo>
                    <a:lnTo>
                      <a:pt x="362837" y="73506"/>
                    </a:lnTo>
                    <a:lnTo>
                      <a:pt x="274120" y="57944"/>
                    </a:lnTo>
                    <a:lnTo>
                      <a:pt x="186785" y="41531"/>
                    </a:lnTo>
                    <a:lnTo>
                      <a:pt x="99978" y="13833"/>
                    </a:lnTo>
                    <a:cubicBezTo>
                      <a:pt x="99734" y="13789"/>
                      <a:pt x="99531" y="13724"/>
                      <a:pt x="99328" y="13724"/>
                    </a:cubicBezTo>
                    <a:lnTo>
                      <a:pt x="3133" y="38"/>
                    </a:lnTo>
                    <a:cubicBezTo>
                      <a:pt x="1792" y="-136"/>
                      <a:pt x="410" y="300"/>
                      <a:pt x="85" y="1042"/>
                    </a:cubicBezTo>
                    <a:cubicBezTo>
                      <a:pt x="-281" y="1850"/>
                      <a:pt x="573" y="2592"/>
                      <a:pt x="1914" y="2810"/>
                    </a:cubicBezTo>
                    <a:lnTo>
                      <a:pt x="97702" y="16386"/>
                    </a:lnTo>
                    <a:lnTo>
                      <a:pt x="184712" y="44084"/>
                    </a:lnTo>
                    <a:lnTo>
                      <a:pt x="272576" y="60607"/>
                    </a:lnTo>
                    <a:lnTo>
                      <a:pt x="361537" y="76213"/>
                    </a:lnTo>
                    <a:lnTo>
                      <a:pt x="536492" y="99022"/>
                    </a:lnTo>
                    <a:lnTo>
                      <a:pt x="626429" y="113362"/>
                    </a:lnTo>
                    <a:lnTo>
                      <a:pt x="713723" y="127855"/>
                    </a:lnTo>
                    <a:lnTo>
                      <a:pt x="799027" y="143744"/>
                    </a:lnTo>
                    <a:lnTo>
                      <a:pt x="885061" y="191959"/>
                    </a:lnTo>
                    <a:lnTo>
                      <a:pt x="970649" y="232775"/>
                    </a:lnTo>
                    <a:lnTo>
                      <a:pt x="1056765" y="274180"/>
                    </a:lnTo>
                    <a:lnTo>
                      <a:pt x="1144141" y="326498"/>
                    </a:lnTo>
                    <a:lnTo>
                      <a:pt x="1231599" y="364716"/>
                    </a:lnTo>
                    <a:lnTo>
                      <a:pt x="1318731" y="387569"/>
                    </a:lnTo>
                    <a:cubicBezTo>
                      <a:pt x="1319137" y="387678"/>
                      <a:pt x="1319503" y="387678"/>
                      <a:pt x="1319909" y="387721"/>
                    </a:cubicBezTo>
                    <a:lnTo>
                      <a:pt x="1408423" y="385910"/>
                    </a:lnTo>
                    <a:lnTo>
                      <a:pt x="1495962" y="384687"/>
                    </a:lnTo>
                    <a:lnTo>
                      <a:pt x="1582241" y="385495"/>
                    </a:lnTo>
                    <a:lnTo>
                      <a:pt x="1667381" y="388376"/>
                    </a:lnTo>
                    <a:lnTo>
                      <a:pt x="1751466" y="393069"/>
                    </a:lnTo>
                    <a:lnTo>
                      <a:pt x="1834900" y="398940"/>
                    </a:lnTo>
                    <a:lnTo>
                      <a:pt x="1918130" y="405226"/>
                    </a:lnTo>
                    <a:lnTo>
                      <a:pt x="2001849" y="410115"/>
                    </a:lnTo>
                    <a:lnTo>
                      <a:pt x="2086177" y="414699"/>
                    </a:lnTo>
                    <a:lnTo>
                      <a:pt x="2171114" y="418475"/>
                    </a:lnTo>
                    <a:lnTo>
                      <a:pt x="2257027" y="421181"/>
                    </a:lnTo>
                    <a:lnTo>
                      <a:pt x="2342859" y="420112"/>
                    </a:lnTo>
                    <a:lnTo>
                      <a:pt x="2511312" y="411905"/>
                    </a:lnTo>
                    <a:lnTo>
                      <a:pt x="2539394" y="407802"/>
                    </a:lnTo>
                    <a:lnTo>
                      <a:pt x="2589909" y="403764"/>
                    </a:lnTo>
                    <a:lnTo>
                      <a:pt x="2751657" y="395928"/>
                    </a:lnTo>
                    <a:lnTo>
                      <a:pt x="2832408" y="394073"/>
                    </a:lnTo>
                    <a:lnTo>
                      <a:pt x="2862563" y="418148"/>
                    </a:lnTo>
                    <a:cubicBezTo>
                      <a:pt x="2863051" y="418519"/>
                      <a:pt x="2863864" y="418737"/>
                      <a:pt x="2864636" y="418737"/>
                    </a:cubicBezTo>
                    <a:lnTo>
                      <a:pt x="3476512" y="419588"/>
                    </a:lnTo>
                    <a:lnTo>
                      <a:pt x="3641713" y="415594"/>
                    </a:lnTo>
                    <a:lnTo>
                      <a:pt x="3989266" y="416074"/>
                    </a:lnTo>
                    <a:lnTo>
                      <a:pt x="4000402" y="420068"/>
                    </a:lnTo>
                    <a:cubicBezTo>
                      <a:pt x="4000808" y="420221"/>
                      <a:pt x="4001297" y="420287"/>
                      <a:pt x="4001784" y="420287"/>
                    </a:cubicBezTo>
                    <a:lnTo>
                      <a:pt x="4088713" y="420461"/>
                    </a:lnTo>
                    <a:lnTo>
                      <a:pt x="4100336" y="424499"/>
                    </a:lnTo>
                    <a:cubicBezTo>
                      <a:pt x="4100743" y="424652"/>
                      <a:pt x="4101230" y="424717"/>
                      <a:pt x="4101718" y="424717"/>
                    </a:cubicBezTo>
                    <a:lnTo>
                      <a:pt x="4189135" y="424826"/>
                    </a:lnTo>
                    <a:lnTo>
                      <a:pt x="4201449" y="428995"/>
                    </a:lnTo>
                    <a:cubicBezTo>
                      <a:pt x="4201855" y="429148"/>
                      <a:pt x="4202343" y="429214"/>
                      <a:pt x="4202830" y="429214"/>
                    </a:cubicBezTo>
                    <a:lnTo>
                      <a:pt x="4379532" y="429476"/>
                    </a:lnTo>
                    <a:lnTo>
                      <a:pt x="4864612" y="581083"/>
                    </a:lnTo>
                    <a:cubicBezTo>
                      <a:pt x="4865018" y="581192"/>
                      <a:pt x="4865425" y="581235"/>
                      <a:pt x="4865913" y="581235"/>
                    </a:cubicBezTo>
                    <a:lnTo>
                      <a:pt x="4972186" y="581454"/>
                    </a:lnTo>
                    <a:lnTo>
                      <a:pt x="5019329" y="581890"/>
                    </a:lnTo>
                    <a:lnTo>
                      <a:pt x="5121212" y="594244"/>
                    </a:lnTo>
                    <a:lnTo>
                      <a:pt x="6654438" y="1041492"/>
                    </a:lnTo>
                    <a:cubicBezTo>
                      <a:pt x="6654845" y="1041601"/>
                      <a:pt x="6655250" y="1041644"/>
                      <a:pt x="6655617" y="1041644"/>
                    </a:cubicBezTo>
                    <a:lnTo>
                      <a:pt x="7295087" y="1043238"/>
                    </a:lnTo>
                    <a:lnTo>
                      <a:pt x="7350154" y="1053736"/>
                    </a:lnTo>
                    <a:lnTo>
                      <a:pt x="7407009" y="1061572"/>
                    </a:lnTo>
                    <a:lnTo>
                      <a:pt x="7570545" y="1061725"/>
                    </a:lnTo>
                    <a:lnTo>
                      <a:pt x="7733877" y="1062314"/>
                    </a:lnTo>
                    <a:lnTo>
                      <a:pt x="7801949" y="1073926"/>
                    </a:lnTo>
                    <a:lnTo>
                      <a:pt x="7801949" y="10710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49" name="Freeform: Shape 148">
                <a:extLst>
                  <a:ext uri="{FF2B5EF4-FFF2-40B4-BE49-F238E27FC236}">
                    <a16:creationId xmlns:a16="http://schemas.microsoft.com/office/drawing/2014/main" id="{C5E2ADAB-04A7-4486-8AFF-CC5D02623FBA}"/>
                  </a:ext>
                </a:extLst>
              </p:cNvPr>
              <p:cNvSpPr/>
              <p:nvPr/>
            </p:nvSpPr>
            <p:spPr>
              <a:xfrm>
                <a:off x="8171606" y="6059793"/>
                <a:ext cx="4020393" cy="185618"/>
              </a:xfrm>
              <a:custGeom>
                <a:avLst/>
                <a:gdLst>
                  <a:gd name="connsiteX0" fmla="*/ 4020393 w 4020393"/>
                  <a:gd name="connsiteY0" fmla="*/ 182650 h 185618"/>
                  <a:gd name="connsiteX1" fmla="*/ 3159557 w 4020393"/>
                  <a:gd name="connsiteY1" fmla="*/ 32112 h 185618"/>
                  <a:gd name="connsiteX2" fmla="*/ 3158866 w 4020393"/>
                  <a:gd name="connsiteY2" fmla="*/ 32003 h 185618"/>
                  <a:gd name="connsiteX3" fmla="*/ 3057673 w 4020393"/>
                  <a:gd name="connsiteY3" fmla="*/ 31850 h 185618"/>
                  <a:gd name="connsiteX4" fmla="*/ 3026420 w 4020393"/>
                  <a:gd name="connsiteY4" fmla="*/ 26306 h 185618"/>
                  <a:gd name="connsiteX5" fmla="*/ 3025648 w 4020393"/>
                  <a:gd name="connsiteY5" fmla="*/ 26263 h 185618"/>
                  <a:gd name="connsiteX6" fmla="*/ 2824317 w 4020393"/>
                  <a:gd name="connsiteY6" fmla="*/ 25935 h 185618"/>
                  <a:gd name="connsiteX7" fmla="*/ 2764211 w 4020393"/>
                  <a:gd name="connsiteY7" fmla="*/ 20348 h 185618"/>
                  <a:gd name="connsiteX8" fmla="*/ 2722434 w 4020393"/>
                  <a:gd name="connsiteY8" fmla="*/ 15655 h 185618"/>
                  <a:gd name="connsiteX9" fmla="*/ 2695041 w 4020393"/>
                  <a:gd name="connsiteY9" fmla="*/ 13320 h 185618"/>
                  <a:gd name="connsiteX10" fmla="*/ 2643551 w 4020393"/>
                  <a:gd name="connsiteY10" fmla="*/ 10700 h 185618"/>
                  <a:gd name="connsiteX11" fmla="*/ 2549673 w 4020393"/>
                  <a:gd name="connsiteY11" fmla="*/ 49 h 185618"/>
                  <a:gd name="connsiteX12" fmla="*/ 2548778 w 4020393"/>
                  <a:gd name="connsiteY12" fmla="*/ 49 h 185618"/>
                  <a:gd name="connsiteX13" fmla="*/ 2447788 w 4020393"/>
                  <a:gd name="connsiteY13" fmla="*/ 8954 h 185618"/>
                  <a:gd name="connsiteX14" fmla="*/ 2356998 w 4020393"/>
                  <a:gd name="connsiteY14" fmla="*/ 13385 h 185618"/>
                  <a:gd name="connsiteX15" fmla="*/ 2245564 w 4020393"/>
                  <a:gd name="connsiteY15" fmla="*/ 18340 h 185618"/>
                  <a:gd name="connsiteX16" fmla="*/ 2144573 w 4020393"/>
                  <a:gd name="connsiteY16" fmla="*/ 20632 h 185618"/>
                  <a:gd name="connsiteX17" fmla="*/ 2042689 w 4020393"/>
                  <a:gd name="connsiteY17" fmla="*/ 16572 h 185618"/>
                  <a:gd name="connsiteX18" fmla="*/ 1941902 w 4020393"/>
                  <a:gd name="connsiteY18" fmla="*/ 25150 h 185618"/>
                  <a:gd name="connsiteX19" fmla="*/ 1841073 w 4020393"/>
                  <a:gd name="connsiteY19" fmla="*/ 29951 h 185618"/>
                  <a:gd name="connsiteX20" fmla="*/ 1336447 w 4020393"/>
                  <a:gd name="connsiteY20" fmla="*/ 29144 h 185618"/>
                  <a:gd name="connsiteX21" fmla="*/ 1296253 w 4020393"/>
                  <a:gd name="connsiteY21" fmla="*/ 18165 h 185618"/>
                  <a:gd name="connsiteX22" fmla="*/ 1295075 w 4020393"/>
                  <a:gd name="connsiteY22" fmla="*/ 18012 h 185618"/>
                  <a:gd name="connsiteX23" fmla="*/ 2560 w 4020393"/>
                  <a:gd name="connsiteY23" fmla="*/ 16048 h 185618"/>
                  <a:gd name="connsiteX24" fmla="*/ 2560 w 4020393"/>
                  <a:gd name="connsiteY24" fmla="*/ 16048 h 185618"/>
                  <a:gd name="connsiteX25" fmla="*/ 0 w 4020393"/>
                  <a:gd name="connsiteY25" fmla="*/ 17423 h 185618"/>
                  <a:gd name="connsiteX26" fmla="*/ 2560 w 4020393"/>
                  <a:gd name="connsiteY26" fmla="*/ 18820 h 185618"/>
                  <a:gd name="connsiteX27" fmla="*/ 1294506 w 4020393"/>
                  <a:gd name="connsiteY27" fmla="*/ 20850 h 185618"/>
                  <a:gd name="connsiteX28" fmla="*/ 1334780 w 4020393"/>
                  <a:gd name="connsiteY28" fmla="*/ 31872 h 185618"/>
                  <a:gd name="connsiteX29" fmla="*/ 1335877 w 4020393"/>
                  <a:gd name="connsiteY29" fmla="*/ 31981 h 185618"/>
                  <a:gd name="connsiteX30" fmla="*/ 1841318 w 4020393"/>
                  <a:gd name="connsiteY30" fmla="*/ 32789 h 185618"/>
                  <a:gd name="connsiteX31" fmla="*/ 1942511 w 4020393"/>
                  <a:gd name="connsiteY31" fmla="*/ 27943 h 185618"/>
                  <a:gd name="connsiteX32" fmla="*/ 2042891 w 4020393"/>
                  <a:gd name="connsiteY32" fmla="*/ 19366 h 185618"/>
                  <a:gd name="connsiteX33" fmla="*/ 2144491 w 4020393"/>
                  <a:gd name="connsiteY33" fmla="*/ 23469 h 185618"/>
                  <a:gd name="connsiteX34" fmla="*/ 2245889 w 4020393"/>
                  <a:gd name="connsiteY34" fmla="*/ 21177 h 185618"/>
                  <a:gd name="connsiteX35" fmla="*/ 2347082 w 4020393"/>
                  <a:gd name="connsiteY35" fmla="*/ 16703 h 185618"/>
                  <a:gd name="connsiteX36" fmla="*/ 2448357 w 4020393"/>
                  <a:gd name="connsiteY36" fmla="*/ 11792 h 185618"/>
                  <a:gd name="connsiteX37" fmla="*/ 2549063 w 4020393"/>
                  <a:gd name="connsiteY37" fmla="*/ 2908 h 185618"/>
                  <a:gd name="connsiteX38" fmla="*/ 2642738 w 4020393"/>
                  <a:gd name="connsiteY38" fmla="*/ 13516 h 185618"/>
                  <a:gd name="connsiteX39" fmla="*/ 2694310 w 4020393"/>
                  <a:gd name="connsiteY39" fmla="*/ 16135 h 185618"/>
                  <a:gd name="connsiteX40" fmla="*/ 2721498 w 4020393"/>
                  <a:gd name="connsiteY40" fmla="*/ 18471 h 185618"/>
                  <a:gd name="connsiteX41" fmla="*/ 2763276 w 4020393"/>
                  <a:gd name="connsiteY41" fmla="*/ 23163 h 185618"/>
                  <a:gd name="connsiteX42" fmla="*/ 2823871 w 4020393"/>
                  <a:gd name="connsiteY42" fmla="*/ 28751 h 185618"/>
                  <a:gd name="connsiteX43" fmla="*/ 3025202 w 4020393"/>
                  <a:gd name="connsiteY43" fmla="*/ 29078 h 185618"/>
                  <a:gd name="connsiteX44" fmla="*/ 3056454 w 4020393"/>
                  <a:gd name="connsiteY44" fmla="*/ 34666 h 185618"/>
                  <a:gd name="connsiteX45" fmla="*/ 3057225 w 4020393"/>
                  <a:gd name="connsiteY45" fmla="*/ 34710 h 185618"/>
                  <a:gd name="connsiteX46" fmla="*/ 3158419 w 4020393"/>
                  <a:gd name="connsiteY46" fmla="*/ 34862 h 185618"/>
                  <a:gd name="connsiteX47" fmla="*/ 4020353 w 4020393"/>
                  <a:gd name="connsiteY47" fmla="*/ 185618 h 185618"/>
                  <a:gd name="connsiteX48" fmla="*/ 4020353 w 4020393"/>
                  <a:gd name="connsiteY48" fmla="*/ 182694 h 185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020393" h="185618">
                    <a:moveTo>
                      <a:pt x="4020393" y="182650"/>
                    </a:moveTo>
                    <a:lnTo>
                      <a:pt x="3159557" y="32112"/>
                    </a:lnTo>
                    <a:cubicBezTo>
                      <a:pt x="3159557" y="32112"/>
                      <a:pt x="3159070" y="32003"/>
                      <a:pt x="3158866" y="32003"/>
                    </a:cubicBezTo>
                    <a:lnTo>
                      <a:pt x="3057673" y="31850"/>
                    </a:lnTo>
                    <a:lnTo>
                      <a:pt x="3026420" y="26306"/>
                    </a:lnTo>
                    <a:cubicBezTo>
                      <a:pt x="3026420" y="26306"/>
                      <a:pt x="3025933" y="26263"/>
                      <a:pt x="3025648" y="26263"/>
                    </a:cubicBezTo>
                    <a:lnTo>
                      <a:pt x="2824317" y="25935"/>
                    </a:lnTo>
                    <a:lnTo>
                      <a:pt x="2764211" y="20348"/>
                    </a:lnTo>
                    <a:lnTo>
                      <a:pt x="2722434" y="15655"/>
                    </a:lnTo>
                    <a:lnTo>
                      <a:pt x="2695041" y="13320"/>
                    </a:lnTo>
                    <a:lnTo>
                      <a:pt x="2643551" y="10700"/>
                    </a:lnTo>
                    <a:lnTo>
                      <a:pt x="2549673" y="49"/>
                    </a:lnTo>
                    <a:cubicBezTo>
                      <a:pt x="2549388" y="-16"/>
                      <a:pt x="2549063" y="-16"/>
                      <a:pt x="2548778" y="49"/>
                    </a:cubicBezTo>
                    <a:lnTo>
                      <a:pt x="2447788" y="8954"/>
                    </a:lnTo>
                    <a:lnTo>
                      <a:pt x="2356998" y="13385"/>
                    </a:lnTo>
                    <a:lnTo>
                      <a:pt x="2245564" y="18340"/>
                    </a:lnTo>
                    <a:lnTo>
                      <a:pt x="2144573" y="20632"/>
                    </a:lnTo>
                    <a:lnTo>
                      <a:pt x="2042689" y="16572"/>
                    </a:lnTo>
                    <a:lnTo>
                      <a:pt x="1941902" y="25150"/>
                    </a:lnTo>
                    <a:lnTo>
                      <a:pt x="1841073" y="29951"/>
                    </a:lnTo>
                    <a:lnTo>
                      <a:pt x="1336447" y="29144"/>
                    </a:lnTo>
                    <a:lnTo>
                      <a:pt x="1296253" y="18165"/>
                    </a:lnTo>
                    <a:cubicBezTo>
                      <a:pt x="1295848" y="18056"/>
                      <a:pt x="1295481" y="18012"/>
                      <a:pt x="1295075" y="18012"/>
                    </a:cubicBezTo>
                    <a:lnTo>
                      <a:pt x="2560" y="16048"/>
                    </a:lnTo>
                    <a:lnTo>
                      <a:pt x="2560" y="16048"/>
                    </a:lnTo>
                    <a:cubicBezTo>
                      <a:pt x="1179" y="16048"/>
                      <a:pt x="0" y="16637"/>
                      <a:pt x="0" y="17423"/>
                    </a:cubicBezTo>
                    <a:cubicBezTo>
                      <a:pt x="0" y="18165"/>
                      <a:pt x="1179" y="18820"/>
                      <a:pt x="2560" y="18820"/>
                    </a:cubicBezTo>
                    <a:lnTo>
                      <a:pt x="1294506" y="20850"/>
                    </a:lnTo>
                    <a:lnTo>
                      <a:pt x="1334780" y="31872"/>
                    </a:lnTo>
                    <a:cubicBezTo>
                      <a:pt x="1335065" y="31916"/>
                      <a:pt x="1335472" y="31981"/>
                      <a:pt x="1335877" y="31981"/>
                    </a:cubicBezTo>
                    <a:lnTo>
                      <a:pt x="1841318" y="32789"/>
                    </a:lnTo>
                    <a:lnTo>
                      <a:pt x="1942511" y="27943"/>
                    </a:lnTo>
                    <a:lnTo>
                      <a:pt x="2042891" y="19366"/>
                    </a:lnTo>
                    <a:lnTo>
                      <a:pt x="2144491" y="23469"/>
                    </a:lnTo>
                    <a:lnTo>
                      <a:pt x="2245889" y="21177"/>
                    </a:lnTo>
                    <a:lnTo>
                      <a:pt x="2347082" y="16703"/>
                    </a:lnTo>
                    <a:lnTo>
                      <a:pt x="2448357" y="11792"/>
                    </a:lnTo>
                    <a:lnTo>
                      <a:pt x="2549063" y="2908"/>
                    </a:lnTo>
                    <a:lnTo>
                      <a:pt x="2642738" y="13516"/>
                    </a:lnTo>
                    <a:lnTo>
                      <a:pt x="2694310" y="16135"/>
                    </a:lnTo>
                    <a:lnTo>
                      <a:pt x="2721498" y="18471"/>
                    </a:lnTo>
                    <a:lnTo>
                      <a:pt x="2763276" y="23163"/>
                    </a:lnTo>
                    <a:lnTo>
                      <a:pt x="2823871" y="28751"/>
                    </a:lnTo>
                    <a:lnTo>
                      <a:pt x="3025202" y="29078"/>
                    </a:lnTo>
                    <a:lnTo>
                      <a:pt x="3056454" y="34666"/>
                    </a:lnTo>
                    <a:cubicBezTo>
                      <a:pt x="3056737" y="34710"/>
                      <a:pt x="3056941" y="34710"/>
                      <a:pt x="3057225" y="34710"/>
                    </a:cubicBezTo>
                    <a:lnTo>
                      <a:pt x="3158419" y="34862"/>
                    </a:lnTo>
                    <a:lnTo>
                      <a:pt x="4020353" y="185618"/>
                    </a:lnTo>
                    <a:lnTo>
                      <a:pt x="4020353" y="18269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0" name="Freeform: Shape 149">
                <a:extLst>
                  <a:ext uri="{FF2B5EF4-FFF2-40B4-BE49-F238E27FC236}">
                    <a16:creationId xmlns:a16="http://schemas.microsoft.com/office/drawing/2014/main" id="{84CC578A-B85F-4B16-A10A-C201759902C4}"/>
                  </a:ext>
                </a:extLst>
              </p:cNvPr>
              <p:cNvSpPr/>
              <p:nvPr/>
            </p:nvSpPr>
            <p:spPr>
              <a:xfrm>
                <a:off x="978525" y="5707201"/>
                <a:ext cx="299968" cy="20223"/>
              </a:xfrm>
              <a:custGeom>
                <a:avLst/>
                <a:gdLst>
                  <a:gd name="connsiteX0" fmla="*/ 297367 w 299968"/>
                  <a:gd name="connsiteY0" fmla="*/ 20224 h 20223"/>
                  <a:gd name="connsiteX1" fmla="*/ 295579 w 299968"/>
                  <a:gd name="connsiteY1" fmla="*/ 20224 h 20223"/>
                  <a:gd name="connsiteX2" fmla="*/ 250672 w 299968"/>
                  <a:gd name="connsiteY2" fmla="*/ 16753 h 20223"/>
                  <a:gd name="connsiteX3" fmla="*/ 152852 w 299968"/>
                  <a:gd name="connsiteY3" fmla="*/ 8328 h 20223"/>
                  <a:gd name="connsiteX4" fmla="*/ 120096 w 299968"/>
                  <a:gd name="connsiteY4" fmla="*/ 10729 h 20223"/>
                  <a:gd name="connsiteX5" fmla="*/ 119405 w 299968"/>
                  <a:gd name="connsiteY5" fmla="*/ 10729 h 20223"/>
                  <a:gd name="connsiteX6" fmla="*/ 20650 w 299968"/>
                  <a:gd name="connsiteY6" fmla="*/ 3483 h 20223"/>
                  <a:gd name="connsiteX7" fmla="*/ 2362 w 299968"/>
                  <a:gd name="connsiteY7" fmla="*/ 2828 h 20223"/>
                  <a:gd name="connsiteX8" fmla="*/ 4 w 299968"/>
                  <a:gd name="connsiteY8" fmla="*/ 1344 h 20223"/>
                  <a:gd name="connsiteX9" fmla="*/ 2687 w 299968"/>
                  <a:gd name="connsiteY9" fmla="*/ 12 h 20223"/>
                  <a:gd name="connsiteX10" fmla="*/ 21137 w 299968"/>
                  <a:gd name="connsiteY10" fmla="*/ 645 h 20223"/>
                  <a:gd name="connsiteX11" fmla="*/ 119770 w 299968"/>
                  <a:gd name="connsiteY11" fmla="*/ 7892 h 20223"/>
                  <a:gd name="connsiteX12" fmla="*/ 152526 w 299968"/>
                  <a:gd name="connsiteY12" fmla="*/ 5491 h 20223"/>
                  <a:gd name="connsiteX13" fmla="*/ 153258 w 299968"/>
                  <a:gd name="connsiteY13" fmla="*/ 5491 h 20223"/>
                  <a:gd name="connsiteX14" fmla="*/ 251444 w 299968"/>
                  <a:gd name="connsiteY14" fmla="*/ 13959 h 20223"/>
                  <a:gd name="connsiteX15" fmla="*/ 297489 w 299968"/>
                  <a:gd name="connsiteY15" fmla="*/ 17364 h 20223"/>
                  <a:gd name="connsiteX16" fmla="*/ 299968 w 299968"/>
                  <a:gd name="connsiteY16" fmla="*/ 18849 h 20223"/>
                  <a:gd name="connsiteX17" fmla="*/ 297367 w 299968"/>
                  <a:gd name="connsiteY17" fmla="*/ 20180 h 20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9968" h="20223">
                    <a:moveTo>
                      <a:pt x="297367" y="20224"/>
                    </a:moveTo>
                    <a:lnTo>
                      <a:pt x="295579" y="20224"/>
                    </a:lnTo>
                    <a:lnTo>
                      <a:pt x="250672" y="16753"/>
                    </a:lnTo>
                    <a:lnTo>
                      <a:pt x="152852" y="8328"/>
                    </a:lnTo>
                    <a:lnTo>
                      <a:pt x="120096" y="10729"/>
                    </a:lnTo>
                    <a:lnTo>
                      <a:pt x="119405" y="10729"/>
                    </a:lnTo>
                    <a:lnTo>
                      <a:pt x="20650" y="3483"/>
                    </a:lnTo>
                    <a:lnTo>
                      <a:pt x="2362" y="2828"/>
                    </a:lnTo>
                    <a:cubicBezTo>
                      <a:pt x="980" y="2784"/>
                      <a:pt x="-77" y="2086"/>
                      <a:pt x="4" y="1344"/>
                    </a:cubicBezTo>
                    <a:cubicBezTo>
                      <a:pt x="45" y="536"/>
                      <a:pt x="1142" y="-97"/>
                      <a:pt x="2687" y="12"/>
                    </a:cubicBezTo>
                    <a:lnTo>
                      <a:pt x="21137" y="645"/>
                    </a:lnTo>
                    <a:lnTo>
                      <a:pt x="119770" y="7892"/>
                    </a:lnTo>
                    <a:lnTo>
                      <a:pt x="152526" y="5491"/>
                    </a:lnTo>
                    <a:lnTo>
                      <a:pt x="153258" y="5491"/>
                    </a:lnTo>
                    <a:lnTo>
                      <a:pt x="251444" y="13959"/>
                    </a:lnTo>
                    <a:lnTo>
                      <a:pt x="297489" y="17364"/>
                    </a:lnTo>
                    <a:cubicBezTo>
                      <a:pt x="298871" y="17408"/>
                      <a:pt x="299968" y="18063"/>
                      <a:pt x="299968" y="18849"/>
                    </a:cubicBezTo>
                    <a:cubicBezTo>
                      <a:pt x="299928" y="19591"/>
                      <a:pt x="298790" y="20180"/>
                      <a:pt x="297367" y="201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1" name="Freeform: Shape 150">
                <a:extLst>
                  <a:ext uri="{FF2B5EF4-FFF2-40B4-BE49-F238E27FC236}">
                    <a16:creationId xmlns:a16="http://schemas.microsoft.com/office/drawing/2014/main" id="{7D9ADF04-090C-4343-AB46-DDF4B7D976B9}"/>
                  </a:ext>
                </a:extLst>
              </p:cNvPr>
              <p:cNvSpPr/>
              <p:nvPr/>
            </p:nvSpPr>
            <p:spPr>
              <a:xfrm>
                <a:off x="10904443" y="6069206"/>
                <a:ext cx="1287556" cy="32259"/>
              </a:xfrm>
              <a:custGeom>
                <a:avLst/>
                <a:gdLst>
                  <a:gd name="connsiteX0" fmla="*/ 1287557 w 1287556"/>
                  <a:gd name="connsiteY0" fmla="*/ 26585 h 32259"/>
                  <a:gd name="connsiteX1" fmla="*/ 1278047 w 1287556"/>
                  <a:gd name="connsiteY1" fmla="*/ 27392 h 32259"/>
                  <a:gd name="connsiteX2" fmla="*/ 1175634 w 1287556"/>
                  <a:gd name="connsiteY2" fmla="*/ 29466 h 32259"/>
                  <a:gd name="connsiteX3" fmla="*/ 970931 w 1287556"/>
                  <a:gd name="connsiteY3" fmla="*/ 29138 h 32259"/>
                  <a:gd name="connsiteX4" fmla="*/ 864657 w 1287556"/>
                  <a:gd name="connsiteY4" fmla="*/ 12245 h 32259"/>
                  <a:gd name="connsiteX5" fmla="*/ 863966 w 1287556"/>
                  <a:gd name="connsiteY5" fmla="*/ 12201 h 32259"/>
                  <a:gd name="connsiteX6" fmla="*/ 763748 w 1287556"/>
                  <a:gd name="connsiteY6" fmla="*/ 12048 h 32259"/>
                  <a:gd name="connsiteX7" fmla="*/ 696489 w 1287556"/>
                  <a:gd name="connsiteY7" fmla="*/ 1135 h 32259"/>
                  <a:gd name="connsiteX8" fmla="*/ 695797 w 1287556"/>
                  <a:gd name="connsiteY8" fmla="*/ 1069 h 32259"/>
                  <a:gd name="connsiteX9" fmla="*/ 2479 w 1287556"/>
                  <a:gd name="connsiteY9" fmla="*/ 0 h 32259"/>
                  <a:gd name="connsiteX10" fmla="*/ 2479 w 1287556"/>
                  <a:gd name="connsiteY10" fmla="*/ 0 h 32259"/>
                  <a:gd name="connsiteX11" fmla="*/ 0 w 1287556"/>
                  <a:gd name="connsiteY11" fmla="*/ 1441 h 32259"/>
                  <a:gd name="connsiteX12" fmla="*/ 2479 w 1287556"/>
                  <a:gd name="connsiteY12" fmla="*/ 2816 h 32259"/>
                  <a:gd name="connsiteX13" fmla="*/ 695432 w 1287556"/>
                  <a:gd name="connsiteY13" fmla="*/ 3885 h 32259"/>
                  <a:gd name="connsiteX14" fmla="*/ 762692 w 1287556"/>
                  <a:gd name="connsiteY14" fmla="*/ 14755 h 32259"/>
                  <a:gd name="connsiteX15" fmla="*/ 763382 w 1287556"/>
                  <a:gd name="connsiteY15" fmla="*/ 14798 h 32259"/>
                  <a:gd name="connsiteX16" fmla="*/ 863600 w 1287556"/>
                  <a:gd name="connsiteY16" fmla="*/ 14951 h 32259"/>
                  <a:gd name="connsiteX17" fmla="*/ 969956 w 1287556"/>
                  <a:gd name="connsiteY17" fmla="*/ 31889 h 32259"/>
                  <a:gd name="connsiteX18" fmla="*/ 970646 w 1287556"/>
                  <a:gd name="connsiteY18" fmla="*/ 31932 h 32259"/>
                  <a:gd name="connsiteX19" fmla="*/ 1175715 w 1287556"/>
                  <a:gd name="connsiteY19" fmla="*/ 32260 h 32259"/>
                  <a:gd name="connsiteX20" fmla="*/ 1278494 w 1287556"/>
                  <a:gd name="connsiteY20" fmla="*/ 30121 h 32259"/>
                  <a:gd name="connsiteX21" fmla="*/ 1287516 w 1287556"/>
                  <a:gd name="connsiteY21" fmla="*/ 29422 h 32259"/>
                  <a:gd name="connsiteX22" fmla="*/ 1287516 w 1287556"/>
                  <a:gd name="connsiteY22" fmla="*/ 26541 h 32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87556" h="32259">
                    <a:moveTo>
                      <a:pt x="1287557" y="26585"/>
                    </a:moveTo>
                    <a:lnTo>
                      <a:pt x="1278047" y="27392"/>
                    </a:lnTo>
                    <a:lnTo>
                      <a:pt x="1175634" y="29466"/>
                    </a:lnTo>
                    <a:lnTo>
                      <a:pt x="970931" y="29138"/>
                    </a:lnTo>
                    <a:lnTo>
                      <a:pt x="864657" y="12245"/>
                    </a:lnTo>
                    <a:cubicBezTo>
                      <a:pt x="864657" y="12245"/>
                      <a:pt x="864170" y="12201"/>
                      <a:pt x="863966" y="12201"/>
                    </a:cubicBezTo>
                    <a:lnTo>
                      <a:pt x="763748" y="12048"/>
                    </a:lnTo>
                    <a:lnTo>
                      <a:pt x="696489" y="1135"/>
                    </a:lnTo>
                    <a:cubicBezTo>
                      <a:pt x="696489" y="1135"/>
                      <a:pt x="696001" y="1069"/>
                      <a:pt x="695797" y="1069"/>
                    </a:cubicBezTo>
                    <a:lnTo>
                      <a:pt x="2479" y="0"/>
                    </a:lnTo>
                    <a:lnTo>
                      <a:pt x="2479" y="0"/>
                    </a:lnTo>
                    <a:cubicBezTo>
                      <a:pt x="1097" y="0"/>
                      <a:pt x="0" y="633"/>
                      <a:pt x="0" y="1441"/>
                    </a:cubicBezTo>
                    <a:cubicBezTo>
                      <a:pt x="0" y="2183"/>
                      <a:pt x="1097" y="2816"/>
                      <a:pt x="2479" y="2816"/>
                    </a:cubicBezTo>
                    <a:lnTo>
                      <a:pt x="695432" y="3885"/>
                    </a:lnTo>
                    <a:lnTo>
                      <a:pt x="762692" y="14755"/>
                    </a:lnTo>
                    <a:cubicBezTo>
                      <a:pt x="762692" y="14755"/>
                      <a:pt x="763179" y="14798"/>
                      <a:pt x="763382" y="14798"/>
                    </a:cubicBezTo>
                    <a:lnTo>
                      <a:pt x="863600" y="14951"/>
                    </a:lnTo>
                    <a:lnTo>
                      <a:pt x="969956" y="31889"/>
                    </a:lnTo>
                    <a:cubicBezTo>
                      <a:pt x="969956" y="31889"/>
                      <a:pt x="970361" y="31932"/>
                      <a:pt x="970646" y="31932"/>
                    </a:cubicBezTo>
                    <a:lnTo>
                      <a:pt x="1175715" y="32260"/>
                    </a:lnTo>
                    <a:lnTo>
                      <a:pt x="1278494" y="30121"/>
                    </a:lnTo>
                    <a:lnTo>
                      <a:pt x="1287516" y="29422"/>
                    </a:lnTo>
                    <a:lnTo>
                      <a:pt x="1287516" y="2654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2" name="Freeform: Shape 151">
                <a:extLst>
                  <a:ext uri="{FF2B5EF4-FFF2-40B4-BE49-F238E27FC236}">
                    <a16:creationId xmlns:a16="http://schemas.microsoft.com/office/drawing/2014/main" id="{57D998D9-9E04-4ED4-AFEA-EDFC17229DE6}"/>
                  </a:ext>
                </a:extLst>
              </p:cNvPr>
              <p:cNvSpPr/>
              <p:nvPr/>
            </p:nvSpPr>
            <p:spPr>
              <a:xfrm>
                <a:off x="11404851" y="6000079"/>
                <a:ext cx="787229" cy="35492"/>
              </a:xfrm>
              <a:custGeom>
                <a:avLst/>
                <a:gdLst>
                  <a:gd name="connsiteX0" fmla="*/ 787148 w 787229"/>
                  <a:gd name="connsiteY0" fmla="*/ 25540 h 35492"/>
                  <a:gd name="connsiteX1" fmla="*/ 690588 w 787229"/>
                  <a:gd name="connsiteY1" fmla="*/ 32612 h 35492"/>
                  <a:gd name="connsiteX2" fmla="*/ 654865 w 787229"/>
                  <a:gd name="connsiteY2" fmla="*/ 27068 h 35492"/>
                  <a:gd name="connsiteX3" fmla="*/ 619427 w 787229"/>
                  <a:gd name="connsiteY3" fmla="*/ 21262 h 35492"/>
                  <a:gd name="connsiteX4" fmla="*/ 583826 w 787229"/>
                  <a:gd name="connsiteY4" fmla="*/ 11942 h 35492"/>
                  <a:gd name="connsiteX5" fmla="*/ 582444 w 787229"/>
                  <a:gd name="connsiteY5" fmla="*/ 11789 h 35492"/>
                  <a:gd name="connsiteX6" fmla="*/ 485315 w 787229"/>
                  <a:gd name="connsiteY6" fmla="*/ 18446 h 35492"/>
                  <a:gd name="connsiteX7" fmla="*/ 388104 w 787229"/>
                  <a:gd name="connsiteY7" fmla="*/ 23837 h 35492"/>
                  <a:gd name="connsiteX8" fmla="*/ 290974 w 787229"/>
                  <a:gd name="connsiteY8" fmla="*/ 27308 h 35492"/>
                  <a:gd name="connsiteX9" fmla="*/ 194535 w 787229"/>
                  <a:gd name="connsiteY9" fmla="*/ 29752 h 35492"/>
                  <a:gd name="connsiteX10" fmla="*/ 162796 w 787229"/>
                  <a:gd name="connsiteY10" fmla="*/ 16809 h 35492"/>
                  <a:gd name="connsiteX11" fmla="*/ 130244 w 787229"/>
                  <a:gd name="connsiteY11" fmla="*/ 352 h 35492"/>
                  <a:gd name="connsiteX12" fmla="*/ 128049 w 787229"/>
                  <a:gd name="connsiteY12" fmla="*/ 25 h 35492"/>
                  <a:gd name="connsiteX13" fmla="*/ 32220 w 787229"/>
                  <a:gd name="connsiteY13" fmla="*/ 8821 h 35492"/>
                  <a:gd name="connsiteX14" fmla="*/ 2959 w 787229"/>
                  <a:gd name="connsiteY14" fmla="*/ 11658 h 35492"/>
                  <a:gd name="connsiteX15" fmla="*/ 561 w 787229"/>
                  <a:gd name="connsiteY15" fmla="*/ 12182 h 35492"/>
                  <a:gd name="connsiteX16" fmla="*/ 968 w 787229"/>
                  <a:gd name="connsiteY16" fmla="*/ 14212 h 35492"/>
                  <a:gd name="connsiteX17" fmla="*/ 3040 w 787229"/>
                  <a:gd name="connsiteY17" fmla="*/ 14539 h 35492"/>
                  <a:gd name="connsiteX18" fmla="*/ 127683 w 787229"/>
                  <a:gd name="connsiteY18" fmla="*/ 2928 h 35492"/>
                  <a:gd name="connsiteX19" fmla="*/ 159545 w 787229"/>
                  <a:gd name="connsiteY19" fmla="*/ 19014 h 35492"/>
                  <a:gd name="connsiteX20" fmla="*/ 192300 w 787229"/>
                  <a:gd name="connsiteY20" fmla="*/ 32350 h 35492"/>
                  <a:gd name="connsiteX21" fmla="*/ 193967 w 787229"/>
                  <a:gd name="connsiteY21" fmla="*/ 32612 h 35492"/>
                  <a:gd name="connsiteX22" fmla="*/ 291300 w 787229"/>
                  <a:gd name="connsiteY22" fmla="*/ 30102 h 35492"/>
                  <a:gd name="connsiteX23" fmla="*/ 388551 w 787229"/>
                  <a:gd name="connsiteY23" fmla="*/ 26697 h 35492"/>
                  <a:gd name="connsiteX24" fmla="*/ 485965 w 787229"/>
                  <a:gd name="connsiteY24" fmla="*/ 21306 h 35492"/>
                  <a:gd name="connsiteX25" fmla="*/ 582404 w 787229"/>
                  <a:gd name="connsiteY25" fmla="*/ 14692 h 35492"/>
                  <a:gd name="connsiteX26" fmla="*/ 617720 w 787229"/>
                  <a:gd name="connsiteY26" fmla="*/ 23903 h 35492"/>
                  <a:gd name="connsiteX27" fmla="*/ 653524 w 787229"/>
                  <a:gd name="connsiteY27" fmla="*/ 29774 h 35492"/>
                  <a:gd name="connsiteX28" fmla="*/ 689856 w 787229"/>
                  <a:gd name="connsiteY28" fmla="*/ 35427 h 35492"/>
                  <a:gd name="connsiteX29" fmla="*/ 690547 w 787229"/>
                  <a:gd name="connsiteY29" fmla="*/ 35493 h 35492"/>
                  <a:gd name="connsiteX30" fmla="*/ 690872 w 787229"/>
                  <a:gd name="connsiteY30" fmla="*/ 35493 h 35492"/>
                  <a:gd name="connsiteX31" fmla="*/ 787230 w 787229"/>
                  <a:gd name="connsiteY31" fmla="*/ 28399 h 35492"/>
                  <a:gd name="connsiteX32" fmla="*/ 787230 w 787229"/>
                  <a:gd name="connsiteY32" fmla="*/ 25584 h 35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87229" h="35492">
                    <a:moveTo>
                      <a:pt x="787148" y="25540"/>
                    </a:moveTo>
                    <a:lnTo>
                      <a:pt x="690588" y="32612"/>
                    </a:lnTo>
                    <a:lnTo>
                      <a:pt x="654865" y="27068"/>
                    </a:lnTo>
                    <a:lnTo>
                      <a:pt x="619427" y="21262"/>
                    </a:lnTo>
                    <a:lnTo>
                      <a:pt x="583826" y="11942"/>
                    </a:lnTo>
                    <a:cubicBezTo>
                      <a:pt x="583420" y="11833"/>
                      <a:pt x="582932" y="11789"/>
                      <a:pt x="582444" y="11789"/>
                    </a:cubicBezTo>
                    <a:lnTo>
                      <a:pt x="485315" y="18446"/>
                    </a:lnTo>
                    <a:lnTo>
                      <a:pt x="388104" y="23837"/>
                    </a:lnTo>
                    <a:lnTo>
                      <a:pt x="290974" y="27308"/>
                    </a:lnTo>
                    <a:lnTo>
                      <a:pt x="194535" y="29752"/>
                    </a:lnTo>
                    <a:lnTo>
                      <a:pt x="162796" y="16809"/>
                    </a:lnTo>
                    <a:lnTo>
                      <a:pt x="130244" y="352"/>
                    </a:lnTo>
                    <a:cubicBezTo>
                      <a:pt x="129633" y="90"/>
                      <a:pt x="128862" y="-63"/>
                      <a:pt x="128049" y="25"/>
                    </a:cubicBezTo>
                    <a:lnTo>
                      <a:pt x="32220" y="8821"/>
                    </a:lnTo>
                    <a:lnTo>
                      <a:pt x="2959" y="11658"/>
                    </a:lnTo>
                    <a:cubicBezTo>
                      <a:pt x="2065" y="11593"/>
                      <a:pt x="1171" y="11767"/>
                      <a:pt x="561" y="12182"/>
                    </a:cubicBezTo>
                    <a:cubicBezTo>
                      <a:pt x="-333" y="12771"/>
                      <a:pt x="-130" y="13732"/>
                      <a:pt x="968" y="14212"/>
                    </a:cubicBezTo>
                    <a:cubicBezTo>
                      <a:pt x="1577" y="14474"/>
                      <a:pt x="2349" y="14583"/>
                      <a:pt x="3040" y="14539"/>
                    </a:cubicBezTo>
                    <a:lnTo>
                      <a:pt x="127683" y="2928"/>
                    </a:lnTo>
                    <a:lnTo>
                      <a:pt x="159545" y="19014"/>
                    </a:lnTo>
                    <a:lnTo>
                      <a:pt x="192300" y="32350"/>
                    </a:lnTo>
                    <a:cubicBezTo>
                      <a:pt x="192788" y="32568"/>
                      <a:pt x="193276" y="32612"/>
                      <a:pt x="193967" y="32612"/>
                    </a:cubicBezTo>
                    <a:lnTo>
                      <a:pt x="291300" y="30102"/>
                    </a:lnTo>
                    <a:lnTo>
                      <a:pt x="388551" y="26697"/>
                    </a:lnTo>
                    <a:lnTo>
                      <a:pt x="485965" y="21306"/>
                    </a:lnTo>
                    <a:lnTo>
                      <a:pt x="582404" y="14692"/>
                    </a:lnTo>
                    <a:lnTo>
                      <a:pt x="617720" y="23903"/>
                    </a:lnTo>
                    <a:lnTo>
                      <a:pt x="653524" y="29774"/>
                    </a:lnTo>
                    <a:lnTo>
                      <a:pt x="689856" y="35427"/>
                    </a:lnTo>
                    <a:cubicBezTo>
                      <a:pt x="689856" y="35427"/>
                      <a:pt x="690262" y="35493"/>
                      <a:pt x="690547" y="35493"/>
                    </a:cubicBezTo>
                    <a:lnTo>
                      <a:pt x="690872" y="35493"/>
                    </a:lnTo>
                    <a:lnTo>
                      <a:pt x="787230" y="28399"/>
                    </a:lnTo>
                    <a:lnTo>
                      <a:pt x="787230" y="2558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3" name="Freeform: Shape 152">
                <a:extLst>
                  <a:ext uri="{FF2B5EF4-FFF2-40B4-BE49-F238E27FC236}">
                    <a16:creationId xmlns:a16="http://schemas.microsoft.com/office/drawing/2014/main" id="{05E5044B-624D-4054-AD18-7AF14E8FDFB1}"/>
                  </a:ext>
                </a:extLst>
              </p:cNvPr>
              <p:cNvSpPr/>
              <p:nvPr/>
            </p:nvSpPr>
            <p:spPr>
              <a:xfrm>
                <a:off x="81" y="5801708"/>
                <a:ext cx="1771145" cy="258919"/>
              </a:xfrm>
              <a:custGeom>
                <a:avLst/>
                <a:gdLst>
                  <a:gd name="connsiteX0" fmla="*/ 1769100 w 1771145"/>
                  <a:gd name="connsiteY0" fmla="*/ 20399 h 258919"/>
                  <a:gd name="connsiteX1" fmla="*/ 1662135 w 1771145"/>
                  <a:gd name="connsiteY1" fmla="*/ 7915 h 258919"/>
                  <a:gd name="connsiteX2" fmla="*/ 1555455 w 1771145"/>
                  <a:gd name="connsiteY2" fmla="*/ 5405 h 258919"/>
                  <a:gd name="connsiteX3" fmla="*/ 1448857 w 1771145"/>
                  <a:gd name="connsiteY3" fmla="*/ 14 h 258919"/>
                  <a:gd name="connsiteX4" fmla="*/ 1446662 w 1771145"/>
                  <a:gd name="connsiteY4" fmla="*/ 494 h 258919"/>
                  <a:gd name="connsiteX5" fmla="*/ 1412646 w 1771145"/>
                  <a:gd name="connsiteY5" fmla="*/ 22931 h 258919"/>
                  <a:gd name="connsiteX6" fmla="*/ 1377981 w 1771145"/>
                  <a:gd name="connsiteY6" fmla="*/ 42182 h 258919"/>
                  <a:gd name="connsiteX7" fmla="*/ 1343640 w 1771145"/>
                  <a:gd name="connsiteY7" fmla="*/ 63441 h 258919"/>
                  <a:gd name="connsiteX8" fmla="*/ 1235944 w 1771145"/>
                  <a:gd name="connsiteY8" fmla="*/ 61586 h 258919"/>
                  <a:gd name="connsiteX9" fmla="*/ 1127069 w 1771145"/>
                  <a:gd name="connsiteY9" fmla="*/ 58923 h 258919"/>
                  <a:gd name="connsiteX10" fmla="*/ 1125362 w 1771145"/>
                  <a:gd name="connsiteY10" fmla="*/ 59185 h 258919"/>
                  <a:gd name="connsiteX11" fmla="*/ 1089030 w 1771145"/>
                  <a:gd name="connsiteY11" fmla="*/ 75075 h 258919"/>
                  <a:gd name="connsiteX12" fmla="*/ 980399 w 1771145"/>
                  <a:gd name="connsiteY12" fmla="*/ 72718 h 258919"/>
                  <a:gd name="connsiteX13" fmla="*/ 870996 w 1771145"/>
                  <a:gd name="connsiteY13" fmla="*/ 70011 h 258919"/>
                  <a:gd name="connsiteX14" fmla="*/ 761634 w 1771145"/>
                  <a:gd name="connsiteY14" fmla="*/ 63027 h 258919"/>
                  <a:gd name="connsiteX15" fmla="*/ 760293 w 1771145"/>
                  <a:gd name="connsiteY15" fmla="*/ 63136 h 258919"/>
                  <a:gd name="connsiteX16" fmla="*/ 720872 w 1771145"/>
                  <a:gd name="connsiteY16" fmla="*/ 72718 h 258919"/>
                  <a:gd name="connsiteX17" fmla="*/ 681045 w 1771145"/>
                  <a:gd name="connsiteY17" fmla="*/ 79702 h 258919"/>
                  <a:gd name="connsiteX18" fmla="*/ 570260 w 1771145"/>
                  <a:gd name="connsiteY18" fmla="*/ 79178 h 258919"/>
                  <a:gd name="connsiteX19" fmla="*/ 458135 w 1771145"/>
                  <a:gd name="connsiteY19" fmla="*/ 80139 h 258919"/>
                  <a:gd name="connsiteX20" fmla="*/ 457078 w 1771145"/>
                  <a:gd name="connsiteY20" fmla="*/ 80292 h 258919"/>
                  <a:gd name="connsiteX21" fmla="*/ 455290 w 1771145"/>
                  <a:gd name="connsiteY21" fmla="*/ 80772 h 258919"/>
                  <a:gd name="connsiteX22" fmla="*/ 338978 w 1771145"/>
                  <a:gd name="connsiteY22" fmla="*/ 81994 h 258919"/>
                  <a:gd name="connsiteX23" fmla="*/ 274889 w 1771145"/>
                  <a:gd name="connsiteY23" fmla="*/ 84591 h 258919"/>
                  <a:gd name="connsiteX24" fmla="*/ 229900 w 1771145"/>
                  <a:gd name="connsiteY24" fmla="*/ 92471 h 258919"/>
                  <a:gd name="connsiteX25" fmla="*/ 229006 w 1771145"/>
                  <a:gd name="connsiteY25" fmla="*/ 92733 h 258919"/>
                  <a:gd name="connsiteX26" fmla="*/ 228478 w 1771145"/>
                  <a:gd name="connsiteY26" fmla="*/ 93104 h 258919"/>
                  <a:gd name="connsiteX27" fmla="*/ 180523 w 1771145"/>
                  <a:gd name="connsiteY27" fmla="*/ 134072 h 258919"/>
                  <a:gd name="connsiteX28" fmla="*/ 131714 w 1771145"/>
                  <a:gd name="connsiteY28" fmla="*/ 171701 h 258919"/>
                  <a:gd name="connsiteX29" fmla="*/ 83556 w 1771145"/>
                  <a:gd name="connsiteY29" fmla="*/ 202979 h 258919"/>
                  <a:gd name="connsiteX30" fmla="*/ 32390 w 1771145"/>
                  <a:gd name="connsiteY30" fmla="*/ 234889 h 258919"/>
                  <a:gd name="connsiteX31" fmla="*/ 0 w 1771145"/>
                  <a:gd name="connsiteY31" fmla="*/ 254707 h 258919"/>
                  <a:gd name="connsiteX32" fmla="*/ 0 w 1771145"/>
                  <a:gd name="connsiteY32" fmla="*/ 258920 h 258919"/>
                  <a:gd name="connsiteX33" fmla="*/ 30968 w 1771145"/>
                  <a:gd name="connsiteY33" fmla="*/ 239953 h 258919"/>
                  <a:gd name="connsiteX34" fmla="*/ 86319 w 1771145"/>
                  <a:gd name="connsiteY34" fmla="*/ 205467 h 258919"/>
                  <a:gd name="connsiteX35" fmla="*/ 135860 w 1771145"/>
                  <a:gd name="connsiteY35" fmla="*/ 173338 h 258919"/>
                  <a:gd name="connsiteX36" fmla="*/ 184628 w 1771145"/>
                  <a:gd name="connsiteY36" fmla="*/ 135709 h 258919"/>
                  <a:gd name="connsiteX37" fmla="*/ 184993 w 1771145"/>
                  <a:gd name="connsiteY37" fmla="*/ 135382 h 258919"/>
                  <a:gd name="connsiteX38" fmla="*/ 232258 w 1771145"/>
                  <a:gd name="connsiteY38" fmla="*/ 94981 h 258919"/>
                  <a:gd name="connsiteX39" fmla="*/ 275864 w 1771145"/>
                  <a:gd name="connsiteY39" fmla="*/ 87320 h 258919"/>
                  <a:gd name="connsiteX40" fmla="*/ 339263 w 1771145"/>
                  <a:gd name="connsiteY40" fmla="*/ 84766 h 258919"/>
                  <a:gd name="connsiteX41" fmla="*/ 455981 w 1771145"/>
                  <a:gd name="connsiteY41" fmla="*/ 83500 h 258919"/>
                  <a:gd name="connsiteX42" fmla="*/ 457037 w 1771145"/>
                  <a:gd name="connsiteY42" fmla="*/ 83391 h 258919"/>
                  <a:gd name="connsiteX43" fmla="*/ 458785 w 1771145"/>
                  <a:gd name="connsiteY43" fmla="*/ 82911 h 258919"/>
                  <a:gd name="connsiteX44" fmla="*/ 570342 w 1771145"/>
                  <a:gd name="connsiteY44" fmla="*/ 81950 h 258919"/>
                  <a:gd name="connsiteX45" fmla="*/ 681411 w 1771145"/>
                  <a:gd name="connsiteY45" fmla="*/ 82474 h 258919"/>
                  <a:gd name="connsiteX46" fmla="*/ 682183 w 1771145"/>
                  <a:gd name="connsiteY46" fmla="*/ 82365 h 258919"/>
                  <a:gd name="connsiteX47" fmla="*/ 722660 w 1771145"/>
                  <a:gd name="connsiteY47" fmla="*/ 75271 h 258919"/>
                  <a:gd name="connsiteX48" fmla="*/ 761756 w 1771145"/>
                  <a:gd name="connsiteY48" fmla="*/ 65799 h 258919"/>
                  <a:gd name="connsiteX49" fmla="*/ 870631 w 1771145"/>
                  <a:gd name="connsiteY49" fmla="*/ 72718 h 258919"/>
                  <a:gd name="connsiteX50" fmla="*/ 980237 w 1771145"/>
                  <a:gd name="connsiteY50" fmla="*/ 75424 h 258919"/>
                  <a:gd name="connsiteX51" fmla="*/ 1089843 w 1771145"/>
                  <a:gd name="connsiteY51" fmla="*/ 77825 h 258919"/>
                  <a:gd name="connsiteX52" fmla="*/ 1091509 w 1771145"/>
                  <a:gd name="connsiteY52" fmla="*/ 77498 h 258919"/>
                  <a:gd name="connsiteX53" fmla="*/ 1127760 w 1771145"/>
                  <a:gd name="connsiteY53" fmla="*/ 61673 h 258919"/>
                  <a:gd name="connsiteX54" fmla="*/ 1235781 w 1771145"/>
                  <a:gd name="connsiteY54" fmla="*/ 64336 h 258919"/>
                  <a:gd name="connsiteX55" fmla="*/ 1344696 w 1771145"/>
                  <a:gd name="connsiteY55" fmla="*/ 66192 h 258919"/>
                  <a:gd name="connsiteX56" fmla="*/ 1346688 w 1771145"/>
                  <a:gd name="connsiteY56" fmla="*/ 65711 h 258919"/>
                  <a:gd name="connsiteX57" fmla="*/ 1381679 w 1771145"/>
                  <a:gd name="connsiteY57" fmla="*/ 44081 h 258919"/>
                  <a:gd name="connsiteX58" fmla="*/ 1416426 w 1771145"/>
                  <a:gd name="connsiteY58" fmla="*/ 24787 h 258919"/>
                  <a:gd name="connsiteX59" fmla="*/ 1449751 w 1771145"/>
                  <a:gd name="connsiteY59" fmla="*/ 2785 h 258919"/>
                  <a:gd name="connsiteX60" fmla="*/ 1555171 w 1771145"/>
                  <a:gd name="connsiteY60" fmla="*/ 8177 h 258919"/>
                  <a:gd name="connsiteX61" fmla="*/ 1661526 w 1771145"/>
                  <a:gd name="connsiteY61" fmla="*/ 10621 h 258919"/>
                  <a:gd name="connsiteX62" fmla="*/ 1768084 w 1771145"/>
                  <a:gd name="connsiteY62" fmla="*/ 23084 h 258919"/>
                  <a:gd name="connsiteX63" fmla="*/ 1771091 w 1771145"/>
                  <a:gd name="connsiteY63" fmla="*/ 21971 h 258919"/>
                  <a:gd name="connsiteX64" fmla="*/ 1769100 w 1771145"/>
                  <a:gd name="connsiteY64" fmla="*/ 20312 h 25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771145" h="258919">
                    <a:moveTo>
                      <a:pt x="1769100" y="20399"/>
                    </a:moveTo>
                    <a:lnTo>
                      <a:pt x="1662135" y="7915"/>
                    </a:lnTo>
                    <a:lnTo>
                      <a:pt x="1555455" y="5405"/>
                    </a:lnTo>
                    <a:lnTo>
                      <a:pt x="1448857" y="14"/>
                    </a:lnTo>
                    <a:cubicBezTo>
                      <a:pt x="1447963" y="-52"/>
                      <a:pt x="1447190" y="123"/>
                      <a:pt x="1446662" y="494"/>
                    </a:cubicBezTo>
                    <a:lnTo>
                      <a:pt x="1412646" y="22931"/>
                    </a:lnTo>
                    <a:lnTo>
                      <a:pt x="1377981" y="42182"/>
                    </a:lnTo>
                    <a:lnTo>
                      <a:pt x="1343640" y="63441"/>
                    </a:lnTo>
                    <a:lnTo>
                      <a:pt x="1235944" y="61586"/>
                    </a:lnTo>
                    <a:lnTo>
                      <a:pt x="1127069" y="58923"/>
                    </a:lnTo>
                    <a:cubicBezTo>
                      <a:pt x="1126419" y="58858"/>
                      <a:pt x="1125809" y="58967"/>
                      <a:pt x="1125362" y="59185"/>
                    </a:cubicBezTo>
                    <a:lnTo>
                      <a:pt x="1089030" y="75075"/>
                    </a:lnTo>
                    <a:lnTo>
                      <a:pt x="980399" y="72718"/>
                    </a:lnTo>
                    <a:lnTo>
                      <a:pt x="870996" y="70011"/>
                    </a:lnTo>
                    <a:lnTo>
                      <a:pt x="761634" y="63027"/>
                    </a:lnTo>
                    <a:cubicBezTo>
                      <a:pt x="761147" y="62983"/>
                      <a:pt x="760740" y="63027"/>
                      <a:pt x="760293" y="63136"/>
                    </a:cubicBezTo>
                    <a:lnTo>
                      <a:pt x="720872" y="72718"/>
                    </a:lnTo>
                    <a:lnTo>
                      <a:pt x="681045" y="79702"/>
                    </a:lnTo>
                    <a:lnTo>
                      <a:pt x="570260" y="79178"/>
                    </a:lnTo>
                    <a:lnTo>
                      <a:pt x="458135" y="80139"/>
                    </a:lnTo>
                    <a:cubicBezTo>
                      <a:pt x="457728" y="80139"/>
                      <a:pt x="457363" y="80204"/>
                      <a:pt x="457078" y="80292"/>
                    </a:cubicBezTo>
                    <a:lnTo>
                      <a:pt x="455290" y="80772"/>
                    </a:lnTo>
                    <a:lnTo>
                      <a:pt x="338978" y="81994"/>
                    </a:lnTo>
                    <a:lnTo>
                      <a:pt x="274889" y="84591"/>
                    </a:lnTo>
                    <a:lnTo>
                      <a:pt x="229900" y="92471"/>
                    </a:lnTo>
                    <a:cubicBezTo>
                      <a:pt x="229616" y="92536"/>
                      <a:pt x="229250" y="92645"/>
                      <a:pt x="229006" y="92733"/>
                    </a:cubicBezTo>
                    <a:cubicBezTo>
                      <a:pt x="228763" y="92842"/>
                      <a:pt x="228600" y="92951"/>
                      <a:pt x="228478" y="93104"/>
                    </a:cubicBezTo>
                    <a:lnTo>
                      <a:pt x="180523" y="134072"/>
                    </a:lnTo>
                    <a:lnTo>
                      <a:pt x="131714" y="171701"/>
                    </a:lnTo>
                    <a:lnTo>
                      <a:pt x="83556" y="202979"/>
                    </a:lnTo>
                    <a:lnTo>
                      <a:pt x="32390" y="234889"/>
                    </a:lnTo>
                    <a:lnTo>
                      <a:pt x="0" y="254707"/>
                    </a:lnTo>
                    <a:lnTo>
                      <a:pt x="0" y="258920"/>
                    </a:lnTo>
                    <a:lnTo>
                      <a:pt x="30968" y="239953"/>
                    </a:lnTo>
                    <a:lnTo>
                      <a:pt x="86319" y="205467"/>
                    </a:lnTo>
                    <a:lnTo>
                      <a:pt x="135860" y="173338"/>
                    </a:lnTo>
                    <a:lnTo>
                      <a:pt x="184628" y="135709"/>
                    </a:lnTo>
                    <a:cubicBezTo>
                      <a:pt x="184628" y="135709"/>
                      <a:pt x="184993" y="135447"/>
                      <a:pt x="184993" y="135382"/>
                    </a:cubicBezTo>
                    <a:lnTo>
                      <a:pt x="232258" y="94981"/>
                    </a:lnTo>
                    <a:lnTo>
                      <a:pt x="275864" y="87320"/>
                    </a:lnTo>
                    <a:lnTo>
                      <a:pt x="339263" y="84766"/>
                    </a:lnTo>
                    <a:lnTo>
                      <a:pt x="455981" y="83500"/>
                    </a:lnTo>
                    <a:cubicBezTo>
                      <a:pt x="456347" y="83500"/>
                      <a:pt x="456672" y="83435"/>
                      <a:pt x="457037" y="83391"/>
                    </a:cubicBezTo>
                    <a:lnTo>
                      <a:pt x="458785" y="82911"/>
                    </a:lnTo>
                    <a:lnTo>
                      <a:pt x="570342" y="81950"/>
                    </a:lnTo>
                    <a:lnTo>
                      <a:pt x="681411" y="82474"/>
                    </a:lnTo>
                    <a:cubicBezTo>
                      <a:pt x="681411" y="82474"/>
                      <a:pt x="681939" y="82431"/>
                      <a:pt x="682183" y="82365"/>
                    </a:cubicBezTo>
                    <a:lnTo>
                      <a:pt x="722660" y="75271"/>
                    </a:lnTo>
                    <a:lnTo>
                      <a:pt x="761756" y="65799"/>
                    </a:lnTo>
                    <a:lnTo>
                      <a:pt x="870631" y="72718"/>
                    </a:lnTo>
                    <a:lnTo>
                      <a:pt x="980237" y="75424"/>
                    </a:lnTo>
                    <a:lnTo>
                      <a:pt x="1089843" y="77825"/>
                    </a:lnTo>
                    <a:cubicBezTo>
                      <a:pt x="1090412" y="77825"/>
                      <a:pt x="1091022" y="77716"/>
                      <a:pt x="1091509" y="77498"/>
                    </a:cubicBezTo>
                    <a:lnTo>
                      <a:pt x="1127760" y="61673"/>
                    </a:lnTo>
                    <a:lnTo>
                      <a:pt x="1235781" y="64336"/>
                    </a:lnTo>
                    <a:lnTo>
                      <a:pt x="1344696" y="66192"/>
                    </a:lnTo>
                    <a:cubicBezTo>
                      <a:pt x="1345509" y="66301"/>
                      <a:pt x="1346159" y="66039"/>
                      <a:pt x="1346688" y="65711"/>
                    </a:cubicBezTo>
                    <a:lnTo>
                      <a:pt x="1381679" y="44081"/>
                    </a:lnTo>
                    <a:lnTo>
                      <a:pt x="1416426" y="24787"/>
                    </a:lnTo>
                    <a:lnTo>
                      <a:pt x="1449751" y="2785"/>
                    </a:lnTo>
                    <a:lnTo>
                      <a:pt x="1555171" y="8177"/>
                    </a:lnTo>
                    <a:lnTo>
                      <a:pt x="1661526" y="10621"/>
                    </a:lnTo>
                    <a:lnTo>
                      <a:pt x="1768084" y="23084"/>
                    </a:lnTo>
                    <a:cubicBezTo>
                      <a:pt x="1769547" y="23193"/>
                      <a:pt x="1770807" y="22757"/>
                      <a:pt x="1771091" y="21971"/>
                    </a:cubicBezTo>
                    <a:cubicBezTo>
                      <a:pt x="1771376" y="21229"/>
                      <a:pt x="1770522" y="20487"/>
                      <a:pt x="1769100" y="2031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4" name="Freeform: Shape 153">
                <a:extLst>
                  <a:ext uri="{FF2B5EF4-FFF2-40B4-BE49-F238E27FC236}">
                    <a16:creationId xmlns:a16="http://schemas.microsoft.com/office/drawing/2014/main" id="{82E106B0-6455-4D09-8FA3-D577B5D3E323}"/>
                  </a:ext>
                </a:extLst>
              </p:cNvPr>
              <p:cNvSpPr/>
              <p:nvPr/>
            </p:nvSpPr>
            <p:spPr>
              <a:xfrm>
                <a:off x="8159740" y="6021472"/>
                <a:ext cx="2227527" cy="54413"/>
              </a:xfrm>
              <a:custGeom>
                <a:avLst/>
                <a:gdLst>
                  <a:gd name="connsiteX0" fmla="*/ 1782958 w 2227527"/>
                  <a:gd name="connsiteY0" fmla="*/ 54392 h 54413"/>
                  <a:gd name="connsiteX1" fmla="*/ 2601 w 2227527"/>
                  <a:gd name="connsiteY1" fmla="*/ 51663 h 54413"/>
                  <a:gd name="connsiteX2" fmla="*/ 0 w 2227527"/>
                  <a:gd name="connsiteY2" fmla="*/ 50288 h 54413"/>
                  <a:gd name="connsiteX3" fmla="*/ 2601 w 2227527"/>
                  <a:gd name="connsiteY3" fmla="*/ 48848 h 54413"/>
                  <a:gd name="connsiteX4" fmla="*/ 2601 w 2227527"/>
                  <a:gd name="connsiteY4" fmla="*/ 48848 h 54413"/>
                  <a:gd name="connsiteX5" fmla="*/ 1782592 w 2227527"/>
                  <a:gd name="connsiteY5" fmla="*/ 51620 h 54413"/>
                  <a:gd name="connsiteX6" fmla="*/ 1881103 w 2227527"/>
                  <a:gd name="connsiteY6" fmla="*/ 41710 h 54413"/>
                  <a:gd name="connsiteX7" fmla="*/ 1980021 w 2227527"/>
                  <a:gd name="connsiteY7" fmla="*/ 30099 h 54413"/>
                  <a:gd name="connsiteX8" fmla="*/ 2078858 w 2227527"/>
                  <a:gd name="connsiteY8" fmla="*/ 15606 h 54413"/>
                  <a:gd name="connsiteX9" fmla="*/ 2177897 w 2227527"/>
                  <a:gd name="connsiteY9" fmla="*/ 1550 h 54413"/>
                  <a:gd name="connsiteX10" fmla="*/ 2224837 w 2227527"/>
                  <a:gd name="connsiteY10" fmla="*/ 0 h 54413"/>
                  <a:gd name="connsiteX11" fmla="*/ 2227519 w 2227527"/>
                  <a:gd name="connsiteY11" fmla="*/ 1331 h 54413"/>
                  <a:gd name="connsiteX12" fmla="*/ 2225162 w 2227527"/>
                  <a:gd name="connsiteY12" fmla="*/ 2816 h 54413"/>
                  <a:gd name="connsiteX13" fmla="*/ 2178751 w 2227527"/>
                  <a:gd name="connsiteY13" fmla="*/ 4322 h 54413"/>
                  <a:gd name="connsiteX14" fmla="*/ 2080199 w 2227527"/>
                  <a:gd name="connsiteY14" fmla="*/ 18334 h 54413"/>
                  <a:gd name="connsiteX15" fmla="*/ 1981281 w 2227527"/>
                  <a:gd name="connsiteY15" fmla="*/ 32827 h 54413"/>
                  <a:gd name="connsiteX16" fmla="*/ 1882160 w 2227527"/>
                  <a:gd name="connsiteY16" fmla="*/ 44504 h 54413"/>
                  <a:gd name="connsiteX17" fmla="*/ 1783039 w 2227527"/>
                  <a:gd name="connsiteY17" fmla="*/ 54414 h 5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27527" h="54413">
                    <a:moveTo>
                      <a:pt x="1782958" y="54392"/>
                    </a:moveTo>
                    <a:lnTo>
                      <a:pt x="2601" y="51663"/>
                    </a:lnTo>
                    <a:cubicBezTo>
                      <a:pt x="1219" y="51663"/>
                      <a:pt x="0" y="51030"/>
                      <a:pt x="0" y="50288"/>
                    </a:cubicBezTo>
                    <a:cubicBezTo>
                      <a:pt x="0" y="49481"/>
                      <a:pt x="1178" y="48848"/>
                      <a:pt x="2601" y="48848"/>
                    </a:cubicBezTo>
                    <a:lnTo>
                      <a:pt x="2601" y="48848"/>
                    </a:lnTo>
                    <a:lnTo>
                      <a:pt x="1782592" y="51620"/>
                    </a:lnTo>
                    <a:lnTo>
                      <a:pt x="1881103" y="41710"/>
                    </a:lnTo>
                    <a:lnTo>
                      <a:pt x="1980021" y="30099"/>
                    </a:lnTo>
                    <a:lnTo>
                      <a:pt x="2078858" y="15606"/>
                    </a:lnTo>
                    <a:lnTo>
                      <a:pt x="2177897" y="1550"/>
                    </a:lnTo>
                    <a:lnTo>
                      <a:pt x="2224837" y="0"/>
                    </a:lnTo>
                    <a:cubicBezTo>
                      <a:pt x="2226625" y="0"/>
                      <a:pt x="2227519" y="589"/>
                      <a:pt x="2227519" y="1331"/>
                    </a:cubicBezTo>
                    <a:cubicBezTo>
                      <a:pt x="2227641" y="2117"/>
                      <a:pt x="2226543" y="2772"/>
                      <a:pt x="2225162" y="2816"/>
                    </a:cubicBezTo>
                    <a:lnTo>
                      <a:pt x="2178751" y="4322"/>
                    </a:lnTo>
                    <a:lnTo>
                      <a:pt x="2080199" y="18334"/>
                    </a:lnTo>
                    <a:lnTo>
                      <a:pt x="1981281" y="32827"/>
                    </a:lnTo>
                    <a:lnTo>
                      <a:pt x="1882160" y="44504"/>
                    </a:lnTo>
                    <a:lnTo>
                      <a:pt x="1783039" y="5441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5" name="Freeform: Shape 154">
                <a:extLst>
                  <a:ext uri="{FF2B5EF4-FFF2-40B4-BE49-F238E27FC236}">
                    <a16:creationId xmlns:a16="http://schemas.microsoft.com/office/drawing/2014/main" id="{CA9D5689-34E2-4CE4-9528-8D5CA5BA2B01}"/>
                  </a:ext>
                </a:extLst>
              </p:cNvPr>
              <p:cNvSpPr/>
              <p:nvPr/>
            </p:nvSpPr>
            <p:spPr>
              <a:xfrm>
                <a:off x="8148157" y="6026893"/>
                <a:ext cx="2080940" cy="43600"/>
              </a:xfrm>
              <a:custGeom>
                <a:avLst/>
                <a:gdLst>
                  <a:gd name="connsiteX0" fmla="*/ 1771741 w 2080940"/>
                  <a:gd name="connsiteY0" fmla="*/ 43601 h 43600"/>
                  <a:gd name="connsiteX1" fmla="*/ 2479 w 2080940"/>
                  <a:gd name="connsiteY1" fmla="*/ 40894 h 43600"/>
                  <a:gd name="connsiteX2" fmla="*/ 0 w 2080940"/>
                  <a:gd name="connsiteY2" fmla="*/ 39497 h 43600"/>
                  <a:gd name="connsiteX3" fmla="*/ 2479 w 2080940"/>
                  <a:gd name="connsiteY3" fmla="*/ 38122 h 43600"/>
                  <a:gd name="connsiteX4" fmla="*/ 2560 w 2080940"/>
                  <a:gd name="connsiteY4" fmla="*/ 38122 h 43600"/>
                  <a:gd name="connsiteX5" fmla="*/ 1771254 w 2080940"/>
                  <a:gd name="connsiteY5" fmla="*/ 40829 h 43600"/>
                  <a:gd name="connsiteX6" fmla="*/ 1869075 w 2080940"/>
                  <a:gd name="connsiteY6" fmla="*/ 29588 h 43600"/>
                  <a:gd name="connsiteX7" fmla="*/ 1967220 w 2080940"/>
                  <a:gd name="connsiteY7" fmla="*/ 14135 h 43600"/>
                  <a:gd name="connsiteX8" fmla="*/ 2065650 w 2080940"/>
                  <a:gd name="connsiteY8" fmla="*/ 821 h 43600"/>
                  <a:gd name="connsiteX9" fmla="*/ 2078046 w 2080940"/>
                  <a:gd name="connsiteY9" fmla="*/ 13 h 43600"/>
                  <a:gd name="connsiteX10" fmla="*/ 2080931 w 2080940"/>
                  <a:gd name="connsiteY10" fmla="*/ 1235 h 43600"/>
                  <a:gd name="connsiteX11" fmla="*/ 2078655 w 2080940"/>
                  <a:gd name="connsiteY11" fmla="*/ 2785 h 43600"/>
                  <a:gd name="connsiteX12" fmla="*/ 2066544 w 2080940"/>
                  <a:gd name="connsiteY12" fmla="*/ 3593 h 43600"/>
                  <a:gd name="connsiteX13" fmla="*/ 1968521 w 2080940"/>
                  <a:gd name="connsiteY13" fmla="*/ 16863 h 43600"/>
                  <a:gd name="connsiteX14" fmla="*/ 1870293 w 2080940"/>
                  <a:gd name="connsiteY14" fmla="*/ 32316 h 43600"/>
                  <a:gd name="connsiteX15" fmla="*/ 1771782 w 2080940"/>
                  <a:gd name="connsiteY15" fmla="*/ 43601 h 4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80940" h="43600">
                    <a:moveTo>
                      <a:pt x="1771741" y="43601"/>
                    </a:moveTo>
                    <a:lnTo>
                      <a:pt x="2479" y="40894"/>
                    </a:lnTo>
                    <a:cubicBezTo>
                      <a:pt x="1097" y="40894"/>
                      <a:pt x="0" y="40305"/>
                      <a:pt x="0" y="39497"/>
                    </a:cubicBezTo>
                    <a:cubicBezTo>
                      <a:pt x="0" y="38690"/>
                      <a:pt x="1097" y="38122"/>
                      <a:pt x="2479" y="38122"/>
                    </a:cubicBezTo>
                    <a:lnTo>
                      <a:pt x="2560" y="38122"/>
                    </a:lnTo>
                    <a:lnTo>
                      <a:pt x="1771254" y="40829"/>
                    </a:lnTo>
                    <a:lnTo>
                      <a:pt x="1869075" y="29588"/>
                    </a:lnTo>
                    <a:lnTo>
                      <a:pt x="1967220" y="14135"/>
                    </a:lnTo>
                    <a:lnTo>
                      <a:pt x="2065650" y="821"/>
                    </a:lnTo>
                    <a:lnTo>
                      <a:pt x="2078046" y="13"/>
                    </a:lnTo>
                    <a:cubicBezTo>
                      <a:pt x="2079346" y="-96"/>
                      <a:pt x="2080727" y="493"/>
                      <a:pt x="2080931" y="1235"/>
                    </a:cubicBezTo>
                    <a:cubicBezTo>
                      <a:pt x="2081053" y="2043"/>
                      <a:pt x="2080037" y="2720"/>
                      <a:pt x="2078655" y="2785"/>
                    </a:cubicBezTo>
                    <a:lnTo>
                      <a:pt x="2066544" y="3593"/>
                    </a:lnTo>
                    <a:lnTo>
                      <a:pt x="1968521" y="16863"/>
                    </a:lnTo>
                    <a:lnTo>
                      <a:pt x="1870293" y="32316"/>
                    </a:lnTo>
                    <a:lnTo>
                      <a:pt x="1771782" y="436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6" name="Freeform: Shape 155">
                <a:extLst>
                  <a:ext uri="{FF2B5EF4-FFF2-40B4-BE49-F238E27FC236}">
                    <a16:creationId xmlns:a16="http://schemas.microsoft.com/office/drawing/2014/main" id="{9C69EB5D-09DA-4D29-928C-BAD822E94781}"/>
                  </a:ext>
                </a:extLst>
              </p:cNvPr>
              <p:cNvSpPr/>
              <p:nvPr/>
            </p:nvSpPr>
            <p:spPr>
              <a:xfrm>
                <a:off x="10419679" y="5738933"/>
                <a:ext cx="215272" cy="205774"/>
              </a:xfrm>
              <a:custGeom>
                <a:avLst/>
                <a:gdLst>
                  <a:gd name="connsiteX0" fmla="*/ 212679 w 215272"/>
                  <a:gd name="connsiteY0" fmla="*/ 205753 h 205774"/>
                  <a:gd name="connsiteX1" fmla="*/ 210688 w 215272"/>
                  <a:gd name="connsiteY1" fmla="*/ 205229 h 205774"/>
                  <a:gd name="connsiteX2" fmla="*/ 197805 w 215272"/>
                  <a:gd name="connsiteY2" fmla="*/ 196433 h 205774"/>
                  <a:gd name="connsiteX3" fmla="*/ 177079 w 215272"/>
                  <a:gd name="connsiteY3" fmla="*/ 181722 h 205774"/>
                  <a:gd name="connsiteX4" fmla="*/ 158141 w 215272"/>
                  <a:gd name="connsiteY4" fmla="*/ 165854 h 205774"/>
                  <a:gd name="connsiteX5" fmla="*/ 140258 w 215272"/>
                  <a:gd name="connsiteY5" fmla="*/ 148262 h 205774"/>
                  <a:gd name="connsiteX6" fmla="*/ 122986 w 215272"/>
                  <a:gd name="connsiteY6" fmla="*/ 122746 h 205774"/>
                  <a:gd name="connsiteX7" fmla="*/ 96977 w 215272"/>
                  <a:gd name="connsiteY7" fmla="*/ 65146 h 205774"/>
                  <a:gd name="connsiteX8" fmla="*/ 82306 w 215272"/>
                  <a:gd name="connsiteY8" fmla="*/ 41115 h 205774"/>
                  <a:gd name="connsiteX9" fmla="*/ 65359 w 215272"/>
                  <a:gd name="connsiteY9" fmla="*/ 23414 h 205774"/>
                  <a:gd name="connsiteX10" fmla="*/ 45933 w 215272"/>
                  <a:gd name="connsiteY10" fmla="*/ 10100 h 205774"/>
                  <a:gd name="connsiteX11" fmla="*/ 24516 w 215272"/>
                  <a:gd name="connsiteY11" fmla="*/ 2853 h 205774"/>
                  <a:gd name="connsiteX12" fmla="*/ 2896 w 215272"/>
                  <a:gd name="connsiteY12" fmla="*/ 4075 h 205774"/>
                  <a:gd name="connsiteX13" fmla="*/ 10 w 215272"/>
                  <a:gd name="connsiteY13" fmla="*/ 2853 h 205774"/>
                  <a:gd name="connsiteX14" fmla="*/ 2286 w 215272"/>
                  <a:gd name="connsiteY14" fmla="*/ 1304 h 205774"/>
                  <a:gd name="connsiteX15" fmla="*/ 24923 w 215272"/>
                  <a:gd name="connsiteY15" fmla="*/ 16 h 205774"/>
                  <a:gd name="connsiteX16" fmla="*/ 26507 w 215272"/>
                  <a:gd name="connsiteY16" fmla="*/ 190 h 205774"/>
                  <a:gd name="connsiteX17" fmla="*/ 48941 w 215272"/>
                  <a:gd name="connsiteY17" fmla="*/ 7808 h 205774"/>
                  <a:gd name="connsiteX18" fmla="*/ 49632 w 215272"/>
                  <a:gd name="connsiteY18" fmla="*/ 8135 h 205774"/>
                  <a:gd name="connsiteX19" fmla="*/ 69667 w 215272"/>
                  <a:gd name="connsiteY19" fmla="*/ 21886 h 205774"/>
                  <a:gd name="connsiteX20" fmla="*/ 87021 w 215272"/>
                  <a:gd name="connsiteY20" fmla="*/ 40002 h 205774"/>
                  <a:gd name="connsiteX21" fmla="*/ 101895 w 215272"/>
                  <a:gd name="connsiteY21" fmla="*/ 64360 h 205774"/>
                  <a:gd name="connsiteX22" fmla="*/ 127905 w 215272"/>
                  <a:gd name="connsiteY22" fmla="*/ 121961 h 205774"/>
                  <a:gd name="connsiteX23" fmla="*/ 144851 w 215272"/>
                  <a:gd name="connsiteY23" fmla="*/ 147105 h 205774"/>
                  <a:gd name="connsiteX24" fmla="*/ 162529 w 215272"/>
                  <a:gd name="connsiteY24" fmla="*/ 164413 h 205774"/>
                  <a:gd name="connsiteX25" fmla="*/ 181183 w 215272"/>
                  <a:gd name="connsiteY25" fmla="*/ 180085 h 205774"/>
                  <a:gd name="connsiteX26" fmla="*/ 201829 w 215272"/>
                  <a:gd name="connsiteY26" fmla="*/ 194730 h 205774"/>
                  <a:gd name="connsiteX27" fmla="*/ 214711 w 215272"/>
                  <a:gd name="connsiteY27" fmla="*/ 203417 h 205774"/>
                  <a:gd name="connsiteX28" fmla="*/ 214304 w 215272"/>
                  <a:gd name="connsiteY28" fmla="*/ 205447 h 205774"/>
                  <a:gd name="connsiteX29" fmla="*/ 212720 w 215272"/>
                  <a:gd name="connsiteY29" fmla="*/ 205775 h 205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5272" h="205774">
                    <a:moveTo>
                      <a:pt x="212679" y="205753"/>
                    </a:moveTo>
                    <a:cubicBezTo>
                      <a:pt x="211989" y="205753"/>
                      <a:pt x="211217" y="205534"/>
                      <a:pt x="210688" y="205229"/>
                    </a:cubicBezTo>
                    <a:lnTo>
                      <a:pt x="197805" y="196433"/>
                    </a:lnTo>
                    <a:lnTo>
                      <a:pt x="177079" y="181722"/>
                    </a:lnTo>
                    <a:lnTo>
                      <a:pt x="158141" y="165854"/>
                    </a:lnTo>
                    <a:lnTo>
                      <a:pt x="140258" y="148262"/>
                    </a:lnTo>
                    <a:lnTo>
                      <a:pt x="122986" y="122746"/>
                    </a:lnTo>
                    <a:lnTo>
                      <a:pt x="96977" y="65146"/>
                    </a:lnTo>
                    <a:lnTo>
                      <a:pt x="82306" y="41115"/>
                    </a:lnTo>
                    <a:lnTo>
                      <a:pt x="65359" y="23414"/>
                    </a:lnTo>
                    <a:lnTo>
                      <a:pt x="45933" y="10100"/>
                    </a:lnTo>
                    <a:lnTo>
                      <a:pt x="24516" y="2853"/>
                    </a:lnTo>
                    <a:lnTo>
                      <a:pt x="2896" y="4075"/>
                    </a:lnTo>
                    <a:cubicBezTo>
                      <a:pt x="1189" y="4185"/>
                      <a:pt x="213" y="3595"/>
                      <a:pt x="10" y="2853"/>
                    </a:cubicBezTo>
                    <a:cubicBezTo>
                      <a:pt x="-111" y="2067"/>
                      <a:pt x="905" y="1369"/>
                      <a:pt x="2286" y="1304"/>
                    </a:cubicBezTo>
                    <a:lnTo>
                      <a:pt x="24923" y="16"/>
                    </a:lnTo>
                    <a:cubicBezTo>
                      <a:pt x="25410" y="-28"/>
                      <a:pt x="26020" y="16"/>
                      <a:pt x="26507" y="190"/>
                    </a:cubicBezTo>
                    <a:lnTo>
                      <a:pt x="48941" y="7808"/>
                    </a:lnTo>
                    <a:cubicBezTo>
                      <a:pt x="49225" y="7917"/>
                      <a:pt x="49429" y="8026"/>
                      <a:pt x="49632" y="8135"/>
                    </a:cubicBezTo>
                    <a:lnTo>
                      <a:pt x="69667" y="21886"/>
                    </a:lnTo>
                    <a:lnTo>
                      <a:pt x="87021" y="40002"/>
                    </a:lnTo>
                    <a:lnTo>
                      <a:pt x="101895" y="64360"/>
                    </a:lnTo>
                    <a:lnTo>
                      <a:pt x="127905" y="121961"/>
                    </a:lnTo>
                    <a:lnTo>
                      <a:pt x="144851" y="147105"/>
                    </a:lnTo>
                    <a:lnTo>
                      <a:pt x="162529" y="164413"/>
                    </a:lnTo>
                    <a:lnTo>
                      <a:pt x="181183" y="180085"/>
                    </a:lnTo>
                    <a:lnTo>
                      <a:pt x="201829" y="194730"/>
                    </a:lnTo>
                    <a:lnTo>
                      <a:pt x="214711" y="203417"/>
                    </a:lnTo>
                    <a:cubicBezTo>
                      <a:pt x="215605" y="204050"/>
                      <a:pt x="215402" y="204901"/>
                      <a:pt x="214304" y="205447"/>
                    </a:cubicBezTo>
                    <a:cubicBezTo>
                      <a:pt x="213899" y="205665"/>
                      <a:pt x="213329" y="205775"/>
                      <a:pt x="212720" y="2057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7" name="Freeform: Shape 156">
                <a:extLst>
                  <a:ext uri="{FF2B5EF4-FFF2-40B4-BE49-F238E27FC236}">
                    <a16:creationId xmlns:a16="http://schemas.microsoft.com/office/drawing/2014/main" id="{FFA8839D-8776-42ED-8583-40A0D76836B1}"/>
                  </a:ext>
                </a:extLst>
              </p:cNvPr>
              <p:cNvSpPr/>
              <p:nvPr/>
            </p:nvSpPr>
            <p:spPr>
              <a:xfrm>
                <a:off x="8136778" y="6044913"/>
                <a:ext cx="4055384" cy="221561"/>
              </a:xfrm>
              <a:custGeom>
                <a:avLst/>
                <a:gdLst>
                  <a:gd name="connsiteX0" fmla="*/ 4055222 w 4055384"/>
                  <a:gd name="connsiteY0" fmla="*/ 218571 h 221561"/>
                  <a:gd name="connsiteX1" fmla="*/ 3092907 w 4055384"/>
                  <a:gd name="connsiteY1" fmla="*/ 46840 h 221561"/>
                  <a:gd name="connsiteX2" fmla="*/ 3092135 w 4055384"/>
                  <a:gd name="connsiteY2" fmla="*/ 46731 h 221561"/>
                  <a:gd name="connsiteX3" fmla="*/ 2991022 w 4055384"/>
                  <a:gd name="connsiteY3" fmla="*/ 46578 h 221561"/>
                  <a:gd name="connsiteX4" fmla="*/ 2929901 w 4055384"/>
                  <a:gd name="connsiteY4" fmla="*/ 35446 h 221561"/>
                  <a:gd name="connsiteX5" fmla="*/ 2929128 w 4055384"/>
                  <a:gd name="connsiteY5" fmla="*/ 35381 h 221561"/>
                  <a:gd name="connsiteX6" fmla="*/ 2829195 w 4055384"/>
                  <a:gd name="connsiteY6" fmla="*/ 35228 h 221561"/>
                  <a:gd name="connsiteX7" fmla="*/ 2757383 w 4055384"/>
                  <a:gd name="connsiteY7" fmla="*/ 30535 h 221561"/>
                  <a:gd name="connsiteX8" fmla="*/ 2708981 w 4055384"/>
                  <a:gd name="connsiteY8" fmla="*/ 25581 h 221561"/>
                  <a:gd name="connsiteX9" fmla="*/ 2655783 w 4055384"/>
                  <a:gd name="connsiteY9" fmla="*/ 20888 h 221561"/>
                  <a:gd name="connsiteX10" fmla="*/ 2628717 w 4055384"/>
                  <a:gd name="connsiteY10" fmla="*/ 17527 h 221561"/>
                  <a:gd name="connsiteX11" fmla="*/ 2551623 w 4055384"/>
                  <a:gd name="connsiteY11" fmla="*/ 8622 h 221561"/>
                  <a:gd name="connsiteX12" fmla="*/ 2455184 w 4055384"/>
                  <a:gd name="connsiteY12" fmla="*/ 0 h 221561"/>
                  <a:gd name="connsiteX13" fmla="*/ 2454494 w 4055384"/>
                  <a:gd name="connsiteY13" fmla="*/ 0 h 221561"/>
                  <a:gd name="connsiteX14" fmla="*/ 2354112 w 4055384"/>
                  <a:gd name="connsiteY14" fmla="*/ 7028 h 221561"/>
                  <a:gd name="connsiteX15" fmla="*/ 2253691 w 4055384"/>
                  <a:gd name="connsiteY15" fmla="*/ 11612 h 221561"/>
                  <a:gd name="connsiteX16" fmla="*/ 2152782 w 4055384"/>
                  <a:gd name="connsiteY16" fmla="*/ 13096 h 221561"/>
                  <a:gd name="connsiteX17" fmla="*/ 2052482 w 4055384"/>
                  <a:gd name="connsiteY17" fmla="*/ 24227 h 221561"/>
                  <a:gd name="connsiteX18" fmla="*/ 1952386 w 4055384"/>
                  <a:gd name="connsiteY18" fmla="*/ 34093 h 221561"/>
                  <a:gd name="connsiteX19" fmla="*/ 1852168 w 4055384"/>
                  <a:gd name="connsiteY19" fmla="*/ 39200 h 221561"/>
                  <a:gd name="connsiteX20" fmla="*/ 1752275 w 4055384"/>
                  <a:gd name="connsiteY20" fmla="*/ 39048 h 221561"/>
                  <a:gd name="connsiteX21" fmla="*/ 1663273 w 4055384"/>
                  <a:gd name="connsiteY21" fmla="*/ 17418 h 221561"/>
                  <a:gd name="connsiteX22" fmla="*/ 1662298 w 4055384"/>
                  <a:gd name="connsiteY22" fmla="*/ 17308 h 221561"/>
                  <a:gd name="connsiteX23" fmla="*/ 2479 w 4055384"/>
                  <a:gd name="connsiteY23" fmla="*/ 14755 h 221561"/>
                  <a:gd name="connsiteX24" fmla="*/ 2479 w 4055384"/>
                  <a:gd name="connsiteY24" fmla="*/ 14755 h 221561"/>
                  <a:gd name="connsiteX25" fmla="*/ 0 w 4055384"/>
                  <a:gd name="connsiteY25" fmla="*/ 16130 h 221561"/>
                  <a:gd name="connsiteX26" fmla="*/ 2479 w 4055384"/>
                  <a:gd name="connsiteY26" fmla="*/ 17570 h 221561"/>
                  <a:gd name="connsiteX27" fmla="*/ 1661729 w 4055384"/>
                  <a:gd name="connsiteY27" fmla="*/ 20080 h 221561"/>
                  <a:gd name="connsiteX28" fmla="*/ 1750730 w 4055384"/>
                  <a:gd name="connsiteY28" fmla="*/ 41776 h 221561"/>
                  <a:gd name="connsiteX29" fmla="*/ 1751706 w 4055384"/>
                  <a:gd name="connsiteY29" fmla="*/ 41885 h 221561"/>
                  <a:gd name="connsiteX30" fmla="*/ 1852412 w 4055384"/>
                  <a:gd name="connsiteY30" fmla="*/ 42060 h 221561"/>
                  <a:gd name="connsiteX31" fmla="*/ 1953118 w 4055384"/>
                  <a:gd name="connsiteY31" fmla="*/ 36887 h 221561"/>
                  <a:gd name="connsiteX32" fmla="*/ 2053417 w 4055384"/>
                  <a:gd name="connsiteY32" fmla="*/ 26978 h 221561"/>
                  <a:gd name="connsiteX33" fmla="*/ 2153310 w 4055384"/>
                  <a:gd name="connsiteY33" fmla="*/ 15890 h 221561"/>
                  <a:gd name="connsiteX34" fmla="*/ 2254016 w 4055384"/>
                  <a:gd name="connsiteY34" fmla="*/ 14406 h 221561"/>
                  <a:gd name="connsiteX35" fmla="*/ 2354641 w 4055384"/>
                  <a:gd name="connsiteY35" fmla="*/ 9866 h 221561"/>
                  <a:gd name="connsiteX36" fmla="*/ 2454859 w 4055384"/>
                  <a:gd name="connsiteY36" fmla="*/ 2837 h 221561"/>
                  <a:gd name="connsiteX37" fmla="*/ 2530937 w 4055384"/>
                  <a:gd name="connsiteY37" fmla="*/ 9495 h 221561"/>
                  <a:gd name="connsiteX38" fmla="*/ 2550770 w 4055384"/>
                  <a:gd name="connsiteY38" fmla="*/ 11415 h 221561"/>
                  <a:gd name="connsiteX39" fmla="*/ 2627660 w 4055384"/>
                  <a:gd name="connsiteY39" fmla="*/ 20255 h 221561"/>
                  <a:gd name="connsiteX40" fmla="*/ 2654848 w 4055384"/>
                  <a:gd name="connsiteY40" fmla="*/ 23660 h 221561"/>
                  <a:gd name="connsiteX41" fmla="*/ 2708250 w 4055384"/>
                  <a:gd name="connsiteY41" fmla="*/ 28353 h 221561"/>
                  <a:gd name="connsiteX42" fmla="*/ 2756692 w 4055384"/>
                  <a:gd name="connsiteY42" fmla="*/ 33307 h 221561"/>
                  <a:gd name="connsiteX43" fmla="*/ 2829032 w 4055384"/>
                  <a:gd name="connsiteY43" fmla="*/ 38044 h 221561"/>
                  <a:gd name="connsiteX44" fmla="*/ 2928844 w 4055384"/>
                  <a:gd name="connsiteY44" fmla="*/ 38218 h 221561"/>
                  <a:gd name="connsiteX45" fmla="*/ 2989966 w 4055384"/>
                  <a:gd name="connsiteY45" fmla="*/ 49350 h 221561"/>
                  <a:gd name="connsiteX46" fmla="*/ 2990739 w 4055384"/>
                  <a:gd name="connsiteY46" fmla="*/ 49393 h 221561"/>
                  <a:gd name="connsiteX47" fmla="*/ 3091850 w 4055384"/>
                  <a:gd name="connsiteY47" fmla="*/ 49546 h 221561"/>
                  <a:gd name="connsiteX48" fmla="*/ 4055384 w 4055384"/>
                  <a:gd name="connsiteY48" fmla="*/ 221561 h 221561"/>
                  <a:gd name="connsiteX49" fmla="*/ 4055384 w 4055384"/>
                  <a:gd name="connsiteY49" fmla="*/ 218571 h 22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055384" h="221561">
                    <a:moveTo>
                      <a:pt x="4055222" y="218571"/>
                    </a:moveTo>
                    <a:lnTo>
                      <a:pt x="3092907" y="46840"/>
                    </a:lnTo>
                    <a:cubicBezTo>
                      <a:pt x="3092622" y="46774"/>
                      <a:pt x="3092420" y="46731"/>
                      <a:pt x="3092135" y="46731"/>
                    </a:cubicBezTo>
                    <a:lnTo>
                      <a:pt x="2991022" y="46578"/>
                    </a:lnTo>
                    <a:lnTo>
                      <a:pt x="2929901" y="35446"/>
                    </a:lnTo>
                    <a:cubicBezTo>
                      <a:pt x="2929901" y="35446"/>
                      <a:pt x="2929412" y="35381"/>
                      <a:pt x="2929128" y="35381"/>
                    </a:cubicBezTo>
                    <a:lnTo>
                      <a:pt x="2829195" y="35228"/>
                    </a:lnTo>
                    <a:lnTo>
                      <a:pt x="2757383" y="30535"/>
                    </a:lnTo>
                    <a:lnTo>
                      <a:pt x="2708981" y="25581"/>
                    </a:lnTo>
                    <a:lnTo>
                      <a:pt x="2655783" y="20888"/>
                    </a:lnTo>
                    <a:lnTo>
                      <a:pt x="2628717" y="17527"/>
                    </a:lnTo>
                    <a:lnTo>
                      <a:pt x="2551623" y="8622"/>
                    </a:lnTo>
                    <a:lnTo>
                      <a:pt x="2455184" y="0"/>
                    </a:lnTo>
                    <a:lnTo>
                      <a:pt x="2454494" y="0"/>
                    </a:lnTo>
                    <a:lnTo>
                      <a:pt x="2354112" y="7028"/>
                    </a:lnTo>
                    <a:lnTo>
                      <a:pt x="2253691" y="11612"/>
                    </a:lnTo>
                    <a:lnTo>
                      <a:pt x="2152782" y="13096"/>
                    </a:lnTo>
                    <a:lnTo>
                      <a:pt x="2052482" y="24227"/>
                    </a:lnTo>
                    <a:lnTo>
                      <a:pt x="1952386" y="34093"/>
                    </a:lnTo>
                    <a:lnTo>
                      <a:pt x="1852168" y="39200"/>
                    </a:lnTo>
                    <a:lnTo>
                      <a:pt x="1752275" y="39048"/>
                    </a:lnTo>
                    <a:lnTo>
                      <a:pt x="1663273" y="17418"/>
                    </a:lnTo>
                    <a:cubicBezTo>
                      <a:pt x="1662989" y="17308"/>
                      <a:pt x="1662582" y="17308"/>
                      <a:pt x="1662298" y="17308"/>
                    </a:cubicBezTo>
                    <a:lnTo>
                      <a:pt x="2479" y="14755"/>
                    </a:lnTo>
                    <a:lnTo>
                      <a:pt x="2479" y="14755"/>
                    </a:lnTo>
                    <a:cubicBezTo>
                      <a:pt x="1097" y="14755"/>
                      <a:pt x="0" y="15388"/>
                      <a:pt x="0" y="16130"/>
                    </a:cubicBezTo>
                    <a:cubicBezTo>
                      <a:pt x="0" y="16937"/>
                      <a:pt x="1097" y="17570"/>
                      <a:pt x="2479" y="17570"/>
                    </a:cubicBezTo>
                    <a:lnTo>
                      <a:pt x="1661729" y="20080"/>
                    </a:lnTo>
                    <a:lnTo>
                      <a:pt x="1750730" y="41776"/>
                    </a:lnTo>
                    <a:cubicBezTo>
                      <a:pt x="1751015" y="41841"/>
                      <a:pt x="1751422" y="41885"/>
                      <a:pt x="1751706" y="41885"/>
                    </a:cubicBezTo>
                    <a:lnTo>
                      <a:pt x="1852412" y="42060"/>
                    </a:lnTo>
                    <a:lnTo>
                      <a:pt x="1953118" y="36887"/>
                    </a:lnTo>
                    <a:lnTo>
                      <a:pt x="2053417" y="26978"/>
                    </a:lnTo>
                    <a:lnTo>
                      <a:pt x="2153310" y="15890"/>
                    </a:lnTo>
                    <a:lnTo>
                      <a:pt x="2254016" y="14406"/>
                    </a:lnTo>
                    <a:lnTo>
                      <a:pt x="2354641" y="9866"/>
                    </a:lnTo>
                    <a:lnTo>
                      <a:pt x="2454859" y="2837"/>
                    </a:lnTo>
                    <a:lnTo>
                      <a:pt x="2530937" y="9495"/>
                    </a:lnTo>
                    <a:lnTo>
                      <a:pt x="2550770" y="11415"/>
                    </a:lnTo>
                    <a:lnTo>
                      <a:pt x="2627660" y="20255"/>
                    </a:lnTo>
                    <a:lnTo>
                      <a:pt x="2654848" y="23660"/>
                    </a:lnTo>
                    <a:lnTo>
                      <a:pt x="2708250" y="28353"/>
                    </a:lnTo>
                    <a:lnTo>
                      <a:pt x="2756692" y="33307"/>
                    </a:lnTo>
                    <a:lnTo>
                      <a:pt x="2829032" y="38044"/>
                    </a:lnTo>
                    <a:lnTo>
                      <a:pt x="2928844" y="38218"/>
                    </a:lnTo>
                    <a:lnTo>
                      <a:pt x="2989966" y="49350"/>
                    </a:lnTo>
                    <a:cubicBezTo>
                      <a:pt x="2990250" y="49393"/>
                      <a:pt x="2990454" y="49393"/>
                      <a:pt x="2990739" y="49393"/>
                    </a:cubicBezTo>
                    <a:lnTo>
                      <a:pt x="3091850" y="49546"/>
                    </a:lnTo>
                    <a:lnTo>
                      <a:pt x="4055384" y="221561"/>
                    </a:lnTo>
                    <a:lnTo>
                      <a:pt x="4055384" y="2185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8" name="Freeform: Shape 157">
                <a:extLst>
                  <a:ext uri="{FF2B5EF4-FFF2-40B4-BE49-F238E27FC236}">
                    <a16:creationId xmlns:a16="http://schemas.microsoft.com/office/drawing/2014/main" id="{F5DFE4E1-9C07-49D9-96EE-1238B0256296}"/>
                  </a:ext>
                </a:extLst>
              </p:cNvPr>
              <p:cNvSpPr/>
              <p:nvPr/>
            </p:nvSpPr>
            <p:spPr>
              <a:xfrm>
                <a:off x="4344236" y="5558275"/>
                <a:ext cx="2310766" cy="434429"/>
              </a:xfrm>
              <a:custGeom>
                <a:avLst/>
                <a:gdLst>
                  <a:gd name="connsiteX0" fmla="*/ 2308084 w 2310766"/>
                  <a:gd name="connsiteY0" fmla="*/ 434408 h 434429"/>
                  <a:gd name="connsiteX1" fmla="*/ 2308003 w 2310766"/>
                  <a:gd name="connsiteY1" fmla="*/ 434408 h 434429"/>
                  <a:gd name="connsiteX2" fmla="*/ 2218311 w 2310766"/>
                  <a:gd name="connsiteY2" fmla="*/ 431854 h 434429"/>
                  <a:gd name="connsiteX3" fmla="*/ 2130406 w 2310766"/>
                  <a:gd name="connsiteY3" fmla="*/ 427532 h 434429"/>
                  <a:gd name="connsiteX4" fmla="*/ 1956955 w 2310766"/>
                  <a:gd name="connsiteY4" fmla="*/ 422905 h 434429"/>
                  <a:gd name="connsiteX5" fmla="*/ 1870757 w 2310766"/>
                  <a:gd name="connsiteY5" fmla="*/ 420875 h 434429"/>
                  <a:gd name="connsiteX6" fmla="*/ 1784641 w 2310766"/>
                  <a:gd name="connsiteY6" fmla="*/ 418169 h 434429"/>
                  <a:gd name="connsiteX7" fmla="*/ 1698362 w 2310766"/>
                  <a:gd name="connsiteY7" fmla="*/ 416204 h 434429"/>
                  <a:gd name="connsiteX8" fmla="*/ 1611759 w 2310766"/>
                  <a:gd name="connsiteY8" fmla="*/ 415178 h 434429"/>
                  <a:gd name="connsiteX9" fmla="*/ 1524586 w 2310766"/>
                  <a:gd name="connsiteY9" fmla="*/ 415178 h 434429"/>
                  <a:gd name="connsiteX10" fmla="*/ 1436763 w 2310766"/>
                  <a:gd name="connsiteY10" fmla="*/ 416204 h 434429"/>
                  <a:gd name="connsiteX11" fmla="*/ 1348695 w 2310766"/>
                  <a:gd name="connsiteY11" fmla="*/ 416313 h 434429"/>
                  <a:gd name="connsiteX12" fmla="*/ 1260791 w 2310766"/>
                  <a:gd name="connsiteY12" fmla="*/ 414240 h 434429"/>
                  <a:gd name="connsiteX13" fmla="*/ 1172887 w 2310766"/>
                  <a:gd name="connsiteY13" fmla="*/ 410726 h 434429"/>
                  <a:gd name="connsiteX14" fmla="*/ 1171180 w 2310766"/>
                  <a:gd name="connsiteY14" fmla="*/ 410246 h 434429"/>
                  <a:gd name="connsiteX15" fmla="*/ 1086649 w 2310766"/>
                  <a:gd name="connsiteY15" fmla="*/ 358080 h 434429"/>
                  <a:gd name="connsiteX16" fmla="*/ 1085999 w 2310766"/>
                  <a:gd name="connsiteY16" fmla="*/ 357011 h 434429"/>
                  <a:gd name="connsiteX17" fmla="*/ 1094574 w 2310766"/>
                  <a:gd name="connsiteY17" fmla="*/ 315933 h 434429"/>
                  <a:gd name="connsiteX18" fmla="*/ 1010652 w 2310766"/>
                  <a:gd name="connsiteY18" fmla="*/ 261520 h 434429"/>
                  <a:gd name="connsiteX19" fmla="*/ 1010043 w 2310766"/>
                  <a:gd name="connsiteY19" fmla="*/ 260450 h 434429"/>
                  <a:gd name="connsiteX20" fmla="*/ 1015651 w 2310766"/>
                  <a:gd name="connsiteY20" fmla="*/ 230766 h 434429"/>
                  <a:gd name="connsiteX21" fmla="*/ 1019187 w 2310766"/>
                  <a:gd name="connsiteY21" fmla="*/ 204378 h 434429"/>
                  <a:gd name="connsiteX22" fmla="*/ 933843 w 2310766"/>
                  <a:gd name="connsiteY22" fmla="*/ 168255 h 434429"/>
                  <a:gd name="connsiteX23" fmla="*/ 847889 w 2310766"/>
                  <a:gd name="connsiteY23" fmla="*/ 136715 h 434429"/>
                  <a:gd name="connsiteX24" fmla="*/ 759944 w 2310766"/>
                  <a:gd name="connsiteY24" fmla="*/ 127068 h 434429"/>
                  <a:gd name="connsiteX25" fmla="*/ 669560 w 2310766"/>
                  <a:gd name="connsiteY25" fmla="*/ 118752 h 434429"/>
                  <a:gd name="connsiteX26" fmla="*/ 575072 w 2310766"/>
                  <a:gd name="connsiteY26" fmla="*/ 106660 h 434429"/>
                  <a:gd name="connsiteX27" fmla="*/ 484201 w 2310766"/>
                  <a:gd name="connsiteY27" fmla="*/ 97013 h 434429"/>
                  <a:gd name="connsiteX28" fmla="*/ 388575 w 2310766"/>
                  <a:gd name="connsiteY28" fmla="*/ 85358 h 434429"/>
                  <a:gd name="connsiteX29" fmla="*/ 296810 w 2310766"/>
                  <a:gd name="connsiteY29" fmla="*/ 77522 h 434429"/>
                  <a:gd name="connsiteX30" fmla="*/ 205655 w 2310766"/>
                  <a:gd name="connsiteY30" fmla="*/ 62811 h 434429"/>
                  <a:gd name="connsiteX31" fmla="*/ 115434 w 2310766"/>
                  <a:gd name="connsiteY31" fmla="*/ 39216 h 434429"/>
                  <a:gd name="connsiteX32" fmla="*/ 26839 w 2310766"/>
                  <a:gd name="connsiteY32" fmla="*/ 9532 h 434429"/>
                  <a:gd name="connsiteX33" fmla="*/ 1439 w 2310766"/>
                  <a:gd name="connsiteY33" fmla="*/ 2657 h 434429"/>
                  <a:gd name="connsiteX34" fmla="*/ 261 w 2310766"/>
                  <a:gd name="connsiteY34" fmla="*/ 802 h 434429"/>
                  <a:gd name="connsiteX35" fmla="*/ 3674 w 2310766"/>
                  <a:gd name="connsiteY35" fmla="*/ 169 h 434429"/>
                  <a:gd name="connsiteX36" fmla="*/ 29278 w 2310766"/>
                  <a:gd name="connsiteY36" fmla="*/ 7044 h 434429"/>
                  <a:gd name="connsiteX37" fmla="*/ 117872 w 2310766"/>
                  <a:gd name="connsiteY37" fmla="*/ 36772 h 434429"/>
                  <a:gd name="connsiteX38" fmla="*/ 207443 w 2310766"/>
                  <a:gd name="connsiteY38" fmla="*/ 60213 h 434429"/>
                  <a:gd name="connsiteX39" fmla="*/ 297949 w 2310766"/>
                  <a:gd name="connsiteY39" fmla="*/ 74815 h 434429"/>
                  <a:gd name="connsiteX40" fmla="*/ 389632 w 2310766"/>
                  <a:gd name="connsiteY40" fmla="*/ 82607 h 434429"/>
                  <a:gd name="connsiteX41" fmla="*/ 395932 w 2310766"/>
                  <a:gd name="connsiteY41" fmla="*/ 83502 h 434429"/>
                  <a:gd name="connsiteX42" fmla="*/ 485258 w 2310766"/>
                  <a:gd name="connsiteY42" fmla="*/ 94263 h 434429"/>
                  <a:gd name="connsiteX43" fmla="*/ 579909 w 2310766"/>
                  <a:gd name="connsiteY43" fmla="*/ 104390 h 434429"/>
                  <a:gd name="connsiteX44" fmla="*/ 670617 w 2310766"/>
                  <a:gd name="connsiteY44" fmla="*/ 116068 h 434429"/>
                  <a:gd name="connsiteX45" fmla="*/ 760919 w 2310766"/>
                  <a:gd name="connsiteY45" fmla="*/ 124318 h 434429"/>
                  <a:gd name="connsiteX46" fmla="*/ 849433 w 2310766"/>
                  <a:gd name="connsiteY46" fmla="*/ 134009 h 434429"/>
                  <a:gd name="connsiteX47" fmla="*/ 850368 w 2310766"/>
                  <a:gd name="connsiteY47" fmla="*/ 134227 h 434429"/>
                  <a:gd name="connsiteX48" fmla="*/ 936931 w 2310766"/>
                  <a:gd name="connsiteY48" fmla="*/ 165985 h 434429"/>
                  <a:gd name="connsiteX49" fmla="*/ 1023454 w 2310766"/>
                  <a:gd name="connsiteY49" fmla="*/ 202588 h 434429"/>
                  <a:gd name="connsiteX50" fmla="*/ 1024429 w 2310766"/>
                  <a:gd name="connsiteY50" fmla="*/ 203810 h 434429"/>
                  <a:gd name="connsiteX51" fmla="*/ 1020853 w 2310766"/>
                  <a:gd name="connsiteY51" fmla="*/ 230984 h 434429"/>
                  <a:gd name="connsiteX52" fmla="*/ 1015285 w 2310766"/>
                  <a:gd name="connsiteY52" fmla="*/ 260123 h 434429"/>
                  <a:gd name="connsiteX53" fmla="*/ 1099207 w 2310766"/>
                  <a:gd name="connsiteY53" fmla="*/ 314580 h 434429"/>
                  <a:gd name="connsiteX54" fmla="*/ 1099816 w 2310766"/>
                  <a:gd name="connsiteY54" fmla="*/ 315649 h 434429"/>
                  <a:gd name="connsiteX55" fmla="*/ 1091282 w 2310766"/>
                  <a:gd name="connsiteY55" fmla="*/ 356683 h 434429"/>
                  <a:gd name="connsiteX56" fmla="*/ 1174391 w 2310766"/>
                  <a:gd name="connsiteY56" fmla="*/ 407954 h 434429"/>
                  <a:gd name="connsiteX57" fmla="*/ 1261198 w 2310766"/>
                  <a:gd name="connsiteY57" fmla="*/ 411424 h 434429"/>
                  <a:gd name="connsiteX58" fmla="*/ 1348899 w 2310766"/>
                  <a:gd name="connsiteY58" fmla="*/ 413498 h 434429"/>
                  <a:gd name="connsiteX59" fmla="*/ 1436803 w 2310766"/>
                  <a:gd name="connsiteY59" fmla="*/ 413389 h 434429"/>
                  <a:gd name="connsiteX60" fmla="*/ 1524626 w 2310766"/>
                  <a:gd name="connsiteY60" fmla="*/ 412428 h 434429"/>
                  <a:gd name="connsiteX61" fmla="*/ 1611880 w 2310766"/>
                  <a:gd name="connsiteY61" fmla="*/ 412385 h 434429"/>
                  <a:gd name="connsiteX62" fmla="*/ 1698606 w 2310766"/>
                  <a:gd name="connsiteY62" fmla="*/ 413410 h 434429"/>
                  <a:gd name="connsiteX63" fmla="*/ 1784966 w 2310766"/>
                  <a:gd name="connsiteY63" fmla="*/ 415375 h 434429"/>
                  <a:gd name="connsiteX64" fmla="*/ 1871042 w 2310766"/>
                  <a:gd name="connsiteY64" fmla="*/ 418081 h 434429"/>
                  <a:gd name="connsiteX65" fmla="*/ 1957239 w 2310766"/>
                  <a:gd name="connsiteY65" fmla="*/ 420111 h 434429"/>
                  <a:gd name="connsiteX66" fmla="*/ 2130772 w 2310766"/>
                  <a:gd name="connsiteY66" fmla="*/ 424738 h 434429"/>
                  <a:gd name="connsiteX67" fmla="*/ 2218676 w 2310766"/>
                  <a:gd name="connsiteY67" fmla="*/ 429104 h 434429"/>
                  <a:gd name="connsiteX68" fmla="*/ 2308287 w 2310766"/>
                  <a:gd name="connsiteY68" fmla="*/ 431614 h 434429"/>
                  <a:gd name="connsiteX69" fmla="*/ 2310767 w 2310766"/>
                  <a:gd name="connsiteY69" fmla="*/ 433098 h 434429"/>
                  <a:gd name="connsiteX70" fmla="*/ 2308166 w 2310766"/>
                  <a:gd name="connsiteY70" fmla="*/ 434429 h 43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2310766" h="434429">
                    <a:moveTo>
                      <a:pt x="2308084" y="434408"/>
                    </a:moveTo>
                    <a:lnTo>
                      <a:pt x="2308003" y="434408"/>
                    </a:lnTo>
                    <a:lnTo>
                      <a:pt x="2218311" y="431854"/>
                    </a:lnTo>
                    <a:lnTo>
                      <a:pt x="2130406" y="427532"/>
                    </a:lnTo>
                    <a:lnTo>
                      <a:pt x="1956955" y="422905"/>
                    </a:lnTo>
                    <a:lnTo>
                      <a:pt x="1870757" y="420875"/>
                    </a:lnTo>
                    <a:lnTo>
                      <a:pt x="1784641" y="418169"/>
                    </a:lnTo>
                    <a:lnTo>
                      <a:pt x="1698362" y="416204"/>
                    </a:lnTo>
                    <a:lnTo>
                      <a:pt x="1611759" y="415178"/>
                    </a:lnTo>
                    <a:lnTo>
                      <a:pt x="1524586" y="415178"/>
                    </a:lnTo>
                    <a:lnTo>
                      <a:pt x="1436763" y="416204"/>
                    </a:lnTo>
                    <a:lnTo>
                      <a:pt x="1348695" y="416313"/>
                    </a:lnTo>
                    <a:lnTo>
                      <a:pt x="1260791" y="414240"/>
                    </a:lnTo>
                    <a:lnTo>
                      <a:pt x="1172887" y="410726"/>
                    </a:lnTo>
                    <a:cubicBezTo>
                      <a:pt x="1172196" y="410726"/>
                      <a:pt x="1171627" y="410551"/>
                      <a:pt x="1171180" y="410246"/>
                    </a:cubicBezTo>
                    <a:lnTo>
                      <a:pt x="1086649" y="358080"/>
                    </a:lnTo>
                    <a:cubicBezTo>
                      <a:pt x="1086161" y="357818"/>
                      <a:pt x="1085958" y="357382"/>
                      <a:pt x="1085999" y="357011"/>
                    </a:cubicBezTo>
                    <a:lnTo>
                      <a:pt x="1094574" y="315933"/>
                    </a:lnTo>
                    <a:lnTo>
                      <a:pt x="1010652" y="261520"/>
                    </a:lnTo>
                    <a:cubicBezTo>
                      <a:pt x="1010205" y="261192"/>
                      <a:pt x="1009961" y="260821"/>
                      <a:pt x="1010043" y="260450"/>
                    </a:cubicBezTo>
                    <a:lnTo>
                      <a:pt x="1015651" y="230766"/>
                    </a:lnTo>
                    <a:lnTo>
                      <a:pt x="1019187" y="204378"/>
                    </a:lnTo>
                    <a:lnTo>
                      <a:pt x="933843" y="168255"/>
                    </a:lnTo>
                    <a:lnTo>
                      <a:pt x="847889" y="136715"/>
                    </a:lnTo>
                    <a:lnTo>
                      <a:pt x="759944" y="127068"/>
                    </a:lnTo>
                    <a:lnTo>
                      <a:pt x="669560" y="118752"/>
                    </a:lnTo>
                    <a:lnTo>
                      <a:pt x="575072" y="106660"/>
                    </a:lnTo>
                    <a:lnTo>
                      <a:pt x="484201" y="97013"/>
                    </a:lnTo>
                    <a:lnTo>
                      <a:pt x="388575" y="85358"/>
                    </a:lnTo>
                    <a:lnTo>
                      <a:pt x="296810" y="77522"/>
                    </a:lnTo>
                    <a:lnTo>
                      <a:pt x="205655" y="62811"/>
                    </a:lnTo>
                    <a:lnTo>
                      <a:pt x="115434" y="39216"/>
                    </a:lnTo>
                    <a:lnTo>
                      <a:pt x="26839" y="9532"/>
                    </a:lnTo>
                    <a:lnTo>
                      <a:pt x="1439" y="2657"/>
                    </a:lnTo>
                    <a:cubicBezTo>
                      <a:pt x="138" y="2329"/>
                      <a:pt x="-349" y="1478"/>
                      <a:pt x="261" y="802"/>
                    </a:cubicBezTo>
                    <a:cubicBezTo>
                      <a:pt x="830" y="103"/>
                      <a:pt x="2374" y="-224"/>
                      <a:pt x="3674" y="169"/>
                    </a:cubicBezTo>
                    <a:lnTo>
                      <a:pt x="29278" y="7044"/>
                    </a:lnTo>
                    <a:lnTo>
                      <a:pt x="117872" y="36772"/>
                    </a:lnTo>
                    <a:lnTo>
                      <a:pt x="207443" y="60213"/>
                    </a:lnTo>
                    <a:lnTo>
                      <a:pt x="297949" y="74815"/>
                    </a:lnTo>
                    <a:lnTo>
                      <a:pt x="389632" y="82607"/>
                    </a:lnTo>
                    <a:lnTo>
                      <a:pt x="395932" y="83502"/>
                    </a:lnTo>
                    <a:lnTo>
                      <a:pt x="485258" y="94263"/>
                    </a:lnTo>
                    <a:lnTo>
                      <a:pt x="579909" y="104390"/>
                    </a:lnTo>
                    <a:lnTo>
                      <a:pt x="670617" y="116068"/>
                    </a:lnTo>
                    <a:lnTo>
                      <a:pt x="760919" y="124318"/>
                    </a:lnTo>
                    <a:lnTo>
                      <a:pt x="849433" y="134009"/>
                    </a:lnTo>
                    <a:cubicBezTo>
                      <a:pt x="849759" y="134074"/>
                      <a:pt x="850084" y="134118"/>
                      <a:pt x="850368" y="134227"/>
                    </a:cubicBezTo>
                    <a:lnTo>
                      <a:pt x="936931" y="165985"/>
                    </a:lnTo>
                    <a:lnTo>
                      <a:pt x="1023454" y="202588"/>
                    </a:lnTo>
                    <a:cubicBezTo>
                      <a:pt x="1024144" y="202915"/>
                      <a:pt x="1024470" y="203330"/>
                      <a:pt x="1024429" y="203810"/>
                    </a:cubicBezTo>
                    <a:lnTo>
                      <a:pt x="1020853" y="230984"/>
                    </a:lnTo>
                    <a:lnTo>
                      <a:pt x="1015285" y="260123"/>
                    </a:lnTo>
                    <a:lnTo>
                      <a:pt x="1099207" y="314580"/>
                    </a:lnTo>
                    <a:cubicBezTo>
                      <a:pt x="1099654" y="314842"/>
                      <a:pt x="1099898" y="315278"/>
                      <a:pt x="1099816" y="315649"/>
                    </a:cubicBezTo>
                    <a:lnTo>
                      <a:pt x="1091282" y="356683"/>
                    </a:lnTo>
                    <a:lnTo>
                      <a:pt x="1174391" y="407954"/>
                    </a:lnTo>
                    <a:lnTo>
                      <a:pt x="1261198" y="411424"/>
                    </a:lnTo>
                    <a:lnTo>
                      <a:pt x="1348899" y="413498"/>
                    </a:lnTo>
                    <a:lnTo>
                      <a:pt x="1436803" y="413389"/>
                    </a:lnTo>
                    <a:lnTo>
                      <a:pt x="1524626" y="412428"/>
                    </a:lnTo>
                    <a:lnTo>
                      <a:pt x="1611880" y="412385"/>
                    </a:lnTo>
                    <a:lnTo>
                      <a:pt x="1698606" y="413410"/>
                    </a:lnTo>
                    <a:lnTo>
                      <a:pt x="1784966" y="415375"/>
                    </a:lnTo>
                    <a:lnTo>
                      <a:pt x="1871042" y="418081"/>
                    </a:lnTo>
                    <a:lnTo>
                      <a:pt x="1957239" y="420111"/>
                    </a:lnTo>
                    <a:lnTo>
                      <a:pt x="2130772" y="424738"/>
                    </a:lnTo>
                    <a:lnTo>
                      <a:pt x="2218676" y="429104"/>
                    </a:lnTo>
                    <a:lnTo>
                      <a:pt x="2308287" y="431614"/>
                    </a:lnTo>
                    <a:cubicBezTo>
                      <a:pt x="2309669" y="431679"/>
                      <a:pt x="2310767" y="432312"/>
                      <a:pt x="2310767" y="433098"/>
                    </a:cubicBezTo>
                    <a:cubicBezTo>
                      <a:pt x="2310645" y="433840"/>
                      <a:pt x="2309588" y="434429"/>
                      <a:pt x="2308166" y="43442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59" name="Freeform: Shape 158">
                <a:extLst>
                  <a:ext uri="{FF2B5EF4-FFF2-40B4-BE49-F238E27FC236}">
                    <a16:creationId xmlns:a16="http://schemas.microsoft.com/office/drawing/2014/main" id="{F1D5AFD0-203E-489E-A365-F7F088B265E4}"/>
                  </a:ext>
                </a:extLst>
              </p:cNvPr>
              <p:cNvSpPr/>
              <p:nvPr/>
            </p:nvSpPr>
            <p:spPr>
              <a:xfrm>
                <a:off x="203" y="6070669"/>
                <a:ext cx="4696886" cy="342218"/>
              </a:xfrm>
              <a:custGeom>
                <a:avLst/>
                <a:gdLst>
                  <a:gd name="connsiteX0" fmla="*/ 4694164 w 4696886"/>
                  <a:gd name="connsiteY0" fmla="*/ 7661 h 342218"/>
                  <a:gd name="connsiteX1" fmla="*/ 4694123 w 4696886"/>
                  <a:gd name="connsiteY1" fmla="*/ 7661 h 342218"/>
                  <a:gd name="connsiteX2" fmla="*/ 4669617 w 4696886"/>
                  <a:gd name="connsiteY2" fmla="*/ 7879 h 342218"/>
                  <a:gd name="connsiteX3" fmla="*/ 4619549 w 4696886"/>
                  <a:gd name="connsiteY3" fmla="*/ 7661 h 342218"/>
                  <a:gd name="connsiteX4" fmla="*/ 4504863 w 4696886"/>
                  <a:gd name="connsiteY4" fmla="*/ 5107 h 342218"/>
                  <a:gd name="connsiteX5" fmla="*/ 4379367 w 4696886"/>
                  <a:gd name="connsiteY5" fmla="*/ 960 h 342218"/>
                  <a:gd name="connsiteX6" fmla="*/ 4252773 w 4696886"/>
                  <a:gd name="connsiteY6" fmla="*/ 0 h 342218"/>
                  <a:gd name="connsiteX7" fmla="*/ 4252041 w 4696886"/>
                  <a:gd name="connsiteY7" fmla="*/ 44 h 342218"/>
                  <a:gd name="connsiteX8" fmla="*/ 4242816 w 4696886"/>
                  <a:gd name="connsiteY8" fmla="*/ 1550 h 342218"/>
                  <a:gd name="connsiteX9" fmla="*/ 4125651 w 4696886"/>
                  <a:gd name="connsiteY9" fmla="*/ 3776 h 342218"/>
                  <a:gd name="connsiteX10" fmla="*/ 4113987 w 4696886"/>
                  <a:gd name="connsiteY10" fmla="*/ 3514 h 342218"/>
                  <a:gd name="connsiteX11" fmla="*/ 4055791 w 4696886"/>
                  <a:gd name="connsiteY11" fmla="*/ 4256 h 342218"/>
                  <a:gd name="connsiteX12" fmla="*/ 4000033 w 4696886"/>
                  <a:gd name="connsiteY12" fmla="*/ 6111 h 342218"/>
                  <a:gd name="connsiteX13" fmla="*/ 3985931 w 4696886"/>
                  <a:gd name="connsiteY13" fmla="*/ 7268 h 342218"/>
                  <a:gd name="connsiteX14" fmla="*/ 3985199 w 4696886"/>
                  <a:gd name="connsiteY14" fmla="*/ 7377 h 342218"/>
                  <a:gd name="connsiteX15" fmla="*/ 3969146 w 4696886"/>
                  <a:gd name="connsiteY15" fmla="*/ 11808 h 342218"/>
                  <a:gd name="connsiteX16" fmla="*/ 3842106 w 4696886"/>
                  <a:gd name="connsiteY16" fmla="*/ 17789 h 342218"/>
                  <a:gd name="connsiteX17" fmla="*/ 3714659 w 4696886"/>
                  <a:gd name="connsiteY17" fmla="*/ 22852 h 342218"/>
                  <a:gd name="connsiteX18" fmla="*/ 3712830 w 4696886"/>
                  <a:gd name="connsiteY18" fmla="*/ 23376 h 342218"/>
                  <a:gd name="connsiteX19" fmla="*/ 3692591 w 4696886"/>
                  <a:gd name="connsiteY19" fmla="*/ 38349 h 342218"/>
                  <a:gd name="connsiteX20" fmla="*/ 3649472 w 4696886"/>
                  <a:gd name="connsiteY20" fmla="*/ 52995 h 342218"/>
                  <a:gd name="connsiteX21" fmla="*/ 3387019 w 4696886"/>
                  <a:gd name="connsiteY21" fmla="*/ 61682 h 342218"/>
                  <a:gd name="connsiteX22" fmla="*/ 3385719 w 4696886"/>
                  <a:gd name="connsiteY22" fmla="*/ 61900 h 342218"/>
                  <a:gd name="connsiteX23" fmla="*/ 3361416 w 4696886"/>
                  <a:gd name="connsiteY23" fmla="*/ 71002 h 342218"/>
                  <a:gd name="connsiteX24" fmla="*/ 3229580 w 4696886"/>
                  <a:gd name="connsiteY24" fmla="*/ 74887 h 342218"/>
                  <a:gd name="connsiteX25" fmla="*/ 3228198 w 4696886"/>
                  <a:gd name="connsiteY25" fmla="*/ 75214 h 342218"/>
                  <a:gd name="connsiteX26" fmla="*/ 3202270 w 4696886"/>
                  <a:gd name="connsiteY26" fmla="*/ 86193 h 342218"/>
                  <a:gd name="connsiteX27" fmla="*/ 3069539 w 4696886"/>
                  <a:gd name="connsiteY27" fmla="*/ 94072 h 342218"/>
                  <a:gd name="connsiteX28" fmla="*/ 2935915 w 4696886"/>
                  <a:gd name="connsiteY28" fmla="*/ 95076 h 342218"/>
                  <a:gd name="connsiteX29" fmla="*/ 2802331 w 4696886"/>
                  <a:gd name="connsiteY29" fmla="*/ 97958 h 342218"/>
                  <a:gd name="connsiteX30" fmla="*/ 2668951 w 4696886"/>
                  <a:gd name="connsiteY30" fmla="*/ 103130 h 342218"/>
                  <a:gd name="connsiteX31" fmla="*/ 2535814 w 4696886"/>
                  <a:gd name="connsiteY31" fmla="*/ 105531 h 342218"/>
                  <a:gd name="connsiteX32" fmla="*/ 2402515 w 4696886"/>
                  <a:gd name="connsiteY32" fmla="*/ 101974 h 342218"/>
                  <a:gd name="connsiteX33" fmla="*/ 2269297 w 4696886"/>
                  <a:gd name="connsiteY33" fmla="*/ 101712 h 342218"/>
                  <a:gd name="connsiteX34" fmla="*/ 2268159 w 4696886"/>
                  <a:gd name="connsiteY34" fmla="*/ 101864 h 342218"/>
                  <a:gd name="connsiteX35" fmla="*/ 2233127 w 4696886"/>
                  <a:gd name="connsiteY35" fmla="*/ 111512 h 342218"/>
                  <a:gd name="connsiteX36" fmla="*/ 2232477 w 4696886"/>
                  <a:gd name="connsiteY36" fmla="*/ 111774 h 342218"/>
                  <a:gd name="connsiteX37" fmla="*/ 2196308 w 4696886"/>
                  <a:gd name="connsiteY37" fmla="*/ 132116 h 342218"/>
                  <a:gd name="connsiteX38" fmla="*/ 2159528 w 4696886"/>
                  <a:gd name="connsiteY38" fmla="*/ 165161 h 342218"/>
                  <a:gd name="connsiteX39" fmla="*/ 2122302 w 4696886"/>
                  <a:gd name="connsiteY39" fmla="*/ 199102 h 342218"/>
                  <a:gd name="connsiteX40" fmla="*/ 2084466 w 4696886"/>
                  <a:gd name="connsiteY40" fmla="*/ 227869 h 342218"/>
                  <a:gd name="connsiteX41" fmla="*/ 2046712 w 4696886"/>
                  <a:gd name="connsiteY41" fmla="*/ 252337 h 342218"/>
                  <a:gd name="connsiteX42" fmla="*/ 1907438 w 4696886"/>
                  <a:gd name="connsiteY42" fmla="*/ 252599 h 342218"/>
                  <a:gd name="connsiteX43" fmla="*/ 1766905 w 4696886"/>
                  <a:gd name="connsiteY43" fmla="*/ 252380 h 342218"/>
                  <a:gd name="connsiteX44" fmla="*/ 1626413 w 4696886"/>
                  <a:gd name="connsiteY44" fmla="*/ 258710 h 342218"/>
                  <a:gd name="connsiteX45" fmla="*/ 1486083 w 4696886"/>
                  <a:gd name="connsiteY45" fmla="*/ 268510 h 342218"/>
                  <a:gd name="connsiteX46" fmla="*/ 1345794 w 4696886"/>
                  <a:gd name="connsiteY46" fmla="*/ 276761 h 342218"/>
                  <a:gd name="connsiteX47" fmla="*/ 1205748 w 4696886"/>
                  <a:gd name="connsiteY47" fmla="*/ 283221 h 342218"/>
                  <a:gd name="connsiteX48" fmla="*/ 1065459 w 4696886"/>
                  <a:gd name="connsiteY48" fmla="*/ 284378 h 342218"/>
                  <a:gd name="connsiteX49" fmla="*/ 925373 w 4696886"/>
                  <a:gd name="connsiteY49" fmla="*/ 293698 h 342218"/>
                  <a:gd name="connsiteX50" fmla="*/ 792724 w 4696886"/>
                  <a:gd name="connsiteY50" fmla="*/ 300835 h 342218"/>
                  <a:gd name="connsiteX51" fmla="*/ 645607 w 4696886"/>
                  <a:gd name="connsiteY51" fmla="*/ 304196 h 342218"/>
                  <a:gd name="connsiteX52" fmla="*/ 644428 w 4696886"/>
                  <a:gd name="connsiteY52" fmla="*/ 304349 h 342218"/>
                  <a:gd name="connsiteX53" fmla="*/ 592653 w 4696886"/>
                  <a:gd name="connsiteY53" fmla="*/ 321287 h 342218"/>
                  <a:gd name="connsiteX54" fmla="*/ 540512 w 4696886"/>
                  <a:gd name="connsiteY54" fmla="*/ 337482 h 342218"/>
                  <a:gd name="connsiteX55" fmla="*/ 398882 w 4696886"/>
                  <a:gd name="connsiteY55" fmla="*/ 335670 h 342218"/>
                  <a:gd name="connsiteX56" fmla="*/ 256601 w 4696886"/>
                  <a:gd name="connsiteY56" fmla="*/ 336151 h 342218"/>
                  <a:gd name="connsiteX57" fmla="*/ 114524 w 4696886"/>
                  <a:gd name="connsiteY57" fmla="*/ 339403 h 342218"/>
                  <a:gd name="connsiteX58" fmla="*/ 0 w 4696886"/>
                  <a:gd name="connsiteY58" fmla="*/ 338290 h 342218"/>
                  <a:gd name="connsiteX59" fmla="*/ 0 w 4696886"/>
                  <a:gd name="connsiteY59" fmla="*/ 341105 h 342218"/>
                  <a:gd name="connsiteX60" fmla="*/ 114605 w 4696886"/>
                  <a:gd name="connsiteY60" fmla="*/ 342218 h 342218"/>
                  <a:gd name="connsiteX61" fmla="*/ 256764 w 4696886"/>
                  <a:gd name="connsiteY61" fmla="*/ 338966 h 342218"/>
                  <a:gd name="connsiteX62" fmla="*/ 398882 w 4696886"/>
                  <a:gd name="connsiteY62" fmla="*/ 338486 h 342218"/>
                  <a:gd name="connsiteX63" fmla="*/ 541122 w 4696886"/>
                  <a:gd name="connsiteY63" fmla="*/ 340298 h 342218"/>
                  <a:gd name="connsiteX64" fmla="*/ 542463 w 4696886"/>
                  <a:gd name="connsiteY64" fmla="*/ 340145 h 342218"/>
                  <a:gd name="connsiteX65" fmla="*/ 595254 w 4696886"/>
                  <a:gd name="connsiteY65" fmla="*/ 323731 h 342218"/>
                  <a:gd name="connsiteX66" fmla="*/ 646542 w 4696886"/>
                  <a:gd name="connsiteY66" fmla="*/ 306947 h 342218"/>
                  <a:gd name="connsiteX67" fmla="*/ 787319 w 4696886"/>
                  <a:gd name="connsiteY67" fmla="*/ 303956 h 342218"/>
                  <a:gd name="connsiteX68" fmla="*/ 926023 w 4696886"/>
                  <a:gd name="connsiteY68" fmla="*/ 296492 h 342218"/>
                  <a:gd name="connsiteX69" fmla="*/ 1065906 w 4696886"/>
                  <a:gd name="connsiteY69" fmla="*/ 287106 h 342218"/>
                  <a:gd name="connsiteX70" fmla="*/ 1206114 w 4696886"/>
                  <a:gd name="connsiteY70" fmla="*/ 285993 h 342218"/>
                  <a:gd name="connsiteX71" fmla="*/ 1346403 w 4696886"/>
                  <a:gd name="connsiteY71" fmla="*/ 279489 h 342218"/>
                  <a:gd name="connsiteX72" fmla="*/ 1486733 w 4696886"/>
                  <a:gd name="connsiteY72" fmla="*/ 271282 h 342218"/>
                  <a:gd name="connsiteX73" fmla="*/ 1627063 w 4696886"/>
                  <a:gd name="connsiteY73" fmla="*/ 261417 h 342218"/>
                  <a:gd name="connsiteX74" fmla="*/ 1767230 w 4696886"/>
                  <a:gd name="connsiteY74" fmla="*/ 255130 h 342218"/>
                  <a:gd name="connsiteX75" fmla="*/ 1907560 w 4696886"/>
                  <a:gd name="connsiteY75" fmla="*/ 255349 h 342218"/>
                  <a:gd name="connsiteX76" fmla="*/ 2047972 w 4696886"/>
                  <a:gd name="connsiteY76" fmla="*/ 255087 h 342218"/>
                  <a:gd name="connsiteX77" fmla="*/ 2049922 w 4696886"/>
                  <a:gd name="connsiteY77" fmla="*/ 254607 h 342218"/>
                  <a:gd name="connsiteX78" fmla="*/ 2088612 w 4696886"/>
                  <a:gd name="connsiteY78" fmla="*/ 229572 h 342218"/>
                  <a:gd name="connsiteX79" fmla="*/ 2126651 w 4696886"/>
                  <a:gd name="connsiteY79" fmla="*/ 200586 h 342218"/>
                  <a:gd name="connsiteX80" fmla="*/ 2200372 w 4696886"/>
                  <a:gd name="connsiteY80" fmla="*/ 133775 h 342218"/>
                  <a:gd name="connsiteX81" fmla="*/ 2235891 w 4696886"/>
                  <a:gd name="connsiteY81" fmla="*/ 113891 h 342218"/>
                  <a:gd name="connsiteX82" fmla="*/ 2269988 w 4696886"/>
                  <a:gd name="connsiteY82" fmla="*/ 104462 h 342218"/>
                  <a:gd name="connsiteX83" fmla="*/ 2402434 w 4696886"/>
                  <a:gd name="connsiteY83" fmla="*/ 104724 h 342218"/>
                  <a:gd name="connsiteX84" fmla="*/ 2535855 w 4696886"/>
                  <a:gd name="connsiteY84" fmla="*/ 108303 h 342218"/>
                  <a:gd name="connsiteX85" fmla="*/ 2669357 w 4696886"/>
                  <a:gd name="connsiteY85" fmla="*/ 105902 h 342218"/>
                  <a:gd name="connsiteX86" fmla="*/ 2802738 w 4696886"/>
                  <a:gd name="connsiteY86" fmla="*/ 100730 h 342218"/>
                  <a:gd name="connsiteX87" fmla="*/ 2936118 w 4696886"/>
                  <a:gd name="connsiteY87" fmla="*/ 97848 h 342218"/>
                  <a:gd name="connsiteX88" fmla="*/ 3069905 w 4696886"/>
                  <a:gd name="connsiteY88" fmla="*/ 96823 h 342218"/>
                  <a:gd name="connsiteX89" fmla="*/ 3203611 w 4696886"/>
                  <a:gd name="connsiteY89" fmla="*/ 88878 h 342218"/>
                  <a:gd name="connsiteX90" fmla="*/ 3204911 w 4696886"/>
                  <a:gd name="connsiteY90" fmla="*/ 88616 h 342218"/>
                  <a:gd name="connsiteX91" fmla="*/ 3230758 w 4696886"/>
                  <a:gd name="connsiteY91" fmla="*/ 77637 h 342218"/>
                  <a:gd name="connsiteX92" fmla="*/ 3362554 w 4696886"/>
                  <a:gd name="connsiteY92" fmla="*/ 73686 h 342218"/>
                  <a:gd name="connsiteX93" fmla="*/ 3363814 w 4696886"/>
                  <a:gd name="connsiteY93" fmla="*/ 73468 h 342218"/>
                  <a:gd name="connsiteX94" fmla="*/ 3388157 w 4696886"/>
                  <a:gd name="connsiteY94" fmla="*/ 64367 h 342218"/>
                  <a:gd name="connsiteX95" fmla="*/ 3650569 w 4696886"/>
                  <a:gd name="connsiteY95" fmla="*/ 55680 h 342218"/>
                  <a:gd name="connsiteX96" fmla="*/ 3651748 w 4696886"/>
                  <a:gd name="connsiteY96" fmla="*/ 55461 h 342218"/>
                  <a:gd name="connsiteX97" fmla="*/ 3695802 w 4696886"/>
                  <a:gd name="connsiteY97" fmla="*/ 40488 h 342218"/>
                  <a:gd name="connsiteX98" fmla="*/ 3696493 w 4696886"/>
                  <a:gd name="connsiteY98" fmla="*/ 40161 h 342218"/>
                  <a:gd name="connsiteX99" fmla="*/ 3716325 w 4696886"/>
                  <a:gd name="connsiteY99" fmla="*/ 25450 h 342218"/>
                  <a:gd name="connsiteX100" fmla="*/ 3842593 w 4696886"/>
                  <a:gd name="connsiteY100" fmla="*/ 20495 h 342218"/>
                  <a:gd name="connsiteX101" fmla="*/ 3970203 w 4696886"/>
                  <a:gd name="connsiteY101" fmla="*/ 14471 h 342218"/>
                  <a:gd name="connsiteX102" fmla="*/ 3971097 w 4696886"/>
                  <a:gd name="connsiteY102" fmla="*/ 14318 h 342218"/>
                  <a:gd name="connsiteX103" fmla="*/ 3987272 w 4696886"/>
                  <a:gd name="connsiteY103" fmla="*/ 9887 h 342218"/>
                  <a:gd name="connsiteX104" fmla="*/ 4000724 w 4696886"/>
                  <a:gd name="connsiteY104" fmla="*/ 8774 h 342218"/>
                  <a:gd name="connsiteX105" fmla="*/ 4056197 w 4696886"/>
                  <a:gd name="connsiteY105" fmla="*/ 6963 h 342218"/>
                  <a:gd name="connsiteX106" fmla="*/ 4114191 w 4696886"/>
                  <a:gd name="connsiteY106" fmla="*/ 6221 h 342218"/>
                  <a:gd name="connsiteX107" fmla="*/ 4125773 w 4696886"/>
                  <a:gd name="connsiteY107" fmla="*/ 6482 h 342218"/>
                  <a:gd name="connsiteX108" fmla="*/ 4243792 w 4696886"/>
                  <a:gd name="connsiteY108" fmla="*/ 4191 h 342218"/>
                  <a:gd name="connsiteX109" fmla="*/ 4253261 w 4696886"/>
                  <a:gd name="connsiteY109" fmla="*/ 2707 h 342218"/>
                  <a:gd name="connsiteX110" fmla="*/ 4379367 w 4696886"/>
                  <a:gd name="connsiteY110" fmla="*/ 3667 h 342218"/>
                  <a:gd name="connsiteX111" fmla="*/ 4504822 w 4696886"/>
                  <a:gd name="connsiteY111" fmla="*/ 7836 h 342218"/>
                  <a:gd name="connsiteX112" fmla="*/ 4619630 w 4696886"/>
                  <a:gd name="connsiteY112" fmla="*/ 10389 h 342218"/>
                  <a:gd name="connsiteX113" fmla="*/ 4669821 w 4696886"/>
                  <a:gd name="connsiteY113" fmla="*/ 10608 h 342218"/>
                  <a:gd name="connsiteX114" fmla="*/ 4694367 w 4696886"/>
                  <a:gd name="connsiteY114" fmla="*/ 10389 h 342218"/>
                  <a:gd name="connsiteX115" fmla="*/ 4696887 w 4696886"/>
                  <a:gd name="connsiteY115" fmla="*/ 8949 h 342218"/>
                  <a:gd name="connsiteX116" fmla="*/ 4694367 w 4696886"/>
                  <a:gd name="connsiteY116" fmla="*/ 7552 h 34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696886" h="342218">
                    <a:moveTo>
                      <a:pt x="4694164" y="7661"/>
                    </a:moveTo>
                    <a:lnTo>
                      <a:pt x="4694123" y="7661"/>
                    </a:lnTo>
                    <a:lnTo>
                      <a:pt x="4669617" y="7879"/>
                    </a:lnTo>
                    <a:lnTo>
                      <a:pt x="4619549" y="7661"/>
                    </a:lnTo>
                    <a:lnTo>
                      <a:pt x="4504863" y="5107"/>
                    </a:lnTo>
                    <a:lnTo>
                      <a:pt x="4379367" y="960"/>
                    </a:lnTo>
                    <a:lnTo>
                      <a:pt x="4252773" y="0"/>
                    </a:lnTo>
                    <a:cubicBezTo>
                      <a:pt x="4252773" y="0"/>
                      <a:pt x="4252285" y="0"/>
                      <a:pt x="4252041" y="44"/>
                    </a:cubicBezTo>
                    <a:lnTo>
                      <a:pt x="4242816" y="1550"/>
                    </a:lnTo>
                    <a:lnTo>
                      <a:pt x="4125651" y="3776"/>
                    </a:lnTo>
                    <a:lnTo>
                      <a:pt x="4113987" y="3514"/>
                    </a:lnTo>
                    <a:lnTo>
                      <a:pt x="4055791" y="4256"/>
                    </a:lnTo>
                    <a:lnTo>
                      <a:pt x="4000033" y="6111"/>
                    </a:lnTo>
                    <a:lnTo>
                      <a:pt x="3985931" y="7268"/>
                    </a:lnTo>
                    <a:cubicBezTo>
                      <a:pt x="3985687" y="7268"/>
                      <a:pt x="3985443" y="7334"/>
                      <a:pt x="3985199" y="7377"/>
                    </a:cubicBezTo>
                    <a:lnTo>
                      <a:pt x="3969146" y="11808"/>
                    </a:lnTo>
                    <a:lnTo>
                      <a:pt x="3842106" y="17789"/>
                    </a:lnTo>
                    <a:lnTo>
                      <a:pt x="3714659" y="22852"/>
                    </a:lnTo>
                    <a:cubicBezTo>
                      <a:pt x="3713927" y="22852"/>
                      <a:pt x="3713277" y="23071"/>
                      <a:pt x="3712830" y="23376"/>
                    </a:cubicBezTo>
                    <a:lnTo>
                      <a:pt x="3692591" y="38349"/>
                    </a:lnTo>
                    <a:lnTo>
                      <a:pt x="3649472" y="52995"/>
                    </a:lnTo>
                    <a:lnTo>
                      <a:pt x="3387019" y="61682"/>
                    </a:lnTo>
                    <a:cubicBezTo>
                      <a:pt x="3386572" y="61682"/>
                      <a:pt x="3386125" y="61791"/>
                      <a:pt x="3385719" y="61900"/>
                    </a:cubicBezTo>
                    <a:lnTo>
                      <a:pt x="3361416" y="71002"/>
                    </a:lnTo>
                    <a:lnTo>
                      <a:pt x="3229580" y="74887"/>
                    </a:lnTo>
                    <a:cubicBezTo>
                      <a:pt x="3229092" y="74887"/>
                      <a:pt x="3228604" y="74996"/>
                      <a:pt x="3228198" y="75214"/>
                    </a:cubicBezTo>
                    <a:lnTo>
                      <a:pt x="3202270" y="86193"/>
                    </a:lnTo>
                    <a:lnTo>
                      <a:pt x="3069539" y="94072"/>
                    </a:lnTo>
                    <a:lnTo>
                      <a:pt x="2935915" y="95076"/>
                    </a:lnTo>
                    <a:lnTo>
                      <a:pt x="2802331" y="97958"/>
                    </a:lnTo>
                    <a:lnTo>
                      <a:pt x="2668951" y="103130"/>
                    </a:lnTo>
                    <a:lnTo>
                      <a:pt x="2535814" y="105531"/>
                    </a:lnTo>
                    <a:lnTo>
                      <a:pt x="2402515" y="101974"/>
                    </a:lnTo>
                    <a:lnTo>
                      <a:pt x="2269297" y="101712"/>
                    </a:lnTo>
                    <a:cubicBezTo>
                      <a:pt x="2268809" y="101777"/>
                      <a:pt x="2268525" y="101777"/>
                      <a:pt x="2268159" y="101864"/>
                    </a:cubicBezTo>
                    <a:lnTo>
                      <a:pt x="2233127" y="111512"/>
                    </a:lnTo>
                    <a:cubicBezTo>
                      <a:pt x="2232884" y="111621"/>
                      <a:pt x="2232680" y="111665"/>
                      <a:pt x="2232477" y="111774"/>
                    </a:cubicBezTo>
                    <a:lnTo>
                      <a:pt x="2196308" y="132116"/>
                    </a:lnTo>
                    <a:lnTo>
                      <a:pt x="2159528" y="165161"/>
                    </a:lnTo>
                    <a:lnTo>
                      <a:pt x="2122302" y="199102"/>
                    </a:lnTo>
                    <a:lnTo>
                      <a:pt x="2084466" y="227869"/>
                    </a:lnTo>
                    <a:lnTo>
                      <a:pt x="2046712" y="252337"/>
                    </a:lnTo>
                    <a:lnTo>
                      <a:pt x="1907438" y="252599"/>
                    </a:lnTo>
                    <a:lnTo>
                      <a:pt x="1766905" y="252380"/>
                    </a:lnTo>
                    <a:lnTo>
                      <a:pt x="1626413" y="258710"/>
                    </a:lnTo>
                    <a:lnTo>
                      <a:pt x="1486083" y="268510"/>
                    </a:lnTo>
                    <a:lnTo>
                      <a:pt x="1345794" y="276761"/>
                    </a:lnTo>
                    <a:lnTo>
                      <a:pt x="1205748" y="283221"/>
                    </a:lnTo>
                    <a:lnTo>
                      <a:pt x="1065459" y="284378"/>
                    </a:lnTo>
                    <a:lnTo>
                      <a:pt x="925373" y="293698"/>
                    </a:lnTo>
                    <a:lnTo>
                      <a:pt x="792724" y="300835"/>
                    </a:lnTo>
                    <a:lnTo>
                      <a:pt x="645607" y="304196"/>
                    </a:lnTo>
                    <a:cubicBezTo>
                      <a:pt x="645201" y="304196"/>
                      <a:pt x="644794" y="304240"/>
                      <a:pt x="644428" y="304349"/>
                    </a:cubicBezTo>
                    <a:lnTo>
                      <a:pt x="592653" y="321287"/>
                    </a:lnTo>
                    <a:lnTo>
                      <a:pt x="540512" y="337482"/>
                    </a:lnTo>
                    <a:lnTo>
                      <a:pt x="398882" y="335670"/>
                    </a:lnTo>
                    <a:lnTo>
                      <a:pt x="256601" y="336151"/>
                    </a:lnTo>
                    <a:lnTo>
                      <a:pt x="114524" y="339403"/>
                    </a:lnTo>
                    <a:lnTo>
                      <a:pt x="0" y="338290"/>
                    </a:lnTo>
                    <a:lnTo>
                      <a:pt x="0" y="341105"/>
                    </a:lnTo>
                    <a:lnTo>
                      <a:pt x="114605" y="342218"/>
                    </a:lnTo>
                    <a:lnTo>
                      <a:pt x="256764" y="338966"/>
                    </a:lnTo>
                    <a:lnTo>
                      <a:pt x="398882" y="338486"/>
                    </a:lnTo>
                    <a:lnTo>
                      <a:pt x="541122" y="340298"/>
                    </a:lnTo>
                    <a:cubicBezTo>
                      <a:pt x="541609" y="340298"/>
                      <a:pt x="542056" y="340254"/>
                      <a:pt x="542463" y="340145"/>
                    </a:cubicBezTo>
                    <a:lnTo>
                      <a:pt x="595254" y="323731"/>
                    </a:lnTo>
                    <a:lnTo>
                      <a:pt x="646542" y="306947"/>
                    </a:lnTo>
                    <a:lnTo>
                      <a:pt x="787319" y="303956"/>
                    </a:lnTo>
                    <a:lnTo>
                      <a:pt x="926023" y="296492"/>
                    </a:lnTo>
                    <a:lnTo>
                      <a:pt x="1065906" y="287106"/>
                    </a:lnTo>
                    <a:lnTo>
                      <a:pt x="1206114" y="285993"/>
                    </a:lnTo>
                    <a:lnTo>
                      <a:pt x="1346403" y="279489"/>
                    </a:lnTo>
                    <a:lnTo>
                      <a:pt x="1486733" y="271282"/>
                    </a:lnTo>
                    <a:lnTo>
                      <a:pt x="1627063" y="261417"/>
                    </a:lnTo>
                    <a:lnTo>
                      <a:pt x="1767230" y="255130"/>
                    </a:lnTo>
                    <a:lnTo>
                      <a:pt x="1907560" y="255349"/>
                    </a:lnTo>
                    <a:lnTo>
                      <a:pt x="2047972" y="255087"/>
                    </a:lnTo>
                    <a:cubicBezTo>
                      <a:pt x="2048703" y="255087"/>
                      <a:pt x="2049394" y="254934"/>
                      <a:pt x="2049922" y="254607"/>
                    </a:cubicBezTo>
                    <a:lnTo>
                      <a:pt x="2088612" y="229572"/>
                    </a:lnTo>
                    <a:lnTo>
                      <a:pt x="2126651" y="200586"/>
                    </a:lnTo>
                    <a:lnTo>
                      <a:pt x="2200372" y="133775"/>
                    </a:lnTo>
                    <a:lnTo>
                      <a:pt x="2235891" y="113891"/>
                    </a:lnTo>
                    <a:lnTo>
                      <a:pt x="2269988" y="104462"/>
                    </a:lnTo>
                    <a:lnTo>
                      <a:pt x="2402434" y="104724"/>
                    </a:lnTo>
                    <a:lnTo>
                      <a:pt x="2535855" y="108303"/>
                    </a:lnTo>
                    <a:lnTo>
                      <a:pt x="2669357" y="105902"/>
                    </a:lnTo>
                    <a:lnTo>
                      <a:pt x="2802738" y="100730"/>
                    </a:lnTo>
                    <a:lnTo>
                      <a:pt x="2936118" y="97848"/>
                    </a:lnTo>
                    <a:lnTo>
                      <a:pt x="3069905" y="96823"/>
                    </a:lnTo>
                    <a:lnTo>
                      <a:pt x="3203611" y="88878"/>
                    </a:lnTo>
                    <a:cubicBezTo>
                      <a:pt x="3204058" y="88812"/>
                      <a:pt x="3204505" y="88769"/>
                      <a:pt x="3204911" y="88616"/>
                    </a:cubicBezTo>
                    <a:lnTo>
                      <a:pt x="3230758" y="77637"/>
                    </a:lnTo>
                    <a:lnTo>
                      <a:pt x="3362554" y="73686"/>
                    </a:lnTo>
                    <a:cubicBezTo>
                      <a:pt x="3363001" y="73686"/>
                      <a:pt x="3363448" y="73577"/>
                      <a:pt x="3363814" y="73468"/>
                    </a:cubicBezTo>
                    <a:lnTo>
                      <a:pt x="3388157" y="64367"/>
                    </a:lnTo>
                    <a:lnTo>
                      <a:pt x="3650569" y="55680"/>
                    </a:lnTo>
                    <a:cubicBezTo>
                      <a:pt x="3650976" y="55680"/>
                      <a:pt x="3651342" y="55614"/>
                      <a:pt x="3651748" y="55461"/>
                    </a:cubicBezTo>
                    <a:lnTo>
                      <a:pt x="3695802" y="40488"/>
                    </a:lnTo>
                    <a:cubicBezTo>
                      <a:pt x="3696046" y="40423"/>
                      <a:pt x="3696289" y="40270"/>
                      <a:pt x="3696493" y="40161"/>
                    </a:cubicBezTo>
                    <a:lnTo>
                      <a:pt x="3716325" y="25450"/>
                    </a:lnTo>
                    <a:lnTo>
                      <a:pt x="3842593" y="20495"/>
                    </a:lnTo>
                    <a:lnTo>
                      <a:pt x="3970203" y="14471"/>
                    </a:lnTo>
                    <a:cubicBezTo>
                      <a:pt x="3970487" y="14471"/>
                      <a:pt x="3970853" y="14406"/>
                      <a:pt x="3971097" y="14318"/>
                    </a:cubicBezTo>
                    <a:lnTo>
                      <a:pt x="3987272" y="9887"/>
                    </a:lnTo>
                    <a:lnTo>
                      <a:pt x="4000724" y="8774"/>
                    </a:lnTo>
                    <a:lnTo>
                      <a:pt x="4056197" y="6963"/>
                    </a:lnTo>
                    <a:lnTo>
                      <a:pt x="4114191" y="6221"/>
                    </a:lnTo>
                    <a:lnTo>
                      <a:pt x="4125773" y="6482"/>
                    </a:lnTo>
                    <a:lnTo>
                      <a:pt x="4243792" y="4191"/>
                    </a:lnTo>
                    <a:lnTo>
                      <a:pt x="4253261" y="2707"/>
                    </a:lnTo>
                    <a:lnTo>
                      <a:pt x="4379367" y="3667"/>
                    </a:lnTo>
                    <a:lnTo>
                      <a:pt x="4504822" y="7836"/>
                    </a:lnTo>
                    <a:lnTo>
                      <a:pt x="4619630" y="10389"/>
                    </a:lnTo>
                    <a:lnTo>
                      <a:pt x="4669821" y="10608"/>
                    </a:lnTo>
                    <a:lnTo>
                      <a:pt x="4694367" y="10389"/>
                    </a:lnTo>
                    <a:cubicBezTo>
                      <a:pt x="4695790" y="10346"/>
                      <a:pt x="4696887" y="9756"/>
                      <a:pt x="4696887" y="8949"/>
                    </a:cubicBezTo>
                    <a:cubicBezTo>
                      <a:pt x="4696846" y="8141"/>
                      <a:pt x="4695708" y="7552"/>
                      <a:pt x="4694367" y="755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0" name="Freeform: Shape 159">
                <a:extLst>
                  <a:ext uri="{FF2B5EF4-FFF2-40B4-BE49-F238E27FC236}">
                    <a16:creationId xmlns:a16="http://schemas.microsoft.com/office/drawing/2014/main" id="{233AD583-4DBA-482D-A695-354945199385}"/>
                  </a:ext>
                </a:extLst>
              </p:cNvPr>
              <p:cNvSpPr/>
              <p:nvPr/>
            </p:nvSpPr>
            <p:spPr>
              <a:xfrm>
                <a:off x="5316237" y="5964692"/>
                <a:ext cx="803048" cy="38729"/>
              </a:xfrm>
              <a:custGeom>
                <a:avLst/>
                <a:gdLst>
                  <a:gd name="connsiteX0" fmla="*/ 443913 w 803048"/>
                  <a:gd name="connsiteY0" fmla="*/ 38707 h 38729"/>
                  <a:gd name="connsiteX1" fmla="*/ 354830 w 803048"/>
                  <a:gd name="connsiteY1" fmla="*/ 38555 h 38729"/>
                  <a:gd name="connsiteX2" fmla="*/ 266276 w 803048"/>
                  <a:gd name="connsiteY2" fmla="*/ 35564 h 38729"/>
                  <a:gd name="connsiteX3" fmla="*/ 177884 w 803048"/>
                  <a:gd name="connsiteY3" fmla="*/ 31308 h 38729"/>
                  <a:gd name="connsiteX4" fmla="*/ 89573 w 803048"/>
                  <a:gd name="connsiteY4" fmla="*/ 25982 h 38729"/>
                  <a:gd name="connsiteX5" fmla="*/ 88720 w 803048"/>
                  <a:gd name="connsiteY5" fmla="*/ 25873 h 38729"/>
                  <a:gd name="connsiteX6" fmla="*/ 1425 w 803048"/>
                  <a:gd name="connsiteY6" fmla="*/ 2694 h 38729"/>
                  <a:gd name="connsiteX7" fmla="*/ 246 w 803048"/>
                  <a:gd name="connsiteY7" fmla="*/ 773 h 38729"/>
                  <a:gd name="connsiteX8" fmla="*/ 3660 w 803048"/>
                  <a:gd name="connsiteY8" fmla="*/ 140 h 38729"/>
                  <a:gd name="connsiteX9" fmla="*/ 90589 w 803048"/>
                  <a:gd name="connsiteY9" fmla="*/ 23211 h 38729"/>
                  <a:gd name="connsiteX10" fmla="*/ 178412 w 803048"/>
                  <a:gd name="connsiteY10" fmla="*/ 28493 h 38729"/>
                  <a:gd name="connsiteX11" fmla="*/ 266642 w 803048"/>
                  <a:gd name="connsiteY11" fmla="*/ 32749 h 38729"/>
                  <a:gd name="connsiteX12" fmla="*/ 354993 w 803048"/>
                  <a:gd name="connsiteY12" fmla="*/ 35739 h 38729"/>
                  <a:gd name="connsiteX13" fmla="*/ 443954 w 803048"/>
                  <a:gd name="connsiteY13" fmla="*/ 35914 h 38729"/>
                  <a:gd name="connsiteX14" fmla="*/ 711243 w 803048"/>
                  <a:gd name="connsiteY14" fmla="*/ 35390 h 38729"/>
                  <a:gd name="connsiteX15" fmla="*/ 800489 w 803048"/>
                  <a:gd name="connsiteY15" fmla="*/ 34473 h 38729"/>
                  <a:gd name="connsiteX16" fmla="*/ 800529 w 803048"/>
                  <a:gd name="connsiteY16" fmla="*/ 34473 h 38729"/>
                  <a:gd name="connsiteX17" fmla="*/ 803049 w 803048"/>
                  <a:gd name="connsiteY17" fmla="*/ 35848 h 38729"/>
                  <a:gd name="connsiteX18" fmla="*/ 800570 w 803048"/>
                  <a:gd name="connsiteY18" fmla="*/ 37289 h 38729"/>
                  <a:gd name="connsiteX19" fmla="*/ 711284 w 803048"/>
                  <a:gd name="connsiteY19" fmla="*/ 38140 h 38729"/>
                  <a:gd name="connsiteX20" fmla="*/ 443954 w 803048"/>
                  <a:gd name="connsiteY20" fmla="*/ 38729 h 38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03048" h="38729">
                    <a:moveTo>
                      <a:pt x="443913" y="38707"/>
                    </a:moveTo>
                    <a:lnTo>
                      <a:pt x="354830" y="38555"/>
                    </a:lnTo>
                    <a:lnTo>
                      <a:pt x="266276" y="35564"/>
                    </a:lnTo>
                    <a:lnTo>
                      <a:pt x="177884" y="31308"/>
                    </a:lnTo>
                    <a:lnTo>
                      <a:pt x="89573" y="25982"/>
                    </a:lnTo>
                    <a:cubicBezTo>
                      <a:pt x="89289" y="25982"/>
                      <a:pt x="89004" y="25939"/>
                      <a:pt x="88720" y="25873"/>
                    </a:cubicBezTo>
                    <a:lnTo>
                      <a:pt x="1425" y="2694"/>
                    </a:lnTo>
                    <a:cubicBezTo>
                      <a:pt x="206" y="2323"/>
                      <a:pt x="-363" y="1515"/>
                      <a:pt x="246" y="773"/>
                    </a:cubicBezTo>
                    <a:cubicBezTo>
                      <a:pt x="897" y="74"/>
                      <a:pt x="2360" y="-188"/>
                      <a:pt x="3660" y="140"/>
                    </a:cubicBezTo>
                    <a:lnTo>
                      <a:pt x="90589" y="23211"/>
                    </a:lnTo>
                    <a:lnTo>
                      <a:pt x="178412" y="28493"/>
                    </a:lnTo>
                    <a:lnTo>
                      <a:pt x="266642" y="32749"/>
                    </a:lnTo>
                    <a:lnTo>
                      <a:pt x="354993" y="35739"/>
                    </a:lnTo>
                    <a:lnTo>
                      <a:pt x="443954" y="35914"/>
                    </a:lnTo>
                    <a:lnTo>
                      <a:pt x="711243" y="35390"/>
                    </a:lnTo>
                    <a:lnTo>
                      <a:pt x="800489" y="34473"/>
                    </a:lnTo>
                    <a:lnTo>
                      <a:pt x="800529" y="34473"/>
                    </a:lnTo>
                    <a:cubicBezTo>
                      <a:pt x="801870" y="34473"/>
                      <a:pt x="803008" y="35062"/>
                      <a:pt x="803049" y="35848"/>
                    </a:cubicBezTo>
                    <a:cubicBezTo>
                      <a:pt x="803049" y="36656"/>
                      <a:pt x="801952" y="37289"/>
                      <a:pt x="800570" y="37289"/>
                    </a:cubicBezTo>
                    <a:lnTo>
                      <a:pt x="711284" y="38140"/>
                    </a:lnTo>
                    <a:lnTo>
                      <a:pt x="443954" y="3872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1" name="Freeform: Shape 160">
                <a:extLst>
                  <a:ext uri="{FF2B5EF4-FFF2-40B4-BE49-F238E27FC236}">
                    <a16:creationId xmlns:a16="http://schemas.microsoft.com/office/drawing/2014/main" id="{A6CE7827-A0F0-4638-8A34-6EB1DADF4B8B}"/>
                  </a:ext>
                </a:extLst>
              </p:cNvPr>
              <p:cNvSpPr/>
              <p:nvPr/>
            </p:nvSpPr>
            <p:spPr>
              <a:xfrm>
                <a:off x="8125236" y="6029395"/>
                <a:ext cx="1981245" cy="30338"/>
              </a:xfrm>
              <a:custGeom>
                <a:avLst/>
                <a:gdLst>
                  <a:gd name="connsiteX0" fmla="*/ 1652260 w 1981245"/>
                  <a:gd name="connsiteY0" fmla="*/ 30339 h 30338"/>
                  <a:gd name="connsiteX1" fmla="*/ 2560 w 1981245"/>
                  <a:gd name="connsiteY1" fmla="*/ 27829 h 30338"/>
                  <a:gd name="connsiteX2" fmla="*/ 0 w 1981245"/>
                  <a:gd name="connsiteY2" fmla="*/ 26454 h 30338"/>
                  <a:gd name="connsiteX3" fmla="*/ 2560 w 1981245"/>
                  <a:gd name="connsiteY3" fmla="*/ 25057 h 30338"/>
                  <a:gd name="connsiteX4" fmla="*/ 2560 w 1981245"/>
                  <a:gd name="connsiteY4" fmla="*/ 25057 h 30338"/>
                  <a:gd name="connsiteX5" fmla="*/ 1651854 w 1981245"/>
                  <a:gd name="connsiteY5" fmla="*/ 27567 h 30338"/>
                  <a:gd name="connsiteX6" fmla="*/ 1748780 w 1981245"/>
                  <a:gd name="connsiteY6" fmla="*/ 20146 h 30338"/>
                  <a:gd name="connsiteX7" fmla="*/ 1845706 w 1981245"/>
                  <a:gd name="connsiteY7" fmla="*/ 8905 h 30338"/>
                  <a:gd name="connsiteX8" fmla="*/ 1942958 w 1981245"/>
                  <a:gd name="connsiteY8" fmla="*/ 0 h 30338"/>
                  <a:gd name="connsiteX9" fmla="*/ 1978762 w 1981245"/>
                  <a:gd name="connsiteY9" fmla="*/ 1004 h 30338"/>
                  <a:gd name="connsiteX10" fmla="*/ 1981241 w 1981245"/>
                  <a:gd name="connsiteY10" fmla="*/ 2510 h 30338"/>
                  <a:gd name="connsiteX11" fmla="*/ 1978558 w 1981245"/>
                  <a:gd name="connsiteY11" fmla="*/ 3841 h 30338"/>
                  <a:gd name="connsiteX12" fmla="*/ 1943242 w 1981245"/>
                  <a:gd name="connsiteY12" fmla="*/ 2816 h 30338"/>
                  <a:gd name="connsiteX13" fmla="*/ 1846600 w 1981245"/>
                  <a:gd name="connsiteY13" fmla="*/ 11677 h 30338"/>
                  <a:gd name="connsiteX14" fmla="*/ 1749553 w 1981245"/>
                  <a:gd name="connsiteY14" fmla="*/ 22918 h 30338"/>
                  <a:gd name="connsiteX15" fmla="*/ 1652220 w 1981245"/>
                  <a:gd name="connsiteY15" fmla="*/ 30339 h 3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81245" h="30338">
                    <a:moveTo>
                      <a:pt x="1652260" y="30339"/>
                    </a:moveTo>
                    <a:lnTo>
                      <a:pt x="2560" y="27829"/>
                    </a:lnTo>
                    <a:cubicBezTo>
                      <a:pt x="1179" y="27829"/>
                      <a:pt x="0" y="27240"/>
                      <a:pt x="0" y="26454"/>
                    </a:cubicBezTo>
                    <a:cubicBezTo>
                      <a:pt x="0" y="25668"/>
                      <a:pt x="1179" y="25057"/>
                      <a:pt x="2560" y="25057"/>
                    </a:cubicBezTo>
                    <a:lnTo>
                      <a:pt x="2560" y="25057"/>
                    </a:lnTo>
                    <a:lnTo>
                      <a:pt x="1651854" y="27567"/>
                    </a:lnTo>
                    <a:lnTo>
                      <a:pt x="1748780" y="20146"/>
                    </a:lnTo>
                    <a:lnTo>
                      <a:pt x="1845706" y="8905"/>
                    </a:lnTo>
                    <a:lnTo>
                      <a:pt x="1942958" y="0"/>
                    </a:lnTo>
                    <a:lnTo>
                      <a:pt x="1978762" y="1004"/>
                    </a:lnTo>
                    <a:cubicBezTo>
                      <a:pt x="1980266" y="1070"/>
                      <a:pt x="1981323" y="1702"/>
                      <a:pt x="1981241" y="2510"/>
                    </a:cubicBezTo>
                    <a:cubicBezTo>
                      <a:pt x="1981160" y="3296"/>
                      <a:pt x="1980144" y="3994"/>
                      <a:pt x="1978558" y="3841"/>
                    </a:cubicBezTo>
                    <a:lnTo>
                      <a:pt x="1943242" y="2816"/>
                    </a:lnTo>
                    <a:lnTo>
                      <a:pt x="1846600" y="11677"/>
                    </a:lnTo>
                    <a:lnTo>
                      <a:pt x="1749553" y="22918"/>
                    </a:lnTo>
                    <a:lnTo>
                      <a:pt x="1652220" y="3033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2" name="Freeform: Shape 161">
                <a:extLst>
                  <a:ext uri="{FF2B5EF4-FFF2-40B4-BE49-F238E27FC236}">
                    <a16:creationId xmlns:a16="http://schemas.microsoft.com/office/drawing/2014/main" id="{729E4120-C8BB-49B0-A9E1-6CE724DCD270}"/>
                  </a:ext>
                </a:extLst>
              </p:cNvPr>
              <p:cNvSpPr/>
              <p:nvPr/>
            </p:nvSpPr>
            <p:spPr>
              <a:xfrm>
                <a:off x="8114020" y="6029500"/>
                <a:ext cx="4077979" cy="258866"/>
              </a:xfrm>
              <a:custGeom>
                <a:avLst/>
                <a:gdLst>
                  <a:gd name="connsiteX0" fmla="*/ 4077980 w 4077979"/>
                  <a:gd name="connsiteY0" fmla="*/ 255898 h 258866"/>
                  <a:gd name="connsiteX1" fmla="*/ 3014147 w 4077979"/>
                  <a:gd name="connsiteY1" fmla="*/ 62078 h 258866"/>
                  <a:gd name="connsiteX2" fmla="*/ 3013375 w 4077979"/>
                  <a:gd name="connsiteY2" fmla="*/ 61969 h 258866"/>
                  <a:gd name="connsiteX3" fmla="*/ 2912060 w 4077979"/>
                  <a:gd name="connsiteY3" fmla="*/ 61816 h 258866"/>
                  <a:gd name="connsiteX4" fmla="*/ 2837769 w 4077979"/>
                  <a:gd name="connsiteY4" fmla="*/ 58193 h 258866"/>
                  <a:gd name="connsiteX5" fmla="*/ 2825577 w 4077979"/>
                  <a:gd name="connsiteY5" fmla="*/ 58040 h 258866"/>
                  <a:gd name="connsiteX6" fmla="*/ 2738445 w 4077979"/>
                  <a:gd name="connsiteY6" fmla="*/ 44988 h 258866"/>
                  <a:gd name="connsiteX7" fmla="*/ 2737551 w 4077979"/>
                  <a:gd name="connsiteY7" fmla="*/ 44922 h 258866"/>
                  <a:gd name="connsiteX8" fmla="*/ 2635341 w 4077979"/>
                  <a:gd name="connsiteY8" fmla="*/ 49615 h 258866"/>
                  <a:gd name="connsiteX9" fmla="*/ 2533741 w 4077979"/>
                  <a:gd name="connsiteY9" fmla="*/ 57560 h 258866"/>
                  <a:gd name="connsiteX10" fmla="*/ 2443845 w 4077979"/>
                  <a:gd name="connsiteY10" fmla="*/ 62296 h 258866"/>
                  <a:gd name="connsiteX11" fmla="*/ 2417064 w 4077979"/>
                  <a:gd name="connsiteY11" fmla="*/ 44333 h 258866"/>
                  <a:gd name="connsiteX12" fmla="*/ 2389957 w 4077979"/>
                  <a:gd name="connsiteY12" fmla="*/ 22157 h 258866"/>
                  <a:gd name="connsiteX13" fmla="*/ 2362078 w 4077979"/>
                  <a:gd name="connsiteY13" fmla="*/ 3605 h 258866"/>
                  <a:gd name="connsiteX14" fmla="*/ 2361388 w 4077979"/>
                  <a:gd name="connsiteY14" fmla="*/ 3277 h 258866"/>
                  <a:gd name="connsiteX15" fmla="*/ 2351065 w 4077979"/>
                  <a:gd name="connsiteY15" fmla="*/ 178 h 258866"/>
                  <a:gd name="connsiteX16" fmla="*/ 2349561 w 4077979"/>
                  <a:gd name="connsiteY16" fmla="*/ 25 h 258866"/>
                  <a:gd name="connsiteX17" fmla="*/ 2249343 w 4077979"/>
                  <a:gd name="connsiteY17" fmla="*/ 6311 h 258866"/>
                  <a:gd name="connsiteX18" fmla="*/ 2150019 w 4077979"/>
                  <a:gd name="connsiteY18" fmla="*/ 21110 h 258866"/>
                  <a:gd name="connsiteX19" fmla="*/ 2050207 w 4077979"/>
                  <a:gd name="connsiteY19" fmla="*/ 30866 h 258866"/>
                  <a:gd name="connsiteX20" fmla="*/ 1950801 w 4077979"/>
                  <a:gd name="connsiteY20" fmla="*/ 41736 h 258866"/>
                  <a:gd name="connsiteX21" fmla="*/ 1851396 w 4077979"/>
                  <a:gd name="connsiteY21" fmla="*/ 48393 h 258866"/>
                  <a:gd name="connsiteX22" fmla="*/ 1751584 w 4077979"/>
                  <a:gd name="connsiteY22" fmla="*/ 48873 h 258866"/>
                  <a:gd name="connsiteX23" fmla="*/ 1353231 w 4077979"/>
                  <a:gd name="connsiteY23" fmla="*/ 48240 h 258866"/>
                  <a:gd name="connsiteX24" fmla="*/ 1256304 w 4077979"/>
                  <a:gd name="connsiteY24" fmla="*/ 21765 h 258866"/>
                  <a:gd name="connsiteX25" fmla="*/ 1255207 w 4077979"/>
                  <a:gd name="connsiteY25" fmla="*/ 21590 h 258866"/>
                  <a:gd name="connsiteX26" fmla="*/ 2560 w 4077979"/>
                  <a:gd name="connsiteY26" fmla="*/ 19735 h 258866"/>
                  <a:gd name="connsiteX27" fmla="*/ 2560 w 4077979"/>
                  <a:gd name="connsiteY27" fmla="*/ 19735 h 258866"/>
                  <a:gd name="connsiteX28" fmla="*/ 0 w 4077979"/>
                  <a:gd name="connsiteY28" fmla="*/ 21110 h 258866"/>
                  <a:gd name="connsiteX29" fmla="*/ 2479 w 4077979"/>
                  <a:gd name="connsiteY29" fmla="*/ 22507 h 258866"/>
                  <a:gd name="connsiteX30" fmla="*/ 1254597 w 4077979"/>
                  <a:gd name="connsiteY30" fmla="*/ 24427 h 258866"/>
                  <a:gd name="connsiteX31" fmla="*/ 1351524 w 4077979"/>
                  <a:gd name="connsiteY31" fmla="*/ 50903 h 258866"/>
                  <a:gd name="connsiteX32" fmla="*/ 1352621 w 4077979"/>
                  <a:gd name="connsiteY32" fmla="*/ 51078 h 258866"/>
                  <a:gd name="connsiteX33" fmla="*/ 1751584 w 4077979"/>
                  <a:gd name="connsiteY33" fmla="*/ 51711 h 258866"/>
                  <a:gd name="connsiteX34" fmla="*/ 1851721 w 4077979"/>
                  <a:gd name="connsiteY34" fmla="*/ 51230 h 258866"/>
                  <a:gd name="connsiteX35" fmla="*/ 1951614 w 4077979"/>
                  <a:gd name="connsiteY35" fmla="*/ 44508 h 258866"/>
                  <a:gd name="connsiteX36" fmla="*/ 2051141 w 4077979"/>
                  <a:gd name="connsiteY36" fmla="*/ 33638 h 258866"/>
                  <a:gd name="connsiteX37" fmla="*/ 2151156 w 4077979"/>
                  <a:gd name="connsiteY37" fmla="*/ 23838 h 258866"/>
                  <a:gd name="connsiteX38" fmla="*/ 2250359 w 4077979"/>
                  <a:gd name="connsiteY38" fmla="*/ 9083 h 258866"/>
                  <a:gd name="connsiteX39" fmla="*/ 2349357 w 4077979"/>
                  <a:gd name="connsiteY39" fmla="*/ 2863 h 258866"/>
                  <a:gd name="connsiteX40" fmla="*/ 2358501 w 4077979"/>
                  <a:gd name="connsiteY40" fmla="*/ 5569 h 258866"/>
                  <a:gd name="connsiteX41" fmla="*/ 2385893 w 4077979"/>
                  <a:gd name="connsiteY41" fmla="*/ 23838 h 258866"/>
                  <a:gd name="connsiteX42" fmla="*/ 2413000 w 4077979"/>
                  <a:gd name="connsiteY42" fmla="*/ 46014 h 258866"/>
                  <a:gd name="connsiteX43" fmla="*/ 2440757 w 4077979"/>
                  <a:gd name="connsiteY43" fmla="*/ 64676 h 258866"/>
                  <a:gd name="connsiteX44" fmla="*/ 2442951 w 4077979"/>
                  <a:gd name="connsiteY44" fmla="*/ 65156 h 258866"/>
                  <a:gd name="connsiteX45" fmla="*/ 2534351 w 4077979"/>
                  <a:gd name="connsiteY45" fmla="*/ 60310 h 258866"/>
                  <a:gd name="connsiteX46" fmla="*/ 2635951 w 4077979"/>
                  <a:gd name="connsiteY46" fmla="*/ 52365 h 258866"/>
                  <a:gd name="connsiteX47" fmla="*/ 2737469 w 4077979"/>
                  <a:gd name="connsiteY47" fmla="*/ 47738 h 258866"/>
                  <a:gd name="connsiteX48" fmla="*/ 2824764 w 4077979"/>
                  <a:gd name="connsiteY48" fmla="*/ 60790 h 258866"/>
                  <a:gd name="connsiteX49" fmla="*/ 2837444 w 4077979"/>
                  <a:gd name="connsiteY49" fmla="*/ 61009 h 258866"/>
                  <a:gd name="connsiteX50" fmla="*/ 2911775 w 4077979"/>
                  <a:gd name="connsiteY50" fmla="*/ 64632 h 258866"/>
                  <a:gd name="connsiteX51" fmla="*/ 3012968 w 4077979"/>
                  <a:gd name="connsiteY51" fmla="*/ 64785 h 258866"/>
                  <a:gd name="connsiteX52" fmla="*/ 4077980 w 4077979"/>
                  <a:gd name="connsiteY52" fmla="*/ 258866 h 258866"/>
                  <a:gd name="connsiteX53" fmla="*/ 4077980 w 4077979"/>
                  <a:gd name="connsiteY53" fmla="*/ 255876 h 258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077979" h="258866">
                    <a:moveTo>
                      <a:pt x="4077980" y="255898"/>
                    </a:moveTo>
                    <a:lnTo>
                      <a:pt x="3014147" y="62078"/>
                    </a:lnTo>
                    <a:cubicBezTo>
                      <a:pt x="3014147" y="62078"/>
                      <a:pt x="3013660" y="61969"/>
                      <a:pt x="3013375" y="61969"/>
                    </a:cubicBezTo>
                    <a:lnTo>
                      <a:pt x="2912060" y="61816"/>
                    </a:lnTo>
                    <a:lnTo>
                      <a:pt x="2837769" y="58193"/>
                    </a:lnTo>
                    <a:lnTo>
                      <a:pt x="2825577" y="58040"/>
                    </a:lnTo>
                    <a:lnTo>
                      <a:pt x="2738445" y="44988"/>
                    </a:lnTo>
                    <a:cubicBezTo>
                      <a:pt x="2738161" y="44922"/>
                      <a:pt x="2737835" y="44922"/>
                      <a:pt x="2737551" y="44922"/>
                    </a:cubicBezTo>
                    <a:lnTo>
                      <a:pt x="2635341" y="49615"/>
                    </a:lnTo>
                    <a:lnTo>
                      <a:pt x="2533741" y="57560"/>
                    </a:lnTo>
                    <a:lnTo>
                      <a:pt x="2443845" y="62296"/>
                    </a:lnTo>
                    <a:lnTo>
                      <a:pt x="2417064" y="44333"/>
                    </a:lnTo>
                    <a:lnTo>
                      <a:pt x="2389957" y="22157"/>
                    </a:lnTo>
                    <a:lnTo>
                      <a:pt x="2362078" y="3605"/>
                    </a:lnTo>
                    <a:cubicBezTo>
                      <a:pt x="2361875" y="3452"/>
                      <a:pt x="2361671" y="3343"/>
                      <a:pt x="2361388" y="3277"/>
                    </a:cubicBezTo>
                    <a:lnTo>
                      <a:pt x="2351065" y="178"/>
                    </a:lnTo>
                    <a:cubicBezTo>
                      <a:pt x="2350658" y="25"/>
                      <a:pt x="2350171" y="-40"/>
                      <a:pt x="2349561" y="25"/>
                    </a:cubicBezTo>
                    <a:lnTo>
                      <a:pt x="2249343" y="6311"/>
                    </a:lnTo>
                    <a:lnTo>
                      <a:pt x="2150019" y="21110"/>
                    </a:lnTo>
                    <a:lnTo>
                      <a:pt x="2050207" y="30866"/>
                    </a:lnTo>
                    <a:lnTo>
                      <a:pt x="1950801" y="41736"/>
                    </a:lnTo>
                    <a:lnTo>
                      <a:pt x="1851396" y="48393"/>
                    </a:lnTo>
                    <a:lnTo>
                      <a:pt x="1751584" y="48873"/>
                    </a:lnTo>
                    <a:lnTo>
                      <a:pt x="1353231" y="48240"/>
                    </a:lnTo>
                    <a:lnTo>
                      <a:pt x="1256304" y="21765"/>
                    </a:lnTo>
                    <a:cubicBezTo>
                      <a:pt x="1256020" y="21655"/>
                      <a:pt x="1255613" y="21590"/>
                      <a:pt x="1255207" y="21590"/>
                    </a:cubicBezTo>
                    <a:lnTo>
                      <a:pt x="2560" y="19735"/>
                    </a:lnTo>
                    <a:lnTo>
                      <a:pt x="2560" y="19735"/>
                    </a:lnTo>
                    <a:cubicBezTo>
                      <a:pt x="1056" y="19735"/>
                      <a:pt x="0" y="20324"/>
                      <a:pt x="0" y="21110"/>
                    </a:cubicBezTo>
                    <a:cubicBezTo>
                      <a:pt x="0" y="21852"/>
                      <a:pt x="1097" y="22507"/>
                      <a:pt x="2479" y="22507"/>
                    </a:cubicBezTo>
                    <a:lnTo>
                      <a:pt x="1254597" y="24427"/>
                    </a:lnTo>
                    <a:lnTo>
                      <a:pt x="1351524" y="50903"/>
                    </a:lnTo>
                    <a:cubicBezTo>
                      <a:pt x="1351930" y="51012"/>
                      <a:pt x="1352215" y="51078"/>
                      <a:pt x="1352621" y="51078"/>
                    </a:cubicBezTo>
                    <a:lnTo>
                      <a:pt x="1751584" y="51711"/>
                    </a:lnTo>
                    <a:lnTo>
                      <a:pt x="1851721" y="51230"/>
                    </a:lnTo>
                    <a:lnTo>
                      <a:pt x="1951614" y="44508"/>
                    </a:lnTo>
                    <a:lnTo>
                      <a:pt x="2051141" y="33638"/>
                    </a:lnTo>
                    <a:lnTo>
                      <a:pt x="2151156" y="23838"/>
                    </a:lnTo>
                    <a:lnTo>
                      <a:pt x="2250359" y="9083"/>
                    </a:lnTo>
                    <a:lnTo>
                      <a:pt x="2349357" y="2863"/>
                    </a:lnTo>
                    <a:lnTo>
                      <a:pt x="2358501" y="5569"/>
                    </a:lnTo>
                    <a:lnTo>
                      <a:pt x="2385893" y="23838"/>
                    </a:lnTo>
                    <a:lnTo>
                      <a:pt x="2413000" y="46014"/>
                    </a:lnTo>
                    <a:lnTo>
                      <a:pt x="2440757" y="64676"/>
                    </a:lnTo>
                    <a:cubicBezTo>
                      <a:pt x="2441245" y="65047"/>
                      <a:pt x="2442139" y="65199"/>
                      <a:pt x="2442951" y="65156"/>
                    </a:cubicBezTo>
                    <a:lnTo>
                      <a:pt x="2534351" y="60310"/>
                    </a:lnTo>
                    <a:lnTo>
                      <a:pt x="2635951" y="52365"/>
                    </a:lnTo>
                    <a:lnTo>
                      <a:pt x="2737469" y="47738"/>
                    </a:lnTo>
                    <a:lnTo>
                      <a:pt x="2824764" y="60790"/>
                    </a:lnTo>
                    <a:lnTo>
                      <a:pt x="2837444" y="61009"/>
                    </a:lnTo>
                    <a:lnTo>
                      <a:pt x="2911775" y="64632"/>
                    </a:lnTo>
                    <a:lnTo>
                      <a:pt x="3012968" y="64785"/>
                    </a:lnTo>
                    <a:lnTo>
                      <a:pt x="4077980" y="258866"/>
                    </a:lnTo>
                    <a:lnTo>
                      <a:pt x="4077980" y="25587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3" name="Freeform: Shape 162">
                <a:extLst>
                  <a:ext uri="{FF2B5EF4-FFF2-40B4-BE49-F238E27FC236}">
                    <a16:creationId xmlns:a16="http://schemas.microsoft.com/office/drawing/2014/main" id="{2F3B2D0A-A295-46DD-96BF-90512715F272}"/>
                  </a:ext>
                </a:extLst>
              </p:cNvPr>
              <p:cNvSpPr/>
              <p:nvPr/>
            </p:nvSpPr>
            <p:spPr>
              <a:xfrm>
                <a:off x="4447842" y="5573105"/>
                <a:ext cx="3934401" cy="603007"/>
              </a:xfrm>
              <a:custGeom>
                <a:avLst/>
                <a:gdLst>
                  <a:gd name="connsiteX0" fmla="*/ 3931963 w 3934401"/>
                  <a:gd name="connsiteY0" fmla="*/ 603008 h 603007"/>
                  <a:gd name="connsiteX1" fmla="*/ 3931963 w 3934401"/>
                  <a:gd name="connsiteY1" fmla="*/ 603008 h 603007"/>
                  <a:gd name="connsiteX2" fmla="*/ 3827274 w 3934401"/>
                  <a:gd name="connsiteY2" fmla="*/ 602833 h 603007"/>
                  <a:gd name="connsiteX3" fmla="*/ 3825690 w 3934401"/>
                  <a:gd name="connsiteY3" fmla="*/ 602462 h 603007"/>
                  <a:gd name="connsiteX4" fmla="*/ 3733396 w 3934401"/>
                  <a:gd name="connsiteY4" fmla="*/ 557587 h 603007"/>
                  <a:gd name="connsiteX5" fmla="*/ 3629236 w 3934401"/>
                  <a:gd name="connsiteY5" fmla="*/ 557434 h 603007"/>
                  <a:gd name="connsiteX6" fmla="*/ 3627529 w 3934401"/>
                  <a:gd name="connsiteY6" fmla="*/ 557063 h 603007"/>
                  <a:gd name="connsiteX7" fmla="*/ 3381454 w 3934401"/>
                  <a:gd name="connsiteY7" fmla="*/ 430229 h 603007"/>
                  <a:gd name="connsiteX8" fmla="*/ 3291964 w 3934401"/>
                  <a:gd name="connsiteY8" fmla="*/ 430120 h 603007"/>
                  <a:gd name="connsiteX9" fmla="*/ 3290176 w 3934401"/>
                  <a:gd name="connsiteY9" fmla="*/ 429705 h 603007"/>
                  <a:gd name="connsiteX10" fmla="*/ 3274489 w 3934401"/>
                  <a:gd name="connsiteY10" fmla="*/ 421084 h 603007"/>
                  <a:gd name="connsiteX11" fmla="*/ 2739382 w 3934401"/>
                  <a:gd name="connsiteY11" fmla="*/ 420342 h 603007"/>
                  <a:gd name="connsiteX12" fmla="*/ 2652575 w 3934401"/>
                  <a:gd name="connsiteY12" fmla="*/ 422481 h 603007"/>
                  <a:gd name="connsiteX13" fmla="*/ 2563005 w 3934401"/>
                  <a:gd name="connsiteY13" fmla="*/ 422328 h 603007"/>
                  <a:gd name="connsiteX14" fmla="*/ 2560729 w 3934401"/>
                  <a:gd name="connsiteY14" fmla="*/ 421586 h 603007"/>
                  <a:gd name="connsiteX15" fmla="*/ 2530371 w 3934401"/>
                  <a:gd name="connsiteY15" fmla="*/ 388126 h 603007"/>
                  <a:gd name="connsiteX16" fmla="*/ 2478189 w 3934401"/>
                  <a:gd name="connsiteY16" fmla="*/ 388060 h 603007"/>
                  <a:gd name="connsiteX17" fmla="*/ 2450310 w 3934401"/>
                  <a:gd name="connsiteY17" fmla="*/ 392098 h 603007"/>
                  <a:gd name="connsiteX18" fmla="*/ 2366754 w 3934401"/>
                  <a:gd name="connsiteY18" fmla="*/ 396136 h 603007"/>
                  <a:gd name="connsiteX19" fmla="*/ 2281654 w 3934401"/>
                  <a:gd name="connsiteY19" fmla="*/ 397686 h 603007"/>
                  <a:gd name="connsiteX20" fmla="*/ 2196716 w 3934401"/>
                  <a:gd name="connsiteY20" fmla="*/ 394914 h 603007"/>
                  <a:gd name="connsiteX21" fmla="*/ 2113079 w 3934401"/>
                  <a:gd name="connsiteY21" fmla="*/ 390592 h 603007"/>
                  <a:gd name="connsiteX22" fmla="*/ 2030539 w 3934401"/>
                  <a:gd name="connsiteY22" fmla="*/ 384721 h 603007"/>
                  <a:gd name="connsiteX23" fmla="*/ 1948975 w 3934401"/>
                  <a:gd name="connsiteY23" fmla="*/ 377584 h 603007"/>
                  <a:gd name="connsiteX24" fmla="*/ 1868426 w 3934401"/>
                  <a:gd name="connsiteY24" fmla="*/ 368526 h 603007"/>
                  <a:gd name="connsiteX25" fmla="*/ 1788162 w 3934401"/>
                  <a:gd name="connsiteY25" fmla="*/ 358573 h 603007"/>
                  <a:gd name="connsiteX26" fmla="*/ 1707289 w 3934401"/>
                  <a:gd name="connsiteY26" fmla="*/ 349144 h 603007"/>
                  <a:gd name="connsiteX27" fmla="*/ 1625074 w 3934401"/>
                  <a:gd name="connsiteY27" fmla="*/ 341461 h 603007"/>
                  <a:gd name="connsiteX28" fmla="*/ 1541031 w 3934401"/>
                  <a:gd name="connsiteY28" fmla="*/ 336397 h 603007"/>
                  <a:gd name="connsiteX29" fmla="*/ 1454955 w 3934401"/>
                  <a:gd name="connsiteY29" fmla="*/ 334585 h 603007"/>
                  <a:gd name="connsiteX30" fmla="*/ 1366888 w 3934401"/>
                  <a:gd name="connsiteY30" fmla="*/ 335960 h 603007"/>
                  <a:gd name="connsiteX31" fmla="*/ 1365547 w 3934401"/>
                  <a:gd name="connsiteY31" fmla="*/ 335808 h 603007"/>
                  <a:gd name="connsiteX32" fmla="*/ 1276993 w 3934401"/>
                  <a:gd name="connsiteY32" fmla="*/ 308415 h 603007"/>
                  <a:gd name="connsiteX33" fmla="*/ 1187665 w 3934401"/>
                  <a:gd name="connsiteY33" fmla="*/ 273667 h 603007"/>
                  <a:gd name="connsiteX34" fmla="*/ 1097730 w 3934401"/>
                  <a:gd name="connsiteY34" fmla="*/ 239291 h 603007"/>
                  <a:gd name="connsiteX35" fmla="*/ 1007793 w 3934401"/>
                  <a:gd name="connsiteY35" fmla="*/ 205874 h 603007"/>
                  <a:gd name="connsiteX36" fmla="*/ 918547 w 3934401"/>
                  <a:gd name="connsiteY36" fmla="*/ 167656 h 603007"/>
                  <a:gd name="connsiteX37" fmla="*/ 831497 w 3934401"/>
                  <a:gd name="connsiteY37" fmla="*/ 126622 h 603007"/>
                  <a:gd name="connsiteX38" fmla="*/ 746031 w 3934401"/>
                  <a:gd name="connsiteY38" fmla="*/ 113897 h 603007"/>
                  <a:gd name="connsiteX39" fmla="*/ 659386 w 3934401"/>
                  <a:gd name="connsiteY39" fmla="*/ 104141 h 603007"/>
                  <a:gd name="connsiteX40" fmla="*/ 570994 w 3934401"/>
                  <a:gd name="connsiteY40" fmla="*/ 89386 h 603007"/>
                  <a:gd name="connsiteX41" fmla="*/ 482196 w 3934401"/>
                  <a:gd name="connsiteY41" fmla="*/ 75308 h 603007"/>
                  <a:gd name="connsiteX42" fmla="*/ 394495 w 3934401"/>
                  <a:gd name="connsiteY42" fmla="*/ 70768 h 603007"/>
                  <a:gd name="connsiteX43" fmla="*/ 390146 w 3934401"/>
                  <a:gd name="connsiteY43" fmla="*/ 72689 h 603007"/>
                  <a:gd name="connsiteX44" fmla="*/ 388277 w 3934401"/>
                  <a:gd name="connsiteY44" fmla="*/ 73016 h 603007"/>
                  <a:gd name="connsiteX45" fmla="*/ 297609 w 3934401"/>
                  <a:gd name="connsiteY45" fmla="*/ 65988 h 603007"/>
                  <a:gd name="connsiteX46" fmla="*/ 207266 w 3934401"/>
                  <a:gd name="connsiteY46" fmla="*/ 51757 h 603007"/>
                  <a:gd name="connsiteX47" fmla="*/ 118224 w 3934401"/>
                  <a:gd name="connsiteY47" fmla="*/ 35191 h 603007"/>
                  <a:gd name="connsiteX48" fmla="*/ 30035 w 3934401"/>
                  <a:gd name="connsiteY48" fmla="*/ 10418 h 603007"/>
                  <a:gd name="connsiteX49" fmla="*/ 1425 w 3934401"/>
                  <a:gd name="connsiteY49" fmla="*/ 2647 h 603007"/>
                  <a:gd name="connsiteX50" fmla="*/ 287 w 3934401"/>
                  <a:gd name="connsiteY50" fmla="*/ 792 h 603007"/>
                  <a:gd name="connsiteX51" fmla="*/ 3660 w 3934401"/>
                  <a:gd name="connsiteY51" fmla="*/ 159 h 603007"/>
                  <a:gd name="connsiteX52" fmla="*/ 32271 w 3934401"/>
                  <a:gd name="connsiteY52" fmla="*/ 7929 h 603007"/>
                  <a:gd name="connsiteX53" fmla="*/ 120175 w 3934401"/>
                  <a:gd name="connsiteY53" fmla="*/ 32593 h 603007"/>
                  <a:gd name="connsiteX54" fmla="*/ 208770 w 3934401"/>
                  <a:gd name="connsiteY54" fmla="*/ 49050 h 603007"/>
                  <a:gd name="connsiteX55" fmla="*/ 298665 w 3934401"/>
                  <a:gd name="connsiteY55" fmla="*/ 63238 h 603007"/>
                  <a:gd name="connsiteX56" fmla="*/ 387911 w 3934401"/>
                  <a:gd name="connsiteY56" fmla="*/ 70157 h 603007"/>
                  <a:gd name="connsiteX57" fmla="*/ 392178 w 3934401"/>
                  <a:gd name="connsiteY57" fmla="*/ 68236 h 603007"/>
                  <a:gd name="connsiteX58" fmla="*/ 394007 w 3934401"/>
                  <a:gd name="connsiteY58" fmla="*/ 67974 h 603007"/>
                  <a:gd name="connsiteX59" fmla="*/ 483130 w 3934401"/>
                  <a:gd name="connsiteY59" fmla="*/ 72558 h 603007"/>
                  <a:gd name="connsiteX60" fmla="*/ 488495 w 3934401"/>
                  <a:gd name="connsiteY60" fmla="*/ 73343 h 603007"/>
                  <a:gd name="connsiteX61" fmla="*/ 572458 w 3934401"/>
                  <a:gd name="connsiteY61" fmla="*/ 86658 h 603007"/>
                  <a:gd name="connsiteX62" fmla="*/ 660646 w 3934401"/>
                  <a:gd name="connsiteY62" fmla="*/ 101412 h 603007"/>
                  <a:gd name="connsiteX63" fmla="*/ 747210 w 3934401"/>
                  <a:gd name="connsiteY63" fmla="*/ 111103 h 603007"/>
                  <a:gd name="connsiteX64" fmla="*/ 833448 w 3934401"/>
                  <a:gd name="connsiteY64" fmla="*/ 124003 h 603007"/>
                  <a:gd name="connsiteX65" fmla="*/ 834423 w 3934401"/>
                  <a:gd name="connsiteY65" fmla="*/ 124265 h 603007"/>
                  <a:gd name="connsiteX66" fmla="*/ 921840 w 3934401"/>
                  <a:gd name="connsiteY66" fmla="*/ 165451 h 603007"/>
                  <a:gd name="connsiteX67" fmla="*/ 1010801 w 3934401"/>
                  <a:gd name="connsiteY67" fmla="*/ 203539 h 603007"/>
                  <a:gd name="connsiteX68" fmla="*/ 1100696 w 3934401"/>
                  <a:gd name="connsiteY68" fmla="*/ 236890 h 603007"/>
                  <a:gd name="connsiteX69" fmla="*/ 1190673 w 3934401"/>
                  <a:gd name="connsiteY69" fmla="*/ 271266 h 603007"/>
                  <a:gd name="connsiteX70" fmla="*/ 1279837 w 3934401"/>
                  <a:gd name="connsiteY70" fmla="*/ 306014 h 603007"/>
                  <a:gd name="connsiteX71" fmla="*/ 1367538 w 3934401"/>
                  <a:gd name="connsiteY71" fmla="*/ 333079 h 603007"/>
                  <a:gd name="connsiteX72" fmla="*/ 1455036 w 3934401"/>
                  <a:gd name="connsiteY72" fmla="*/ 331704 h 603007"/>
                  <a:gd name="connsiteX73" fmla="*/ 1541518 w 3934401"/>
                  <a:gd name="connsiteY73" fmla="*/ 333516 h 603007"/>
                  <a:gd name="connsiteX74" fmla="*/ 1625846 w 3934401"/>
                  <a:gd name="connsiteY74" fmla="*/ 338623 h 603007"/>
                  <a:gd name="connsiteX75" fmla="*/ 1708305 w 3934401"/>
                  <a:gd name="connsiteY75" fmla="*/ 346284 h 603007"/>
                  <a:gd name="connsiteX76" fmla="*/ 1789300 w 3934401"/>
                  <a:gd name="connsiteY76" fmla="*/ 355713 h 603007"/>
                  <a:gd name="connsiteX77" fmla="*/ 1869442 w 3934401"/>
                  <a:gd name="connsiteY77" fmla="*/ 365688 h 603007"/>
                  <a:gd name="connsiteX78" fmla="*/ 1949991 w 3934401"/>
                  <a:gd name="connsiteY78" fmla="*/ 374746 h 603007"/>
                  <a:gd name="connsiteX79" fmla="*/ 2031230 w 3934401"/>
                  <a:gd name="connsiteY79" fmla="*/ 381883 h 603007"/>
                  <a:gd name="connsiteX80" fmla="*/ 2113689 w 3934401"/>
                  <a:gd name="connsiteY80" fmla="*/ 387755 h 603007"/>
                  <a:gd name="connsiteX81" fmla="*/ 2197123 w 3934401"/>
                  <a:gd name="connsiteY81" fmla="*/ 392011 h 603007"/>
                  <a:gd name="connsiteX82" fmla="*/ 2281735 w 3934401"/>
                  <a:gd name="connsiteY82" fmla="*/ 394848 h 603007"/>
                  <a:gd name="connsiteX83" fmla="*/ 2366470 w 3934401"/>
                  <a:gd name="connsiteY83" fmla="*/ 393255 h 603007"/>
                  <a:gd name="connsiteX84" fmla="*/ 2449416 w 3934401"/>
                  <a:gd name="connsiteY84" fmla="*/ 389261 h 603007"/>
                  <a:gd name="connsiteX85" fmla="*/ 2477295 w 3934401"/>
                  <a:gd name="connsiteY85" fmla="*/ 385223 h 603007"/>
                  <a:gd name="connsiteX86" fmla="*/ 2477905 w 3934401"/>
                  <a:gd name="connsiteY86" fmla="*/ 385179 h 603007"/>
                  <a:gd name="connsiteX87" fmla="*/ 2477905 w 3934401"/>
                  <a:gd name="connsiteY87" fmla="*/ 385179 h 603007"/>
                  <a:gd name="connsiteX88" fmla="*/ 2531956 w 3934401"/>
                  <a:gd name="connsiteY88" fmla="*/ 385288 h 603007"/>
                  <a:gd name="connsiteX89" fmla="*/ 2534150 w 3934401"/>
                  <a:gd name="connsiteY89" fmla="*/ 386030 h 603007"/>
                  <a:gd name="connsiteX90" fmla="*/ 2564590 w 3934401"/>
                  <a:gd name="connsiteY90" fmla="*/ 419491 h 603007"/>
                  <a:gd name="connsiteX91" fmla="*/ 2652494 w 3934401"/>
                  <a:gd name="connsiteY91" fmla="*/ 419600 h 603007"/>
                  <a:gd name="connsiteX92" fmla="*/ 2739301 w 3934401"/>
                  <a:gd name="connsiteY92" fmla="*/ 417461 h 603007"/>
                  <a:gd name="connsiteX93" fmla="*/ 3275505 w 3934401"/>
                  <a:gd name="connsiteY93" fmla="*/ 418268 h 603007"/>
                  <a:gd name="connsiteX94" fmla="*/ 3277293 w 3934401"/>
                  <a:gd name="connsiteY94" fmla="*/ 418639 h 603007"/>
                  <a:gd name="connsiteX95" fmla="*/ 3293062 w 3934401"/>
                  <a:gd name="connsiteY95" fmla="*/ 427283 h 603007"/>
                  <a:gd name="connsiteX96" fmla="*/ 3382470 w 3934401"/>
                  <a:gd name="connsiteY96" fmla="*/ 427392 h 603007"/>
                  <a:gd name="connsiteX97" fmla="*/ 3384258 w 3934401"/>
                  <a:gd name="connsiteY97" fmla="*/ 427763 h 603007"/>
                  <a:gd name="connsiteX98" fmla="*/ 3630211 w 3934401"/>
                  <a:gd name="connsiteY98" fmla="*/ 554575 h 603007"/>
                  <a:gd name="connsiteX99" fmla="*/ 3734412 w 3934401"/>
                  <a:gd name="connsiteY99" fmla="*/ 554750 h 603007"/>
                  <a:gd name="connsiteX100" fmla="*/ 3736078 w 3934401"/>
                  <a:gd name="connsiteY100" fmla="*/ 555121 h 603007"/>
                  <a:gd name="connsiteX101" fmla="*/ 3828250 w 3934401"/>
                  <a:gd name="connsiteY101" fmla="*/ 599996 h 603007"/>
                  <a:gd name="connsiteX102" fmla="*/ 3931922 w 3934401"/>
                  <a:gd name="connsiteY102" fmla="*/ 600149 h 603007"/>
                  <a:gd name="connsiteX103" fmla="*/ 3934402 w 3934401"/>
                  <a:gd name="connsiteY103" fmla="*/ 601589 h 603007"/>
                  <a:gd name="connsiteX104" fmla="*/ 3931922 w 3934401"/>
                  <a:gd name="connsiteY104" fmla="*/ 602964 h 603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934401" h="603007">
                    <a:moveTo>
                      <a:pt x="3931963" y="603008"/>
                    </a:moveTo>
                    <a:lnTo>
                      <a:pt x="3931963" y="603008"/>
                    </a:lnTo>
                    <a:lnTo>
                      <a:pt x="3827274" y="602833"/>
                    </a:lnTo>
                    <a:cubicBezTo>
                      <a:pt x="3826665" y="602833"/>
                      <a:pt x="3826096" y="602681"/>
                      <a:pt x="3825690" y="602462"/>
                    </a:cubicBezTo>
                    <a:lnTo>
                      <a:pt x="3733396" y="557587"/>
                    </a:lnTo>
                    <a:lnTo>
                      <a:pt x="3629236" y="557434"/>
                    </a:lnTo>
                    <a:cubicBezTo>
                      <a:pt x="3628626" y="557434"/>
                      <a:pt x="3627935" y="557281"/>
                      <a:pt x="3627529" y="557063"/>
                    </a:cubicBezTo>
                    <a:lnTo>
                      <a:pt x="3381454" y="430229"/>
                    </a:lnTo>
                    <a:lnTo>
                      <a:pt x="3291964" y="430120"/>
                    </a:lnTo>
                    <a:cubicBezTo>
                      <a:pt x="3291274" y="430120"/>
                      <a:pt x="3290664" y="429967"/>
                      <a:pt x="3290176" y="429705"/>
                    </a:cubicBezTo>
                    <a:lnTo>
                      <a:pt x="3274489" y="421084"/>
                    </a:lnTo>
                    <a:lnTo>
                      <a:pt x="2739382" y="420342"/>
                    </a:lnTo>
                    <a:lnTo>
                      <a:pt x="2652575" y="422481"/>
                    </a:lnTo>
                    <a:lnTo>
                      <a:pt x="2563005" y="422328"/>
                    </a:lnTo>
                    <a:cubicBezTo>
                      <a:pt x="2562111" y="422328"/>
                      <a:pt x="2561217" y="422066"/>
                      <a:pt x="2560729" y="421586"/>
                    </a:cubicBezTo>
                    <a:lnTo>
                      <a:pt x="2530371" y="388126"/>
                    </a:lnTo>
                    <a:lnTo>
                      <a:pt x="2478189" y="388060"/>
                    </a:lnTo>
                    <a:lnTo>
                      <a:pt x="2450310" y="392098"/>
                    </a:lnTo>
                    <a:lnTo>
                      <a:pt x="2366754" y="396136"/>
                    </a:lnTo>
                    <a:lnTo>
                      <a:pt x="2281654" y="397686"/>
                    </a:lnTo>
                    <a:lnTo>
                      <a:pt x="2196716" y="394914"/>
                    </a:lnTo>
                    <a:lnTo>
                      <a:pt x="2113079" y="390592"/>
                    </a:lnTo>
                    <a:lnTo>
                      <a:pt x="2030539" y="384721"/>
                    </a:lnTo>
                    <a:lnTo>
                      <a:pt x="1948975" y="377584"/>
                    </a:lnTo>
                    <a:lnTo>
                      <a:pt x="1868426" y="368526"/>
                    </a:lnTo>
                    <a:lnTo>
                      <a:pt x="1788162" y="358573"/>
                    </a:lnTo>
                    <a:lnTo>
                      <a:pt x="1707289" y="349144"/>
                    </a:lnTo>
                    <a:lnTo>
                      <a:pt x="1625074" y="341461"/>
                    </a:lnTo>
                    <a:lnTo>
                      <a:pt x="1541031" y="336397"/>
                    </a:lnTo>
                    <a:lnTo>
                      <a:pt x="1454955" y="334585"/>
                    </a:lnTo>
                    <a:lnTo>
                      <a:pt x="1366888" y="335960"/>
                    </a:lnTo>
                    <a:cubicBezTo>
                      <a:pt x="1366401" y="335960"/>
                      <a:pt x="1365954" y="335917"/>
                      <a:pt x="1365547" y="335808"/>
                    </a:cubicBezTo>
                    <a:lnTo>
                      <a:pt x="1276993" y="308415"/>
                    </a:lnTo>
                    <a:lnTo>
                      <a:pt x="1187665" y="273667"/>
                    </a:lnTo>
                    <a:lnTo>
                      <a:pt x="1097730" y="239291"/>
                    </a:lnTo>
                    <a:lnTo>
                      <a:pt x="1007793" y="205874"/>
                    </a:lnTo>
                    <a:lnTo>
                      <a:pt x="918547" y="167656"/>
                    </a:lnTo>
                    <a:lnTo>
                      <a:pt x="831497" y="126622"/>
                    </a:lnTo>
                    <a:lnTo>
                      <a:pt x="746031" y="113897"/>
                    </a:lnTo>
                    <a:lnTo>
                      <a:pt x="659386" y="104141"/>
                    </a:lnTo>
                    <a:lnTo>
                      <a:pt x="570994" y="89386"/>
                    </a:lnTo>
                    <a:lnTo>
                      <a:pt x="482196" y="75308"/>
                    </a:lnTo>
                    <a:lnTo>
                      <a:pt x="394495" y="70768"/>
                    </a:lnTo>
                    <a:lnTo>
                      <a:pt x="390146" y="72689"/>
                    </a:lnTo>
                    <a:cubicBezTo>
                      <a:pt x="389618" y="72951"/>
                      <a:pt x="388927" y="73060"/>
                      <a:pt x="388277" y="73016"/>
                    </a:cubicBezTo>
                    <a:lnTo>
                      <a:pt x="297609" y="65988"/>
                    </a:lnTo>
                    <a:lnTo>
                      <a:pt x="207266" y="51757"/>
                    </a:lnTo>
                    <a:lnTo>
                      <a:pt x="118224" y="35191"/>
                    </a:lnTo>
                    <a:lnTo>
                      <a:pt x="30035" y="10418"/>
                    </a:lnTo>
                    <a:lnTo>
                      <a:pt x="1425" y="2647"/>
                    </a:lnTo>
                    <a:cubicBezTo>
                      <a:pt x="124" y="2320"/>
                      <a:pt x="-364" y="1469"/>
                      <a:pt x="287" y="792"/>
                    </a:cubicBezTo>
                    <a:cubicBezTo>
                      <a:pt x="897" y="94"/>
                      <a:pt x="2400" y="-212"/>
                      <a:pt x="3660" y="159"/>
                    </a:cubicBezTo>
                    <a:lnTo>
                      <a:pt x="32271" y="7929"/>
                    </a:lnTo>
                    <a:lnTo>
                      <a:pt x="120175" y="32593"/>
                    </a:lnTo>
                    <a:lnTo>
                      <a:pt x="208770" y="49050"/>
                    </a:lnTo>
                    <a:lnTo>
                      <a:pt x="298665" y="63238"/>
                    </a:lnTo>
                    <a:lnTo>
                      <a:pt x="387911" y="70157"/>
                    </a:lnTo>
                    <a:lnTo>
                      <a:pt x="392178" y="68236"/>
                    </a:lnTo>
                    <a:cubicBezTo>
                      <a:pt x="392706" y="68018"/>
                      <a:pt x="393398" y="67909"/>
                      <a:pt x="394007" y="67974"/>
                    </a:cubicBezTo>
                    <a:lnTo>
                      <a:pt x="483130" y="72558"/>
                    </a:lnTo>
                    <a:lnTo>
                      <a:pt x="488495" y="73343"/>
                    </a:lnTo>
                    <a:lnTo>
                      <a:pt x="572458" y="86658"/>
                    </a:lnTo>
                    <a:lnTo>
                      <a:pt x="660646" y="101412"/>
                    </a:lnTo>
                    <a:lnTo>
                      <a:pt x="747210" y="111103"/>
                    </a:lnTo>
                    <a:lnTo>
                      <a:pt x="833448" y="124003"/>
                    </a:lnTo>
                    <a:cubicBezTo>
                      <a:pt x="833773" y="124046"/>
                      <a:pt x="834138" y="124156"/>
                      <a:pt x="834423" y="124265"/>
                    </a:cubicBezTo>
                    <a:lnTo>
                      <a:pt x="921840" y="165451"/>
                    </a:lnTo>
                    <a:lnTo>
                      <a:pt x="1010801" y="203539"/>
                    </a:lnTo>
                    <a:lnTo>
                      <a:pt x="1100696" y="236890"/>
                    </a:lnTo>
                    <a:lnTo>
                      <a:pt x="1190673" y="271266"/>
                    </a:lnTo>
                    <a:lnTo>
                      <a:pt x="1279837" y="306014"/>
                    </a:lnTo>
                    <a:lnTo>
                      <a:pt x="1367538" y="333079"/>
                    </a:lnTo>
                    <a:lnTo>
                      <a:pt x="1455036" y="331704"/>
                    </a:lnTo>
                    <a:lnTo>
                      <a:pt x="1541518" y="333516"/>
                    </a:lnTo>
                    <a:lnTo>
                      <a:pt x="1625846" y="338623"/>
                    </a:lnTo>
                    <a:lnTo>
                      <a:pt x="1708305" y="346284"/>
                    </a:lnTo>
                    <a:lnTo>
                      <a:pt x="1789300" y="355713"/>
                    </a:lnTo>
                    <a:lnTo>
                      <a:pt x="1869442" y="365688"/>
                    </a:lnTo>
                    <a:lnTo>
                      <a:pt x="1949991" y="374746"/>
                    </a:lnTo>
                    <a:lnTo>
                      <a:pt x="2031230" y="381883"/>
                    </a:lnTo>
                    <a:lnTo>
                      <a:pt x="2113689" y="387755"/>
                    </a:lnTo>
                    <a:lnTo>
                      <a:pt x="2197123" y="392011"/>
                    </a:lnTo>
                    <a:lnTo>
                      <a:pt x="2281735" y="394848"/>
                    </a:lnTo>
                    <a:lnTo>
                      <a:pt x="2366470" y="393255"/>
                    </a:lnTo>
                    <a:lnTo>
                      <a:pt x="2449416" y="389261"/>
                    </a:lnTo>
                    <a:lnTo>
                      <a:pt x="2477295" y="385223"/>
                    </a:lnTo>
                    <a:cubicBezTo>
                      <a:pt x="2477295" y="385223"/>
                      <a:pt x="2477701" y="385179"/>
                      <a:pt x="2477905" y="385179"/>
                    </a:cubicBezTo>
                    <a:lnTo>
                      <a:pt x="2477905" y="385179"/>
                    </a:lnTo>
                    <a:lnTo>
                      <a:pt x="2531956" y="385288"/>
                    </a:lnTo>
                    <a:cubicBezTo>
                      <a:pt x="2532850" y="385288"/>
                      <a:pt x="2533744" y="385550"/>
                      <a:pt x="2534150" y="386030"/>
                    </a:cubicBezTo>
                    <a:lnTo>
                      <a:pt x="2564590" y="419491"/>
                    </a:lnTo>
                    <a:lnTo>
                      <a:pt x="2652494" y="419600"/>
                    </a:lnTo>
                    <a:lnTo>
                      <a:pt x="2739301" y="417461"/>
                    </a:lnTo>
                    <a:lnTo>
                      <a:pt x="3275505" y="418268"/>
                    </a:lnTo>
                    <a:cubicBezTo>
                      <a:pt x="3276196" y="418268"/>
                      <a:pt x="3276887" y="418377"/>
                      <a:pt x="3277293" y="418639"/>
                    </a:cubicBezTo>
                    <a:lnTo>
                      <a:pt x="3293062" y="427283"/>
                    </a:lnTo>
                    <a:lnTo>
                      <a:pt x="3382470" y="427392"/>
                    </a:lnTo>
                    <a:cubicBezTo>
                      <a:pt x="3383161" y="427392"/>
                      <a:pt x="3383770" y="427545"/>
                      <a:pt x="3384258" y="427763"/>
                    </a:cubicBezTo>
                    <a:lnTo>
                      <a:pt x="3630211" y="554575"/>
                    </a:lnTo>
                    <a:lnTo>
                      <a:pt x="3734412" y="554750"/>
                    </a:lnTo>
                    <a:cubicBezTo>
                      <a:pt x="3735022" y="554750"/>
                      <a:pt x="3735591" y="554859"/>
                      <a:pt x="3736078" y="555121"/>
                    </a:cubicBezTo>
                    <a:lnTo>
                      <a:pt x="3828250" y="599996"/>
                    </a:lnTo>
                    <a:lnTo>
                      <a:pt x="3931922" y="600149"/>
                    </a:lnTo>
                    <a:cubicBezTo>
                      <a:pt x="3933304" y="600149"/>
                      <a:pt x="3934402" y="600782"/>
                      <a:pt x="3934402" y="601589"/>
                    </a:cubicBezTo>
                    <a:cubicBezTo>
                      <a:pt x="3934402" y="602331"/>
                      <a:pt x="3933304" y="602964"/>
                      <a:pt x="3931922" y="6029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4" name="Freeform: Shape 163">
                <a:extLst>
                  <a:ext uri="{FF2B5EF4-FFF2-40B4-BE49-F238E27FC236}">
                    <a16:creationId xmlns:a16="http://schemas.microsoft.com/office/drawing/2014/main" id="{F03DB84E-09B9-46ED-A3EB-D60C265D2BEF}"/>
                  </a:ext>
                </a:extLst>
              </p:cNvPr>
              <p:cNvSpPr/>
              <p:nvPr/>
            </p:nvSpPr>
            <p:spPr>
              <a:xfrm>
                <a:off x="7287361" y="6164719"/>
                <a:ext cx="1080495" cy="4670"/>
              </a:xfrm>
              <a:custGeom>
                <a:avLst/>
                <a:gdLst>
                  <a:gd name="connsiteX0" fmla="*/ 1077894 w 1080495"/>
                  <a:gd name="connsiteY0" fmla="*/ 4671 h 4670"/>
                  <a:gd name="connsiteX1" fmla="*/ 1077894 w 1080495"/>
                  <a:gd name="connsiteY1" fmla="*/ 4671 h 4670"/>
                  <a:gd name="connsiteX2" fmla="*/ 2479 w 1080495"/>
                  <a:gd name="connsiteY2" fmla="*/ 2816 h 4670"/>
                  <a:gd name="connsiteX3" fmla="*/ 0 w 1080495"/>
                  <a:gd name="connsiteY3" fmla="*/ 1375 h 4670"/>
                  <a:gd name="connsiteX4" fmla="*/ 2479 w 1080495"/>
                  <a:gd name="connsiteY4" fmla="*/ 0 h 4670"/>
                  <a:gd name="connsiteX5" fmla="*/ 2601 w 1080495"/>
                  <a:gd name="connsiteY5" fmla="*/ 0 h 4670"/>
                  <a:gd name="connsiteX6" fmla="*/ 1077935 w 1080495"/>
                  <a:gd name="connsiteY6" fmla="*/ 1855 h 4670"/>
                  <a:gd name="connsiteX7" fmla="*/ 1080496 w 1080495"/>
                  <a:gd name="connsiteY7" fmla="*/ 3230 h 4670"/>
                  <a:gd name="connsiteX8" fmla="*/ 1077935 w 1080495"/>
                  <a:gd name="connsiteY8" fmla="*/ 4671 h 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495" h="4670">
                    <a:moveTo>
                      <a:pt x="1077894" y="4671"/>
                    </a:moveTo>
                    <a:lnTo>
                      <a:pt x="1077894" y="4671"/>
                    </a:lnTo>
                    <a:lnTo>
                      <a:pt x="2479" y="2816"/>
                    </a:lnTo>
                    <a:cubicBezTo>
                      <a:pt x="1097" y="2816"/>
                      <a:pt x="0" y="2183"/>
                      <a:pt x="0" y="1375"/>
                    </a:cubicBezTo>
                    <a:cubicBezTo>
                      <a:pt x="0" y="633"/>
                      <a:pt x="1097" y="0"/>
                      <a:pt x="2479" y="0"/>
                    </a:cubicBezTo>
                    <a:lnTo>
                      <a:pt x="2601" y="0"/>
                    </a:lnTo>
                    <a:lnTo>
                      <a:pt x="1077935" y="1855"/>
                    </a:lnTo>
                    <a:cubicBezTo>
                      <a:pt x="1079317" y="1855"/>
                      <a:pt x="1080496" y="2488"/>
                      <a:pt x="1080496" y="3230"/>
                    </a:cubicBezTo>
                    <a:cubicBezTo>
                      <a:pt x="1080496" y="4038"/>
                      <a:pt x="1079276" y="4671"/>
                      <a:pt x="1077935" y="467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5" name="Freeform: Shape 164">
                <a:extLst>
                  <a:ext uri="{FF2B5EF4-FFF2-40B4-BE49-F238E27FC236}">
                    <a16:creationId xmlns:a16="http://schemas.microsoft.com/office/drawing/2014/main" id="{16996E8F-2419-453F-B730-9C3127A863E2}"/>
                  </a:ext>
                </a:extLst>
              </p:cNvPr>
              <p:cNvSpPr/>
              <p:nvPr/>
            </p:nvSpPr>
            <p:spPr>
              <a:xfrm>
                <a:off x="10430982" y="6011798"/>
                <a:ext cx="978725" cy="17203"/>
              </a:xfrm>
              <a:custGeom>
                <a:avLst/>
                <a:gdLst>
                  <a:gd name="connsiteX0" fmla="*/ 718927 w 978725"/>
                  <a:gd name="connsiteY0" fmla="*/ 17182 h 17203"/>
                  <a:gd name="connsiteX1" fmla="*/ 622772 w 978725"/>
                  <a:gd name="connsiteY1" fmla="*/ 16549 h 17203"/>
                  <a:gd name="connsiteX2" fmla="*/ 526537 w 978725"/>
                  <a:gd name="connsiteY2" fmla="*/ 13035 h 17203"/>
                  <a:gd name="connsiteX3" fmla="*/ 430788 w 978725"/>
                  <a:gd name="connsiteY3" fmla="*/ 13406 h 17203"/>
                  <a:gd name="connsiteX4" fmla="*/ 334960 w 978725"/>
                  <a:gd name="connsiteY4" fmla="*/ 14519 h 17203"/>
                  <a:gd name="connsiteX5" fmla="*/ 239212 w 978725"/>
                  <a:gd name="connsiteY5" fmla="*/ 14781 h 17203"/>
                  <a:gd name="connsiteX6" fmla="*/ 143179 w 978725"/>
                  <a:gd name="connsiteY6" fmla="*/ 12446 h 17203"/>
                  <a:gd name="connsiteX7" fmla="*/ 47229 w 978725"/>
                  <a:gd name="connsiteY7" fmla="*/ 8932 h 17203"/>
                  <a:gd name="connsiteX8" fmla="*/ 2687 w 978725"/>
                  <a:gd name="connsiteY8" fmla="*/ 10372 h 17203"/>
                  <a:gd name="connsiteX9" fmla="*/ 4 w 978725"/>
                  <a:gd name="connsiteY9" fmla="*/ 9041 h 17203"/>
                  <a:gd name="connsiteX10" fmla="*/ 2362 w 978725"/>
                  <a:gd name="connsiteY10" fmla="*/ 7535 h 17203"/>
                  <a:gd name="connsiteX11" fmla="*/ 47188 w 978725"/>
                  <a:gd name="connsiteY11" fmla="*/ 6094 h 17203"/>
                  <a:gd name="connsiteX12" fmla="*/ 143423 w 978725"/>
                  <a:gd name="connsiteY12" fmla="*/ 9608 h 17203"/>
                  <a:gd name="connsiteX13" fmla="*/ 239253 w 978725"/>
                  <a:gd name="connsiteY13" fmla="*/ 11966 h 17203"/>
                  <a:gd name="connsiteX14" fmla="*/ 334919 w 978725"/>
                  <a:gd name="connsiteY14" fmla="*/ 11704 h 17203"/>
                  <a:gd name="connsiteX15" fmla="*/ 430748 w 978725"/>
                  <a:gd name="connsiteY15" fmla="*/ 10591 h 17203"/>
                  <a:gd name="connsiteX16" fmla="*/ 526699 w 978725"/>
                  <a:gd name="connsiteY16" fmla="*/ 10219 h 17203"/>
                  <a:gd name="connsiteX17" fmla="*/ 622934 w 978725"/>
                  <a:gd name="connsiteY17" fmla="*/ 13734 h 17203"/>
                  <a:gd name="connsiteX18" fmla="*/ 718764 w 978725"/>
                  <a:gd name="connsiteY18" fmla="*/ 14367 h 17203"/>
                  <a:gd name="connsiteX19" fmla="*/ 814593 w 978725"/>
                  <a:gd name="connsiteY19" fmla="*/ 11704 h 17203"/>
                  <a:gd name="connsiteX20" fmla="*/ 910340 w 978725"/>
                  <a:gd name="connsiteY20" fmla="*/ 6313 h 17203"/>
                  <a:gd name="connsiteX21" fmla="*/ 975731 w 978725"/>
                  <a:gd name="connsiteY21" fmla="*/ 26 h 17203"/>
                  <a:gd name="connsiteX22" fmla="*/ 978697 w 978725"/>
                  <a:gd name="connsiteY22" fmla="*/ 1205 h 17203"/>
                  <a:gd name="connsiteX23" fmla="*/ 976625 w 978725"/>
                  <a:gd name="connsiteY23" fmla="*/ 2798 h 17203"/>
                  <a:gd name="connsiteX24" fmla="*/ 911032 w 978725"/>
                  <a:gd name="connsiteY24" fmla="*/ 9150 h 17203"/>
                  <a:gd name="connsiteX25" fmla="*/ 814999 w 978725"/>
                  <a:gd name="connsiteY25" fmla="*/ 14541 h 17203"/>
                  <a:gd name="connsiteX26" fmla="*/ 718845 w 978725"/>
                  <a:gd name="connsiteY26" fmla="*/ 17204 h 17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8725" h="17203">
                    <a:moveTo>
                      <a:pt x="718927" y="17182"/>
                    </a:moveTo>
                    <a:lnTo>
                      <a:pt x="622772" y="16549"/>
                    </a:lnTo>
                    <a:lnTo>
                      <a:pt x="526537" y="13035"/>
                    </a:lnTo>
                    <a:lnTo>
                      <a:pt x="430788" y="13406"/>
                    </a:lnTo>
                    <a:lnTo>
                      <a:pt x="334960" y="14519"/>
                    </a:lnTo>
                    <a:lnTo>
                      <a:pt x="239212" y="14781"/>
                    </a:lnTo>
                    <a:lnTo>
                      <a:pt x="143179" y="12446"/>
                    </a:lnTo>
                    <a:lnTo>
                      <a:pt x="47229" y="8932"/>
                    </a:lnTo>
                    <a:lnTo>
                      <a:pt x="2687" y="10372"/>
                    </a:lnTo>
                    <a:cubicBezTo>
                      <a:pt x="1102" y="10416"/>
                      <a:pt x="126" y="9827"/>
                      <a:pt x="4" y="9041"/>
                    </a:cubicBezTo>
                    <a:cubicBezTo>
                      <a:pt x="-77" y="8299"/>
                      <a:pt x="980" y="7600"/>
                      <a:pt x="2362" y="7535"/>
                    </a:cubicBezTo>
                    <a:lnTo>
                      <a:pt x="47188" y="6094"/>
                    </a:lnTo>
                    <a:lnTo>
                      <a:pt x="143423" y="9608"/>
                    </a:lnTo>
                    <a:lnTo>
                      <a:pt x="239253" y="11966"/>
                    </a:lnTo>
                    <a:lnTo>
                      <a:pt x="334919" y="11704"/>
                    </a:lnTo>
                    <a:lnTo>
                      <a:pt x="430748" y="10591"/>
                    </a:lnTo>
                    <a:lnTo>
                      <a:pt x="526699" y="10219"/>
                    </a:lnTo>
                    <a:lnTo>
                      <a:pt x="622934" y="13734"/>
                    </a:lnTo>
                    <a:lnTo>
                      <a:pt x="718764" y="14367"/>
                    </a:lnTo>
                    <a:lnTo>
                      <a:pt x="814593" y="11704"/>
                    </a:lnTo>
                    <a:lnTo>
                      <a:pt x="910340" y="6313"/>
                    </a:lnTo>
                    <a:lnTo>
                      <a:pt x="975731" y="26"/>
                    </a:lnTo>
                    <a:cubicBezTo>
                      <a:pt x="977193" y="-126"/>
                      <a:pt x="978412" y="398"/>
                      <a:pt x="978697" y="1205"/>
                    </a:cubicBezTo>
                    <a:cubicBezTo>
                      <a:pt x="978901" y="1947"/>
                      <a:pt x="978007" y="2689"/>
                      <a:pt x="976625" y="2798"/>
                    </a:cubicBezTo>
                    <a:lnTo>
                      <a:pt x="911032" y="9150"/>
                    </a:lnTo>
                    <a:lnTo>
                      <a:pt x="814999" y="14541"/>
                    </a:lnTo>
                    <a:lnTo>
                      <a:pt x="718845" y="172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6" name="Freeform: Shape 165">
                <a:extLst>
                  <a:ext uri="{FF2B5EF4-FFF2-40B4-BE49-F238E27FC236}">
                    <a16:creationId xmlns:a16="http://schemas.microsoft.com/office/drawing/2014/main" id="{5E6EB5CE-20EE-465B-8219-E02B85B65D6F}"/>
                  </a:ext>
                </a:extLst>
              </p:cNvPr>
              <p:cNvSpPr/>
              <p:nvPr/>
            </p:nvSpPr>
            <p:spPr>
              <a:xfrm>
                <a:off x="2986388" y="5561937"/>
                <a:ext cx="615487" cy="159572"/>
              </a:xfrm>
              <a:custGeom>
                <a:avLst/>
                <a:gdLst>
                  <a:gd name="connsiteX0" fmla="*/ 612933 w 615487"/>
                  <a:gd name="connsiteY0" fmla="*/ 159572 h 159572"/>
                  <a:gd name="connsiteX1" fmla="*/ 612080 w 615487"/>
                  <a:gd name="connsiteY1" fmla="*/ 159463 h 159572"/>
                  <a:gd name="connsiteX2" fmla="*/ 554168 w 615487"/>
                  <a:gd name="connsiteY2" fmla="*/ 148266 h 159572"/>
                  <a:gd name="connsiteX3" fmla="*/ 457973 w 615487"/>
                  <a:gd name="connsiteY3" fmla="*/ 126789 h 159572"/>
                  <a:gd name="connsiteX4" fmla="*/ 362022 w 615487"/>
                  <a:gd name="connsiteY4" fmla="*/ 98916 h 159572"/>
                  <a:gd name="connsiteX5" fmla="*/ 266437 w 615487"/>
                  <a:gd name="connsiteY5" fmla="*/ 73183 h 159572"/>
                  <a:gd name="connsiteX6" fmla="*/ 171624 w 615487"/>
                  <a:gd name="connsiteY6" fmla="*/ 41469 h 159572"/>
                  <a:gd name="connsiteX7" fmla="*/ 76729 w 615487"/>
                  <a:gd name="connsiteY7" fmla="*/ 4866 h 159572"/>
                  <a:gd name="connsiteX8" fmla="*/ 2439 w 615487"/>
                  <a:gd name="connsiteY8" fmla="*/ 2836 h 159572"/>
                  <a:gd name="connsiteX9" fmla="*/ 1 w 615487"/>
                  <a:gd name="connsiteY9" fmla="*/ 1352 h 159572"/>
                  <a:gd name="connsiteX10" fmla="*/ 2683 w 615487"/>
                  <a:gd name="connsiteY10" fmla="*/ 20 h 159572"/>
                  <a:gd name="connsiteX11" fmla="*/ 77745 w 615487"/>
                  <a:gd name="connsiteY11" fmla="*/ 2050 h 159572"/>
                  <a:gd name="connsiteX12" fmla="*/ 79046 w 615487"/>
                  <a:gd name="connsiteY12" fmla="*/ 2312 h 159572"/>
                  <a:gd name="connsiteX13" fmla="*/ 174469 w 615487"/>
                  <a:gd name="connsiteY13" fmla="*/ 39090 h 159572"/>
                  <a:gd name="connsiteX14" fmla="*/ 268916 w 615487"/>
                  <a:gd name="connsiteY14" fmla="*/ 70738 h 159572"/>
                  <a:gd name="connsiteX15" fmla="*/ 364420 w 615487"/>
                  <a:gd name="connsiteY15" fmla="*/ 96363 h 159572"/>
                  <a:gd name="connsiteX16" fmla="*/ 460168 w 615487"/>
                  <a:gd name="connsiteY16" fmla="*/ 124235 h 159572"/>
                  <a:gd name="connsiteX17" fmla="*/ 555997 w 615487"/>
                  <a:gd name="connsiteY17" fmla="*/ 145603 h 159572"/>
                  <a:gd name="connsiteX18" fmla="*/ 613787 w 615487"/>
                  <a:gd name="connsiteY18" fmla="*/ 156844 h 159572"/>
                  <a:gd name="connsiteX19" fmla="*/ 615331 w 615487"/>
                  <a:gd name="connsiteY19" fmla="*/ 158612 h 159572"/>
                  <a:gd name="connsiteX20" fmla="*/ 612933 w 615487"/>
                  <a:gd name="connsiteY20" fmla="*/ 159572 h 15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5487" h="159572">
                    <a:moveTo>
                      <a:pt x="612933" y="159572"/>
                    </a:moveTo>
                    <a:cubicBezTo>
                      <a:pt x="612608" y="159572"/>
                      <a:pt x="612365" y="159529"/>
                      <a:pt x="612080" y="159463"/>
                    </a:cubicBezTo>
                    <a:lnTo>
                      <a:pt x="554168" y="148266"/>
                    </a:lnTo>
                    <a:lnTo>
                      <a:pt x="457973" y="126789"/>
                    </a:lnTo>
                    <a:lnTo>
                      <a:pt x="362022" y="98916"/>
                    </a:lnTo>
                    <a:lnTo>
                      <a:pt x="266437" y="73183"/>
                    </a:lnTo>
                    <a:lnTo>
                      <a:pt x="171624" y="41469"/>
                    </a:lnTo>
                    <a:lnTo>
                      <a:pt x="76729" y="4866"/>
                    </a:lnTo>
                    <a:lnTo>
                      <a:pt x="2439" y="2836"/>
                    </a:lnTo>
                    <a:cubicBezTo>
                      <a:pt x="1058" y="2792"/>
                      <a:pt x="-40" y="2137"/>
                      <a:pt x="1" y="1352"/>
                    </a:cubicBezTo>
                    <a:cubicBezTo>
                      <a:pt x="82" y="609"/>
                      <a:pt x="1342" y="-133"/>
                      <a:pt x="2683" y="20"/>
                    </a:cubicBezTo>
                    <a:lnTo>
                      <a:pt x="77745" y="2050"/>
                    </a:lnTo>
                    <a:cubicBezTo>
                      <a:pt x="78192" y="2116"/>
                      <a:pt x="78639" y="2159"/>
                      <a:pt x="79046" y="2312"/>
                    </a:cubicBezTo>
                    <a:lnTo>
                      <a:pt x="174469" y="39090"/>
                    </a:lnTo>
                    <a:lnTo>
                      <a:pt x="268916" y="70738"/>
                    </a:lnTo>
                    <a:lnTo>
                      <a:pt x="364420" y="96363"/>
                    </a:lnTo>
                    <a:lnTo>
                      <a:pt x="460168" y="124235"/>
                    </a:lnTo>
                    <a:lnTo>
                      <a:pt x="555997" y="145603"/>
                    </a:lnTo>
                    <a:lnTo>
                      <a:pt x="613787" y="156844"/>
                    </a:lnTo>
                    <a:cubicBezTo>
                      <a:pt x="615128" y="157062"/>
                      <a:pt x="615819" y="157913"/>
                      <a:pt x="615331" y="158612"/>
                    </a:cubicBezTo>
                    <a:cubicBezTo>
                      <a:pt x="614965" y="159201"/>
                      <a:pt x="613990" y="159572"/>
                      <a:pt x="612933" y="1595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7" name="Freeform: Shape 166">
                <a:extLst>
                  <a:ext uri="{FF2B5EF4-FFF2-40B4-BE49-F238E27FC236}">
                    <a16:creationId xmlns:a16="http://schemas.microsoft.com/office/drawing/2014/main" id="{AD0A481B-C641-4AFC-AA93-2003A0A21928}"/>
                  </a:ext>
                </a:extLst>
              </p:cNvPr>
              <p:cNvSpPr/>
              <p:nvPr/>
            </p:nvSpPr>
            <p:spPr>
              <a:xfrm>
                <a:off x="8102884" y="6044149"/>
                <a:ext cx="4089156" cy="397766"/>
              </a:xfrm>
              <a:custGeom>
                <a:avLst/>
                <a:gdLst>
                  <a:gd name="connsiteX0" fmla="*/ 4089116 w 4089156"/>
                  <a:gd name="connsiteY0" fmla="*/ 394777 h 397766"/>
                  <a:gd name="connsiteX1" fmla="*/ 2472334 w 4089156"/>
                  <a:gd name="connsiteY1" fmla="*/ 58102 h 397766"/>
                  <a:gd name="connsiteX2" fmla="*/ 2444578 w 4089156"/>
                  <a:gd name="connsiteY2" fmla="*/ 48520 h 397766"/>
                  <a:gd name="connsiteX3" fmla="*/ 2443074 w 4089156"/>
                  <a:gd name="connsiteY3" fmla="*/ 48302 h 397766"/>
                  <a:gd name="connsiteX4" fmla="*/ 2341270 w 4089156"/>
                  <a:gd name="connsiteY4" fmla="*/ 51925 h 397766"/>
                  <a:gd name="connsiteX5" fmla="*/ 2239468 w 4089156"/>
                  <a:gd name="connsiteY5" fmla="*/ 51751 h 397766"/>
                  <a:gd name="connsiteX6" fmla="*/ 2137665 w 4089156"/>
                  <a:gd name="connsiteY6" fmla="*/ 50201 h 397766"/>
                  <a:gd name="connsiteX7" fmla="*/ 2035252 w 4089156"/>
                  <a:gd name="connsiteY7" fmla="*/ 44875 h 397766"/>
                  <a:gd name="connsiteX8" fmla="*/ 1933854 w 4089156"/>
                  <a:gd name="connsiteY8" fmla="*/ 51271 h 397766"/>
                  <a:gd name="connsiteX9" fmla="*/ 1730858 w 4089156"/>
                  <a:gd name="connsiteY9" fmla="*/ 50943 h 397766"/>
                  <a:gd name="connsiteX10" fmla="*/ 1536598 w 4089156"/>
                  <a:gd name="connsiteY10" fmla="*/ 2401 h 397766"/>
                  <a:gd name="connsiteX11" fmla="*/ 1535582 w 4089156"/>
                  <a:gd name="connsiteY11" fmla="*/ 2292 h 397766"/>
                  <a:gd name="connsiteX12" fmla="*/ 2560 w 4089156"/>
                  <a:gd name="connsiteY12" fmla="*/ 0 h 397766"/>
                  <a:gd name="connsiteX13" fmla="*/ 2560 w 4089156"/>
                  <a:gd name="connsiteY13" fmla="*/ 0 h 397766"/>
                  <a:gd name="connsiteX14" fmla="*/ 0 w 4089156"/>
                  <a:gd name="connsiteY14" fmla="*/ 1397 h 397766"/>
                  <a:gd name="connsiteX15" fmla="*/ 2560 w 4089156"/>
                  <a:gd name="connsiteY15" fmla="*/ 2772 h 397766"/>
                  <a:gd name="connsiteX16" fmla="*/ 1535014 w 4089156"/>
                  <a:gd name="connsiteY16" fmla="*/ 5107 h 397766"/>
                  <a:gd name="connsiteX17" fmla="*/ 1729192 w 4089156"/>
                  <a:gd name="connsiteY17" fmla="*/ 53650 h 397766"/>
                  <a:gd name="connsiteX18" fmla="*/ 1730289 w 4089156"/>
                  <a:gd name="connsiteY18" fmla="*/ 53759 h 397766"/>
                  <a:gd name="connsiteX19" fmla="*/ 1934180 w 4089156"/>
                  <a:gd name="connsiteY19" fmla="*/ 54086 h 397766"/>
                  <a:gd name="connsiteX20" fmla="*/ 2035292 w 4089156"/>
                  <a:gd name="connsiteY20" fmla="*/ 47691 h 397766"/>
                  <a:gd name="connsiteX21" fmla="*/ 2137380 w 4089156"/>
                  <a:gd name="connsiteY21" fmla="*/ 53017 h 397766"/>
                  <a:gd name="connsiteX22" fmla="*/ 2239387 w 4089156"/>
                  <a:gd name="connsiteY22" fmla="*/ 54566 h 397766"/>
                  <a:gd name="connsiteX23" fmla="*/ 2341474 w 4089156"/>
                  <a:gd name="connsiteY23" fmla="*/ 54719 h 397766"/>
                  <a:gd name="connsiteX24" fmla="*/ 2442587 w 4089156"/>
                  <a:gd name="connsiteY24" fmla="*/ 51140 h 397766"/>
                  <a:gd name="connsiteX25" fmla="*/ 2470180 w 4089156"/>
                  <a:gd name="connsiteY25" fmla="*/ 60569 h 397766"/>
                  <a:gd name="connsiteX26" fmla="*/ 4089157 w 4089156"/>
                  <a:gd name="connsiteY26" fmla="*/ 397767 h 397766"/>
                  <a:gd name="connsiteX27" fmla="*/ 4089157 w 4089156"/>
                  <a:gd name="connsiteY27" fmla="*/ 394733 h 39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089156" h="397766">
                    <a:moveTo>
                      <a:pt x="4089116" y="394777"/>
                    </a:moveTo>
                    <a:lnTo>
                      <a:pt x="2472334" y="58102"/>
                    </a:lnTo>
                    <a:lnTo>
                      <a:pt x="2444578" y="48520"/>
                    </a:lnTo>
                    <a:cubicBezTo>
                      <a:pt x="2444090" y="48346"/>
                      <a:pt x="2443481" y="48302"/>
                      <a:pt x="2443074" y="48302"/>
                    </a:cubicBezTo>
                    <a:lnTo>
                      <a:pt x="2341270" y="51925"/>
                    </a:lnTo>
                    <a:lnTo>
                      <a:pt x="2239468" y="51751"/>
                    </a:lnTo>
                    <a:lnTo>
                      <a:pt x="2137665" y="50201"/>
                    </a:lnTo>
                    <a:lnTo>
                      <a:pt x="2035252" y="44875"/>
                    </a:lnTo>
                    <a:lnTo>
                      <a:pt x="1933854" y="51271"/>
                    </a:lnTo>
                    <a:lnTo>
                      <a:pt x="1730858" y="50943"/>
                    </a:lnTo>
                    <a:lnTo>
                      <a:pt x="1536598" y="2401"/>
                    </a:lnTo>
                    <a:cubicBezTo>
                      <a:pt x="1536315" y="2357"/>
                      <a:pt x="1535989" y="2292"/>
                      <a:pt x="1535582" y="2292"/>
                    </a:cubicBezTo>
                    <a:lnTo>
                      <a:pt x="2560" y="0"/>
                    </a:lnTo>
                    <a:lnTo>
                      <a:pt x="2560" y="0"/>
                    </a:lnTo>
                    <a:cubicBezTo>
                      <a:pt x="1179" y="0"/>
                      <a:pt x="0" y="589"/>
                      <a:pt x="0" y="1397"/>
                    </a:cubicBezTo>
                    <a:cubicBezTo>
                      <a:pt x="0" y="2139"/>
                      <a:pt x="1179" y="2772"/>
                      <a:pt x="2560" y="2772"/>
                    </a:cubicBezTo>
                    <a:lnTo>
                      <a:pt x="1535014" y="5107"/>
                    </a:lnTo>
                    <a:lnTo>
                      <a:pt x="1729192" y="53650"/>
                    </a:lnTo>
                    <a:cubicBezTo>
                      <a:pt x="1729598" y="53693"/>
                      <a:pt x="1729882" y="53759"/>
                      <a:pt x="1730289" y="53759"/>
                    </a:cubicBezTo>
                    <a:lnTo>
                      <a:pt x="1934180" y="54086"/>
                    </a:lnTo>
                    <a:lnTo>
                      <a:pt x="2035292" y="47691"/>
                    </a:lnTo>
                    <a:lnTo>
                      <a:pt x="2137380" y="53017"/>
                    </a:lnTo>
                    <a:lnTo>
                      <a:pt x="2239387" y="54566"/>
                    </a:lnTo>
                    <a:lnTo>
                      <a:pt x="2341474" y="54719"/>
                    </a:lnTo>
                    <a:lnTo>
                      <a:pt x="2442587" y="51140"/>
                    </a:lnTo>
                    <a:lnTo>
                      <a:pt x="2470180" y="60569"/>
                    </a:lnTo>
                    <a:lnTo>
                      <a:pt x="4089157" y="397767"/>
                    </a:lnTo>
                    <a:lnTo>
                      <a:pt x="4089157" y="39473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8" name="Freeform: Shape 167">
                <a:extLst>
                  <a:ext uri="{FF2B5EF4-FFF2-40B4-BE49-F238E27FC236}">
                    <a16:creationId xmlns:a16="http://schemas.microsoft.com/office/drawing/2014/main" id="{B38F7191-D614-444C-BBDA-4DCBC4610E0E}"/>
                  </a:ext>
                </a:extLst>
              </p:cNvPr>
              <p:cNvSpPr/>
              <p:nvPr/>
            </p:nvSpPr>
            <p:spPr>
              <a:xfrm>
                <a:off x="6006957" y="6046092"/>
                <a:ext cx="2118238" cy="11131"/>
              </a:xfrm>
              <a:custGeom>
                <a:avLst/>
                <a:gdLst>
                  <a:gd name="connsiteX0" fmla="*/ 2115678 w 2118238"/>
                  <a:gd name="connsiteY0" fmla="*/ 11131 h 11131"/>
                  <a:gd name="connsiteX1" fmla="*/ 2115678 w 2118238"/>
                  <a:gd name="connsiteY1" fmla="*/ 11131 h 11131"/>
                  <a:gd name="connsiteX2" fmla="*/ 288869 w 2118238"/>
                  <a:gd name="connsiteY2" fmla="*/ 8360 h 11131"/>
                  <a:gd name="connsiteX3" fmla="*/ 97821 w 2118238"/>
                  <a:gd name="connsiteY3" fmla="*/ 2925 h 11131"/>
                  <a:gd name="connsiteX4" fmla="*/ 2520 w 2118238"/>
                  <a:gd name="connsiteY4" fmla="*/ 2816 h 11131"/>
                  <a:gd name="connsiteX5" fmla="*/ 0 w 2118238"/>
                  <a:gd name="connsiteY5" fmla="*/ 1375 h 11131"/>
                  <a:gd name="connsiteX6" fmla="*/ 2520 w 2118238"/>
                  <a:gd name="connsiteY6" fmla="*/ 0 h 11131"/>
                  <a:gd name="connsiteX7" fmla="*/ 2560 w 2118238"/>
                  <a:gd name="connsiteY7" fmla="*/ 0 h 11131"/>
                  <a:gd name="connsiteX8" fmla="*/ 97942 w 2118238"/>
                  <a:gd name="connsiteY8" fmla="*/ 153 h 11131"/>
                  <a:gd name="connsiteX9" fmla="*/ 289032 w 2118238"/>
                  <a:gd name="connsiteY9" fmla="*/ 5588 h 11131"/>
                  <a:gd name="connsiteX10" fmla="*/ 2115759 w 2118238"/>
                  <a:gd name="connsiteY10" fmla="*/ 8360 h 11131"/>
                  <a:gd name="connsiteX11" fmla="*/ 2118239 w 2118238"/>
                  <a:gd name="connsiteY11" fmla="*/ 9756 h 11131"/>
                  <a:gd name="connsiteX12" fmla="*/ 2115678 w 2118238"/>
                  <a:gd name="connsiteY12" fmla="*/ 11131 h 11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18238" h="11131">
                    <a:moveTo>
                      <a:pt x="2115678" y="11131"/>
                    </a:moveTo>
                    <a:lnTo>
                      <a:pt x="2115678" y="11131"/>
                    </a:lnTo>
                    <a:lnTo>
                      <a:pt x="288869" y="8360"/>
                    </a:lnTo>
                    <a:lnTo>
                      <a:pt x="97821" y="2925"/>
                    </a:lnTo>
                    <a:lnTo>
                      <a:pt x="2520" y="2816"/>
                    </a:lnTo>
                    <a:cubicBezTo>
                      <a:pt x="1138" y="2816"/>
                      <a:pt x="0" y="2183"/>
                      <a:pt x="0" y="1375"/>
                    </a:cubicBezTo>
                    <a:cubicBezTo>
                      <a:pt x="0" y="633"/>
                      <a:pt x="1138" y="0"/>
                      <a:pt x="2520" y="0"/>
                    </a:cubicBezTo>
                    <a:lnTo>
                      <a:pt x="2560" y="0"/>
                    </a:lnTo>
                    <a:lnTo>
                      <a:pt x="97942" y="153"/>
                    </a:lnTo>
                    <a:lnTo>
                      <a:pt x="289032" y="5588"/>
                    </a:lnTo>
                    <a:lnTo>
                      <a:pt x="2115759" y="8360"/>
                    </a:lnTo>
                    <a:cubicBezTo>
                      <a:pt x="2117141" y="8360"/>
                      <a:pt x="2118239" y="8993"/>
                      <a:pt x="2118239" y="9756"/>
                    </a:cubicBezTo>
                    <a:cubicBezTo>
                      <a:pt x="2118239" y="10542"/>
                      <a:pt x="2117141" y="11131"/>
                      <a:pt x="2115678" y="1113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69" name="Freeform: Shape 168">
                <a:extLst>
                  <a:ext uri="{FF2B5EF4-FFF2-40B4-BE49-F238E27FC236}">
                    <a16:creationId xmlns:a16="http://schemas.microsoft.com/office/drawing/2014/main" id="{DF7B1701-B0E8-4585-8119-2E556D9841C1}"/>
                  </a:ext>
                </a:extLst>
              </p:cNvPr>
              <p:cNvSpPr/>
              <p:nvPr/>
            </p:nvSpPr>
            <p:spPr>
              <a:xfrm>
                <a:off x="10270255" y="5991578"/>
                <a:ext cx="1108077" cy="21970"/>
              </a:xfrm>
              <a:custGeom>
                <a:avLst/>
                <a:gdLst>
                  <a:gd name="connsiteX0" fmla="*/ 373238 w 1108077"/>
                  <a:gd name="connsiteY0" fmla="*/ 21949 h 21970"/>
                  <a:gd name="connsiteX1" fmla="*/ 277897 w 1108077"/>
                  <a:gd name="connsiteY1" fmla="*/ 20879 h 21970"/>
                  <a:gd name="connsiteX2" fmla="*/ 87498 w 1108077"/>
                  <a:gd name="connsiteY2" fmla="*/ 21032 h 21970"/>
                  <a:gd name="connsiteX3" fmla="*/ 2479 w 1108077"/>
                  <a:gd name="connsiteY3" fmla="*/ 20814 h 21970"/>
                  <a:gd name="connsiteX4" fmla="*/ 0 w 1108077"/>
                  <a:gd name="connsiteY4" fmla="*/ 19373 h 21970"/>
                  <a:gd name="connsiteX5" fmla="*/ 2479 w 1108077"/>
                  <a:gd name="connsiteY5" fmla="*/ 17998 h 21970"/>
                  <a:gd name="connsiteX6" fmla="*/ 2479 w 1108077"/>
                  <a:gd name="connsiteY6" fmla="*/ 17998 h 21970"/>
                  <a:gd name="connsiteX7" fmla="*/ 87498 w 1108077"/>
                  <a:gd name="connsiteY7" fmla="*/ 18216 h 21970"/>
                  <a:gd name="connsiteX8" fmla="*/ 278019 w 1108077"/>
                  <a:gd name="connsiteY8" fmla="*/ 18064 h 21970"/>
                  <a:gd name="connsiteX9" fmla="*/ 373157 w 1108077"/>
                  <a:gd name="connsiteY9" fmla="*/ 19133 h 21970"/>
                  <a:gd name="connsiteX10" fmla="*/ 468296 w 1108077"/>
                  <a:gd name="connsiteY10" fmla="*/ 16099 h 21970"/>
                  <a:gd name="connsiteX11" fmla="*/ 563556 w 1108077"/>
                  <a:gd name="connsiteY11" fmla="*/ 14288 h 21970"/>
                  <a:gd name="connsiteX12" fmla="*/ 659019 w 1108077"/>
                  <a:gd name="connsiteY12" fmla="*/ 14550 h 21970"/>
                  <a:gd name="connsiteX13" fmla="*/ 754157 w 1108077"/>
                  <a:gd name="connsiteY13" fmla="*/ 13109 h 21970"/>
                  <a:gd name="connsiteX14" fmla="*/ 849498 w 1108077"/>
                  <a:gd name="connsiteY14" fmla="*/ 11035 h 21970"/>
                  <a:gd name="connsiteX15" fmla="*/ 944840 w 1108077"/>
                  <a:gd name="connsiteY15" fmla="*/ 8154 h 21970"/>
                  <a:gd name="connsiteX16" fmla="*/ 1040182 w 1108077"/>
                  <a:gd name="connsiteY16" fmla="*/ 4487 h 21970"/>
                  <a:gd name="connsiteX17" fmla="*/ 1105287 w 1108077"/>
                  <a:gd name="connsiteY17" fmla="*/ 13 h 21970"/>
                  <a:gd name="connsiteX18" fmla="*/ 1108050 w 1108077"/>
                  <a:gd name="connsiteY18" fmla="*/ 1235 h 21970"/>
                  <a:gd name="connsiteX19" fmla="*/ 1105856 w 1108077"/>
                  <a:gd name="connsiteY19" fmla="*/ 2829 h 21970"/>
                  <a:gd name="connsiteX20" fmla="*/ 1040669 w 1108077"/>
                  <a:gd name="connsiteY20" fmla="*/ 7303 h 21970"/>
                  <a:gd name="connsiteX21" fmla="*/ 945124 w 1108077"/>
                  <a:gd name="connsiteY21" fmla="*/ 10992 h 21970"/>
                  <a:gd name="connsiteX22" fmla="*/ 849783 w 1108077"/>
                  <a:gd name="connsiteY22" fmla="*/ 13873 h 21970"/>
                  <a:gd name="connsiteX23" fmla="*/ 754320 w 1108077"/>
                  <a:gd name="connsiteY23" fmla="*/ 15946 h 21970"/>
                  <a:gd name="connsiteX24" fmla="*/ 659060 w 1108077"/>
                  <a:gd name="connsiteY24" fmla="*/ 17387 h 21970"/>
                  <a:gd name="connsiteX25" fmla="*/ 563515 w 1108077"/>
                  <a:gd name="connsiteY25" fmla="*/ 17125 h 21970"/>
                  <a:gd name="connsiteX26" fmla="*/ 468457 w 1108077"/>
                  <a:gd name="connsiteY26" fmla="*/ 18937 h 21970"/>
                  <a:gd name="connsiteX27" fmla="*/ 373197 w 1108077"/>
                  <a:gd name="connsiteY27" fmla="*/ 21971 h 21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08077" h="21970">
                    <a:moveTo>
                      <a:pt x="373238" y="21949"/>
                    </a:moveTo>
                    <a:lnTo>
                      <a:pt x="277897" y="20879"/>
                    </a:lnTo>
                    <a:lnTo>
                      <a:pt x="87498" y="21032"/>
                    </a:lnTo>
                    <a:lnTo>
                      <a:pt x="2479" y="20814"/>
                    </a:lnTo>
                    <a:cubicBezTo>
                      <a:pt x="1097" y="20814"/>
                      <a:pt x="0" y="20181"/>
                      <a:pt x="0" y="19373"/>
                    </a:cubicBezTo>
                    <a:cubicBezTo>
                      <a:pt x="0" y="18631"/>
                      <a:pt x="1097" y="17998"/>
                      <a:pt x="2479" y="17998"/>
                    </a:cubicBezTo>
                    <a:lnTo>
                      <a:pt x="2479" y="17998"/>
                    </a:lnTo>
                    <a:lnTo>
                      <a:pt x="87498" y="18216"/>
                    </a:lnTo>
                    <a:lnTo>
                      <a:pt x="278019" y="18064"/>
                    </a:lnTo>
                    <a:lnTo>
                      <a:pt x="373157" y="19133"/>
                    </a:lnTo>
                    <a:lnTo>
                      <a:pt x="468296" y="16099"/>
                    </a:lnTo>
                    <a:lnTo>
                      <a:pt x="563556" y="14288"/>
                    </a:lnTo>
                    <a:lnTo>
                      <a:pt x="659019" y="14550"/>
                    </a:lnTo>
                    <a:lnTo>
                      <a:pt x="754157" y="13109"/>
                    </a:lnTo>
                    <a:lnTo>
                      <a:pt x="849498" y="11035"/>
                    </a:lnTo>
                    <a:lnTo>
                      <a:pt x="944840" y="8154"/>
                    </a:lnTo>
                    <a:lnTo>
                      <a:pt x="1040182" y="4487"/>
                    </a:lnTo>
                    <a:lnTo>
                      <a:pt x="1105287" y="13"/>
                    </a:lnTo>
                    <a:cubicBezTo>
                      <a:pt x="1106750" y="-96"/>
                      <a:pt x="1107969" y="493"/>
                      <a:pt x="1108050" y="1235"/>
                    </a:cubicBezTo>
                    <a:cubicBezTo>
                      <a:pt x="1108254" y="2043"/>
                      <a:pt x="1107278" y="2720"/>
                      <a:pt x="1105856" y="2829"/>
                    </a:cubicBezTo>
                    <a:lnTo>
                      <a:pt x="1040669" y="7303"/>
                    </a:lnTo>
                    <a:lnTo>
                      <a:pt x="945124" y="10992"/>
                    </a:lnTo>
                    <a:lnTo>
                      <a:pt x="849783" y="13873"/>
                    </a:lnTo>
                    <a:lnTo>
                      <a:pt x="754320" y="15946"/>
                    </a:lnTo>
                    <a:lnTo>
                      <a:pt x="659060" y="17387"/>
                    </a:lnTo>
                    <a:lnTo>
                      <a:pt x="563515" y="17125"/>
                    </a:lnTo>
                    <a:lnTo>
                      <a:pt x="468457" y="18937"/>
                    </a:lnTo>
                    <a:lnTo>
                      <a:pt x="373197" y="219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0" name="Freeform: Shape 169">
                <a:extLst>
                  <a:ext uri="{FF2B5EF4-FFF2-40B4-BE49-F238E27FC236}">
                    <a16:creationId xmlns:a16="http://schemas.microsoft.com/office/drawing/2014/main" id="{0DF33706-B55D-469B-BF40-C0E261311726}"/>
                  </a:ext>
                </a:extLst>
              </p:cNvPr>
              <p:cNvSpPr/>
              <p:nvPr/>
            </p:nvSpPr>
            <p:spPr>
              <a:xfrm>
                <a:off x="8091952" y="6028849"/>
                <a:ext cx="1956206" cy="15475"/>
              </a:xfrm>
              <a:custGeom>
                <a:avLst/>
                <a:gdLst>
                  <a:gd name="connsiteX0" fmla="*/ 1621739 w 1956206"/>
                  <a:gd name="connsiteY0" fmla="*/ 15475 h 15475"/>
                  <a:gd name="connsiteX1" fmla="*/ 2479 w 1956206"/>
                  <a:gd name="connsiteY1" fmla="*/ 13074 h 15475"/>
                  <a:gd name="connsiteX2" fmla="*/ 0 w 1956206"/>
                  <a:gd name="connsiteY2" fmla="*/ 11634 h 15475"/>
                  <a:gd name="connsiteX3" fmla="*/ 2479 w 1956206"/>
                  <a:gd name="connsiteY3" fmla="*/ 10237 h 15475"/>
                  <a:gd name="connsiteX4" fmla="*/ 2479 w 1956206"/>
                  <a:gd name="connsiteY4" fmla="*/ 10237 h 15475"/>
                  <a:gd name="connsiteX5" fmla="*/ 1621739 w 1956206"/>
                  <a:gd name="connsiteY5" fmla="*/ 12638 h 15475"/>
                  <a:gd name="connsiteX6" fmla="*/ 1718788 w 1956206"/>
                  <a:gd name="connsiteY6" fmla="*/ 12157 h 15475"/>
                  <a:gd name="connsiteX7" fmla="*/ 1738457 w 1956206"/>
                  <a:gd name="connsiteY7" fmla="*/ 11197 h 15475"/>
                  <a:gd name="connsiteX8" fmla="*/ 1760159 w 1956206"/>
                  <a:gd name="connsiteY8" fmla="*/ 12376 h 15475"/>
                  <a:gd name="connsiteX9" fmla="*/ 1856313 w 1956206"/>
                  <a:gd name="connsiteY9" fmla="*/ 808 h 15475"/>
                  <a:gd name="connsiteX10" fmla="*/ 1953524 w 1956206"/>
                  <a:gd name="connsiteY10" fmla="*/ 0 h 15475"/>
                  <a:gd name="connsiteX11" fmla="*/ 1953647 w 1956206"/>
                  <a:gd name="connsiteY11" fmla="*/ 0 h 15475"/>
                  <a:gd name="connsiteX12" fmla="*/ 1956206 w 1956206"/>
                  <a:gd name="connsiteY12" fmla="*/ 1397 h 15475"/>
                  <a:gd name="connsiteX13" fmla="*/ 1953647 w 1956206"/>
                  <a:gd name="connsiteY13" fmla="*/ 2837 h 15475"/>
                  <a:gd name="connsiteX14" fmla="*/ 1856923 w 1956206"/>
                  <a:gd name="connsiteY14" fmla="*/ 3580 h 15475"/>
                  <a:gd name="connsiteX15" fmla="*/ 1760890 w 1956206"/>
                  <a:gd name="connsiteY15" fmla="*/ 15148 h 15475"/>
                  <a:gd name="connsiteX16" fmla="*/ 1760118 w 1956206"/>
                  <a:gd name="connsiteY16" fmla="*/ 15191 h 15475"/>
                  <a:gd name="connsiteX17" fmla="*/ 1738498 w 1956206"/>
                  <a:gd name="connsiteY17" fmla="*/ 14035 h 15475"/>
                  <a:gd name="connsiteX18" fmla="*/ 1719153 w 1956206"/>
                  <a:gd name="connsiteY18" fmla="*/ 14951 h 15475"/>
                  <a:gd name="connsiteX19" fmla="*/ 1621820 w 1956206"/>
                  <a:gd name="connsiteY19" fmla="*/ 15475 h 15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56206" h="15475">
                    <a:moveTo>
                      <a:pt x="1621739" y="15475"/>
                    </a:moveTo>
                    <a:lnTo>
                      <a:pt x="2479" y="13074"/>
                    </a:lnTo>
                    <a:cubicBezTo>
                      <a:pt x="1097" y="13074"/>
                      <a:pt x="0" y="12441"/>
                      <a:pt x="0" y="11634"/>
                    </a:cubicBezTo>
                    <a:cubicBezTo>
                      <a:pt x="0" y="10891"/>
                      <a:pt x="1097" y="10237"/>
                      <a:pt x="2479" y="10237"/>
                    </a:cubicBezTo>
                    <a:lnTo>
                      <a:pt x="2479" y="10237"/>
                    </a:lnTo>
                    <a:lnTo>
                      <a:pt x="1621739" y="12638"/>
                    </a:lnTo>
                    <a:lnTo>
                      <a:pt x="1718788" y="12157"/>
                    </a:lnTo>
                    <a:lnTo>
                      <a:pt x="1738457" y="11197"/>
                    </a:lnTo>
                    <a:lnTo>
                      <a:pt x="1760159" y="12376"/>
                    </a:lnTo>
                    <a:lnTo>
                      <a:pt x="1856313" y="808"/>
                    </a:lnTo>
                    <a:lnTo>
                      <a:pt x="1953524" y="0"/>
                    </a:lnTo>
                    <a:lnTo>
                      <a:pt x="1953647" y="0"/>
                    </a:lnTo>
                    <a:cubicBezTo>
                      <a:pt x="1955028" y="0"/>
                      <a:pt x="1956125" y="589"/>
                      <a:pt x="1956206" y="1397"/>
                    </a:cubicBezTo>
                    <a:cubicBezTo>
                      <a:pt x="1956206" y="2205"/>
                      <a:pt x="1955028" y="2772"/>
                      <a:pt x="1953647" y="2837"/>
                    </a:cubicBezTo>
                    <a:lnTo>
                      <a:pt x="1856923" y="3580"/>
                    </a:lnTo>
                    <a:lnTo>
                      <a:pt x="1760890" y="15148"/>
                    </a:lnTo>
                    <a:cubicBezTo>
                      <a:pt x="1760890" y="15148"/>
                      <a:pt x="1760403" y="15191"/>
                      <a:pt x="1760118" y="15191"/>
                    </a:cubicBezTo>
                    <a:lnTo>
                      <a:pt x="1738498" y="14035"/>
                    </a:lnTo>
                    <a:lnTo>
                      <a:pt x="1719153" y="14951"/>
                    </a:lnTo>
                    <a:lnTo>
                      <a:pt x="1621820" y="154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1" name="Freeform: Shape 170">
                <a:extLst>
                  <a:ext uri="{FF2B5EF4-FFF2-40B4-BE49-F238E27FC236}">
                    <a16:creationId xmlns:a16="http://schemas.microsoft.com/office/drawing/2014/main" id="{4DA40627-64A2-4957-AA75-B01DA16F5CFD}"/>
                  </a:ext>
                </a:extLst>
              </p:cNvPr>
              <p:cNvSpPr/>
              <p:nvPr/>
            </p:nvSpPr>
            <p:spPr>
              <a:xfrm>
                <a:off x="4909895" y="5664994"/>
                <a:ext cx="279250" cy="65202"/>
              </a:xfrm>
              <a:custGeom>
                <a:avLst/>
                <a:gdLst>
                  <a:gd name="connsiteX0" fmla="*/ 276663 w 279250"/>
                  <a:gd name="connsiteY0" fmla="*/ 65202 h 65202"/>
                  <a:gd name="connsiteX1" fmla="*/ 275240 w 279250"/>
                  <a:gd name="connsiteY1" fmla="*/ 64984 h 65202"/>
                  <a:gd name="connsiteX2" fmla="*/ 188189 w 279250"/>
                  <a:gd name="connsiteY2" fmla="*/ 31851 h 65202"/>
                  <a:gd name="connsiteX3" fmla="*/ 99147 w 279250"/>
                  <a:gd name="connsiteY3" fmla="*/ 15962 h 65202"/>
                  <a:gd name="connsiteX4" fmla="*/ 1977 w 279250"/>
                  <a:gd name="connsiteY4" fmla="*/ 2757 h 65202"/>
                  <a:gd name="connsiteX5" fmla="*/ 67 w 279250"/>
                  <a:gd name="connsiteY5" fmla="*/ 1098 h 65202"/>
                  <a:gd name="connsiteX6" fmla="*/ 3156 w 279250"/>
                  <a:gd name="connsiteY6" fmla="*/ 28 h 65202"/>
                  <a:gd name="connsiteX7" fmla="*/ 9455 w 279250"/>
                  <a:gd name="connsiteY7" fmla="*/ 836 h 65202"/>
                  <a:gd name="connsiteX8" fmla="*/ 100570 w 279250"/>
                  <a:gd name="connsiteY8" fmla="*/ 13255 h 65202"/>
                  <a:gd name="connsiteX9" fmla="*/ 190100 w 279250"/>
                  <a:gd name="connsiteY9" fmla="*/ 29232 h 65202"/>
                  <a:gd name="connsiteX10" fmla="*/ 190790 w 279250"/>
                  <a:gd name="connsiteY10" fmla="*/ 29385 h 65202"/>
                  <a:gd name="connsiteX11" fmla="*/ 278166 w 279250"/>
                  <a:gd name="connsiteY11" fmla="*/ 62649 h 65202"/>
                  <a:gd name="connsiteX12" fmla="*/ 278817 w 279250"/>
                  <a:gd name="connsiteY12" fmla="*/ 64613 h 65202"/>
                  <a:gd name="connsiteX13" fmla="*/ 276744 w 279250"/>
                  <a:gd name="connsiteY13" fmla="*/ 65202 h 65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9250" h="65202">
                    <a:moveTo>
                      <a:pt x="276663" y="65202"/>
                    </a:moveTo>
                    <a:cubicBezTo>
                      <a:pt x="276175" y="65202"/>
                      <a:pt x="275687" y="65159"/>
                      <a:pt x="275240" y="64984"/>
                    </a:cubicBezTo>
                    <a:lnTo>
                      <a:pt x="188189" y="31851"/>
                    </a:lnTo>
                    <a:lnTo>
                      <a:pt x="99147" y="15962"/>
                    </a:lnTo>
                    <a:lnTo>
                      <a:pt x="1977" y="2757"/>
                    </a:lnTo>
                    <a:cubicBezTo>
                      <a:pt x="636" y="2582"/>
                      <a:pt x="-258" y="1840"/>
                      <a:pt x="67" y="1098"/>
                    </a:cubicBezTo>
                    <a:cubicBezTo>
                      <a:pt x="392" y="356"/>
                      <a:pt x="1733" y="-124"/>
                      <a:pt x="3156" y="28"/>
                    </a:cubicBezTo>
                    <a:lnTo>
                      <a:pt x="9455" y="836"/>
                    </a:lnTo>
                    <a:lnTo>
                      <a:pt x="100570" y="13255"/>
                    </a:lnTo>
                    <a:lnTo>
                      <a:pt x="190100" y="29232"/>
                    </a:lnTo>
                    <a:cubicBezTo>
                      <a:pt x="190343" y="29298"/>
                      <a:pt x="190547" y="29341"/>
                      <a:pt x="190790" y="29385"/>
                    </a:cubicBezTo>
                    <a:lnTo>
                      <a:pt x="278166" y="62649"/>
                    </a:lnTo>
                    <a:cubicBezTo>
                      <a:pt x="279304" y="63063"/>
                      <a:pt x="279589" y="63980"/>
                      <a:pt x="278817" y="64613"/>
                    </a:cubicBezTo>
                    <a:cubicBezTo>
                      <a:pt x="278329" y="64984"/>
                      <a:pt x="277516" y="65202"/>
                      <a:pt x="276744" y="6520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2" name="Freeform: Shape 171">
                <a:extLst>
                  <a:ext uri="{FF2B5EF4-FFF2-40B4-BE49-F238E27FC236}">
                    <a16:creationId xmlns:a16="http://schemas.microsoft.com/office/drawing/2014/main" id="{DD6BB1C3-7E17-45DD-A694-316E8E3B5FFB}"/>
                  </a:ext>
                </a:extLst>
              </p:cNvPr>
              <p:cNvSpPr/>
              <p:nvPr/>
            </p:nvSpPr>
            <p:spPr>
              <a:xfrm>
                <a:off x="6103640" y="6041137"/>
                <a:ext cx="2010419" cy="10956"/>
              </a:xfrm>
              <a:custGeom>
                <a:avLst/>
                <a:gdLst>
                  <a:gd name="connsiteX0" fmla="*/ 2007900 w 2010419"/>
                  <a:gd name="connsiteY0" fmla="*/ 10913 h 10956"/>
                  <a:gd name="connsiteX1" fmla="*/ 2007900 w 2010419"/>
                  <a:gd name="connsiteY1" fmla="*/ 10913 h 10956"/>
                  <a:gd name="connsiteX2" fmla="*/ 287731 w 2010419"/>
                  <a:gd name="connsiteY2" fmla="*/ 8360 h 10956"/>
                  <a:gd name="connsiteX3" fmla="*/ 97252 w 2010419"/>
                  <a:gd name="connsiteY3" fmla="*/ 2968 h 10956"/>
                  <a:gd name="connsiteX4" fmla="*/ 2520 w 2010419"/>
                  <a:gd name="connsiteY4" fmla="*/ 2816 h 10956"/>
                  <a:gd name="connsiteX5" fmla="*/ 0 w 2010419"/>
                  <a:gd name="connsiteY5" fmla="*/ 1441 h 10956"/>
                  <a:gd name="connsiteX6" fmla="*/ 2520 w 2010419"/>
                  <a:gd name="connsiteY6" fmla="*/ 0 h 10956"/>
                  <a:gd name="connsiteX7" fmla="*/ 2520 w 2010419"/>
                  <a:gd name="connsiteY7" fmla="*/ 0 h 10956"/>
                  <a:gd name="connsiteX8" fmla="*/ 97373 w 2010419"/>
                  <a:gd name="connsiteY8" fmla="*/ 175 h 10956"/>
                  <a:gd name="connsiteX9" fmla="*/ 287975 w 2010419"/>
                  <a:gd name="connsiteY9" fmla="*/ 5566 h 10956"/>
                  <a:gd name="connsiteX10" fmla="*/ 2007941 w 2010419"/>
                  <a:gd name="connsiteY10" fmla="*/ 8119 h 10956"/>
                  <a:gd name="connsiteX11" fmla="*/ 2010420 w 2010419"/>
                  <a:gd name="connsiteY11" fmla="*/ 9560 h 10956"/>
                  <a:gd name="connsiteX12" fmla="*/ 2007941 w 2010419"/>
                  <a:gd name="connsiteY12" fmla="*/ 10957 h 1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10419" h="10956">
                    <a:moveTo>
                      <a:pt x="2007900" y="10913"/>
                    </a:moveTo>
                    <a:lnTo>
                      <a:pt x="2007900" y="10913"/>
                    </a:lnTo>
                    <a:lnTo>
                      <a:pt x="287731" y="8360"/>
                    </a:lnTo>
                    <a:lnTo>
                      <a:pt x="97252" y="2968"/>
                    </a:lnTo>
                    <a:lnTo>
                      <a:pt x="2520" y="2816"/>
                    </a:lnTo>
                    <a:cubicBezTo>
                      <a:pt x="1097" y="2816"/>
                      <a:pt x="0" y="2183"/>
                      <a:pt x="0" y="1441"/>
                    </a:cubicBezTo>
                    <a:cubicBezTo>
                      <a:pt x="0" y="633"/>
                      <a:pt x="1138" y="0"/>
                      <a:pt x="2520" y="0"/>
                    </a:cubicBezTo>
                    <a:lnTo>
                      <a:pt x="2520" y="0"/>
                    </a:lnTo>
                    <a:lnTo>
                      <a:pt x="97373" y="175"/>
                    </a:lnTo>
                    <a:lnTo>
                      <a:pt x="287975" y="5566"/>
                    </a:lnTo>
                    <a:lnTo>
                      <a:pt x="2007941" y="8119"/>
                    </a:lnTo>
                    <a:cubicBezTo>
                      <a:pt x="2009323" y="8163"/>
                      <a:pt x="2010420" y="8752"/>
                      <a:pt x="2010420" y="9560"/>
                    </a:cubicBezTo>
                    <a:cubicBezTo>
                      <a:pt x="2010420" y="10302"/>
                      <a:pt x="2009323" y="10957"/>
                      <a:pt x="2007941" y="1095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3" name="Freeform: Shape 172">
                <a:extLst>
                  <a:ext uri="{FF2B5EF4-FFF2-40B4-BE49-F238E27FC236}">
                    <a16:creationId xmlns:a16="http://schemas.microsoft.com/office/drawing/2014/main" id="{E6C31CD7-7350-4ABF-95E4-019543023536}"/>
                  </a:ext>
                </a:extLst>
              </p:cNvPr>
              <p:cNvSpPr/>
              <p:nvPr/>
            </p:nvSpPr>
            <p:spPr>
              <a:xfrm>
                <a:off x="8081182" y="6034087"/>
                <a:ext cx="4110858" cy="540446"/>
              </a:xfrm>
              <a:custGeom>
                <a:avLst/>
                <a:gdLst>
                  <a:gd name="connsiteX0" fmla="*/ 4110817 w 4110858"/>
                  <a:gd name="connsiteY0" fmla="*/ 537631 h 540446"/>
                  <a:gd name="connsiteX1" fmla="*/ 3968822 w 4110858"/>
                  <a:gd name="connsiteY1" fmla="*/ 537260 h 540446"/>
                  <a:gd name="connsiteX2" fmla="*/ 1908739 w 4110858"/>
                  <a:gd name="connsiteY2" fmla="*/ 50223 h 540446"/>
                  <a:gd name="connsiteX3" fmla="*/ 1885128 w 4110858"/>
                  <a:gd name="connsiteY3" fmla="*/ 43980 h 540446"/>
                  <a:gd name="connsiteX4" fmla="*/ 1862084 w 4110858"/>
                  <a:gd name="connsiteY4" fmla="*/ 39135 h 540446"/>
                  <a:gd name="connsiteX5" fmla="*/ 1839773 w 4110858"/>
                  <a:gd name="connsiteY5" fmla="*/ 33918 h 540446"/>
                  <a:gd name="connsiteX6" fmla="*/ 1817056 w 4110858"/>
                  <a:gd name="connsiteY6" fmla="*/ 24315 h 540446"/>
                  <a:gd name="connsiteX7" fmla="*/ 1815348 w 4110858"/>
                  <a:gd name="connsiteY7" fmla="*/ 23987 h 540446"/>
                  <a:gd name="connsiteX8" fmla="*/ 1718137 w 4110858"/>
                  <a:gd name="connsiteY8" fmla="*/ 28091 h 540446"/>
                  <a:gd name="connsiteX9" fmla="*/ 1612880 w 4110858"/>
                  <a:gd name="connsiteY9" fmla="*/ 2510 h 540446"/>
                  <a:gd name="connsiteX10" fmla="*/ 1611905 w 4110858"/>
                  <a:gd name="connsiteY10" fmla="*/ 2401 h 540446"/>
                  <a:gd name="connsiteX11" fmla="*/ 2479 w 4110858"/>
                  <a:gd name="connsiteY11" fmla="*/ 0 h 540446"/>
                  <a:gd name="connsiteX12" fmla="*/ 2479 w 4110858"/>
                  <a:gd name="connsiteY12" fmla="*/ 0 h 540446"/>
                  <a:gd name="connsiteX13" fmla="*/ 0 w 4110858"/>
                  <a:gd name="connsiteY13" fmla="*/ 1441 h 540446"/>
                  <a:gd name="connsiteX14" fmla="*/ 2479 w 4110858"/>
                  <a:gd name="connsiteY14" fmla="*/ 2816 h 540446"/>
                  <a:gd name="connsiteX15" fmla="*/ 1611295 w 4110858"/>
                  <a:gd name="connsiteY15" fmla="*/ 5217 h 540446"/>
                  <a:gd name="connsiteX16" fmla="*/ 1716674 w 4110858"/>
                  <a:gd name="connsiteY16" fmla="*/ 30797 h 540446"/>
                  <a:gd name="connsiteX17" fmla="*/ 1717975 w 4110858"/>
                  <a:gd name="connsiteY17" fmla="*/ 30906 h 540446"/>
                  <a:gd name="connsiteX18" fmla="*/ 1814820 w 4110858"/>
                  <a:gd name="connsiteY18" fmla="*/ 26868 h 540446"/>
                  <a:gd name="connsiteX19" fmla="*/ 1837254 w 4110858"/>
                  <a:gd name="connsiteY19" fmla="*/ 36297 h 540446"/>
                  <a:gd name="connsiteX20" fmla="*/ 1860255 w 4110858"/>
                  <a:gd name="connsiteY20" fmla="*/ 41732 h 540446"/>
                  <a:gd name="connsiteX21" fmla="*/ 1883177 w 4110858"/>
                  <a:gd name="connsiteY21" fmla="*/ 46578 h 540446"/>
                  <a:gd name="connsiteX22" fmla="*/ 1906707 w 4110858"/>
                  <a:gd name="connsiteY22" fmla="*/ 52755 h 540446"/>
                  <a:gd name="connsiteX23" fmla="*/ 3967277 w 4110858"/>
                  <a:gd name="connsiteY23" fmla="*/ 539967 h 540446"/>
                  <a:gd name="connsiteX24" fmla="*/ 3968293 w 4110858"/>
                  <a:gd name="connsiteY24" fmla="*/ 540076 h 540446"/>
                  <a:gd name="connsiteX25" fmla="*/ 4110858 w 4110858"/>
                  <a:gd name="connsiteY25" fmla="*/ 540447 h 540446"/>
                  <a:gd name="connsiteX26" fmla="*/ 4110858 w 4110858"/>
                  <a:gd name="connsiteY26" fmla="*/ 537631 h 540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10858" h="540446">
                    <a:moveTo>
                      <a:pt x="4110817" y="537631"/>
                    </a:moveTo>
                    <a:lnTo>
                      <a:pt x="3968822" y="537260"/>
                    </a:lnTo>
                    <a:lnTo>
                      <a:pt x="1908739" y="50223"/>
                    </a:lnTo>
                    <a:lnTo>
                      <a:pt x="1885128" y="43980"/>
                    </a:lnTo>
                    <a:lnTo>
                      <a:pt x="1862084" y="39135"/>
                    </a:lnTo>
                    <a:lnTo>
                      <a:pt x="1839773" y="33918"/>
                    </a:lnTo>
                    <a:lnTo>
                      <a:pt x="1817056" y="24315"/>
                    </a:lnTo>
                    <a:cubicBezTo>
                      <a:pt x="1816567" y="24096"/>
                      <a:pt x="1815958" y="23987"/>
                      <a:pt x="1815348" y="23987"/>
                    </a:cubicBezTo>
                    <a:lnTo>
                      <a:pt x="1718137" y="28091"/>
                    </a:lnTo>
                    <a:lnTo>
                      <a:pt x="1612880" y="2510"/>
                    </a:lnTo>
                    <a:cubicBezTo>
                      <a:pt x="1612555" y="2466"/>
                      <a:pt x="1612189" y="2401"/>
                      <a:pt x="1611905" y="2401"/>
                    </a:cubicBezTo>
                    <a:lnTo>
                      <a:pt x="2479" y="0"/>
                    </a:lnTo>
                    <a:lnTo>
                      <a:pt x="2479" y="0"/>
                    </a:lnTo>
                    <a:cubicBezTo>
                      <a:pt x="1097" y="0"/>
                      <a:pt x="0" y="633"/>
                      <a:pt x="0" y="1441"/>
                    </a:cubicBezTo>
                    <a:cubicBezTo>
                      <a:pt x="0" y="2183"/>
                      <a:pt x="1097" y="2816"/>
                      <a:pt x="2479" y="2816"/>
                    </a:cubicBezTo>
                    <a:lnTo>
                      <a:pt x="1611295" y="5217"/>
                    </a:lnTo>
                    <a:lnTo>
                      <a:pt x="1716674" y="30797"/>
                    </a:lnTo>
                    <a:cubicBezTo>
                      <a:pt x="1717081" y="30906"/>
                      <a:pt x="1717488" y="30950"/>
                      <a:pt x="1717975" y="30906"/>
                    </a:cubicBezTo>
                    <a:lnTo>
                      <a:pt x="1814820" y="26868"/>
                    </a:lnTo>
                    <a:lnTo>
                      <a:pt x="1837254" y="36297"/>
                    </a:lnTo>
                    <a:lnTo>
                      <a:pt x="1860255" y="41732"/>
                    </a:lnTo>
                    <a:lnTo>
                      <a:pt x="1883177" y="46578"/>
                    </a:lnTo>
                    <a:lnTo>
                      <a:pt x="1906707" y="52755"/>
                    </a:lnTo>
                    <a:lnTo>
                      <a:pt x="3967277" y="539967"/>
                    </a:lnTo>
                    <a:cubicBezTo>
                      <a:pt x="3967684" y="540010"/>
                      <a:pt x="3967968" y="540076"/>
                      <a:pt x="3968293" y="540076"/>
                    </a:cubicBezTo>
                    <a:lnTo>
                      <a:pt x="4110858" y="540447"/>
                    </a:lnTo>
                    <a:lnTo>
                      <a:pt x="4110858" y="53763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4" name="Freeform: Shape 173">
                <a:extLst>
                  <a:ext uri="{FF2B5EF4-FFF2-40B4-BE49-F238E27FC236}">
                    <a16:creationId xmlns:a16="http://schemas.microsoft.com/office/drawing/2014/main" id="{25EC33BC-BE0B-46C3-8BCF-A27820B35273}"/>
                  </a:ext>
                </a:extLst>
              </p:cNvPr>
              <p:cNvSpPr/>
              <p:nvPr/>
            </p:nvSpPr>
            <p:spPr>
              <a:xfrm>
                <a:off x="6199103" y="6036270"/>
                <a:ext cx="1903902" cy="10673"/>
              </a:xfrm>
              <a:custGeom>
                <a:avLst/>
                <a:gdLst>
                  <a:gd name="connsiteX0" fmla="*/ 1901302 w 1903902"/>
                  <a:gd name="connsiteY0" fmla="*/ 10673 h 10673"/>
                  <a:gd name="connsiteX1" fmla="*/ 1901302 w 1903902"/>
                  <a:gd name="connsiteY1" fmla="*/ 10673 h 10673"/>
                  <a:gd name="connsiteX2" fmla="*/ 286715 w 1903902"/>
                  <a:gd name="connsiteY2" fmla="*/ 8272 h 10673"/>
                  <a:gd name="connsiteX3" fmla="*/ 96723 w 1903902"/>
                  <a:gd name="connsiteY3" fmla="*/ 2947 h 10673"/>
                  <a:gd name="connsiteX4" fmla="*/ 2479 w 1903902"/>
                  <a:gd name="connsiteY4" fmla="*/ 2837 h 10673"/>
                  <a:gd name="connsiteX5" fmla="*/ 0 w 1903902"/>
                  <a:gd name="connsiteY5" fmla="*/ 1397 h 10673"/>
                  <a:gd name="connsiteX6" fmla="*/ 2479 w 1903902"/>
                  <a:gd name="connsiteY6" fmla="*/ 0 h 10673"/>
                  <a:gd name="connsiteX7" fmla="*/ 2479 w 1903902"/>
                  <a:gd name="connsiteY7" fmla="*/ 0 h 10673"/>
                  <a:gd name="connsiteX8" fmla="*/ 96845 w 1903902"/>
                  <a:gd name="connsiteY8" fmla="*/ 109 h 10673"/>
                  <a:gd name="connsiteX9" fmla="*/ 286837 w 1903902"/>
                  <a:gd name="connsiteY9" fmla="*/ 5435 h 10673"/>
                  <a:gd name="connsiteX10" fmla="*/ 1901342 w 1903902"/>
                  <a:gd name="connsiteY10" fmla="*/ 7836 h 10673"/>
                  <a:gd name="connsiteX11" fmla="*/ 1903903 w 1903902"/>
                  <a:gd name="connsiteY11" fmla="*/ 9276 h 10673"/>
                  <a:gd name="connsiteX12" fmla="*/ 1901342 w 1903902"/>
                  <a:gd name="connsiteY12" fmla="*/ 10651 h 1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3902" h="10673">
                    <a:moveTo>
                      <a:pt x="1901302" y="10673"/>
                    </a:moveTo>
                    <a:lnTo>
                      <a:pt x="1901302" y="10673"/>
                    </a:lnTo>
                    <a:lnTo>
                      <a:pt x="286715" y="8272"/>
                    </a:lnTo>
                    <a:lnTo>
                      <a:pt x="96723" y="2947"/>
                    </a:lnTo>
                    <a:lnTo>
                      <a:pt x="2479" y="2837"/>
                    </a:lnTo>
                    <a:cubicBezTo>
                      <a:pt x="1097" y="2837"/>
                      <a:pt x="0" y="2204"/>
                      <a:pt x="0" y="1397"/>
                    </a:cubicBezTo>
                    <a:cubicBezTo>
                      <a:pt x="0" y="655"/>
                      <a:pt x="1097" y="0"/>
                      <a:pt x="2479" y="0"/>
                    </a:cubicBezTo>
                    <a:lnTo>
                      <a:pt x="2479" y="0"/>
                    </a:lnTo>
                    <a:lnTo>
                      <a:pt x="96845" y="109"/>
                    </a:lnTo>
                    <a:lnTo>
                      <a:pt x="286837" y="5435"/>
                    </a:lnTo>
                    <a:lnTo>
                      <a:pt x="1901342" y="7836"/>
                    </a:lnTo>
                    <a:cubicBezTo>
                      <a:pt x="1902724" y="7879"/>
                      <a:pt x="1903903" y="8469"/>
                      <a:pt x="1903903" y="9276"/>
                    </a:cubicBezTo>
                    <a:cubicBezTo>
                      <a:pt x="1903903" y="10084"/>
                      <a:pt x="1902724" y="10651"/>
                      <a:pt x="1901342" y="1065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5" name="Freeform: Shape 174">
                <a:extLst>
                  <a:ext uri="{FF2B5EF4-FFF2-40B4-BE49-F238E27FC236}">
                    <a16:creationId xmlns:a16="http://schemas.microsoft.com/office/drawing/2014/main" id="{5BA7F76E-5934-4014-A13B-3FA9BEE4C920}"/>
                  </a:ext>
                </a:extLst>
              </p:cNvPr>
              <p:cNvSpPr/>
              <p:nvPr/>
            </p:nvSpPr>
            <p:spPr>
              <a:xfrm>
                <a:off x="5916248" y="5979434"/>
                <a:ext cx="2220326" cy="83071"/>
              </a:xfrm>
              <a:custGeom>
                <a:avLst/>
                <a:gdLst>
                  <a:gd name="connsiteX0" fmla="*/ 2217807 w 2220326"/>
                  <a:gd name="connsiteY0" fmla="*/ 83050 h 83071"/>
                  <a:gd name="connsiteX1" fmla="*/ 2217807 w 2220326"/>
                  <a:gd name="connsiteY1" fmla="*/ 83050 h 83071"/>
                  <a:gd name="connsiteX2" fmla="*/ 2125514 w 2220326"/>
                  <a:gd name="connsiteY2" fmla="*/ 82897 h 83071"/>
                  <a:gd name="connsiteX3" fmla="*/ 2123848 w 2220326"/>
                  <a:gd name="connsiteY3" fmla="*/ 82570 h 83071"/>
                  <a:gd name="connsiteX4" fmla="*/ 2003675 w 2220326"/>
                  <a:gd name="connsiteY4" fmla="*/ 24009 h 83071"/>
                  <a:gd name="connsiteX5" fmla="*/ 1914105 w 2220326"/>
                  <a:gd name="connsiteY5" fmla="*/ 23900 h 83071"/>
                  <a:gd name="connsiteX6" fmla="*/ 1912397 w 2220326"/>
                  <a:gd name="connsiteY6" fmla="*/ 23529 h 83071"/>
                  <a:gd name="connsiteX7" fmla="*/ 1904269 w 2220326"/>
                  <a:gd name="connsiteY7" fmla="*/ 19382 h 83071"/>
                  <a:gd name="connsiteX8" fmla="*/ 1276219 w 2220326"/>
                  <a:gd name="connsiteY8" fmla="*/ 18465 h 83071"/>
                  <a:gd name="connsiteX9" fmla="*/ 1184047 w 2220326"/>
                  <a:gd name="connsiteY9" fmla="*/ 16130 h 83071"/>
                  <a:gd name="connsiteX10" fmla="*/ 1181975 w 2220326"/>
                  <a:gd name="connsiteY10" fmla="*/ 15388 h 83071"/>
                  <a:gd name="connsiteX11" fmla="*/ 1169173 w 2220326"/>
                  <a:gd name="connsiteY11" fmla="*/ 2925 h 83071"/>
                  <a:gd name="connsiteX12" fmla="*/ 1082651 w 2220326"/>
                  <a:gd name="connsiteY12" fmla="*/ 2816 h 83071"/>
                  <a:gd name="connsiteX13" fmla="*/ 1031160 w 2220326"/>
                  <a:gd name="connsiteY13" fmla="*/ 7094 h 83071"/>
                  <a:gd name="connsiteX14" fmla="*/ 1002387 w 2220326"/>
                  <a:gd name="connsiteY14" fmla="*/ 11415 h 83071"/>
                  <a:gd name="connsiteX15" fmla="*/ 97862 w 2220326"/>
                  <a:gd name="connsiteY15" fmla="*/ 56924 h 83071"/>
                  <a:gd name="connsiteX16" fmla="*/ 2684 w 2220326"/>
                  <a:gd name="connsiteY16" fmla="*/ 59259 h 83071"/>
                  <a:gd name="connsiteX17" fmla="*/ 1 w 2220326"/>
                  <a:gd name="connsiteY17" fmla="*/ 57928 h 83071"/>
                  <a:gd name="connsiteX18" fmla="*/ 2439 w 2220326"/>
                  <a:gd name="connsiteY18" fmla="*/ 56443 h 83071"/>
                  <a:gd name="connsiteX19" fmla="*/ 97537 w 2220326"/>
                  <a:gd name="connsiteY19" fmla="*/ 54086 h 83071"/>
                  <a:gd name="connsiteX20" fmla="*/ 1001533 w 2220326"/>
                  <a:gd name="connsiteY20" fmla="*/ 8643 h 83071"/>
                  <a:gd name="connsiteX21" fmla="*/ 1030103 w 2220326"/>
                  <a:gd name="connsiteY21" fmla="*/ 4322 h 83071"/>
                  <a:gd name="connsiteX22" fmla="*/ 1082285 w 2220326"/>
                  <a:gd name="connsiteY22" fmla="*/ 0 h 83071"/>
                  <a:gd name="connsiteX23" fmla="*/ 1170677 w 2220326"/>
                  <a:gd name="connsiteY23" fmla="*/ 109 h 83071"/>
                  <a:gd name="connsiteX24" fmla="*/ 1172871 w 2220326"/>
                  <a:gd name="connsiteY24" fmla="*/ 851 h 83071"/>
                  <a:gd name="connsiteX25" fmla="*/ 1185673 w 2220326"/>
                  <a:gd name="connsiteY25" fmla="*/ 13380 h 83071"/>
                  <a:gd name="connsiteX26" fmla="*/ 1276381 w 2220326"/>
                  <a:gd name="connsiteY26" fmla="*/ 15671 h 83071"/>
                  <a:gd name="connsiteX27" fmla="*/ 1905407 w 2220326"/>
                  <a:gd name="connsiteY27" fmla="*/ 16566 h 83071"/>
                  <a:gd name="connsiteX28" fmla="*/ 1907115 w 2220326"/>
                  <a:gd name="connsiteY28" fmla="*/ 16937 h 83071"/>
                  <a:gd name="connsiteX29" fmla="*/ 1915161 w 2220326"/>
                  <a:gd name="connsiteY29" fmla="*/ 21084 h 83071"/>
                  <a:gd name="connsiteX30" fmla="*/ 2004732 w 2220326"/>
                  <a:gd name="connsiteY30" fmla="*/ 21237 h 83071"/>
                  <a:gd name="connsiteX31" fmla="*/ 2006316 w 2220326"/>
                  <a:gd name="connsiteY31" fmla="*/ 21565 h 83071"/>
                  <a:gd name="connsiteX32" fmla="*/ 2126571 w 2220326"/>
                  <a:gd name="connsiteY32" fmla="*/ 80082 h 83071"/>
                  <a:gd name="connsiteX33" fmla="*/ 2217848 w 2220326"/>
                  <a:gd name="connsiteY33" fmla="*/ 80256 h 83071"/>
                  <a:gd name="connsiteX34" fmla="*/ 2220327 w 2220326"/>
                  <a:gd name="connsiteY34" fmla="*/ 81631 h 83071"/>
                  <a:gd name="connsiteX35" fmla="*/ 2217848 w 2220326"/>
                  <a:gd name="connsiteY35" fmla="*/ 83072 h 83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220326" h="83071">
                    <a:moveTo>
                      <a:pt x="2217807" y="83050"/>
                    </a:moveTo>
                    <a:lnTo>
                      <a:pt x="2217807" y="83050"/>
                    </a:lnTo>
                    <a:lnTo>
                      <a:pt x="2125514" y="82897"/>
                    </a:lnTo>
                    <a:cubicBezTo>
                      <a:pt x="2124904" y="82897"/>
                      <a:pt x="2124335" y="82788"/>
                      <a:pt x="2123848" y="82570"/>
                    </a:cubicBezTo>
                    <a:lnTo>
                      <a:pt x="2003675" y="24009"/>
                    </a:lnTo>
                    <a:lnTo>
                      <a:pt x="1914105" y="23900"/>
                    </a:lnTo>
                    <a:cubicBezTo>
                      <a:pt x="1913495" y="23900"/>
                      <a:pt x="1912804" y="23747"/>
                      <a:pt x="1912397" y="23529"/>
                    </a:cubicBezTo>
                    <a:lnTo>
                      <a:pt x="1904269" y="19382"/>
                    </a:lnTo>
                    <a:lnTo>
                      <a:pt x="1276219" y="18465"/>
                    </a:lnTo>
                    <a:lnTo>
                      <a:pt x="1184047" y="16130"/>
                    </a:lnTo>
                    <a:cubicBezTo>
                      <a:pt x="1183154" y="16086"/>
                      <a:pt x="1182381" y="15802"/>
                      <a:pt x="1181975" y="15388"/>
                    </a:cubicBezTo>
                    <a:lnTo>
                      <a:pt x="1169173" y="2925"/>
                    </a:lnTo>
                    <a:lnTo>
                      <a:pt x="1082651" y="2816"/>
                    </a:lnTo>
                    <a:lnTo>
                      <a:pt x="1031160" y="7094"/>
                    </a:lnTo>
                    <a:lnTo>
                      <a:pt x="1002387" y="11415"/>
                    </a:lnTo>
                    <a:lnTo>
                      <a:pt x="97862" y="56924"/>
                    </a:lnTo>
                    <a:lnTo>
                      <a:pt x="2684" y="59259"/>
                    </a:lnTo>
                    <a:cubicBezTo>
                      <a:pt x="936" y="59259"/>
                      <a:pt x="123" y="58670"/>
                      <a:pt x="1" y="57928"/>
                    </a:cubicBezTo>
                    <a:cubicBezTo>
                      <a:pt x="-40" y="57120"/>
                      <a:pt x="1017" y="56487"/>
                      <a:pt x="2439" y="56443"/>
                    </a:cubicBezTo>
                    <a:lnTo>
                      <a:pt x="97537" y="54086"/>
                    </a:lnTo>
                    <a:lnTo>
                      <a:pt x="1001533" y="8643"/>
                    </a:lnTo>
                    <a:lnTo>
                      <a:pt x="1030103" y="4322"/>
                    </a:lnTo>
                    <a:lnTo>
                      <a:pt x="1082285" y="0"/>
                    </a:lnTo>
                    <a:lnTo>
                      <a:pt x="1170677" y="109"/>
                    </a:lnTo>
                    <a:cubicBezTo>
                      <a:pt x="1171571" y="109"/>
                      <a:pt x="1172343" y="371"/>
                      <a:pt x="1172871" y="851"/>
                    </a:cubicBezTo>
                    <a:lnTo>
                      <a:pt x="1185673" y="13380"/>
                    </a:lnTo>
                    <a:lnTo>
                      <a:pt x="1276381" y="15671"/>
                    </a:lnTo>
                    <a:lnTo>
                      <a:pt x="1905407" y="16566"/>
                    </a:lnTo>
                    <a:cubicBezTo>
                      <a:pt x="1906017" y="16566"/>
                      <a:pt x="1906586" y="16719"/>
                      <a:pt x="1907115" y="16937"/>
                    </a:cubicBezTo>
                    <a:lnTo>
                      <a:pt x="1915161" y="21084"/>
                    </a:lnTo>
                    <a:lnTo>
                      <a:pt x="2004732" y="21237"/>
                    </a:lnTo>
                    <a:cubicBezTo>
                      <a:pt x="2005341" y="21237"/>
                      <a:pt x="2005910" y="21346"/>
                      <a:pt x="2006316" y="21565"/>
                    </a:cubicBezTo>
                    <a:lnTo>
                      <a:pt x="2126571" y="80082"/>
                    </a:lnTo>
                    <a:lnTo>
                      <a:pt x="2217848" y="80256"/>
                    </a:lnTo>
                    <a:cubicBezTo>
                      <a:pt x="2219230" y="80256"/>
                      <a:pt x="2220327" y="80889"/>
                      <a:pt x="2220327" y="81631"/>
                    </a:cubicBezTo>
                    <a:cubicBezTo>
                      <a:pt x="2220327" y="82439"/>
                      <a:pt x="2219230" y="83072"/>
                      <a:pt x="2217848" y="830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6" name="Freeform: Shape 175">
                <a:extLst>
                  <a:ext uri="{FF2B5EF4-FFF2-40B4-BE49-F238E27FC236}">
                    <a16:creationId xmlns:a16="http://schemas.microsoft.com/office/drawing/2014/main" id="{60EC9603-FE06-4C7E-BCCF-EF4DF0063798}"/>
                  </a:ext>
                </a:extLst>
              </p:cNvPr>
              <p:cNvSpPr/>
              <p:nvPr/>
            </p:nvSpPr>
            <p:spPr>
              <a:xfrm>
                <a:off x="8070453" y="6024514"/>
                <a:ext cx="1793428" cy="9944"/>
              </a:xfrm>
              <a:custGeom>
                <a:avLst/>
                <a:gdLst>
                  <a:gd name="connsiteX0" fmla="*/ 1696843 w 1793428"/>
                  <a:gd name="connsiteY0" fmla="*/ 9944 h 9944"/>
                  <a:gd name="connsiteX1" fmla="*/ 2479 w 1793428"/>
                  <a:gd name="connsiteY1" fmla="*/ 7434 h 9944"/>
                  <a:gd name="connsiteX2" fmla="*/ 0 w 1793428"/>
                  <a:gd name="connsiteY2" fmla="*/ 6037 h 9944"/>
                  <a:gd name="connsiteX3" fmla="*/ 2479 w 1793428"/>
                  <a:gd name="connsiteY3" fmla="*/ 4662 h 9944"/>
                  <a:gd name="connsiteX4" fmla="*/ 2601 w 1793428"/>
                  <a:gd name="connsiteY4" fmla="*/ 4662 h 9944"/>
                  <a:gd name="connsiteX5" fmla="*/ 1696558 w 1793428"/>
                  <a:gd name="connsiteY5" fmla="*/ 7107 h 9944"/>
                  <a:gd name="connsiteX6" fmla="*/ 1790517 w 1793428"/>
                  <a:gd name="connsiteY6" fmla="*/ 13 h 9944"/>
                  <a:gd name="connsiteX7" fmla="*/ 1793402 w 1793428"/>
                  <a:gd name="connsiteY7" fmla="*/ 1235 h 9944"/>
                  <a:gd name="connsiteX8" fmla="*/ 1791209 w 1793428"/>
                  <a:gd name="connsiteY8" fmla="*/ 2829 h 9944"/>
                  <a:gd name="connsiteX9" fmla="*/ 1696843 w 1793428"/>
                  <a:gd name="connsiteY9" fmla="*/ 9922 h 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3428" h="9944">
                    <a:moveTo>
                      <a:pt x="1696843" y="9944"/>
                    </a:moveTo>
                    <a:lnTo>
                      <a:pt x="2479" y="7434"/>
                    </a:lnTo>
                    <a:cubicBezTo>
                      <a:pt x="1097" y="7434"/>
                      <a:pt x="0" y="6845"/>
                      <a:pt x="0" y="6037"/>
                    </a:cubicBezTo>
                    <a:cubicBezTo>
                      <a:pt x="0" y="5230"/>
                      <a:pt x="1097" y="4662"/>
                      <a:pt x="2479" y="4662"/>
                    </a:cubicBezTo>
                    <a:lnTo>
                      <a:pt x="2601" y="4662"/>
                    </a:lnTo>
                    <a:lnTo>
                      <a:pt x="1696558" y="7107"/>
                    </a:lnTo>
                    <a:lnTo>
                      <a:pt x="1790517" y="13"/>
                    </a:lnTo>
                    <a:cubicBezTo>
                      <a:pt x="1792021" y="-96"/>
                      <a:pt x="1793200" y="493"/>
                      <a:pt x="1793402" y="1235"/>
                    </a:cubicBezTo>
                    <a:cubicBezTo>
                      <a:pt x="1793606" y="1977"/>
                      <a:pt x="1792590" y="2720"/>
                      <a:pt x="1791209" y="2829"/>
                    </a:cubicBezTo>
                    <a:lnTo>
                      <a:pt x="1696843" y="992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7" name="Freeform: Shape 176">
                <a:extLst>
                  <a:ext uri="{FF2B5EF4-FFF2-40B4-BE49-F238E27FC236}">
                    <a16:creationId xmlns:a16="http://schemas.microsoft.com/office/drawing/2014/main" id="{407E8C77-CC86-4BEC-93D8-86D3681D4EA9}"/>
                  </a:ext>
                </a:extLst>
              </p:cNvPr>
              <p:cNvSpPr/>
              <p:nvPr/>
            </p:nvSpPr>
            <p:spPr>
              <a:xfrm>
                <a:off x="6293469" y="6031446"/>
                <a:ext cx="1798645" cy="10433"/>
              </a:xfrm>
              <a:custGeom>
                <a:avLst/>
                <a:gdLst>
                  <a:gd name="connsiteX0" fmla="*/ 1796044 w 1798645"/>
                  <a:gd name="connsiteY0" fmla="*/ 10433 h 10433"/>
                  <a:gd name="connsiteX1" fmla="*/ 1796044 w 1798645"/>
                  <a:gd name="connsiteY1" fmla="*/ 10433 h 10433"/>
                  <a:gd name="connsiteX2" fmla="*/ 285618 w 1798645"/>
                  <a:gd name="connsiteY2" fmla="*/ 8207 h 10433"/>
                  <a:gd name="connsiteX3" fmla="*/ 96114 w 1798645"/>
                  <a:gd name="connsiteY3" fmla="*/ 2990 h 10433"/>
                  <a:gd name="connsiteX4" fmla="*/ 2479 w 1798645"/>
                  <a:gd name="connsiteY4" fmla="*/ 2837 h 10433"/>
                  <a:gd name="connsiteX5" fmla="*/ 0 w 1798645"/>
                  <a:gd name="connsiteY5" fmla="*/ 1441 h 10433"/>
                  <a:gd name="connsiteX6" fmla="*/ 2479 w 1798645"/>
                  <a:gd name="connsiteY6" fmla="*/ 0 h 10433"/>
                  <a:gd name="connsiteX7" fmla="*/ 2479 w 1798645"/>
                  <a:gd name="connsiteY7" fmla="*/ 0 h 10433"/>
                  <a:gd name="connsiteX8" fmla="*/ 96317 w 1798645"/>
                  <a:gd name="connsiteY8" fmla="*/ 153 h 10433"/>
                  <a:gd name="connsiteX9" fmla="*/ 285821 w 1798645"/>
                  <a:gd name="connsiteY9" fmla="*/ 5369 h 10433"/>
                  <a:gd name="connsiteX10" fmla="*/ 1796044 w 1798645"/>
                  <a:gd name="connsiteY10" fmla="*/ 7661 h 10433"/>
                  <a:gd name="connsiteX11" fmla="*/ 1798646 w 1798645"/>
                  <a:gd name="connsiteY11" fmla="*/ 9058 h 10433"/>
                  <a:gd name="connsiteX12" fmla="*/ 1796044 w 1798645"/>
                  <a:gd name="connsiteY12" fmla="*/ 10433 h 1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98645" h="10433">
                    <a:moveTo>
                      <a:pt x="1796044" y="10433"/>
                    </a:moveTo>
                    <a:lnTo>
                      <a:pt x="1796044" y="10433"/>
                    </a:lnTo>
                    <a:lnTo>
                      <a:pt x="285618" y="8207"/>
                    </a:lnTo>
                    <a:lnTo>
                      <a:pt x="96114" y="2990"/>
                    </a:lnTo>
                    <a:lnTo>
                      <a:pt x="2479" y="2837"/>
                    </a:lnTo>
                    <a:cubicBezTo>
                      <a:pt x="1097" y="2837"/>
                      <a:pt x="0" y="2183"/>
                      <a:pt x="0" y="1441"/>
                    </a:cubicBezTo>
                    <a:cubicBezTo>
                      <a:pt x="0" y="633"/>
                      <a:pt x="1097" y="0"/>
                      <a:pt x="2479" y="0"/>
                    </a:cubicBezTo>
                    <a:lnTo>
                      <a:pt x="2479" y="0"/>
                    </a:lnTo>
                    <a:lnTo>
                      <a:pt x="96317" y="153"/>
                    </a:lnTo>
                    <a:lnTo>
                      <a:pt x="285821" y="5369"/>
                    </a:lnTo>
                    <a:lnTo>
                      <a:pt x="1796044" y="7661"/>
                    </a:lnTo>
                    <a:cubicBezTo>
                      <a:pt x="1797426" y="7661"/>
                      <a:pt x="1798646" y="8294"/>
                      <a:pt x="1798646" y="9058"/>
                    </a:cubicBezTo>
                    <a:cubicBezTo>
                      <a:pt x="1798646" y="9866"/>
                      <a:pt x="1797467" y="10433"/>
                      <a:pt x="1796044" y="104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8" name="Freeform: Shape 177">
                <a:extLst>
                  <a:ext uri="{FF2B5EF4-FFF2-40B4-BE49-F238E27FC236}">
                    <a16:creationId xmlns:a16="http://schemas.microsoft.com/office/drawing/2014/main" id="{8FB1D509-D436-446D-B423-881D238DF840}"/>
                  </a:ext>
                </a:extLst>
              </p:cNvPr>
              <p:cNvSpPr/>
              <p:nvPr/>
            </p:nvSpPr>
            <p:spPr>
              <a:xfrm>
                <a:off x="9816609" y="5929669"/>
                <a:ext cx="737847" cy="48542"/>
              </a:xfrm>
              <a:custGeom>
                <a:avLst/>
                <a:gdLst>
                  <a:gd name="connsiteX0" fmla="*/ 2584 w 737847"/>
                  <a:gd name="connsiteY0" fmla="*/ 48520 h 48542"/>
                  <a:gd name="connsiteX1" fmla="*/ 105 w 737847"/>
                  <a:gd name="connsiteY1" fmla="*/ 47451 h 48542"/>
                  <a:gd name="connsiteX2" fmla="*/ 1893 w 737847"/>
                  <a:gd name="connsiteY2" fmla="*/ 45748 h 48542"/>
                  <a:gd name="connsiteX3" fmla="*/ 92561 w 737847"/>
                  <a:gd name="connsiteY3" fmla="*/ 32478 h 48542"/>
                  <a:gd name="connsiteX4" fmla="*/ 186520 w 737847"/>
                  <a:gd name="connsiteY4" fmla="*/ 21346 h 48542"/>
                  <a:gd name="connsiteX5" fmla="*/ 274628 w 737847"/>
                  <a:gd name="connsiteY5" fmla="*/ 14318 h 48542"/>
                  <a:gd name="connsiteX6" fmla="*/ 365012 w 737847"/>
                  <a:gd name="connsiteY6" fmla="*/ 8883 h 48542"/>
                  <a:gd name="connsiteX7" fmla="*/ 454420 w 737847"/>
                  <a:gd name="connsiteY7" fmla="*/ 4627 h 48542"/>
                  <a:gd name="connsiteX8" fmla="*/ 542608 w 737847"/>
                  <a:gd name="connsiteY8" fmla="*/ 1375 h 48542"/>
                  <a:gd name="connsiteX9" fmla="*/ 629944 w 737847"/>
                  <a:gd name="connsiteY9" fmla="*/ 0 h 48542"/>
                  <a:gd name="connsiteX10" fmla="*/ 631610 w 737847"/>
                  <a:gd name="connsiteY10" fmla="*/ 306 h 48542"/>
                  <a:gd name="connsiteX11" fmla="*/ 650264 w 737847"/>
                  <a:gd name="connsiteY11" fmla="*/ 8731 h 48542"/>
                  <a:gd name="connsiteX12" fmla="*/ 724269 w 737847"/>
                  <a:gd name="connsiteY12" fmla="*/ 14493 h 48542"/>
                  <a:gd name="connsiteX13" fmla="*/ 735160 w 737847"/>
                  <a:gd name="connsiteY13" fmla="*/ 14122 h 48542"/>
                  <a:gd name="connsiteX14" fmla="*/ 737843 w 737847"/>
                  <a:gd name="connsiteY14" fmla="*/ 15453 h 48542"/>
                  <a:gd name="connsiteX15" fmla="*/ 735445 w 737847"/>
                  <a:gd name="connsiteY15" fmla="*/ 16937 h 48542"/>
                  <a:gd name="connsiteX16" fmla="*/ 724025 w 737847"/>
                  <a:gd name="connsiteY16" fmla="*/ 17265 h 48542"/>
                  <a:gd name="connsiteX17" fmla="*/ 648800 w 737847"/>
                  <a:gd name="connsiteY17" fmla="*/ 11503 h 48542"/>
                  <a:gd name="connsiteX18" fmla="*/ 647500 w 737847"/>
                  <a:gd name="connsiteY18" fmla="*/ 11175 h 48542"/>
                  <a:gd name="connsiteX19" fmla="*/ 629050 w 737847"/>
                  <a:gd name="connsiteY19" fmla="*/ 2816 h 48542"/>
                  <a:gd name="connsiteX20" fmla="*/ 542730 w 737847"/>
                  <a:gd name="connsiteY20" fmla="*/ 4191 h 48542"/>
                  <a:gd name="connsiteX21" fmla="*/ 454744 w 737847"/>
                  <a:gd name="connsiteY21" fmla="*/ 7443 h 48542"/>
                  <a:gd name="connsiteX22" fmla="*/ 365458 w 737847"/>
                  <a:gd name="connsiteY22" fmla="*/ 11699 h 48542"/>
                  <a:gd name="connsiteX23" fmla="*/ 275278 w 737847"/>
                  <a:gd name="connsiteY23" fmla="*/ 17090 h 48542"/>
                  <a:gd name="connsiteX24" fmla="*/ 184570 w 737847"/>
                  <a:gd name="connsiteY24" fmla="*/ 24337 h 48542"/>
                  <a:gd name="connsiteX25" fmla="*/ 93699 w 737847"/>
                  <a:gd name="connsiteY25" fmla="*/ 35206 h 48542"/>
                  <a:gd name="connsiteX26" fmla="*/ 3112 w 737847"/>
                  <a:gd name="connsiteY26" fmla="*/ 48477 h 48542"/>
                  <a:gd name="connsiteX27" fmla="*/ 2503 w 737847"/>
                  <a:gd name="connsiteY27" fmla="*/ 48542 h 4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37847" h="48542">
                    <a:moveTo>
                      <a:pt x="2584" y="48520"/>
                    </a:moveTo>
                    <a:cubicBezTo>
                      <a:pt x="1406" y="48520"/>
                      <a:pt x="390" y="48106"/>
                      <a:pt x="105" y="47451"/>
                    </a:cubicBezTo>
                    <a:cubicBezTo>
                      <a:pt x="-302" y="46709"/>
                      <a:pt x="511" y="45945"/>
                      <a:pt x="1893" y="45748"/>
                    </a:cubicBezTo>
                    <a:lnTo>
                      <a:pt x="92561" y="32478"/>
                    </a:lnTo>
                    <a:lnTo>
                      <a:pt x="186520" y="21346"/>
                    </a:lnTo>
                    <a:lnTo>
                      <a:pt x="274628" y="14318"/>
                    </a:lnTo>
                    <a:lnTo>
                      <a:pt x="365012" y="8883"/>
                    </a:lnTo>
                    <a:lnTo>
                      <a:pt x="454420" y="4627"/>
                    </a:lnTo>
                    <a:lnTo>
                      <a:pt x="542608" y="1375"/>
                    </a:lnTo>
                    <a:lnTo>
                      <a:pt x="629944" y="0"/>
                    </a:lnTo>
                    <a:cubicBezTo>
                      <a:pt x="630716" y="44"/>
                      <a:pt x="631122" y="109"/>
                      <a:pt x="631610" y="306"/>
                    </a:cubicBezTo>
                    <a:lnTo>
                      <a:pt x="650264" y="8731"/>
                    </a:lnTo>
                    <a:lnTo>
                      <a:pt x="724269" y="14493"/>
                    </a:lnTo>
                    <a:lnTo>
                      <a:pt x="735160" y="14122"/>
                    </a:lnTo>
                    <a:cubicBezTo>
                      <a:pt x="736339" y="14013"/>
                      <a:pt x="737721" y="14646"/>
                      <a:pt x="737843" y="15453"/>
                    </a:cubicBezTo>
                    <a:cubicBezTo>
                      <a:pt x="737924" y="16195"/>
                      <a:pt x="736868" y="16894"/>
                      <a:pt x="735445" y="16937"/>
                    </a:cubicBezTo>
                    <a:lnTo>
                      <a:pt x="724025" y="17265"/>
                    </a:lnTo>
                    <a:lnTo>
                      <a:pt x="648800" y="11503"/>
                    </a:lnTo>
                    <a:cubicBezTo>
                      <a:pt x="648313" y="11437"/>
                      <a:pt x="647906" y="11350"/>
                      <a:pt x="647500" y="11175"/>
                    </a:cubicBezTo>
                    <a:lnTo>
                      <a:pt x="629050" y="2816"/>
                    </a:lnTo>
                    <a:lnTo>
                      <a:pt x="542730" y="4191"/>
                    </a:lnTo>
                    <a:lnTo>
                      <a:pt x="454744" y="7443"/>
                    </a:lnTo>
                    <a:lnTo>
                      <a:pt x="365458" y="11699"/>
                    </a:lnTo>
                    <a:lnTo>
                      <a:pt x="275278" y="17090"/>
                    </a:lnTo>
                    <a:lnTo>
                      <a:pt x="184570" y="24337"/>
                    </a:lnTo>
                    <a:lnTo>
                      <a:pt x="93699" y="35206"/>
                    </a:lnTo>
                    <a:lnTo>
                      <a:pt x="3112" y="48477"/>
                    </a:lnTo>
                    <a:cubicBezTo>
                      <a:pt x="2909" y="48542"/>
                      <a:pt x="2706" y="48542"/>
                      <a:pt x="2503" y="4854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79" name="Freeform: Shape 178">
                <a:extLst>
                  <a:ext uri="{FF2B5EF4-FFF2-40B4-BE49-F238E27FC236}">
                    <a16:creationId xmlns:a16="http://schemas.microsoft.com/office/drawing/2014/main" id="{F868CB94-4E8C-4B68-AF86-25538E71E67A}"/>
                  </a:ext>
                </a:extLst>
              </p:cNvPr>
              <p:cNvSpPr/>
              <p:nvPr/>
            </p:nvSpPr>
            <p:spPr>
              <a:xfrm>
                <a:off x="8059805" y="6022070"/>
                <a:ext cx="1760447" cy="7521"/>
              </a:xfrm>
              <a:custGeom>
                <a:avLst/>
                <a:gdLst>
                  <a:gd name="connsiteX0" fmla="*/ 1686845 w 1760447"/>
                  <a:gd name="connsiteY0" fmla="*/ 7500 h 7521"/>
                  <a:gd name="connsiteX1" fmla="*/ 2601 w 1760447"/>
                  <a:gd name="connsiteY1" fmla="*/ 5055 h 7521"/>
                  <a:gd name="connsiteX2" fmla="*/ 0 w 1760447"/>
                  <a:gd name="connsiteY2" fmla="*/ 3680 h 7521"/>
                  <a:gd name="connsiteX3" fmla="*/ 2601 w 1760447"/>
                  <a:gd name="connsiteY3" fmla="*/ 2239 h 7521"/>
                  <a:gd name="connsiteX4" fmla="*/ 2601 w 1760447"/>
                  <a:gd name="connsiteY4" fmla="*/ 2239 h 7521"/>
                  <a:gd name="connsiteX5" fmla="*/ 1686519 w 1760447"/>
                  <a:gd name="connsiteY5" fmla="*/ 4749 h 7521"/>
                  <a:gd name="connsiteX6" fmla="*/ 1757558 w 1760447"/>
                  <a:gd name="connsiteY6" fmla="*/ 13 h 7521"/>
                  <a:gd name="connsiteX7" fmla="*/ 1760443 w 1760447"/>
                  <a:gd name="connsiteY7" fmla="*/ 1235 h 7521"/>
                  <a:gd name="connsiteX8" fmla="*/ 1758168 w 1760447"/>
                  <a:gd name="connsiteY8" fmla="*/ 2829 h 7521"/>
                  <a:gd name="connsiteX9" fmla="*/ 1686804 w 1760447"/>
                  <a:gd name="connsiteY9" fmla="*/ 7521 h 7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60447" h="7521">
                    <a:moveTo>
                      <a:pt x="1686845" y="7500"/>
                    </a:moveTo>
                    <a:lnTo>
                      <a:pt x="2601" y="5055"/>
                    </a:lnTo>
                    <a:cubicBezTo>
                      <a:pt x="1219" y="5055"/>
                      <a:pt x="0" y="4422"/>
                      <a:pt x="0" y="3680"/>
                    </a:cubicBezTo>
                    <a:cubicBezTo>
                      <a:pt x="0" y="2872"/>
                      <a:pt x="1179" y="2239"/>
                      <a:pt x="2601" y="2239"/>
                    </a:cubicBezTo>
                    <a:lnTo>
                      <a:pt x="2601" y="2239"/>
                    </a:lnTo>
                    <a:lnTo>
                      <a:pt x="1686519" y="4749"/>
                    </a:lnTo>
                    <a:lnTo>
                      <a:pt x="1757558" y="13"/>
                    </a:lnTo>
                    <a:cubicBezTo>
                      <a:pt x="1758940" y="-96"/>
                      <a:pt x="1760241" y="493"/>
                      <a:pt x="1760443" y="1235"/>
                    </a:cubicBezTo>
                    <a:cubicBezTo>
                      <a:pt x="1760525" y="2043"/>
                      <a:pt x="1759549" y="2720"/>
                      <a:pt x="1758168" y="2829"/>
                    </a:cubicBezTo>
                    <a:lnTo>
                      <a:pt x="1686804" y="752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0" name="Freeform: Shape 179">
                <a:extLst>
                  <a:ext uri="{FF2B5EF4-FFF2-40B4-BE49-F238E27FC236}">
                    <a16:creationId xmlns:a16="http://schemas.microsoft.com/office/drawing/2014/main" id="{A94803DD-C90F-4485-BF9B-8944D5A3A45B}"/>
                  </a:ext>
                </a:extLst>
              </p:cNvPr>
              <p:cNvSpPr/>
              <p:nvPr/>
            </p:nvSpPr>
            <p:spPr>
              <a:xfrm>
                <a:off x="6386698" y="6026688"/>
                <a:ext cx="1694525" cy="10236"/>
              </a:xfrm>
              <a:custGeom>
                <a:avLst/>
                <a:gdLst>
                  <a:gd name="connsiteX0" fmla="*/ 1691965 w 1694525"/>
                  <a:gd name="connsiteY0" fmla="*/ 10237 h 10236"/>
                  <a:gd name="connsiteX1" fmla="*/ 1691965 w 1694525"/>
                  <a:gd name="connsiteY1" fmla="*/ 10237 h 10236"/>
                  <a:gd name="connsiteX2" fmla="*/ 284642 w 1694525"/>
                  <a:gd name="connsiteY2" fmla="*/ 8163 h 10236"/>
                  <a:gd name="connsiteX3" fmla="*/ 95626 w 1694525"/>
                  <a:gd name="connsiteY3" fmla="*/ 2947 h 10236"/>
                  <a:gd name="connsiteX4" fmla="*/ 2479 w 1694525"/>
                  <a:gd name="connsiteY4" fmla="*/ 2837 h 10236"/>
                  <a:gd name="connsiteX5" fmla="*/ 0 w 1694525"/>
                  <a:gd name="connsiteY5" fmla="*/ 1397 h 10236"/>
                  <a:gd name="connsiteX6" fmla="*/ 2479 w 1694525"/>
                  <a:gd name="connsiteY6" fmla="*/ 0 h 10236"/>
                  <a:gd name="connsiteX7" fmla="*/ 2479 w 1694525"/>
                  <a:gd name="connsiteY7" fmla="*/ 0 h 10236"/>
                  <a:gd name="connsiteX8" fmla="*/ 95829 w 1694525"/>
                  <a:gd name="connsiteY8" fmla="*/ 153 h 10236"/>
                  <a:gd name="connsiteX9" fmla="*/ 284724 w 1694525"/>
                  <a:gd name="connsiteY9" fmla="*/ 5326 h 10236"/>
                  <a:gd name="connsiteX10" fmla="*/ 1691924 w 1694525"/>
                  <a:gd name="connsiteY10" fmla="*/ 7399 h 10236"/>
                  <a:gd name="connsiteX11" fmla="*/ 1694525 w 1694525"/>
                  <a:gd name="connsiteY11" fmla="*/ 8840 h 10236"/>
                  <a:gd name="connsiteX12" fmla="*/ 1691924 w 1694525"/>
                  <a:gd name="connsiteY12" fmla="*/ 10215 h 10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525" h="10236">
                    <a:moveTo>
                      <a:pt x="1691965" y="10237"/>
                    </a:moveTo>
                    <a:lnTo>
                      <a:pt x="1691965" y="10237"/>
                    </a:lnTo>
                    <a:lnTo>
                      <a:pt x="284642" y="8163"/>
                    </a:lnTo>
                    <a:lnTo>
                      <a:pt x="95626" y="2947"/>
                    </a:lnTo>
                    <a:lnTo>
                      <a:pt x="2479" y="2837"/>
                    </a:lnTo>
                    <a:cubicBezTo>
                      <a:pt x="1097" y="2837"/>
                      <a:pt x="0" y="2205"/>
                      <a:pt x="0" y="1397"/>
                    </a:cubicBezTo>
                    <a:cubicBezTo>
                      <a:pt x="0" y="655"/>
                      <a:pt x="1097" y="0"/>
                      <a:pt x="2479" y="0"/>
                    </a:cubicBezTo>
                    <a:lnTo>
                      <a:pt x="2479" y="0"/>
                    </a:lnTo>
                    <a:lnTo>
                      <a:pt x="95829" y="153"/>
                    </a:lnTo>
                    <a:lnTo>
                      <a:pt x="284724" y="5326"/>
                    </a:lnTo>
                    <a:lnTo>
                      <a:pt x="1691924" y="7399"/>
                    </a:lnTo>
                    <a:cubicBezTo>
                      <a:pt x="1693306" y="7399"/>
                      <a:pt x="1694525" y="8032"/>
                      <a:pt x="1694525" y="8840"/>
                    </a:cubicBezTo>
                    <a:cubicBezTo>
                      <a:pt x="1694525" y="9582"/>
                      <a:pt x="1693347" y="10215"/>
                      <a:pt x="1691924" y="1021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1" name="Freeform: Shape 180">
                <a:extLst>
                  <a:ext uri="{FF2B5EF4-FFF2-40B4-BE49-F238E27FC236}">
                    <a16:creationId xmlns:a16="http://schemas.microsoft.com/office/drawing/2014/main" id="{82FC9FB4-1873-49C3-BB9E-3FE3267DEC5F}"/>
                  </a:ext>
                </a:extLst>
              </p:cNvPr>
              <p:cNvSpPr/>
              <p:nvPr/>
            </p:nvSpPr>
            <p:spPr>
              <a:xfrm>
                <a:off x="5934086" y="5853471"/>
                <a:ext cx="945294" cy="91782"/>
              </a:xfrm>
              <a:custGeom>
                <a:avLst/>
                <a:gdLst>
                  <a:gd name="connsiteX0" fmla="*/ 700881 w 945294"/>
                  <a:gd name="connsiteY0" fmla="*/ 91783 h 91782"/>
                  <a:gd name="connsiteX1" fmla="*/ 622487 w 945294"/>
                  <a:gd name="connsiteY1" fmla="*/ 90036 h 91782"/>
                  <a:gd name="connsiteX2" fmla="*/ 544621 w 945294"/>
                  <a:gd name="connsiteY2" fmla="*/ 85977 h 91782"/>
                  <a:gd name="connsiteX3" fmla="*/ 466430 w 945294"/>
                  <a:gd name="connsiteY3" fmla="*/ 80913 h 91782"/>
                  <a:gd name="connsiteX4" fmla="*/ 387547 w 945294"/>
                  <a:gd name="connsiteY4" fmla="*/ 71637 h 91782"/>
                  <a:gd name="connsiteX5" fmla="*/ 309274 w 945294"/>
                  <a:gd name="connsiteY5" fmla="*/ 59327 h 91782"/>
                  <a:gd name="connsiteX6" fmla="*/ 230270 w 945294"/>
                  <a:gd name="connsiteY6" fmla="*/ 44659 h 91782"/>
                  <a:gd name="connsiteX7" fmla="*/ 149397 w 945294"/>
                  <a:gd name="connsiteY7" fmla="*/ 28726 h 91782"/>
                  <a:gd name="connsiteX8" fmla="*/ 66044 w 945294"/>
                  <a:gd name="connsiteY8" fmla="*/ 17267 h 91782"/>
                  <a:gd name="connsiteX9" fmla="*/ 1589 w 945294"/>
                  <a:gd name="connsiteY9" fmla="*/ 2709 h 91782"/>
                  <a:gd name="connsiteX10" fmla="*/ 207 w 945294"/>
                  <a:gd name="connsiteY10" fmla="*/ 897 h 91782"/>
                  <a:gd name="connsiteX11" fmla="*/ 3540 w 945294"/>
                  <a:gd name="connsiteY11" fmla="*/ 89 h 91782"/>
                  <a:gd name="connsiteX12" fmla="*/ 67629 w 945294"/>
                  <a:gd name="connsiteY12" fmla="*/ 14582 h 91782"/>
                  <a:gd name="connsiteX13" fmla="*/ 150860 w 945294"/>
                  <a:gd name="connsiteY13" fmla="*/ 26041 h 91782"/>
                  <a:gd name="connsiteX14" fmla="*/ 231936 w 945294"/>
                  <a:gd name="connsiteY14" fmla="*/ 41974 h 91782"/>
                  <a:gd name="connsiteX15" fmla="*/ 310859 w 945294"/>
                  <a:gd name="connsiteY15" fmla="*/ 56620 h 91782"/>
                  <a:gd name="connsiteX16" fmla="*/ 388726 w 945294"/>
                  <a:gd name="connsiteY16" fmla="*/ 68887 h 91782"/>
                  <a:gd name="connsiteX17" fmla="*/ 467201 w 945294"/>
                  <a:gd name="connsiteY17" fmla="*/ 78097 h 91782"/>
                  <a:gd name="connsiteX18" fmla="*/ 545068 w 945294"/>
                  <a:gd name="connsiteY18" fmla="*/ 83117 h 91782"/>
                  <a:gd name="connsiteX19" fmla="*/ 622731 w 945294"/>
                  <a:gd name="connsiteY19" fmla="*/ 87155 h 91782"/>
                  <a:gd name="connsiteX20" fmla="*/ 700800 w 945294"/>
                  <a:gd name="connsiteY20" fmla="*/ 88923 h 91782"/>
                  <a:gd name="connsiteX21" fmla="*/ 780170 w 945294"/>
                  <a:gd name="connsiteY21" fmla="*/ 88399 h 91782"/>
                  <a:gd name="connsiteX22" fmla="*/ 860840 w 945294"/>
                  <a:gd name="connsiteY22" fmla="*/ 84776 h 91782"/>
                  <a:gd name="connsiteX23" fmla="*/ 942608 w 945294"/>
                  <a:gd name="connsiteY23" fmla="*/ 82965 h 91782"/>
                  <a:gd name="connsiteX24" fmla="*/ 945290 w 945294"/>
                  <a:gd name="connsiteY24" fmla="*/ 84296 h 91782"/>
                  <a:gd name="connsiteX25" fmla="*/ 942811 w 945294"/>
                  <a:gd name="connsiteY25" fmla="*/ 85780 h 91782"/>
                  <a:gd name="connsiteX26" fmla="*/ 861166 w 945294"/>
                  <a:gd name="connsiteY26" fmla="*/ 87592 h 91782"/>
                  <a:gd name="connsiteX27" fmla="*/ 780495 w 945294"/>
                  <a:gd name="connsiteY27" fmla="*/ 91171 h 91782"/>
                  <a:gd name="connsiteX28" fmla="*/ 700841 w 945294"/>
                  <a:gd name="connsiteY28" fmla="*/ 91761 h 9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45294" h="91782">
                    <a:moveTo>
                      <a:pt x="700881" y="91783"/>
                    </a:moveTo>
                    <a:lnTo>
                      <a:pt x="622487" y="90036"/>
                    </a:lnTo>
                    <a:lnTo>
                      <a:pt x="544621" y="85977"/>
                    </a:lnTo>
                    <a:lnTo>
                      <a:pt x="466430" y="80913"/>
                    </a:lnTo>
                    <a:lnTo>
                      <a:pt x="387547" y="71637"/>
                    </a:lnTo>
                    <a:lnTo>
                      <a:pt x="309274" y="59327"/>
                    </a:lnTo>
                    <a:lnTo>
                      <a:pt x="230270" y="44659"/>
                    </a:lnTo>
                    <a:lnTo>
                      <a:pt x="149397" y="28726"/>
                    </a:lnTo>
                    <a:lnTo>
                      <a:pt x="66044" y="17267"/>
                    </a:lnTo>
                    <a:lnTo>
                      <a:pt x="1589" y="2709"/>
                    </a:lnTo>
                    <a:cubicBezTo>
                      <a:pt x="288" y="2447"/>
                      <a:pt x="-362" y="1595"/>
                      <a:pt x="207" y="897"/>
                    </a:cubicBezTo>
                    <a:cubicBezTo>
                      <a:pt x="695" y="155"/>
                      <a:pt x="2239" y="-173"/>
                      <a:pt x="3540" y="89"/>
                    </a:cubicBezTo>
                    <a:lnTo>
                      <a:pt x="67629" y="14582"/>
                    </a:lnTo>
                    <a:lnTo>
                      <a:pt x="150860" y="26041"/>
                    </a:lnTo>
                    <a:lnTo>
                      <a:pt x="231936" y="41974"/>
                    </a:lnTo>
                    <a:lnTo>
                      <a:pt x="310859" y="56620"/>
                    </a:lnTo>
                    <a:lnTo>
                      <a:pt x="388726" y="68887"/>
                    </a:lnTo>
                    <a:lnTo>
                      <a:pt x="467201" y="78097"/>
                    </a:lnTo>
                    <a:lnTo>
                      <a:pt x="545068" y="83117"/>
                    </a:lnTo>
                    <a:lnTo>
                      <a:pt x="622731" y="87155"/>
                    </a:lnTo>
                    <a:lnTo>
                      <a:pt x="700800" y="88923"/>
                    </a:lnTo>
                    <a:lnTo>
                      <a:pt x="780170" y="88399"/>
                    </a:lnTo>
                    <a:lnTo>
                      <a:pt x="860840" y="84776"/>
                    </a:lnTo>
                    <a:lnTo>
                      <a:pt x="942608" y="82965"/>
                    </a:lnTo>
                    <a:cubicBezTo>
                      <a:pt x="944071" y="83008"/>
                      <a:pt x="945209" y="83554"/>
                      <a:pt x="945290" y="84296"/>
                    </a:cubicBezTo>
                    <a:cubicBezTo>
                      <a:pt x="945372" y="85104"/>
                      <a:pt x="944315" y="85737"/>
                      <a:pt x="942811" y="85780"/>
                    </a:cubicBezTo>
                    <a:lnTo>
                      <a:pt x="861166" y="87592"/>
                    </a:lnTo>
                    <a:lnTo>
                      <a:pt x="780495" y="91171"/>
                    </a:lnTo>
                    <a:lnTo>
                      <a:pt x="700841" y="9176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2" name="Freeform: Shape 181">
                <a:extLst>
                  <a:ext uri="{FF2B5EF4-FFF2-40B4-BE49-F238E27FC236}">
                    <a16:creationId xmlns:a16="http://schemas.microsoft.com/office/drawing/2014/main" id="{B1EE1D84-FA98-451F-ACF6-DAD413B34B97}"/>
                  </a:ext>
                </a:extLst>
              </p:cNvPr>
              <p:cNvSpPr/>
              <p:nvPr/>
            </p:nvSpPr>
            <p:spPr>
              <a:xfrm>
                <a:off x="6478909" y="6022017"/>
                <a:ext cx="1591625" cy="9974"/>
              </a:xfrm>
              <a:custGeom>
                <a:avLst/>
                <a:gdLst>
                  <a:gd name="connsiteX0" fmla="*/ 1589146 w 1591625"/>
                  <a:gd name="connsiteY0" fmla="*/ 9953 h 9974"/>
                  <a:gd name="connsiteX1" fmla="*/ 1589146 w 1591625"/>
                  <a:gd name="connsiteY1" fmla="*/ 9953 h 9974"/>
                  <a:gd name="connsiteX2" fmla="*/ 283627 w 1591625"/>
                  <a:gd name="connsiteY2" fmla="*/ 8032 h 9974"/>
                  <a:gd name="connsiteX3" fmla="*/ 95138 w 1591625"/>
                  <a:gd name="connsiteY3" fmla="*/ 2925 h 9974"/>
                  <a:gd name="connsiteX4" fmla="*/ 2560 w 1591625"/>
                  <a:gd name="connsiteY4" fmla="*/ 2816 h 9974"/>
                  <a:gd name="connsiteX5" fmla="*/ 0 w 1591625"/>
                  <a:gd name="connsiteY5" fmla="*/ 1375 h 9974"/>
                  <a:gd name="connsiteX6" fmla="*/ 2560 w 1591625"/>
                  <a:gd name="connsiteY6" fmla="*/ 0 h 9974"/>
                  <a:gd name="connsiteX7" fmla="*/ 2560 w 1591625"/>
                  <a:gd name="connsiteY7" fmla="*/ 0 h 9974"/>
                  <a:gd name="connsiteX8" fmla="*/ 95220 w 1591625"/>
                  <a:gd name="connsiteY8" fmla="*/ 109 h 9974"/>
                  <a:gd name="connsiteX9" fmla="*/ 283708 w 1591625"/>
                  <a:gd name="connsiteY9" fmla="*/ 5217 h 9974"/>
                  <a:gd name="connsiteX10" fmla="*/ 1589146 w 1591625"/>
                  <a:gd name="connsiteY10" fmla="*/ 7203 h 9974"/>
                  <a:gd name="connsiteX11" fmla="*/ 1591625 w 1591625"/>
                  <a:gd name="connsiteY11" fmla="*/ 8578 h 9974"/>
                  <a:gd name="connsiteX12" fmla="*/ 1589146 w 1591625"/>
                  <a:gd name="connsiteY12" fmla="*/ 9975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1625" h="9974">
                    <a:moveTo>
                      <a:pt x="1589146" y="9953"/>
                    </a:moveTo>
                    <a:lnTo>
                      <a:pt x="1589146" y="9953"/>
                    </a:lnTo>
                    <a:lnTo>
                      <a:pt x="283627" y="8032"/>
                    </a:lnTo>
                    <a:lnTo>
                      <a:pt x="95138" y="2925"/>
                    </a:lnTo>
                    <a:lnTo>
                      <a:pt x="2560" y="2816"/>
                    </a:lnTo>
                    <a:cubicBezTo>
                      <a:pt x="1097" y="2816"/>
                      <a:pt x="0" y="2183"/>
                      <a:pt x="0" y="1375"/>
                    </a:cubicBezTo>
                    <a:cubicBezTo>
                      <a:pt x="0" y="633"/>
                      <a:pt x="1179" y="0"/>
                      <a:pt x="2560" y="0"/>
                    </a:cubicBezTo>
                    <a:lnTo>
                      <a:pt x="2560" y="0"/>
                    </a:lnTo>
                    <a:lnTo>
                      <a:pt x="95220" y="109"/>
                    </a:lnTo>
                    <a:lnTo>
                      <a:pt x="283708" y="5217"/>
                    </a:lnTo>
                    <a:lnTo>
                      <a:pt x="1589146" y="7203"/>
                    </a:lnTo>
                    <a:cubicBezTo>
                      <a:pt x="1590528" y="7203"/>
                      <a:pt x="1591625" y="7792"/>
                      <a:pt x="1591625" y="8578"/>
                    </a:cubicBezTo>
                    <a:cubicBezTo>
                      <a:pt x="1591625" y="9364"/>
                      <a:pt x="1590528" y="9975"/>
                      <a:pt x="1589146" y="99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3" name="Freeform: Shape 182">
                <a:extLst>
                  <a:ext uri="{FF2B5EF4-FFF2-40B4-BE49-F238E27FC236}">
                    <a16:creationId xmlns:a16="http://schemas.microsoft.com/office/drawing/2014/main" id="{507D0360-DB92-4F70-97C6-D641E811054F}"/>
                  </a:ext>
                </a:extLst>
              </p:cNvPr>
              <p:cNvSpPr/>
              <p:nvPr/>
            </p:nvSpPr>
            <p:spPr>
              <a:xfrm>
                <a:off x="8049402" y="6019507"/>
                <a:ext cx="1771887" cy="5391"/>
              </a:xfrm>
              <a:custGeom>
                <a:avLst/>
                <a:gdLst>
                  <a:gd name="connsiteX0" fmla="*/ 1768572 w 1771887"/>
                  <a:gd name="connsiteY0" fmla="*/ 5369 h 5391"/>
                  <a:gd name="connsiteX1" fmla="*/ 2601 w 1771887"/>
                  <a:gd name="connsiteY1" fmla="*/ 2816 h 5391"/>
                  <a:gd name="connsiteX2" fmla="*/ 0 w 1771887"/>
                  <a:gd name="connsiteY2" fmla="*/ 1375 h 5391"/>
                  <a:gd name="connsiteX3" fmla="*/ 2601 w 1771887"/>
                  <a:gd name="connsiteY3" fmla="*/ 0 h 5391"/>
                  <a:gd name="connsiteX4" fmla="*/ 2601 w 1771887"/>
                  <a:gd name="connsiteY4" fmla="*/ 0 h 5391"/>
                  <a:gd name="connsiteX5" fmla="*/ 1768287 w 1771887"/>
                  <a:gd name="connsiteY5" fmla="*/ 2554 h 5391"/>
                  <a:gd name="connsiteX6" fmla="*/ 1768978 w 1771887"/>
                  <a:gd name="connsiteY6" fmla="*/ 2510 h 5391"/>
                  <a:gd name="connsiteX7" fmla="*/ 1771863 w 1771887"/>
                  <a:gd name="connsiteY7" fmla="*/ 3732 h 5391"/>
                  <a:gd name="connsiteX8" fmla="*/ 1769588 w 1771887"/>
                  <a:gd name="connsiteY8" fmla="*/ 5282 h 5391"/>
                  <a:gd name="connsiteX9" fmla="*/ 1768612 w 1771887"/>
                  <a:gd name="connsiteY9" fmla="*/ 5391 h 5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1887" h="5391">
                    <a:moveTo>
                      <a:pt x="1768572" y="5369"/>
                    </a:moveTo>
                    <a:lnTo>
                      <a:pt x="2601" y="2816"/>
                    </a:lnTo>
                    <a:cubicBezTo>
                      <a:pt x="1219" y="2816"/>
                      <a:pt x="0" y="2183"/>
                      <a:pt x="0" y="1375"/>
                    </a:cubicBezTo>
                    <a:cubicBezTo>
                      <a:pt x="0" y="633"/>
                      <a:pt x="1178" y="0"/>
                      <a:pt x="2601" y="0"/>
                    </a:cubicBezTo>
                    <a:lnTo>
                      <a:pt x="2601" y="0"/>
                    </a:lnTo>
                    <a:lnTo>
                      <a:pt x="1768287" y="2554"/>
                    </a:lnTo>
                    <a:lnTo>
                      <a:pt x="1768978" y="2510"/>
                    </a:lnTo>
                    <a:cubicBezTo>
                      <a:pt x="1770360" y="2401"/>
                      <a:pt x="1771660" y="2990"/>
                      <a:pt x="1771863" y="3732"/>
                    </a:cubicBezTo>
                    <a:cubicBezTo>
                      <a:pt x="1772066" y="4540"/>
                      <a:pt x="1770969" y="5217"/>
                      <a:pt x="1769588" y="5282"/>
                    </a:cubicBezTo>
                    <a:lnTo>
                      <a:pt x="1768612" y="539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4" name="Freeform: Shape 183">
                <a:extLst>
                  <a:ext uri="{FF2B5EF4-FFF2-40B4-BE49-F238E27FC236}">
                    <a16:creationId xmlns:a16="http://schemas.microsoft.com/office/drawing/2014/main" id="{E00B8C4D-0FE1-42AE-A15E-9385CAE4EFAF}"/>
                  </a:ext>
                </a:extLst>
              </p:cNvPr>
              <p:cNvSpPr/>
              <p:nvPr/>
            </p:nvSpPr>
            <p:spPr>
              <a:xfrm>
                <a:off x="1574107" y="5703917"/>
                <a:ext cx="209708" cy="7944"/>
              </a:xfrm>
              <a:custGeom>
                <a:avLst/>
                <a:gdLst>
                  <a:gd name="connsiteX0" fmla="*/ 51329 w 209708"/>
                  <a:gd name="connsiteY0" fmla="*/ 7945 h 7944"/>
                  <a:gd name="connsiteX1" fmla="*/ 2440 w 209708"/>
                  <a:gd name="connsiteY1" fmla="*/ 6832 h 7944"/>
                  <a:gd name="connsiteX2" fmla="*/ 1 w 209708"/>
                  <a:gd name="connsiteY2" fmla="*/ 5348 h 7944"/>
                  <a:gd name="connsiteX3" fmla="*/ 2683 w 209708"/>
                  <a:gd name="connsiteY3" fmla="*/ 4016 h 7944"/>
                  <a:gd name="connsiteX4" fmla="*/ 51411 w 209708"/>
                  <a:gd name="connsiteY4" fmla="*/ 5129 h 7944"/>
                  <a:gd name="connsiteX5" fmla="*/ 142769 w 209708"/>
                  <a:gd name="connsiteY5" fmla="*/ 3689 h 7944"/>
                  <a:gd name="connsiteX6" fmla="*/ 170649 w 209708"/>
                  <a:gd name="connsiteY6" fmla="*/ 0 h 7944"/>
                  <a:gd name="connsiteX7" fmla="*/ 171380 w 209708"/>
                  <a:gd name="connsiteY7" fmla="*/ 0 h 7944"/>
                  <a:gd name="connsiteX8" fmla="*/ 207306 w 209708"/>
                  <a:gd name="connsiteY8" fmla="*/ 1222 h 7944"/>
                  <a:gd name="connsiteX9" fmla="*/ 209704 w 209708"/>
                  <a:gd name="connsiteY9" fmla="*/ 2706 h 7944"/>
                  <a:gd name="connsiteX10" fmla="*/ 207021 w 209708"/>
                  <a:gd name="connsiteY10" fmla="*/ 4038 h 7944"/>
                  <a:gd name="connsiteX11" fmla="*/ 171461 w 209708"/>
                  <a:gd name="connsiteY11" fmla="*/ 2816 h 7944"/>
                  <a:gd name="connsiteX12" fmla="*/ 143460 w 209708"/>
                  <a:gd name="connsiteY12" fmla="*/ 6439 h 7944"/>
                  <a:gd name="connsiteX13" fmla="*/ 51329 w 209708"/>
                  <a:gd name="connsiteY13" fmla="*/ 7923 h 7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9708" h="7944">
                    <a:moveTo>
                      <a:pt x="51329" y="7945"/>
                    </a:moveTo>
                    <a:lnTo>
                      <a:pt x="2440" y="6832"/>
                    </a:lnTo>
                    <a:cubicBezTo>
                      <a:pt x="1058" y="6788"/>
                      <a:pt x="-39" y="6133"/>
                      <a:pt x="1" y="5348"/>
                    </a:cubicBezTo>
                    <a:cubicBezTo>
                      <a:pt x="42" y="4605"/>
                      <a:pt x="1261" y="3907"/>
                      <a:pt x="2683" y="4016"/>
                    </a:cubicBezTo>
                    <a:lnTo>
                      <a:pt x="51411" y="5129"/>
                    </a:lnTo>
                    <a:lnTo>
                      <a:pt x="142769" y="3689"/>
                    </a:lnTo>
                    <a:lnTo>
                      <a:pt x="170649" y="0"/>
                    </a:lnTo>
                    <a:lnTo>
                      <a:pt x="171380" y="0"/>
                    </a:lnTo>
                    <a:lnTo>
                      <a:pt x="207306" y="1222"/>
                    </a:lnTo>
                    <a:cubicBezTo>
                      <a:pt x="208769" y="1288"/>
                      <a:pt x="209785" y="1964"/>
                      <a:pt x="209704" y="2706"/>
                    </a:cubicBezTo>
                    <a:cubicBezTo>
                      <a:pt x="209663" y="3514"/>
                      <a:pt x="208566" y="4147"/>
                      <a:pt x="207021" y="4038"/>
                    </a:cubicBezTo>
                    <a:lnTo>
                      <a:pt x="171461" y="2816"/>
                    </a:lnTo>
                    <a:lnTo>
                      <a:pt x="143460" y="6439"/>
                    </a:lnTo>
                    <a:lnTo>
                      <a:pt x="51329" y="792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5" name="Freeform: Shape 184">
                <a:extLst>
                  <a:ext uri="{FF2B5EF4-FFF2-40B4-BE49-F238E27FC236}">
                    <a16:creationId xmlns:a16="http://schemas.microsoft.com/office/drawing/2014/main" id="{A366BD7B-D793-4AC8-9AFA-397BC535AD69}"/>
                  </a:ext>
                </a:extLst>
              </p:cNvPr>
              <p:cNvSpPr/>
              <p:nvPr/>
            </p:nvSpPr>
            <p:spPr>
              <a:xfrm>
                <a:off x="5738042" y="5994232"/>
                <a:ext cx="829264" cy="29727"/>
              </a:xfrm>
              <a:custGeom>
                <a:avLst/>
                <a:gdLst>
                  <a:gd name="connsiteX0" fmla="*/ 187636 w 829264"/>
                  <a:gd name="connsiteY0" fmla="*/ 29728 h 29727"/>
                  <a:gd name="connsiteX1" fmla="*/ 2521 w 829264"/>
                  <a:gd name="connsiteY1" fmla="*/ 29466 h 29727"/>
                  <a:gd name="connsiteX2" fmla="*/ 1 w 829264"/>
                  <a:gd name="connsiteY2" fmla="*/ 28091 h 29727"/>
                  <a:gd name="connsiteX3" fmla="*/ 2521 w 829264"/>
                  <a:gd name="connsiteY3" fmla="*/ 26650 h 29727"/>
                  <a:gd name="connsiteX4" fmla="*/ 2521 w 829264"/>
                  <a:gd name="connsiteY4" fmla="*/ 26650 h 29727"/>
                  <a:gd name="connsiteX5" fmla="*/ 187554 w 829264"/>
                  <a:gd name="connsiteY5" fmla="*/ 26978 h 29727"/>
                  <a:gd name="connsiteX6" fmla="*/ 280823 w 829264"/>
                  <a:gd name="connsiteY6" fmla="*/ 24686 h 29727"/>
                  <a:gd name="connsiteX7" fmla="*/ 737495 w 829264"/>
                  <a:gd name="connsiteY7" fmla="*/ 2139 h 29727"/>
                  <a:gd name="connsiteX8" fmla="*/ 826578 w 829264"/>
                  <a:gd name="connsiteY8" fmla="*/ 0 h 29727"/>
                  <a:gd name="connsiteX9" fmla="*/ 829260 w 829264"/>
                  <a:gd name="connsiteY9" fmla="*/ 1331 h 29727"/>
                  <a:gd name="connsiteX10" fmla="*/ 826781 w 829264"/>
                  <a:gd name="connsiteY10" fmla="*/ 2772 h 29727"/>
                  <a:gd name="connsiteX11" fmla="*/ 737779 w 829264"/>
                  <a:gd name="connsiteY11" fmla="*/ 4955 h 29727"/>
                  <a:gd name="connsiteX12" fmla="*/ 281189 w 829264"/>
                  <a:gd name="connsiteY12" fmla="*/ 27501 h 29727"/>
                  <a:gd name="connsiteX13" fmla="*/ 187676 w 829264"/>
                  <a:gd name="connsiteY13" fmla="*/ 29728 h 2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9264" h="29727">
                    <a:moveTo>
                      <a:pt x="187636" y="29728"/>
                    </a:moveTo>
                    <a:lnTo>
                      <a:pt x="2521" y="29466"/>
                    </a:lnTo>
                    <a:cubicBezTo>
                      <a:pt x="1098" y="29466"/>
                      <a:pt x="-40" y="28833"/>
                      <a:pt x="1" y="28091"/>
                    </a:cubicBezTo>
                    <a:cubicBezTo>
                      <a:pt x="1" y="27283"/>
                      <a:pt x="1139" y="26650"/>
                      <a:pt x="2521" y="26650"/>
                    </a:cubicBezTo>
                    <a:lnTo>
                      <a:pt x="2521" y="26650"/>
                    </a:lnTo>
                    <a:lnTo>
                      <a:pt x="187554" y="26978"/>
                    </a:lnTo>
                    <a:lnTo>
                      <a:pt x="280823" y="24686"/>
                    </a:lnTo>
                    <a:lnTo>
                      <a:pt x="737495" y="2139"/>
                    </a:lnTo>
                    <a:lnTo>
                      <a:pt x="826578" y="0"/>
                    </a:lnTo>
                    <a:cubicBezTo>
                      <a:pt x="828082" y="0"/>
                      <a:pt x="829138" y="524"/>
                      <a:pt x="829260" y="1331"/>
                    </a:cubicBezTo>
                    <a:cubicBezTo>
                      <a:pt x="829341" y="2074"/>
                      <a:pt x="828285" y="2772"/>
                      <a:pt x="826781" y="2772"/>
                    </a:cubicBezTo>
                    <a:lnTo>
                      <a:pt x="737779" y="4955"/>
                    </a:lnTo>
                    <a:lnTo>
                      <a:pt x="281189" y="27501"/>
                    </a:lnTo>
                    <a:lnTo>
                      <a:pt x="187676" y="297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6" name="Freeform: Shape 185">
                <a:extLst>
                  <a:ext uri="{FF2B5EF4-FFF2-40B4-BE49-F238E27FC236}">
                    <a16:creationId xmlns:a16="http://schemas.microsoft.com/office/drawing/2014/main" id="{B4C734CC-6DD1-42C6-83E6-84E9BEA7B2BC}"/>
                  </a:ext>
                </a:extLst>
              </p:cNvPr>
              <p:cNvSpPr/>
              <p:nvPr/>
            </p:nvSpPr>
            <p:spPr>
              <a:xfrm>
                <a:off x="6569984" y="6017368"/>
                <a:ext cx="1490025" cy="9756"/>
              </a:xfrm>
              <a:custGeom>
                <a:avLst/>
                <a:gdLst>
                  <a:gd name="connsiteX0" fmla="*/ 1487465 w 1490025"/>
                  <a:gd name="connsiteY0" fmla="*/ 9735 h 9756"/>
                  <a:gd name="connsiteX1" fmla="*/ 1487465 w 1490025"/>
                  <a:gd name="connsiteY1" fmla="*/ 9735 h 9756"/>
                  <a:gd name="connsiteX2" fmla="*/ 282651 w 1490025"/>
                  <a:gd name="connsiteY2" fmla="*/ 7989 h 9756"/>
                  <a:gd name="connsiteX3" fmla="*/ 94651 w 1490025"/>
                  <a:gd name="connsiteY3" fmla="*/ 2925 h 9756"/>
                  <a:gd name="connsiteX4" fmla="*/ 2560 w 1490025"/>
                  <a:gd name="connsiteY4" fmla="*/ 2772 h 9756"/>
                  <a:gd name="connsiteX5" fmla="*/ 0 w 1490025"/>
                  <a:gd name="connsiteY5" fmla="*/ 1397 h 9756"/>
                  <a:gd name="connsiteX6" fmla="*/ 2560 w 1490025"/>
                  <a:gd name="connsiteY6" fmla="*/ 0 h 9756"/>
                  <a:gd name="connsiteX7" fmla="*/ 2560 w 1490025"/>
                  <a:gd name="connsiteY7" fmla="*/ 0 h 9756"/>
                  <a:gd name="connsiteX8" fmla="*/ 94813 w 1490025"/>
                  <a:gd name="connsiteY8" fmla="*/ 109 h 9756"/>
                  <a:gd name="connsiteX9" fmla="*/ 282732 w 1490025"/>
                  <a:gd name="connsiteY9" fmla="*/ 5173 h 9756"/>
                  <a:gd name="connsiteX10" fmla="*/ 1487546 w 1490025"/>
                  <a:gd name="connsiteY10" fmla="*/ 6941 h 9756"/>
                  <a:gd name="connsiteX11" fmla="*/ 1490025 w 1490025"/>
                  <a:gd name="connsiteY11" fmla="*/ 8381 h 9756"/>
                  <a:gd name="connsiteX12" fmla="*/ 1487465 w 1490025"/>
                  <a:gd name="connsiteY12" fmla="*/ 9756 h 9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0025" h="9756">
                    <a:moveTo>
                      <a:pt x="1487465" y="9735"/>
                    </a:moveTo>
                    <a:lnTo>
                      <a:pt x="1487465" y="9735"/>
                    </a:lnTo>
                    <a:lnTo>
                      <a:pt x="282651" y="7989"/>
                    </a:lnTo>
                    <a:lnTo>
                      <a:pt x="94651" y="2925"/>
                    </a:lnTo>
                    <a:lnTo>
                      <a:pt x="2560" y="2772"/>
                    </a:lnTo>
                    <a:cubicBezTo>
                      <a:pt x="1179" y="2772"/>
                      <a:pt x="0" y="2139"/>
                      <a:pt x="0" y="1397"/>
                    </a:cubicBezTo>
                    <a:cubicBezTo>
                      <a:pt x="0" y="589"/>
                      <a:pt x="1179" y="0"/>
                      <a:pt x="2560" y="0"/>
                    </a:cubicBezTo>
                    <a:lnTo>
                      <a:pt x="2560" y="0"/>
                    </a:lnTo>
                    <a:lnTo>
                      <a:pt x="94813" y="109"/>
                    </a:lnTo>
                    <a:lnTo>
                      <a:pt x="282732" y="5173"/>
                    </a:lnTo>
                    <a:lnTo>
                      <a:pt x="1487546" y="6941"/>
                    </a:lnTo>
                    <a:cubicBezTo>
                      <a:pt x="1488928" y="6941"/>
                      <a:pt x="1490025" y="7574"/>
                      <a:pt x="1490025" y="8381"/>
                    </a:cubicBezTo>
                    <a:cubicBezTo>
                      <a:pt x="1490025" y="9123"/>
                      <a:pt x="1488928" y="9756"/>
                      <a:pt x="1487465" y="97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7" name="Freeform: Shape 186">
                <a:extLst>
                  <a:ext uri="{FF2B5EF4-FFF2-40B4-BE49-F238E27FC236}">
                    <a16:creationId xmlns:a16="http://schemas.microsoft.com/office/drawing/2014/main" id="{E8CC5158-22E5-4ED4-B058-F36A53A5F820}"/>
                  </a:ext>
                </a:extLst>
              </p:cNvPr>
              <p:cNvSpPr/>
              <p:nvPr/>
            </p:nvSpPr>
            <p:spPr>
              <a:xfrm>
                <a:off x="8039079" y="6012719"/>
                <a:ext cx="1877795" cy="7355"/>
              </a:xfrm>
              <a:custGeom>
                <a:avLst/>
                <a:gdLst>
                  <a:gd name="connsiteX0" fmla="*/ 1759346 w 1877795"/>
                  <a:gd name="connsiteY0" fmla="*/ 7356 h 7355"/>
                  <a:gd name="connsiteX1" fmla="*/ 2560 w 1877795"/>
                  <a:gd name="connsiteY1" fmla="*/ 4802 h 7355"/>
                  <a:gd name="connsiteX2" fmla="*/ 0 w 1877795"/>
                  <a:gd name="connsiteY2" fmla="*/ 3405 h 7355"/>
                  <a:gd name="connsiteX3" fmla="*/ 2560 w 1877795"/>
                  <a:gd name="connsiteY3" fmla="*/ 2030 h 7355"/>
                  <a:gd name="connsiteX4" fmla="*/ 2560 w 1877795"/>
                  <a:gd name="connsiteY4" fmla="*/ 2030 h 7355"/>
                  <a:gd name="connsiteX5" fmla="*/ 1759224 w 1877795"/>
                  <a:gd name="connsiteY5" fmla="*/ 4540 h 7355"/>
                  <a:gd name="connsiteX6" fmla="*/ 1830954 w 1877795"/>
                  <a:gd name="connsiteY6" fmla="*/ 2292 h 7355"/>
                  <a:gd name="connsiteX7" fmla="*/ 1875008 w 1877795"/>
                  <a:gd name="connsiteY7" fmla="*/ 0 h 7355"/>
                  <a:gd name="connsiteX8" fmla="*/ 1877771 w 1877795"/>
                  <a:gd name="connsiteY8" fmla="*/ 1288 h 7355"/>
                  <a:gd name="connsiteX9" fmla="*/ 1875496 w 1877795"/>
                  <a:gd name="connsiteY9" fmla="*/ 2837 h 7355"/>
                  <a:gd name="connsiteX10" fmla="*/ 1831238 w 1877795"/>
                  <a:gd name="connsiteY10" fmla="*/ 5129 h 7355"/>
                  <a:gd name="connsiteX11" fmla="*/ 1759306 w 1877795"/>
                  <a:gd name="connsiteY11" fmla="*/ 7356 h 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77795" h="7355">
                    <a:moveTo>
                      <a:pt x="1759346" y="7356"/>
                    </a:moveTo>
                    <a:lnTo>
                      <a:pt x="2560" y="4802"/>
                    </a:lnTo>
                    <a:cubicBezTo>
                      <a:pt x="1179" y="4802"/>
                      <a:pt x="0" y="4169"/>
                      <a:pt x="0" y="3405"/>
                    </a:cubicBezTo>
                    <a:cubicBezTo>
                      <a:pt x="0" y="2619"/>
                      <a:pt x="1179" y="2030"/>
                      <a:pt x="2560" y="2030"/>
                    </a:cubicBezTo>
                    <a:lnTo>
                      <a:pt x="2560" y="2030"/>
                    </a:lnTo>
                    <a:lnTo>
                      <a:pt x="1759224" y="4540"/>
                    </a:lnTo>
                    <a:lnTo>
                      <a:pt x="1830954" y="2292"/>
                    </a:lnTo>
                    <a:lnTo>
                      <a:pt x="1875008" y="0"/>
                    </a:lnTo>
                    <a:cubicBezTo>
                      <a:pt x="1876390" y="0"/>
                      <a:pt x="1877690" y="524"/>
                      <a:pt x="1877771" y="1288"/>
                    </a:cubicBezTo>
                    <a:cubicBezTo>
                      <a:pt x="1877974" y="2074"/>
                      <a:pt x="1876877" y="2772"/>
                      <a:pt x="1875496" y="2837"/>
                    </a:cubicBezTo>
                    <a:lnTo>
                      <a:pt x="1831238" y="5129"/>
                    </a:lnTo>
                    <a:lnTo>
                      <a:pt x="1759306" y="735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8" name="Freeform: Shape 187">
                <a:extLst>
                  <a:ext uri="{FF2B5EF4-FFF2-40B4-BE49-F238E27FC236}">
                    <a16:creationId xmlns:a16="http://schemas.microsoft.com/office/drawing/2014/main" id="{698876AF-C735-400A-948B-980A4ED15FC8}"/>
                  </a:ext>
                </a:extLst>
              </p:cNvPr>
              <p:cNvSpPr/>
              <p:nvPr/>
            </p:nvSpPr>
            <p:spPr>
              <a:xfrm>
                <a:off x="3249813" y="5539782"/>
                <a:ext cx="1609872" cy="465778"/>
              </a:xfrm>
              <a:custGeom>
                <a:avLst/>
                <a:gdLst>
                  <a:gd name="connsiteX0" fmla="*/ 1607398 w 1609872"/>
                  <a:gd name="connsiteY0" fmla="*/ 465757 h 465778"/>
                  <a:gd name="connsiteX1" fmla="*/ 1605650 w 1609872"/>
                  <a:gd name="connsiteY1" fmla="*/ 465385 h 465778"/>
                  <a:gd name="connsiteX2" fmla="*/ 1598904 w 1609872"/>
                  <a:gd name="connsiteY2" fmla="*/ 461762 h 465778"/>
                  <a:gd name="connsiteX3" fmla="*/ 1531848 w 1609872"/>
                  <a:gd name="connsiteY3" fmla="*/ 433562 h 465778"/>
                  <a:gd name="connsiteX4" fmla="*/ 1512137 w 1609872"/>
                  <a:gd name="connsiteY4" fmla="*/ 425618 h 465778"/>
                  <a:gd name="connsiteX5" fmla="*/ 1417934 w 1609872"/>
                  <a:gd name="connsiteY5" fmla="*/ 399033 h 465778"/>
                  <a:gd name="connsiteX6" fmla="*/ 1323568 w 1609872"/>
                  <a:gd name="connsiteY6" fmla="*/ 375897 h 465778"/>
                  <a:gd name="connsiteX7" fmla="*/ 1228998 w 1609872"/>
                  <a:gd name="connsiteY7" fmla="*/ 345318 h 465778"/>
                  <a:gd name="connsiteX8" fmla="*/ 1040022 w 1609872"/>
                  <a:gd name="connsiteY8" fmla="*/ 279838 h 465778"/>
                  <a:gd name="connsiteX9" fmla="*/ 950289 w 1609872"/>
                  <a:gd name="connsiteY9" fmla="*/ 243017 h 465778"/>
                  <a:gd name="connsiteX10" fmla="*/ 863686 w 1609872"/>
                  <a:gd name="connsiteY10" fmla="*/ 202900 h 465778"/>
                  <a:gd name="connsiteX11" fmla="*/ 779561 w 1609872"/>
                  <a:gd name="connsiteY11" fmla="*/ 166624 h 465778"/>
                  <a:gd name="connsiteX12" fmla="*/ 697915 w 1609872"/>
                  <a:gd name="connsiteY12" fmla="*/ 121705 h 465778"/>
                  <a:gd name="connsiteX13" fmla="*/ 616351 w 1609872"/>
                  <a:gd name="connsiteY13" fmla="*/ 73861 h 465778"/>
                  <a:gd name="connsiteX14" fmla="*/ 527064 w 1609872"/>
                  <a:gd name="connsiteY14" fmla="*/ 53781 h 465778"/>
                  <a:gd name="connsiteX15" fmla="*/ 432008 w 1609872"/>
                  <a:gd name="connsiteY15" fmla="*/ 37891 h 465778"/>
                  <a:gd name="connsiteX16" fmla="*/ 331545 w 1609872"/>
                  <a:gd name="connsiteY16" fmla="*/ 23660 h 465778"/>
                  <a:gd name="connsiteX17" fmla="*/ 227426 w 1609872"/>
                  <a:gd name="connsiteY17" fmla="*/ 3885 h 465778"/>
                  <a:gd name="connsiteX18" fmla="*/ 120096 w 1609872"/>
                  <a:gd name="connsiteY18" fmla="*/ 7290 h 465778"/>
                  <a:gd name="connsiteX19" fmla="*/ 119161 w 1609872"/>
                  <a:gd name="connsiteY19" fmla="*/ 7246 h 465778"/>
                  <a:gd name="connsiteX20" fmla="*/ 94208 w 1609872"/>
                  <a:gd name="connsiteY20" fmla="*/ 2816 h 465778"/>
                  <a:gd name="connsiteX21" fmla="*/ 2687 w 1609872"/>
                  <a:gd name="connsiteY21" fmla="*/ 5588 h 465778"/>
                  <a:gd name="connsiteX22" fmla="*/ 4 w 1609872"/>
                  <a:gd name="connsiteY22" fmla="*/ 4256 h 465778"/>
                  <a:gd name="connsiteX23" fmla="*/ 2402 w 1609872"/>
                  <a:gd name="connsiteY23" fmla="*/ 2816 h 465778"/>
                  <a:gd name="connsiteX24" fmla="*/ 94411 w 1609872"/>
                  <a:gd name="connsiteY24" fmla="*/ 0 h 465778"/>
                  <a:gd name="connsiteX25" fmla="*/ 95305 w 1609872"/>
                  <a:gd name="connsiteY25" fmla="*/ 44 h 465778"/>
                  <a:gd name="connsiteX26" fmla="*/ 120258 w 1609872"/>
                  <a:gd name="connsiteY26" fmla="*/ 4474 h 465778"/>
                  <a:gd name="connsiteX27" fmla="*/ 227710 w 1609872"/>
                  <a:gd name="connsiteY27" fmla="*/ 1070 h 465778"/>
                  <a:gd name="connsiteX28" fmla="*/ 228645 w 1609872"/>
                  <a:gd name="connsiteY28" fmla="*/ 1179 h 465778"/>
                  <a:gd name="connsiteX29" fmla="*/ 333008 w 1609872"/>
                  <a:gd name="connsiteY29" fmla="*/ 20997 h 465778"/>
                  <a:gd name="connsiteX30" fmla="*/ 435299 w 1609872"/>
                  <a:gd name="connsiteY30" fmla="*/ 35490 h 465778"/>
                  <a:gd name="connsiteX31" fmla="*/ 528771 w 1609872"/>
                  <a:gd name="connsiteY31" fmla="*/ 51096 h 465778"/>
                  <a:gd name="connsiteX32" fmla="*/ 618830 w 1609872"/>
                  <a:gd name="connsiteY32" fmla="*/ 71351 h 465778"/>
                  <a:gd name="connsiteX33" fmla="*/ 619724 w 1609872"/>
                  <a:gd name="connsiteY33" fmla="*/ 71722 h 465778"/>
                  <a:gd name="connsiteX34" fmla="*/ 701573 w 1609872"/>
                  <a:gd name="connsiteY34" fmla="*/ 119740 h 465778"/>
                  <a:gd name="connsiteX35" fmla="*/ 782975 w 1609872"/>
                  <a:gd name="connsiteY35" fmla="*/ 164550 h 465778"/>
                  <a:gd name="connsiteX36" fmla="*/ 866896 w 1609872"/>
                  <a:gd name="connsiteY36" fmla="*/ 200739 h 465778"/>
                  <a:gd name="connsiteX37" fmla="*/ 953459 w 1609872"/>
                  <a:gd name="connsiteY37" fmla="*/ 240812 h 465778"/>
                  <a:gd name="connsiteX38" fmla="*/ 1042949 w 1609872"/>
                  <a:gd name="connsiteY38" fmla="*/ 277524 h 465778"/>
                  <a:gd name="connsiteX39" fmla="*/ 1231640 w 1609872"/>
                  <a:gd name="connsiteY39" fmla="*/ 342960 h 465778"/>
                  <a:gd name="connsiteX40" fmla="*/ 1325885 w 1609872"/>
                  <a:gd name="connsiteY40" fmla="*/ 373496 h 465778"/>
                  <a:gd name="connsiteX41" fmla="*/ 1420088 w 1609872"/>
                  <a:gd name="connsiteY41" fmla="*/ 396566 h 465778"/>
                  <a:gd name="connsiteX42" fmla="*/ 1514779 w 1609872"/>
                  <a:gd name="connsiteY42" fmla="*/ 423260 h 465778"/>
                  <a:gd name="connsiteX43" fmla="*/ 1536644 w 1609872"/>
                  <a:gd name="connsiteY43" fmla="*/ 432100 h 465778"/>
                  <a:gd name="connsiteX44" fmla="*/ 1602155 w 1609872"/>
                  <a:gd name="connsiteY44" fmla="*/ 459645 h 465778"/>
                  <a:gd name="connsiteX45" fmla="*/ 1609104 w 1609872"/>
                  <a:gd name="connsiteY45" fmla="*/ 463377 h 465778"/>
                  <a:gd name="connsiteX46" fmla="*/ 1609145 w 1609872"/>
                  <a:gd name="connsiteY46" fmla="*/ 465364 h 465778"/>
                  <a:gd name="connsiteX47" fmla="*/ 1607317 w 1609872"/>
                  <a:gd name="connsiteY47" fmla="*/ 465778 h 46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609872" h="465778">
                    <a:moveTo>
                      <a:pt x="1607398" y="465757"/>
                    </a:moveTo>
                    <a:cubicBezTo>
                      <a:pt x="1606829" y="465757"/>
                      <a:pt x="1606178" y="465647"/>
                      <a:pt x="1605650" y="465385"/>
                    </a:cubicBezTo>
                    <a:lnTo>
                      <a:pt x="1598904" y="461762"/>
                    </a:lnTo>
                    <a:lnTo>
                      <a:pt x="1531848" y="433562"/>
                    </a:lnTo>
                    <a:lnTo>
                      <a:pt x="1512137" y="425618"/>
                    </a:lnTo>
                    <a:lnTo>
                      <a:pt x="1417934" y="399033"/>
                    </a:lnTo>
                    <a:lnTo>
                      <a:pt x="1323568" y="375897"/>
                    </a:lnTo>
                    <a:lnTo>
                      <a:pt x="1228998" y="345318"/>
                    </a:lnTo>
                    <a:lnTo>
                      <a:pt x="1040022" y="279838"/>
                    </a:lnTo>
                    <a:lnTo>
                      <a:pt x="950289" y="243017"/>
                    </a:lnTo>
                    <a:lnTo>
                      <a:pt x="863686" y="202900"/>
                    </a:lnTo>
                    <a:lnTo>
                      <a:pt x="779561" y="166624"/>
                    </a:lnTo>
                    <a:lnTo>
                      <a:pt x="697915" y="121705"/>
                    </a:lnTo>
                    <a:lnTo>
                      <a:pt x="616351" y="73861"/>
                    </a:lnTo>
                    <a:lnTo>
                      <a:pt x="527064" y="53781"/>
                    </a:lnTo>
                    <a:lnTo>
                      <a:pt x="432008" y="37891"/>
                    </a:lnTo>
                    <a:lnTo>
                      <a:pt x="331545" y="23660"/>
                    </a:lnTo>
                    <a:lnTo>
                      <a:pt x="227426" y="3885"/>
                    </a:lnTo>
                    <a:lnTo>
                      <a:pt x="120096" y="7290"/>
                    </a:lnTo>
                    <a:cubicBezTo>
                      <a:pt x="119730" y="7290"/>
                      <a:pt x="119445" y="7290"/>
                      <a:pt x="119161" y="7246"/>
                    </a:cubicBezTo>
                    <a:lnTo>
                      <a:pt x="94208" y="2816"/>
                    </a:lnTo>
                    <a:lnTo>
                      <a:pt x="2687" y="5588"/>
                    </a:lnTo>
                    <a:cubicBezTo>
                      <a:pt x="1345" y="5740"/>
                      <a:pt x="45" y="5042"/>
                      <a:pt x="4" y="4256"/>
                    </a:cubicBezTo>
                    <a:cubicBezTo>
                      <a:pt x="-77" y="3514"/>
                      <a:pt x="1020" y="2816"/>
                      <a:pt x="2402" y="2816"/>
                    </a:cubicBezTo>
                    <a:lnTo>
                      <a:pt x="94411" y="0"/>
                    </a:lnTo>
                    <a:cubicBezTo>
                      <a:pt x="94696" y="0"/>
                      <a:pt x="95021" y="0"/>
                      <a:pt x="95305" y="44"/>
                    </a:cubicBezTo>
                    <a:lnTo>
                      <a:pt x="120258" y="4474"/>
                    </a:lnTo>
                    <a:lnTo>
                      <a:pt x="227710" y="1070"/>
                    </a:lnTo>
                    <a:cubicBezTo>
                      <a:pt x="227995" y="1070"/>
                      <a:pt x="228360" y="1135"/>
                      <a:pt x="228645" y="1179"/>
                    </a:cubicBezTo>
                    <a:lnTo>
                      <a:pt x="333008" y="20997"/>
                    </a:lnTo>
                    <a:lnTo>
                      <a:pt x="435299" y="35490"/>
                    </a:lnTo>
                    <a:lnTo>
                      <a:pt x="528771" y="51096"/>
                    </a:lnTo>
                    <a:lnTo>
                      <a:pt x="618830" y="71351"/>
                    </a:lnTo>
                    <a:cubicBezTo>
                      <a:pt x="619114" y="71460"/>
                      <a:pt x="619480" y="71569"/>
                      <a:pt x="619724" y="71722"/>
                    </a:cubicBezTo>
                    <a:lnTo>
                      <a:pt x="701573" y="119740"/>
                    </a:lnTo>
                    <a:lnTo>
                      <a:pt x="782975" y="164550"/>
                    </a:lnTo>
                    <a:lnTo>
                      <a:pt x="866896" y="200739"/>
                    </a:lnTo>
                    <a:lnTo>
                      <a:pt x="953459" y="240812"/>
                    </a:lnTo>
                    <a:lnTo>
                      <a:pt x="1042949" y="277524"/>
                    </a:lnTo>
                    <a:lnTo>
                      <a:pt x="1231640" y="342960"/>
                    </a:lnTo>
                    <a:lnTo>
                      <a:pt x="1325885" y="373496"/>
                    </a:lnTo>
                    <a:lnTo>
                      <a:pt x="1420088" y="396566"/>
                    </a:lnTo>
                    <a:lnTo>
                      <a:pt x="1514779" y="423260"/>
                    </a:lnTo>
                    <a:lnTo>
                      <a:pt x="1536644" y="432100"/>
                    </a:lnTo>
                    <a:lnTo>
                      <a:pt x="1602155" y="459645"/>
                    </a:lnTo>
                    <a:lnTo>
                      <a:pt x="1609104" y="463377"/>
                    </a:lnTo>
                    <a:cubicBezTo>
                      <a:pt x="1610080" y="463923"/>
                      <a:pt x="1610161" y="464818"/>
                      <a:pt x="1609145" y="465364"/>
                    </a:cubicBezTo>
                    <a:cubicBezTo>
                      <a:pt x="1608657" y="465626"/>
                      <a:pt x="1608007" y="465778"/>
                      <a:pt x="1607317" y="46577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89" name="Freeform: Shape 188">
                <a:extLst>
                  <a:ext uri="{FF2B5EF4-FFF2-40B4-BE49-F238E27FC236}">
                    <a16:creationId xmlns:a16="http://schemas.microsoft.com/office/drawing/2014/main" id="{3F8C98EC-1E51-49F9-817C-2297C623F053}"/>
                  </a:ext>
                </a:extLst>
              </p:cNvPr>
              <p:cNvSpPr/>
              <p:nvPr/>
            </p:nvSpPr>
            <p:spPr>
              <a:xfrm>
                <a:off x="6223104" y="5679930"/>
                <a:ext cx="5968895" cy="987869"/>
              </a:xfrm>
              <a:custGeom>
                <a:avLst/>
                <a:gdLst>
                  <a:gd name="connsiteX0" fmla="*/ 5968896 w 5968895"/>
                  <a:gd name="connsiteY0" fmla="*/ 985032 h 987869"/>
                  <a:gd name="connsiteX1" fmla="*/ 5811741 w 5968895"/>
                  <a:gd name="connsiteY1" fmla="*/ 983962 h 987869"/>
                  <a:gd name="connsiteX2" fmla="*/ 5641175 w 5968895"/>
                  <a:gd name="connsiteY2" fmla="*/ 981889 h 987869"/>
                  <a:gd name="connsiteX3" fmla="*/ 5470608 w 5968895"/>
                  <a:gd name="connsiteY3" fmla="*/ 978789 h 987869"/>
                  <a:gd name="connsiteX4" fmla="*/ 5300652 w 5968895"/>
                  <a:gd name="connsiteY4" fmla="*/ 974577 h 987869"/>
                  <a:gd name="connsiteX5" fmla="*/ 5244772 w 5968895"/>
                  <a:gd name="connsiteY5" fmla="*/ 959124 h 987869"/>
                  <a:gd name="connsiteX6" fmla="*/ 5190112 w 5968895"/>
                  <a:gd name="connsiteY6" fmla="*/ 951288 h 987869"/>
                  <a:gd name="connsiteX7" fmla="*/ 5136710 w 5968895"/>
                  <a:gd name="connsiteY7" fmla="*/ 945046 h 987869"/>
                  <a:gd name="connsiteX8" fmla="*/ 5084609 w 5968895"/>
                  <a:gd name="connsiteY8" fmla="*/ 938694 h 987869"/>
                  <a:gd name="connsiteX9" fmla="*/ 5033404 w 5968895"/>
                  <a:gd name="connsiteY9" fmla="*/ 930924 h 987869"/>
                  <a:gd name="connsiteX10" fmla="*/ 5032793 w 5968895"/>
                  <a:gd name="connsiteY10" fmla="*/ 930924 h 987869"/>
                  <a:gd name="connsiteX11" fmla="*/ 4956878 w 5968895"/>
                  <a:gd name="connsiteY11" fmla="*/ 930705 h 987869"/>
                  <a:gd name="connsiteX12" fmla="*/ 3347331 w 5968895"/>
                  <a:gd name="connsiteY12" fmla="*/ 469292 h 987869"/>
                  <a:gd name="connsiteX13" fmla="*/ 3325304 w 5968895"/>
                  <a:gd name="connsiteY13" fmla="*/ 457724 h 987869"/>
                  <a:gd name="connsiteX14" fmla="*/ 3324695 w 5968895"/>
                  <a:gd name="connsiteY14" fmla="*/ 457506 h 987869"/>
                  <a:gd name="connsiteX15" fmla="*/ 3324003 w 5968895"/>
                  <a:gd name="connsiteY15" fmla="*/ 457353 h 987869"/>
                  <a:gd name="connsiteX16" fmla="*/ 3291857 w 5968895"/>
                  <a:gd name="connsiteY16" fmla="*/ 453141 h 987869"/>
                  <a:gd name="connsiteX17" fmla="*/ 3266661 w 5968895"/>
                  <a:gd name="connsiteY17" fmla="*/ 451635 h 987869"/>
                  <a:gd name="connsiteX18" fmla="*/ 3236587 w 5968895"/>
                  <a:gd name="connsiteY18" fmla="*/ 453446 h 987869"/>
                  <a:gd name="connsiteX19" fmla="*/ 3225289 w 5968895"/>
                  <a:gd name="connsiteY19" fmla="*/ 450151 h 987869"/>
                  <a:gd name="connsiteX20" fmla="*/ 3224111 w 5968895"/>
                  <a:gd name="connsiteY20" fmla="*/ 449998 h 987869"/>
                  <a:gd name="connsiteX21" fmla="*/ 3119137 w 5968895"/>
                  <a:gd name="connsiteY21" fmla="*/ 449823 h 987869"/>
                  <a:gd name="connsiteX22" fmla="*/ 2637147 w 5968895"/>
                  <a:gd name="connsiteY22" fmla="*/ 304349 h 987869"/>
                  <a:gd name="connsiteX23" fmla="*/ 2635968 w 5968895"/>
                  <a:gd name="connsiteY23" fmla="*/ 304196 h 987869"/>
                  <a:gd name="connsiteX24" fmla="*/ 2547861 w 5968895"/>
                  <a:gd name="connsiteY24" fmla="*/ 304087 h 987869"/>
                  <a:gd name="connsiteX25" fmla="*/ 2534571 w 5968895"/>
                  <a:gd name="connsiteY25" fmla="*/ 299875 h 987869"/>
                  <a:gd name="connsiteX26" fmla="*/ 2533272 w 5968895"/>
                  <a:gd name="connsiteY26" fmla="*/ 299722 h 987869"/>
                  <a:gd name="connsiteX27" fmla="*/ 2357543 w 5968895"/>
                  <a:gd name="connsiteY27" fmla="*/ 299504 h 987869"/>
                  <a:gd name="connsiteX28" fmla="*/ 2296421 w 5968895"/>
                  <a:gd name="connsiteY28" fmla="*/ 278943 h 987869"/>
                  <a:gd name="connsiteX29" fmla="*/ 2284513 w 5968895"/>
                  <a:gd name="connsiteY29" fmla="*/ 261678 h 987869"/>
                  <a:gd name="connsiteX30" fmla="*/ 2272403 w 5968895"/>
                  <a:gd name="connsiteY30" fmla="*/ 240943 h 987869"/>
                  <a:gd name="connsiteX31" fmla="*/ 2260292 w 5968895"/>
                  <a:gd name="connsiteY31" fmla="*/ 219204 h 987869"/>
                  <a:gd name="connsiteX32" fmla="*/ 2248385 w 5968895"/>
                  <a:gd name="connsiteY32" fmla="*/ 195653 h 987869"/>
                  <a:gd name="connsiteX33" fmla="*/ 2237859 w 5968895"/>
                  <a:gd name="connsiteY33" fmla="*/ 169330 h 987869"/>
                  <a:gd name="connsiteX34" fmla="*/ 2229121 w 5968895"/>
                  <a:gd name="connsiteY34" fmla="*/ 138206 h 987869"/>
                  <a:gd name="connsiteX35" fmla="*/ 2221887 w 5968895"/>
                  <a:gd name="connsiteY35" fmla="*/ 110661 h 987869"/>
                  <a:gd name="connsiteX36" fmla="*/ 2216239 w 5968895"/>
                  <a:gd name="connsiteY36" fmla="*/ 83967 h 987869"/>
                  <a:gd name="connsiteX37" fmla="*/ 2208191 w 5968895"/>
                  <a:gd name="connsiteY37" fmla="*/ 31212 h 987869"/>
                  <a:gd name="connsiteX38" fmla="*/ 2207704 w 5968895"/>
                  <a:gd name="connsiteY38" fmla="*/ 30470 h 987869"/>
                  <a:gd name="connsiteX39" fmla="*/ 2203762 w 5968895"/>
                  <a:gd name="connsiteY39" fmla="*/ 27654 h 987869"/>
                  <a:gd name="connsiteX40" fmla="*/ 2202583 w 5968895"/>
                  <a:gd name="connsiteY40" fmla="*/ 27174 h 987869"/>
                  <a:gd name="connsiteX41" fmla="*/ 2123295 w 5968895"/>
                  <a:gd name="connsiteY41" fmla="*/ 11459 h 987869"/>
                  <a:gd name="connsiteX42" fmla="*/ 2040633 w 5968895"/>
                  <a:gd name="connsiteY42" fmla="*/ 0 h 987869"/>
                  <a:gd name="connsiteX43" fmla="*/ 2039454 w 5968895"/>
                  <a:gd name="connsiteY43" fmla="*/ 0 h 987869"/>
                  <a:gd name="connsiteX44" fmla="*/ 1954435 w 5968895"/>
                  <a:gd name="connsiteY44" fmla="*/ 10826 h 987869"/>
                  <a:gd name="connsiteX45" fmla="*/ 1867628 w 5968895"/>
                  <a:gd name="connsiteY45" fmla="*/ 21215 h 987869"/>
                  <a:gd name="connsiteX46" fmla="*/ 1780009 w 5968895"/>
                  <a:gd name="connsiteY46" fmla="*/ 29160 h 987869"/>
                  <a:gd name="connsiteX47" fmla="*/ 1692795 w 5968895"/>
                  <a:gd name="connsiteY47" fmla="*/ 36188 h 987869"/>
                  <a:gd name="connsiteX48" fmla="*/ 1606963 w 5968895"/>
                  <a:gd name="connsiteY48" fmla="*/ 46578 h 987869"/>
                  <a:gd name="connsiteX49" fmla="*/ 1522514 w 5968895"/>
                  <a:gd name="connsiteY49" fmla="*/ 56487 h 987869"/>
                  <a:gd name="connsiteX50" fmla="*/ 1439567 w 5968895"/>
                  <a:gd name="connsiteY50" fmla="*/ 69016 h 987869"/>
                  <a:gd name="connsiteX51" fmla="*/ 1358694 w 5968895"/>
                  <a:gd name="connsiteY51" fmla="*/ 82657 h 987869"/>
                  <a:gd name="connsiteX52" fmla="*/ 1279202 w 5968895"/>
                  <a:gd name="connsiteY52" fmla="*/ 97412 h 987869"/>
                  <a:gd name="connsiteX53" fmla="*/ 1200116 w 5968895"/>
                  <a:gd name="connsiteY53" fmla="*/ 109198 h 987869"/>
                  <a:gd name="connsiteX54" fmla="*/ 1121234 w 5968895"/>
                  <a:gd name="connsiteY54" fmla="*/ 118889 h 987869"/>
                  <a:gd name="connsiteX55" fmla="*/ 1042636 w 5968895"/>
                  <a:gd name="connsiteY55" fmla="*/ 125503 h 987869"/>
                  <a:gd name="connsiteX56" fmla="*/ 963185 w 5968895"/>
                  <a:gd name="connsiteY56" fmla="*/ 125939 h 987869"/>
                  <a:gd name="connsiteX57" fmla="*/ 883328 w 5968895"/>
                  <a:gd name="connsiteY57" fmla="*/ 135848 h 987869"/>
                  <a:gd name="connsiteX58" fmla="*/ 803876 w 5968895"/>
                  <a:gd name="connsiteY58" fmla="*/ 150036 h 987869"/>
                  <a:gd name="connsiteX59" fmla="*/ 724303 w 5968895"/>
                  <a:gd name="connsiteY59" fmla="*/ 161320 h 987869"/>
                  <a:gd name="connsiteX60" fmla="*/ 645218 w 5968895"/>
                  <a:gd name="connsiteY60" fmla="*/ 166537 h 987869"/>
                  <a:gd name="connsiteX61" fmla="*/ 566661 w 5968895"/>
                  <a:gd name="connsiteY61" fmla="*/ 164463 h 987869"/>
                  <a:gd name="connsiteX62" fmla="*/ 487494 w 5968895"/>
                  <a:gd name="connsiteY62" fmla="*/ 153375 h 987869"/>
                  <a:gd name="connsiteX63" fmla="*/ 408043 w 5968895"/>
                  <a:gd name="connsiteY63" fmla="*/ 151454 h 987869"/>
                  <a:gd name="connsiteX64" fmla="*/ 328470 w 5968895"/>
                  <a:gd name="connsiteY64" fmla="*/ 155339 h 987869"/>
                  <a:gd name="connsiteX65" fmla="*/ 248815 w 5968895"/>
                  <a:gd name="connsiteY65" fmla="*/ 154488 h 987869"/>
                  <a:gd name="connsiteX66" fmla="*/ 168267 w 5968895"/>
                  <a:gd name="connsiteY66" fmla="*/ 148137 h 987869"/>
                  <a:gd name="connsiteX67" fmla="*/ 87027 w 5968895"/>
                  <a:gd name="connsiteY67" fmla="*/ 138708 h 987869"/>
                  <a:gd name="connsiteX68" fmla="*/ 3594 w 5968895"/>
                  <a:gd name="connsiteY68" fmla="*/ 117339 h 987869"/>
                  <a:gd name="connsiteX69" fmla="*/ 220 w 5968895"/>
                  <a:gd name="connsiteY69" fmla="*/ 118038 h 987869"/>
                  <a:gd name="connsiteX70" fmla="*/ 1521 w 5968895"/>
                  <a:gd name="connsiteY70" fmla="*/ 119893 h 987869"/>
                  <a:gd name="connsiteX71" fmla="*/ 85443 w 5968895"/>
                  <a:gd name="connsiteY71" fmla="*/ 141371 h 987869"/>
                  <a:gd name="connsiteX72" fmla="*/ 167373 w 5968895"/>
                  <a:gd name="connsiteY72" fmla="*/ 150909 h 987869"/>
                  <a:gd name="connsiteX73" fmla="*/ 248450 w 5968895"/>
                  <a:gd name="connsiteY73" fmla="*/ 157260 h 987869"/>
                  <a:gd name="connsiteX74" fmla="*/ 328714 w 5968895"/>
                  <a:gd name="connsiteY74" fmla="*/ 158155 h 987869"/>
                  <a:gd name="connsiteX75" fmla="*/ 408205 w 5968895"/>
                  <a:gd name="connsiteY75" fmla="*/ 154270 h 987869"/>
                  <a:gd name="connsiteX76" fmla="*/ 486803 w 5968895"/>
                  <a:gd name="connsiteY76" fmla="*/ 156125 h 987869"/>
                  <a:gd name="connsiteX77" fmla="*/ 565970 w 5968895"/>
                  <a:gd name="connsiteY77" fmla="*/ 167213 h 987869"/>
                  <a:gd name="connsiteX78" fmla="*/ 645543 w 5968895"/>
                  <a:gd name="connsiteY78" fmla="*/ 169352 h 987869"/>
                  <a:gd name="connsiteX79" fmla="*/ 725401 w 5968895"/>
                  <a:gd name="connsiteY79" fmla="*/ 164070 h 987869"/>
                  <a:gd name="connsiteX80" fmla="*/ 805380 w 5968895"/>
                  <a:gd name="connsiteY80" fmla="*/ 152720 h 987869"/>
                  <a:gd name="connsiteX81" fmla="*/ 884872 w 5968895"/>
                  <a:gd name="connsiteY81" fmla="*/ 138555 h 987869"/>
                  <a:gd name="connsiteX82" fmla="*/ 963957 w 5968895"/>
                  <a:gd name="connsiteY82" fmla="*/ 128689 h 987869"/>
                  <a:gd name="connsiteX83" fmla="*/ 1043327 w 5968895"/>
                  <a:gd name="connsiteY83" fmla="*/ 128275 h 987869"/>
                  <a:gd name="connsiteX84" fmla="*/ 1122413 w 5968895"/>
                  <a:gd name="connsiteY84" fmla="*/ 121661 h 987869"/>
                  <a:gd name="connsiteX85" fmla="*/ 1201498 w 5968895"/>
                  <a:gd name="connsiteY85" fmla="*/ 111970 h 987869"/>
                  <a:gd name="connsiteX86" fmla="*/ 1280868 w 5968895"/>
                  <a:gd name="connsiteY86" fmla="*/ 100140 h 987869"/>
                  <a:gd name="connsiteX87" fmla="*/ 1360319 w 5968895"/>
                  <a:gd name="connsiteY87" fmla="*/ 85320 h 987869"/>
                  <a:gd name="connsiteX88" fmla="*/ 1441071 w 5968895"/>
                  <a:gd name="connsiteY88" fmla="*/ 71678 h 987869"/>
                  <a:gd name="connsiteX89" fmla="*/ 1523814 w 5968895"/>
                  <a:gd name="connsiteY89" fmla="*/ 59215 h 987869"/>
                  <a:gd name="connsiteX90" fmla="*/ 1597332 w 5968895"/>
                  <a:gd name="connsiteY90" fmla="*/ 50572 h 987869"/>
                  <a:gd name="connsiteX91" fmla="*/ 1693771 w 5968895"/>
                  <a:gd name="connsiteY91" fmla="*/ 38960 h 987869"/>
                  <a:gd name="connsiteX92" fmla="*/ 1780903 w 5968895"/>
                  <a:gd name="connsiteY92" fmla="*/ 31932 h 987869"/>
                  <a:gd name="connsiteX93" fmla="*/ 1868604 w 5968895"/>
                  <a:gd name="connsiteY93" fmla="*/ 23987 h 987869"/>
                  <a:gd name="connsiteX94" fmla="*/ 1955614 w 5968895"/>
                  <a:gd name="connsiteY94" fmla="*/ 13554 h 987869"/>
                  <a:gd name="connsiteX95" fmla="*/ 2040064 w 5968895"/>
                  <a:gd name="connsiteY95" fmla="*/ 2837 h 987869"/>
                  <a:gd name="connsiteX96" fmla="*/ 2121913 w 5968895"/>
                  <a:gd name="connsiteY96" fmla="*/ 14144 h 987869"/>
                  <a:gd name="connsiteX97" fmla="*/ 2199820 w 5968895"/>
                  <a:gd name="connsiteY97" fmla="*/ 29597 h 987869"/>
                  <a:gd name="connsiteX98" fmla="*/ 2203396 w 5968895"/>
                  <a:gd name="connsiteY98" fmla="*/ 31889 h 987869"/>
                  <a:gd name="connsiteX99" fmla="*/ 2211321 w 5968895"/>
                  <a:gd name="connsiteY99" fmla="*/ 84272 h 987869"/>
                  <a:gd name="connsiteX100" fmla="*/ 2216970 w 5968895"/>
                  <a:gd name="connsiteY100" fmla="*/ 111075 h 987869"/>
                  <a:gd name="connsiteX101" fmla="*/ 2224204 w 5968895"/>
                  <a:gd name="connsiteY101" fmla="*/ 138620 h 987869"/>
                  <a:gd name="connsiteX102" fmla="*/ 2233023 w 5968895"/>
                  <a:gd name="connsiteY102" fmla="*/ 169898 h 987869"/>
                  <a:gd name="connsiteX103" fmla="*/ 2243630 w 5968895"/>
                  <a:gd name="connsiteY103" fmla="*/ 196373 h 987869"/>
                  <a:gd name="connsiteX104" fmla="*/ 2255537 w 5968895"/>
                  <a:gd name="connsiteY104" fmla="*/ 220033 h 987869"/>
                  <a:gd name="connsiteX105" fmla="*/ 2267648 w 5968895"/>
                  <a:gd name="connsiteY105" fmla="*/ 241838 h 987869"/>
                  <a:gd name="connsiteX106" fmla="*/ 2279840 w 5968895"/>
                  <a:gd name="connsiteY106" fmla="*/ 262682 h 987869"/>
                  <a:gd name="connsiteX107" fmla="*/ 2292032 w 5968895"/>
                  <a:gd name="connsiteY107" fmla="*/ 280427 h 987869"/>
                  <a:gd name="connsiteX108" fmla="*/ 2293129 w 5968895"/>
                  <a:gd name="connsiteY108" fmla="*/ 281126 h 987869"/>
                  <a:gd name="connsiteX109" fmla="*/ 2355511 w 5968895"/>
                  <a:gd name="connsiteY109" fmla="*/ 302167 h 987869"/>
                  <a:gd name="connsiteX110" fmla="*/ 2356812 w 5968895"/>
                  <a:gd name="connsiteY110" fmla="*/ 302319 h 987869"/>
                  <a:gd name="connsiteX111" fmla="*/ 2532621 w 5968895"/>
                  <a:gd name="connsiteY111" fmla="*/ 302581 h 987869"/>
                  <a:gd name="connsiteX112" fmla="*/ 2545991 w 5968895"/>
                  <a:gd name="connsiteY112" fmla="*/ 306728 h 987869"/>
                  <a:gd name="connsiteX113" fmla="*/ 2547211 w 5968895"/>
                  <a:gd name="connsiteY113" fmla="*/ 306947 h 987869"/>
                  <a:gd name="connsiteX114" fmla="*/ 2635318 w 5968895"/>
                  <a:gd name="connsiteY114" fmla="*/ 307056 h 987869"/>
                  <a:gd name="connsiteX115" fmla="*/ 3117309 w 5968895"/>
                  <a:gd name="connsiteY115" fmla="*/ 452530 h 987869"/>
                  <a:gd name="connsiteX116" fmla="*/ 3118488 w 5968895"/>
                  <a:gd name="connsiteY116" fmla="*/ 452682 h 987869"/>
                  <a:gd name="connsiteX117" fmla="*/ 3223541 w 5968895"/>
                  <a:gd name="connsiteY117" fmla="*/ 452835 h 987869"/>
                  <a:gd name="connsiteX118" fmla="*/ 3234961 w 5968895"/>
                  <a:gd name="connsiteY118" fmla="*/ 456197 h 987869"/>
                  <a:gd name="connsiteX119" fmla="*/ 3236424 w 5968895"/>
                  <a:gd name="connsiteY119" fmla="*/ 456371 h 987869"/>
                  <a:gd name="connsiteX120" fmla="*/ 3266701 w 5968895"/>
                  <a:gd name="connsiteY120" fmla="*/ 454516 h 987869"/>
                  <a:gd name="connsiteX121" fmla="*/ 3291004 w 5968895"/>
                  <a:gd name="connsiteY121" fmla="*/ 455956 h 987869"/>
                  <a:gd name="connsiteX122" fmla="*/ 3322541 w 5968895"/>
                  <a:gd name="connsiteY122" fmla="*/ 460103 h 987869"/>
                  <a:gd name="connsiteX123" fmla="*/ 3344079 w 5968895"/>
                  <a:gd name="connsiteY123" fmla="*/ 471497 h 987869"/>
                  <a:gd name="connsiteX124" fmla="*/ 3344689 w 5968895"/>
                  <a:gd name="connsiteY124" fmla="*/ 471715 h 987869"/>
                  <a:gd name="connsiteX125" fmla="*/ 4954724 w 5968895"/>
                  <a:gd name="connsiteY125" fmla="*/ 933303 h 987869"/>
                  <a:gd name="connsiteX126" fmla="*/ 4956432 w 5968895"/>
                  <a:gd name="connsiteY126" fmla="*/ 933565 h 987869"/>
                  <a:gd name="connsiteX127" fmla="*/ 5032428 w 5968895"/>
                  <a:gd name="connsiteY127" fmla="*/ 933718 h 987869"/>
                  <a:gd name="connsiteX128" fmla="*/ 5083432 w 5968895"/>
                  <a:gd name="connsiteY128" fmla="*/ 941444 h 987869"/>
                  <a:gd name="connsiteX129" fmla="*/ 5135735 w 5968895"/>
                  <a:gd name="connsiteY129" fmla="*/ 947839 h 987869"/>
                  <a:gd name="connsiteX130" fmla="*/ 5188892 w 5968895"/>
                  <a:gd name="connsiteY130" fmla="*/ 954016 h 987869"/>
                  <a:gd name="connsiteX131" fmla="*/ 5242983 w 5968895"/>
                  <a:gd name="connsiteY131" fmla="*/ 961808 h 987869"/>
                  <a:gd name="connsiteX132" fmla="*/ 5298945 w 5968895"/>
                  <a:gd name="connsiteY132" fmla="*/ 977218 h 987869"/>
                  <a:gd name="connsiteX133" fmla="*/ 5299920 w 5968895"/>
                  <a:gd name="connsiteY133" fmla="*/ 977371 h 987869"/>
                  <a:gd name="connsiteX134" fmla="*/ 5470365 w 5968895"/>
                  <a:gd name="connsiteY134" fmla="*/ 981627 h 987869"/>
                  <a:gd name="connsiteX135" fmla="*/ 5641012 w 5968895"/>
                  <a:gd name="connsiteY135" fmla="*/ 984726 h 987869"/>
                  <a:gd name="connsiteX136" fmla="*/ 5811660 w 5968895"/>
                  <a:gd name="connsiteY136" fmla="*/ 986756 h 987869"/>
                  <a:gd name="connsiteX137" fmla="*/ 5968814 w 5968895"/>
                  <a:gd name="connsiteY137" fmla="*/ 987869 h 987869"/>
                  <a:gd name="connsiteX138" fmla="*/ 5968814 w 5968895"/>
                  <a:gd name="connsiteY138" fmla="*/ 985032 h 987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968895" h="987869">
                    <a:moveTo>
                      <a:pt x="5968896" y="985032"/>
                    </a:moveTo>
                    <a:lnTo>
                      <a:pt x="5811741" y="983962"/>
                    </a:lnTo>
                    <a:lnTo>
                      <a:pt x="5641175" y="981889"/>
                    </a:lnTo>
                    <a:lnTo>
                      <a:pt x="5470608" y="978789"/>
                    </a:lnTo>
                    <a:lnTo>
                      <a:pt x="5300652" y="974577"/>
                    </a:lnTo>
                    <a:lnTo>
                      <a:pt x="5244772" y="959124"/>
                    </a:lnTo>
                    <a:lnTo>
                      <a:pt x="5190112" y="951288"/>
                    </a:lnTo>
                    <a:lnTo>
                      <a:pt x="5136710" y="945046"/>
                    </a:lnTo>
                    <a:lnTo>
                      <a:pt x="5084609" y="938694"/>
                    </a:lnTo>
                    <a:lnTo>
                      <a:pt x="5033404" y="930924"/>
                    </a:lnTo>
                    <a:lnTo>
                      <a:pt x="5032793" y="930924"/>
                    </a:lnTo>
                    <a:lnTo>
                      <a:pt x="4956878" y="930705"/>
                    </a:lnTo>
                    <a:lnTo>
                      <a:pt x="3347331" y="469292"/>
                    </a:lnTo>
                    <a:lnTo>
                      <a:pt x="3325304" y="457724"/>
                    </a:lnTo>
                    <a:lnTo>
                      <a:pt x="3324695" y="457506"/>
                    </a:lnTo>
                    <a:cubicBezTo>
                      <a:pt x="3324410" y="457462"/>
                      <a:pt x="3324207" y="457397"/>
                      <a:pt x="3324003" y="457353"/>
                    </a:cubicBezTo>
                    <a:lnTo>
                      <a:pt x="3291857" y="453141"/>
                    </a:lnTo>
                    <a:lnTo>
                      <a:pt x="3266661" y="451635"/>
                    </a:lnTo>
                    <a:lnTo>
                      <a:pt x="3236587" y="453446"/>
                    </a:lnTo>
                    <a:lnTo>
                      <a:pt x="3225289" y="450151"/>
                    </a:lnTo>
                    <a:cubicBezTo>
                      <a:pt x="3224883" y="450041"/>
                      <a:pt x="3224517" y="449998"/>
                      <a:pt x="3224111" y="449998"/>
                    </a:cubicBezTo>
                    <a:lnTo>
                      <a:pt x="3119137" y="449823"/>
                    </a:lnTo>
                    <a:lnTo>
                      <a:pt x="2637147" y="304349"/>
                    </a:lnTo>
                    <a:cubicBezTo>
                      <a:pt x="2636741" y="304240"/>
                      <a:pt x="2636334" y="304196"/>
                      <a:pt x="2635968" y="304196"/>
                    </a:cubicBezTo>
                    <a:lnTo>
                      <a:pt x="2547861" y="304087"/>
                    </a:lnTo>
                    <a:lnTo>
                      <a:pt x="2534571" y="299875"/>
                    </a:lnTo>
                    <a:cubicBezTo>
                      <a:pt x="2534165" y="299766"/>
                      <a:pt x="2533677" y="299722"/>
                      <a:pt x="2533272" y="299722"/>
                    </a:cubicBezTo>
                    <a:lnTo>
                      <a:pt x="2357543" y="299504"/>
                    </a:lnTo>
                    <a:lnTo>
                      <a:pt x="2296421" y="278943"/>
                    </a:lnTo>
                    <a:lnTo>
                      <a:pt x="2284513" y="261678"/>
                    </a:lnTo>
                    <a:lnTo>
                      <a:pt x="2272403" y="240943"/>
                    </a:lnTo>
                    <a:lnTo>
                      <a:pt x="2260292" y="219204"/>
                    </a:lnTo>
                    <a:lnTo>
                      <a:pt x="2248385" y="195653"/>
                    </a:lnTo>
                    <a:lnTo>
                      <a:pt x="2237859" y="169330"/>
                    </a:lnTo>
                    <a:lnTo>
                      <a:pt x="2229121" y="138206"/>
                    </a:lnTo>
                    <a:lnTo>
                      <a:pt x="2221887" y="110661"/>
                    </a:lnTo>
                    <a:lnTo>
                      <a:pt x="2216239" y="83967"/>
                    </a:lnTo>
                    <a:lnTo>
                      <a:pt x="2208191" y="31212"/>
                    </a:lnTo>
                    <a:cubicBezTo>
                      <a:pt x="2208191" y="30950"/>
                      <a:pt x="2207989" y="30688"/>
                      <a:pt x="2207704" y="30470"/>
                    </a:cubicBezTo>
                    <a:lnTo>
                      <a:pt x="2203762" y="27654"/>
                    </a:lnTo>
                    <a:cubicBezTo>
                      <a:pt x="2203477" y="27436"/>
                      <a:pt x="2203072" y="27283"/>
                      <a:pt x="2202583" y="27174"/>
                    </a:cubicBezTo>
                    <a:lnTo>
                      <a:pt x="2123295" y="11459"/>
                    </a:lnTo>
                    <a:lnTo>
                      <a:pt x="2040633" y="0"/>
                    </a:lnTo>
                    <a:lnTo>
                      <a:pt x="2039454" y="0"/>
                    </a:lnTo>
                    <a:lnTo>
                      <a:pt x="1954435" y="10826"/>
                    </a:lnTo>
                    <a:lnTo>
                      <a:pt x="1867628" y="21215"/>
                    </a:lnTo>
                    <a:lnTo>
                      <a:pt x="1780009" y="29160"/>
                    </a:lnTo>
                    <a:lnTo>
                      <a:pt x="1692795" y="36188"/>
                    </a:lnTo>
                    <a:lnTo>
                      <a:pt x="1606963" y="46578"/>
                    </a:lnTo>
                    <a:lnTo>
                      <a:pt x="1522514" y="56487"/>
                    </a:lnTo>
                    <a:lnTo>
                      <a:pt x="1439567" y="69016"/>
                    </a:lnTo>
                    <a:lnTo>
                      <a:pt x="1358694" y="82657"/>
                    </a:lnTo>
                    <a:lnTo>
                      <a:pt x="1279202" y="97412"/>
                    </a:lnTo>
                    <a:lnTo>
                      <a:pt x="1200116" y="109198"/>
                    </a:lnTo>
                    <a:lnTo>
                      <a:pt x="1121234" y="118889"/>
                    </a:lnTo>
                    <a:lnTo>
                      <a:pt x="1042636" y="125503"/>
                    </a:lnTo>
                    <a:lnTo>
                      <a:pt x="963185" y="125939"/>
                    </a:lnTo>
                    <a:lnTo>
                      <a:pt x="883328" y="135848"/>
                    </a:lnTo>
                    <a:lnTo>
                      <a:pt x="803876" y="150036"/>
                    </a:lnTo>
                    <a:lnTo>
                      <a:pt x="724303" y="161320"/>
                    </a:lnTo>
                    <a:lnTo>
                      <a:pt x="645218" y="166537"/>
                    </a:lnTo>
                    <a:lnTo>
                      <a:pt x="566661" y="164463"/>
                    </a:lnTo>
                    <a:lnTo>
                      <a:pt x="487494" y="153375"/>
                    </a:lnTo>
                    <a:lnTo>
                      <a:pt x="408043" y="151454"/>
                    </a:lnTo>
                    <a:lnTo>
                      <a:pt x="328470" y="155339"/>
                    </a:lnTo>
                    <a:lnTo>
                      <a:pt x="248815" y="154488"/>
                    </a:lnTo>
                    <a:lnTo>
                      <a:pt x="168267" y="148137"/>
                    </a:lnTo>
                    <a:lnTo>
                      <a:pt x="87027" y="138708"/>
                    </a:lnTo>
                    <a:lnTo>
                      <a:pt x="3594" y="117339"/>
                    </a:lnTo>
                    <a:cubicBezTo>
                      <a:pt x="2293" y="117012"/>
                      <a:pt x="830" y="117339"/>
                      <a:pt x="220" y="118038"/>
                    </a:cubicBezTo>
                    <a:cubicBezTo>
                      <a:pt x="-349" y="118736"/>
                      <a:pt x="220" y="119588"/>
                      <a:pt x="1521" y="119893"/>
                    </a:cubicBezTo>
                    <a:lnTo>
                      <a:pt x="85443" y="141371"/>
                    </a:lnTo>
                    <a:lnTo>
                      <a:pt x="167373" y="150909"/>
                    </a:lnTo>
                    <a:lnTo>
                      <a:pt x="248450" y="157260"/>
                    </a:lnTo>
                    <a:lnTo>
                      <a:pt x="328714" y="158155"/>
                    </a:lnTo>
                    <a:lnTo>
                      <a:pt x="408205" y="154270"/>
                    </a:lnTo>
                    <a:lnTo>
                      <a:pt x="486803" y="156125"/>
                    </a:lnTo>
                    <a:lnTo>
                      <a:pt x="565970" y="167213"/>
                    </a:lnTo>
                    <a:lnTo>
                      <a:pt x="645543" y="169352"/>
                    </a:lnTo>
                    <a:lnTo>
                      <a:pt x="725401" y="164070"/>
                    </a:lnTo>
                    <a:lnTo>
                      <a:pt x="805380" y="152720"/>
                    </a:lnTo>
                    <a:lnTo>
                      <a:pt x="884872" y="138555"/>
                    </a:lnTo>
                    <a:lnTo>
                      <a:pt x="963957" y="128689"/>
                    </a:lnTo>
                    <a:lnTo>
                      <a:pt x="1043327" y="128275"/>
                    </a:lnTo>
                    <a:lnTo>
                      <a:pt x="1122413" y="121661"/>
                    </a:lnTo>
                    <a:lnTo>
                      <a:pt x="1201498" y="111970"/>
                    </a:lnTo>
                    <a:lnTo>
                      <a:pt x="1280868" y="100140"/>
                    </a:lnTo>
                    <a:lnTo>
                      <a:pt x="1360319" y="85320"/>
                    </a:lnTo>
                    <a:lnTo>
                      <a:pt x="1441071" y="71678"/>
                    </a:lnTo>
                    <a:lnTo>
                      <a:pt x="1523814" y="59215"/>
                    </a:lnTo>
                    <a:lnTo>
                      <a:pt x="1597332" y="50572"/>
                    </a:lnTo>
                    <a:lnTo>
                      <a:pt x="1693771" y="38960"/>
                    </a:lnTo>
                    <a:lnTo>
                      <a:pt x="1780903" y="31932"/>
                    </a:lnTo>
                    <a:lnTo>
                      <a:pt x="1868604" y="23987"/>
                    </a:lnTo>
                    <a:lnTo>
                      <a:pt x="1955614" y="13554"/>
                    </a:lnTo>
                    <a:lnTo>
                      <a:pt x="2040064" y="2837"/>
                    </a:lnTo>
                    <a:lnTo>
                      <a:pt x="2121913" y="14144"/>
                    </a:lnTo>
                    <a:lnTo>
                      <a:pt x="2199820" y="29597"/>
                    </a:lnTo>
                    <a:lnTo>
                      <a:pt x="2203396" y="31889"/>
                    </a:lnTo>
                    <a:lnTo>
                      <a:pt x="2211321" y="84272"/>
                    </a:lnTo>
                    <a:lnTo>
                      <a:pt x="2216970" y="111075"/>
                    </a:lnTo>
                    <a:lnTo>
                      <a:pt x="2224204" y="138620"/>
                    </a:lnTo>
                    <a:lnTo>
                      <a:pt x="2233023" y="169898"/>
                    </a:lnTo>
                    <a:lnTo>
                      <a:pt x="2243630" y="196373"/>
                    </a:lnTo>
                    <a:lnTo>
                      <a:pt x="2255537" y="220033"/>
                    </a:lnTo>
                    <a:lnTo>
                      <a:pt x="2267648" y="241838"/>
                    </a:lnTo>
                    <a:lnTo>
                      <a:pt x="2279840" y="262682"/>
                    </a:lnTo>
                    <a:lnTo>
                      <a:pt x="2292032" y="280427"/>
                    </a:lnTo>
                    <a:cubicBezTo>
                      <a:pt x="2292235" y="280689"/>
                      <a:pt x="2292641" y="280951"/>
                      <a:pt x="2293129" y="281126"/>
                    </a:cubicBezTo>
                    <a:lnTo>
                      <a:pt x="2355511" y="302167"/>
                    </a:lnTo>
                    <a:cubicBezTo>
                      <a:pt x="2355918" y="302276"/>
                      <a:pt x="2356406" y="302319"/>
                      <a:pt x="2356812" y="302319"/>
                    </a:cubicBezTo>
                    <a:lnTo>
                      <a:pt x="2532621" y="302581"/>
                    </a:lnTo>
                    <a:lnTo>
                      <a:pt x="2545991" y="306728"/>
                    </a:lnTo>
                    <a:cubicBezTo>
                      <a:pt x="2546317" y="306881"/>
                      <a:pt x="2546804" y="306947"/>
                      <a:pt x="2547211" y="306947"/>
                    </a:cubicBezTo>
                    <a:lnTo>
                      <a:pt x="2635318" y="307056"/>
                    </a:lnTo>
                    <a:lnTo>
                      <a:pt x="3117309" y="452530"/>
                    </a:lnTo>
                    <a:cubicBezTo>
                      <a:pt x="3117715" y="452639"/>
                      <a:pt x="3118081" y="452682"/>
                      <a:pt x="3118488" y="452682"/>
                    </a:cubicBezTo>
                    <a:lnTo>
                      <a:pt x="3223541" y="452835"/>
                    </a:lnTo>
                    <a:lnTo>
                      <a:pt x="3234961" y="456197"/>
                    </a:lnTo>
                    <a:cubicBezTo>
                      <a:pt x="3235449" y="456306"/>
                      <a:pt x="3235937" y="456371"/>
                      <a:pt x="3236424" y="456371"/>
                    </a:cubicBezTo>
                    <a:lnTo>
                      <a:pt x="3266701" y="454516"/>
                    </a:lnTo>
                    <a:lnTo>
                      <a:pt x="3291004" y="455956"/>
                    </a:lnTo>
                    <a:lnTo>
                      <a:pt x="3322541" y="460103"/>
                    </a:lnTo>
                    <a:lnTo>
                      <a:pt x="3344079" y="471497"/>
                    </a:lnTo>
                    <a:cubicBezTo>
                      <a:pt x="3344283" y="471606"/>
                      <a:pt x="3344486" y="471650"/>
                      <a:pt x="3344689" y="471715"/>
                    </a:cubicBezTo>
                    <a:lnTo>
                      <a:pt x="4954724" y="933303"/>
                    </a:lnTo>
                    <a:cubicBezTo>
                      <a:pt x="4955131" y="933456"/>
                      <a:pt x="4955903" y="933565"/>
                      <a:pt x="4956432" y="933565"/>
                    </a:cubicBezTo>
                    <a:lnTo>
                      <a:pt x="5032428" y="933718"/>
                    </a:lnTo>
                    <a:lnTo>
                      <a:pt x="5083432" y="941444"/>
                    </a:lnTo>
                    <a:lnTo>
                      <a:pt x="5135735" y="947839"/>
                    </a:lnTo>
                    <a:lnTo>
                      <a:pt x="5188892" y="954016"/>
                    </a:lnTo>
                    <a:lnTo>
                      <a:pt x="5242983" y="961808"/>
                    </a:lnTo>
                    <a:lnTo>
                      <a:pt x="5298945" y="977218"/>
                    </a:lnTo>
                    <a:cubicBezTo>
                      <a:pt x="5299229" y="977327"/>
                      <a:pt x="5299555" y="977371"/>
                      <a:pt x="5299920" y="977371"/>
                    </a:cubicBezTo>
                    <a:lnTo>
                      <a:pt x="5470365" y="981627"/>
                    </a:lnTo>
                    <a:lnTo>
                      <a:pt x="5641012" y="984726"/>
                    </a:lnTo>
                    <a:lnTo>
                      <a:pt x="5811660" y="986756"/>
                    </a:lnTo>
                    <a:lnTo>
                      <a:pt x="5968814" y="987869"/>
                    </a:lnTo>
                    <a:lnTo>
                      <a:pt x="5968814" y="9850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0" name="Freeform: Shape 189">
                <a:extLst>
                  <a:ext uri="{FF2B5EF4-FFF2-40B4-BE49-F238E27FC236}">
                    <a16:creationId xmlns:a16="http://schemas.microsoft.com/office/drawing/2014/main" id="{BB4C55F7-098B-4707-BC94-656959BE5DBF}"/>
                  </a:ext>
                </a:extLst>
              </p:cNvPr>
              <p:cNvSpPr/>
              <p:nvPr/>
            </p:nvSpPr>
            <p:spPr>
              <a:xfrm>
                <a:off x="6660164" y="6012719"/>
                <a:ext cx="1389441" cy="9603"/>
              </a:xfrm>
              <a:custGeom>
                <a:avLst/>
                <a:gdLst>
                  <a:gd name="connsiteX0" fmla="*/ 1386962 w 1389441"/>
                  <a:gd name="connsiteY0" fmla="*/ 9604 h 9603"/>
                  <a:gd name="connsiteX1" fmla="*/ 1386881 w 1389441"/>
                  <a:gd name="connsiteY1" fmla="*/ 9604 h 9603"/>
                  <a:gd name="connsiteX2" fmla="*/ 281473 w 1389441"/>
                  <a:gd name="connsiteY2" fmla="*/ 7945 h 9603"/>
                  <a:gd name="connsiteX3" fmla="*/ 94041 w 1389441"/>
                  <a:gd name="connsiteY3" fmla="*/ 2990 h 9603"/>
                  <a:gd name="connsiteX4" fmla="*/ 2479 w 1389441"/>
                  <a:gd name="connsiteY4" fmla="*/ 2837 h 9603"/>
                  <a:gd name="connsiteX5" fmla="*/ 0 w 1389441"/>
                  <a:gd name="connsiteY5" fmla="*/ 1441 h 9603"/>
                  <a:gd name="connsiteX6" fmla="*/ 2479 w 1389441"/>
                  <a:gd name="connsiteY6" fmla="*/ 0 h 9603"/>
                  <a:gd name="connsiteX7" fmla="*/ 2479 w 1389441"/>
                  <a:gd name="connsiteY7" fmla="*/ 0 h 9603"/>
                  <a:gd name="connsiteX8" fmla="*/ 94244 w 1389441"/>
                  <a:gd name="connsiteY8" fmla="*/ 175 h 9603"/>
                  <a:gd name="connsiteX9" fmla="*/ 281676 w 1389441"/>
                  <a:gd name="connsiteY9" fmla="*/ 5173 h 9603"/>
                  <a:gd name="connsiteX10" fmla="*/ 1386962 w 1389441"/>
                  <a:gd name="connsiteY10" fmla="*/ 6766 h 9603"/>
                  <a:gd name="connsiteX11" fmla="*/ 1389441 w 1389441"/>
                  <a:gd name="connsiteY11" fmla="*/ 8141 h 9603"/>
                  <a:gd name="connsiteX12" fmla="*/ 1386962 w 1389441"/>
                  <a:gd name="connsiteY12" fmla="*/ 9582 h 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89441" h="9603">
                    <a:moveTo>
                      <a:pt x="1386962" y="9604"/>
                    </a:moveTo>
                    <a:lnTo>
                      <a:pt x="1386881" y="9604"/>
                    </a:lnTo>
                    <a:lnTo>
                      <a:pt x="281473" y="7945"/>
                    </a:lnTo>
                    <a:lnTo>
                      <a:pt x="94041" y="2990"/>
                    </a:lnTo>
                    <a:lnTo>
                      <a:pt x="2479" y="2837"/>
                    </a:lnTo>
                    <a:cubicBezTo>
                      <a:pt x="1097" y="2837"/>
                      <a:pt x="0" y="2205"/>
                      <a:pt x="0" y="1441"/>
                    </a:cubicBezTo>
                    <a:cubicBezTo>
                      <a:pt x="0" y="633"/>
                      <a:pt x="1097" y="0"/>
                      <a:pt x="2479" y="0"/>
                    </a:cubicBezTo>
                    <a:lnTo>
                      <a:pt x="2479" y="0"/>
                    </a:lnTo>
                    <a:lnTo>
                      <a:pt x="94244" y="175"/>
                    </a:lnTo>
                    <a:lnTo>
                      <a:pt x="281676" y="5173"/>
                    </a:lnTo>
                    <a:lnTo>
                      <a:pt x="1386962" y="6766"/>
                    </a:lnTo>
                    <a:cubicBezTo>
                      <a:pt x="1388344" y="6766"/>
                      <a:pt x="1389441" y="7399"/>
                      <a:pt x="1389441" y="8141"/>
                    </a:cubicBezTo>
                    <a:cubicBezTo>
                      <a:pt x="1389441" y="8949"/>
                      <a:pt x="1388344" y="9582"/>
                      <a:pt x="1386962" y="958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1" name="Freeform: Shape 190">
                <a:extLst>
                  <a:ext uri="{FF2B5EF4-FFF2-40B4-BE49-F238E27FC236}">
                    <a16:creationId xmlns:a16="http://schemas.microsoft.com/office/drawing/2014/main" id="{BBD90268-B154-4B40-A5C8-7815280D6B38}"/>
                  </a:ext>
                </a:extLst>
              </p:cNvPr>
              <p:cNvSpPr/>
              <p:nvPr/>
            </p:nvSpPr>
            <p:spPr>
              <a:xfrm>
                <a:off x="8028838" y="6010013"/>
                <a:ext cx="1904814" cy="8752"/>
              </a:xfrm>
              <a:custGeom>
                <a:avLst/>
                <a:gdLst>
                  <a:gd name="connsiteX0" fmla="*/ 1855622 w 1904814"/>
                  <a:gd name="connsiteY0" fmla="*/ 8731 h 8752"/>
                  <a:gd name="connsiteX1" fmla="*/ 1854606 w 1904814"/>
                  <a:gd name="connsiteY1" fmla="*/ 8621 h 8752"/>
                  <a:gd name="connsiteX2" fmla="*/ 1840626 w 1904814"/>
                  <a:gd name="connsiteY2" fmla="*/ 5478 h 8752"/>
                  <a:gd name="connsiteX3" fmla="*/ 2601 w 1904814"/>
                  <a:gd name="connsiteY3" fmla="*/ 2816 h 8752"/>
                  <a:gd name="connsiteX4" fmla="*/ 0 w 1904814"/>
                  <a:gd name="connsiteY4" fmla="*/ 1440 h 8752"/>
                  <a:gd name="connsiteX5" fmla="*/ 2601 w 1904814"/>
                  <a:gd name="connsiteY5" fmla="*/ 0 h 8752"/>
                  <a:gd name="connsiteX6" fmla="*/ 2601 w 1904814"/>
                  <a:gd name="connsiteY6" fmla="*/ 0 h 8752"/>
                  <a:gd name="connsiteX7" fmla="*/ 1841114 w 1904814"/>
                  <a:gd name="connsiteY7" fmla="*/ 2663 h 8752"/>
                  <a:gd name="connsiteX8" fmla="*/ 1842130 w 1904814"/>
                  <a:gd name="connsiteY8" fmla="*/ 2772 h 8752"/>
                  <a:gd name="connsiteX9" fmla="*/ 1855826 w 1904814"/>
                  <a:gd name="connsiteY9" fmla="*/ 5871 h 8752"/>
                  <a:gd name="connsiteX10" fmla="*/ 1888866 w 1904814"/>
                  <a:gd name="connsiteY10" fmla="*/ 2772 h 8752"/>
                  <a:gd name="connsiteX11" fmla="*/ 1901668 w 1904814"/>
                  <a:gd name="connsiteY11" fmla="*/ 1004 h 8752"/>
                  <a:gd name="connsiteX12" fmla="*/ 1904756 w 1904814"/>
                  <a:gd name="connsiteY12" fmla="*/ 2008 h 8752"/>
                  <a:gd name="connsiteX13" fmla="*/ 1902847 w 1904814"/>
                  <a:gd name="connsiteY13" fmla="*/ 3710 h 8752"/>
                  <a:gd name="connsiteX14" fmla="*/ 1889963 w 1904814"/>
                  <a:gd name="connsiteY14" fmla="*/ 5478 h 8752"/>
                  <a:gd name="connsiteX15" fmla="*/ 1856029 w 1904814"/>
                  <a:gd name="connsiteY15" fmla="*/ 8687 h 8752"/>
                  <a:gd name="connsiteX16" fmla="*/ 1855622 w 1904814"/>
                  <a:gd name="connsiteY16" fmla="*/ 8752 h 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4814" h="8752">
                    <a:moveTo>
                      <a:pt x="1855622" y="8731"/>
                    </a:moveTo>
                    <a:cubicBezTo>
                      <a:pt x="1855217" y="8731"/>
                      <a:pt x="1854932" y="8665"/>
                      <a:pt x="1854606" y="8621"/>
                    </a:cubicBezTo>
                    <a:lnTo>
                      <a:pt x="1840626" y="5478"/>
                    </a:lnTo>
                    <a:lnTo>
                      <a:pt x="2601" y="2816"/>
                    </a:lnTo>
                    <a:cubicBezTo>
                      <a:pt x="1219" y="2816"/>
                      <a:pt x="0" y="2183"/>
                      <a:pt x="0" y="1440"/>
                    </a:cubicBezTo>
                    <a:cubicBezTo>
                      <a:pt x="0" y="633"/>
                      <a:pt x="1179" y="0"/>
                      <a:pt x="2601" y="0"/>
                    </a:cubicBezTo>
                    <a:lnTo>
                      <a:pt x="2601" y="0"/>
                    </a:lnTo>
                    <a:lnTo>
                      <a:pt x="1841114" y="2663"/>
                    </a:lnTo>
                    <a:cubicBezTo>
                      <a:pt x="1841398" y="2663"/>
                      <a:pt x="1841805" y="2706"/>
                      <a:pt x="1842130" y="2772"/>
                    </a:cubicBezTo>
                    <a:lnTo>
                      <a:pt x="1855826" y="5871"/>
                    </a:lnTo>
                    <a:lnTo>
                      <a:pt x="1888866" y="2772"/>
                    </a:lnTo>
                    <a:lnTo>
                      <a:pt x="1901668" y="1004"/>
                    </a:lnTo>
                    <a:cubicBezTo>
                      <a:pt x="1902969" y="786"/>
                      <a:pt x="1904350" y="1266"/>
                      <a:pt x="1904756" y="2008"/>
                    </a:cubicBezTo>
                    <a:cubicBezTo>
                      <a:pt x="1905041" y="2750"/>
                      <a:pt x="1904268" y="3558"/>
                      <a:pt x="1902847" y="3710"/>
                    </a:cubicBezTo>
                    <a:lnTo>
                      <a:pt x="1889963" y="5478"/>
                    </a:lnTo>
                    <a:lnTo>
                      <a:pt x="1856029" y="8687"/>
                    </a:lnTo>
                    <a:cubicBezTo>
                      <a:pt x="1856029" y="8687"/>
                      <a:pt x="1855744" y="8752"/>
                      <a:pt x="1855622" y="875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2" name="Freeform: Shape 191">
                <a:extLst>
                  <a:ext uri="{FF2B5EF4-FFF2-40B4-BE49-F238E27FC236}">
                    <a16:creationId xmlns:a16="http://schemas.microsoft.com/office/drawing/2014/main" id="{38FA7B92-1DEC-48D6-B77B-13CD367E3D2E}"/>
                  </a:ext>
                </a:extLst>
              </p:cNvPr>
              <p:cNvSpPr/>
              <p:nvPr/>
            </p:nvSpPr>
            <p:spPr>
              <a:xfrm>
                <a:off x="10750377" y="5893939"/>
                <a:ext cx="1441622" cy="30971"/>
              </a:xfrm>
              <a:custGeom>
                <a:avLst/>
                <a:gdLst>
                  <a:gd name="connsiteX0" fmla="*/ 1441623 w 1441622"/>
                  <a:gd name="connsiteY0" fmla="*/ 25908 h 30971"/>
                  <a:gd name="connsiteX1" fmla="*/ 1411061 w 1441622"/>
                  <a:gd name="connsiteY1" fmla="*/ 26214 h 30971"/>
                  <a:gd name="connsiteX2" fmla="*/ 1321775 w 1441622"/>
                  <a:gd name="connsiteY2" fmla="*/ 27436 h 30971"/>
                  <a:gd name="connsiteX3" fmla="*/ 1289507 w 1441622"/>
                  <a:gd name="connsiteY3" fmla="*/ 20932 h 30971"/>
                  <a:gd name="connsiteX4" fmla="*/ 1288410 w 1441622"/>
                  <a:gd name="connsiteY4" fmla="*/ 20866 h 30971"/>
                  <a:gd name="connsiteX5" fmla="*/ 1110122 w 1441622"/>
                  <a:gd name="connsiteY5" fmla="*/ 26083 h 30971"/>
                  <a:gd name="connsiteX6" fmla="*/ 1021527 w 1441622"/>
                  <a:gd name="connsiteY6" fmla="*/ 28156 h 30971"/>
                  <a:gd name="connsiteX7" fmla="*/ 991453 w 1441622"/>
                  <a:gd name="connsiteY7" fmla="*/ 22459 h 30971"/>
                  <a:gd name="connsiteX8" fmla="*/ 962599 w 1441622"/>
                  <a:gd name="connsiteY8" fmla="*/ 13773 h 30971"/>
                  <a:gd name="connsiteX9" fmla="*/ 961502 w 1441622"/>
                  <a:gd name="connsiteY9" fmla="*/ 13620 h 30971"/>
                  <a:gd name="connsiteX10" fmla="*/ 878068 w 1441622"/>
                  <a:gd name="connsiteY10" fmla="*/ 11590 h 30971"/>
                  <a:gd name="connsiteX11" fmla="*/ 796707 w 1441622"/>
                  <a:gd name="connsiteY11" fmla="*/ 7530 h 30971"/>
                  <a:gd name="connsiteX12" fmla="*/ 715427 w 1441622"/>
                  <a:gd name="connsiteY12" fmla="*/ 655 h 30971"/>
                  <a:gd name="connsiteX13" fmla="*/ 633699 w 1441622"/>
                  <a:gd name="connsiteY13" fmla="*/ 0 h 30971"/>
                  <a:gd name="connsiteX14" fmla="*/ 550063 w 1441622"/>
                  <a:gd name="connsiteY14" fmla="*/ 2248 h 30971"/>
                  <a:gd name="connsiteX15" fmla="*/ 374457 w 1441622"/>
                  <a:gd name="connsiteY15" fmla="*/ 4758 h 30971"/>
                  <a:gd name="connsiteX16" fmla="*/ 282285 w 1441622"/>
                  <a:gd name="connsiteY16" fmla="*/ 7006 h 30971"/>
                  <a:gd name="connsiteX17" fmla="*/ 188001 w 1441622"/>
                  <a:gd name="connsiteY17" fmla="*/ 12114 h 30971"/>
                  <a:gd name="connsiteX18" fmla="*/ 94244 w 1441622"/>
                  <a:gd name="connsiteY18" fmla="*/ 15846 h 30971"/>
                  <a:gd name="connsiteX19" fmla="*/ 2682 w 1441622"/>
                  <a:gd name="connsiteY19" fmla="*/ 14144 h 30971"/>
                  <a:gd name="connsiteX20" fmla="*/ 0 w 1441622"/>
                  <a:gd name="connsiteY20" fmla="*/ 15519 h 30971"/>
                  <a:gd name="connsiteX21" fmla="*/ 2478 w 1441622"/>
                  <a:gd name="connsiteY21" fmla="*/ 16959 h 30971"/>
                  <a:gd name="connsiteX22" fmla="*/ 94366 w 1441622"/>
                  <a:gd name="connsiteY22" fmla="*/ 18662 h 30971"/>
                  <a:gd name="connsiteX23" fmla="*/ 188529 w 1441622"/>
                  <a:gd name="connsiteY23" fmla="*/ 14929 h 30971"/>
                  <a:gd name="connsiteX24" fmla="*/ 282570 w 1441622"/>
                  <a:gd name="connsiteY24" fmla="*/ 9800 h 30971"/>
                  <a:gd name="connsiteX25" fmla="*/ 374538 w 1441622"/>
                  <a:gd name="connsiteY25" fmla="*/ 7574 h 30971"/>
                  <a:gd name="connsiteX26" fmla="*/ 550265 w 1441622"/>
                  <a:gd name="connsiteY26" fmla="*/ 5020 h 30971"/>
                  <a:gd name="connsiteX27" fmla="*/ 633821 w 1441622"/>
                  <a:gd name="connsiteY27" fmla="*/ 2772 h 30971"/>
                  <a:gd name="connsiteX28" fmla="*/ 715061 w 1441622"/>
                  <a:gd name="connsiteY28" fmla="*/ 3405 h 30971"/>
                  <a:gd name="connsiteX29" fmla="*/ 796015 w 1441622"/>
                  <a:gd name="connsiteY29" fmla="*/ 10280 h 30971"/>
                  <a:gd name="connsiteX30" fmla="*/ 877661 w 1441622"/>
                  <a:gd name="connsiteY30" fmla="*/ 14384 h 30971"/>
                  <a:gd name="connsiteX31" fmla="*/ 960689 w 1441622"/>
                  <a:gd name="connsiteY31" fmla="*/ 16348 h 30971"/>
                  <a:gd name="connsiteX32" fmla="*/ 989462 w 1441622"/>
                  <a:gd name="connsiteY32" fmla="*/ 24991 h 30971"/>
                  <a:gd name="connsiteX33" fmla="*/ 1020308 w 1441622"/>
                  <a:gd name="connsiteY33" fmla="*/ 30863 h 30971"/>
                  <a:gd name="connsiteX34" fmla="*/ 1021283 w 1441622"/>
                  <a:gd name="connsiteY34" fmla="*/ 30972 h 30971"/>
                  <a:gd name="connsiteX35" fmla="*/ 1110366 w 1441622"/>
                  <a:gd name="connsiteY35" fmla="*/ 28898 h 30971"/>
                  <a:gd name="connsiteX36" fmla="*/ 1288166 w 1441622"/>
                  <a:gd name="connsiteY36" fmla="*/ 23682 h 30971"/>
                  <a:gd name="connsiteX37" fmla="*/ 1320434 w 1441622"/>
                  <a:gd name="connsiteY37" fmla="*/ 30186 h 30971"/>
                  <a:gd name="connsiteX38" fmla="*/ 1321328 w 1441622"/>
                  <a:gd name="connsiteY38" fmla="*/ 30252 h 30971"/>
                  <a:gd name="connsiteX39" fmla="*/ 1411143 w 1441622"/>
                  <a:gd name="connsiteY39" fmla="*/ 29029 h 30971"/>
                  <a:gd name="connsiteX40" fmla="*/ 1441623 w 1441622"/>
                  <a:gd name="connsiteY40" fmla="*/ 28702 h 30971"/>
                  <a:gd name="connsiteX41" fmla="*/ 1441623 w 1441622"/>
                  <a:gd name="connsiteY41" fmla="*/ 25886 h 30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441622" h="30971">
                    <a:moveTo>
                      <a:pt x="1441623" y="25908"/>
                    </a:moveTo>
                    <a:lnTo>
                      <a:pt x="1411061" y="26214"/>
                    </a:lnTo>
                    <a:lnTo>
                      <a:pt x="1321775" y="27436"/>
                    </a:lnTo>
                    <a:lnTo>
                      <a:pt x="1289507" y="20932"/>
                    </a:lnTo>
                    <a:cubicBezTo>
                      <a:pt x="1289101" y="20866"/>
                      <a:pt x="1288816" y="20823"/>
                      <a:pt x="1288410" y="20866"/>
                    </a:cubicBezTo>
                    <a:lnTo>
                      <a:pt x="1110122" y="26083"/>
                    </a:lnTo>
                    <a:lnTo>
                      <a:pt x="1021527" y="28156"/>
                    </a:lnTo>
                    <a:lnTo>
                      <a:pt x="991453" y="22459"/>
                    </a:lnTo>
                    <a:lnTo>
                      <a:pt x="962599" y="13773"/>
                    </a:lnTo>
                    <a:cubicBezTo>
                      <a:pt x="962274" y="13663"/>
                      <a:pt x="961908" y="13620"/>
                      <a:pt x="961502" y="13620"/>
                    </a:cubicBezTo>
                    <a:lnTo>
                      <a:pt x="878068" y="11590"/>
                    </a:lnTo>
                    <a:lnTo>
                      <a:pt x="796707" y="7530"/>
                    </a:lnTo>
                    <a:lnTo>
                      <a:pt x="715427" y="655"/>
                    </a:lnTo>
                    <a:lnTo>
                      <a:pt x="633699" y="0"/>
                    </a:lnTo>
                    <a:lnTo>
                      <a:pt x="550063" y="2248"/>
                    </a:lnTo>
                    <a:lnTo>
                      <a:pt x="374457" y="4758"/>
                    </a:lnTo>
                    <a:lnTo>
                      <a:pt x="282285" y="7006"/>
                    </a:lnTo>
                    <a:lnTo>
                      <a:pt x="188001" y="12114"/>
                    </a:lnTo>
                    <a:lnTo>
                      <a:pt x="94244" y="15846"/>
                    </a:lnTo>
                    <a:lnTo>
                      <a:pt x="2682" y="14144"/>
                    </a:lnTo>
                    <a:cubicBezTo>
                      <a:pt x="1301" y="14100"/>
                      <a:pt x="122" y="14733"/>
                      <a:pt x="0" y="15519"/>
                    </a:cubicBezTo>
                    <a:cubicBezTo>
                      <a:pt x="0" y="16261"/>
                      <a:pt x="1097" y="16916"/>
                      <a:pt x="2478" y="16959"/>
                    </a:cubicBezTo>
                    <a:lnTo>
                      <a:pt x="94366" y="18662"/>
                    </a:lnTo>
                    <a:lnTo>
                      <a:pt x="188529" y="14929"/>
                    </a:lnTo>
                    <a:lnTo>
                      <a:pt x="282570" y="9800"/>
                    </a:lnTo>
                    <a:lnTo>
                      <a:pt x="374538" y="7574"/>
                    </a:lnTo>
                    <a:lnTo>
                      <a:pt x="550265" y="5020"/>
                    </a:lnTo>
                    <a:lnTo>
                      <a:pt x="633821" y="2772"/>
                    </a:lnTo>
                    <a:lnTo>
                      <a:pt x="715061" y="3405"/>
                    </a:lnTo>
                    <a:lnTo>
                      <a:pt x="796015" y="10280"/>
                    </a:lnTo>
                    <a:lnTo>
                      <a:pt x="877661" y="14384"/>
                    </a:lnTo>
                    <a:lnTo>
                      <a:pt x="960689" y="16348"/>
                    </a:lnTo>
                    <a:lnTo>
                      <a:pt x="989462" y="24991"/>
                    </a:lnTo>
                    <a:lnTo>
                      <a:pt x="1020308" y="30863"/>
                    </a:lnTo>
                    <a:cubicBezTo>
                      <a:pt x="1020592" y="30906"/>
                      <a:pt x="1020917" y="30972"/>
                      <a:pt x="1021283" y="30972"/>
                    </a:cubicBezTo>
                    <a:lnTo>
                      <a:pt x="1110366" y="28898"/>
                    </a:lnTo>
                    <a:lnTo>
                      <a:pt x="1288166" y="23682"/>
                    </a:lnTo>
                    <a:lnTo>
                      <a:pt x="1320434" y="30186"/>
                    </a:lnTo>
                    <a:cubicBezTo>
                      <a:pt x="1320719" y="30252"/>
                      <a:pt x="1321044" y="30252"/>
                      <a:pt x="1321328" y="30252"/>
                    </a:cubicBezTo>
                    <a:lnTo>
                      <a:pt x="1411143" y="29029"/>
                    </a:lnTo>
                    <a:lnTo>
                      <a:pt x="1441623" y="28702"/>
                    </a:lnTo>
                    <a:lnTo>
                      <a:pt x="1441623" y="2588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3" name="Freeform: Shape 192">
                <a:extLst>
                  <a:ext uri="{FF2B5EF4-FFF2-40B4-BE49-F238E27FC236}">
                    <a16:creationId xmlns:a16="http://schemas.microsoft.com/office/drawing/2014/main" id="{5475CB71-ACB9-4FCB-99D1-11F81888AE23}"/>
                  </a:ext>
                </a:extLst>
              </p:cNvPr>
              <p:cNvSpPr/>
              <p:nvPr/>
            </p:nvSpPr>
            <p:spPr>
              <a:xfrm>
                <a:off x="9174480" y="6538193"/>
                <a:ext cx="3017520" cy="10018"/>
              </a:xfrm>
              <a:custGeom>
                <a:avLst/>
                <a:gdLst>
                  <a:gd name="connsiteX0" fmla="*/ 3017520 w 3017520"/>
                  <a:gd name="connsiteY0" fmla="*/ 7181 h 10018"/>
                  <a:gd name="connsiteX1" fmla="*/ 2560 w 3017520"/>
                  <a:gd name="connsiteY1" fmla="*/ 0 h 10018"/>
                  <a:gd name="connsiteX2" fmla="*/ 2560 w 3017520"/>
                  <a:gd name="connsiteY2" fmla="*/ 0 h 10018"/>
                  <a:gd name="connsiteX3" fmla="*/ 0 w 3017520"/>
                  <a:gd name="connsiteY3" fmla="*/ 1375 h 10018"/>
                  <a:gd name="connsiteX4" fmla="*/ 2560 w 3017520"/>
                  <a:gd name="connsiteY4" fmla="*/ 2816 h 10018"/>
                  <a:gd name="connsiteX5" fmla="*/ 3017520 w 3017520"/>
                  <a:gd name="connsiteY5" fmla="*/ 10018 h 10018"/>
                  <a:gd name="connsiteX6" fmla="*/ 3017520 w 3017520"/>
                  <a:gd name="connsiteY6" fmla="*/ 7181 h 1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7520" h="10018">
                    <a:moveTo>
                      <a:pt x="3017520" y="7181"/>
                    </a:moveTo>
                    <a:lnTo>
                      <a:pt x="2560" y="0"/>
                    </a:lnTo>
                    <a:lnTo>
                      <a:pt x="2560" y="0"/>
                    </a:lnTo>
                    <a:cubicBezTo>
                      <a:pt x="1179" y="0"/>
                      <a:pt x="81" y="589"/>
                      <a:pt x="0" y="1375"/>
                    </a:cubicBezTo>
                    <a:cubicBezTo>
                      <a:pt x="0" y="2183"/>
                      <a:pt x="1179" y="2772"/>
                      <a:pt x="2560" y="2816"/>
                    </a:cubicBezTo>
                    <a:lnTo>
                      <a:pt x="3017520" y="10018"/>
                    </a:lnTo>
                    <a:lnTo>
                      <a:pt x="3017520" y="71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4" name="Freeform: Shape 193">
                <a:extLst>
                  <a:ext uri="{FF2B5EF4-FFF2-40B4-BE49-F238E27FC236}">
                    <a16:creationId xmlns:a16="http://schemas.microsoft.com/office/drawing/2014/main" id="{8BEFEEA3-6C6A-4897-982D-CB075E778AA2}"/>
                  </a:ext>
                </a:extLst>
              </p:cNvPr>
              <p:cNvSpPr/>
              <p:nvPr/>
            </p:nvSpPr>
            <p:spPr>
              <a:xfrm>
                <a:off x="6749165" y="6008179"/>
                <a:ext cx="1290238" cy="9341"/>
              </a:xfrm>
              <a:custGeom>
                <a:avLst/>
                <a:gdLst>
                  <a:gd name="connsiteX0" fmla="*/ 1287638 w 1290238"/>
                  <a:gd name="connsiteY0" fmla="*/ 9342 h 9341"/>
                  <a:gd name="connsiteX1" fmla="*/ 1287638 w 1290238"/>
                  <a:gd name="connsiteY1" fmla="*/ 9342 h 9341"/>
                  <a:gd name="connsiteX2" fmla="*/ 222504 w 1290238"/>
                  <a:gd name="connsiteY2" fmla="*/ 7792 h 9341"/>
                  <a:gd name="connsiteX3" fmla="*/ 186497 w 1290238"/>
                  <a:gd name="connsiteY3" fmla="*/ 5391 h 9341"/>
                  <a:gd name="connsiteX4" fmla="*/ 93635 w 1290238"/>
                  <a:gd name="connsiteY4" fmla="*/ 2947 h 9341"/>
                  <a:gd name="connsiteX5" fmla="*/ 2560 w 1290238"/>
                  <a:gd name="connsiteY5" fmla="*/ 2837 h 9341"/>
                  <a:gd name="connsiteX6" fmla="*/ 0 w 1290238"/>
                  <a:gd name="connsiteY6" fmla="*/ 1397 h 9341"/>
                  <a:gd name="connsiteX7" fmla="*/ 2560 w 1290238"/>
                  <a:gd name="connsiteY7" fmla="*/ 0 h 9341"/>
                  <a:gd name="connsiteX8" fmla="*/ 2560 w 1290238"/>
                  <a:gd name="connsiteY8" fmla="*/ 0 h 9341"/>
                  <a:gd name="connsiteX9" fmla="*/ 93757 w 1290238"/>
                  <a:gd name="connsiteY9" fmla="*/ 109 h 9341"/>
                  <a:gd name="connsiteX10" fmla="*/ 187025 w 1290238"/>
                  <a:gd name="connsiteY10" fmla="*/ 2619 h 9341"/>
                  <a:gd name="connsiteX11" fmla="*/ 222829 w 1290238"/>
                  <a:gd name="connsiteY11" fmla="*/ 5020 h 9341"/>
                  <a:gd name="connsiteX12" fmla="*/ 1287638 w 1290238"/>
                  <a:gd name="connsiteY12" fmla="*/ 6504 h 9341"/>
                  <a:gd name="connsiteX13" fmla="*/ 1290239 w 1290238"/>
                  <a:gd name="connsiteY13" fmla="*/ 7945 h 9341"/>
                  <a:gd name="connsiteX14" fmla="*/ 1287638 w 1290238"/>
                  <a:gd name="connsiteY14" fmla="*/ 9342 h 9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90238" h="9341">
                    <a:moveTo>
                      <a:pt x="1287638" y="9342"/>
                    </a:moveTo>
                    <a:lnTo>
                      <a:pt x="1287638" y="9342"/>
                    </a:lnTo>
                    <a:lnTo>
                      <a:pt x="222504" y="7792"/>
                    </a:lnTo>
                    <a:lnTo>
                      <a:pt x="186497" y="5391"/>
                    </a:lnTo>
                    <a:lnTo>
                      <a:pt x="93635" y="2947"/>
                    </a:lnTo>
                    <a:lnTo>
                      <a:pt x="2560" y="2837"/>
                    </a:lnTo>
                    <a:cubicBezTo>
                      <a:pt x="1179" y="2837"/>
                      <a:pt x="0" y="2205"/>
                      <a:pt x="0" y="1397"/>
                    </a:cubicBezTo>
                    <a:cubicBezTo>
                      <a:pt x="0" y="655"/>
                      <a:pt x="1179" y="0"/>
                      <a:pt x="2560" y="0"/>
                    </a:cubicBezTo>
                    <a:lnTo>
                      <a:pt x="2560" y="0"/>
                    </a:lnTo>
                    <a:lnTo>
                      <a:pt x="93757" y="109"/>
                    </a:lnTo>
                    <a:lnTo>
                      <a:pt x="187025" y="2619"/>
                    </a:lnTo>
                    <a:lnTo>
                      <a:pt x="222829" y="5020"/>
                    </a:lnTo>
                    <a:lnTo>
                      <a:pt x="1287638" y="6504"/>
                    </a:lnTo>
                    <a:cubicBezTo>
                      <a:pt x="1289020" y="6548"/>
                      <a:pt x="1290239" y="7137"/>
                      <a:pt x="1290239" y="7945"/>
                    </a:cubicBezTo>
                    <a:cubicBezTo>
                      <a:pt x="1290239" y="8752"/>
                      <a:pt x="1289060" y="9342"/>
                      <a:pt x="1287638" y="934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5" name="Freeform: Shape 194">
                <a:extLst>
                  <a:ext uri="{FF2B5EF4-FFF2-40B4-BE49-F238E27FC236}">
                    <a16:creationId xmlns:a16="http://schemas.microsoft.com/office/drawing/2014/main" id="{1A763394-C447-4F0F-80F0-4A25A133BBE5}"/>
                  </a:ext>
                </a:extLst>
              </p:cNvPr>
              <p:cNvSpPr/>
              <p:nvPr/>
            </p:nvSpPr>
            <p:spPr>
              <a:xfrm>
                <a:off x="8018881" y="6005385"/>
                <a:ext cx="1936408" cy="6089"/>
              </a:xfrm>
              <a:custGeom>
                <a:avLst/>
                <a:gdLst>
                  <a:gd name="connsiteX0" fmla="*/ 1924222 w 1936408"/>
                  <a:gd name="connsiteY0" fmla="*/ 6068 h 6089"/>
                  <a:gd name="connsiteX1" fmla="*/ 1923247 w 1936408"/>
                  <a:gd name="connsiteY1" fmla="*/ 5959 h 6089"/>
                  <a:gd name="connsiteX2" fmla="*/ 1921459 w 1936408"/>
                  <a:gd name="connsiteY2" fmla="*/ 5588 h 6089"/>
                  <a:gd name="connsiteX3" fmla="*/ 2479 w 1936408"/>
                  <a:gd name="connsiteY3" fmla="*/ 2816 h 6089"/>
                  <a:gd name="connsiteX4" fmla="*/ 0 w 1936408"/>
                  <a:gd name="connsiteY4" fmla="*/ 1441 h 6089"/>
                  <a:gd name="connsiteX5" fmla="*/ 2479 w 1936408"/>
                  <a:gd name="connsiteY5" fmla="*/ 0 h 6089"/>
                  <a:gd name="connsiteX6" fmla="*/ 2479 w 1936408"/>
                  <a:gd name="connsiteY6" fmla="*/ 0 h 6089"/>
                  <a:gd name="connsiteX7" fmla="*/ 1921988 w 1936408"/>
                  <a:gd name="connsiteY7" fmla="*/ 2772 h 6089"/>
                  <a:gd name="connsiteX8" fmla="*/ 1922963 w 1936408"/>
                  <a:gd name="connsiteY8" fmla="*/ 2881 h 6089"/>
                  <a:gd name="connsiteX9" fmla="*/ 1924344 w 1936408"/>
                  <a:gd name="connsiteY9" fmla="*/ 3143 h 6089"/>
                  <a:gd name="connsiteX10" fmla="*/ 1933082 w 1936408"/>
                  <a:gd name="connsiteY10" fmla="*/ 1484 h 6089"/>
                  <a:gd name="connsiteX11" fmla="*/ 1936252 w 1936408"/>
                  <a:gd name="connsiteY11" fmla="*/ 2335 h 6089"/>
                  <a:gd name="connsiteX12" fmla="*/ 1934748 w 1936408"/>
                  <a:gd name="connsiteY12" fmla="*/ 4103 h 6089"/>
                  <a:gd name="connsiteX13" fmla="*/ 1925036 w 1936408"/>
                  <a:gd name="connsiteY13" fmla="*/ 6024 h 6089"/>
                  <a:gd name="connsiteX14" fmla="*/ 1924222 w 1936408"/>
                  <a:gd name="connsiteY14" fmla="*/ 6090 h 6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36408" h="6089">
                    <a:moveTo>
                      <a:pt x="1924222" y="6068"/>
                    </a:moveTo>
                    <a:cubicBezTo>
                      <a:pt x="1923938" y="6068"/>
                      <a:pt x="1923532" y="6002"/>
                      <a:pt x="1923247" y="5959"/>
                    </a:cubicBezTo>
                    <a:lnTo>
                      <a:pt x="1921459" y="5588"/>
                    </a:lnTo>
                    <a:lnTo>
                      <a:pt x="2479" y="2816"/>
                    </a:lnTo>
                    <a:cubicBezTo>
                      <a:pt x="1097" y="2816"/>
                      <a:pt x="0" y="2183"/>
                      <a:pt x="0" y="1441"/>
                    </a:cubicBezTo>
                    <a:cubicBezTo>
                      <a:pt x="0" y="633"/>
                      <a:pt x="1097" y="0"/>
                      <a:pt x="2479" y="0"/>
                    </a:cubicBezTo>
                    <a:lnTo>
                      <a:pt x="2479" y="0"/>
                    </a:lnTo>
                    <a:lnTo>
                      <a:pt x="1921988" y="2772"/>
                    </a:lnTo>
                    <a:cubicBezTo>
                      <a:pt x="1922394" y="2772"/>
                      <a:pt x="1922678" y="2772"/>
                      <a:pt x="1922963" y="2881"/>
                    </a:cubicBezTo>
                    <a:lnTo>
                      <a:pt x="1924344" y="3143"/>
                    </a:lnTo>
                    <a:lnTo>
                      <a:pt x="1933082" y="1484"/>
                    </a:lnTo>
                    <a:cubicBezTo>
                      <a:pt x="1934382" y="1222"/>
                      <a:pt x="1935886" y="1593"/>
                      <a:pt x="1936252" y="2335"/>
                    </a:cubicBezTo>
                    <a:cubicBezTo>
                      <a:pt x="1936740" y="3078"/>
                      <a:pt x="1936049" y="3885"/>
                      <a:pt x="1934748" y="4103"/>
                    </a:cubicBezTo>
                    <a:lnTo>
                      <a:pt x="1925036" y="6024"/>
                    </a:lnTo>
                    <a:cubicBezTo>
                      <a:pt x="1925036" y="6024"/>
                      <a:pt x="1924548" y="6090"/>
                      <a:pt x="1924222" y="60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6" name="Freeform: Shape 195">
                <a:extLst>
                  <a:ext uri="{FF2B5EF4-FFF2-40B4-BE49-F238E27FC236}">
                    <a16:creationId xmlns:a16="http://schemas.microsoft.com/office/drawing/2014/main" id="{44506687-43F6-490B-B016-417BA7C8F917}"/>
                  </a:ext>
                </a:extLst>
              </p:cNvPr>
              <p:cNvSpPr/>
              <p:nvPr/>
            </p:nvSpPr>
            <p:spPr>
              <a:xfrm>
                <a:off x="10106492" y="5941103"/>
                <a:ext cx="377516" cy="19494"/>
              </a:xfrm>
              <a:custGeom>
                <a:avLst/>
                <a:gdLst>
                  <a:gd name="connsiteX0" fmla="*/ 2504 w 377516"/>
                  <a:gd name="connsiteY0" fmla="*/ 19495 h 19494"/>
                  <a:gd name="connsiteX1" fmla="*/ 26 w 377516"/>
                  <a:gd name="connsiteY1" fmla="*/ 18272 h 19494"/>
                  <a:gd name="connsiteX2" fmla="*/ 2301 w 377516"/>
                  <a:gd name="connsiteY2" fmla="*/ 16723 h 19494"/>
                  <a:gd name="connsiteX3" fmla="*/ 92401 w 377516"/>
                  <a:gd name="connsiteY3" fmla="*/ 10960 h 19494"/>
                  <a:gd name="connsiteX4" fmla="*/ 182092 w 377516"/>
                  <a:gd name="connsiteY4" fmla="*/ 6268 h 19494"/>
                  <a:gd name="connsiteX5" fmla="*/ 270891 w 377516"/>
                  <a:gd name="connsiteY5" fmla="*/ 25 h 19494"/>
                  <a:gd name="connsiteX6" fmla="*/ 272395 w 377516"/>
                  <a:gd name="connsiteY6" fmla="*/ 178 h 19494"/>
                  <a:gd name="connsiteX7" fmla="*/ 291740 w 377516"/>
                  <a:gd name="connsiteY7" fmla="*/ 5657 h 19494"/>
                  <a:gd name="connsiteX8" fmla="*/ 349204 w 377516"/>
                  <a:gd name="connsiteY8" fmla="*/ 7948 h 19494"/>
                  <a:gd name="connsiteX9" fmla="*/ 374604 w 377516"/>
                  <a:gd name="connsiteY9" fmla="*/ 6137 h 19494"/>
                  <a:gd name="connsiteX10" fmla="*/ 377490 w 377516"/>
                  <a:gd name="connsiteY10" fmla="*/ 7359 h 19494"/>
                  <a:gd name="connsiteX11" fmla="*/ 375295 w 377516"/>
                  <a:gd name="connsiteY11" fmla="*/ 8909 h 19494"/>
                  <a:gd name="connsiteX12" fmla="*/ 349286 w 377516"/>
                  <a:gd name="connsiteY12" fmla="*/ 10720 h 19494"/>
                  <a:gd name="connsiteX13" fmla="*/ 290845 w 377516"/>
                  <a:gd name="connsiteY13" fmla="*/ 8494 h 19494"/>
                  <a:gd name="connsiteX14" fmla="*/ 289870 w 377516"/>
                  <a:gd name="connsiteY14" fmla="*/ 8319 h 19494"/>
                  <a:gd name="connsiteX15" fmla="*/ 270728 w 377516"/>
                  <a:gd name="connsiteY15" fmla="*/ 2885 h 19494"/>
                  <a:gd name="connsiteX16" fmla="*/ 182743 w 377516"/>
                  <a:gd name="connsiteY16" fmla="*/ 9018 h 19494"/>
                  <a:gd name="connsiteX17" fmla="*/ 93050 w 377516"/>
                  <a:gd name="connsiteY17" fmla="*/ 13711 h 19494"/>
                  <a:gd name="connsiteX18" fmla="*/ 2871 w 377516"/>
                  <a:gd name="connsiteY18" fmla="*/ 19473 h 19494"/>
                  <a:gd name="connsiteX19" fmla="*/ 2545 w 377516"/>
                  <a:gd name="connsiteY19" fmla="*/ 19473 h 19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7516" h="19494">
                    <a:moveTo>
                      <a:pt x="2504" y="19495"/>
                    </a:moveTo>
                    <a:cubicBezTo>
                      <a:pt x="1326" y="19495"/>
                      <a:pt x="228" y="18971"/>
                      <a:pt x="26" y="18272"/>
                    </a:cubicBezTo>
                    <a:cubicBezTo>
                      <a:pt x="-177" y="17465"/>
                      <a:pt x="839" y="16788"/>
                      <a:pt x="2301" y="16723"/>
                    </a:cubicBezTo>
                    <a:lnTo>
                      <a:pt x="92401" y="10960"/>
                    </a:lnTo>
                    <a:lnTo>
                      <a:pt x="182092" y="6268"/>
                    </a:lnTo>
                    <a:lnTo>
                      <a:pt x="270891" y="25"/>
                    </a:lnTo>
                    <a:cubicBezTo>
                      <a:pt x="271379" y="-40"/>
                      <a:pt x="271866" y="25"/>
                      <a:pt x="272395" y="178"/>
                    </a:cubicBezTo>
                    <a:lnTo>
                      <a:pt x="291740" y="5657"/>
                    </a:lnTo>
                    <a:lnTo>
                      <a:pt x="349204" y="7948"/>
                    </a:lnTo>
                    <a:lnTo>
                      <a:pt x="374604" y="6137"/>
                    </a:lnTo>
                    <a:cubicBezTo>
                      <a:pt x="376108" y="6028"/>
                      <a:pt x="377286" y="6551"/>
                      <a:pt x="377490" y="7359"/>
                    </a:cubicBezTo>
                    <a:cubicBezTo>
                      <a:pt x="377693" y="8101"/>
                      <a:pt x="376718" y="8800"/>
                      <a:pt x="375295" y="8909"/>
                    </a:cubicBezTo>
                    <a:lnTo>
                      <a:pt x="349286" y="10720"/>
                    </a:lnTo>
                    <a:lnTo>
                      <a:pt x="290845" y="8494"/>
                    </a:lnTo>
                    <a:cubicBezTo>
                      <a:pt x="290561" y="8429"/>
                      <a:pt x="290154" y="8385"/>
                      <a:pt x="289870" y="8319"/>
                    </a:cubicBezTo>
                    <a:lnTo>
                      <a:pt x="270728" y="2885"/>
                    </a:lnTo>
                    <a:lnTo>
                      <a:pt x="182743" y="9018"/>
                    </a:lnTo>
                    <a:lnTo>
                      <a:pt x="93050" y="13711"/>
                    </a:lnTo>
                    <a:lnTo>
                      <a:pt x="2871" y="19473"/>
                    </a:lnTo>
                    <a:lnTo>
                      <a:pt x="2545" y="1947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7" name="Freeform: Shape 196">
                <a:extLst>
                  <a:ext uri="{FF2B5EF4-FFF2-40B4-BE49-F238E27FC236}">
                    <a16:creationId xmlns:a16="http://schemas.microsoft.com/office/drawing/2014/main" id="{54657987-412C-4B6B-99E6-62D7BC13B2D1}"/>
                  </a:ext>
                </a:extLst>
              </p:cNvPr>
              <p:cNvSpPr/>
              <p:nvPr/>
            </p:nvSpPr>
            <p:spPr>
              <a:xfrm>
                <a:off x="6837269" y="5999318"/>
                <a:ext cx="1181896" cy="8905"/>
              </a:xfrm>
              <a:custGeom>
                <a:avLst/>
                <a:gdLst>
                  <a:gd name="connsiteX0" fmla="*/ 1179296 w 1181896"/>
                  <a:gd name="connsiteY0" fmla="*/ 8883 h 8905"/>
                  <a:gd name="connsiteX1" fmla="*/ 1179296 w 1181896"/>
                  <a:gd name="connsiteY1" fmla="*/ 8883 h 8905"/>
                  <a:gd name="connsiteX2" fmla="*/ 274731 w 1181896"/>
                  <a:gd name="connsiteY2" fmla="*/ 7618 h 8905"/>
                  <a:gd name="connsiteX3" fmla="*/ 181746 w 1181896"/>
                  <a:gd name="connsiteY3" fmla="*/ 5173 h 8905"/>
                  <a:gd name="connsiteX4" fmla="*/ 122615 w 1181896"/>
                  <a:gd name="connsiteY4" fmla="*/ 2837 h 8905"/>
                  <a:gd name="connsiteX5" fmla="*/ 91769 w 1181896"/>
                  <a:gd name="connsiteY5" fmla="*/ 5064 h 8905"/>
                  <a:gd name="connsiteX6" fmla="*/ 2565 w 1181896"/>
                  <a:gd name="connsiteY6" fmla="*/ 7203 h 8905"/>
                  <a:gd name="connsiteX7" fmla="*/ 4 w 1181896"/>
                  <a:gd name="connsiteY7" fmla="*/ 5871 h 8905"/>
                  <a:gd name="connsiteX8" fmla="*/ 2361 w 1181896"/>
                  <a:gd name="connsiteY8" fmla="*/ 4431 h 8905"/>
                  <a:gd name="connsiteX9" fmla="*/ 91241 w 1181896"/>
                  <a:gd name="connsiteY9" fmla="*/ 2248 h 8905"/>
                  <a:gd name="connsiteX10" fmla="*/ 122493 w 1181896"/>
                  <a:gd name="connsiteY10" fmla="*/ 0 h 8905"/>
                  <a:gd name="connsiteX11" fmla="*/ 182031 w 1181896"/>
                  <a:gd name="connsiteY11" fmla="*/ 2357 h 8905"/>
                  <a:gd name="connsiteX12" fmla="*/ 274812 w 1181896"/>
                  <a:gd name="connsiteY12" fmla="*/ 4802 h 8905"/>
                  <a:gd name="connsiteX13" fmla="*/ 1179296 w 1181896"/>
                  <a:gd name="connsiteY13" fmla="*/ 6090 h 8905"/>
                  <a:gd name="connsiteX14" fmla="*/ 1181897 w 1181896"/>
                  <a:gd name="connsiteY14" fmla="*/ 7530 h 8905"/>
                  <a:gd name="connsiteX15" fmla="*/ 1179296 w 1181896"/>
                  <a:gd name="connsiteY15" fmla="*/ 8905 h 8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81896" h="8905">
                    <a:moveTo>
                      <a:pt x="1179296" y="8883"/>
                    </a:moveTo>
                    <a:lnTo>
                      <a:pt x="1179296" y="8883"/>
                    </a:lnTo>
                    <a:lnTo>
                      <a:pt x="274731" y="7618"/>
                    </a:lnTo>
                    <a:lnTo>
                      <a:pt x="181746" y="5173"/>
                    </a:lnTo>
                    <a:lnTo>
                      <a:pt x="122615" y="2837"/>
                    </a:lnTo>
                    <a:lnTo>
                      <a:pt x="91769" y="5064"/>
                    </a:lnTo>
                    <a:lnTo>
                      <a:pt x="2565" y="7203"/>
                    </a:lnTo>
                    <a:cubicBezTo>
                      <a:pt x="1264" y="7203"/>
                      <a:pt x="4" y="6679"/>
                      <a:pt x="4" y="5871"/>
                    </a:cubicBezTo>
                    <a:cubicBezTo>
                      <a:pt x="-77" y="5064"/>
                      <a:pt x="980" y="4431"/>
                      <a:pt x="2361" y="4431"/>
                    </a:cubicBezTo>
                    <a:lnTo>
                      <a:pt x="91241" y="2248"/>
                    </a:lnTo>
                    <a:lnTo>
                      <a:pt x="122493" y="0"/>
                    </a:lnTo>
                    <a:lnTo>
                      <a:pt x="182031" y="2357"/>
                    </a:lnTo>
                    <a:lnTo>
                      <a:pt x="274812" y="4802"/>
                    </a:lnTo>
                    <a:lnTo>
                      <a:pt x="1179296" y="6090"/>
                    </a:lnTo>
                    <a:cubicBezTo>
                      <a:pt x="1180678" y="6090"/>
                      <a:pt x="1181897" y="6723"/>
                      <a:pt x="1181897" y="7530"/>
                    </a:cubicBezTo>
                    <a:cubicBezTo>
                      <a:pt x="1181897" y="8272"/>
                      <a:pt x="1180719" y="8905"/>
                      <a:pt x="1179296" y="890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8" name="Freeform: Shape 197">
                <a:extLst>
                  <a:ext uri="{FF2B5EF4-FFF2-40B4-BE49-F238E27FC236}">
                    <a16:creationId xmlns:a16="http://schemas.microsoft.com/office/drawing/2014/main" id="{587A1B1D-0747-4BBF-B2EF-BCA1BF4C876B}"/>
                  </a:ext>
                </a:extLst>
              </p:cNvPr>
              <p:cNvSpPr/>
              <p:nvPr/>
            </p:nvSpPr>
            <p:spPr>
              <a:xfrm>
                <a:off x="4532240" y="5574254"/>
                <a:ext cx="413317" cy="69662"/>
              </a:xfrm>
              <a:custGeom>
                <a:avLst/>
                <a:gdLst>
                  <a:gd name="connsiteX0" fmla="*/ 410803 w 413317"/>
                  <a:gd name="connsiteY0" fmla="*/ 69662 h 69662"/>
                  <a:gd name="connsiteX1" fmla="*/ 410112 w 413317"/>
                  <a:gd name="connsiteY1" fmla="*/ 69619 h 69662"/>
                  <a:gd name="connsiteX2" fmla="*/ 401415 w 413317"/>
                  <a:gd name="connsiteY2" fmla="*/ 68243 h 69662"/>
                  <a:gd name="connsiteX3" fmla="*/ 313917 w 413317"/>
                  <a:gd name="connsiteY3" fmla="*/ 61630 h 69662"/>
                  <a:gd name="connsiteX4" fmla="*/ 225769 w 413317"/>
                  <a:gd name="connsiteY4" fmla="*/ 49538 h 69662"/>
                  <a:gd name="connsiteX5" fmla="*/ 138149 w 413317"/>
                  <a:gd name="connsiteY5" fmla="*/ 34500 h 69662"/>
                  <a:gd name="connsiteX6" fmla="*/ 51017 w 413317"/>
                  <a:gd name="connsiteY6" fmla="*/ 12171 h 69662"/>
                  <a:gd name="connsiteX7" fmla="*/ 1721 w 413317"/>
                  <a:gd name="connsiteY7" fmla="*/ 2742 h 69662"/>
                  <a:gd name="connsiteX8" fmla="*/ 136 w 413317"/>
                  <a:gd name="connsiteY8" fmla="*/ 930 h 69662"/>
                  <a:gd name="connsiteX9" fmla="*/ 3387 w 413317"/>
                  <a:gd name="connsiteY9" fmla="*/ 79 h 69662"/>
                  <a:gd name="connsiteX10" fmla="*/ 52927 w 413317"/>
                  <a:gd name="connsiteY10" fmla="*/ 9574 h 69662"/>
                  <a:gd name="connsiteX11" fmla="*/ 139937 w 413317"/>
                  <a:gd name="connsiteY11" fmla="*/ 31902 h 69662"/>
                  <a:gd name="connsiteX12" fmla="*/ 227069 w 413317"/>
                  <a:gd name="connsiteY12" fmla="*/ 46875 h 69662"/>
                  <a:gd name="connsiteX13" fmla="*/ 314811 w 413317"/>
                  <a:gd name="connsiteY13" fmla="*/ 58858 h 69662"/>
                  <a:gd name="connsiteX14" fmla="*/ 402431 w 413317"/>
                  <a:gd name="connsiteY14" fmla="*/ 65515 h 69662"/>
                  <a:gd name="connsiteX15" fmla="*/ 411453 w 413317"/>
                  <a:gd name="connsiteY15" fmla="*/ 66890 h 69662"/>
                  <a:gd name="connsiteX16" fmla="*/ 413241 w 413317"/>
                  <a:gd name="connsiteY16" fmla="*/ 68658 h 69662"/>
                  <a:gd name="connsiteX17" fmla="*/ 410762 w 413317"/>
                  <a:gd name="connsiteY17" fmla="*/ 69662 h 69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13317" h="69662">
                    <a:moveTo>
                      <a:pt x="410803" y="69662"/>
                    </a:moveTo>
                    <a:cubicBezTo>
                      <a:pt x="410803" y="69662"/>
                      <a:pt x="410356" y="69662"/>
                      <a:pt x="410112" y="69619"/>
                    </a:cubicBezTo>
                    <a:lnTo>
                      <a:pt x="401415" y="68243"/>
                    </a:lnTo>
                    <a:lnTo>
                      <a:pt x="313917" y="61630"/>
                    </a:lnTo>
                    <a:lnTo>
                      <a:pt x="225769" y="49538"/>
                    </a:lnTo>
                    <a:lnTo>
                      <a:pt x="138149" y="34500"/>
                    </a:lnTo>
                    <a:lnTo>
                      <a:pt x="51017" y="12171"/>
                    </a:lnTo>
                    <a:lnTo>
                      <a:pt x="1721" y="2742"/>
                    </a:lnTo>
                    <a:cubicBezTo>
                      <a:pt x="380" y="2480"/>
                      <a:pt x="-311" y="1672"/>
                      <a:pt x="136" y="930"/>
                    </a:cubicBezTo>
                    <a:cubicBezTo>
                      <a:pt x="623" y="232"/>
                      <a:pt x="2046" y="-183"/>
                      <a:pt x="3387" y="79"/>
                    </a:cubicBezTo>
                    <a:lnTo>
                      <a:pt x="52927" y="9574"/>
                    </a:lnTo>
                    <a:lnTo>
                      <a:pt x="139937" y="31902"/>
                    </a:lnTo>
                    <a:lnTo>
                      <a:pt x="227069" y="46875"/>
                    </a:lnTo>
                    <a:lnTo>
                      <a:pt x="314811" y="58858"/>
                    </a:lnTo>
                    <a:lnTo>
                      <a:pt x="402431" y="65515"/>
                    </a:lnTo>
                    <a:lnTo>
                      <a:pt x="411453" y="66890"/>
                    </a:lnTo>
                    <a:cubicBezTo>
                      <a:pt x="412835" y="67108"/>
                      <a:pt x="413566" y="67894"/>
                      <a:pt x="413241" y="68658"/>
                    </a:cubicBezTo>
                    <a:cubicBezTo>
                      <a:pt x="412916" y="69291"/>
                      <a:pt x="411900" y="69662"/>
                      <a:pt x="410762" y="6966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199" name="Freeform: Shape 198">
                <a:extLst>
                  <a:ext uri="{FF2B5EF4-FFF2-40B4-BE49-F238E27FC236}">
                    <a16:creationId xmlns:a16="http://schemas.microsoft.com/office/drawing/2014/main" id="{0D307BF5-6750-41EA-A9BB-65F5CAA9CCE7}"/>
                  </a:ext>
                </a:extLst>
              </p:cNvPr>
              <p:cNvSpPr/>
              <p:nvPr/>
            </p:nvSpPr>
            <p:spPr>
              <a:xfrm>
                <a:off x="8008843" y="5983989"/>
                <a:ext cx="2114644" cy="22335"/>
              </a:xfrm>
              <a:custGeom>
                <a:avLst/>
                <a:gdLst>
                  <a:gd name="connsiteX0" fmla="*/ 1911136 w 2114644"/>
                  <a:gd name="connsiteY0" fmla="*/ 22335 h 22335"/>
                  <a:gd name="connsiteX1" fmla="*/ 2560 w 2114644"/>
                  <a:gd name="connsiteY1" fmla="*/ 19629 h 22335"/>
                  <a:gd name="connsiteX2" fmla="*/ 0 w 2114644"/>
                  <a:gd name="connsiteY2" fmla="*/ 18188 h 22335"/>
                  <a:gd name="connsiteX3" fmla="*/ 2560 w 2114644"/>
                  <a:gd name="connsiteY3" fmla="*/ 16813 h 22335"/>
                  <a:gd name="connsiteX4" fmla="*/ 2560 w 2114644"/>
                  <a:gd name="connsiteY4" fmla="*/ 16813 h 22335"/>
                  <a:gd name="connsiteX5" fmla="*/ 1910852 w 2114644"/>
                  <a:gd name="connsiteY5" fmla="*/ 19520 h 22335"/>
                  <a:gd name="connsiteX6" fmla="*/ 2001642 w 2114644"/>
                  <a:gd name="connsiteY6" fmla="*/ 13714 h 22335"/>
                  <a:gd name="connsiteX7" fmla="*/ 2070689 w 2114644"/>
                  <a:gd name="connsiteY7" fmla="*/ 6096 h 22335"/>
                  <a:gd name="connsiteX8" fmla="*/ 2095602 w 2114644"/>
                  <a:gd name="connsiteY8" fmla="*/ 2582 h 22335"/>
                  <a:gd name="connsiteX9" fmla="*/ 2111370 w 2114644"/>
                  <a:gd name="connsiteY9" fmla="*/ 72 h 22335"/>
                  <a:gd name="connsiteX10" fmla="*/ 2114540 w 2114644"/>
                  <a:gd name="connsiteY10" fmla="*/ 1033 h 22335"/>
                  <a:gd name="connsiteX11" fmla="*/ 2112752 w 2114644"/>
                  <a:gd name="connsiteY11" fmla="*/ 2735 h 22335"/>
                  <a:gd name="connsiteX12" fmla="*/ 2090644 w 2114644"/>
                  <a:gd name="connsiteY12" fmla="*/ 6140 h 22335"/>
                  <a:gd name="connsiteX13" fmla="*/ 2071868 w 2114644"/>
                  <a:gd name="connsiteY13" fmla="*/ 8803 h 22335"/>
                  <a:gd name="connsiteX14" fmla="*/ 2002332 w 2114644"/>
                  <a:gd name="connsiteY14" fmla="*/ 16486 h 22335"/>
                  <a:gd name="connsiteX15" fmla="*/ 1911136 w 2114644"/>
                  <a:gd name="connsiteY15" fmla="*/ 22335 h 22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14644" h="22335">
                    <a:moveTo>
                      <a:pt x="1911136" y="22335"/>
                    </a:moveTo>
                    <a:lnTo>
                      <a:pt x="2560" y="19629"/>
                    </a:lnTo>
                    <a:cubicBezTo>
                      <a:pt x="1178" y="19629"/>
                      <a:pt x="0" y="18996"/>
                      <a:pt x="0" y="18188"/>
                    </a:cubicBezTo>
                    <a:cubicBezTo>
                      <a:pt x="0" y="17446"/>
                      <a:pt x="1178" y="16813"/>
                      <a:pt x="2560" y="16813"/>
                    </a:cubicBezTo>
                    <a:lnTo>
                      <a:pt x="2560" y="16813"/>
                    </a:lnTo>
                    <a:lnTo>
                      <a:pt x="1910852" y="19520"/>
                    </a:lnTo>
                    <a:lnTo>
                      <a:pt x="2001642" y="13714"/>
                    </a:lnTo>
                    <a:lnTo>
                      <a:pt x="2070689" y="6096"/>
                    </a:lnTo>
                    <a:lnTo>
                      <a:pt x="2095602" y="2582"/>
                    </a:lnTo>
                    <a:lnTo>
                      <a:pt x="2111370" y="72"/>
                    </a:lnTo>
                    <a:cubicBezTo>
                      <a:pt x="2112752" y="-190"/>
                      <a:pt x="2114133" y="290"/>
                      <a:pt x="2114540" y="1033"/>
                    </a:cubicBezTo>
                    <a:cubicBezTo>
                      <a:pt x="2114947" y="1775"/>
                      <a:pt x="2114133" y="2539"/>
                      <a:pt x="2112752" y="2735"/>
                    </a:cubicBezTo>
                    <a:lnTo>
                      <a:pt x="2090644" y="6140"/>
                    </a:lnTo>
                    <a:lnTo>
                      <a:pt x="2071868" y="8803"/>
                    </a:lnTo>
                    <a:lnTo>
                      <a:pt x="2002332" y="16486"/>
                    </a:lnTo>
                    <a:lnTo>
                      <a:pt x="1911136" y="2233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0" name="Freeform: Shape 199">
                <a:extLst>
                  <a:ext uri="{FF2B5EF4-FFF2-40B4-BE49-F238E27FC236}">
                    <a16:creationId xmlns:a16="http://schemas.microsoft.com/office/drawing/2014/main" id="{A8AD7ADC-7C8C-43C9-A2E4-FD84CBB68403}"/>
                  </a:ext>
                </a:extLst>
              </p:cNvPr>
              <p:cNvSpPr/>
              <p:nvPr/>
            </p:nvSpPr>
            <p:spPr>
              <a:xfrm>
                <a:off x="7999008" y="5981320"/>
                <a:ext cx="2135492" cy="20420"/>
              </a:xfrm>
              <a:custGeom>
                <a:avLst/>
                <a:gdLst>
                  <a:gd name="connsiteX0" fmla="*/ 1900042 w 2135492"/>
                  <a:gd name="connsiteY0" fmla="*/ 20420 h 20420"/>
                  <a:gd name="connsiteX1" fmla="*/ 2601 w 2135492"/>
                  <a:gd name="connsiteY1" fmla="*/ 17758 h 20420"/>
                  <a:gd name="connsiteX2" fmla="*/ 0 w 2135492"/>
                  <a:gd name="connsiteY2" fmla="*/ 16317 h 20420"/>
                  <a:gd name="connsiteX3" fmla="*/ 2601 w 2135492"/>
                  <a:gd name="connsiteY3" fmla="*/ 14942 h 20420"/>
                  <a:gd name="connsiteX4" fmla="*/ 2601 w 2135492"/>
                  <a:gd name="connsiteY4" fmla="*/ 14942 h 20420"/>
                  <a:gd name="connsiteX5" fmla="*/ 1899757 w 2135492"/>
                  <a:gd name="connsiteY5" fmla="*/ 17605 h 20420"/>
                  <a:gd name="connsiteX6" fmla="*/ 1990059 w 2135492"/>
                  <a:gd name="connsiteY6" fmla="*/ 12170 h 20420"/>
                  <a:gd name="connsiteX7" fmla="*/ 2090075 w 2135492"/>
                  <a:gd name="connsiteY7" fmla="*/ 3330 h 20420"/>
                  <a:gd name="connsiteX8" fmla="*/ 2090765 w 2135492"/>
                  <a:gd name="connsiteY8" fmla="*/ 3265 h 20420"/>
                  <a:gd name="connsiteX9" fmla="*/ 2099584 w 2135492"/>
                  <a:gd name="connsiteY9" fmla="*/ 3963 h 20420"/>
                  <a:gd name="connsiteX10" fmla="*/ 2100885 w 2135492"/>
                  <a:gd name="connsiteY10" fmla="*/ 4225 h 20420"/>
                  <a:gd name="connsiteX11" fmla="*/ 2102063 w 2135492"/>
                  <a:gd name="connsiteY11" fmla="*/ 4749 h 20420"/>
                  <a:gd name="connsiteX12" fmla="*/ 2132218 w 2135492"/>
                  <a:gd name="connsiteY12" fmla="*/ 56 h 20420"/>
                  <a:gd name="connsiteX13" fmla="*/ 2135388 w 2135492"/>
                  <a:gd name="connsiteY13" fmla="*/ 1017 h 20420"/>
                  <a:gd name="connsiteX14" fmla="*/ 2133600 w 2135492"/>
                  <a:gd name="connsiteY14" fmla="*/ 2785 h 20420"/>
                  <a:gd name="connsiteX15" fmla="*/ 2102145 w 2135492"/>
                  <a:gd name="connsiteY15" fmla="*/ 7696 h 20420"/>
                  <a:gd name="connsiteX16" fmla="*/ 2099869 w 2135492"/>
                  <a:gd name="connsiteY16" fmla="*/ 7434 h 20420"/>
                  <a:gd name="connsiteX17" fmla="*/ 2098162 w 2135492"/>
                  <a:gd name="connsiteY17" fmla="*/ 6692 h 20420"/>
                  <a:gd name="connsiteX18" fmla="*/ 2090440 w 2135492"/>
                  <a:gd name="connsiteY18" fmla="*/ 6102 h 20420"/>
                  <a:gd name="connsiteX19" fmla="*/ 2081216 w 2135492"/>
                  <a:gd name="connsiteY19" fmla="*/ 6844 h 20420"/>
                  <a:gd name="connsiteX20" fmla="*/ 1990751 w 2135492"/>
                  <a:gd name="connsiteY20" fmla="*/ 14942 h 20420"/>
                  <a:gd name="connsiteX21" fmla="*/ 1900042 w 2135492"/>
                  <a:gd name="connsiteY21" fmla="*/ 20420 h 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35492" h="20420">
                    <a:moveTo>
                      <a:pt x="1900042" y="20420"/>
                    </a:moveTo>
                    <a:lnTo>
                      <a:pt x="2601" y="17758"/>
                    </a:lnTo>
                    <a:cubicBezTo>
                      <a:pt x="1219" y="17758"/>
                      <a:pt x="0" y="17125"/>
                      <a:pt x="0" y="16317"/>
                    </a:cubicBezTo>
                    <a:cubicBezTo>
                      <a:pt x="0" y="15575"/>
                      <a:pt x="1179" y="14942"/>
                      <a:pt x="2601" y="14942"/>
                    </a:cubicBezTo>
                    <a:lnTo>
                      <a:pt x="2601" y="14942"/>
                    </a:lnTo>
                    <a:lnTo>
                      <a:pt x="1899757" y="17605"/>
                    </a:lnTo>
                    <a:lnTo>
                      <a:pt x="1990059" y="12170"/>
                    </a:lnTo>
                    <a:lnTo>
                      <a:pt x="2090075" y="3330"/>
                    </a:lnTo>
                    <a:cubicBezTo>
                      <a:pt x="2090075" y="3330"/>
                      <a:pt x="2090562" y="3265"/>
                      <a:pt x="2090765" y="3265"/>
                    </a:cubicBezTo>
                    <a:lnTo>
                      <a:pt x="2099584" y="3963"/>
                    </a:lnTo>
                    <a:cubicBezTo>
                      <a:pt x="2100072" y="3963"/>
                      <a:pt x="2100479" y="4072"/>
                      <a:pt x="2100885" y="4225"/>
                    </a:cubicBezTo>
                    <a:lnTo>
                      <a:pt x="2102063" y="4749"/>
                    </a:lnTo>
                    <a:lnTo>
                      <a:pt x="2132218" y="56"/>
                    </a:lnTo>
                    <a:cubicBezTo>
                      <a:pt x="2133600" y="-162"/>
                      <a:pt x="2134982" y="275"/>
                      <a:pt x="2135388" y="1017"/>
                    </a:cubicBezTo>
                    <a:cubicBezTo>
                      <a:pt x="2135795" y="1759"/>
                      <a:pt x="2134982" y="2566"/>
                      <a:pt x="2133600" y="2785"/>
                    </a:cubicBezTo>
                    <a:lnTo>
                      <a:pt x="2102145" y="7696"/>
                    </a:lnTo>
                    <a:cubicBezTo>
                      <a:pt x="2101373" y="7805"/>
                      <a:pt x="2100559" y="7696"/>
                      <a:pt x="2099869" y="7434"/>
                    </a:cubicBezTo>
                    <a:lnTo>
                      <a:pt x="2098162" y="6692"/>
                    </a:lnTo>
                    <a:lnTo>
                      <a:pt x="2090440" y="6102"/>
                    </a:lnTo>
                    <a:lnTo>
                      <a:pt x="2081216" y="6844"/>
                    </a:lnTo>
                    <a:lnTo>
                      <a:pt x="1990751" y="14942"/>
                    </a:lnTo>
                    <a:lnTo>
                      <a:pt x="1900042" y="2042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1" name="Freeform: Shape 200">
                <a:extLst>
                  <a:ext uri="{FF2B5EF4-FFF2-40B4-BE49-F238E27FC236}">
                    <a16:creationId xmlns:a16="http://schemas.microsoft.com/office/drawing/2014/main" id="{CFAD8FA6-9293-41F0-8537-98089E4B047A}"/>
                  </a:ext>
                </a:extLst>
              </p:cNvPr>
              <p:cNvSpPr/>
              <p:nvPr/>
            </p:nvSpPr>
            <p:spPr>
              <a:xfrm>
                <a:off x="5871227" y="5998333"/>
                <a:ext cx="427408" cy="91870"/>
              </a:xfrm>
              <a:custGeom>
                <a:avLst/>
                <a:gdLst>
                  <a:gd name="connsiteX0" fmla="*/ 2553 w 427408"/>
                  <a:gd name="connsiteY0" fmla="*/ 91870 h 91870"/>
                  <a:gd name="connsiteX1" fmla="*/ 1862 w 427408"/>
                  <a:gd name="connsiteY1" fmla="*/ 91826 h 91870"/>
                  <a:gd name="connsiteX2" fmla="*/ 74 w 427408"/>
                  <a:gd name="connsiteY2" fmla="*/ 90124 h 91870"/>
                  <a:gd name="connsiteX3" fmla="*/ 35878 w 427408"/>
                  <a:gd name="connsiteY3" fmla="*/ 16809 h 91870"/>
                  <a:gd name="connsiteX4" fmla="*/ 37747 w 427408"/>
                  <a:gd name="connsiteY4" fmla="*/ 15783 h 91870"/>
                  <a:gd name="connsiteX5" fmla="*/ 58189 w 427408"/>
                  <a:gd name="connsiteY5" fmla="*/ 13425 h 91870"/>
                  <a:gd name="connsiteX6" fmla="*/ 150889 w 427408"/>
                  <a:gd name="connsiteY6" fmla="*/ 11286 h 91870"/>
                  <a:gd name="connsiteX7" fmla="*/ 334338 w 427408"/>
                  <a:gd name="connsiteY7" fmla="*/ 2185 h 91870"/>
                  <a:gd name="connsiteX8" fmla="*/ 424721 w 427408"/>
                  <a:gd name="connsiteY8" fmla="*/ 2 h 91870"/>
                  <a:gd name="connsiteX9" fmla="*/ 427404 w 427408"/>
                  <a:gd name="connsiteY9" fmla="*/ 1377 h 91870"/>
                  <a:gd name="connsiteX10" fmla="*/ 424925 w 427408"/>
                  <a:gd name="connsiteY10" fmla="*/ 2818 h 91870"/>
                  <a:gd name="connsiteX11" fmla="*/ 334745 w 427408"/>
                  <a:gd name="connsiteY11" fmla="*/ 4957 h 91870"/>
                  <a:gd name="connsiteX12" fmla="*/ 151255 w 427408"/>
                  <a:gd name="connsiteY12" fmla="*/ 14124 h 91870"/>
                  <a:gd name="connsiteX13" fmla="*/ 58840 w 427408"/>
                  <a:gd name="connsiteY13" fmla="*/ 16197 h 91870"/>
                  <a:gd name="connsiteX14" fmla="*/ 40348 w 427408"/>
                  <a:gd name="connsiteY14" fmla="*/ 18380 h 91870"/>
                  <a:gd name="connsiteX15" fmla="*/ 4992 w 427408"/>
                  <a:gd name="connsiteY15" fmla="*/ 90844 h 91870"/>
                  <a:gd name="connsiteX16" fmla="*/ 2553 w 427408"/>
                  <a:gd name="connsiteY16" fmla="*/ 91848 h 9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7408" h="91870">
                    <a:moveTo>
                      <a:pt x="2553" y="91870"/>
                    </a:moveTo>
                    <a:cubicBezTo>
                      <a:pt x="2309" y="91870"/>
                      <a:pt x="2106" y="91870"/>
                      <a:pt x="1862" y="91826"/>
                    </a:cubicBezTo>
                    <a:cubicBezTo>
                      <a:pt x="521" y="91608"/>
                      <a:pt x="-251" y="90866"/>
                      <a:pt x="74" y="90124"/>
                    </a:cubicBezTo>
                    <a:lnTo>
                      <a:pt x="35878" y="16809"/>
                    </a:lnTo>
                    <a:cubicBezTo>
                      <a:pt x="36122" y="16328"/>
                      <a:pt x="36853" y="15957"/>
                      <a:pt x="37747" y="15783"/>
                    </a:cubicBezTo>
                    <a:lnTo>
                      <a:pt x="58189" y="13425"/>
                    </a:lnTo>
                    <a:lnTo>
                      <a:pt x="150889" y="11286"/>
                    </a:lnTo>
                    <a:lnTo>
                      <a:pt x="334338" y="2185"/>
                    </a:lnTo>
                    <a:lnTo>
                      <a:pt x="424721" y="2"/>
                    </a:lnTo>
                    <a:cubicBezTo>
                      <a:pt x="426103" y="-42"/>
                      <a:pt x="427282" y="591"/>
                      <a:pt x="427404" y="1377"/>
                    </a:cubicBezTo>
                    <a:cubicBezTo>
                      <a:pt x="427485" y="2119"/>
                      <a:pt x="426428" y="2774"/>
                      <a:pt x="424925" y="2818"/>
                    </a:cubicBezTo>
                    <a:lnTo>
                      <a:pt x="334745" y="4957"/>
                    </a:lnTo>
                    <a:lnTo>
                      <a:pt x="151255" y="14124"/>
                    </a:lnTo>
                    <a:lnTo>
                      <a:pt x="58840" y="16197"/>
                    </a:lnTo>
                    <a:lnTo>
                      <a:pt x="40348" y="18380"/>
                    </a:lnTo>
                    <a:lnTo>
                      <a:pt x="4992" y="90844"/>
                    </a:lnTo>
                    <a:cubicBezTo>
                      <a:pt x="4707" y="91477"/>
                      <a:pt x="3650" y="91848"/>
                      <a:pt x="2553" y="9184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2" name="Freeform: Shape 201">
                <a:extLst>
                  <a:ext uri="{FF2B5EF4-FFF2-40B4-BE49-F238E27FC236}">
                    <a16:creationId xmlns:a16="http://schemas.microsoft.com/office/drawing/2014/main" id="{8E67854A-8F99-4BE1-B112-F165BB67FC44}"/>
                  </a:ext>
                </a:extLst>
              </p:cNvPr>
              <p:cNvSpPr/>
              <p:nvPr/>
            </p:nvSpPr>
            <p:spPr>
              <a:xfrm>
                <a:off x="5752957" y="5998248"/>
                <a:ext cx="455741" cy="12942"/>
              </a:xfrm>
              <a:custGeom>
                <a:avLst/>
                <a:gdLst>
                  <a:gd name="connsiteX0" fmla="*/ 179629 w 455741"/>
                  <a:gd name="connsiteY0" fmla="*/ 12921 h 12942"/>
                  <a:gd name="connsiteX1" fmla="*/ 160772 w 455741"/>
                  <a:gd name="connsiteY1" fmla="*/ 11546 h 12942"/>
                  <a:gd name="connsiteX2" fmla="*/ 92253 w 455741"/>
                  <a:gd name="connsiteY2" fmla="*/ 10149 h 12942"/>
                  <a:gd name="connsiteX3" fmla="*/ 2520 w 455741"/>
                  <a:gd name="connsiteY3" fmla="*/ 10324 h 12942"/>
                  <a:gd name="connsiteX4" fmla="*/ 2520 w 455741"/>
                  <a:gd name="connsiteY4" fmla="*/ 10324 h 12942"/>
                  <a:gd name="connsiteX5" fmla="*/ 0 w 455741"/>
                  <a:gd name="connsiteY5" fmla="*/ 8949 h 12942"/>
                  <a:gd name="connsiteX6" fmla="*/ 2520 w 455741"/>
                  <a:gd name="connsiteY6" fmla="*/ 7508 h 12942"/>
                  <a:gd name="connsiteX7" fmla="*/ 92294 w 455741"/>
                  <a:gd name="connsiteY7" fmla="*/ 7355 h 12942"/>
                  <a:gd name="connsiteX8" fmla="*/ 161178 w 455741"/>
                  <a:gd name="connsiteY8" fmla="*/ 8796 h 12942"/>
                  <a:gd name="connsiteX9" fmla="*/ 179791 w 455741"/>
                  <a:gd name="connsiteY9" fmla="*/ 10127 h 12942"/>
                  <a:gd name="connsiteX10" fmla="*/ 271028 w 455741"/>
                  <a:gd name="connsiteY10" fmla="*/ 7574 h 12942"/>
                  <a:gd name="connsiteX11" fmla="*/ 362753 w 455741"/>
                  <a:gd name="connsiteY11" fmla="*/ 2837 h 12942"/>
                  <a:gd name="connsiteX12" fmla="*/ 453055 w 455741"/>
                  <a:gd name="connsiteY12" fmla="*/ 22 h 12942"/>
                  <a:gd name="connsiteX13" fmla="*/ 455737 w 455741"/>
                  <a:gd name="connsiteY13" fmla="*/ 1353 h 12942"/>
                  <a:gd name="connsiteX14" fmla="*/ 453339 w 455741"/>
                  <a:gd name="connsiteY14" fmla="*/ 2837 h 12942"/>
                  <a:gd name="connsiteX15" fmla="*/ 363118 w 455741"/>
                  <a:gd name="connsiteY15" fmla="*/ 5609 h 12942"/>
                  <a:gd name="connsiteX16" fmla="*/ 271394 w 455741"/>
                  <a:gd name="connsiteY16" fmla="*/ 10346 h 12942"/>
                  <a:gd name="connsiteX17" fmla="*/ 179629 w 455741"/>
                  <a:gd name="connsiteY17" fmla="*/ 12943 h 12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5741" h="12942">
                    <a:moveTo>
                      <a:pt x="179629" y="12921"/>
                    </a:moveTo>
                    <a:lnTo>
                      <a:pt x="160772" y="11546"/>
                    </a:lnTo>
                    <a:lnTo>
                      <a:pt x="92253" y="10149"/>
                    </a:lnTo>
                    <a:lnTo>
                      <a:pt x="2520" y="10324"/>
                    </a:lnTo>
                    <a:lnTo>
                      <a:pt x="2520" y="10324"/>
                    </a:lnTo>
                    <a:cubicBezTo>
                      <a:pt x="1138" y="10324"/>
                      <a:pt x="0" y="9691"/>
                      <a:pt x="0" y="8949"/>
                    </a:cubicBezTo>
                    <a:cubicBezTo>
                      <a:pt x="0" y="8141"/>
                      <a:pt x="1138" y="7508"/>
                      <a:pt x="2520" y="7508"/>
                    </a:cubicBezTo>
                    <a:lnTo>
                      <a:pt x="92294" y="7355"/>
                    </a:lnTo>
                    <a:lnTo>
                      <a:pt x="161178" y="8796"/>
                    </a:lnTo>
                    <a:lnTo>
                      <a:pt x="179791" y="10127"/>
                    </a:lnTo>
                    <a:lnTo>
                      <a:pt x="271028" y="7574"/>
                    </a:lnTo>
                    <a:lnTo>
                      <a:pt x="362753" y="2837"/>
                    </a:lnTo>
                    <a:lnTo>
                      <a:pt x="453055" y="22"/>
                    </a:lnTo>
                    <a:cubicBezTo>
                      <a:pt x="454437" y="-131"/>
                      <a:pt x="455615" y="546"/>
                      <a:pt x="455737" y="1353"/>
                    </a:cubicBezTo>
                    <a:cubicBezTo>
                      <a:pt x="455818" y="2095"/>
                      <a:pt x="454762" y="2794"/>
                      <a:pt x="453339" y="2837"/>
                    </a:cubicBezTo>
                    <a:lnTo>
                      <a:pt x="363118" y="5609"/>
                    </a:lnTo>
                    <a:lnTo>
                      <a:pt x="271394" y="10346"/>
                    </a:lnTo>
                    <a:lnTo>
                      <a:pt x="179629" y="1294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3" name="Freeform: Shape 202">
                <a:extLst>
                  <a:ext uri="{FF2B5EF4-FFF2-40B4-BE49-F238E27FC236}">
                    <a16:creationId xmlns:a16="http://schemas.microsoft.com/office/drawing/2014/main" id="{FA23FD53-D741-4422-AEFC-CEC73F96F254}"/>
                  </a:ext>
                </a:extLst>
              </p:cNvPr>
              <p:cNvSpPr/>
              <p:nvPr/>
            </p:nvSpPr>
            <p:spPr>
              <a:xfrm>
                <a:off x="11683300" y="5930870"/>
                <a:ext cx="508740" cy="10302"/>
              </a:xfrm>
              <a:custGeom>
                <a:avLst/>
                <a:gdLst>
                  <a:gd name="connsiteX0" fmla="*/ 508700 w 508740"/>
                  <a:gd name="connsiteY0" fmla="*/ 0 h 10302"/>
                  <a:gd name="connsiteX1" fmla="*/ 364224 w 508740"/>
                  <a:gd name="connsiteY1" fmla="*/ 1179 h 10302"/>
                  <a:gd name="connsiteX2" fmla="*/ 273435 w 508740"/>
                  <a:gd name="connsiteY2" fmla="*/ 1397 h 10302"/>
                  <a:gd name="connsiteX3" fmla="*/ 182564 w 508740"/>
                  <a:gd name="connsiteY3" fmla="*/ 2510 h 10302"/>
                  <a:gd name="connsiteX4" fmla="*/ 91977 w 508740"/>
                  <a:gd name="connsiteY4" fmla="*/ 5347 h 10302"/>
                  <a:gd name="connsiteX5" fmla="*/ 2488 w 508740"/>
                  <a:gd name="connsiteY5" fmla="*/ 7465 h 10302"/>
                  <a:gd name="connsiteX6" fmla="*/ 9 w 508740"/>
                  <a:gd name="connsiteY6" fmla="*/ 8971 h 10302"/>
                  <a:gd name="connsiteX7" fmla="*/ 2569 w 508740"/>
                  <a:gd name="connsiteY7" fmla="*/ 10302 h 10302"/>
                  <a:gd name="connsiteX8" fmla="*/ 2650 w 508740"/>
                  <a:gd name="connsiteY8" fmla="*/ 10302 h 10302"/>
                  <a:gd name="connsiteX9" fmla="*/ 92262 w 508740"/>
                  <a:gd name="connsiteY9" fmla="*/ 8163 h 10302"/>
                  <a:gd name="connsiteX10" fmla="*/ 182767 w 508740"/>
                  <a:gd name="connsiteY10" fmla="*/ 5347 h 10302"/>
                  <a:gd name="connsiteX11" fmla="*/ 273556 w 508740"/>
                  <a:gd name="connsiteY11" fmla="*/ 4169 h 10302"/>
                  <a:gd name="connsiteX12" fmla="*/ 364265 w 508740"/>
                  <a:gd name="connsiteY12" fmla="*/ 4016 h 10302"/>
                  <a:gd name="connsiteX13" fmla="*/ 508741 w 508740"/>
                  <a:gd name="connsiteY13" fmla="*/ 2837 h 10302"/>
                  <a:gd name="connsiteX14" fmla="*/ 508741 w 508740"/>
                  <a:gd name="connsiteY14" fmla="*/ 0 h 10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8740" h="10302">
                    <a:moveTo>
                      <a:pt x="508700" y="0"/>
                    </a:moveTo>
                    <a:lnTo>
                      <a:pt x="364224" y="1179"/>
                    </a:lnTo>
                    <a:lnTo>
                      <a:pt x="273435" y="1397"/>
                    </a:lnTo>
                    <a:lnTo>
                      <a:pt x="182564" y="2510"/>
                    </a:lnTo>
                    <a:lnTo>
                      <a:pt x="91977" y="5347"/>
                    </a:lnTo>
                    <a:lnTo>
                      <a:pt x="2488" y="7465"/>
                    </a:lnTo>
                    <a:cubicBezTo>
                      <a:pt x="985" y="7530"/>
                      <a:pt x="-113" y="8163"/>
                      <a:pt x="9" y="8971"/>
                    </a:cubicBezTo>
                    <a:cubicBezTo>
                      <a:pt x="91" y="9713"/>
                      <a:pt x="1188" y="10302"/>
                      <a:pt x="2569" y="10302"/>
                    </a:cubicBezTo>
                    <a:lnTo>
                      <a:pt x="2650" y="10302"/>
                    </a:lnTo>
                    <a:lnTo>
                      <a:pt x="92262" y="8163"/>
                    </a:lnTo>
                    <a:lnTo>
                      <a:pt x="182767" y="5347"/>
                    </a:lnTo>
                    <a:lnTo>
                      <a:pt x="273556" y="4169"/>
                    </a:lnTo>
                    <a:lnTo>
                      <a:pt x="364265" y="4016"/>
                    </a:lnTo>
                    <a:lnTo>
                      <a:pt x="508741" y="2837"/>
                    </a:lnTo>
                    <a:lnTo>
                      <a:pt x="508741" y="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4" name="Freeform: Shape 203">
                <a:extLst>
                  <a:ext uri="{FF2B5EF4-FFF2-40B4-BE49-F238E27FC236}">
                    <a16:creationId xmlns:a16="http://schemas.microsoft.com/office/drawing/2014/main" id="{19FB7929-DAAC-4944-BCAE-5F67B0A132E5}"/>
                  </a:ext>
                </a:extLst>
              </p:cNvPr>
              <p:cNvSpPr/>
              <p:nvPr/>
            </p:nvSpPr>
            <p:spPr>
              <a:xfrm>
                <a:off x="11135274" y="5908999"/>
                <a:ext cx="1056725" cy="32106"/>
              </a:xfrm>
              <a:custGeom>
                <a:avLst/>
                <a:gdLst>
                  <a:gd name="connsiteX0" fmla="*/ 1056726 w 1056725"/>
                  <a:gd name="connsiteY0" fmla="*/ 29182 h 32106"/>
                  <a:gd name="connsiteX1" fmla="*/ 1037381 w 1056725"/>
                  <a:gd name="connsiteY1" fmla="*/ 25974 h 32106"/>
                  <a:gd name="connsiteX2" fmla="*/ 969634 w 1056725"/>
                  <a:gd name="connsiteY2" fmla="*/ 18618 h 32106"/>
                  <a:gd name="connsiteX3" fmla="*/ 879332 w 1056725"/>
                  <a:gd name="connsiteY3" fmla="*/ 18880 h 32106"/>
                  <a:gd name="connsiteX4" fmla="*/ 699460 w 1056725"/>
                  <a:gd name="connsiteY4" fmla="*/ 21499 h 32106"/>
                  <a:gd name="connsiteX5" fmla="*/ 668207 w 1056725"/>
                  <a:gd name="connsiteY5" fmla="*/ 18247 h 32106"/>
                  <a:gd name="connsiteX6" fmla="*/ 637036 w 1056725"/>
                  <a:gd name="connsiteY6" fmla="*/ 13183 h 32106"/>
                  <a:gd name="connsiteX7" fmla="*/ 636346 w 1056725"/>
                  <a:gd name="connsiteY7" fmla="*/ 13140 h 32106"/>
                  <a:gd name="connsiteX8" fmla="*/ 547628 w 1056725"/>
                  <a:gd name="connsiteY8" fmla="*/ 12878 h 32106"/>
                  <a:gd name="connsiteX9" fmla="*/ 519140 w 1056725"/>
                  <a:gd name="connsiteY9" fmla="*/ 6439 h 32106"/>
                  <a:gd name="connsiteX10" fmla="*/ 518327 w 1056725"/>
                  <a:gd name="connsiteY10" fmla="*/ 6330 h 32106"/>
                  <a:gd name="connsiteX11" fmla="*/ 433470 w 1056725"/>
                  <a:gd name="connsiteY11" fmla="*/ 3885 h 32106"/>
                  <a:gd name="connsiteX12" fmla="*/ 349346 w 1056725"/>
                  <a:gd name="connsiteY12" fmla="*/ 0 h 32106"/>
                  <a:gd name="connsiteX13" fmla="*/ 264814 w 1056725"/>
                  <a:gd name="connsiteY13" fmla="*/ 437 h 32106"/>
                  <a:gd name="connsiteX14" fmla="*/ 179308 w 1056725"/>
                  <a:gd name="connsiteY14" fmla="*/ 2947 h 32106"/>
                  <a:gd name="connsiteX15" fmla="*/ 91810 w 1056725"/>
                  <a:gd name="connsiteY15" fmla="*/ 4496 h 32106"/>
                  <a:gd name="connsiteX16" fmla="*/ 2402 w 1056725"/>
                  <a:gd name="connsiteY16" fmla="*/ 7094 h 32106"/>
                  <a:gd name="connsiteX17" fmla="*/ 4 w 1056725"/>
                  <a:gd name="connsiteY17" fmla="*/ 8534 h 32106"/>
                  <a:gd name="connsiteX18" fmla="*/ 2686 w 1056725"/>
                  <a:gd name="connsiteY18" fmla="*/ 9866 h 32106"/>
                  <a:gd name="connsiteX19" fmla="*/ 91973 w 1056725"/>
                  <a:gd name="connsiteY19" fmla="*/ 7268 h 32106"/>
                  <a:gd name="connsiteX20" fmla="*/ 179470 w 1056725"/>
                  <a:gd name="connsiteY20" fmla="*/ 5762 h 32106"/>
                  <a:gd name="connsiteX21" fmla="*/ 265018 w 1056725"/>
                  <a:gd name="connsiteY21" fmla="*/ 3252 h 32106"/>
                  <a:gd name="connsiteX22" fmla="*/ 349142 w 1056725"/>
                  <a:gd name="connsiteY22" fmla="*/ 2772 h 32106"/>
                  <a:gd name="connsiteX23" fmla="*/ 433186 w 1056725"/>
                  <a:gd name="connsiteY23" fmla="*/ 6657 h 32106"/>
                  <a:gd name="connsiteX24" fmla="*/ 517636 w 1056725"/>
                  <a:gd name="connsiteY24" fmla="*/ 9167 h 32106"/>
                  <a:gd name="connsiteX25" fmla="*/ 546125 w 1056725"/>
                  <a:gd name="connsiteY25" fmla="*/ 15606 h 32106"/>
                  <a:gd name="connsiteX26" fmla="*/ 547100 w 1056725"/>
                  <a:gd name="connsiteY26" fmla="*/ 15715 h 32106"/>
                  <a:gd name="connsiteX27" fmla="*/ 635898 w 1056725"/>
                  <a:gd name="connsiteY27" fmla="*/ 15977 h 32106"/>
                  <a:gd name="connsiteX28" fmla="*/ 667070 w 1056725"/>
                  <a:gd name="connsiteY28" fmla="*/ 20975 h 32106"/>
                  <a:gd name="connsiteX29" fmla="*/ 698931 w 1056725"/>
                  <a:gd name="connsiteY29" fmla="*/ 24293 h 32106"/>
                  <a:gd name="connsiteX30" fmla="*/ 879414 w 1056725"/>
                  <a:gd name="connsiteY30" fmla="*/ 21674 h 32106"/>
                  <a:gd name="connsiteX31" fmla="*/ 969106 w 1056725"/>
                  <a:gd name="connsiteY31" fmla="*/ 21455 h 32106"/>
                  <a:gd name="connsiteX32" fmla="*/ 1036202 w 1056725"/>
                  <a:gd name="connsiteY32" fmla="*/ 28702 h 32106"/>
                  <a:gd name="connsiteX33" fmla="*/ 1056726 w 1056725"/>
                  <a:gd name="connsiteY33" fmla="*/ 32107 h 32106"/>
                  <a:gd name="connsiteX34" fmla="*/ 1056726 w 1056725"/>
                  <a:gd name="connsiteY34" fmla="*/ 29182 h 32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6725" h="32106">
                    <a:moveTo>
                      <a:pt x="1056726" y="29182"/>
                    </a:moveTo>
                    <a:lnTo>
                      <a:pt x="1037381" y="25974"/>
                    </a:lnTo>
                    <a:lnTo>
                      <a:pt x="969634" y="18618"/>
                    </a:lnTo>
                    <a:lnTo>
                      <a:pt x="879332" y="18880"/>
                    </a:lnTo>
                    <a:lnTo>
                      <a:pt x="699460" y="21499"/>
                    </a:lnTo>
                    <a:lnTo>
                      <a:pt x="668207" y="18247"/>
                    </a:lnTo>
                    <a:lnTo>
                      <a:pt x="637036" y="13183"/>
                    </a:lnTo>
                    <a:cubicBezTo>
                      <a:pt x="636752" y="13140"/>
                      <a:pt x="636549" y="13140"/>
                      <a:pt x="636346" y="13140"/>
                    </a:cubicBezTo>
                    <a:lnTo>
                      <a:pt x="547628" y="12878"/>
                    </a:lnTo>
                    <a:lnTo>
                      <a:pt x="519140" y="6439"/>
                    </a:lnTo>
                    <a:cubicBezTo>
                      <a:pt x="518936" y="6373"/>
                      <a:pt x="518652" y="6330"/>
                      <a:pt x="518327" y="6330"/>
                    </a:cubicBezTo>
                    <a:lnTo>
                      <a:pt x="433470" y="3885"/>
                    </a:lnTo>
                    <a:lnTo>
                      <a:pt x="349346" y="0"/>
                    </a:lnTo>
                    <a:lnTo>
                      <a:pt x="264814" y="437"/>
                    </a:lnTo>
                    <a:lnTo>
                      <a:pt x="179308" y="2947"/>
                    </a:lnTo>
                    <a:lnTo>
                      <a:pt x="91810" y="4496"/>
                    </a:lnTo>
                    <a:lnTo>
                      <a:pt x="2402" y="7094"/>
                    </a:lnTo>
                    <a:cubicBezTo>
                      <a:pt x="1020" y="7137"/>
                      <a:pt x="-77" y="7792"/>
                      <a:pt x="4" y="8534"/>
                    </a:cubicBezTo>
                    <a:cubicBezTo>
                      <a:pt x="126" y="9342"/>
                      <a:pt x="1183" y="10018"/>
                      <a:pt x="2686" y="9866"/>
                    </a:cubicBezTo>
                    <a:lnTo>
                      <a:pt x="91973" y="7268"/>
                    </a:lnTo>
                    <a:lnTo>
                      <a:pt x="179470" y="5762"/>
                    </a:lnTo>
                    <a:lnTo>
                      <a:pt x="265018" y="3252"/>
                    </a:lnTo>
                    <a:lnTo>
                      <a:pt x="349142" y="2772"/>
                    </a:lnTo>
                    <a:lnTo>
                      <a:pt x="433186" y="6657"/>
                    </a:lnTo>
                    <a:lnTo>
                      <a:pt x="517636" y="9167"/>
                    </a:lnTo>
                    <a:lnTo>
                      <a:pt x="546125" y="15606"/>
                    </a:lnTo>
                    <a:cubicBezTo>
                      <a:pt x="546409" y="15671"/>
                      <a:pt x="546734" y="15715"/>
                      <a:pt x="547100" y="15715"/>
                    </a:cubicBezTo>
                    <a:lnTo>
                      <a:pt x="635898" y="15977"/>
                    </a:lnTo>
                    <a:lnTo>
                      <a:pt x="667070" y="20975"/>
                    </a:lnTo>
                    <a:lnTo>
                      <a:pt x="698931" y="24293"/>
                    </a:lnTo>
                    <a:lnTo>
                      <a:pt x="879414" y="21674"/>
                    </a:lnTo>
                    <a:lnTo>
                      <a:pt x="969106" y="21455"/>
                    </a:lnTo>
                    <a:lnTo>
                      <a:pt x="1036202" y="28702"/>
                    </a:lnTo>
                    <a:lnTo>
                      <a:pt x="1056726" y="32107"/>
                    </a:lnTo>
                    <a:lnTo>
                      <a:pt x="1056726" y="2918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5" name="Freeform: Shape 204">
                <a:extLst>
                  <a:ext uri="{FF2B5EF4-FFF2-40B4-BE49-F238E27FC236}">
                    <a16:creationId xmlns:a16="http://schemas.microsoft.com/office/drawing/2014/main" id="{528F1356-FFA8-417D-9208-C5F6EDC9BB0F}"/>
                  </a:ext>
                </a:extLst>
              </p:cNvPr>
              <p:cNvSpPr/>
              <p:nvPr/>
            </p:nvSpPr>
            <p:spPr>
              <a:xfrm>
                <a:off x="7989336" y="5975883"/>
                <a:ext cx="2179755" cy="21338"/>
              </a:xfrm>
              <a:custGeom>
                <a:avLst/>
                <a:gdLst>
                  <a:gd name="connsiteX0" fmla="*/ 1888988 w 2179755"/>
                  <a:gd name="connsiteY0" fmla="*/ 21339 h 21338"/>
                  <a:gd name="connsiteX1" fmla="*/ 2560 w 2179755"/>
                  <a:gd name="connsiteY1" fmla="*/ 18676 h 21338"/>
                  <a:gd name="connsiteX2" fmla="*/ 0 w 2179755"/>
                  <a:gd name="connsiteY2" fmla="*/ 17301 h 21338"/>
                  <a:gd name="connsiteX3" fmla="*/ 2560 w 2179755"/>
                  <a:gd name="connsiteY3" fmla="*/ 15904 h 21338"/>
                  <a:gd name="connsiteX4" fmla="*/ 2560 w 2179755"/>
                  <a:gd name="connsiteY4" fmla="*/ 15904 h 21338"/>
                  <a:gd name="connsiteX5" fmla="*/ 1888825 w 2179755"/>
                  <a:gd name="connsiteY5" fmla="*/ 18523 h 21338"/>
                  <a:gd name="connsiteX6" fmla="*/ 1978721 w 2179755"/>
                  <a:gd name="connsiteY6" fmla="*/ 14267 h 21338"/>
                  <a:gd name="connsiteX7" fmla="*/ 2068292 w 2179755"/>
                  <a:gd name="connsiteY7" fmla="*/ 4140 h 21338"/>
                  <a:gd name="connsiteX8" fmla="*/ 2074834 w 2179755"/>
                  <a:gd name="connsiteY8" fmla="*/ 4292 h 21338"/>
                  <a:gd name="connsiteX9" fmla="*/ 2158879 w 2179755"/>
                  <a:gd name="connsiteY9" fmla="*/ 1782 h 21338"/>
                  <a:gd name="connsiteX10" fmla="*/ 2176760 w 2179755"/>
                  <a:gd name="connsiteY10" fmla="*/ 14 h 21338"/>
                  <a:gd name="connsiteX11" fmla="*/ 2179726 w 2179755"/>
                  <a:gd name="connsiteY11" fmla="*/ 1193 h 21338"/>
                  <a:gd name="connsiteX12" fmla="*/ 2177654 w 2179755"/>
                  <a:gd name="connsiteY12" fmla="*/ 2852 h 21338"/>
                  <a:gd name="connsiteX13" fmla="*/ 2159406 w 2179755"/>
                  <a:gd name="connsiteY13" fmla="*/ 4554 h 21338"/>
                  <a:gd name="connsiteX14" fmla="*/ 2074875 w 2179755"/>
                  <a:gd name="connsiteY14" fmla="*/ 7064 h 21338"/>
                  <a:gd name="connsiteX15" fmla="*/ 2068738 w 2179755"/>
                  <a:gd name="connsiteY15" fmla="*/ 6955 h 21338"/>
                  <a:gd name="connsiteX16" fmla="*/ 1979452 w 2179755"/>
                  <a:gd name="connsiteY16" fmla="*/ 17017 h 21338"/>
                  <a:gd name="connsiteX17" fmla="*/ 1889069 w 2179755"/>
                  <a:gd name="connsiteY17" fmla="*/ 21339 h 2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79755" h="21338">
                    <a:moveTo>
                      <a:pt x="1888988" y="21339"/>
                    </a:moveTo>
                    <a:lnTo>
                      <a:pt x="2560" y="18676"/>
                    </a:lnTo>
                    <a:cubicBezTo>
                      <a:pt x="1179" y="18676"/>
                      <a:pt x="0" y="18087"/>
                      <a:pt x="0" y="17301"/>
                    </a:cubicBezTo>
                    <a:cubicBezTo>
                      <a:pt x="0" y="16515"/>
                      <a:pt x="1179" y="15904"/>
                      <a:pt x="2560" y="15904"/>
                    </a:cubicBezTo>
                    <a:lnTo>
                      <a:pt x="2560" y="15904"/>
                    </a:lnTo>
                    <a:lnTo>
                      <a:pt x="1888825" y="18523"/>
                    </a:lnTo>
                    <a:lnTo>
                      <a:pt x="1978721" y="14267"/>
                    </a:lnTo>
                    <a:lnTo>
                      <a:pt x="2068292" y="4140"/>
                    </a:lnTo>
                    <a:lnTo>
                      <a:pt x="2074834" y="4292"/>
                    </a:lnTo>
                    <a:lnTo>
                      <a:pt x="2158879" y="1782"/>
                    </a:lnTo>
                    <a:lnTo>
                      <a:pt x="2176760" y="14"/>
                    </a:lnTo>
                    <a:cubicBezTo>
                      <a:pt x="2178264" y="-95"/>
                      <a:pt x="2179442" y="429"/>
                      <a:pt x="2179726" y="1193"/>
                    </a:cubicBezTo>
                    <a:cubicBezTo>
                      <a:pt x="2179930" y="1935"/>
                      <a:pt x="2179036" y="2677"/>
                      <a:pt x="2177654" y="2852"/>
                    </a:cubicBezTo>
                    <a:lnTo>
                      <a:pt x="2159406" y="4554"/>
                    </a:lnTo>
                    <a:lnTo>
                      <a:pt x="2074875" y="7064"/>
                    </a:lnTo>
                    <a:lnTo>
                      <a:pt x="2068738" y="6955"/>
                    </a:lnTo>
                    <a:lnTo>
                      <a:pt x="1979452" y="17017"/>
                    </a:lnTo>
                    <a:lnTo>
                      <a:pt x="1889069" y="2133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6" name="Freeform: Shape 205">
                <a:extLst>
                  <a:ext uri="{FF2B5EF4-FFF2-40B4-BE49-F238E27FC236}">
                    <a16:creationId xmlns:a16="http://schemas.microsoft.com/office/drawing/2014/main" id="{2802FBEA-D19C-4832-8D25-572984394D2B}"/>
                  </a:ext>
                </a:extLst>
              </p:cNvPr>
              <p:cNvSpPr/>
              <p:nvPr/>
            </p:nvSpPr>
            <p:spPr>
              <a:xfrm>
                <a:off x="5875291" y="5483828"/>
                <a:ext cx="6316708" cy="954967"/>
              </a:xfrm>
              <a:custGeom>
                <a:avLst/>
                <a:gdLst>
                  <a:gd name="connsiteX0" fmla="*/ 6316709 w 6316708"/>
                  <a:gd name="connsiteY0" fmla="*/ 952042 h 954967"/>
                  <a:gd name="connsiteX1" fmla="*/ 4710657 w 6316708"/>
                  <a:gd name="connsiteY1" fmla="*/ 618358 h 954967"/>
                  <a:gd name="connsiteX2" fmla="*/ 4687533 w 6316708"/>
                  <a:gd name="connsiteY2" fmla="*/ 608122 h 954967"/>
                  <a:gd name="connsiteX3" fmla="*/ 4686760 w 6316708"/>
                  <a:gd name="connsiteY3" fmla="*/ 607860 h 954967"/>
                  <a:gd name="connsiteX4" fmla="*/ 4682412 w 6316708"/>
                  <a:gd name="connsiteY4" fmla="*/ 607052 h 954967"/>
                  <a:gd name="connsiteX5" fmla="*/ 4680908 w 6316708"/>
                  <a:gd name="connsiteY5" fmla="*/ 607008 h 954967"/>
                  <a:gd name="connsiteX6" fmla="*/ 4671683 w 6316708"/>
                  <a:gd name="connsiteY6" fmla="*/ 608449 h 954967"/>
                  <a:gd name="connsiteX7" fmla="*/ 4645186 w 6316708"/>
                  <a:gd name="connsiteY7" fmla="*/ 590442 h 954967"/>
                  <a:gd name="connsiteX8" fmla="*/ 4617794 w 6316708"/>
                  <a:gd name="connsiteY8" fmla="*/ 568746 h 954967"/>
                  <a:gd name="connsiteX9" fmla="*/ 4590728 w 6316708"/>
                  <a:gd name="connsiteY9" fmla="*/ 546309 h 954967"/>
                  <a:gd name="connsiteX10" fmla="*/ 4590037 w 6316708"/>
                  <a:gd name="connsiteY10" fmla="*/ 545938 h 954967"/>
                  <a:gd name="connsiteX11" fmla="*/ 4563662 w 6316708"/>
                  <a:gd name="connsiteY11" fmla="*/ 536181 h 954967"/>
                  <a:gd name="connsiteX12" fmla="*/ 4562077 w 6316708"/>
                  <a:gd name="connsiteY12" fmla="*/ 535963 h 954967"/>
                  <a:gd name="connsiteX13" fmla="*/ 4509895 w 6316708"/>
                  <a:gd name="connsiteY13" fmla="*/ 537622 h 954967"/>
                  <a:gd name="connsiteX14" fmla="*/ 4508798 w 6316708"/>
                  <a:gd name="connsiteY14" fmla="*/ 537360 h 954967"/>
                  <a:gd name="connsiteX15" fmla="*/ 4484292 w 6316708"/>
                  <a:gd name="connsiteY15" fmla="*/ 526316 h 954967"/>
                  <a:gd name="connsiteX16" fmla="*/ 4459461 w 6316708"/>
                  <a:gd name="connsiteY16" fmla="*/ 513045 h 954967"/>
                  <a:gd name="connsiteX17" fmla="*/ 4435443 w 6316708"/>
                  <a:gd name="connsiteY17" fmla="*/ 502983 h 954967"/>
                  <a:gd name="connsiteX18" fmla="*/ 4411628 w 6316708"/>
                  <a:gd name="connsiteY18" fmla="*/ 485827 h 954967"/>
                  <a:gd name="connsiteX19" fmla="*/ 4410530 w 6316708"/>
                  <a:gd name="connsiteY19" fmla="*/ 485347 h 954967"/>
                  <a:gd name="connsiteX20" fmla="*/ 4386918 w 6316708"/>
                  <a:gd name="connsiteY20" fmla="*/ 480022 h 954967"/>
                  <a:gd name="connsiteX21" fmla="*/ 4385415 w 6316708"/>
                  <a:gd name="connsiteY21" fmla="*/ 479978 h 954967"/>
                  <a:gd name="connsiteX22" fmla="*/ 4358227 w 6316708"/>
                  <a:gd name="connsiteY22" fmla="*/ 483186 h 954967"/>
                  <a:gd name="connsiteX23" fmla="*/ 4344653 w 6316708"/>
                  <a:gd name="connsiteY23" fmla="*/ 478450 h 954967"/>
                  <a:gd name="connsiteX24" fmla="*/ 4325999 w 6316708"/>
                  <a:gd name="connsiteY24" fmla="*/ 468846 h 954967"/>
                  <a:gd name="connsiteX25" fmla="*/ 4308930 w 6316708"/>
                  <a:gd name="connsiteY25" fmla="*/ 455467 h 954967"/>
                  <a:gd name="connsiteX26" fmla="*/ 4293244 w 6316708"/>
                  <a:gd name="connsiteY26" fmla="*/ 439490 h 954967"/>
                  <a:gd name="connsiteX27" fmla="*/ 4279060 w 6316708"/>
                  <a:gd name="connsiteY27" fmla="*/ 418383 h 954967"/>
                  <a:gd name="connsiteX28" fmla="*/ 4266055 w 6316708"/>
                  <a:gd name="connsiteY28" fmla="*/ 393916 h 954967"/>
                  <a:gd name="connsiteX29" fmla="*/ 4253172 w 6316708"/>
                  <a:gd name="connsiteY29" fmla="*/ 364341 h 954967"/>
                  <a:gd name="connsiteX30" fmla="*/ 4239761 w 6316708"/>
                  <a:gd name="connsiteY30" fmla="*/ 332169 h 954967"/>
                  <a:gd name="connsiteX31" fmla="*/ 4224074 w 6316708"/>
                  <a:gd name="connsiteY31" fmla="*/ 299276 h 954967"/>
                  <a:gd name="connsiteX32" fmla="*/ 4204852 w 6316708"/>
                  <a:gd name="connsiteY32" fmla="*/ 274547 h 954967"/>
                  <a:gd name="connsiteX33" fmla="*/ 4181524 w 6316708"/>
                  <a:gd name="connsiteY33" fmla="*/ 252152 h 954967"/>
                  <a:gd name="connsiteX34" fmla="*/ 4180224 w 6316708"/>
                  <a:gd name="connsiteY34" fmla="*/ 251520 h 954967"/>
                  <a:gd name="connsiteX35" fmla="*/ 4154539 w 6316708"/>
                  <a:gd name="connsiteY35" fmla="*/ 246303 h 954967"/>
                  <a:gd name="connsiteX36" fmla="*/ 4153360 w 6316708"/>
                  <a:gd name="connsiteY36" fmla="*/ 246194 h 954967"/>
                  <a:gd name="connsiteX37" fmla="*/ 4125969 w 6316708"/>
                  <a:gd name="connsiteY37" fmla="*/ 248005 h 954967"/>
                  <a:gd name="connsiteX38" fmla="*/ 4125075 w 6316708"/>
                  <a:gd name="connsiteY38" fmla="*/ 248158 h 954967"/>
                  <a:gd name="connsiteX39" fmla="*/ 4116541 w 6316708"/>
                  <a:gd name="connsiteY39" fmla="*/ 250603 h 954967"/>
                  <a:gd name="connsiteX40" fmla="*/ 4115646 w 6316708"/>
                  <a:gd name="connsiteY40" fmla="*/ 251083 h 954967"/>
                  <a:gd name="connsiteX41" fmla="*/ 4113939 w 6316708"/>
                  <a:gd name="connsiteY41" fmla="*/ 252414 h 954967"/>
                  <a:gd name="connsiteX42" fmla="*/ 4063343 w 6316708"/>
                  <a:gd name="connsiteY42" fmla="*/ 260468 h 954967"/>
                  <a:gd name="connsiteX43" fmla="*/ 3970968 w 6316708"/>
                  <a:gd name="connsiteY43" fmla="*/ 274110 h 954967"/>
                  <a:gd name="connsiteX44" fmla="*/ 3877700 w 6316708"/>
                  <a:gd name="connsiteY44" fmla="*/ 286158 h 954967"/>
                  <a:gd name="connsiteX45" fmla="*/ 3785122 w 6316708"/>
                  <a:gd name="connsiteY45" fmla="*/ 294583 h 954967"/>
                  <a:gd name="connsiteX46" fmla="*/ 3694413 w 6316708"/>
                  <a:gd name="connsiteY46" fmla="*/ 302572 h 954967"/>
                  <a:gd name="connsiteX47" fmla="*/ 3605493 w 6316708"/>
                  <a:gd name="connsiteY47" fmla="*/ 306784 h 954967"/>
                  <a:gd name="connsiteX48" fmla="*/ 3517995 w 6316708"/>
                  <a:gd name="connsiteY48" fmla="*/ 309775 h 954967"/>
                  <a:gd name="connsiteX49" fmla="*/ 3432853 w 6316708"/>
                  <a:gd name="connsiteY49" fmla="*/ 318571 h 954967"/>
                  <a:gd name="connsiteX50" fmla="*/ 3349136 w 6316708"/>
                  <a:gd name="connsiteY50" fmla="*/ 333020 h 954967"/>
                  <a:gd name="connsiteX51" fmla="*/ 3264808 w 6316708"/>
                  <a:gd name="connsiteY51" fmla="*/ 343518 h 954967"/>
                  <a:gd name="connsiteX52" fmla="*/ 3181089 w 6316708"/>
                  <a:gd name="connsiteY52" fmla="*/ 357575 h 954967"/>
                  <a:gd name="connsiteX53" fmla="*/ 3097046 w 6316708"/>
                  <a:gd name="connsiteY53" fmla="*/ 367222 h 954967"/>
                  <a:gd name="connsiteX54" fmla="*/ 3013124 w 6316708"/>
                  <a:gd name="connsiteY54" fmla="*/ 377764 h 954967"/>
                  <a:gd name="connsiteX55" fmla="*/ 2929202 w 6316708"/>
                  <a:gd name="connsiteY55" fmla="*/ 387564 h 954967"/>
                  <a:gd name="connsiteX56" fmla="*/ 2845646 w 6316708"/>
                  <a:gd name="connsiteY56" fmla="*/ 395815 h 954967"/>
                  <a:gd name="connsiteX57" fmla="*/ 2761928 w 6316708"/>
                  <a:gd name="connsiteY57" fmla="*/ 397779 h 954967"/>
                  <a:gd name="connsiteX58" fmla="*/ 2678169 w 6316708"/>
                  <a:gd name="connsiteY58" fmla="*/ 396186 h 954967"/>
                  <a:gd name="connsiteX59" fmla="*/ 2593841 w 6316708"/>
                  <a:gd name="connsiteY59" fmla="*/ 390642 h 954967"/>
                  <a:gd name="connsiteX60" fmla="*/ 2425957 w 6316708"/>
                  <a:gd name="connsiteY60" fmla="*/ 392453 h 954967"/>
                  <a:gd name="connsiteX61" fmla="*/ 2342401 w 6316708"/>
                  <a:gd name="connsiteY61" fmla="*/ 396142 h 954967"/>
                  <a:gd name="connsiteX62" fmla="*/ 2258561 w 6316708"/>
                  <a:gd name="connsiteY62" fmla="*/ 394592 h 954967"/>
                  <a:gd name="connsiteX63" fmla="*/ 2174924 w 6316708"/>
                  <a:gd name="connsiteY63" fmla="*/ 394003 h 954967"/>
                  <a:gd name="connsiteX64" fmla="*/ 2091205 w 6316708"/>
                  <a:gd name="connsiteY64" fmla="*/ 391122 h 954967"/>
                  <a:gd name="connsiteX65" fmla="*/ 2007365 w 6316708"/>
                  <a:gd name="connsiteY65" fmla="*/ 386058 h 954967"/>
                  <a:gd name="connsiteX66" fmla="*/ 1923606 w 6316708"/>
                  <a:gd name="connsiteY66" fmla="*/ 383395 h 954967"/>
                  <a:gd name="connsiteX67" fmla="*/ 1922834 w 6316708"/>
                  <a:gd name="connsiteY67" fmla="*/ 383439 h 954967"/>
                  <a:gd name="connsiteX68" fmla="*/ 1839481 w 6316708"/>
                  <a:gd name="connsiteY68" fmla="*/ 396229 h 954967"/>
                  <a:gd name="connsiteX69" fmla="*/ 1756048 w 6316708"/>
                  <a:gd name="connsiteY69" fmla="*/ 403738 h 954967"/>
                  <a:gd name="connsiteX70" fmla="*/ 1672126 w 6316708"/>
                  <a:gd name="connsiteY70" fmla="*/ 409216 h 954967"/>
                  <a:gd name="connsiteX71" fmla="*/ 1588285 w 6316708"/>
                  <a:gd name="connsiteY71" fmla="*/ 420719 h 954967"/>
                  <a:gd name="connsiteX72" fmla="*/ 1505136 w 6316708"/>
                  <a:gd name="connsiteY72" fmla="*/ 437765 h 954967"/>
                  <a:gd name="connsiteX73" fmla="*/ 1421702 w 6316708"/>
                  <a:gd name="connsiteY73" fmla="*/ 449377 h 954967"/>
                  <a:gd name="connsiteX74" fmla="*/ 1340950 w 6316708"/>
                  <a:gd name="connsiteY74" fmla="*/ 458850 h 954967"/>
                  <a:gd name="connsiteX75" fmla="*/ 1181804 w 6316708"/>
                  <a:gd name="connsiteY75" fmla="*/ 466511 h 954967"/>
                  <a:gd name="connsiteX76" fmla="*/ 1098736 w 6316708"/>
                  <a:gd name="connsiteY76" fmla="*/ 466402 h 954967"/>
                  <a:gd name="connsiteX77" fmla="*/ 1088738 w 6316708"/>
                  <a:gd name="connsiteY77" fmla="*/ 455358 h 954967"/>
                  <a:gd name="connsiteX78" fmla="*/ 1086463 w 6316708"/>
                  <a:gd name="connsiteY78" fmla="*/ 454550 h 954967"/>
                  <a:gd name="connsiteX79" fmla="*/ 1033305 w 6316708"/>
                  <a:gd name="connsiteY79" fmla="*/ 454550 h 954967"/>
                  <a:gd name="connsiteX80" fmla="*/ 1006117 w 6316708"/>
                  <a:gd name="connsiteY80" fmla="*/ 458326 h 954967"/>
                  <a:gd name="connsiteX81" fmla="*/ 925162 w 6316708"/>
                  <a:gd name="connsiteY81" fmla="*/ 462167 h 954967"/>
                  <a:gd name="connsiteX82" fmla="*/ 844492 w 6316708"/>
                  <a:gd name="connsiteY82" fmla="*/ 464983 h 954967"/>
                  <a:gd name="connsiteX83" fmla="*/ 763740 w 6316708"/>
                  <a:gd name="connsiteY83" fmla="*/ 461775 h 954967"/>
                  <a:gd name="connsiteX84" fmla="*/ 760774 w 6316708"/>
                  <a:gd name="connsiteY84" fmla="*/ 457737 h 954967"/>
                  <a:gd name="connsiteX85" fmla="*/ 758295 w 6316708"/>
                  <a:gd name="connsiteY85" fmla="*/ 455030 h 954967"/>
                  <a:gd name="connsiteX86" fmla="*/ 756303 w 6316708"/>
                  <a:gd name="connsiteY86" fmla="*/ 452040 h 954967"/>
                  <a:gd name="connsiteX87" fmla="*/ 754840 w 6316708"/>
                  <a:gd name="connsiteY87" fmla="*/ 448417 h 954967"/>
                  <a:gd name="connsiteX88" fmla="*/ 754434 w 6316708"/>
                  <a:gd name="connsiteY88" fmla="*/ 433706 h 954967"/>
                  <a:gd name="connsiteX89" fmla="*/ 754637 w 6316708"/>
                  <a:gd name="connsiteY89" fmla="*/ 412403 h 954967"/>
                  <a:gd name="connsiteX90" fmla="*/ 755328 w 6316708"/>
                  <a:gd name="connsiteY90" fmla="*/ 390926 h 954967"/>
                  <a:gd name="connsiteX91" fmla="*/ 756628 w 6316708"/>
                  <a:gd name="connsiteY91" fmla="*/ 370671 h 954967"/>
                  <a:gd name="connsiteX92" fmla="*/ 760977 w 6316708"/>
                  <a:gd name="connsiteY92" fmla="*/ 324835 h 954967"/>
                  <a:gd name="connsiteX93" fmla="*/ 762481 w 6316708"/>
                  <a:gd name="connsiteY93" fmla="*/ 303205 h 954967"/>
                  <a:gd name="connsiteX94" fmla="*/ 762968 w 6316708"/>
                  <a:gd name="connsiteY94" fmla="*/ 282950 h 954967"/>
                  <a:gd name="connsiteX95" fmla="*/ 762074 w 6316708"/>
                  <a:gd name="connsiteY95" fmla="*/ 265467 h 954967"/>
                  <a:gd name="connsiteX96" fmla="*/ 760489 w 6316708"/>
                  <a:gd name="connsiteY96" fmla="*/ 246761 h 954967"/>
                  <a:gd name="connsiteX97" fmla="*/ 758132 w 6316708"/>
                  <a:gd name="connsiteY97" fmla="*/ 223625 h 954967"/>
                  <a:gd name="connsiteX98" fmla="*/ 754556 w 6316708"/>
                  <a:gd name="connsiteY98" fmla="*/ 198416 h 954967"/>
                  <a:gd name="connsiteX99" fmla="*/ 750004 w 6316708"/>
                  <a:gd name="connsiteY99" fmla="*/ 169648 h 954967"/>
                  <a:gd name="connsiteX100" fmla="*/ 744761 w 6316708"/>
                  <a:gd name="connsiteY100" fmla="*/ 140488 h 954967"/>
                  <a:gd name="connsiteX101" fmla="*/ 739885 w 6316708"/>
                  <a:gd name="connsiteY101" fmla="*/ 125995 h 954967"/>
                  <a:gd name="connsiteX102" fmla="*/ 734317 w 6316708"/>
                  <a:gd name="connsiteY102" fmla="*/ 105696 h 954967"/>
                  <a:gd name="connsiteX103" fmla="*/ 732244 w 6316708"/>
                  <a:gd name="connsiteY103" fmla="*/ 104518 h 954967"/>
                  <a:gd name="connsiteX104" fmla="*/ 660799 w 6316708"/>
                  <a:gd name="connsiteY104" fmla="*/ 98450 h 954967"/>
                  <a:gd name="connsiteX105" fmla="*/ 590939 w 6316708"/>
                  <a:gd name="connsiteY105" fmla="*/ 86576 h 954967"/>
                  <a:gd name="connsiteX106" fmla="*/ 523070 w 6316708"/>
                  <a:gd name="connsiteY106" fmla="*/ 71451 h 954967"/>
                  <a:gd name="connsiteX107" fmla="*/ 456705 w 6316708"/>
                  <a:gd name="connsiteY107" fmla="*/ 60406 h 954967"/>
                  <a:gd name="connsiteX108" fmla="*/ 388349 w 6316708"/>
                  <a:gd name="connsiteY108" fmla="*/ 43884 h 954967"/>
                  <a:gd name="connsiteX109" fmla="*/ 318407 w 6316708"/>
                  <a:gd name="connsiteY109" fmla="*/ 36201 h 954967"/>
                  <a:gd name="connsiteX110" fmla="*/ 244199 w 6316708"/>
                  <a:gd name="connsiteY110" fmla="*/ 28583 h 954967"/>
                  <a:gd name="connsiteX111" fmla="*/ 164463 w 6316708"/>
                  <a:gd name="connsiteY111" fmla="*/ 19307 h 954967"/>
                  <a:gd name="connsiteX112" fmla="*/ 80948 w 6316708"/>
                  <a:gd name="connsiteY112" fmla="*/ 11362 h 954967"/>
                  <a:gd name="connsiteX113" fmla="*/ 3122 w 6316708"/>
                  <a:gd name="connsiteY113" fmla="*/ 56 h 954967"/>
                  <a:gd name="connsiteX114" fmla="*/ 74 w 6316708"/>
                  <a:gd name="connsiteY114" fmla="*/ 1082 h 954967"/>
                  <a:gd name="connsiteX115" fmla="*/ 1862 w 6316708"/>
                  <a:gd name="connsiteY115" fmla="*/ 2784 h 954967"/>
                  <a:gd name="connsiteX116" fmla="*/ 79891 w 6316708"/>
                  <a:gd name="connsiteY116" fmla="*/ 14069 h 954967"/>
                  <a:gd name="connsiteX117" fmla="*/ 163528 w 6316708"/>
                  <a:gd name="connsiteY117" fmla="*/ 22013 h 954967"/>
                  <a:gd name="connsiteX118" fmla="*/ 243305 w 6316708"/>
                  <a:gd name="connsiteY118" fmla="*/ 31333 h 954967"/>
                  <a:gd name="connsiteX119" fmla="*/ 317513 w 6316708"/>
                  <a:gd name="connsiteY119" fmla="*/ 38907 h 954967"/>
                  <a:gd name="connsiteX120" fmla="*/ 386926 w 6316708"/>
                  <a:gd name="connsiteY120" fmla="*/ 46525 h 954967"/>
                  <a:gd name="connsiteX121" fmla="*/ 454998 w 6316708"/>
                  <a:gd name="connsiteY121" fmla="*/ 63047 h 954967"/>
                  <a:gd name="connsiteX122" fmla="*/ 521485 w 6316708"/>
                  <a:gd name="connsiteY122" fmla="*/ 74092 h 954967"/>
                  <a:gd name="connsiteX123" fmla="*/ 589232 w 6316708"/>
                  <a:gd name="connsiteY123" fmla="*/ 89174 h 954967"/>
                  <a:gd name="connsiteX124" fmla="*/ 659661 w 6316708"/>
                  <a:gd name="connsiteY124" fmla="*/ 101156 h 954967"/>
                  <a:gd name="connsiteX125" fmla="*/ 726921 w 6316708"/>
                  <a:gd name="connsiteY125" fmla="*/ 106810 h 954967"/>
                  <a:gd name="connsiteX126" fmla="*/ 729603 w 6316708"/>
                  <a:gd name="connsiteY126" fmla="*/ 107137 h 954967"/>
                  <a:gd name="connsiteX127" fmla="*/ 734845 w 6316708"/>
                  <a:gd name="connsiteY127" fmla="*/ 126475 h 954967"/>
                  <a:gd name="connsiteX128" fmla="*/ 739681 w 6316708"/>
                  <a:gd name="connsiteY128" fmla="*/ 140859 h 954967"/>
                  <a:gd name="connsiteX129" fmla="*/ 744924 w 6316708"/>
                  <a:gd name="connsiteY129" fmla="*/ 169910 h 954967"/>
                  <a:gd name="connsiteX130" fmla="*/ 749476 w 6316708"/>
                  <a:gd name="connsiteY130" fmla="*/ 198634 h 954967"/>
                  <a:gd name="connsiteX131" fmla="*/ 753052 w 6316708"/>
                  <a:gd name="connsiteY131" fmla="*/ 223843 h 954967"/>
                  <a:gd name="connsiteX132" fmla="*/ 755409 w 6316708"/>
                  <a:gd name="connsiteY132" fmla="*/ 246914 h 954967"/>
                  <a:gd name="connsiteX133" fmla="*/ 756994 w 6316708"/>
                  <a:gd name="connsiteY133" fmla="*/ 265576 h 954967"/>
                  <a:gd name="connsiteX134" fmla="*/ 757807 w 6316708"/>
                  <a:gd name="connsiteY134" fmla="*/ 282993 h 954967"/>
                  <a:gd name="connsiteX135" fmla="*/ 757401 w 6316708"/>
                  <a:gd name="connsiteY135" fmla="*/ 303139 h 954967"/>
                  <a:gd name="connsiteX136" fmla="*/ 755816 w 6316708"/>
                  <a:gd name="connsiteY136" fmla="*/ 324660 h 954967"/>
                  <a:gd name="connsiteX137" fmla="*/ 751548 w 6316708"/>
                  <a:gd name="connsiteY137" fmla="*/ 370496 h 954967"/>
                  <a:gd name="connsiteX138" fmla="*/ 750167 w 6316708"/>
                  <a:gd name="connsiteY138" fmla="*/ 390860 h 954967"/>
                  <a:gd name="connsiteX139" fmla="*/ 749476 w 6316708"/>
                  <a:gd name="connsiteY139" fmla="*/ 412381 h 954967"/>
                  <a:gd name="connsiteX140" fmla="*/ 749394 w 6316708"/>
                  <a:gd name="connsiteY140" fmla="*/ 433684 h 954967"/>
                  <a:gd name="connsiteX141" fmla="*/ 749801 w 6316708"/>
                  <a:gd name="connsiteY141" fmla="*/ 448722 h 954967"/>
                  <a:gd name="connsiteX142" fmla="*/ 751467 w 6316708"/>
                  <a:gd name="connsiteY142" fmla="*/ 452826 h 954967"/>
                  <a:gd name="connsiteX143" fmla="*/ 753743 w 6316708"/>
                  <a:gd name="connsiteY143" fmla="*/ 456143 h 954967"/>
                  <a:gd name="connsiteX144" fmla="*/ 756141 w 6316708"/>
                  <a:gd name="connsiteY144" fmla="*/ 458915 h 954967"/>
                  <a:gd name="connsiteX145" fmla="*/ 759717 w 6316708"/>
                  <a:gd name="connsiteY145" fmla="*/ 463652 h 954967"/>
                  <a:gd name="connsiteX146" fmla="*/ 761912 w 6316708"/>
                  <a:gd name="connsiteY146" fmla="*/ 464503 h 954967"/>
                  <a:gd name="connsiteX147" fmla="*/ 844451 w 6316708"/>
                  <a:gd name="connsiteY147" fmla="*/ 467799 h 954967"/>
                  <a:gd name="connsiteX148" fmla="*/ 925609 w 6316708"/>
                  <a:gd name="connsiteY148" fmla="*/ 464983 h 954967"/>
                  <a:gd name="connsiteX149" fmla="*/ 1007052 w 6316708"/>
                  <a:gd name="connsiteY149" fmla="*/ 461098 h 954967"/>
                  <a:gd name="connsiteX150" fmla="*/ 1033915 w 6316708"/>
                  <a:gd name="connsiteY150" fmla="*/ 457322 h 954967"/>
                  <a:gd name="connsiteX151" fmla="*/ 1084918 w 6316708"/>
                  <a:gd name="connsiteY151" fmla="*/ 457366 h 954967"/>
                  <a:gd name="connsiteX152" fmla="*/ 1094916 w 6316708"/>
                  <a:gd name="connsiteY152" fmla="*/ 468410 h 954967"/>
                  <a:gd name="connsiteX153" fmla="*/ 1097192 w 6316708"/>
                  <a:gd name="connsiteY153" fmla="*/ 469217 h 954967"/>
                  <a:gd name="connsiteX154" fmla="*/ 1182008 w 6316708"/>
                  <a:gd name="connsiteY154" fmla="*/ 469327 h 954967"/>
                  <a:gd name="connsiteX155" fmla="*/ 1341763 w 6316708"/>
                  <a:gd name="connsiteY155" fmla="*/ 461600 h 954967"/>
                  <a:gd name="connsiteX156" fmla="*/ 1422921 w 6316708"/>
                  <a:gd name="connsiteY156" fmla="*/ 452062 h 954967"/>
                  <a:gd name="connsiteX157" fmla="*/ 1506681 w 6316708"/>
                  <a:gd name="connsiteY157" fmla="*/ 440450 h 954967"/>
                  <a:gd name="connsiteX158" fmla="*/ 1589830 w 6316708"/>
                  <a:gd name="connsiteY158" fmla="*/ 423404 h 954967"/>
                  <a:gd name="connsiteX159" fmla="*/ 1673060 w 6316708"/>
                  <a:gd name="connsiteY159" fmla="*/ 411945 h 954967"/>
                  <a:gd name="connsiteX160" fmla="*/ 1756819 w 6316708"/>
                  <a:gd name="connsiteY160" fmla="*/ 406466 h 954967"/>
                  <a:gd name="connsiteX161" fmla="*/ 1840660 w 6316708"/>
                  <a:gd name="connsiteY161" fmla="*/ 398958 h 954967"/>
                  <a:gd name="connsiteX162" fmla="*/ 1923809 w 6316708"/>
                  <a:gd name="connsiteY162" fmla="*/ 386167 h 954967"/>
                  <a:gd name="connsiteX163" fmla="*/ 2003260 w 6316708"/>
                  <a:gd name="connsiteY163" fmla="*/ 388721 h 954967"/>
                  <a:gd name="connsiteX164" fmla="*/ 2090881 w 6316708"/>
                  <a:gd name="connsiteY164" fmla="*/ 393894 h 954967"/>
                  <a:gd name="connsiteX165" fmla="*/ 2174802 w 6316708"/>
                  <a:gd name="connsiteY165" fmla="*/ 396710 h 954967"/>
                  <a:gd name="connsiteX166" fmla="*/ 2258521 w 6316708"/>
                  <a:gd name="connsiteY166" fmla="*/ 397343 h 954967"/>
                  <a:gd name="connsiteX167" fmla="*/ 2342564 w 6316708"/>
                  <a:gd name="connsiteY167" fmla="*/ 398849 h 954967"/>
                  <a:gd name="connsiteX168" fmla="*/ 2426201 w 6316708"/>
                  <a:gd name="connsiteY168" fmla="*/ 395160 h 954967"/>
                  <a:gd name="connsiteX169" fmla="*/ 2593597 w 6316708"/>
                  <a:gd name="connsiteY169" fmla="*/ 393392 h 954967"/>
                  <a:gd name="connsiteX170" fmla="*/ 2677844 w 6316708"/>
                  <a:gd name="connsiteY170" fmla="*/ 398936 h 954967"/>
                  <a:gd name="connsiteX171" fmla="*/ 2761969 w 6316708"/>
                  <a:gd name="connsiteY171" fmla="*/ 400529 h 954967"/>
                  <a:gd name="connsiteX172" fmla="*/ 2846297 w 6316708"/>
                  <a:gd name="connsiteY172" fmla="*/ 398565 h 954967"/>
                  <a:gd name="connsiteX173" fmla="*/ 2930259 w 6316708"/>
                  <a:gd name="connsiteY173" fmla="*/ 390249 h 954967"/>
                  <a:gd name="connsiteX174" fmla="*/ 3014302 w 6316708"/>
                  <a:gd name="connsiteY174" fmla="*/ 380449 h 954967"/>
                  <a:gd name="connsiteX175" fmla="*/ 3098143 w 6316708"/>
                  <a:gd name="connsiteY175" fmla="*/ 369841 h 954967"/>
                  <a:gd name="connsiteX176" fmla="*/ 3182471 w 6316708"/>
                  <a:gd name="connsiteY176" fmla="*/ 360259 h 954967"/>
                  <a:gd name="connsiteX177" fmla="*/ 3266189 w 6316708"/>
                  <a:gd name="connsiteY177" fmla="*/ 346138 h 954967"/>
                  <a:gd name="connsiteX178" fmla="*/ 3350517 w 6316708"/>
                  <a:gd name="connsiteY178" fmla="*/ 335639 h 954967"/>
                  <a:gd name="connsiteX179" fmla="*/ 3434235 w 6316708"/>
                  <a:gd name="connsiteY179" fmla="*/ 321190 h 954967"/>
                  <a:gd name="connsiteX180" fmla="*/ 3518686 w 6316708"/>
                  <a:gd name="connsiteY180" fmla="*/ 312459 h 954967"/>
                  <a:gd name="connsiteX181" fmla="*/ 3605980 w 6316708"/>
                  <a:gd name="connsiteY181" fmla="*/ 309469 h 954967"/>
                  <a:gd name="connsiteX182" fmla="*/ 3695063 w 6316708"/>
                  <a:gd name="connsiteY182" fmla="*/ 305256 h 954967"/>
                  <a:gd name="connsiteX183" fmla="*/ 3785934 w 6316708"/>
                  <a:gd name="connsiteY183" fmla="*/ 297268 h 954967"/>
                  <a:gd name="connsiteX184" fmla="*/ 3878716 w 6316708"/>
                  <a:gd name="connsiteY184" fmla="*/ 288843 h 954967"/>
                  <a:gd name="connsiteX185" fmla="*/ 3972188 w 6316708"/>
                  <a:gd name="connsiteY185" fmla="*/ 276795 h 954967"/>
                  <a:gd name="connsiteX186" fmla="*/ 4064765 w 6316708"/>
                  <a:gd name="connsiteY186" fmla="*/ 263088 h 954967"/>
                  <a:gd name="connsiteX187" fmla="*/ 4116338 w 6316708"/>
                  <a:gd name="connsiteY187" fmla="*/ 254881 h 954967"/>
                  <a:gd name="connsiteX188" fmla="*/ 4117719 w 6316708"/>
                  <a:gd name="connsiteY188" fmla="*/ 254291 h 954967"/>
                  <a:gd name="connsiteX189" fmla="*/ 4119508 w 6316708"/>
                  <a:gd name="connsiteY189" fmla="*/ 252807 h 954967"/>
                  <a:gd name="connsiteX190" fmla="*/ 4127025 w 6316708"/>
                  <a:gd name="connsiteY190" fmla="*/ 250668 h 954967"/>
                  <a:gd name="connsiteX191" fmla="*/ 4153319 w 6316708"/>
                  <a:gd name="connsiteY191" fmla="*/ 248900 h 954967"/>
                  <a:gd name="connsiteX192" fmla="*/ 4177622 w 6316708"/>
                  <a:gd name="connsiteY192" fmla="*/ 253920 h 954967"/>
                  <a:gd name="connsiteX193" fmla="*/ 4200259 w 6316708"/>
                  <a:gd name="connsiteY193" fmla="*/ 275703 h 954967"/>
                  <a:gd name="connsiteX194" fmla="*/ 4219319 w 6316708"/>
                  <a:gd name="connsiteY194" fmla="*/ 300062 h 954967"/>
                  <a:gd name="connsiteX195" fmla="*/ 4234803 w 6316708"/>
                  <a:gd name="connsiteY195" fmla="*/ 332671 h 954967"/>
                  <a:gd name="connsiteX196" fmla="*/ 4248296 w 6316708"/>
                  <a:gd name="connsiteY196" fmla="*/ 364843 h 954967"/>
                  <a:gd name="connsiteX197" fmla="*/ 4261097 w 6316708"/>
                  <a:gd name="connsiteY197" fmla="*/ 394483 h 954967"/>
                  <a:gd name="connsiteX198" fmla="*/ 4274305 w 6316708"/>
                  <a:gd name="connsiteY198" fmla="*/ 419104 h 954967"/>
                  <a:gd name="connsiteX199" fmla="*/ 4288692 w 6316708"/>
                  <a:gd name="connsiteY199" fmla="*/ 440516 h 954967"/>
                  <a:gd name="connsiteX200" fmla="*/ 4304582 w 6316708"/>
                  <a:gd name="connsiteY200" fmla="*/ 456776 h 954967"/>
                  <a:gd name="connsiteX201" fmla="*/ 4322220 w 6316708"/>
                  <a:gd name="connsiteY201" fmla="*/ 470527 h 954967"/>
                  <a:gd name="connsiteX202" fmla="*/ 4341483 w 6316708"/>
                  <a:gd name="connsiteY202" fmla="*/ 480502 h 954967"/>
                  <a:gd name="connsiteX203" fmla="*/ 4356357 w 6316708"/>
                  <a:gd name="connsiteY203" fmla="*/ 485718 h 954967"/>
                  <a:gd name="connsiteX204" fmla="*/ 4358227 w 6316708"/>
                  <a:gd name="connsiteY204" fmla="*/ 485937 h 954967"/>
                  <a:gd name="connsiteX205" fmla="*/ 4385700 w 6316708"/>
                  <a:gd name="connsiteY205" fmla="*/ 482684 h 954967"/>
                  <a:gd name="connsiteX206" fmla="*/ 4407930 w 6316708"/>
                  <a:gd name="connsiteY206" fmla="*/ 487748 h 954967"/>
                  <a:gd name="connsiteX207" fmla="*/ 4431622 w 6316708"/>
                  <a:gd name="connsiteY207" fmla="*/ 504751 h 954967"/>
                  <a:gd name="connsiteX208" fmla="*/ 4432110 w 6316708"/>
                  <a:gd name="connsiteY208" fmla="*/ 505013 h 954967"/>
                  <a:gd name="connsiteX209" fmla="*/ 4456006 w 6316708"/>
                  <a:gd name="connsiteY209" fmla="*/ 515075 h 954967"/>
                  <a:gd name="connsiteX210" fmla="*/ 4480797 w 6316708"/>
                  <a:gd name="connsiteY210" fmla="*/ 528346 h 954967"/>
                  <a:gd name="connsiteX211" fmla="*/ 4505709 w 6316708"/>
                  <a:gd name="connsiteY211" fmla="*/ 539543 h 954967"/>
                  <a:gd name="connsiteX212" fmla="*/ 4506319 w 6316708"/>
                  <a:gd name="connsiteY212" fmla="*/ 539761 h 954967"/>
                  <a:gd name="connsiteX213" fmla="*/ 4508392 w 6316708"/>
                  <a:gd name="connsiteY213" fmla="*/ 540241 h 954967"/>
                  <a:gd name="connsiteX214" fmla="*/ 4509489 w 6316708"/>
                  <a:gd name="connsiteY214" fmla="*/ 540350 h 954967"/>
                  <a:gd name="connsiteX215" fmla="*/ 4561468 w 6316708"/>
                  <a:gd name="connsiteY215" fmla="*/ 538691 h 954967"/>
                  <a:gd name="connsiteX216" fmla="*/ 4586746 w 6316708"/>
                  <a:gd name="connsiteY216" fmla="*/ 548011 h 954967"/>
                  <a:gd name="connsiteX217" fmla="*/ 4613527 w 6316708"/>
                  <a:gd name="connsiteY217" fmla="*/ 570231 h 954967"/>
                  <a:gd name="connsiteX218" fmla="*/ 4641122 w 6316708"/>
                  <a:gd name="connsiteY218" fmla="*/ 592035 h 954967"/>
                  <a:gd name="connsiteX219" fmla="*/ 4668716 w 6316708"/>
                  <a:gd name="connsiteY219" fmla="*/ 610806 h 954967"/>
                  <a:gd name="connsiteX220" fmla="*/ 4671398 w 6316708"/>
                  <a:gd name="connsiteY220" fmla="*/ 611286 h 954967"/>
                  <a:gd name="connsiteX221" fmla="*/ 4681437 w 6316708"/>
                  <a:gd name="connsiteY221" fmla="*/ 609802 h 954967"/>
                  <a:gd name="connsiteX222" fmla="*/ 4684606 w 6316708"/>
                  <a:gd name="connsiteY222" fmla="*/ 610391 h 954967"/>
                  <a:gd name="connsiteX223" fmla="*/ 4707812 w 6316708"/>
                  <a:gd name="connsiteY223" fmla="*/ 620628 h 954967"/>
                  <a:gd name="connsiteX224" fmla="*/ 4708503 w 6316708"/>
                  <a:gd name="connsiteY224" fmla="*/ 620846 h 954967"/>
                  <a:gd name="connsiteX225" fmla="*/ 6316628 w 6316708"/>
                  <a:gd name="connsiteY225" fmla="*/ 954967 h 954967"/>
                  <a:gd name="connsiteX226" fmla="*/ 6316628 w 6316708"/>
                  <a:gd name="connsiteY226" fmla="*/ 951977 h 9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6316708" h="954967">
                    <a:moveTo>
                      <a:pt x="6316709" y="952042"/>
                    </a:moveTo>
                    <a:lnTo>
                      <a:pt x="4710657" y="618358"/>
                    </a:lnTo>
                    <a:lnTo>
                      <a:pt x="4687533" y="608122"/>
                    </a:lnTo>
                    <a:cubicBezTo>
                      <a:pt x="4687533" y="608122"/>
                      <a:pt x="4687045" y="607947"/>
                      <a:pt x="4686760" y="607860"/>
                    </a:cubicBezTo>
                    <a:lnTo>
                      <a:pt x="4682412" y="607052"/>
                    </a:lnTo>
                    <a:cubicBezTo>
                      <a:pt x="4681924" y="606943"/>
                      <a:pt x="4681437" y="606943"/>
                      <a:pt x="4680908" y="607008"/>
                    </a:cubicBezTo>
                    <a:lnTo>
                      <a:pt x="4671683" y="608449"/>
                    </a:lnTo>
                    <a:lnTo>
                      <a:pt x="4645186" y="590442"/>
                    </a:lnTo>
                    <a:lnTo>
                      <a:pt x="4617794" y="568746"/>
                    </a:lnTo>
                    <a:lnTo>
                      <a:pt x="4590728" y="546309"/>
                    </a:lnTo>
                    <a:cubicBezTo>
                      <a:pt x="4590606" y="546134"/>
                      <a:pt x="4590322" y="546047"/>
                      <a:pt x="4590037" y="545938"/>
                    </a:cubicBezTo>
                    <a:lnTo>
                      <a:pt x="4563662" y="536181"/>
                    </a:lnTo>
                    <a:cubicBezTo>
                      <a:pt x="4563174" y="536028"/>
                      <a:pt x="4562565" y="535919"/>
                      <a:pt x="4562077" y="535963"/>
                    </a:cubicBezTo>
                    <a:lnTo>
                      <a:pt x="4509895" y="537622"/>
                    </a:lnTo>
                    <a:lnTo>
                      <a:pt x="4508798" y="537360"/>
                    </a:lnTo>
                    <a:lnTo>
                      <a:pt x="4484292" y="526316"/>
                    </a:lnTo>
                    <a:lnTo>
                      <a:pt x="4459461" y="513045"/>
                    </a:lnTo>
                    <a:lnTo>
                      <a:pt x="4435443" y="502983"/>
                    </a:lnTo>
                    <a:lnTo>
                      <a:pt x="4411628" y="485827"/>
                    </a:lnTo>
                    <a:cubicBezTo>
                      <a:pt x="4411343" y="485609"/>
                      <a:pt x="4410937" y="485456"/>
                      <a:pt x="4410530" y="485347"/>
                    </a:cubicBezTo>
                    <a:lnTo>
                      <a:pt x="4386918" y="480022"/>
                    </a:lnTo>
                    <a:cubicBezTo>
                      <a:pt x="4386431" y="479912"/>
                      <a:pt x="4385902" y="479869"/>
                      <a:pt x="4385415" y="479978"/>
                    </a:cubicBezTo>
                    <a:lnTo>
                      <a:pt x="4358227" y="483186"/>
                    </a:lnTo>
                    <a:lnTo>
                      <a:pt x="4344653" y="478450"/>
                    </a:lnTo>
                    <a:lnTo>
                      <a:pt x="4325999" y="468846"/>
                    </a:lnTo>
                    <a:lnTo>
                      <a:pt x="4308930" y="455467"/>
                    </a:lnTo>
                    <a:lnTo>
                      <a:pt x="4293244" y="439490"/>
                    </a:lnTo>
                    <a:lnTo>
                      <a:pt x="4279060" y="418383"/>
                    </a:lnTo>
                    <a:lnTo>
                      <a:pt x="4266055" y="393916"/>
                    </a:lnTo>
                    <a:lnTo>
                      <a:pt x="4253172" y="364341"/>
                    </a:lnTo>
                    <a:lnTo>
                      <a:pt x="4239761" y="332169"/>
                    </a:lnTo>
                    <a:lnTo>
                      <a:pt x="4224074" y="299276"/>
                    </a:lnTo>
                    <a:lnTo>
                      <a:pt x="4204852" y="274547"/>
                    </a:lnTo>
                    <a:lnTo>
                      <a:pt x="4181524" y="252152"/>
                    </a:lnTo>
                    <a:cubicBezTo>
                      <a:pt x="4181240" y="251891"/>
                      <a:pt x="4180833" y="251629"/>
                      <a:pt x="4180224" y="251520"/>
                    </a:cubicBezTo>
                    <a:lnTo>
                      <a:pt x="4154539" y="246303"/>
                    </a:lnTo>
                    <a:cubicBezTo>
                      <a:pt x="4154133" y="246194"/>
                      <a:pt x="4153726" y="246194"/>
                      <a:pt x="4153360" y="246194"/>
                    </a:cubicBezTo>
                    <a:lnTo>
                      <a:pt x="4125969" y="248005"/>
                    </a:lnTo>
                    <a:cubicBezTo>
                      <a:pt x="4125685" y="248005"/>
                      <a:pt x="4125360" y="248049"/>
                      <a:pt x="4125075" y="248158"/>
                    </a:cubicBezTo>
                    <a:lnTo>
                      <a:pt x="4116541" y="250603"/>
                    </a:lnTo>
                    <a:cubicBezTo>
                      <a:pt x="4116134" y="250712"/>
                      <a:pt x="4115849" y="250865"/>
                      <a:pt x="4115646" y="251083"/>
                    </a:cubicBezTo>
                    <a:lnTo>
                      <a:pt x="4113939" y="252414"/>
                    </a:lnTo>
                    <a:lnTo>
                      <a:pt x="4063343" y="260468"/>
                    </a:lnTo>
                    <a:lnTo>
                      <a:pt x="3970968" y="274110"/>
                    </a:lnTo>
                    <a:lnTo>
                      <a:pt x="3877700" y="286158"/>
                    </a:lnTo>
                    <a:lnTo>
                      <a:pt x="3785122" y="294583"/>
                    </a:lnTo>
                    <a:lnTo>
                      <a:pt x="3694413" y="302572"/>
                    </a:lnTo>
                    <a:lnTo>
                      <a:pt x="3605493" y="306784"/>
                    </a:lnTo>
                    <a:lnTo>
                      <a:pt x="3517995" y="309775"/>
                    </a:lnTo>
                    <a:lnTo>
                      <a:pt x="3432853" y="318571"/>
                    </a:lnTo>
                    <a:lnTo>
                      <a:pt x="3349136" y="333020"/>
                    </a:lnTo>
                    <a:lnTo>
                      <a:pt x="3264808" y="343518"/>
                    </a:lnTo>
                    <a:lnTo>
                      <a:pt x="3181089" y="357575"/>
                    </a:lnTo>
                    <a:lnTo>
                      <a:pt x="3097046" y="367222"/>
                    </a:lnTo>
                    <a:lnTo>
                      <a:pt x="3013124" y="377764"/>
                    </a:lnTo>
                    <a:lnTo>
                      <a:pt x="2929202" y="387564"/>
                    </a:lnTo>
                    <a:lnTo>
                      <a:pt x="2845646" y="395815"/>
                    </a:lnTo>
                    <a:lnTo>
                      <a:pt x="2761928" y="397779"/>
                    </a:lnTo>
                    <a:lnTo>
                      <a:pt x="2678169" y="396186"/>
                    </a:lnTo>
                    <a:lnTo>
                      <a:pt x="2593841" y="390642"/>
                    </a:lnTo>
                    <a:lnTo>
                      <a:pt x="2425957" y="392453"/>
                    </a:lnTo>
                    <a:lnTo>
                      <a:pt x="2342401" y="396142"/>
                    </a:lnTo>
                    <a:lnTo>
                      <a:pt x="2258561" y="394592"/>
                    </a:lnTo>
                    <a:lnTo>
                      <a:pt x="2174924" y="394003"/>
                    </a:lnTo>
                    <a:lnTo>
                      <a:pt x="2091205" y="391122"/>
                    </a:lnTo>
                    <a:lnTo>
                      <a:pt x="2007365" y="386058"/>
                    </a:lnTo>
                    <a:lnTo>
                      <a:pt x="1923606" y="383395"/>
                    </a:lnTo>
                    <a:cubicBezTo>
                      <a:pt x="1923321" y="383395"/>
                      <a:pt x="1922996" y="383395"/>
                      <a:pt x="1922834" y="383439"/>
                    </a:cubicBezTo>
                    <a:lnTo>
                      <a:pt x="1839481" y="396229"/>
                    </a:lnTo>
                    <a:lnTo>
                      <a:pt x="1756048" y="403738"/>
                    </a:lnTo>
                    <a:lnTo>
                      <a:pt x="1672126" y="409216"/>
                    </a:lnTo>
                    <a:lnTo>
                      <a:pt x="1588285" y="420719"/>
                    </a:lnTo>
                    <a:lnTo>
                      <a:pt x="1505136" y="437765"/>
                    </a:lnTo>
                    <a:lnTo>
                      <a:pt x="1421702" y="449377"/>
                    </a:lnTo>
                    <a:lnTo>
                      <a:pt x="1340950" y="458850"/>
                    </a:lnTo>
                    <a:lnTo>
                      <a:pt x="1181804" y="466511"/>
                    </a:lnTo>
                    <a:lnTo>
                      <a:pt x="1098736" y="466402"/>
                    </a:lnTo>
                    <a:lnTo>
                      <a:pt x="1088738" y="455358"/>
                    </a:lnTo>
                    <a:cubicBezTo>
                      <a:pt x="1088251" y="454877"/>
                      <a:pt x="1087438" y="454550"/>
                      <a:pt x="1086463" y="454550"/>
                    </a:cubicBezTo>
                    <a:lnTo>
                      <a:pt x="1033305" y="454550"/>
                    </a:lnTo>
                    <a:lnTo>
                      <a:pt x="1006117" y="458326"/>
                    </a:lnTo>
                    <a:lnTo>
                      <a:pt x="925162" y="462167"/>
                    </a:lnTo>
                    <a:lnTo>
                      <a:pt x="844492" y="464983"/>
                    </a:lnTo>
                    <a:lnTo>
                      <a:pt x="763740" y="461775"/>
                    </a:lnTo>
                    <a:lnTo>
                      <a:pt x="760774" y="457737"/>
                    </a:lnTo>
                    <a:lnTo>
                      <a:pt x="758295" y="455030"/>
                    </a:lnTo>
                    <a:lnTo>
                      <a:pt x="756303" y="452040"/>
                    </a:lnTo>
                    <a:lnTo>
                      <a:pt x="754840" y="448417"/>
                    </a:lnTo>
                    <a:lnTo>
                      <a:pt x="754434" y="433706"/>
                    </a:lnTo>
                    <a:lnTo>
                      <a:pt x="754637" y="412403"/>
                    </a:lnTo>
                    <a:lnTo>
                      <a:pt x="755328" y="390926"/>
                    </a:lnTo>
                    <a:lnTo>
                      <a:pt x="756628" y="370671"/>
                    </a:lnTo>
                    <a:lnTo>
                      <a:pt x="760977" y="324835"/>
                    </a:lnTo>
                    <a:lnTo>
                      <a:pt x="762481" y="303205"/>
                    </a:lnTo>
                    <a:lnTo>
                      <a:pt x="762968" y="282950"/>
                    </a:lnTo>
                    <a:lnTo>
                      <a:pt x="762074" y="265467"/>
                    </a:lnTo>
                    <a:lnTo>
                      <a:pt x="760489" y="246761"/>
                    </a:lnTo>
                    <a:lnTo>
                      <a:pt x="758132" y="223625"/>
                    </a:lnTo>
                    <a:lnTo>
                      <a:pt x="754556" y="198416"/>
                    </a:lnTo>
                    <a:lnTo>
                      <a:pt x="750004" y="169648"/>
                    </a:lnTo>
                    <a:lnTo>
                      <a:pt x="744761" y="140488"/>
                    </a:lnTo>
                    <a:lnTo>
                      <a:pt x="739885" y="125995"/>
                    </a:lnTo>
                    <a:lnTo>
                      <a:pt x="734317" y="105696"/>
                    </a:lnTo>
                    <a:cubicBezTo>
                      <a:pt x="734114" y="105107"/>
                      <a:pt x="733342" y="104627"/>
                      <a:pt x="732244" y="104518"/>
                    </a:cubicBezTo>
                    <a:lnTo>
                      <a:pt x="660799" y="98450"/>
                    </a:lnTo>
                    <a:lnTo>
                      <a:pt x="590939" y="86576"/>
                    </a:lnTo>
                    <a:lnTo>
                      <a:pt x="523070" y="71451"/>
                    </a:lnTo>
                    <a:lnTo>
                      <a:pt x="456705" y="60406"/>
                    </a:lnTo>
                    <a:lnTo>
                      <a:pt x="388349" y="43884"/>
                    </a:lnTo>
                    <a:lnTo>
                      <a:pt x="318407" y="36201"/>
                    </a:lnTo>
                    <a:lnTo>
                      <a:pt x="244199" y="28583"/>
                    </a:lnTo>
                    <a:lnTo>
                      <a:pt x="164463" y="19307"/>
                    </a:lnTo>
                    <a:lnTo>
                      <a:pt x="80948" y="11362"/>
                    </a:lnTo>
                    <a:lnTo>
                      <a:pt x="3122" y="56"/>
                    </a:lnTo>
                    <a:cubicBezTo>
                      <a:pt x="1740" y="-162"/>
                      <a:pt x="399" y="274"/>
                      <a:pt x="74" y="1082"/>
                    </a:cubicBezTo>
                    <a:cubicBezTo>
                      <a:pt x="-251" y="1824"/>
                      <a:pt x="521" y="2566"/>
                      <a:pt x="1862" y="2784"/>
                    </a:cubicBezTo>
                    <a:lnTo>
                      <a:pt x="79891" y="14069"/>
                    </a:lnTo>
                    <a:lnTo>
                      <a:pt x="163528" y="22013"/>
                    </a:lnTo>
                    <a:lnTo>
                      <a:pt x="243305" y="31333"/>
                    </a:lnTo>
                    <a:lnTo>
                      <a:pt x="317513" y="38907"/>
                    </a:lnTo>
                    <a:lnTo>
                      <a:pt x="386926" y="46525"/>
                    </a:lnTo>
                    <a:lnTo>
                      <a:pt x="454998" y="63047"/>
                    </a:lnTo>
                    <a:lnTo>
                      <a:pt x="521485" y="74092"/>
                    </a:lnTo>
                    <a:lnTo>
                      <a:pt x="589232" y="89174"/>
                    </a:lnTo>
                    <a:lnTo>
                      <a:pt x="659661" y="101156"/>
                    </a:lnTo>
                    <a:lnTo>
                      <a:pt x="726921" y="106810"/>
                    </a:lnTo>
                    <a:lnTo>
                      <a:pt x="729603" y="107137"/>
                    </a:lnTo>
                    <a:lnTo>
                      <a:pt x="734845" y="126475"/>
                    </a:lnTo>
                    <a:lnTo>
                      <a:pt x="739681" y="140859"/>
                    </a:lnTo>
                    <a:lnTo>
                      <a:pt x="744924" y="169910"/>
                    </a:lnTo>
                    <a:lnTo>
                      <a:pt x="749476" y="198634"/>
                    </a:lnTo>
                    <a:lnTo>
                      <a:pt x="753052" y="223843"/>
                    </a:lnTo>
                    <a:lnTo>
                      <a:pt x="755409" y="246914"/>
                    </a:lnTo>
                    <a:lnTo>
                      <a:pt x="756994" y="265576"/>
                    </a:lnTo>
                    <a:lnTo>
                      <a:pt x="757807" y="282993"/>
                    </a:lnTo>
                    <a:lnTo>
                      <a:pt x="757401" y="303139"/>
                    </a:lnTo>
                    <a:lnTo>
                      <a:pt x="755816" y="324660"/>
                    </a:lnTo>
                    <a:lnTo>
                      <a:pt x="751548" y="370496"/>
                    </a:lnTo>
                    <a:lnTo>
                      <a:pt x="750167" y="390860"/>
                    </a:lnTo>
                    <a:lnTo>
                      <a:pt x="749476" y="412381"/>
                    </a:lnTo>
                    <a:lnTo>
                      <a:pt x="749394" y="433684"/>
                    </a:lnTo>
                    <a:lnTo>
                      <a:pt x="749801" y="448722"/>
                    </a:lnTo>
                    <a:lnTo>
                      <a:pt x="751467" y="452826"/>
                    </a:lnTo>
                    <a:lnTo>
                      <a:pt x="753743" y="456143"/>
                    </a:lnTo>
                    <a:lnTo>
                      <a:pt x="756141" y="458915"/>
                    </a:lnTo>
                    <a:lnTo>
                      <a:pt x="759717" y="463652"/>
                    </a:lnTo>
                    <a:cubicBezTo>
                      <a:pt x="760123" y="464132"/>
                      <a:pt x="760896" y="464459"/>
                      <a:pt x="761912" y="464503"/>
                    </a:cubicBezTo>
                    <a:lnTo>
                      <a:pt x="844451" y="467799"/>
                    </a:lnTo>
                    <a:lnTo>
                      <a:pt x="925609" y="464983"/>
                    </a:lnTo>
                    <a:lnTo>
                      <a:pt x="1007052" y="461098"/>
                    </a:lnTo>
                    <a:lnTo>
                      <a:pt x="1033915" y="457322"/>
                    </a:lnTo>
                    <a:lnTo>
                      <a:pt x="1084918" y="457366"/>
                    </a:lnTo>
                    <a:lnTo>
                      <a:pt x="1094916" y="468410"/>
                    </a:lnTo>
                    <a:cubicBezTo>
                      <a:pt x="1095403" y="468890"/>
                      <a:pt x="1096297" y="469217"/>
                      <a:pt x="1097192" y="469217"/>
                    </a:cubicBezTo>
                    <a:lnTo>
                      <a:pt x="1182008" y="469327"/>
                    </a:lnTo>
                    <a:lnTo>
                      <a:pt x="1341763" y="461600"/>
                    </a:lnTo>
                    <a:lnTo>
                      <a:pt x="1422921" y="452062"/>
                    </a:lnTo>
                    <a:lnTo>
                      <a:pt x="1506681" y="440450"/>
                    </a:lnTo>
                    <a:lnTo>
                      <a:pt x="1589830" y="423404"/>
                    </a:lnTo>
                    <a:lnTo>
                      <a:pt x="1673060" y="411945"/>
                    </a:lnTo>
                    <a:lnTo>
                      <a:pt x="1756819" y="406466"/>
                    </a:lnTo>
                    <a:lnTo>
                      <a:pt x="1840660" y="398958"/>
                    </a:lnTo>
                    <a:lnTo>
                      <a:pt x="1923809" y="386167"/>
                    </a:lnTo>
                    <a:lnTo>
                      <a:pt x="2003260" y="388721"/>
                    </a:lnTo>
                    <a:lnTo>
                      <a:pt x="2090881" y="393894"/>
                    </a:lnTo>
                    <a:lnTo>
                      <a:pt x="2174802" y="396710"/>
                    </a:lnTo>
                    <a:lnTo>
                      <a:pt x="2258521" y="397343"/>
                    </a:lnTo>
                    <a:lnTo>
                      <a:pt x="2342564" y="398849"/>
                    </a:lnTo>
                    <a:lnTo>
                      <a:pt x="2426201" y="395160"/>
                    </a:lnTo>
                    <a:lnTo>
                      <a:pt x="2593597" y="393392"/>
                    </a:lnTo>
                    <a:lnTo>
                      <a:pt x="2677844" y="398936"/>
                    </a:lnTo>
                    <a:lnTo>
                      <a:pt x="2761969" y="400529"/>
                    </a:lnTo>
                    <a:lnTo>
                      <a:pt x="2846297" y="398565"/>
                    </a:lnTo>
                    <a:lnTo>
                      <a:pt x="2930259" y="390249"/>
                    </a:lnTo>
                    <a:lnTo>
                      <a:pt x="3014302" y="380449"/>
                    </a:lnTo>
                    <a:lnTo>
                      <a:pt x="3098143" y="369841"/>
                    </a:lnTo>
                    <a:lnTo>
                      <a:pt x="3182471" y="360259"/>
                    </a:lnTo>
                    <a:lnTo>
                      <a:pt x="3266189" y="346138"/>
                    </a:lnTo>
                    <a:lnTo>
                      <a:pt x="3350517" y="335639"/>
                    </a:lnTo>
                    <a:lnTo>
                      <a:pt x="3434235" y="321190"/>
                    </a:lnTo>
                    <a:lnTo>
                      <a:pt x="3518686" y="312459"/>
                    </a:lnTo>
                    <a:lnTo>
                      <a:pt x="3605980" y="309469"/>
                    </a:lnTo>
                    <a:lnTo>
                      <a:pt x="3695063" y="305256"/>
                    </a:lnTo>
                    <a:lnTo>
                      <a:pt x="3785934" y="297268"/>
                    </a:lnTo>
                    <a:lnTo>
                      <a:pt x="3878716" y="288843"/>
                    </a:lnTo>
                    <a:lnTo>
                      <a:pt x="3972188" y="276795"/>
                    </a:lnTo>
                    <a:lnTo>
                      <a:pt x="4064765" y="263088"/>
                    </a:lnTo>
                    <a:lnTo>
                      <a:pt x="4116338" y="254881"/>
                    </a:lnTo>
                    <a:cubicBezTo>
                      <a:pt x="4116825" y="254772"/>
                      <a:pt x="4117435" y="254553"/>
                      <a:pt x="4117719" y="254291"/>
                    </a:cubicBezTo>
                    <a:lnTo>
                      <a:pt x="4119508" y="252807"/>
                    </a:lnTo>
                    <a:lnTo>
                      <a:pt x="4127025" y="250668"/>
                    </a:lnTo>
                    <a:lnTo>
                      <a:pt x="4153319" y="248900"/>
                    </a:lnTo>
                    <a:lnTo>
                      <a:pt x="4177622" y="253920"/>
                    </a:lnTo>
                    <a:lnTo>
                      <a:pt x="4200259" y="275703"/>
                    </a:lnTo>
                    <a:lnTo>
                      <a:pt x="4219319" y="300062"/>
                    </a:lnTo>
                    <a:lnTo>
                      <a:pt x="4234803" y="332671"/>
                    </a:lnTo>
                    <a:lnTo>
                      <a:pt x="4248296" y="364843"/>
                    </a:lnTo>
                    <a:lnTo>
                      <a:pt x="4261097" y="394483"/>
                    </a:lnTo>
                    <a:lnTo>
                      <a:pt x="4274305" y="419104"/>
                    </a:lnTo>
                    <a:lnTo>
                      <a:pt x="4288692" y="440516"/>
                    </a:lnTo>
                    <a:lnTo>
                      <a:pt x="4304582" y="456776"/>
                    </a:lnTo>
                    <a:lnTo>
                      <a:pt x="4322220" y="470527"/>
                    </a:lnTo>
                    <a:lnTo>
                      <a:pt x="4341483" y="480502"/>
                    </a:lnTo>
                    <a:lnTo>
                      <a:pt x="4356357" y="485718"/>
                    </a:lnTo>
                    <a:cubicBezTo>
                      <a:pt x="4356967" y="485937"/>
                      <a:pt x="4357658" y="485980"/>
                      <a:pt x="4358227" y="485937"/>
                    </a:cubicBezTo>
                    <a:lnTo>
                      <a:pt x="4385700" y="482684"/>
                    </a:lnTo>
                    <a:lnTo>
                      <a:pt x="4407930" y="487748"/>
                    </a:lnTo>
                    <a:lnTo>
                      <a:pt x="4431622" y="504751"/>
                    </a:lnTo>
                    <a:cubicBezTo>
                      <a:pt x="4431622" y="504751"/>
                      <a:pt x="4431907" y="504904"/>
                      <a:pt x="4432110" y="505013"/>
                    </a:cubicBezTo>
                    <a:lnTo>
                      <a:pt x="4456006" y="515075"/>
                    </a:lnTo>
                    <a:lnTo>
                      <a:pt x="4480797" y="528346"/>
                    </a:lnTo>
                    <a:lnTo>
                      <a:pt x="4505709" y="539543"/>
                    </a:lnTo>
                    <a:cubicBezTo>
                      <a:pt x="4505709" y="539543"/>
                      <a:pt x="4506116" y="539695"/>
                      <a:pt x="4506319" y="539761"/>
                    </a:cubicBezTo>
                    <a:lnTo>
                      <a:pt x="4508392" y="540241"/>
                    </a:lnTo>
                    <a:cubicBezTo>
                      <a:pt x="4508717" y="540350"/>
                      <a:pt x="4509082" y="540394"/>
                      <a:pt x="4509489" y="540350"/>
                    </a:cubicBezTo>
                    <a:lnTo>
                      <a:pt x="4561468" y="538691"/>
                    </a:lnTo>
                    <a:lnTo>
                      <a:pt x="4586746" y="548011"/>
                    </a:lnTo>
                    <a:lnTo>
                      <a:pt x="4613527" y="570231"/>
                    </a:lnTo>
                    <a:lnTo>
                      <a:pt x="4641122" y="592035"/>
                    </a:lnTo>
                    <a:lnTo>
                      <a:pt x="4668716" y="610806"/>
                    </a:lnTo>
                    <a:cubicBezTo>
                      <a:pt x="4669407" y="611221"/>
                      <a:pt x="4670382" y="611439"/>
                      <a:pt x="4671398" y="611286"/>
                    </a:cubicBezTo>
                    <a:lnTo>
                      <a:pt x="4681437" y="609802"/>
                    </a:lnTo>
                    <a:lnTo>
                      <a:pt x="4684606" y="610391"/>
                    </a:lnTo>
                    <a:lnTo>
                      <a:pt x="4707812" y="620628"/>
                    </a:lnTo>
                    <a:cubicBezTo>
                      <a:pt x="4707812" y="620628"/>
                      <a:pt x="4708218" y="620781"/>
                      <a:pt x="4708503" y="620846"/>
                    </a:cubicBezTo>
                    <a:lnTo>
                      <a:pt x="6316628" y="954967"/>
                    </a:lnTo>
                    <a:lnTo>
                      <a:pt x="6316628" y="95197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7" name="Freeform: Shape 206">
                <a:extLst>
                  <a:ext uri="{FF2B5EF4-FFF2-40B4-BE49-F238E27FC236}">
                    <a16:creationId xmlns:a16="http://schemas.microsoft.com/office/drawing/2014/main" id="{5765F459-1BEA-4DDC-8D7A-B0331BEF7B51}"/>
                  </a:ext>
                </a:extLst>
              </p:cNvPr>
              <p:cNvSpPr/>
              <p:nvPr/>
            </p:nvSpPr>
            <p:spPr>
              <a:xfrm>
                <a:off x="0" y="5691793"/>
                <a:ext cx="1466617" cy="168517"/>
              </a:xfrm>
              <a:custGeom>
                <a:avLst/>
                <a:gdLst>
                  <a:gd name="connsiteX0" fmla="*/ 1464422 w 1466617"/>
                  <a:gd name="connsiteY0" fmla="*/ 22318 h 168517"/>
                  <a:gd name="connsiteX1" fmla="*/ 1382166 w 1466617"/>
                  <a:gd name="connsiteY1" fmla="*/ 12561 h 168517"/>
                  <a:gd name="connsiteX2" fmla="*/ 1288816 w 1466617"/>
                  <a:gd name="connsiteY2" fmla="*/ 33 h 168517"/>
                  <a:gd name="connsiteX3" fmla="*/ 1287597 w 1466617"/>
                  <a:gd name="connsiteY3" fmla="*/ 33 h 168517"/>
                  <a:gd name="connsiteX4" fmla="*/ 1257280 w 1466617"/>
                  <a:gd name="connsiteY4" fmla="*/ 4289 h 168517"/>
                  <a:gd name="connsiteX5" fmla="*/ 1195182 w 1466617"/>
                  <a:gd name="connsiteY5" fmla="*/ 9244 h 168517"/>
                  <a:gd name="connsiteX6" fmla="*/ 1163523 w 1466617"/>
                  <a:gd name="connsiteY6" fmla="*/ 10902 h 168517"/>
                  <a:gd name="connsiteX7" fmla="*/ 1132068 w 1466617"/>
                  <a:gd name="connsiteY7" fmla="*/ 12779 h 168517"/>
                  <a:gd name="connsiteX8" fmla="*/ 1035792 w 1466617"/>
                  <a:gd name="connsiteY8" fmla="*/ 5271 h 168517"/>
                  <a:gd name="connsiteX9" fmla="*/ 1034288 w 1466617"/>
                  <a:gd name="connsiteY9" fmla="*/ 5380 h 168517"/>
                  <a:gd name="connsiteX10" fmla="*/ 999866 w 1466617"/>
                  <a:gd name="connsiteY10" fmla="*/ 14766 h 168517"/>
                  <a:gd name="connsiteX11" fmla="*/ 964550 w 1466617"/>
                  <a:gd name="connsiteY11" fmla="*/ 22972 h 168517"/>
                  <a:gd name="connsiteX12" fmla="*/ 930412 w 1466617"/>
                  <a:gd name="connsiteY12" fmla="*/ 28254 h 168517"/>
                  <a:gd name="connsiteX13" fmla="*/ 831007 w 1466617"/>
                  <a:gd name="connsiteY13" fmla="*/ 18760 h 168517"/>
                  <a:gd name="connsiteX14" fmla="*/ 830031 w 1466617"/>
                  <a:gd name="connsiteY14" fmla="*/ 18825 h 168517"/>
                  <a:gd name="connsiteX15" fmla="*/ 797276 w 1466617"/>
                  <a:gd name="connsiteY15" fmla="*/ 22776 h 168517"/>
                  <a:gd name="connsiteX16" fmla="*/ 788294 w 1466617"/>
                  <a:gd name="connsiteY16" fmla="*/ 22143 h 168517"/>
                  <a:gd name="connsiteX17" fmla="*/ 787400 w 1466617"/>
                  <a:gd name="connsiteY17" fmla="*/ 22143 h 168517"/>
                  <a:gd name="connsiteX18" fmla="*/ 750377 w 1466617"/>
                  <a:gd name="connsiteY18" fmla="*/ 26727 h 168517"/>
                  <a:gd name="connsiteX19" fmla="*/ 749320 w 1466617"/>
                  <a:gd name="connsiteY19" fmla="*/ 26989 h 168517"/>
                  <a:gd name="connsiteX20" fmla="*/ 711281 w 1466617"/>
                  <a:gd name="connsiteY20" fmla="*/ 44101 h 168517"/>
                  <a:gd name="connsiteX21" fmla="*/ 672998 w 1466617"/>
                  <a:gd name="connsiteY21" fmla="*/ 65316 h 168517"/>
                  <a:gd name="connsiteX22" fmla="*/ 634269 w 1466617"/>
                  <a:gd name="connsiteY22" fmla="*/ 83694 h 168517"/>
                  <a:gd name="connsiteX23" fmla="*/ 595092 w 1466617"/>
                  <a:gd name="connsiteY23" fmla="*/ 98667 h 168517"/>
                  <a:gd name="connsiteX24" fmla="*/ 555346 w 1466617"/>
                  <a:gd name="connsiteY24" fmla="*/ 111457 h 168517"/>
                  <a:gd name="connsiteX25" fmla="*/ 515518 w 1466617"/>
                  <a:gd name="connsiteY25" fmla="*/ 122851 h 168517"/>
                  <a:gd name="connsiteX26" fmla="*/ 408269 w 1466617"/>
                  <a:gd name="connsiteY26" fmla="*/ 123265 h 168517"/>
                  <a:gd name="connsiteX27" fmla="*/ 406928 w 1466617"/>
                  <a:gd name="connsiteY27" fmla="*/ 123484 h 168517"/>
                  <a:gd name="connsiteX28" fmla="*/ 365191 w 1466617"/>
                  <a:gd name="connsiteY28" fmla="*/ 137976 h 168517"/>
                  <a:gd name="connsiteX29" fmla="*/ 323413 w 1466617"/>
                  <a:gd name="connsiteY29" fmla="*/ 152098 h 168517"/>
                  <a:gd name="connsiteX30" fmla="*/ 214864 w 1466617"/>
                  <a:gd name="connsiteY30" fmla="*/ 150723 h 168517"/>
                  <a:gd name="connsiteX31" fmla="*/ 213807 w 1466617"/>
                  <a:gd name="connsiteY31" fmla="*/ 150832 h 168517"/>
                  <a:gd name="connsiteX32" fmla="*/ 170769 w 1466617"/>
                  <a:gd name="connsiteY32" fmla="*/ 161069 h 168517"/>
                  <a:gd name="connsiteX33" fmla="*/ 61488 w 1466617"/>
                  <a:gd name="connsiteY33" fmla="*/ 156267 h 168517"/>
                  <a:gd name="connsiteX34" fmla="*/ 60391 w 1466617"/>
                  <a:gd name="connsiteY34" fmla="*/ 156376 h 168517"/>
                  <a:gd name="connsiteX35" fmla="*/ 15972 w 1466617"/>
                  <a:gd name="connsiteY35" fmla="*/ 165653 h 168517"/>
                  <a:gd name="connsiteX36" fmla="*/ 0 w 1466617"/>
                  <a:gd name="connsiteY36" fmla="*/ 164387 h 168517"/>
                  <a:gd name="connsiteX37" fmla="*/ 0 w 1466617"/>
                  <a:gd name="connsiteY37" fmla="*/ 167268 h 168517"/>
                  <a:gd name="connsiteX38" fmla="*/ 15890 w 1466617"/>
                  <a:gd name="connsiteY38" fmla="*/ 168490 h 168517"/>
                  <a:gd name="connsiteX39" fmla="*/ 17191 w 1466617"/>
                  <a:gd name="connsiteY39" fmla="*/ 168425 h 168517"/>
                  <a:gd name="connsiteX40" fmla="*/ 61651 w 1466617"/>
                  <a:gd name="connsiteY40" fmla="*/ 159105 h 168517"/>
                  <a:gd name="connsiteX41" fmla="*/ 171054 w 1466617"/>
                  <a:gd name="connsiteY41" fmla="*/ 163906 h 168517"/>
                  <a:gd name="connsiteX42" fmla="*/ 172232 w 1466617"/>
                  <a:gd name="connsiteY42" fmla="*/ 163797 h 168517"/>
                  <a:gd name="connsiteX43" fmla="*/ 215351 w 1466617"/>
                  <a:gd name="connsiteY43" fmla="*/ 153561 h 168517"/>
                  <a:gd name="connsiteX44" fmla="*/ 324104 w 1466617"/>
                  <a:gd name="connsiteY44" fmla="*/ 154958 h 168517"/>
                  <a:gd name="connsiteX45" fmla="*/ 325486 w 1466617"/>
                  <a:gd name="connsiteY45" fmla="*/ 154739 h 168517"/>
                  <a:gd name="connsiteX46" fmla="*/ 367914 w 1466617"/>
                  <a:gd name="connsiteY46" fmla="*/ 140421 h 168517"/>
                  <a:gd name="connsiteX47" fmla="*/ 409042 w 1466617"/>
                  <a:gd name="connsiteY47" fmla="*/ 126125 h 168517"/>
                  <a:gd name="connsiteX48" fmla="*/ 516209 w 1466617"/>
                  <a:gd name="connsiteY48" fmla="*/ 125710 h 168517"/>
                  <a:gd name="connsiteX49" fmla="*/ 517347 w 1466617"/>
                  <a:gd name="connsiteY49" fmla="*/ 125557 h 168517"/>
                  <a:gd name="connsiteX50" fmla="*/ 557825 w 1466617"/>
                  <a:gd name="connsiteY50" fmla="*/ 113945 h 168517"/>
                  <a:gd name="connsiteX51" fmla="*/ 597855 w 1466617"/>
                  <a:gd name="connsiteY51" fmla="*/ 101111 h 168517"/>
                  <a:gd name="connsiteX52" fmla="*/ 637438 w 1466617"/>
                  <a:gd name="connsiteY52" fmla="*/ 85986 h 168517"/>
                  <a:gd name="connsiteX53" fmla="*/ 676493 w 1466617"/>
                  <a:gd name="connsiteY53" fmla="*/ 67455 h 168517"/>
                  <a:gd name="connsiteX54" fmla="*/ 714817 w 1466617"/>
                  <a:gd name="connsiteY54" fmla="*/ 46240 h 168517"/>
                  <a:gd name="connsiteX55" fmla="*/ 752165 w 1466617"/>
                  <a:gd name="connsiteY55" fmla="*/ 29455 h 168517"/>
                  <a:gd name="connsiteX56" fmla="*/ 788172 w 1466617"/>
                  <a:gd name="connsiteY56" fmla="*/ 25024 h 168517"/>
                  <a:gd name="connsiteX57" fmla="*/ 797154 w 1466617"/>
                  <a:gd name="connsiteY57" fmla="*/ 25657 h 168517"/>
                  <a:gd name="connsiteX58" fmla="*/ 798007 w 1466617"/>
                  <a:gd name="connsiteY58" fmla="*/ 25613 h 168517"/>
                  <a:gd name="connsiteX59" fmla="*/ 830763 w 1466617"/>
                  <a:gd name="connsiteY59" fmla="*/ 21663 h 168517"/>
                  <a:gd name="connsiteX60" fmla="*/ 930250 w 1466617"/>
                  <a:gd name="connsiteY60" fmla="*/ 31157 h 168517"/>
                  <a:gd name="connsiteX61" fmla="*/ 931347 w 1466617"/>
                  <a:gd name="connsiteY61" fmla="*/ 31114 h 168517"/>
                  <a:gd name="connsiteX62" fmla="*/ 966338 w 1466617"/>
                  <a:gd name="connsiteY62" fmla="*/ 25679 h 168517"/>
                  <a:gd name="connsiteX63" fmla="*/ 1002101 w 1466617"/>
                  <a:gd name="connsiteY63" fmla="*/ 17428 h 168517"/>
                  <a:gd name="connsiteX64" fmla="*/ 1035995 w 1466617"/>
                  <a:gd name="connsiteY64" fmla="*/ 8261 h 168517"/>
                  <a:gd name="connsiteX65" fmla="*/ 1132149 w 1466617"/>
                  <a:gd name="connsiteY65" fmla="*/ 15726 h 168517"/>
                  <a:gd name="connsiteX66" fmla="*/ 1164214 w 1466617"/>
                  <a:gd name="connsiteY66" fmla="*/ 13871 h 168517"/>
                  <a:gd name="connsiteX67" fmla="*/ 1195954 w 1466617"/>
                  <a:gd name="connsiteY67" fmla="*/ 12168 h 168517"/>
                  <a:gd name="connsiteX68" fmla="*/ 1258458 w 1466617"/>
                  <a:gd name="connsiteY68" fmla="*/ 7170 h 168517"/>
                  <a:gd name="connsiteX69" fmla="*/ 1288410 w 1466617"/>
                  <a:gd name="connsiteY69" fmla="*/ 3001 h 168517"/>
                  <a:gd name="connsiteX70" fmla="*/ 1381191 w 1466617"/>
                  <a:gd name="connsiteY70" fmla="*/ 15420 h 168517"/>
                  <a:gd name="connsiteX71" fmla="*/ 1463528 w 1466617"/>
                  <a:gd name="connsiteY71" fmla="*/ 25221 h 168517"/>
                  <a:gd name="connsiteX72" fmla="*/ 1466576 w 1466617"/>
                  <a:gd name="connsiteY72" fmla="*/ 24107 h 168517"/>
                  <a:gd name="connsiteX73" fmla="*/ 1464584 w 1466617"/>
                  <a:gd name="connsiteY73" fmla="*/ 22449 h 16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466617" h="168517">
                    <a:moveTo>
                      <a:pt x="1464422" y="22318"/>
                    </a:moveTo>
                    <a:lnTo>
                      <a:pt x="1382166" y="12561"/>
                    </a:lnTo>
                    <a:lnTo>
                      <a:pt x="1288816" y="33"/>
                    </a:lnTo>
                    <a:cubicBezTo>
                      <a:pt x="1288410" y="-11"/>
                      <a:pt x="1288004" y="-11"/>
                      <a:pt x="1287597" y="33"/>
                    </a:cubicBezTo>
                    <a:lnTo>
                      <a:pt x="1257280" y="4289"/>
                    </a:lnTo>
                    <a:lnTo>
                      <a:pt x="1195182" y="9244"/>
                    </a:lnTo>
                    <a:lnTo>
                      <a:pt x="1163523" y="10902"/>
                    </a:lnTo>
                    <a:lnTo>
                      <a:pt x="1132068" y="12779"/>
                    </a:lnTo>
                    <a:lnTo>
                      <a:pt x="1035792" y="5271"/>
                    </a:lnTo>
                    <a:cubicBezTo>
                      <a:pt x="1035263" y="5206"/>
                      <a:pt x="1034735" y="5271"/>
                      <a:pt x="1034288" y="5380"/>
                    </a:cubicBezTo>
                    <a:lnTo>
                      <a:pt x="999866" y="14766"/>
                    </a:lnTo>
                    <a:lnTo>
                      <a:pt x="964550" y="22972"/>
                    </a:lnTo>
                    <a:lnTo>
                      <a:pt x="930412" y="28254"/>
                    </a:lnTo>
                    <a:lnTo>
                      <a:pt x="831007" y="18760"/>
                    </a:lnTo>
                    <a:cubicBezTo>
                      <a:pt x="830641" y="18760"/>
                      <a:pt x="830357" y="18760"/>
                      <a:pt x="830031" y="18825"/>
                    </a:cubicBezTo>
                    <a:lnTo>
                      <a:pt x="797276" y="22776"/>
                    </a:lnTo>
                    <a:lnTo>
                      <a:pt x="788294" y="22143"/>
                    </a:lnTo>
                    <a:cubicBezTo>
                      <a:pt x="788010" y="22078"/>
                      <a:pt x="787685" y="22143"/>
                      <a:pt x="787400" y="22143"/>
                    </a:cubicBezTo>
                    <a:lnTo>
                      <a:pt x="750377" y="26727"/>
                    </a:lnTo>
                    <a:cubicBezTo>
                      <a:pt x="749971" y="26770"/>
                      <a:pt x="749645" y="26901"/>
                      <a:pt x="749320" y="26989"/>
                    </a:cubicBezTo>
                    <a:lnTo>
                      <a:pt x="711281" y="44101"/>
                    </a:lnTo>
                    <a:lnTo>
                      <a:pt x="672998" y="65316"/>
                    </a:lnTo>
                    <a:lnTo>
                      <a:pt x="634269" y="83694"/>
                    </a:lnTo>
                    <a:lnTo>
                      <a:pt x="595092" y="98667"/>
                    </a:lnTo>
                    <a:lnTo>
                      <a:pt x="555346" y="111457"/>
                    </a:lnTo>
                    <a:lnTo>
                      <a:pt x="515518" y="122851"/>
                    </a:lnTo>
                    <a:lnTo>
                      <a:pt x="408269" y="123265"/>
                    </a:lnTo>
                    <a:cubicBezTo>
                      <a:pt x="407822" y="123265"/>
                      <a:pt x="407335" y="123374"/>
                      <a:pt x="406928" y="123484"/>
                    </a:cubicBezTo>
                    <a:lnTo>
                      <a:pt x="365191" y="137976"/>
                    </a:lnTo>
                    <a:lnTo>
                      <a:pt x="323413" y="152098"/>
                    </a:lnTo>
                    <a:lnTo>
                      <a:pt x="214864" y="150723"/>
                    </a:lnTo>
                    <a:cubicBezTo>
                      <a:pt x="214620" y="150767"/>
                      <a:pt x="214173" y="150767"/>
                      <a:pt x="213807" y="150832"/>
                    </a:cubicBezTo>
                    <a:lnTo>
                      <a:pt x="170769" y="161069"/>
                    </a:lnTo>
                    <a:lnTo>
                      <a:pt x="61488" y="156267"/>
                    </a:lnTo>
                    <a:cubicBezTo>
                      <a:pt x="61082" y="156267"/>
                      <a:pt x="60757" y="156267"/>
                      <a:pt x="60391" y="156376"/>
                    </a:cubicBezTo>
                    <a:lnTo>
                      <a:pt x="15972" y="165653"/>
                    </a:lnTo>
                    <a:lnTo>
                      <a:pt x="0" y="164387"/>
                    </a:lnTo>
                    <a:lnTo>
                      <a:pt x="0" y="167268"/>
                    </a:lnTo>
                    <a:lnTo>
                      <a:pt x="15890" y="168490"/>
                    </a:lnTo>
                    <a:cubicBezTo>
                      <a:pt x="16337" y="168534"/>
                      <a:pt x="16784" y="168534"/>
                      <a:pt x="17191" y="168425"/>
                    </a:cubicBezTo>
                    <a:lnTo>
                      <a:pt x="61651" y="159105"/>
                    </a:lnTo>
                    <a:lnTo>
                      <a:pt x="171054" y="163906"/>
                    </a:lnTo>
                    <a:cubicBezTo>
                      <a:pt x="171460" y="163906"/>
                      <a:pt x="171867" y="163863"/>
                      <a:pt x="172232" y="163797"/>
                    </a:cubicBezTo>
                    <a:lnTo>
                      <a:pt x="215351" y="153561"/>
                    </a:lnTo>
                    <a:lnTo>
                      <a:pt x="324104" y="154958"/>
                    </a:lnTo>
                    <a:cubicBezTo>
                      <a:pt x="324510" y="154958"/>
                      <a:pt x="325079" y="154848"/>
                      <a:pt x="325486" y="154739"/>
                    </a:cubicBezTo>
                    <a:lnTo>
                      <a:pt x="367914" y="140421"/>
                    </a:lnTo>
                    <a:lnTo>
                      <a:pt x="409042" y="126125"/>
                    </a:lnTo>
                    <a:lnTo>
                      <a:pt x="516209" y="125710"/>
                    </a:lnTo>
                    <a:cubicBezTo>
                      <a:pt x="516616" y="125710"/>
                      <a:pt x="516981" y="125666"/>
                      <a:pt x="517347" y="125557"/>
                    </a:cubicBezTo>
                    <a:lnTo>
                      <a:pt x="557825" y="113945"/>
                    </a:lnTo>
                    <a:lnTo>
                      <a:pt x="597855" y="101111"/>
                    </a:lnTo>
                    <a:lnTo>
                      <a:pt x="637438" y="85986"/>
                    </a:lnTo>
                    <a:lnTo>
                      <a:pt x="676493" y="67455"/>
                    </a:lnTo>
                    <a:lnTo>
                      <a:pt x="714817" y="46240"/>
                    </a:lnTo>
                    <a:lnTo>
                      <a:pt x="752165" y="29455"/>
                    </a:lnTo>
                    <a:lnTo>
                      <a:pt x="788172" y="25024"/>
                    </a:lnTo>
                    <a:lnTo>
                      <a:pt x="797154" y="25657"/>
                    </a:lnTo>
                    <a:cubicBezTo>
                      <a:pt x="797438" y="25657"/>
                      <a:pt x="797723" y="25657"/>
                      <a:pt x="798007" y="25613"/>
                    </a:cubicBezTo>
                    <a:lnTo>
                      <a:pt x="830763" y="21663"/>
                    </a:lnTo>
                    <a:lnTo>
                      <a:pt x="930250" y="31157"/>
                    </a:lnTo>
                    <a:cubicBezTo>
                      <a:pt x="930615" y="31157"/>
                      <a:pt x="930981" y="31157"/>
                      <a:pt x="931347" y="31114"/>
                    </a:cubicBezTo>
                    <a:lnTo>
                      <a:pt x="966338" y="25679"/>
                    </a:lnTo>
                    <a:lnTo>
                      <a:pt x="1002101" y="17428"/>
                    </a:lnTo>
                    <a:lnTo>
                      <a:pt x="1035995" y="8261"/>
                    </a:lnTo>
                    <a:lnTo>
                      <a:pt x="1132149" y="15726"/>
                    </a:lnTo>
                    <a:lnTo>
                      <a:pt x="1164214" y="13871"/>
                    </a:lnTo>
                    <a:lnTo>
                      <a:pt x="1195954" y="12168"/>
                    </a:lnTo>
                    <a:lnTo>
                      <a:pt x="1258458" y="7170"/>
                    </a:lnTo>
                    <a:lnTo>
                      <a:pt x="1288410" y="3001"/>
                    </a:lnTo>
                    <a:lnTo>
                      <a:pt x="1381191" y="15420"/>
                    </a:lnTo>
                    <a:lnTo>
                      <a:pt x="1463528" y="25221"/>
                    </a:lnTo>
                    <a:cubicBezTo>
                      <a:pt x="1464869" y="25330"/>
                      <a:pt x="1466251" y="24893"/>
                      <a:pt x="1466576" y="24107"/>
                    </a:cubicBezTo>
                    <a:cubicBezTo>
                      <a:pt x="1466820" y="23365"/>
                      <a:pt x="1465966" y="22623"/>
                      <a:pt x="1464584" y="2244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8" name="Freeform: Shape 207">
                <a:extLst>
                  <a:ext uri="{FF2B5EF4-FFF2-40B4-BE49-F238E27FC236}">
                    <a16:creationId xmlns:a16="http://schemas.microsoft.com/office/drawing/2014/main" id="{0BF8F089-A326-473A-A31B-AC447F63E7A0}"/>
                  </a:ext>
                </a:extLst>
              </p:cNvPr>
              <p:cNvSpPr/>
              <p:nvPr/>
            </p:nvSpPr>
            <p:spPr>
              <a:xfrm>
                <a:off x="12060042" y="5913518"/>
                <a:ext cx="131957" cy="3797"/>
              </a:xfrm>
              <a:custGeom>
                <a:avLst/>
                <a:gdLst>
                  <a:gd name="connsiteX0" fmla="*/ 131958 w 131957"/>
                  <a:gd name="connsiteY0" fmla="*/ 44 h 3797"/>
                  <a:gd name="connsiteX1" fmla="*/ 68153 w 131957"/>
                  <a:gd name="connsiteY1" fmla="*/ 0 h 3797"/>
                  <a:gd name="connsiteX2" fmla="*/ 2478 w 131957"/>
                  <a:gd name="connsiteY2" fmla="*/ 960 h 3797"/>
                  <a:gd name="connsiteX3" fmla="*/ 0 w 131957"/>
                  <a:gd name="connsiteY3" fmla="*/ 2401 h 3797"/>
                  <a:gd name="connsiteX4" fmla="*/ 2560 w 131957"/>
                  <a:gd name="connsiteY4" fmla="*/ 3798 h 3797"/>
                  <a:gd name="connsiteX5" fmla="*/ 2560 w 131957"/>
                  <a:gd name="connsiteY5" fmla="*/ 3798 h 3797"/>
                  <a:gd name="connsiteX6" fmla="*/ 68235 w 131957"/>
                  <a:gd name="connsiteY6" fmla="*/ 2772 h 3797"/>
                  <a:gd name="connsiteX7" fmla="*/ 131917 w 131957"/>
                  <a:gd name="connsiteY7" fmla="*/ 2881 h 3797"/>
                  <a:gd name="connsiteX8" fmla="*/ 131917 w 131957"/>
                  <a:gd name="connsiteY8" fmla="*/ 65 h 3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957" h="3797">
                    <a:moveTo>
                      <a:pt x="131958" y="44"/>
                    </a:moveTo>
                    <a:lnTo>
                      <a:pt x="68153" y="0"/>
                    </a:lnTo>
                    <a:lnTo>
                      <a:pt x="2478" y="960"/>
                    </a:lnTo>
                    <a:cubicBezTo>
                      <a:pt x="1097" y="960"/>
                      <a:pt x="0" y="1615"/>
                      <a:pt x="0" y="2401"/>
                    </a:cubicBezTo>
                    <a:cubicBezTo>
                      <a:pt x="0" y="3143"/>
                      <a:pt x="1179" y="3798"/>
                      <a:pt x="2560" y="3798"/>
                    </a:cubicBezTo>
                    <a:lnTo>
                      <a:pt x="2560" y="3798"/>
                    </a:lnTo>
                    <a:lnTo>
                      <a:pt x="68235" y="2772"/>
                    </a:lnTo>
                    <a:lnTo>
                      <a:pt x="131917" y="2881"/>
                    </a:lnTo>
                    <a:lnTo>
                      <a:pt x="131917" y="6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09" name="Freeform: Shape 208">
                <a:extLst>
                  <a:ext uri="{FF2B5EF4-FFF2-40B4-BE49-F238E27FC236}">
                    <a16:creationId xmlns:a16="http://schemas.microsoft.com/office/drawing/2014/main" id="{0267313B-1886-408C-BCAD-AB9EB7B0CE26}"/>
                  </a:ext>
                </a:extLst>
              </p:cNvPr>
              <p:cNvSpPr/>
              <p:nvPr/>
            </p:nvSpPr>
            <p:spPr>
              <a:xfrm>
                <a:off x="7979704" y="5987313"/>
                <a:ext cx="2319853" cy="56247"/>
              </a:xfrm>
              <a:custGeom>
                <a:avLst/>
                <a:gdLst>
                  <a:gd name="connsiteX0" fmla="*/ 1829450 w 2319853"/>
                  <a:gd name="connsiteY0" fmla="*/ 56203 h 56247"/>
                  <a:gd name="connsiteX1" fmla="*/ 1828678 w 2319853"/>
                  <a:gd name="connsiteY1" fmla="*/ 56094 h 56247"/>
                  <a:gd name="connsiteX2" fmla="*/ 1807545 w 2319853"/>
                  <a:gd name="connsiteY2" fmla="*/ 52056 h 56247"/>
                  <a:gd name="connsiteX3" fmla="*/ 1608815 w 2319853"/>
                  <a:gd name="connsiteY3" fmla="*/ 5064 h 56247"/>
                  <a:gd name="connsiteX4" fmla="*/ 2560 w 2319853"/>
                  <a:gd name="connsiteY4" fmla="*/ 2837 h 56247"/>
                  <a:gd name="connsiteX5" fmla="*/ 0 w 2319853"/>
                  <a:gd name="connsiteY5" fmla="*/ 1441 h 56247"/>
                  <a:gd name="connsiteX6" fmla="*/ 2560 w 2319853"/>
                  <a:gd name="connsiteY6" fmla="*/ 0 h 56247"/>
                  <a:gd name="connsiteX7" fmla="*/ 2560 w 2319853"/>
                  <a:gd name="connsiteY7" fmla="*/ 0 h 56247"/>
                  <a:gd name="connsiteX8" fmla="*/ 1609303 w 2319853"/>
                  <a:gd name="connsiteY8" fmla="*/ 2292 h 56247"/>
                  <a:gd name="connsiteX9" fmla="*/ 1610279 w 2319853"/>
                  <a:gd name="connsiteY9" fmla="*/ 2401 h 56247"/>
                  <a:gd name="connsiteX10" fmla="*/ 1809293 w 2319853"/>
                  <a:gd name="connsiteY10" fmla="*/ 49459 h 56247"/>
                  <a:gd name="connsiteX11" fmla="*/ 1829450 w 2319853"/>
                  <a:gd name="connsiteY11" fmla="*/ 53300 h 56247"/>
                  <a:gd name="connsiteX12" fmla="*/ 1836197 w 2319853"/>
                  <a:gd name="connsiteY12" fmla="*/ 52122 h 56247"/>
                  <a:gd name="connsiteX13" fmla="*/ 1903577 w 2319853"/>
                  <a:gd name="connsiteY13" fmla="*/ 41558 h 56247"/>
                  <a:gd name="connsiteX14" fmla="*/ 1943934 w 2319853"/>
                  <a:gd name="connsiteY14" fmla="*/ 34944 h 56247"/>
                  <a:gd name="connsiteX15" fmla="*/ 1969049 w 2319853"/>
                  <a:gd name="connsiteY15" fmla="*/ 31387 h 56247"/>
                  <a:gd name="connsiteX16" fmla="*/ 2019645 w 2319853"/>
                  <a:gd name="connsiteY16" fmla="*/ 25908 h 56247"/>
                  <a:gd name="connsiteX17" fmla="*/ 2020336 w 2319853"/>
                  <a:gd name="connsiteY17" fmla="*/ 25908 h 56247"/>
                  <a:gd name="connsiteX18" fmla="*/ 2115962 w 2319853"/>
                  <a:gd name="connsiteY18" fmla="*/ 29684 h 56247"/>
                  <a:gd name="connsiteX19" fmla="*/ 2211588 w 2319853"/>
                  <a:gd name="connsiteY19" fmla="*/ 31867 h 56247"/>
                  <a:gd name="connsiteX20" fmla="*/ 2317374 w 2319853"/>
                  <a:gd name="connsiteY20" fmla="*/ 33351 h 56247"/>
                  <a:gd name="connsiteX21" fmla="*/ 2319854 w 2319853"/>
                  <a:gd name="connsiteY21" fmla="*/ 34792 h 56247"/>
                  <a:gd name="connsiteX22" fmla="*/ 2317252 w 2319853"/>
                  <a:gd name="connsiteY22" fmla="*/ 36167 h 56247"/>
                  <a:gd name="connsiteX23" fmla="*/ 2317252 w 2319853"/>
                  <a:gd name="connsiteY23" fmla="*/ 36167 h 56247"/>
                  <a:gd name="connsiteX24" fmla="*/ 2307255 w 2319853"/>
                  <a:gd name="connsiteY24" fmla="*/ 36123 h 56247"/>
                  <a:gd name="connsiteX25" fmla="*/ 2211385 w 2319853"/>
                  <a:gd name="connsiteY25" fmla="*/ 34682 h 56247"/>
                  <a:gd name="connsiteX26" fmla="*/ 2115638 w 2319853"/>
                  <a:gd name="connsiteY26" fmla="*/ 32500 h 56247"/>
                  <a:gd name="connsiteX27" fmla="*/ 2020174 w 2319853"/>
                  <a:gd name="connsiteY27" fmla="*/ 28724 h 56247"/>
                  <a:gd name="connsiteX28" fmla="*/ 1970065 w 2319853"/>
                  <a:gd name="connsiteY28" fmla="*/ 34115 h 56247"/>
                  <a:gd name="connsiteX29" fmla="*/ 1945274 w 2319853"/>
                  <a:gd name="connsiteY29" fmla="*/ 37694 h 56247"/>
                  <a:gd name="connsiteX30" fmla="*/ 1905000 w 2319853"/>
                  <a:gd name="connsiteY30" fmla="*/ 44308 h 56247"/>
                  <a:gd name="connsiteX31" fmla="*/ 1830182 w 2319853"/>
                  <a:gd name="connsiteY31" fmla="*/ 56138 h 56247"/>
                  <a:gd name="connsiteX32" fmla="*/ 1829409 w 2319853"/>
                  <a:gd name="connsiteY32" fmla="*/ 56247 h 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19853" h="56247">
                    <a:moveTo>
                      <a:pt x="1829450" y="56203"/>
                    </a:moveTo>
                    <a:cubicBezTo>
                      <a:pt x="1829166" y="56203"/>
                      <a:pt x="1828841" y="56160"/>
                      <a:pt x="1828678" y="56094"/>
                    </a:cubicBezTo>
                    <a:lnTo>
                      <a:pt x="1807545" y="52056"/>
                    </a:lnTo>
                    <a:lnTo>
                      <a:pt x="1608815" y="5064"/>
                    </a:lnTo>
                    <a:lnTo>
                      <a:pt x="2560" y="2837"/>
                    </a:lnTo>
                    <a:cubicBezTo>
                      <a:pt x="1057" y="2837"/>
                      <a:pt x="0" y="2183"/>
                      <a:pt x="0" y="1441"/>
                    </a:cubicBezTo>
                    <a:cubicBezTo>
                      <a:pt x="0" y="633"/>
                      <a:pt x="1179" y="0"/>
                      <a:pt x="2560" y="0"/>
                    </a:cubicBezTo>
                    <a:lnTo>
                      <a:pt x="2560" y="0"/>
                    </a:lnTo>
                    <a:lnTo>
                      <a:pt x="1609303" y="2292"/>
                    </a:lnTo>
                    <a:cubicBezTo>
                      <a:pt x="1609588" y="2292"/>
                      <a:pt x="1609994" y="2292"/>
                      <a:pt x="1610279" y="2401"/>
                    </a:cubicBezTo>
                    <a:lnTo>
                      <a:pt x="1809293" y="49459"/>
                    </a:lnTo>
                    <a:lnTo>
                      <a:pt x="1829450" y="53300"/>
                    </a:lnTo>
                    <a:lnTo>
                      <a:pt x="1836197" y="52122"/>
                    </a:lnTo>
                    <a:lnTo>
                      <a:pt x="1903577" y="41558"/>
                    </a:lnTo>
                    <a:lnTo>
                      <a:pt x="1943934" y="34944"/>
                    </a:lnTo>
                    <a:lnTo>
                      <a:pt x="1969049" y="31387"/>
                    </a:lnTo>
                    <a:lnTo>
                      <a:pt x="2019645" y="25908"/>
                    </a:lnTo>
                    <a:lnTo>
                      <a:pt x="2020336" y="25908"/>
                    </a:lnTo>
                    <a:lnTo>
                      <a:pt x="2115962" y="29684"/>
                    </a:lnTo>
                    <a:lnTo>
                      <a:pt x="2211588" y="31867"/>
                    </a:lnTo>
                    <a:lnTo>
                      <a:pt x="2317374" y="33351"/>
                    </a:lnTo>
                    <a:cubicBezTo>
                      <a:pt x="2318756" y="33351"/>
                      <a:pt x="2319854" y="33984"/>
                      <a:pt x="2319854" y="34792"/>
                    </a:cubicBezTo>
                    <a:cubicBezTo>
                      <a:pt x="2319854" y="35534"/>
                      <a:pt x="2318675" y="36167"/>
                      <a:pt x="2317252" y="36167"/>
                    </a:cubicBezTo>
                    <a:lnTo>
                      <a:pt x="2317252" y="36167"/>
                    </a:lnTo>
                    <a:lnTo>
                      <a:pt x="2307255" y="36123"/>
                    </a:lnTo>
                    <a:lnTo>
                      <a:pt x="2211385" y="34682"/>
                    </a:lnTo>
                    <a:lnTo>
                      <a:pt x="2115638" y="32500"/>
                    </a:lnTo>
                    <a:lnTo>
                      <a:pt x="2020174" y="28724"/>
                    </a:lnTo>
                    <a:lnTo>
                      <a:pt x="1970065" y="34115"/>
                    </a:lnTo>
                    <a:lnTo>
                      <a:pt x="1945274" y="37694"/>
                    </a:lnTo>
                    <a:lnTo>
                      <a:pt x="1905000" y="44308"/>
                    </a:lnTo>
                    <a:lnTo>
                      <a:pt x="1830182" y="56138"/>
                    </a:lnTo>
                    <a:cubicBezTo>
                      <a:pt x="1829897" y="56203"/>
                      <a:pt x="1829694" y="56247"/>
                      <a:pt x="1829409" y="5624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0" name="Freeform: Shape 209">
                <a:extLst>
                  <a:ext uri="{FF2B5EF4-FFF2-40B4-BE49-F238E27FC236}">
                    <a16:creationId xmlns:a16="http://schemas.microsoft.com/office/drawing/2014/main" id="{23D5A8E7-C30C-4BCF-A991-80A64DCC3BAE}"/>
                  </a:ext>
                </a:extLst>
              </p:cNvPr>
              <p:cNvSpPr/>
              <p:nvPr/>
            </p:nvSpPr>
            <p:spPr>
              <a:xfrm>
                <a:off x="7179787" y="5986222"/>
                <a:ext cx="819627" cy="12812"/>
              </a:xfrm>
              <a:custGeom>
                <a:avLst/>
                <a:gdLst>
                  <a:gd name="connsiteX0" fmla="*/ 817067 w 819627"/>
                  <a:gd name="connsiteY0" fmla="*/ 12812 h 12812"/>
                  <a:gd name="connsiteX1" fmla="*/ 817067 w 819627"/>
                  <a:gd name="connsiteY1" fmla="*/ 12812 h 12812"/>
                  <a:gd name="connsiteX2" fmla="*/ 641746 w 819627"/>
                  <a:gd name="connsiteY2" fmla="*/ 12594 h 12812"/>
                  <a:gd name="connsiteX3" fmla="*/ 640039 w 819627"/>
                  <a:gd name="connsiteY3" fmla="*/ 12223 h 12812"/>
                  <a:gd name="connsiteX4" fmla="*/ 632114 w 819627"/>
                  <a:gd name="connsiteY4" fmla="*/ 8119 h 12812"/>
                  <a:gd name="connsiteX5" fmla="*/ 543600 w 819627"/>
                  <a:gd name="connsiteY5" fmla="*/ 7967 h 12812"/>
                  <a:gd name="connsiteX6" fmla="*/ 541812 w 819627"/>
                  <a:gd name="connsiteY6" fmla="*/ 7596 h 12812"/>
                  <a:gd name="connsiteX7" fmla="*/ 534456 w 819627"/>
                  <a:gd name="connsiteY7" fmla="*/ 3558 h 12812"/>
                  <a:gd name="connsiteX8" fmla="*/ 2560 w 819627"/>
                  <a:gd name="connsiteY8" fmla="*/ 2816 h 12812"/>
                  <a:gd name="connsiteX9" fmla="*/ 0 w 819627"/>
                  <a:gd name="connsiteY9" fmla="*/ 1441 h 12812"/>
                  <a:gd name="connsiteX10" fmla="*/ 2560 w 819627"/>
                  <a:gd name="connsiteY10" fmla="*/ 0 h 12812"/>
                  <a:gd name="connsiteX11" fmla="*/ 2560 w 819627"/>
                  <a:gd name="connsiteY11" fmla="*/ 0 h 12812"/>
                  <a:gd name="connsiteX12" fmla="*/ 535554 w 819627"/>
                  <a:gd name="connsiteY12" fmla="*/ 742 h 12812"/>
                  <a:gd name="connsiteX13" fmla="*/ 537342 w 819627"/>
                  <a:gd name="connsiteY13" fmla="*/ 1157 h 12812"/>
                  <a:gd name="connsiteX14" fmla="*/ 544698 w 819627"/>
                  <a:gd name="connsiteY14" fmla="*/ 5195 h 12812"/>
                  <a:gd name="connsiteX15" fmla="*/ 633090 w 819627"/>
                  <a:gd name="connsiteY15" fmla="*/ 5304 h 12812"/>
                  <a:gd name="connsiteX16" fmla="*/ 634797 w 819627"/>
                  <a:gd name="connsiteY16" fmla="*/ 5675 h 12812"/>
                  <a:gd name="connsiteX17" fmla="*/ 642843 w 819627"/>
                  <a:gd name="connsiteY17" fmla="*/ 9778 h 12812"/>
                  <a:gd name="connsiteX18" fmla="*/ 817067 w 819627"/>
                  <a:gd name="connsiteY18" fmla="*/ 10040 h 12812"/>
                  <a:gd name="connsiteX19" fmla="*/ 819627 w 819627"/>
                  <a:gd name="connsiteY19" fmla="*/ 11415 h 12812"/>
                  <a:gd name="connsiteX20" fmla="*/ 817067 w 819627"/>
                  <a:gd name="connsiteY20" fmla="*/ 12790 h 12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9627" h="12812">
                    <a:moveTo>
                      <a:pt x="817067" y="12812"/>
                    </a:moveTo>
                    <a:lnTo>
                      <a:pt x="817067" y="12812"/>
                    </a:lnTo>
                    <a:lnTo>
                      <a:pt x="641746" y="12594"/>
                    </a:lnTo>
                    <a:cubicBezTo>
                      <a:pt x="641136" y="12594"/>
                      <a:pt x="640568" y="12441"/>
                      <a:pt x="640039" y="12223"/>
                    </a:cubicBezTo>
                    <a:lnTo>
                      <a:pt x="632114" y="8119"/>
                    </a:lnTo>
                    <a:lnTo>
                      <a:pt x="543600" y="7967"/>
                    </a:lnTo>
                    <a:cubicBezTo>
                      <a:pt x="542910" y="7967"/>
                      <a:pt x="542300" y="7858"/>
                      <a:pt x="541812" y="7596"/>
                    </a:cubicBezTo>
                    <a:lnTo>
                      <a:pt x="534456" y="3558"/>
                    </a:lnTo>
                    <a:lnTo>
                      <a:pt x="2560" y="2816"/>
                    </a:lnTo>
                    <a:cubicBezTo>
                      <a:pt x="1056" y="2816"/>
                      <a:pt x="0" y="2161"/>
                      <a:pt x="0" y="1441"/>
                    </a:cubicBezTo>
                    <a:cubicBezTo>
                      <a:pt x="0" y="633"/>
                      <a:pt x="1178" y="0"/>
                      <a:pt x="2560" y="0"/>
                    </a:cubicBezTo>
                    <a:lnTo>
                      <a:pt x="2560" y="0"/>
                    </a:lnTo>
                    <a:lnTo>
                      <a:pt x="535554" y="742"/>
                    </a:lnTo>
                    <a:cubicBezTo>
                      <a:pt x="536245" y="742"/>
                      <a:pt x="536854" y="895"/>
                      <a:pt x="537342" y="1157"/>
                    </a:cubicBezTo>
                    <a:lnTo>
                      <a:pt x="544698" y="5195"/>
                    </a:lnTo>
                    <a:lnTo>
                      <a:pt x="633090" y="5304"/>
                    </a:lnTo>
                    <a:cubicBezTo>
                      <a:pt x="633699" y="5304"/>
                      <a:pt x="634268" y="5413"/>
                      <a:pt x="634797" y="5675"/>
                    </a:cubicBezTo>
                    <a:lnTo>
                      <a:pt x="642843" y="9778"/>
                    </a:lnTo>
                    <a:lnTo>
                      <a:pt x="817067" y="10040"/>
                    </a:lnTo>
                    <a:cubicBezTo>
                      <a:pt x="818449" y="10040"/>
                      <a:pt x="819627" y="10673"/>
                      <a:pt x="819627" y="11415"/>
                    </a:cubicBezTo>
                    <a:cubicBezTo>
                      <a:pt x="819627" y="12223"/>
                      <a:pt x="818449" y="12790"/>
                      <a:pt x="817067" y="127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1" name="Freeform: Shape 210">
                <a:extLst>
                  <a:ext uri="{FF2B5EF4-FFF2-40B4-BE49-F238E27FC236}">
                    <a16:creationId xmlns:a16="http://schemas.microsoft.com/office/drawing/2014/main" id="{BCE754EE-515D-442A-9826-9595E5CF0099}"/>
                  </a:ext>
                </a:extLst>
              </p:cNvPr>
              <p:cNvSpPr/>
              <p:nvPr/>
            </p:nvSpPr>
            <p:spPr>
              <a:xfrm>
                <a:off x="9304704" y="5843105"/>
                <a:ext cx="2887457" cy="291711"/>
              </a:xfrm>
              <a:custGeom>
                <a:avLst/>
                <a:gdLst>
                  <a:gd name="connsiteX0" fmla="*/ 2887295 w 2887457"/>
                  <a:gd name="connsiteY0" fmla="*/ 288831 h 291711"/>
                  <a:gd name="connsiteX1" fmla="*/ 2601149 w 2887457"/>
                  <a:gd name="connsiteY1" fmla="*/ 244174 h 291711"/>
                  <a:gd name="connsiteX2" fmla="*/ 2565142 w 2887457"/>
                  <a:gd name="connsiteY2" fmla="*/ 233566 h 291711"/>
                  <a:gd name="connsiteX3" fmla="*/ 2563760 w 2887457"/>
                  <a:gd name="connsiteY3" fmla="*/ 233413 h 291711"/>
                  <a:gd name="connsiteX4" fmla="*/ 2464232 w 2887457"/>
                  <a:gd name="connsiteY4" fmla="*/ 238259 h 291711"/>
                  <a:gd name="connsiteX5" fmla="*/ 2430014 w 2887457"/>
                  <a:gd name="connsiteY5" fmla="*/ 228720 h 291711"/>
                  <a:gd name="connsiteX6" fmla="*/ 2428632 w 2887457"/>
                  <a:gd name="connsiteY6" fmla="*/ 228568 h 291711"/>
                  <a:gd name="connsiteX7" fmla="*/ 2329186 w 2887457"/>
                  <a:gd name="connsiteY7" fmla="*/ 232605 h 291711"/>
                  <a:gd name="connsiteX8" fmla="*/ 2298015 w 2887457"/>
                  <a:gd name="connsiteY8" fmla="*/ 232540 h 291711"/>
                  <a:gd name="connsiteX9" fmla="*/ 2265259 w 2887457"/>
                  <a:gd name="connsiteY9" fmla="*/ 227214 h 291711"/>
                  <a:gd name="connsiteX10" fmla="*/ 2232138 w 2887457"/>
                  <a:gd name="connsiteY10" fmla="*/ 219379 h 291711"/>
                  <a:gd name="connsiteX11" fmla="*/ 2199789 w 2887457"/>
                  <a:gd name="connsiteY11" fmla="*/ 211434 h 291711"/>
                  <a:gd name="connsiteX12" fmla="*/ 2167845 w 2887457"/>
                  <a:gd name="connsiteY12" fmla="*/ 201044 h 291711"/>
                  <a:gd name="connsiteX13" fmla="*/ 2136105 w 2887457"/>
                  <a:gd name="connsiteY13" fmla="*/ 187250 h 291711"/>
                  <a:gd name="connsiteX14" fmla="*/ 2104568 w 2887457"/>
                  <a:gd name="connsiteY14" fmla="*/ 169068 h 291711"/>
                  <a:gd name="connsiteX15" fmla="*/ 2103959 w 2887457"/>
                  <a:gd name="connsiteY15" fmla="*/ 168850 h 291711"/>
                  <a:gd name="connsiteX16" fmla="*/ 2073683 w 2887457"/>
                  <a:gd name="connsiteY16" fmla="*/ 148922 h 291711"/>
                  <a:gd name="connsiteX17" fmla="*/ 2072504 w 2887457"/>
                  <a:gd name="connsiteY17" fmla="*/ 148551 h 291711"/>
                  <a:gd name="connsiteX18" fmla="*/ 2041739 w 2887457"/>
                  <a:gd name="connsiteY18" fmla="*/ 126485 h 291711"/>
                  <a:gd name="connsiteX19" fmla="*/ 2012560 w 2887457"/>
                  <a:gd name="connsiteY19" fmla="*/ 111730 h 291711"/>
                  <a:gd name="connsiteX20" fmla="*/ 2011788 w 2887457"/>
                  <a:gd name="connsiteY20" fmla="*/ 111468 h 291711"/>
                  <a:gd name="connsiteX21" fmla="*/ 2010813 w 2887457"/>
                  <a:gd name="connsiteY21" fmla="*/ 111250 h 291711"/>
                  <a:gd name="connsiteX22" fmla="*/ 1984924 w 2887457"/>
                  <a:gd name="connsiteY22" fmla="*/ 98831 h 291711"/>
                  <a:gd name="connsiteX23" fmla="*/ 1984315 w 2887457"/>
                  <a:gd name="connsiteY23" fmla="*/ 98612 h 291711"/>
                  <a:gd name="connsiteX24" fmla="*/ 1962695 w 2887457"/>
                  <a:gd name="connsiteY24" fmla="*/ 93134 h 291711"/>
                  <a:gd name="connsiteX25" fmla="*/ 1941684 w 2887457"/>
                  <a:gd name="connsiteY25" fmla="*/ 83705 h 291711"/>
                  <a:gd name="connsiteX26" fmla="*/ 1939895 w 2887457"/>
                  <a:gd name="connsiteY26" fmla="*/ 83377 h 291711"/>
                  <a:gd name="connsiteX27" fmla="*/ 1851788 w 2887457"/>
                  <a:gd name="connsiteY27" fmla="*/ 86411 h 291711"/>
                  <a:gd name="connsiteX28" fmla="*/ 1835328 w 2887457"/>
                  <a:gd name="connsiteY28" fmla="*/ 73512 h 291711"/>
                  <a:gd name="connsiteX29" fmla="*/ 1833053 w 2887457"/>
                  <a:gd name="connsiteY29" fmla="*/ 72922 h 291711"/>
                  <a:gd name="connsiteX30" fmla="*/ 1741775 w 2887457"/>
                  <a:gd name="connsiteY30" fmla="*/ 76393 h 291711"/>
                  <a:gd name="connsiteX31" fmla="*/ 1700526 w 2887457"/>
                  <a:gd name="connsiteY31" fmla="*/ 77615 h 291711"/>
                  <a:gd name="connsiteX32" fmla="*/ 1674517 w 2887457"/>
                  <a:gd name="connsiteY32" fmla="*/ 61464 h 291711"/>
                  <a:gd name="connsiteX33" fmla="*/ 1647816 w 2887457"/>
                  <a:gd name="connsiteY33" fmla="*/ 41841 h 291711"/>
                  <a:gd name="connsiteX34" fmla="*/ 1621644 w 2887457"/>
                  <a:gd name="connsiteY34" fmla="*/ 15671 h 291711"/>
                  <a:gd name="connsiteX35" fmla="*/ 1620140 w 2887457"/>
                  <a:gd name="connsiteY35" fmla="*/ 15038 h 291711"/>
                  <a:gd name="connsiteX36" fmla="*/ 1619368 w 2887457"/>
                  <a:gd name="connsiteY36" fmla="*/ 14886 h 291711"/>
                  <a:gd name="connsiteX37" fmla="*/ 1618474 w 2887457"/>
                  <a:gd name="connsiteY37" fmla="*/ 14820 h 291711"/>
                  <a:gd name="connsiteX38" fmla="*/ 1519069 w 2887457"/>
                  <a:gd name="connsiteY38" fmla="*/ 18443 h 291711"/>
                  <a:gd name="connsiteX39" fmla="*/ 1422345 w 2887457"/>
                  <a:gd name="connsiteY39" fmla="*/ 18116 h 291711"/>
                  <a:gd name="connsiteX40" fmla="*/ 1329279 w 2887457"/>
                  <a:gd name="connsiteY40" fmla="*/ 18487 h 291711"/>
                  <a:gd name="connsiteX41" fmla="*/ 1240766 w 2887457"/>
                  <a:gd name="connsiteY41" fmla="*/ 16610 h 291711"/>
                  <a:gd name="connsiteX42" fmla="*/ 1159405 w 2887457"/>
                  <a:gd name="connsiteY42" fmla="*/ 11983 h 291711"/>
                  <a:gd name="connsiteX43" fmla="*/ 1078043 w 2887457"/>
                  <a:gd name="connsiteY43" fmla="*/ 6024 h 291711"/>
                  <a:gd name="connsiteX44" fmla="*/ 995096 w 2887457"/>
                  <a:gd name="connsiteY44" fmla="*/ 1331 h 291711"/>
                  <a:gd name="connsiteX45" fmla="*/ 909874 w 2887457"/>
                  <a:gd name="connsiteY45" fmla="*/ 0 h 291711"/>
                  <a:gd name="connsiteX46" fmla="*/ 821077 w 2887457"/>
                  <a:gd name="connsiteY46" fmla="*/ 3885 h 291711"/>
                  <a:gd name="connsiteX47" fmla="*/ 729189 w 2887457"/>
                  <a:gd name="connsiteY47" fmla="*/ 10804 h 291711"/>
                  <a:gd name="connsiteX48" fmla="*/ 635351 w 2887457"/>
                  <a:gd name="connsiteY48" fmla="*/ 23704 h 291711"/>
                  <a:gd name="connsiteX49" fmla="*/ 540904 w 2887457"/>
                  <a:gd name="connsiteY49" fmla="*/ 36014 h 291711"/>
                  <a:gd name="connsiteX50" fmla="*/ 446945 w 2887457"/>
                  <a:gd name="connsiteY50" fmla="*/ 50812 h 291711"/>
                  <a:gd name="connsiteX51" fmla="*/ 354570 w 2887457"/>
                  <a:gd name="connsiteY51" fmla="*/ 67815 h 291711"/>
                  <a:gd name="connsiteX52" fmla="*/ 264065 w 2887457"/>
                  <a:gd name="connsiteY52" fmla="*/ 83268 h 291711"/>
                  <a:gd name="connsiteX53" fmla="*/ 175063 w 2887457"/>
                  <a:gd name="connsiteY53" fmla="*/ 93876 h 291711"/>
                  <a:gd name="connsiteX54" fmla="*/ 88337 w 2887457"/>
                  <a:gd name="connsiteY54" fmla="*/ 102301 h 291711"/>
                  <a:gd name="connsiteX55" fmla="*/ 1936 w 2887457"/>
                  <a:gd name="connsiteY55" fmla="*/ 113280 h 291711"/>
                  <a:gd name="connsiteX56" fmla="*/ 67 w 2887457"/>
                  <a:gd name="connsiteY56" fmla="*/ 114939 h 291711"/>
                  <a:gd name="connsiteX57" fmla="*/ 3156 w 2887457"/>
                  <a:gd name="connsiteY57" fmla="*/ 116008 h 291711"/>
                  <a:gd name="connsiteX58" fmla="*/ 89394 w 2887457"/>
                  <a:gd name="connsiteY58" fmla="*/ 105073 h 291711"/>
                  <a:gd name="connsiteX59" fmla="*/ 176119 w 2887457"/>
                  <a:gd name="connsiteY59" fmla="*/ 96604 h 291711"/>
                  <a:gd name="connsiteX60" fmla="*/ 265406 w 2887457"/>
                  <a:gd name="connsiteY60" fmla="*/ 85997 h 291711"/>
                  <a:gd name="connsiteX61" fmla="*/ 356195 w 2887457"/>
                  <a:gd name="connsiteY61" fmla="*/ 70543 h 291711"/>
                  <a:gd name="connsiteX62" fmla="*/ 448448 w 2887457"/>
                  <a:gd name="connsiteY62" fmla="*/ 53497 h 291711"/>
                  <a:gd name="connsiteX63" fmla="*/ 542204 w 2887457"/>
                  <a:gd name="connsiteY63" fmla="*/ 38742 h 291711"/>
                  <a:gd name="connsiteX64" fmla="*/ 616332 w 2887457"/>
                  <a:gd name="connsiteY64" fmla="*/ 29095 h 291711"/>
                  <a:gd name="connsiteX65" fmla="*/ 730246 w 2887457"/>
                  <a:gd name="connsiteY65" fmla="*/ 13598 h 291711"/>
                  <a:gd name="connsiteX66" fmla="*/ 821726 w 2887457"/>
                  <a:gd name="connsiteY66" fmla="*/ 6723 h 291711"/>
                  <a:gd name="connsiteX67" fmla="*/ 910037 w 2887457"/>
                  <a:gd name="connsiteY67" fmla="*/ 2837 h 291711"/>
                  <a:gd name="connsiteX68" fmla="*/ 994772 w 2887457"/>
                  <a:gd name="connsiteY68" fmla="*/ 4169 h 291711"/>
                  <a:gd name="connsiteX69" fmla="*/ 1077514 w 2887457"/>
                  <a:gd name="connsiteY69" fmla="*/ 8862 h 291711"/>
                  <a:gd name="connsiteX70" fmla="*/ 1158876 w 2887457"/>
                  <a:gd name="connsiteY70" fmla="*/ 14777 h 291711"/>
                  <a:gd name="connsiteX71" fmla="*/ 1240441 w 2887457"/>
                  <a:gd name="connsiteY71" fmla="*/ 19404 h 291711"/>
                  <a:gd name="connsiteX72" fmla="*/ 1329239 w 2887457"/>
                  <a:gd name="connsiteY72" fmla="*/ 21325 h 291711"/>
                  <a:gd name="connsiteX73" fmla="*/ 1422386 w 2887457"/>
                  <a:gd name="connsiteY73" fmla="*/ 20910 h 291711"/>
                  <a:gd name="connsiteX74" fmla="*/ 1519312 w 2887457"/>
                  <a:gd name="connsiteY74" fmla="*/ 21237 h 291711"/>
                  <a:gd name="connsiteX75" fmla="*/ 1617823 w 2887457"/>
                  <a:gd name="connsiteY75" fmla="*/ 17658 h 291711"/>
                  <a:gd name="connsiteX76" fmla="*/ 1643426 w 2887457"/>
                  <a:gd name="connsiteY76" fmla="*/ 43173 h 291711"/>
                  <a:gd name="connsiteX77" fmla="*/ 1643915 w 2887457"/>
                  <a:gd name="connsiteY77" fmla="*/ 43588 h 291711"/>
                  <a:gd name="connsiteX78" fmla="*/ 1670005 w 2887457"/>
                  <a:gd name="connsiteY78" fmla="*/ 62708 h 291711"/>
                  <a:gd name="connsiteX79" fmla="*/ 1697600 w 2887457"/>
                  <a:gd name="connsiteY79" fmla="*/ 79929 h 291711"/>
                  <a:gd name="connsiteX80" fmla="*/ 1699591 w 2887457"/>
                  <a:gd name="connsiteY80" fmla="*/ 80409 h 291711"/>
                  <a:gd name="connsiteX81" fmla="*/ 1742141 w 2887457"/>
                  <a:gd name="connsiteY81" fmla="*/ 79143 h 291711"/>
                  <a:gd name="connsiteX82" fmla="*/ 1832037 w 2887457"/>
                  <a:gd name="connsiteY82" fmla="*/ 75738 h 291711"/>
                  <a:gd name="connsiteX83" fmla="*/ 1848496 w 2887457"/>
                  <a:gd name="connsiteY83" fmla="*/ 88638 h 291711"/>
                  <a:gd name="connsiteX84" fmla="*/ 1850772 w 2887457"/>
                  <a:gd name="connsiteY84" fmla="*/ 89227 h 291711"/>
                  <a:gd name="connsiteX85" fmla="*/ 1939286 w 2887457"/>
                  <a:gd name="connsiteY85" fmla="*/ 86193 h 291711"/>
                  <a:gd name="connsiteX86" fmla="*/ 1959809 w 2887457"/>
                  <a:gd name="connsiteY86" fmla="*/ 95404 h 291711"/>
                  <a:gd name="connsiteX87" fmla="*/ 1960296 w 2887457"/>
                  <a:gd name="connsiteY87" fmla="*/ 95622 h 291711"/>
                  <a:gd name="connsiteX88" fmla="*/ 1981917 w 2887457"/>
                  <a:gd name="connsiteY88" fmla="*/ 101101 h 291711"/>
                  <a:gd name="connsiteX89" fmla="*/ 2007927 w 2887457"/>
                  <a:gd name="connsiteY89" fmla="*/ 113520 h 291711"/>
                  <a:gd name="connsiteX90" fmla="*/ 2008618 w 2887457"/>
                  <a:gd name="connsiteY90" fmla="*/ 113738 h 291711"/>
                  <a:gd name="connsiteX91" fmla="*/ 2009512 w 2887457"/>
                  <a:gd name="connsiteY91" fmla="*/ 113956 h 291711"/>
                  <a:gd name="connsiteX92" fmla="*/ 2038082 w 2887457"/>
                  <a:gd name="connsiteY92" fmla="*/ 128406 h 291711"/>
                  <a:gd name="connsiteX93" fmla="*/ 2069252 w 2887457"/>
                  <a:gd name="connsiteY93" fmla="*/ 150734 h 291711"/>
                  <a:gd name="connsiteX94" fmla="*/ 2070553 w 2887457"/>
                  <a:gd name="connsiteY94" fmla="*/ 151105 h 291711"/>
                  <a:gd name="connsiteX95" fmla="*/ 2099327 w 2887457"/>
                  <a:gd name="connsiteY95" fmla="*/ 170138 h 291711"/>
                  <a:gd name="connsiteX96" fmla="*/ 2100708 w 2887457"/>
                  <a:gd name="connsiteY96" fmla="*/ 170989 h 291711"/>
                  <a:gd name="connsiteX97" fmla="*/ 2101480 w 2887457"/>
                  <a:gd name="connsiteY97" fmla="*/ 171317 h 291711"/>
                  <a:gd name="connsiteX98" fmla="*/ 2132855 w 2887457"/>
                  <a:gd name="connsiteY98" fmla="*/ 189323 h 291711"/>
                  <a:gd name="connsiteX99" fmla="*/ 2165123 w 2887457"/>
                  <a:gd name="connsiteY99" fmla="*/ 203380 h 291711"/>
                  <a:gd name="connsiteX100" fmla="*/ 2197675 w 2887457"/>
                  <a:gd name="connsiteY100" fmla="*/ 213922 h 291711"/>
                  <a:gd name="connsiteX101" fmla="*/ 2230309 w 2887457"/>
                  <a:gd name="connsiteY101" fmla="*/ 221976 h 291711"/>
                  <a:gd name="connsiteX102" fmla="*/ 2263756 w 2887457"/>
                  <a:gd name="connsiteY102" fmla="*/ 229855 h 291711"/>
                  <a:gd name="connsiteX103" fmla="*/ 2297121 w 2887457"/>
                  <a:gd name="connsiteY103" fmla="*/ 235290 h 291711"/>
                  <a:gd name="connsiteX104" fmla="*/ 2297812 w 2887457"/>
                  <a:gd name="connsiteY104" fmla="*/ 235356 h 291711"/>
                  <a:gd name="connsiteX105" fmla="*/ 2329552 w 2887457"/>
                  <a:gd name="connsiteY105" fmla="*/ 235399 h 291711"/>
                  <a:gd name="connsiteX106" fmla="*/ 2428470 w 2887457"/>
                  <a:gd name="connsiteY106" fmla="*/ 231361 h 291711"/>
                  <a:gd name="connsiteX107" fmla="*/ 2462689 w 2887457"/>
                  <a:gd name="connsiteY107" fmla="*/ 240943 h 291711"/>
                  <a:gd name="connsiteX108" fmla="*/ 2464071 w 2887457"/>
                  <a:gd name="connsiteY108" fmla="*/ 241052 h 291711"/>
                  <a:gd name="connsiteX109" fmla="*/ 2563598 w 2887457"/>
                  <a:gd name="connsiteY109" fmla="*/ 236207 h 291711"/>
                  <a:gd name="connsiteX110" fmla="*/ 2599401 w 2887457"/>
                  <a:gd name="connsiteY110" fmla="*/ 246749 h 291711"/>
                  <a:gd name="connsiteX111" fmla="*/ 2887458 w 2887457"/>
                  <a:gd name="connsiteY111" fmla="*/ 291712 h 291711"/>
                  <a:gd name="connsiteX112" fmla="*/ 2887458 w 2887457"/>
                  <a:gd name="connsiteY112" fmla="*/ 288787 h 29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2887457" h="291711">
                    <a:moveTo>
                      <a:pt x="2887295" y="288831"/>
                    </a:moveTo>
                    <a:lnTo>
                      <a:pt x="2601149" y="244174"/>
                    </a:lnTo>
                    <a:lnTo>
                      <a:pt x="2565142" y="233566"/>
                    </a:lnTo>
                    <a:cubicBezTo>
                      <a:pt x="2564735" y="233457"/>
                      <a:pt x="2564248" y="233413"/>
                      <a:pt x="2563760" y="233413"/>
                    </a:cubicBezTo>
                    <a:lnTo>
                      <a:pt x="2464232" y="238259"/>
                    </a:lnTo>
                    <a:lnTo>
                      <a:pt x="2430014" y="228720"/>
                    </a:lnTo>
                    <a:cubicBezTo>
                      <a:pt x="2429607" y="228611"/>
                      <a:pt x="2429120" y="228568"/>
                      <a:pt x="2428632" y="228568"/>
                    </a:cubicBezTo>
                    <a:lnTo>
                      <a:pt x="2329186" y="232605"/>
                    </a:lnTo>
                    <a:lnTo>
                      <a:pt x="2298015" y="232540"/>
                    </a:lnTo>
                    <a:lnTo>
                      <a:pt x="2265259" y="227214"/>
                    </a:lnTo>
                    <a:lnTo>
                      <a:pt x="2232138" y="219379"/>
                    </a:lnTo>
                    <a:lnTo>
                      <a:pt x="2199789" y="211434"/>
                    </a:lnTo>
                    <a:lnTo>
                      <a:pt x="2167845" y="201044"/>
                    </a:lnTo>
                    <a:lnTo>
                      <a:pt x="2136105" y="187250"/>
                    </a:lnTo>
                    <a:lnTo>
                      <a:pt x="2104568" y="169068"/>
                    </a:lnTo>
                    <a:cubicBezTo>
                      <a:pt x="2104568" y="169068"/>
                      <a:pt x="2104163" y="168894"/>
                      <a:pt x="2103959" y="168850"/>
                    </a:cubicBezTo>
                    <a:lnTo>
                      <a:pt x="2073683" y="148922"/>
                    </a:lnTo>
                    <a:cubicBezTo>
                      <a:pt x="2073398" y="148704"/>
                      <a:pt x="2072991" y="148595"/>
                      <a:pt x="2072504" y="148551"/>
                    </a:cubicBezTo>
                    <a:lnTo>
                      <a:pt x="2041739" y="126485"/>
                    </a:lnTo>
                    <a:lnTo>
                      <a:pt x="2012560" y="111730"/>
                    </a:lnTo>
                    <a:cubicBezTo>
                      <a:pt x="2012275" y="111621"/>
                      <a:pt x="2012072" y="111512"/>
                      <a:pt x="2011788" y="111468"/>
                    </a:cubicBezTo>
                    <a:lnTo>
                      <a:pt x="2010813" y="111250"/>
                    </a:lnTo>
                    <a:lnTo>
                      <a:pt x="1984924" y="98831"/>
                    </a:lnTo>
                    <a:cubicBezTo>
                      <a:pt x="1984924" y="98831"/>
                      <a:pt x="1984519" y="98678"/>
                      <a:pt x="1984315" y="98612"/>
                    </a:cubicBezTo>
                    <a:lnTo>
                      <a:pt x="1962695" y="93134"/>
                    </a:lnTo>
                    <a:lnTo>
                      <a:pt x="1941684" y="83705"/>
                    </a:lnTo>
                    <a:cubicBezTo>
                      <a:pt x="1941196" y="83487"/>
                      <a:pt x="1940505" y="83334"/>
                      <a:pt x="1939895" y="83377"/>
                    </a:cubicBezTo>
                    <a:lnTo>
                      <a:pt x="1851788" y="86411"/>
                    </a:lnTo>
                    <a:lnTo>
                      <a:pt x="1835328" y="73512"/>
                    </a:lnTo>
                    <a:cubicBezTo>
                      <a:pt x="1834719" y="73097"/>
                      <a:pt x="1833744" y="72879"/>
                      <a:pt x="1833053" y="72922"/>
                    </a:cubicBezTo>
                    <a:lnTo>
                      <a:pt x="1741775" y="76393"/>
                    </a:lnTo>
                    <a:lnTo>
                      <a:pt x="1700526" y="77615"/>
                    </a:lnTo>
                    <a:lnTo>
                      <a:pt x="1674517" y="61464"/>
                    </a:lnTo>
                    <a:lnTo>
                      <a:pt x="1647816" y="41841"/>
                    </a:lnTo>
                    <a:lnTo>
                      <a:pt x="1621644" y="15671"/>
                    </a:lnTo>
                    <a:cubicBezTo>
                      <a:pt x="1621359" y="15344"/>
                      <a:pt x="1620831" y="15148"/>
                      <a:pt x="1620140" y="15038"/>
                    </a:cubicBezTo>
                    <a:lnTo>
                      <a:pt x="1619368" y="14886"/>
                    </a:lnTo>
                    <a:cubicBezTo>
                      <a:pt x="1619083" y="14820"/>
                      <a:pt x="1618759" y="14777"/>
                      <a:pt x="1618474" y="14820"/>
                    </a:cubicBezTo>
                    <a:lnTo>
                      <a:pt x="1519069" y="18443"/>
                    </a:lnTo>
                    <a:lnTo>
                      <a:pt x="1422345" y="18116"/>
                    </a:lnTo>
                    <a:lnTo>
                      <a:pt x="1329279" y="18487"/>
                    </a:lnTo>
                    <a:lnTo>
                      <a:pt x="1240766" y="16610"/>
                    </a:lnTo>
                    <a:lnTo>
                      <a:pt x="1159405" y="11983"/>
                    </a:lnTo>
                    <a:lnTo>
                      <a:pt x="1078043" y="6024"/>
                    </a:lnTo>
                    <a:lnTo>
                      <a:pt x="995096" y="1331"/>
                    </a:lnTo>
                    <a:lnTo>
                      <a:pt x="909874" y="0"/>
                    </a:lnTo>
                    <a:lnTo>
                      <a:pt x="821077" y="3885"/>
                    </a:lnTo>
                    <a:lnTo>
                      <a:pt x="729189" y="10804"/>
                    </a:lnTo>
                    <a:lnTo>
                      <a:pt x="635351" y="23704"/>
                    </a:lnTo>
                    <a:lnTo>
                      <a:pt x="540904" y="36014"/>
                    </a:lnTo>
                    <a:lnTo>
                      <a:pt x="446945" y="50812"/>
                    </a:lnTo>
                    <a:lnTo>
                      <a:pt x="354570" y="67815"/>
                    </a:lnTo>
                    <a:lnTo>
                      <a:pt x="264065" y="83268"/>
                    </a:lnTo>
                    <a:lnTo>
                      <a:pt x="175063" y="93876"/>
                    </a:lnTo>
                    <a:lnTo>
                      <a:pt x="88337" y="102301"/>
                    </a:lnTo>
                    <a:lnTo>
                      <a:pt x="1936" y="113280"/>
                    </a:lnTo>
                    <a:cubicBezTo>
                      <a:pt x="636" y="113433"/>
                      <a:pt x="-258" y="114196"/>
                      <a:pt x="67" y="114939"/>
                    </a:cubicBezTo>
                    <a:cubicBezTo>
                      <a:pt x="351" y="115746"/>
                      <a:pt x="1774" y="116226"/>
                      <a:pt x="3156" y="116008"/>
                    </a:cubicBezTo>
                    <a:lnTo>
                      <a:pt x="89394" y="105073"/>
                    </a:lnTo>
                    <a:lnTo>
                      <a:pt x="176119" y="96604"/>
                    </a:lnTo>
                    <a:lnTo>
                      <a:pt x="265406" y="85997"/>
                    </a:lnTo>
                    <a:lnTo>
                      <a:pt x="356195" y="70543"/>
                    </a:lnTo>
                    <a:lnTo>
                      <a:pt x="448448" y="53497"/>
                    </a:lnTo>
                    <a:lnTo>
                      <a:pt x="542204" y="38742"/>
                    </a:lnTo>
                    <a:lnTo>
                      <a:pt x="616332" y="29095"/>
                    </a:lnTo>
                    <a:lnTo>
                      <a:pt x="730246" y="13598"/>
                    </a:lnTo>
                    <a:lnTo>
                      <a:pt x="821726" y="6723"/>
                    </a:lnTo>
                    <a:lnTo>
                      <a:pt x="910037" y="2837"/>
                    </a:lnTo>
                    <a:lnTo>
                      <a:pt x="994772" y="4169"/>
                    </a:lnTo>
                    <a:lnTo>
                      <a:pt x="1077514" y="8862"/>
                    </a:lnTo>
                    <a:lnTo>
                      <a:pt x="1158876" y="14777"/>
                    </a:lnTo>
                    <a:lnTo>
                      <a:pt x="1240441" y="19404"/>
                    </a:lnTo>
                    <a:lnTo>
                      <a:pt x="1329239" y="21325"/>
                    </a:lnTo>
                    <a:lnTo>
                      <a:pt x="1422386" y="20910"/>
                    </a:lnTo>
                    <a:lnTo>
                      <a:pt x="1519312" y="21237"/>
                    </a:lnTo>
                    <a:lnTo>
                      <a:pt x="1617823" y="17658"/>
                    </a:lnTo>
                    <a:lnTo>
                      <a:pt x="1643426" y="43173"/>
                    </a:lnTo>
                    <a:cubicBezTo>
                      <a:pt x="1643426" y="43173"/>
                      <a:pt x="1643833" y="43544"/>
                      <a:pt x="1643915" y="43588"/>
                    </a:cubicBezTo>
                    <a:lnTo>
                      <a:pt x="1670005" y="62708"/>
                    </a:lnTo>
                    <a:lnTo>
                      <a:pt x="1697600" y="79929"/>
                    </a:lnTo>
                    <a:cubicBezTo>
                      <a:pt x="1698087" y="80256"/>
                      <a:pt x="1698901" y="80518"/>
                      <a:pt x="1699591" y="80409"/>
                    </a:cubicBezTo>
                    <a:lnTo>
                      <a:pt x="1742141" y="79143"/>
                    </a:lnTo>
                    <a:lnTo>
                      <a:pt x="1832037" y="75738"/>
                    </a:lnTo>
                    <a:lnTo>
                      <a:pt x="1848496" y="88638"/>
                    </a:lnTo>
                    <a:cubicBezTo>
                      <a:pt x="1848984" y="89052"/>
                      <a:pt x="1849878" y="89336"/>
                      <a:pt x="1850772" y="89227"/>
                    </a:cubicBezTo>
                    <a:lnTo>
                      <a:pt x="1939286" y="86193"/>
                    </a:lnTo>
                    <a:lnTo>
                      <a:pt x="1959809" y="95404"/>
                    </a:lnTo>
                    <a:cubicBezTo>
                      <a:pt x="1959809" y="95404"/>
                      <a:pt x="1960094" y="95578"/>
                      <a:pt x="1960296" y="95622"/>
                    </a:cubicBezTo>
                    <a:lnTo>
                      <a:pt x="1981917" y="101101"/>
                    </a:lnTo>
                    <a:lnTo>
                      <a:pt x="2007927" y="113520"/>
                    </a:lnTo>
                    <a:cubicBezTo>
                      <a:pt x="2007927" y="113520"/>
                      <a:pt x="2008415" y="113673"/>
                      <a:pt x="2008618" y="113738"/>
                    </a:cubicBezTo>
                    <a:lnTo>
                      <a:pt x="2009512" y="113956"/>
                    </a:lnTo>
                    <a:lnTo>
                      <a:pt x="2038082" y="128406"/>
                    </a:lnTo>
                    <a:lnTo>
                      <a:pt x="2069252" y="150734"/>
                    </a:lnTo>
                    <a:cubicBezTo>
                      <a:pt x="2069456" y="150887"/>
                      <a:pt x="2069943" y="151061"/>
                      <a:pt x="2070553" y="151105"/>
                    </a:cubicBezTo>
                    <a:lnTo>
                      <a:pt x="2099327" y="170138"/>
                    </a:lnTo>
                    <a:lnTo>
                      <a:pt x="2100708" y="170989"/>
                    </a:lnTo>
                    <a:cubicBezTo>
                      <a:pt x="2100911" y="171142"/>
                      <a:pt x="2101196" y="171251"/>
                      <a:pt x="2101480" y="171317"/>
                    </a:cubicBezTo>
                    <a:lnTo>
                      <a:pt x="2132855" y="189323"/>
                    </a:lnTo>
                    <a:lnTo>
                      <a:pt x="2165123" y="203380"/>
                    </a:lnTo>
                    <a:lnTo>
                      <a:pt x="2197675" y="213922"/>
                    </a:lnTo>
                    <a:lnTo>
                      <a:pt x="2230309" y="221976"/>
                    </a:lnTo>
                    <a:lnTo>
                      <a:pt x="2263756" y="229855"/>
                    </a:lnTo>
                    <a:lnTo>
                      <a:pt x="2297121" y="235290"/>
                    </a:lnTo>
                    <a:cubicBezTo>
                      <a:pt x="2297121" y="235290"/>
                      <a:pt x="2297608" y="235356"/>
                      <a:pt x="2297812" y="235356"/>
                    </a:cubicBezTo>
                    <a:lnTo>
                      <a:pt x="2329552" y="235399"/>
                    </a:lnTo>
                    <a:lnTo>
                      <a:pt x="2428470" y="231361"/>
                    </a:lnTo>
                    <a:lnTo>
                      <a:pt x="2462689" y="240943"/>
                    </a:lnTo>
                    <a:cubicBezTo>
                      <a:pt x="2463176" y="241052"/>
                      <a:pt x="2463664" y="241096"/>
                      <a:pt x="2464071" y="241052"/>
                    </a:cubicBezTo>
                    <a:lnTo>
                      <a:pt x="2563598" y="236207"/>
                    </a:lnTo>
                    <a:lnTo>
                      <a:pt x="2599401" y="246749"/>
                    </a:lnTo>
                    <a:lnTo>
                      <a:pt x="2887458" y="291712"/>
                    </a:lnTo>
                    <a:lnTo>
                      <a:pt x="2887458" y="28878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2" name="Freeform: Shape 211">
                <a:extLst>
                  <a:ext uri="{FF2B5EF4-FFF2-40B4-BE49-F238E27FC236}">
                    <a16:creationId xmlns:a16="http://schemas.microsoft.com/office/drawing/2014/main" id="{047ED4B9-AF3D-418E-A7F3-93834C03D131}"/>
                  </a:ext>
                </a:extLst>
              </p:cNvPr>
              <p:cNvSpPr/>
              <p:nvPr/>
            </p:nvSpPr>
            <p:spPr>
              <a:xfrm>
                <a:off x="0" y="5976710"/>
                <a:ext cx="3997220" cy="352559"/>
              </a:xfrm>
              <a:custGeom>
                <a:avLst/>
                <a:gdLst>
                  <a:gd name="connsiteX0" fmla="*/ 3996294 w 3997220"/>
                  <a:gd name="connsiteY0" fmla="*/ 301 h 352559"/>
                  <a:gd name="connsiteX1" fmla="*/ 3992718 w 3997220"/>
                  <a:gd name="connsiteY1" fmla="*/ 520 h 352559"/>
                  <a:gd name="connsiteX2" fmla="*/ 3974511 w 3997220"/>
                  <a:gd name="connsiteY2" fmla="*/ 13419 h 352559"/>
                  <a:gd name="connsiteX3" fmla="*/ 3860719 w 3997220"/>
                  <a:gd name="connsiteY3" fmla="*/ 26842 h 352559"/>
                  <a:gd name="connsiteX4" fmla="*/ 3859337 w 3997220"/>
                  <a:gd name="connsiteY4" fmla="*/ 27323 h 352559"/>
                  <a:gd name="connsiteX5" fmla="*/ 3841252 w 3997220"/>
                  <a:gd name="connsiteY5" fmla="*/ 38629 h 352559"/>
                  <a:gd name="connsiteX6" fmla="*/ 3728761 w 3997220"/>
                  <a:gd name="connsiteY6" fmla="*/ 51681 h 352559"/>
                  <a:gd name="connsiteX7" fmla="*/ 3608873 w 3997220"/>
                  <a:gd name="connsiteY7" fmla="*/ 64209 h 352559"/>
                  <a:gd name="connsiteX8" fmla="*/ 3607369 w 3997220"/>
                  <a:gd name="connsiteY8" fmla="*/ 64690 h 352559"/>
                  <a:gd name="connsiteX9" fmla="*/ 3586683 w 3997220"/>
                  <a:gd name="connsiteY9" fmla="*/ 78069 h 352559"/>
                  <a:gd name="connsiteX10" fmla="*/ 3566688 w 3997220"/>
                  <a:gd name="connsiteY10" fmla="*/ 91449 h 352559"/>
                  <a:gd name="connsiteX11" fmla="*/ 3447166 w 3997220"/>
                  <a:gd name="connsiteY11" fmla="*/ 96993 h 352559"/>
                  <a:gd name="connsiteX12" fmla="*/ 3325978 w 3997220"/>
                  <a:gd name="connsiteY12" fmla="*/ 98804 h 352559"/>
                  <a:gd name="connsiteX13" fmla="*/ 3203570 w 3997220"/>
                  <a:gd name="connsiteY13" fmla="*/ 94003 h 352559"/>
                  <a:gd name="connsiteX14" fmla="*/ 3080797 w 3997220"/>
                  <a:gd name="connsiteY14" fmla="*/ 83984 h 352559"/>
                  <a:gd name="connsiteX15" fmla="*/ 3079130 w 3997220"/>
                  <a:gd name="connsiteY15" fmla="*/ 84159 h 352559"/>
                  <a:gd name="connsiteX16" fmla="*/ 3053852 w 3997220"/>
                  <a:gd name="connsiteY16" fmla="*/ 92628 h 352559"/>
                  <a:gd name="connsiteX17" fmla="*/ 3028574 w 3997220"/>
                  <a:gd name="connsiteY17" fmla="*/ 94221 h 352559"/>
                  <a:gd name="connsiteX18" fmla="*/ 3002321 w 3997220"/>
                  <a:gd name="connsiteY18" fmla="*/ 94701 h 352559"/>
                  <a:gd name="connsiteX19" fmla="*/ 2879344 w 3997220"/>
                  <a:gd name="connsiteY19" fmla="*/ 89899 h 352559"/>
                  <a:gd name="connsiteX20" fmla="*/ 2858740 w 3997220"/>
                  <a:gd name="connsiteY20" fmla="*/ 87018 h 352559"/>
                  <a:gd name="connsiteX21" fmla="*/ 2856992 w 3997220"/>
                  <a:gd name="connsiteY21" fmla="*/ 87127 h 352559"/>
                  <a:gd name="connsiteX22" fmla="*/ 2852481 w 3997220"/>
                  <a:gd name="connsiteY22" fmla="*/ 88350 h 352559"/>
                  <a:gd name="connsiteX23" fmla="*/ 2779248 w 3997220"/>
                  <a:gd name="connsiteY23" fmla="*/ 86385 h 352559"/>
                  <a:gd name="connsiteX24" fmla="*/ 2777500 w 3997220"/>
                  <a:gd name="connsiteY24" fmla="*/ 86691 h 352559"/>
                  <a:gd name="connsiteX25" fmla="*/ 2748443 w 3997220"/>
                  <a:gd name="connsiteY25" fmla="*/ 100180 h 352559"/>
                  <a:gd name="connsiteX26" fmla="*/ 2719873 w 3997220"/>
                  <a:gd name="connsiteY26" fmla="*/ 120915 h 352559"/>
                  <a:gd name="connsiteX27" fmla="*/ 2594539 w 3997220"/>
                  <a:gd name="connsiteY27" fmla="*/ 121984 h 352559"/>
                  <a:gd name="connsiteX28" fmla="*/ 2468108 w 3997220"/>
                  <a:gd name="connsiteY28" fmla="*/ 117881 h 352559"/>
                  <a:gd name="connsiteX29" fmla="*/ 2341636 w 3997220"/>
                  <a:gd name="connsiteY29" fmla="*/ 108605 h 352559"/>
                  <a:gd name="connsiteX30" fmla="*/ 2215246 w 3997220"/>
                  <a:gd name="connsiteY30" fmla="*/ 100332 h 352559"/>
                  <a:gd name="connsiteX31" fmla="*/ 2213295 w 3997220"/>
                  <a:gd name="connsiteY31" fmla="*/ 100594 h 352559"/>
                  <a:gd name="connsiteX32" fmla="*/ 2179117 w 3997220"/>
                  <a:gd name="connsiteY32" fmla="*/ 115829 h 352559"/>
                  <a:gd name="connsiteX33" fmla="*/ 2144735 w 3997220"/>
                  <a:gd name="connsiteY33" fmla="*/ 138310 h 352559"/>
                  <a:gd name="connsiteX34" fmla="*/ 2110070 w 3997220"/>
                  <a:gd name="connsiteY34" fmla="*/ 157562 h 352559"/>
                  <a:gd name="connsiteX35" fmla="*/ 2074388 w 3997220"/>
                  <a:gd name="connsiteY35" fmla="*/ 171028 h 352559"/>
                  <a:gd name="connsiteX36" fmla="*/ 2038421 w 3997220"/>
                  <a:gd name="connsiteY36" fmla="*/ 186744 h 352559"/>
                  <a:gd name="connsiteX37" fmla="*/ 2001439 w 3997220"/>
                  <a:gd name="connsiteY37" fmla="*/ 200058 h 352559"/>
                  <a:gd name="connsiteX38" fmla="*/ 1964009 w 3997220"/>
                  <a:gd name="connsiteY38" fmla="*/ 217061 h 352559"/>
                  <a:gd name="connsiteX39" fmla="*/ 1963562 w 3997220"/>
                  <a:gd name="connsiteY39" fmla="*/ 217323 h 352559"/>
                  <a:gd name="connsiteX40" fmla="*/ 1925198 w 3997220"/>
                  <a:gd name="connsiteY40" fmla="*/ 246723 h 352559"/>
                  <a:gd name="connsiteX41" fmla="*/ 1886875 w 3997220"/>
                  <a:gd name="connsiteY41" fmla="*/ 275119 h 352559"/>
                  <a:gd name="connsiteX42" fmla="*/ 1614709 w 3997220"/>
                  <a:gd name="connsiteY42" fmla="*/ 289830 h 352559"/>
                  <a:gd name="connsiteX43" fmla="*/ 1478239 w 3997220"/>
                  <a:gd name="connsiteY43" fmla="*/ 295309 h 352559"/>
                  <a:gd name="connsiteX44" fmla="*/ 1341608 w 3997220"/>
                  <a:gd name="connsiteY44" fmla="*/ 298408 h 352559"/>
                  <a:gd name="connsiteX45" fmla="*/ 1205057 w 3997220"/>
                  <a:gd name="connsiteY45" fmla="*/ 307510 h 352559"/>
                  <a:gd name="connsiteX46" fmla="*/ 1068548 w 3997220"/>
                  <a:gd name="connsiteY46" fmla="*/ 317528 h 352559"/>
                  <a:gd name="connsiteX47" fmla="*/ 933216 w 3997220"/>
                  <a:gd name="connsiteY47" fmla="*/ 329315 h 352559"/>
                  <a:gd name="connsiteX48" fmla="*/ 796056 w 3997220"/>
                  <a:gd name="connsiteY48" fmla="*/ 335972 h 352559"/>
                  <a:gd name="connsiteX49" fmla="*/ 659912 w 3997220"/>
                  <a:gd name="connsiteY49" fmla="*/ 340293 h 352559"/>
                  <a:gd name="connsiteX50" fmla="*/ 523728 w 3997220"/>
                  <a:gd name="connsiteY50" fmla="*/ 342410 h 352559"/>
                  <a:gd name="connsiteX51" fmla="*/ 387787 w 3997220"/>
                  <a:gd name="connsiteY51" fmla="*/ 348391 h 352559"/>
                  <a:gd name="connsiteX52" fmla="*/ 251968 w 3997220"/>
                  <a:gd name="connsiteY52" fmla="*/ 349722 h 352559"/>
                  <a:gd name="connsiteX53" fmla="*/ 116271 w 3997220"/>
                  <a:gd name="connsiteY53" fmla="*/ 349242 h 352559"/>
                  <a:gd name="connsiteX54" fmla="*/ 0 w 3997220"/>
                  <a:gd name="connsiteY54" fmla="*/ 346427 h 352559"/>
                  <a:gd name="connsiteX55" fmla="*/ 0 w 3997220"/>
                  <a:gd name="connsiteY55" fmla="*/ 349242 h 352559"/>
                  <a:gd name="connsiteX56" fmla="*/ 116190 w 3997220"/>
                  <a:gd name="connsiteY56" fmla="*/ 352080 h 352559"/>
                  <a:gd name="connsiteX57" fmla="*/ 252009 w 3997220"/>
                  <a:gd name="connsiteY57" fmla="*/ 352560 h 352559"/>
                  <a:gd name="connsiteX58" fmla="*/ 388031 w 3997220"/>
                  <a:gd name="connsiteY58" fmla="*/ 351228 h 352559"/>
                  <a:gd name="connsiteX59" fmla="*/ 524012 w 3997220"/>
                  <a:gd name="connsiteY59" fmla="*/ 345248 h 352559"/>
                  <a:gd name="connsiteX60" fmla="*/ 660156 w 3997220"/>
                  <a:gd name="connsiteY60" fmla="*/ 343109 h 352559"/>
                  <a:gd name="connsiteX61" fmla="*/ 796381 w 3997220"/>
                  <a:gd name="connsiteY61" fmla="*/ 338787 h 352559"/>
                  <a:gd name="connsiteX62" fmla="*/ 933623 w 3997220"/>
                  <a:gd name="connsiteY62" fmla="*/ 332130 h 352559"/>
                  <a:gd name="connsiteX63" fmla="*/ 1069238 w 3997220"/>
                  <a:gd name="connsiteY63" fmla="*/ 320300 h 352559"/>
                  <a:gd name="connsiteX64" fmla="*/ 1205708 w 3997220"/>
                  <a:gd name="connsiteY64" fmla="*/ 310282 h 352559"/>
                  <a:gd name="connsiteX65" fmla="*/ 1342055 w 3997220"/>
                  <a:gd name="connsiteY65" fmla="*/ 301180 h 352559"/>
                  <a:gd name="connsiteX66" fmla="*/ 1478524 w 3997220"/>
                  <a:gd name="connsiteY66" fmla="*/ 298146 h 352559"/>
                  <a:gd name="connsiteX67" fmla="*/ 1615156 w 3997220"/>
                  <a:gd name="connsiteY67" fmla="*/ 292668 h 352559"/>
                  <a:gd name="connsiteX68" fmla="*/ 1888500 w 3997220"/>
                  <a:gd name="connsiteY68" fmla="*/ 277913 h 352559"/>
                  <a:gd name="connsiteX69" fmla="*/ 1890288 w 3997220"/>
                  <a:gd name="connsiteY69" fmla="*/ 277389 h 352559"/>
                  <a:gd name="connsiteX70" fmla="*/ 1929343 w 3997220"/>
                  <a:gd name="connsiteY70" fmla="*/ 248404 h 352559"/>
                  <a:gd name="connsiteX71" fmla="*/ 1967504 w 3997220"/>
                  <a:gd name="connsiteY71" fmla="*/ 219156 h 352559"/>
                  <a:gd name="connsiteX72" fmla="*/ 2004527 w 3997220"/>
                  <a:gd name="connsiteY72" fmla="*/ 202371 h 352559"/>
                  <a:gd name="connsiteX73" fmla="*/ 2041429 w 3997220"/>
                  <a:gd name="connsiteY73" fmla="*/ 189057 h 352559"/>
                  <a:gd name="connsiteX74" fmla="*/ 2077436 w 3997220"/>
                  <a:gd name="connsiteY74" fmla="*/ 173342 h 352559"/>
                  <a:gd name="connsiteX75" fmla="*/ 2113280 w 3997220"/>
                  <a:gd name="connsiteY75" fmla="*/ 159700 h 352559"/>
                  <a:gd name="connsiteX76" fmla="*/ 2148515 w 3997220"/>
                  <a:gd name="connsiteY76" fmla="*/ 140253 h 352559"/>
                  <a:gd name="connsiteX77" fmla="*/ 2182693 w 3997220"/>
                  <a:gd name="connsiteY77" fmla="*/ 117859 h 352559"/>
                  <a:gd name="connsiteX78" fmla="*/ 2215693 w 3997220"/>
                  <a:gd name="connsiteY78" fmla="*/ 103213 h 352559"/>
                  <a:gd name="connsiteX79" fmla="*/ 2341027 w 3997220"/>
                  <a:gd name="connsiteY79" fmla="*/ 111355 h 352559"/>
                  <a:gd name="connsiteX80" fmla="*/ 2467620 w 3997220"/>
                  <a:gd name="connsiteY80" fmla="*/ 120631 h 352559"/>
                  <a:gd name="connsiteX81" fmla="*/ 2594458 w 3997220"/>
                  <a:gd name="connsiteY81" fmla="*/ 124778 h 352559"/>
                  <a:gd name="connsiteX82" fmla="*/ 2721214 w 3997220"/>
                  <a:gd name="connsiteY82" fmla="*/ 123709 h 352559"/>
                  <a:gd name="connsiteX83" fmla="*/ 2723205 w 3997220"/>
                  <a:gd name="connsiteY83" fmla="*/ 123119 h 352559"/>
                  <a:gd name="connsiteX84" fmla="*/ 2752060 w 3997220"/>
                  <a:gd name="connsiteY84" fmla="*/ 102078 h 352559"/>
                  <a:gd name="connsiteX85" fmla="*/ 2779979 w 3997220"/>
                  <a:gd name="connsiteY85" fmla="*/ 89179 h 352559"/>
                  <a:gd name="connsiteX86" fmla="*/ 2852847 w 3997220"/>
                  <a:gd name="connsiteY86" fmla="*/ 91143 h 352559"/>
                  <a:gd name="connsiteX87" fmla="*/ 2854147 w 3997220"/>
                  <a:gd name="connsiteY87" fmla="*/ 91034 h 352559"/>
                  <a:gd name="connsiteX88" fmla="*/ 2858374 w 3997220"/>
                  <a:gd name="connsiteY88" fmla="*/ 89856 h 352559"/>
                  <a:gd name="connsiteX89" fmla="*/ 2878491 w 3997220"/>
                  <a:gd name="connsiteY89" fmla="*/ 92628 h 352559"/>
                  <a:gd name="connsiteX90" fmla="*/ 3002158 w 3997220"/>
                  <a:gd name="connsiteY90" fmla="*/ 97429 h 352559"/>
                  <a:gd name="connsiteX91" fmla="*/ 3028859 w 3997220"/>
                  <a:gd name="connsiteY91" fmla="*/ 97015 h 352559"/>
                  <a:gd name="connsiteX92" fmla="*/ 3054909 w 3997220"/>
                  <a:gd name="connsiteY92" fmla="*/ 95312 h 352559"/>
                  <a:gd name="connsiteX93" fmla="*/ 3055966 w 3997220"/>
                  <a:gd name="connsiteY93" fmla="*/ 95159 h 352559"/>
                  <a:gd name="connsiteX94" fmla="*/ 3080918 w 3997220"/>
                  <a:gd name="connsiteY94" fmla="*/ 86844 h 352559"/>
                  <a:gd name="connsiteX95" fmla="*/ 3203001 w 3997220"/>
                  <a:gd name="connsiteY95" fmla="*/ 96818 h 352559"/>
                  <a:gd name="connsiteX96" fmla="*/ 3325896 w 3997220"/>
                  <a:gd name="connsiteY96" fmla="*/ 101620 h 352559"/>
                  <a:gd name="connsiteX97" fmla="*/ 3447491 w 3997220"/>
                  <a:gd name="connsiteY97" fmla="*/ 99808 h 352559"/>
                  <a:gd name="connsiteX98" fmla="*/ 3568192 w 3997220"/>
                  <a:gd name="connsiteY98" fmla="*/ 94199 h 352559"/>
                  <a:gd name="connsiteX99" fmla="*/ 3569940 w 3997220"/>
                  <a:gd name="connsiteY99" fmla="*/ 93675 h 352559"/>
                  <a:gd name="connsiteX100" fmla="*/ 3590625 w 3997220"/>
                  <a:gd name="connsiteY100" fmla="*/ 79859 h 352559"/>
                  <a:gd name="connsiteX101" fmla="*/ 3610661 w 3997220"/>
                  <a:gd name="connsiteY101" fmla="*/ 66872 h 352559"/>
                  <a:gd name="connsiteX102" fmla="*/ 3726973 w 3997220"/>
                  <a:gd name="connsiteY102" fmla="*/ 54780 h 352559"/>
                  <a:gd name="connsiteX103" fmla="*/ 3843122 w 3997220"/>
                  <a:gd name="connsiteY103" fmla="*/ 41291 h 352559"/>
                  <a:gd name="connsiteX104" fmla="*/ 3844503 w 3997220"/>
                  <a:gd name="connsiteY104" fmla="*/ 40877 h 352559"/>
                  <a:gd name="connsiteX105" fmla="*/ 3862588 w 3997220"/>
                  <a:gd name="connsiteY105" fmla="*/ 29527 h 352559"/>
                  <a:gd name="connsiteX106" fmla="*/ 3976502 w 3997220"/>
                  <a:gd name="connsiteY106" fmla="*/ 16104 h 352559"/>
                  <a:gd name="connsiteX107" fmla="*/ 3977965 w 3997220"/>
                  <a:gd name="connsiteY107" fmla="*/ 15580 h 352559"/>
                  <a:gd name="connsiteX108" fmla="*/ 3996660 w 3997220"/>
                  <a:gd name="connsiteY108" fmla="*/ 2309 h 352559"/>
                  <a:gd name="connsiteX109" fmla="*/ 3996253 w 3997220"/>
                  <a:gd name="connsiteY109" fmla="*/ 345 h 35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3997220" h="352559">
                    <a:moveTo>
                      <a:pt x="3996294" y="301"/>
                    </a:moveTo>
                    <a:cubicBezTo>
                      <a:pt x="3995156" y="-179"/>
                      <a:pt x="3993571" y="-70"/>
                      <a:pt x="3992718" y="520"/>
                    </a:cubicBezTo>
                    <a:lnTo>
                      <a:pt x="3974511" y="13419"/>
                    </a:lnTo>
                    <a:lnTo>
                      <a:pt x="3860719" y="26842"/>
                    </a:lnTo>
                    <a:cubicBezTo>
                      <a:pt x="3860190" y="26886"/>
                      <a:pt x="3859743" y="27061"/>
                      <a:pt x="3859337" y="27323"/>
                    </a:cubicBezTo>
                    <a:lnTo>
                      <a:pt x="3841252" y="38629"/>
                    </a:lnTo>
                    <a:lnTo>
                      <a:pt x="3728761" y="51681"/>
                    </a:lnTo>
                    <a:lnTo>
                      <a:pt x="3608873" y="64209"/>
                    </a:lnTo>
                    <a:cubicBezTo>
                      <a:pt x="3608263" y="64275"/>
                      <a:pt x="3607775" y="64428"/>
                      <a:pt x="3607369" y="64690"/>
                    </a:cubicBezTo>
                    <a:lnTo>
                      <a:pt x="3586683" y="78069"/>
                    </a:lnTo>
                    <a:lnTo>
                      <a:pt x="3566688" y="91449"/>
                    </a:lnTo>
                    <a:lnTo>
                      <a:pt x="3447166" y="96993"/>
                    </a:lnTo>
                    <a:lnTo>
                      <a:pt x="3325978" y="98804"/>
                    </a:lnTo>
                    <a:lnTo>
                      <a:pt x="3203570" y="94003"/>
                    </a:lnTo>
                    <a:lnTo>
                      <a:pt x="3080797" y="83984"/>
                    </a:lnTo>
                    <a:cubicBezTo>
                      <a:pt x="3080187" y="83941"/>
                      <a:pt x="3079577" y="83984"/>
                      <a:pt x="3079130" y="84159"/>
                    </a:cubicBezTo>
                    <a:lnTo>
                      <a:pt x="3053852" y="92628"/>
                    </a:lnTo>
                    <a:lnTo>
                      <a:pt x="3028574" y="94221"/>
                    </a:lnTo>
                    <a:lnTo>
                      <a:pt x="3002321" y="94701"/>
                    </a:lnTo>
                    <a:lnTo>
                      <a:pt x="2879344" y="89899"/>
                    </a:lnTo>
                    <a:lnTo>
                      <a:pt x="2858740" y="87018"/>
                    </a:lnTo>
                    <a:cubicBezTo>
                      <a:pt x="2858171" y="86953"/>
                      <a:pt x="2857561" y="86953"/>
                      <a:pt x="2856992" y="87127"/>
                    </a:cubicBezTo>
                    <a:lnTo>
                      <a:pt x="2852481" y="88350"/>
                    </a:lnTo>
                    <a:lnTo>
                      <a:pt x="2779248" y="86385"/>
                    </a:lnTo>
                    <a:cubicBezTo>
                      <a:pt x="2778598" y="86320"/>
                      <a:pt x="2777988" y="86429"/>
                      <a:pt x="2777500" y="86691"/>
                    </a:cubicBezTo>
                    <a:lnTo>
                      <a:pt x="2748443" y="100180"/>
                    </a:lnTo>
                    <a:lnTo>
                      <a:pt x="2719873" y="120915"/>
                    </a:lnTo>
                    <a:lnTo>
                      <a:pt x="2594539" y="121984"/>
                    </a:lnTo>
                    <a:lnTo>
                      <a:pt x="2468108" y="117881"/>
                    </a:lnTo>
                    <a:lnTo>
                      <a:pt x="2341636" y="108605"/>
                    </a:lnTo>
                    <a:lnTo>
                      <a:pt x="2215246" y="100332"/>
                    </a:lnTo>
                    <a:cubicBezTo>
                      <a:pt x="2214555" y="100289"/>
                      <a:pt x="2213864" y="100398"/>
                      <a:pt x="2213295" y="100594"/>
                    </a:cubicBezTo>
                    <a:lnTo>
                      <a:pt x="2179117" y="115829"/>
                    </a:lnTo>
                    <a:lnTo>
                      <a:pt x="2144735" y="138310"/>
                    </a:lnTo>
                    <a:lnTo>
                      <a:pt x="2110070" y="157562"/>
                    </a:lnTo>
                    <a:lnTo>
                      <a:pt x="2074388" y="171028"/>
                    </a:lnTo>
                    <a:lnTo>
                      <a:pt x="2038421" y="186744"/>
                    </a:lnTo>
                    <a:lnTo>
                      <a:pt x="2001439" y="200058"/>
                    </a:lnTo>
                    <a:lnTo>
                      <a:pt x="1964009" y="217061"/>
                    </a:lnTo>
                    <a:cubicBezTo>
                      <a:pt x="1964009" y="217061"/>
                      <a:pt x="1963684" y="217213"/>
                      <a:pt x="1963562" y="217323"/>
                    </a:cubicBezTo>
                    <a:lnTo>
                      <a:pt x="1925198" y="246723"/>
                    </a:lnTo>
                    <a:lnTo>
                      <a:pt x="1886875" y="275119"/>
                    </a:lnTo>
                    <a:lnTo>
                      <a:pt x="1614709" y="289830"/>
                    </a:lnTo>
                    <a:lnTo>
                      <a:pt x="1478239" y="295309"/>
                    </a:lnTo>
                    <a:lnTo>
                      <a:pt x="1341608" y="298408"/>
                    </a:lnTo>
                    <a:lnTo>
                      <a:pt x="1205057" y="307510"/>
                    </a:lnTo>
                    <a:lnTo>
                      <a:pt x="1068548" y="317528"/>
                    </a:lnTo>
                    <a:lnTo>
                      <a:pt x="933216" y="329315"/>
                    </a:lnTo>
                    <a:lnTo>
                      <a:pt x="796056" y="335972"/>
                    </a:lnTo>
                    <a:lnTo>
                      <a:pt x="659912" y="340293"/>
                    </a:lnTo>
                    <a:lnTo>
                      <a:pt x="523728" y="342410"/>
                    </a:lnTo>
                    <a:lnTo>
                      <a:pt x="387787" y="348391"/>
                    </a:lnTo>
                    <a:lnTo>
                      <a:pt x="251968" y="349722"/>
                    </a:lnTo>
                    <a:lnTo>
                      <a:pt x="116271" y="349242"/>
                    </a:lnTo>
                    <a:lnTo>
                      <a:pt x="0" y="346427"/>
                    </a:lnTo>
                    <a:lnTo>
                      <a:pt x="0" y="349242"/>
                    </a:lnTo>
                    <a:lnTo>
                      <a:pt x="116190" y="352080"/>
                    </a:lnTo>
                    <a:lnTo>
                      <a:pt x="252009" y="352560"/>
                    </a:lnTo>
                    <a:lnTo>
                      <a:pt x="388031" y="351228"/>
                    </a:lnTo>
                    <a:lnTo>
                      <a:pt x="524012" y="345248"/>
                    </a:lnTo>
                    <a:lnTo>
                      <a:pt x="660156" y="343109"/>
                    </a:lnTo>
                    <a:lnTo>
                      <a:pt x="796381" y="338787"/>
                    </a:lnTo>
                    <a:lnTo>
                      <a:pt x="933623" y="332130"/>
                    </a:lnTo>
                    <a:lnTo>
                      <a:pt x="1069238" y="320300"/>
                    </a:lnTo>
                    <a:lnTo>
                      <a:pt x="1205708" y="310282"/>
                    </a:lnTo>
                    <a:lnTo>
                      <a:pt x="1342055" y="301180"/>
                    </a:lnTo>
                    <a:lnTo>
                      <a:pt x="1478524" y="298146"/>
                    </a:lnTo>
                    <a:lnTo>
                      <a:pt x="1615156" y="292668"/>
                    </a:lnTo>
                    <a:lnTo>
                      <a:pt x="1888500" y="277913"/>
                    </a:lnTo>
                    <a:cubicBezTo>
                      <a:pt x="1889191" y="277869"/>
                      <a:pt x="1889841" y="277651"/>
                      <a:pt x="1890288" y="277389"/>
                    </a:cubicBezTo>
                    <a:lnTo>
                      <a:pt x="1929343" y="248404"/>
                    </a:lnTo>
                    <a:lnTo>
                      <a:pt x="1967504" y="219156"/>
                    </a:lnTo>
                    <a:lnTo>
                      <a:pt x="2004527" y="202371"/>
                    </a:lnTo>
                    <a:lnTo>
                      <a:pt x="2041429" y="189057"/>
                    </a:lnTo>
                    <a:lnTo>
                      <a:pt x="2077436" y="173342"/>
                    </a:lnTo>
                    <a:lnTo>
                      <a:pt x="2113280" y="159700"/>
                    </a:lnTo>
                    <a:lnTo>
                      <a:pt x="2148515" y="140253"/>
                    </a:lnTo>
                    <a:lnTo>
                      <a:pt x="2182693" y="117859"/>
                    </a:lnTo>
                    <a:lnTo>
                      <a:pt x="2215693" y="103213"/>
                    </a:lnTo>
                    <a:lnTo>
                      <a:pt x="2341027" y="111355"/>
                    </a:lnTo>
                    <a:lnTo>
                      <a:pt x="2467620" y="120631"/>
                    </a:lnTo>
                    <a:lnTo>
                      <a:pt x="2594458" y="124778"/>
                    </a:lnTo>
                    <a:lnTo>
                      <a:pt x="2721214" y="123709"/>
                    </a:lnTo>
                    <a:cubicBezTo>
                      <a:pt x="2722027" y="123709"/>
                      <a:pt x="2722718" y="123490"/>
                      <a:pt x="2723205" y="123119"/>
                    </a:cubicBezTo>
                    <a:lnTo>
                      <a:pt x="2752060" y="102078"/>
                    </a:lnTo>
                    <a:lnTo>
                      <a:pt x="2779979" y="89179"/>
                    </a:lnTo>
                    <a:lnTo>
                      <a:pt x="2852847" y="91143"/>
                    </a:lnTo>
                    <a:cubicBezTo>
                      <a:pt x="2853334" y="91187"/>
                      <a:pt x="2853741" y="91143"/>
                      <a:pt x="2854147" y="91034"/>
                    </a:cubicBezTo>
                    <a:lnTo>
                      <a:pt x="2858374" y="89856"/>
                    </a:lnTo>
                    <a:lnTo>
                      <a:pt x="2878491" y="92628"/>
                    </a:lnTo>
                    <a:lnTo>
                      <a:pt x="3002158" y="97429"/>
                    </a:lnTo>
                    <a:lnTo>
                      <a:pt x="3028859" y="97015"/>
                    </a:lnTo>
                    <a:lnTo>
                      <a:pt x="3054909" y="95312"/>
                    </a:lnTo>
                    <a:cubicBezTo>
                      <a:pt x="3055315" y="95312"/>
                      <a:pt x="3055640" y="95269"/>
                      <a:pt x="3055966" y="95159"/>
                    </a:cubicBezTo>
                    <a:lnTo>
                      <a:pt x="3080918" y="86844"/>
                    </a:lnTo>
                    <a:lnTo>
                      <a:pt x="3203001" y="96818"/>
                    </a:lnTo>
                    <a:lnTo>
                      <a:pt x="3325896" y="101620"/>
                    </a:lnTo>
                    <a:lnTo>
                      <a:pt x="3447491" y="99808"/>
                    </a:lnTo>
                    <a:lnTo>
                      <a:pt x="3568192" y="94199"/>
                    </a:lnTo>
                    <a:cubicBezTo>
                      <a:pt x="3568883" y="94155"/>
                      <a:pt x="3569493" y="93981"/>
                      <a:pt x="3569940" y="93675"/>
                    </a:cubicBezTo>
                    <a:lnTo>
                      <a:pt x="3590625" y="79859"/>
                    </a:lnTo>
                    <a:lnTo>
                      <a:pt x="3610661" y="66872"/>
                    </a:lnTo>
                    <a:lnTo>
                      <a:pt x="3726973" y="54780"/>
                    </a:lnTo>
                    <a:lnTo>
                      <a:pt x="3843122" y="41291"/>
                    </a:lnTo>
                    <a:cubicBezTo>
                      <a:pt x="3843691" y="41248"/>
                      <a:pt x="3844178" y="41073"/>
                      <a:pt x="3844503" y="40877"/>
                    </a:cubicBezTo>
                    <a:lnTo>
                      <a:pt x="3862588" y="29527"/>
                    </a:lnTo>
                    <a:lnTo>
                      <a:pt x="3976502" y="16104"/>
                    </a:lnTo>
                    <a:cubicBezTo>
                      <a:pt x="3977112" y="15995"/>
                      <a:pt x="3977599" y="15842"/>
                      <a:pt x="3977965" y="15580"/>
                    </a:cubicBezTo>
                    <a:lnTo>
                      <a:pt x="3996660" y="2309"/>
                    </a:lnTo>
                    <a:cubicBezTo>
                      <a:pt x="3997554" y="1676"/>
                      <a:pt x="3997350" y="803"/>
                      <a:pt x="3996253" y="34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3" name="Freeform: Shape 212">
                <a:extLst>
                  <a:ext uri="{FF2B5EF4-FFF2-40B4-BE49-F238E27FC236}">
                    <a16:creationId xmlns:a16="http://schemas.microsoft.com/office/drawing/2014/main" id="{E8B3FFE7-9729-4475-81C8-F40E3364CE88}"/>
                  </a:ext>
                </a:extLst>
              </p:cNvPr>
              <p:cNvSpPr/>
              <p:nvPr/>
            </p:nvSpPr>
            <p:spPr>
              <a:xfrm>
                <a:off x="5971445" y="5531911"/>
                <a:ext cx="1459453" cy="94237"/>
              </a:xfrm>
              <a:custGeom>
                <a:avLst/>
                <a:gdLst>
                  <a:gd name="connsiteX0" fmla="*/ 645925 w 1459453"/>
                  <a:gd name="connsiteY0" fmla="*/ 94216 h 94237"/>
                  <a:gd name="connsiteX1" fmla="*/ 572610 w 1459453"/>
                  <a:gd name="connsiteY1" fmla="*/ 91379 h 94237"/>
                  <a:gd name="connsiteX2" fmla="*/ 501775 w 1459453"/>
                  <a:gd name="connsiteY2" fmla="*/ 83870 h 94237"/>
                  <a:gd name="connsiteX3" fmla="*/ 433500 w 1459453"/>
                  <a:gd name="connsiteY3" fmla="*/ 75402 h 94237"/>
                  <a:gd name="connsiteX4" fmla="*/ 366606 w 1459453"/>
                  <a:gd name="connsiteY4" fmla="*/ 63310 h 94237"/>
                  <a:gd name="connsiteX5" fmla="*/ 299428 w 1459453"/>
                  <a:gd name="connsiteY5" fmla="*/ 50847 h 94237"/>
                  <a:gd name="connsiteX6" fmla="*/ 229568 w 1459453"/>
                  <a:gd name="connsiteY6" fmla="*/ 38973 h 94237"/>
                  <a:gd name="connsiteX7" fmla="*/ 155156 w 1459453"/>
                  <a:gd name="connsiteY7" fmla="*/ 25702 h 94237"/>
                  <a:gd name="connsiteX8" fmla="*/ 1862 w 1459453"/>
                  <a:gd name="connsiteY8" fmla="*/ 2785 h 94237"/>
                  <a:gd name="connsiteX9" fmla="*/ 74 w 1459453"/>
                  <a:gd name="connsiteY9" fmla="*/ 1017 h 94237"/>
                  <a:gd name="connsiteX10" fmla="*/ 3203 w 1459453"/>
                  <a:gd name="connsiteY10" fmla="*/ 56 h 94237"/>
                  <a:gd name="connsiteX11" fmla="*/ 156579 w 1459453"/>
                  <a:gd name="connsiteY11" fmla="*/ 22974 h 94237"/>
                  <a:gd name="connsiteX12" fmla="*/ 231031 w 1459453"/>
                  <a:gd name="connsiteY12" fmla="*/ 36245 h 94237"/>
                  <a:gd name="connsiteX13" fmla="*/ 300973 w 1459453"/>
                  <a:gd name="connsiteY13" fmla="*/ 48184 h 94237"/>
                  <a:gd name="connsiteX14" fmla="*/ 368150 w 1459453"/>
                  <a:gd name="connsiteY14" fmla="*/ 60647 h 94237"/>
                  <a:gd name="connsiteX15" fmla="*/ 434719 w 1459453"/>
                  <a:gd name="connsiteY15" fmla="*/ 72695 h 94237"/>
                  <a:gd name="connsiteX16" fmla="*/ 502669 w 1459453"/>
                  <a:gd name="connsiteY16" fmla="*/ 81120 h 94237"/>
                  <a:gd name="connsiteX17" fmla="*/ 573098 w 1459453"/>
                  <a:gd name="connsiteY17" fmla="*/ 88585 h 94237"/>
                  <a:gd name="connsiteX18" fmla="*/ 645925 w 1459453"/>
                  <a:gd name="connsiteY18" fmla="*/ 91400 h 94237"/>
                  <a:gd name="connsiteX19" fmla="*/ 721434 w 1459453"/>
                  <a:gd name="connsiteY19" fmla="*/ 90484 h 94237"/>
                  <a:gd name="connsiteX20" fmla="*/ 799503 w 1459453"/>
                  <a:gd name="connsiteY20" fmla="*/ 85376 h 94237"/>
                  <a:gd name="connsiteX21" fmla="*/ 878589 w 1459453"/>
                  <a:gd name="connsiteY21" fmla="*/ 73219 h 94237"/>
                  <a:gd name="connsiteX22" fmla="*/ 957146 w 1459453"/>
                  <a:gd name="connsiteY22" fmla="*/ 57547 h 94237"/>
                  <a:gd name="connsiteX23" fmla="*/ 1112025 w 1459453"/>
                  <a:gd name="connsiteY23" fmla="*/ 40806 h 94237"/>
                  <a:gd name="connsiteX24" fmla="*/ 1186234 w 1459453"/>
                  <a:gd name="connsiteY24" fmla="*/ 29566 h 94237"/>
                  <a:gd name="connsiteX25" fmla="*/ 1259630 w 1459453"/>
                  <a:gd name="connsiteY25" fmla="*/ 22057 h 94237"/>
                  <a:gd name="connsiteX26" fmla="*/ 1332660 w 1459453"/>
                  <a:gd name="connsiteY26" fmla="*/ 17212 h 94237"/>
                  <a:gd name="connsiteX27" fmla="*/ 1406381 w 1459453"/>
                  <a:gd name="connsiteY27" fmla="*/ 19766 h 94237"/>
                  <a:gd name="connsiteX28" fmla="*/ 1407681 w 1459453"/>
                  <a:gd name="connsiteY28" fmla="*/ 20028 h 94237"/>
                  <a:gd name="connsiteX29" fmla="*/ 1458359 w 1459453"/>
                  <a:gd name="connsiteY29" fmla="*/ 40173 h 94237"/>
                  <a:gd name="connsiteX30" fmla="*/ 1458928 w 1459453"/>
                  <a:gd name="connsiteY30" fmla="*/ 42160 h 94237"/>
                  <a:gd name="connsiteX31" fmla="*/ 1455474 w 1459453"/>
                  <a:gd name="connsiteY31" fmla="*/ 42487 h 94237"/>
                  <a:gd name="connsiteX32" fmla="*/ 1405283 w 1459453"/>
                  <a:gd name="connsiteY32" fmla="*/ 22559 h 94237"/>
                  <a:gd name="connsiteX33" fmla="*/ 1332782 w 1459453"/>
                  <a:gd name="connsiteY33" fmla="*/ 20006 h 94237"/>
                  <a:gd name="connsiteX34" fmla="*/ 1260442 w 1459453"/>
                  <a:gd name="connsiteY34" fmla="*/ 24851 h 94237"/>
                  <a:gd name="connsiteX35" fmla="*/ 1187331 w 1459453"/>
                  <a:gd name="connsiteY35" fmla="*/ 32316 h 94237"/>
                  <a:gd name="connsiteX36" fmla="*/ 1113204 w 1459453"/>
                  <a:gd name="connsiteY36" fmla="*/ 43600 h 94237"/>
                  <a:gd name="connsiteX37" fmla="*/ 958446 w 1459453"/>
                  <a:gd name="connsiteY37" fmla="*/ 60276 h 94237"/>
                  <a:gd name="connsiteX38" fmla="*/ 880174 w 1459453"/>
                  <a:gd name="connsiteY38" fmla="*/ 75947 h 94237"/>
                  <a:gd name="connsiteX39" fmla="*/ 800519 w 1459453"/>
                  <a:gd name="connsiteY39" fmla="*/ 88148 h 94237"/>
                  <a:gd name="connsiteX40" fmla="*/ 721759 w 1459453"/>
                  <a:gd name="connsiteY40" fmla="*/ 93321 h 94237"/>
                  <a:gd name="connsiteX41" fmla="*/ 645844 w 1459453"/>
                  <a:gd name="connsiteY41" fmla="*/ 94238 h 9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459453" h="94237">
                    <a:moveTo>
                      <a:pt x="645925" y="94216"/>
                    </a:moveTo>
                    <a:lnTo>
                      <a:pt x="572610" y="91379"/>
                    </a:lnTo>
                    <a:lnTo>
                      <a:pt x="501775" y="83870"/>
                    </a:lnTo>
                    <a:lnTo>
                      <a:pt x="433500" y="75402"/>
                    </a:lnTo>
                    <a:lnTo>
                      <a:pt x="366606" y="63310"/>
                    </a:lnTo>
                    <a:lnTo>
                      <a:pt x="299428" y="50847"/>
                    </a:lnTo>
                    <a:lnTo>
                      <a:pt x="229568" y="38973"/>
                    </a:lnTo>
                    <a:lnTo>
                      <a:pt x="155156" y="25702"/>
                    </a:lnTo>
                    <a:lnTo>
                      <a:pt x="1862" y="2785"/>
                    </a:lnTo>
                    <a:cubicBezTo>
                      <a:pt x="521" y="2566"/>
                      <a:pt x="-251" y="1759"/>
                      <a:pt x="74" y="1017"/>
                    </a:cubicBezTo>
                    <a:cubicBezTo>
                      <a:pt x="480" y="275"/>
                      <a:pt x="1862" y="-162"/>
                      <a:pt x="3203" y="56"/>
                    </a:cubicBezTo>
                    <a:lnTo>
                      <a:pt x="156579" y="22974"/>
                    </a:lnTo>
                    <a:lnTo>
                      <a:pt x="231031" y="36245"/>
                    </a:lnTo>
                    <a:lnTo>
                      <a:pt x="300973" y="48184"/>
                    </a:lnTo>
                    <a:lnTo>
                      <a:pt x="368150" y="60647"/>
                    </a:lnTo>
                    <a:lnTo>
                      <a:pt x="434719" y="72695"/>
                    </a:lnTo>
                    <a:lnTo>
                      <a:pt x="502669" y="81120"/>
                    </a:lnTo>
                    <a:lnTo>
                      <a:pt x="573098" y="88585"/>
                    </a:lnTo>
                    <a:lnTo>
                      <a:pt x="645925" y="91400"/>
                    </a:lnTo>
                    <a:lnTo>
                      <a:pt x="721434" y="90484"/>
                    </a:lnTo>
                    <a:lnTo>
                      <a:pt x="799503" y="85376"/>
                    </a:lnTo>
                    <a:lnTo>
                      <a:pt x="878589" y="73219"/>
                    </a:lnTo>
                    <a:lnTo>
                      <a:pt x="957146" y="57547"/>
                    </a:lnTo>
                    <a:lnTo>
                      <a:pt x="1112025" y="40806"/>
                    </a:lnTo>
                    <a:lnTo>
                      <a:pt x="1186234" y="29566"/>
                    </a:lnTo>
                    <a:lnTo>
                      <a:pt x="1259630" y="22057"/>
                    </a:lnTo>
                    <a:lnTo>
                      <a:pt x="1332660" y="17212"/>
                    </a:lnTo>
                    <a:lnTo>
                      <a:pt x="1406381" y="19766"/>
                    </a:lnTo>
                    <a:cubicBezTo>
                      <a:pt x="1406868" y="19766"/>
                      <a:pt x="1407275" y="19875"/>
                      <a:pt x="1407681" y="20028"/>
                    </a:cubicBezTo>
                    <a:lnTo>
                      <a:pt x="1458359" y="40173"/>
                    </a:lnTo>
                    <a:cubicBezTo>
                      <a:pt x="1459538" y="40654"/>
                      <a:pt x="1459822" y="41570"/>
                      <a:pt x="1458928" y="42160"/>
                    </a:cubicBezTo>
                    <a:cubicBezTo>
                      <a:pt x="1458156" y="42793"/>
                      <a:pt x="1456571" y="42945"/>
                      <a:pt x="1455474" y="42487"/>
                    </a:cubicBezTo>
                    <a:lnTo>
                      <a:pt x="1405283" y="22559"/>
                    </a:lnTo>
                    <a:lnTo>
                      <a:pt x="1332782" y="20006"/>
                    </a:lnTo>
                    <a:lnTo>
                      <a:pt x="1260442" y="24851"/>
                    </a:lnTo>
                    <a:lnTo>
                      <a:pt x="1187331" y="32316"/>
                    </a:lnTo>
                    <a:lnTo>
                      <a:pt x="1113204" y="43600"/>
                    </a:lnTo>
                    <a:lnTo>
                      <a:pt x="958446" y="60276"/>
                    </a:lnTo>
                    <a:lnTo>
                      <a:pt x="880174" y="75947"/>
                    </a:lnTo>
                    <a:lnTo>
                      <a:pt x="800519" y="88148"/>
                    </a:lnTo>
                    <a:lnTo>
                      <a:pt x="721759" y="93321"/>
                    </a:lnTo>
                    <a:lnTo>
                      <a:pt x="645844" y="942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4" name="Freeform: Shape 213">
                <a:extLst>
                  <a:ext uri="{FF2B5EF4-FFF2-40B4-BE49-F238E27FC236}">
                    <a16:creationId xmlns:a16="http://schemas.microsoft.com/office/drawing/2014/main" id="{117A3DBF-B7DF-495A-99CC-B867A4F3835D}"/>
                  </a:ext>
                </a:extLst>
              </p:cNvPr>
              <p:cNvSpPr/>
              <p:nvPr/>
            </p:nvSpPr>
            <p:spPr>
              <a:xfrm>
                <a:off x="9384710" y="6631240"/>
                <a:ext cx="2807289" cy="85712"/>
              </a:xfrm>
              <a:custGeom>
                <a:avLst/>
                <a:gdLst>
                  <a:gd name="connsiteX0" fmla="*/ 2807289 w 2807289"/>
                  <a:gd name="connsiteY0" fmla="*/ 82897 h 85712"/>
                  <a:gd name="connsiteX1" fmla="*/ 2666391 w 2807289"/>
                  <a:gd name="connsiteY1" fmla="*/ 81238 h 85712"/>
                  <a:gd name="connsiteX2" fmla="*/ 2489972 w 2807289"/>
                  <a:gd name="connsiteY2" fmla="*/ 78030 h 85712"/>
                  <a:gd name="connsiteX3" fmla="*/ 2313758 w 2807289"/>
                  <a:gd name="connsiteY3" fmla="*/ 75214 h 85712"/>
                  <a:gd name="connsiteX4" fmla="*/ 2138234 w 2807289"/>
                  <a:gd name="connsiteY4" fmla="*/ 74407 h 85712"/>
                  <a:gd name="connsiteX5" fmla="*/ 2081094 w 2807289"/>
                  <a:gd name="connsiteY5" fmla="*/ 58102 h 85712"/>
                  <a:gd name="connsiteX6" fmla="*/ 2079996 w 2807289"/>
                  <a:gd name="connsiteY6" fmla="*/ 57949 h 85712"/>
                  <a:gd name="connsiteX7" fmla="*/ 1905975 w 2807289"/>
                  <a:gd name="connsiteY7" fmla="*/ 57622 h 85712"/>
                  <a:gd name="connsiteX8" fmla="*/ 1732158 w 2807289"/>
                  <a:gd name="connsiteY8" fmla="*/ 56138 h 85712"/>
                  <a:gd name="connsiteX9" fmla="*/ 1558300 w 2807289"/>
                  <a:gd name="connsiteY9" fmla="*/ 53038 h 85712"/>
                  <a:gd name="connsiteX10" fmla="*/ 1211031 w 2807289"/>
                  <a:gd name="connsiteY10" fmla="*/ 44504 h 85712"/>
                  <a:gd name="connsiteX11" fmla="*/ 1038189 w 2807289"/>
                  <a:gd name="connsiteY11" fmla="*/ 37891 h 85712"/>
                  <a:gd name="connsiteX12" fmla="*/ 993729 w 2807289"/>
                  <a:gd name="connsiteY12" fmla="*/ 21215 h 85712"/>
                  <a:gd name="connsiteX13" fmla="*/ 992957 w 2807289"/>
                  <a:gd name="connsiteY13" fmla="*/ 20997 h 85712"/>
                  <a:gd name="connsiteX14" fmla="*/ 948619 w 2807289"/>
                  <a:gd name="connsiteY14" fmla="*/ 14449 h 85712"/>
                  <a:gd name="connsiteX15" fmla="*/ 779272 w 2807289"/>
                  <a:gd name="connsiteY15" fmla="*/ 13118 h 85712"/>
                  <a:gd name="connsiteX16" fmla="*/ 737982 w 2807289"/>
                  <a:gd name="connsiteY16" fmla="*/ 10346 h 85712"/>
                  <a:gd name="connsiteX17" fmla="*/ 570505 w 2807289"/>
                  <a:gd name="connsiteY17" fmla="*/ 10018 h 85712"/>
                  <a:gd name="connsiteX18" fmla="*/ 532506 w 2807289"/>
                  <a:gd name="connsiteY18" fmla="*/ 9058 h 85712"/>
                  <a:gd name="connsiteX19" fmla="*/ 494385 w 2807289"/>
                  <a:gd name="connsiteY19" fmla="*/ 5107 h 85712"/>
                  <a:gd name="connsiteX20" fmla="*/ 330485 w 2807289"/>
                  <a:gd name="connsiteY20" fmla="*/ 4693 h 85712"/>
                  <a:gd name="connsiteX21" fmla="*/ 166583 w 2807289"/>
                  <a:gd name="connsiteY21" fmla="*/ 3361 h 85712"/>
                  <a:gd name="connsiteX22" fmla="*/ 2682 w 2807289"/>
                  <a:gd name="connsiteY22" fmla="*/ 0 h 85712"/>
                  <a:gd name="connsiteX23" fmla="*/ 0 w 2807289"/>
                  <a:gd name="connsiteY23" fmla="*/ 1375 h 85712"/>
                  <a:gd name="connsiteX24" fmla="*/ 2479 w 2807289"/>
                  <a:gd name="connsiteY24" fmla="*/ 2816 h 85712"/>
                  <a:gd name="connsiteX25" fmla="*/ 166380 w 2807289"/>
                  <a:gd name="connsiteY25" fmla="*/ 6177 h 85712"/>
                  <a:gd name="connsiteX26" fmla="*/ 330403 w 2807289"/>
                  <a:gd name="connsiteY26" fmla="*/ 7508 h 85712"/>
                  <a:gd name="connsiteX27" fmla="*/ 493939 w 2807289"/>
                  <a:gd name="connsiteY27" fmla="*/ 7879 h 85712"/>
                  <a:gd name="connsiteX28" fmla="*/ 531938 w 2807289"/>
                  <a:gd name="connsiteY28" fmla="*/ 11830 h 85712"/>
                  <a:gd name="connsiteX29" fmla="*/ 570424 w 2807289"/>
                  <a:gd name="connsiteY29" fmla="*/ 12834 h 85712"/>
                  <a:gd name="connsiteX30" fmla="*/ 737697 w 2807289"/>
                  <a:gd name="connsiteY30" fmla="*/ 13161 h 85712"/>
                  <a:gd name="connsiteX31" fmla="*/ 778865 w 2807289"/>
                  <a:gd name="connsiteY31" fmla="*/ 15933 h 85712"/>
                  <a:gd name="connsiteX32" fmla="*/ 947928 w 2807289"/>
                  <a:gd name="connsiteY32" fmla="*/ 17199 h 85712"/>
                  <a:gd name="connsiteX33" fmla="*/ 991291 w 2807289"/>
                  <a:gd name="connsiteY33" fmla="*/ 23660 h 85712"/>
                  <a:gd name="connsiteX34" fmla="*/ 1035833 w 2807289"/>
                  <a:gd name="connsiteY34" fmla="*/ 40445 h 85712"/>
                  <a:gd name="connsiteX35" fmla="*/ 1037092 w 2807289"/>
                  <a:gd name="connsiteY35" fmla="*/ 40663 h 85712"/>
                  <a:gd name="connsiteX36" fmla="*/ 1210706 w 2807289"/>
                  <a:gd name="connsiteY36" fmla="*/ 47320 h 85712"/>
                  <a:gd name="connsiteX37" fmla="*/ 1558098 w 2807289"/>
                  <a:gd name="connsiteY37" fmla="*/ 55854 h 85712"/>
                  <a:gd name="connsiteX38" fmla="*/ 1732036 w 2807289"/>
                  <a:gd name="connsiteY38" fmla="*/ 58954 h 85712"/>
                  <a:gd name="connsiteX39" fmla="*/ 1905975 w 2807289"/>
                  <a:gd name="connsiteY39" fmla="*/ 60438 h 85712"/>
                  <a:gd name="connsiteX40" fmla="*/ 2079306 w 2807289"/>
                  <a:gd name="connsiteY40" fmla="*/ 60765 h 85712"/>
                  <a:gd name="connsiteX41" fmla="*/ 2136445 w 2807289"/>
                  <a:gd name="connsiteY41" fmla="*/ 77070 h 85712"/>
                  <a:gd name="connsiteX42" fmla="*/ 2137623 w 2807289"/>
                  <a:gd name="connsiteY42" fmla="*/ 77222 h 85712"/>
                  <a:gd name="connsiteX43" fmla="*/ 2313636 w 2807289"/>
                  <a:gd name="connsiteY43" fmla="*/ 77964 h 85712"/>
                  <a:gd name="connsiteX44" fmla="*/ 2489850 w 2807289"/>
                  <a:gd name="connsiteY44" fmla="*/ 80845 h 85712"/>
                  <a:gd name="connsiteX45" fmla="*/ 2666147 w 2807289"/>
                  <a:gd name="connsiteY45" fmla="*/ 84054 h 85712"/>
                  <a:gd name="connsiteX46" fmla="*/ 2807249 w 2807289"/>
                  <a:gd name="connsiteY46" fmla="*/ 85713 h 85712"/>
                  <a:gd name="connsiteX47" fmla="*/ 2807249 w 2807289"/>
                  <a:gd name="connsiteY47" fmla="*/ 82875 h 8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807289" h="85712">
                    <a:moveTo>
                      <a:pt x="2807289" y="82897"/>
                    </a:moveTo>
                    <a:lnTo>
                      <a:pt x="2666391" y="81238"/>
                    </a:lnTo>
                    <a:lnTo>
                      <a:pt x="2489972" y="78030"/>
                    </a:lnTo>
                    <a:lnTo>
                      <a:pt x="2313758" y="75214"/>
                    </a:lnTo>
                    <a:lnTo>
                      <a:pt x="2138234" y="74407"/>
                    </a:lnTo>
                    <a:lnTo>
                      <a:pt x="2081094" y="58102"/>
                    </a:lnTo>
                    <a:cubicBezTo>
                      <a:pt x="2080809" y="57993"/>
                      <a:pt x="2080402" y="57949"/>
                      <a:pt x="2079996" y="57949"/>
                    </a:cubicBezTo>
                    <a:lnTo>
                      <a:pt x="1905975" y="57622"/>
                    </a:lnTo>
                    <a:lnTo>
                      <a:pt x="1732158" y="56138"/>
                    </a:lnTo>
                    <a:lnTo>
                      <a:pt x="1558300" y="53038"/>
                    </a:lnTo>
                    <a:lnTo>
                      <a:pt x="1211031" y="44504"/>
                    </a:lnTo>
                    <a:lnTo>
                      <a:pt x="1038189" y="37891"/>
                    </a:lnTo>
                    <a:lnTo>
                      <a:pt x="993729" y="21215"/>
                    </a:lnTo>
                    <a:cubicBezTo>
                      <a:pt x="993729" y="21215"/>
                      <a:pt x="993241" y="21063"/>
                      <a:pt x="992957" y="20997"/>
                    </a:cubicBezTo>
                    <a:lnTo>
                      <a:pt x="948619" y="14449"/>
                    </a:lnTo>
                    <a:lnTo>
                      <a:pt x="779272" y="13118"/>
                    </a:lnTo>
                    <a:lnTo>
                      <a:pt x="737982" y="10346"/>
                    </a:lnTo>
                    <a:lnTo>
                      <a:pt x="570505" y="10018"/>
                    </a:lnTo>
                    <a:lnTo>
                      <a:pt x="532506" y="9058"/>
                    </a:lnTo>
                    <a:lnTo>
                      <a:pt x="494385" y="5107"/>
                    </a:lnTo>
                    <a:lnTo>
                      <a:pt x="330485" y="4693"/>
                    </a:lnTo>
                    <a:lnTo>
                      <a:pt x="166583" y="3361"/>
                    </a:lnTo>
                    <a:lnTo>
                      <a:pt x="2682" y="0"/>
                    </a:lnTo>
                    <a:cubicBezTo>
                      <a:pt x="1382" y="109"/>
                      <a:pt x="122" y="589"/>
                      <a:pt x="0" y="1375"/>
                    </a:cubicBezTo>
                    <a:cubicBezTo>
                      <a:pt x="0" y="2117"/>
                      <a:pt x="1097" y="2816"/>
                      <a:pt x="2479" y="2816"/>
                    </a:cubicBezTo>
                    <a:lnTo>
                      <a:pt x="166380" y="6177"/>
                    </a:lnTo>
                    <a:lnTo>
                      <a:pt x="330403" y="7508"/>
                    </a:lnTo>
                    <a:lnTo>
                      <a:pt x="493939" y="7879"/>
                    </a:lnTo>
                    <a:lnTo>
                      <a:pt x="531938" y="11830"/>
                    </a:lnTo>
                    <a:lnTo>
                      <a:pt x="570424" y="12834"/>
                    </a:lnTo>
                    <a:lnTo>
                      <a:pt x="737697" y="13161"/>
                    </a:lnTo>
                    <a:lnTo>
                      <a:pt x="778865" y="15933"/>
                    </a:lnTo>
                    <a:lnTo>
                      <a:pt x="947928" y="17199"/>
                    </a:lnTo>
                    <a:lnTo>
                      <a:pt x="991291" y="23660"/>
                    </a:lnTo>
                    <a:lnTo>
                      <a:pt x="1035833" y="40445"/>
                    </a:lnTo>
                    <a:cubicBezTo>
                      <a:pt x="1036239" y="40554"/>
                      <a:pt x="1036727" y="40663"/>
                      <a:pt x="1037092" y="40663"/>
                    </a:cubicBezTo>
                    <a:lnTo>
                      <a:pt x="1210706" y="47320"/>
                    </a:lnTo>
                    <a:lnTo>
                      <a:pt x="1558098" y="55854"/>
                    </a:lnTo>
                    <a:lnTo>
                      <a:pt x="1732036" y="58954"/>
                    </a:lnTo>
                    <a:lnTo>
                      <a:pt x="1905975" y="60438"/>
                    </a:lnTo>
                    <a:lnTo>
                      <a:pt x="2079306" y="60765"/>
                    </a:lnTo>
                    <a:lnTo>
                      <a:pt x="2136445" y="77070"/>
                    </a:lnTo>
                    <a:cubicBezTo>
                      <a:pt x="2136729" y="77179"/>
                      <a:pt x="2137257" y="77222"/>
                      <a:pt x="2137623" y="77222"/>
                    </a:cubicBezTo>
                    <a:lnTo>
                      <a:pt x="2313636" y="77964"/>
                    </a:lnTo>
                    <a:lnTo>
                      <a:pt x="2489850" y="80845"/>
                    </a:lnTo>
                    <a:lnTo>
                      <a:pt x="2666147" y="84054"/>
                    </a:lnTo>
                    <a:lnTo>
                      <a:pt x="2807249" y="85713"/>
                    </a:lnTo>
                    <a:lnTo>
                      <a:pt x="2807249" y="828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5" name="Freeform: Shape 214">
                <a:extLst>
                  <a:ext uri="{FF2B5EF4-FFF2-40B4-BE49-F238E27FC236}">
                    <a16:creationId xmlns:a16="http://schemas.microsoft.com/office/drawing/2014/main" id="{FDB96216-CD84-42CA-93D7-395AC4915B19}"/>
                  </a:ext>
                </a:extLst>
              </p:cNvPr>
              <p:cNvSpPr/>
              <p:nvPr/>
            </p:nvSpPr>
            <p:spPr>
              <a:xfrm>
                <a:off x="7390248" y="5902087"/>
                <a:ext cx="512142" cy="49627"/>
              </a:xfrm>
              <a:custGeom>
                <a:avLst/>
                <a:gdLst>
                  <a:gd name="connsiteX0" fmla="*/ 2533 w 512142"/>
                  <a:gd name="connsiteY0" fmla="*/ 49627 h 49627"/>
                  <a:gd name="connsiteX1" fmla="*/ 54 w 512142"/>
                  <a:gd name="connsiteY1" fmla="*/ 48514 h 49627"/>
                  <a:gd name="connsiteX2" fmla="*/ 2046 w 512142"/>
                  <a:gd name="connsiteY2" fmla="*/ 46811 h 49627"/>
                  <a:gd name="connsiteX3" fmla="*/ 86455 w 512142"/>
                  <a:gd name="connsiteY3" fmla="*/ 36575 h 49627"/>
                  <a:gd name="connsiteX4" fmla="*/ 170620 w 512142"/>
                  <a:gd name="connsiteY4" fmla="*/ 22017 h 49627"/>
                  <a:gd name="connsiteX5" fmla="*/ 255762 w 512142"/>
                  <a:gd name="connsiteY5" fmla="*/ 18655 h 49627"/>
                  <a:gd name="connsiteX6" fmla="*/ 424742 w 512142"/>
                  <a:gd name="connsiteY6" fmla="*/ 8266 h 49627"/>
                  <a:gd name="connsiteX7" fmla="*/ 504722 w 512142"/>
                  <a:gd name="connsiteY7" fmla="*/ 496 h 49627"/>
                  <a:gd name="connsiteX8" fmla="*/ 505332 w 512142"/>
                  <a:gd name="connsiteY8" fmla="*/ 386 h 49627"/>
                  <a:gd name="connsiteX9" fmla="*/ 509192 w 512142"/>
                  <a:gd name="connsiteY9" fmla="*/ 15 h 49627"/>
                  <a:gd name="connsiteX10" fmla="*/ 512078 w 512142"/>
                  <a:gd name="connsiteY10" fmla="*/ 1194 h 49627"/>
                  <a:gd name="connsiteX11" fmla="*/ 510086 w 512142"/>
                  <a:gd name="connsiteY11" fmla="*/ 2787 h 49627"/>
                  <a:gd name="connsiteX12" fmla="*/ 506226 w 512142"/>
                  <a:gd name="connsiteY12" fmla="*/ 3202 h 49627"/>
                  <a:gd name="connsiteX13" fmla="*/ 505616 w 512142"/>
                  <a:gd name="connsiteY13" fmla="*/ 3246 h 49627"/>
                  <a:gd name="connsiteX14" fmla="*/ 425556 w 512142"/>
                  <a:gd name="connsiteY14" fmla="*/ 11081 h 49627"/>
                  <a:gd name="connsiteX15" fmla="*/ 256290 w 512142"/>
                  <a:gd name="connsiteY15" fmla="*/ 21427 h 49627"/>
                  <a:gd name="connsiteX16" fmla="*/ 171677 w 512142"/>
                  <a:gd name="connsiteY16" fmla="*/ 24723 h 49627"/>
                  <a:gd name="connsiteX17" fmla="*/ 87837 w 512142"/>
                  <a:gd name="connsiteY17" fmla="*/ 39281 h 49627"/>
                  <a:gd name="connsiteX18" fmla="*/ 3224 w 512142"/>
                  <a:gd name="connsiteY18" fmla="*/ 49562 h 49627"/>
                  <a:gd name="connsiteX19" fmla="*/ 2655 w 512142"/>
                  <a:gd name="connsiteY19" fmla="*/ 49627 h 4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2142" h="49627">
                    <a:moveTo>
                      <a:pt x="2533" y="49627"/>
                    </a:moveTo>
                    <a:cubicBezTo>
                      <a:pt x="1355" y="49627"/>
                      <a:pt x="339" y="49147"/>
                      <a:pt x="54" y="48514"/>
                    </a:cubicBezTo>
                    <a:cubicBezTo>
                      <a:pt x="-230" y="47772"/>
                      <a:pt x="623" y="47030"/>
                      <a:pt x="2046" y="46811"/>
                    </a:cubicBezTo>
                    <a:lnTo>
                      <a:pt x="86455" y="36575"/>
                    </a:lnTo>
                    <a:lnTo>
                      <a:pt x="170620" y="22017"/>
                    </a:lnTo>
                    <a:lnTo>
                      <a:pt x="255762" y="18655"/>
                    </a:lnTo>
                    <a:lnTo>
                      <a:pt x="424742" y="8266"/>
                    </a:lnTo>
                    <a:lnTo>
                      <a:pt x="504722" y="496"/>
                    </a:lnTo>
                    <a:lnTo>
                      <a:pt x="505332" y="386"/>
                    </a:lnTo>
                    <a:lnTo>
                      <a:pt x="509192" y="15"/>
                    </a:lnTo>
                    <a:cubicBezTo>
                      <a:pt x="510493" y="-94"/>
                      <a:pt x="511875" y="386"/>
                      <a:pt x="512078" y="1194"/>
                    </a:cubicBezTo>
                    <a:cubicBezTo>
                      <a:pt x="512403" y="1936"/>
                      <a:pt x="511468" y="2678"/>
                      <a:pt x="510086" y="2787"/>
                    </a:cubicBezTo>
                    <a:lnTo>
                      <a:pt x="506226" y="3202"/>
                    </a:lnTo>
                    <a:lnTo>
                      <a:pt x="505616" y="3246"/>
                    </a:lnTo>
                    <a:lnTo>
                      <a:pt x="425556" y="11081"/>
                    </a:lnTo>
                    <a:lnTo>
                      <a:pt x="256290" y="21427"/>
                    </a:lnTo>
                    <a:lnTo>
                      <a:pt x="171677" y="24723"/>
                    </a:lnTo>
                    <a:lnTo>
                      <a:pt x="87837" y="39281"/>
                    </a:lnTo>
                    <a:lnTo>
                      <a:pt x="3224" y="49562"/>
                    </a:lnTo>
                    <a:cubicBezTo>
                      <a:pt x="3224" y="49562"/>
                      <a:pt x="2818" y="49627"/>
                      <a:pt x="2655" y="496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6" name="Freeform: Shape 215">
                <a:extLst>
                  <a:ext uri="{FF2B5EF4-FFF2-40B4-BE49-F238E27FC236}">
                    <a16:creationId xmlns:a16="http://schemas.microsoft.com/office/drawing/2014/main" id="{C77ED9EE-AEFE-4FED-B976-D0873F6C5A3A}"/>
                  </a:ext>
                </a:extLst>
              </p:cNvPr>
              <p:cNvSpPr/>
              <p:nvPr/>
            </p:nvSpPr>
            <p:spPr>
              <a:xfrm>
                <a:off x="7910688" y="5941892"/>
                <a:ext cx="4281311" cy="646174"/>
              </a:xfrm>
              <a:custGeom>
                <a:avLst/>
                <a:gdLst>
                  <a:gd name="connsiteX0" fmla="*/ 4281312 w 4281311"/>
                  <a:gd name="connsiteY0" fmla="*/ 643359 h 646174"/>
                  <a:gd name="connsiteX1" fmla="*/ 4197188 w 4281311"/>
                  <a:gd name="connsiteY1" fmla="*/ 643141 h 646174"/>
                  <a:gd name="connsiteX2" fmla="*/ 4139844 w 4281311"/>
                  <a:gd name="connsiteY2" fmla="*/ 629565 h 646174"/>
                  <a:gd name="connsiteX3" fmla="*/ 4138869 w 4281311"/>
                  <a:gd name="connsiteY3" fmla="*/ 629456 h 646174"/>
                  <a:gd name="connsiteX4" fmla="*/ 3982080 w 4281311"/>
                  <a:gd name="connsiteY4" fmla="*/ 629085 h 646174"/>
                  <a:gd name="connsiteX5" fmla="*/ 2172340 w 4281311"/>
                  <a:gd name="connsiteY5" fmla="*/ 189258 h 646174"/>
                  <a:gd name="connsiteX6" fmla="*/ 2171365 w 4281311"/>
                  <a:gd name="connsiteY6" fmla="*/ 189149 h 646174"/>
                  <a:gd name="connsiteX7" fmla="*/ 2065984 w 4281311"/>
                  <a:gd name="connsiteY7" fmla="*/ 188996 h 646174"/>
                  <a:gd name="connsiteX8" fmla="*/ 2041885 w 4281311"/>
                  <a:gd name="connsiteY8" fmla="*/ 182906 h 646174"/>
                  <a:gd name="connsiteX9" fmla="*/ 2040869 w 4281311"/>
                  <a:gd name="connsiteY9" fmla="*/ 182797 h 646174"/>
                  <a:gd name="connsiteX10" fmla="*/ 1936303 w 4281311"/>
                  <a:gd name="connsiteY10" fmla="*/ 182644 h 646174"/>
                  <a:gd name="connsiteX11" fmla="*/ 1360353 w 4281311"/>
                  <a:gd name="connsiteY11" fmla="*/ 34399 h 646174"/>
                  <a:gd name="connsiteX12" fmla="*/ 1343893 w 4281311"/>
                  <a:gd name="connsiteY12" fmla="*/ 28920 h 646174"/>
                  <a:gd name="connsiteX13" fmla="*/ 1342512 w 4281311"/>
                  <a:gd name="connsiteY13" fmla="*/ 28702 h 646174"/>
                  <a:gd name="connsiteX14" fmla="*/ 1255095 w 4281311"/>
                  <a:gd name="connsiteY14" fmla="*/ 29400 h 646174"/>
                  <a:gd name="connsiteX15" fmla="*/ 1167800 w 4281311"/>
                  <a:gd name="connsiteY15" fmla="*/ 29771 h 646174"/>
                  <a:gd name="connsiteX16" fmla="*/ 819150 w 4281311"/>
                  <a:gd name="connsiteY16" fmla="*/ 29291 h 646174"/>
                  <a:gd name="connsiteX17" fmla="*/ 779769 w 4281311"/>
                  <a:gd name="connsiteY17" fmla="*/ 16981 h 646174"/>
                  <a:gd name="connsiteX18" fmla="*/ 778591 w 4281311"/>
                  <a:gd name="connsiteY18" fmla="*/ 16763 h 646174"/>
                  <a:gd name="connsiteX19" fmla="*/ 349961 w 4281311"/>
                  <a:gd name="connsiteY19" fmla="*/ 16239 h 646174"/>
                  <a:gd name="connsiteX20" fmla="*/ 264332 w 4281311"/>
                  <a:gd name="connsiteY20" fmla="*/ 13052 h 646174"/>
                  <a:gd name="connsiteX21" fmla="*/ 178704 w 4281311"/>
                  <a:gd name="connsiteY21" fmla="*/ 7508 h 646174"/>
                  <a:gd name="connsiteX22" fmla="*/ 92466 w 4281311"/>
                  <a:gd name="connsiteY22" fmla="*/ 0 h 646174"/>
                  <a:gd name="connsiteX23" fmla="*/ 6756 w 4281311"/>
                  <a:gd name="connsiteY23" fmla="*/ 3361 h 646174"/>
                  <a:gd name="connsiteX24" fmla="*/ 2286 w 4281311"/>
                  <a:gd name="connsiteY24" fmla="*/ 3689 h 646174"/>
                  <a:gd name="connsiteX25" fmla="*/ 10 w 4281311"/>
                  <a:gd name="connsiteY25" fmla="*/ 5238 h 646174"/>
                  <a:gd name="connsiteX26" fmla="*/ 2895 w 4281311"/>
                  <a:gd name="connsiteY26" fmla="*/ 6461 h 646174"/>
                  <a:gd name="connsiteX27" fmla="*/ 92181 w 4281311"/>
                  <a:gd name="connsiteY27" fmla="*/ 2772 h 646174"/>
                  <a:gd name="connsiteX28" fmla="*/ 178013 w 4281311"/>
                  <a:gd name="connsiteY28" fmla="*/ 10346 h 646174"/>
                  <a:gd name="connsiteX29" fmla="*/ 263845 w 4281311"/>
                  <a:gd name="connsiteY29" fmla="*/ 15824 h 646174"/>
                  <a:gd name="connsiteX30" fmla="*/ 349758 w 4281311"/>
                  <a:gd name="connsiteY30" fmla="*/ 19033 h 646174"/>
                  <a:gd name="connsiteX31" fmla="*/ 777900 w 4281311"/>
                  <a:gd name="connsiteY31" fmla="*/ 19622 h 646174"/>
                  <a:gd name="connsiteX32" fmla="*/ 817280 w 4281311"/>
                  <a:gd name="connsiteY32" fmla="*/ 31932 h 646174"/>
                  <a:gd name="connsiteX33" fmla="*/ 818458 w 4281311"/>
                  <a:gd name="connsiteY33" fmla="*/ 32085 h 646174"/>
                  <a:gd name="connsiteX34" fmla="*/ 1167800 w 4281311"/>
                  <a:gd name="connsiteY34" fmla="*/ 32565 h 646174"/>
                  <a:gd name="connsiteX35" fmla="*/ 1255216 w 4281311"/>
                  <a:gd name="connsiteY35" fmla="*/ 32238 h 646174"/>
                  <a:gd name="connsiteX36" fmla="*/ 1341943 w 4281311"/>
                  <a:gd name="connsiteY36" fmla="*/ 31539 h 646174"/>
                  <a:gd name="connsiteX37" fmla="*/ 1357995 w 4281311"/>
                  <a:gd name="connsiteY37" fmla="*/ 36865 h 646174"/>
                  <a:gd name="connsiteX38" fmla="*/ 1934637 w 4281311"/>
                  <a:gd name="connsiteY38" fmla="*/ 185329 h 646174"/>
                  <a:gd name="connsiteX39" fmla="*/ 1935734 w 4281311"/>
                  <a:gd name="connsiteY39" fmla="*/ 185482 h 646174"/>
                  <a:gd name="connsiteX40" fmla="*/ 2040301 w 4281311"/>
                  <a:gd name="connsiteY40" fmla="*/ 185635 h 646174"/>
                  <a:gd name="connsiteX41" fmla="*/ 2064400 w 4281311"/>
                  <a:gd name="connsiteY41" fmla="*/ 191659 h 646174"/>
                  <a:gd name="connsiteX42" fmla="*/ 2065497 w 4281311"/>
                  <a:gd name="connsiteY42" fmla="*/ 191812 h 646174"/>
                  <a:gd name="connsiteX43" fmla="*/ 2170755 w 4281311"/>
                  <a:gd name="connsiteY43" fmla="*/ 191964 h 646174"/>
                  <a:gd name="connsiteX44" fmla="*/ 3980617 w 4281311"/>
                  <a:gd name="connsiteY44" fmla="*/ 631791 h 646174"/>
                  <a:gd name="connsiteX45" fmla="*/ 3981592 w 4281311"/>
                  <a:gd name="connsiteY45" fmla="*/ 631900 h 646174"/>
                  <a:gd name="connsiteX46" fmla="*/ 4138259 w 4281311"/>
                  <a:gd name="connsiteY46" fmla="*/ 632271 h 646174"/>
                  <a:gd name="connsiteX47" fmla="*/ 4195602 w 4281311"/>
                  <a:gd name="connsiteY47" fmla="*/ 645847 h 646174"/>
                  <a:gd name="connsiteX48" fmla="*/ 4196577 w 4281311"/>
                  <a:gd name="connsiteY48" fmla="*/ 645956 h 646174"/>
                  <a:gd name="connsiteX49" fmla="*/ 4281312 w 4281311"/>
                  <a:gd name="connsiteY49" fmla="*/ 646175 h 646174"/>
                  <a:gd name="connsiteX50" fmla="*/ 4281312 w 4281311"/>
                  <a:gd name="connsiteY50" fmla="*/ 643337 h 64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281311" h="646174">
                    <a:moveTo>
                      <a:pt x="4281312" y="643359"/>
                    </a:moveTo>
                    <a:lnTo>
                      <a:pt x="4197188" y="643141"/>
                    </a:lnTo>
                    <a:lnTo>
                      <a:pt x="4139844" y="629565"/>
                    </a:lnTo>
                    <a:cubicBezTo>
                      <a:pt x="4139438" y="629499"/>
                      <a:pt x="4139153" y="629456"/>
                      <a:pt x="4138869" y="629456"/>
                    </a:cubicBezTo>
                    <a:lnTo>
                      <a:pt x="3982080" y="629085"/>
                    </a:lnTo>
                    <a:lnTo>
                      <a:pt x="2172340" y="189258"/>
                    </a:lnTo>
                    <a:cubicBezTo>
                      <a:pt x="2172055" y="189214"/>
                      <a:pt x="2171649" y="189149"/>
                      <a:pt x="2171365" y="189149"/>
                    </a:cubicBezTo>
                    <a:lnTo>
                      <a:pt x="2065984" y="188996"/>
                    </a:lnTo>
                    <a:lnTo>
                      <a:pt x="2041885" y="182906"/>
                    </a:lnTo>
                    <a:cubicBezTo>
                      <a:pt x="2041600" y="182863"/>
                      <a:pt x="2041276" y="182797"/>
                      <a:pt x="2040869" y="182797"/>
                    </a:cubicBezTo>
                    <a:lnTo>
                      <a:pt x="1936303" y="182644"/>
                    </a:lnTo>
                    <a:lnTo>
                      <a:pt x="1360353" y="34399"/>
                    </a:lnTo>
                    <a:lnTo>
                      <a:pt x="1343893" y="28920"/>
                    </a:lnTo>
                    <a:cubicBezTo>
                      <a:pt x="1343487" y="28746"/>
                      <a:pt x="1343284" y="28746"/>
                      <a:pt x="1342512" y="28702"/>
                    </a:cubicBezTo>
                    <a:lnTo>
                      <a:pt x="1255095" y="29400"/>
                    </a:lnTo>
                    <a:lnTo>
                      <a:pt x="1167800" y="29771"/>
                    </a:lnTo>
                    <a:lnTo>
                      <a:pt x="819150" y="29291"/>
                    </a:lnTo>
                    <a:lnTo>
                      <a:pt x="779769" y="16981"/>
                    </a:lnTo>
                    <a:cubicBezTo>
                      <a:pt x="779363" y="16872"/>
                      <a:pt x="778957" y="16763"/>
                      <a:pt x="778591" y="16763"/>
                    </a:cubicBezTo>
                    <a:lnTo>
                      <a:pt x="349961" y="16239"/>
                    </a:lnTo>
                    <a:lnTo>
                      <a:pt x="264332" y="13052"/>
                    </a:lnTo>
                    <a:lnTo>
                      <a:pt x="178704" y="7508"/>
                    </a:lnTo>
                    <a:lnTo>
                      <a:pt x="92466" y="0"/>
                    </a:lnTo>
                    <a:lnTo>
                      <a:pt x="6756" y="3361"/>
                    </a:lnTo>
                    <a:lnTo>
                      <a:pt x="2286" y="3689"/>
                    </a:lnTo>
                    <a:cubicBezTo>
                      <a:pt x="904" y="3798"/>
                      <a:pt x="-112" y="4496"/>
                      <a:pt x="10" y="5238"/>
                    </a:cubicBezTo>
                    <a:cubicBezTo>
                      <a:pt x="213" y="6046"/>
                      <a:pt x="1514" y="6613"/>
                      <a:pt x="2895" y="6461"/>
                    </a:cubicBezTo>
                    <a:lnTo>
                      <a:pt x="92181" y="2772"/>
                    </a:lnTo>
                    <a:lnTo>
                      <a:pt x="178013" y="10346"/>
                    </a:lnTo>
                    <a:lnTo>
                      <a:pt x="263845" y="15824"/>
                    </a:lnTo>
                    <a:lnTo>
                      <a:pt x="349758" y="19033"/>
                    </a:lnTo>
                    <a:lnTo>
                      <a:pt x="777900" y="19622"/>
                    </a:lnTo>
                    <a:lnTo>
                      <a:pt x="817280" y="31932"/>
                    </a:lnTo>
                    <a:cubicBezTo>
                      <a:pt x="817687" y="32041"/>
                      <a:pt x="818053" y="32085"/>
                      <a:pt x="818458" y="32085"/>
                    </a:cubicBezTo>
                    <a:lnTo>
                      <a:pt x="1167800" y="32565"/>
                    </a:lnTo>
                    <a:lnTo>
                      <a:pt x="1255216" y="32238"/>
                    </a:lnTo>
                    <a:lnTo>
                      <a:pt x="1341943" y="31539"/>
                    </a:lnTo>
                    <a:lnTo>
                      <a:pt x="1357995" y="36865"/>
                    </a:lnTo>
                    <a:lnTo>
                      <a:pt x="1934637" y="185329"/>
                    </a:lnTo>
                    <a:cubicBezTo>
                      <a:pt x="1935043" y="185438"/>
                      <a:pt x="1935327" y="185482"/>
                      <a:pt x="1935734" y="185482"/>
                    </a:cubicBezTo>
                    <a:lnTo>
                      <a:pt x="2040301" y="185635"/>
                    </a:lnTo>
                    <a:lnTo>
                      <a:pt x="2064400" y="191659"/>
                    </a:lnTo>
                    <a:cubicBezTo>
                      <a:pt x="2064807" y="191768"/>
                      <a:pt x="2065091" y="191812"/>
                      <a:pt x="2065497" y="191812"/>
                    </a:cubicBezTo>
                    <a:lnTo>
                      <a:pt x="2170755" y="191964"/>
                    </a:lnTo>
                    <a:lnTo>
                      <a:pt x="3980617" y="631791"/>
                    </a:lnTo>
                    <a:cubicBezTo>
                      <a:pt x="3980942" y="631856"/>
                      <a:pt x="3981226" y="631900"/>
                      <a:pt x="3981592" y="631900"/>
                    </a:cubicBezTo>
                    <a:lnTo>
                      <a:pt x="4138259" y="632271"/>
                    </a:lnTo>
                    <a:lnTo>
                      <a:pt x="4195602" y="645847"/>
                    </a:lnTo>
                    <a:cubicBezTo>
                      <a:pt x="4196009" y="645913"/>
                      <a:pt x="4196294" y="645956"/>
                      <a:pt x="4196577" y="645956"/>
                    </a:cubicBezTo>
                    <a:lnTo>
                      <a:pt x="4281312" y="646175"/>
                    </a:lnTo>
                    <a:lnTo>
                      <a:pt x="4281312" y="6433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7" name="Freeform: Shape 216">
                <a:extLst>
                  <a:ext uri="{FF2B5EF4-FFF2-40B4-BE49-F238E27FC236}">
                    <a16:creationId xmlns:a16="http://schemas.microsoft.com/office/drawing/2014/main" id="{F006D476-F980-423E-81C2-8BA79ADBE187}"/>
                  </a:ext>
                </a:extLst>
              </p:cNvPr>
              <p:cNvSpPr/>
              <p:nvPr/>
            </p:nvSpPr>
            <p:spPr>
              <a:xfrm>
                <a:off x="6406733" y="6084092"/>
                <a:ext cx="1788729" cy="5587"/>
              </a:xfrm>
              <a:custGeom>
                <a:avLst/>
                <a:gdLst>
                  <a:gd name="connsiteX0" fmla="*/ 1786169 w 1788729"/>
                  <a:gd name="connsiteY0" fmla="*/ 5588 h 5587"/>
                  <a:gd name="connsiteX1" fmla="*/ 1786169 w 1788729"/>
                  <a:gd name="connsiteY1" fmla="*/ 5588 h 5587"/>
                  <a:gd name="connsiteX2" fmla="*/ 2601 w 1788729"/>
                  <a:gd name="connsiteY2" fmla="*/ 2816 h 5587"/>
                  <a:gd name="connsiteX3" fmla="*/ 0 w 1788729"/>
                  <a:gd name="connsiteY3" fmla="*/ 1375 h 5587"/>
                  <a:gd name="connsiteX4" fmla="*/ 2601 w 1788729"/>
                  <a:gd name="connsiteY4" fmla="*/ 0 h 5587"/>
                  <a:gd name="connsiteX5" fmla="*/ 2601 w 1788729"/>
                  <a:gd name="connsiteY5" fmla="*/ 0 h 5587"/>
                  <a:gd name="connsiteX6" fmla="*/ 1786169 w 1788729"/>
                  <a:gd name="connsiteY6" fmla="*/ 2816 h 5587"/>
                  <a:gd name="connsiteX7" fmla="*/ 1788729 w 1788729"/>
                  <a:gd name="connsiteY7" fmla="*/ 4191 h 5587"/>
                  <a:gd name="connsiteX8" fmla="*/ 1786169 w 1788729"/>
                  <a:gd name="connsiteY8" fmla="*/ 5588 h 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8729" h="5587">
                    <a:moveTo>
                      <a:pt x="1786169" y="5588"/>
                    </a:moveTo>
                    <a:lnTo>
                      <a:pt x="1786169" y="5588"/>
                    </a:lnTo>
                    <a:lnTo>
                      <a:pt x="2601" y="2816"/>
                    </a:lnTo>
                    <a:cubicBezTo>
                      <a:pt x="1219" y="2816"/>
                      <a:pt x="0" y="2183"/>
                      <a:pt x="0" y="1375"/>
                    </a:cubicBezTo>
                    <a:cubicBezTo>
                      <a:pt x="0" y="633"/>
                      <a:pt x="1179" y="0"/>
                      <a:pt x="2601" y="0"/>
                    </a:cubicBezTo>
                    <a:lnTo>
                      <a:pt x="2601" y="0"/>
                    </a:lnTo>
                    <a:lnTo>
                      <a:pt x="1786169" y="2816"/>
                    </a:lnTo>
                    <a:cubicBezTo>
                      <a:pt x="1787551" y="2816"/>
                      <a:pt x="1788729" y="3449"/>
                      <a:pt x="1788729" y="4191"/>
                    </a:cubicBezTo>
                    <a:cubicBezTo>
                      <a:pt x="1788729" y="4998"/>
                      <a:pt x="1787551" y="5588"/>
                      <a:pt x="1786169" y="558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8" name="Freeform: Shape 217">
                <a:extLst>
                  <a:ext uri="{FF2B5EF4-FFF2-40B4-BE49-F238E27FC236}">
                    <a16:creationId xmlns:a16="http://schemas.microsoft.com/office/drawing/2014/main" id="{87DD9D2E-64C2-475E-B034-5D2093D2CA4F}"/>
                  </a:ext>
                </a:extLst>
              </p:cNvPr>
              <p:cNvSpPr/>
              <p:nvPr/>
            </p:nvSpPr>
            <p:spPr>
              <a:xfrm>
                <a:off x="7322352" y="5960925"/>
                <a:ext cx="606876" cy="3623"/>
              </a:xfrm>
              <a:custGeom>
                <a:avLst/>
                <a:gdLst>
                  <a:gd name="connsiteX0" fmla="*/ 604317 w 606876"/>
                  <a:gd name="connsiteY0" fmla="*/ 3623 h 3623"/>
                  <a:gd name="connsiteX1" fmla="*/ 604317 w 606876"/>
                  <a:gd name="connsiteY1" fmla="*/ 3623 h 3623"/>
                  <a:gd name="connsiteX2" fmla="*/ 2560 w 606876"/>
                  <a:gd name="connsiteY2" fmla="*/ 2772 h 3623"/>
                  <a:gd name="connsiteX3" fmla="*/ 0 w 606876"/>
                  <a:gd name="connsiteY3" fmla="*/ 1375 h 3623"/>
                  <a:gd name="connsiteX4" fmla="*/ 2560 w 606876"/>
                  <a:gd name="connsiteY4" fmla="*/ 0 h 3623"/>
                  <a:gd name="connsiteX5" fmla="*/ 2560 w 606876"/>
                  <a:gd name="connsiteY5" fmla="*/ 0 h 3623"/>
                  <a:gd name="connsiteX6" fmla="*/ 604317 w 606876"/>
                  <a:gd name="connsiteY6" fmla="*/ 808 h 3623"/>
                  <a:gd name="connsiteX7" fmla="*/ 606877 w 606876"/>
                  <a:gd name="connsiteY7" fmla="*/ 2248 h 3623"/>
                  <a:gd name="connsiteX8" fmla="*/ 604317 w 606876"/>
                  <a:gd name="connsiteY8" fmla="*/ 3623 h 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876" h="3623">
                    <a:moveTo>
                      <a:pt x="604317" y="3623"/>
                    </a:moveTo>
                    <a:lnTo>
                      <a:pt x="604317" y="3623"/>
                    </a:lnTo>
                    <a:lnTo>
                      <a:pt x="2560" y="2772"/>
                    </a:lnTo>
                    <a:cubicBezTo>
                      <a:pt x="1179" y="2772"/>
                      <a:pt x="0" y="2183"/>
                      <a:pt x="0" y="1375"/>
                    </a:cubicBezTo>
                    <a:cubicBezTo>
                      <a:pt x="0" y="567"/>
                      <a:pt x="1179" y="0"/>
                      <a:pt x="2560" y="0"/>
                    </a:cubicBezTo>
                    <a:lnTo>
                      <a:pt x="2560" y="0"/>
                    </a:lnTo>
                    <a:lnTo>
                      <a:pt x="604317" y="808"/>
                    </a:lnTo>
                    <a:cubicBezTo>
                      <a:pt x="605699" y="808"/>
                      <a:pt x="606877" y="1441"/>
                      <a:pt x="606877" y="2248"/>
                    </a:cubicBezTo>
                    <a:cubicBezTo>
                      <a:pt x="606877" y="2990"/>
                      <a:pt x="605699" y="3623"/>
                      <a:pt x="604317" y="362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19" name="Freeform: Shape 218">
                <a:extLst>
                  <a:ext uri="{FF2B5EF4-FFF2-40B4-BE49-F238E27FC236}">
                    <a16:creationId xmlns:a16="http://schemas.microsoft.com/office/drawing/2014/main" id="{A0C8F3B6-D667-48BE-87AE-16AD0337FD89}"/>
                  </a:ext>
                </a:extLst>
              </p:cNvPr>
              <p:cNvSpPr/>
              <p:nvPr/>
            </p:nvSpPr>
            <p:spPr>
              <a:xfrm>
                <a:off x="8076564" y="5780878"/>
                <a:ext cx="4115516" cy="337962"/>
              </a:xfrm>
              <a:custGeom>
                <a:avLst/>
                <a:gdLst>
                  <a:gd name="connsiteX0" fmla="*/ 4115436 w 4115516"/>
                  <a:gd name="connsiteY0" fmla="*/ 334906 h 337962"/>
                  <a:gd name="connsiteX1" fmla="*/ 3967222 w 4115516"/>
                  <a:gd name="connsiteY1" fmla="*/ 312163 h 337962"/>
                  <a:gd name="connsiteX2" fmla="*/ 3930686 w 4115516"/>
                  <a:gd name="connsiteY2" fmla="*/ 303847 h 337962"/>
                  <a:gd name="connsiteX3" fmla="*/ 3893988 w 4115516"/>
                  <a:gd name="connsiteY3" fmla="*/ 288765 h 337962"/>
                  <a:gd name="connsiteX4" fmla="*/ 3857778 w 4115516"/>
                  <a:gd name="connsiteY4" fmla="*/ 274207 h 337962"/>
                  <a:gd name="connsiteX5" fmla="*/ 3857168 w 4115516"/>
                  <a:gd name="connsiteY5" fmla="*/ 273989 h 337962"/>
                  <a:gd name="connsiteX6" fmla="*/ 3821527 w 4115516"/>
                  <a:gd name="connsiteY6" fmla="*/ 266415 h 337962"/>
                  <a:gd name="connsiteX7" fmla="*/ 3752074 w 4115516"/>
                  <a:gd name="connsiteY7" fmla="*/ 252708 h 337962"/>
                  <a:gd name="connsiteX8" fmla="*/ 3718139 w 4115516"/>
                  <a:gd name="connsiteY8" fmla="*/ 243344 h 337962"/>
                  <a:gd name="connsiteX9" fmla="*/ 3684286 w 4115516"/>
                  <a:gd name="connsiteY9" fmla="*/ 228677 h 337962"/>
                  <a:gd name="connsiteX10" fmla="*/ 3650433 w 4115516"/>
                  <a:gd name="connsiteY10" fmla="*/ 210866 h 337962"/>
                  <a:gd name="connsiteX11" fmla="*/ 3617311 w 4115516"/>
                  <a:gd name="connsiteY11" fmla="*/ 194627 h 337962"/>
                  <a:gd name="connsiteX12" fmla="*/ 3584474 w 4115516"/>
                  <a:gd name="connsiteY12" fmla="*/ 176729 h 337962"/>
                  <a:gd name="connsiteX13" fmla="*/ 3551840 w 4115516"/>
                  <a:gd name="connsiteY13" fmla="*/ 157217 h 337962"/>
                  <a:gd name="connsiteX14" fmla="*/ 3549646 w 4115516"/>
                  <a:gd name="connsiteY14" fmla="*/ 156802 h 337962"/>
                  <a:gd name="connsiteX15" fmla="*/ 3517987 w 4115516"/>
                  <a:gd name="connsiteY15" fmla="*/ 159159 h 337962"/>
                  <a:gd name="connsiteX16" fmla="*/ 3488198 w 4115516"/>
                  <a:gd name="connsiteY16" fmla="*/ 155383 h 337962"/>
                  <a:gd name="connsiteX17" fmla="*/ 3458328 w 4115516"/>
                  <a:gd name="connsiteY17" fmla="*/ 148835 h 337962"/>
                  <a:gd name="connsiteX18" fmla="*/ 3431627 w 4115516"/>
                  <a:gd name="connsiteY18" fmla="*/ 141218 h 337962"/>
                  <a:gd name="connsiteX19" fmla="*/ 3410088 w 4115516"/>
                  <a:gd name="connsiteY19" fmla="*/ 128646 h 337962"/>
                  <a:gd name="connsiteX20" fmla="*/ 3391434 w 4115516"/>
                  <a:gd name="connsiteY20" fmla="*/ 114524 h 337962"/>
                  <a:gd name="connsiteX21" fmla="*/ 3376154 w 4115516"/>
                  <a:gd name="connsiteY21" fmla="*/ 97630 h 337962"/>
                  <a:gd name="connsiteX22" fmla="*/ 3363474 w 4115516"/>
                  <a:gd name="connsiteY22" fmla="*/ 80474 h 337962"/>
                  <a:gd name="connsiteX23" fmla="*/ 3352257 w 4115516"/>
                  <a:gd name="connsiteY23" fmla="*/ 62424 h 337962"/>
                  <a:gd name="connsiteX24" fmla="*/ 3341325 w 4115516"/>
                  <a:gd name="connsiteY24" fmla="*/ 45792 h 337962"/>
                  <a:gd name="connsiteX25" fmla="*/ 3339618 w 4115516"/>
                  <a:gd name="connsiteY25" fmla="*/ 44941 h 337962"/>
                  <a:gd name="connsiteX26" fmla="*/ 3275448 w 4115516"/>
                  <a:gd name="connsiteY26" fmla="*/ 34028 h 337962"/>
                  <a:gd name="connsiteX27" fmla="*/ 3207091 w 4115516"/>
                  <a:gd name="connsiteY27" fmla="*/ 23114 h 337962"/>
                  <a:gd name="connsiteX28" fmla="*/ 3132192 w 4115516"/>
                  <a:gd name="connsiteY28" fmla="*/ 10324 h 337962"/>
                  <a:gd name="connsiteX29" fmla="*/ 3048148 w 4115516"/>
                  <a:gd name="connsiteY29" fmla="*/ 1222 h 337962"/>
                  <a:gd name="connsiteX30" fmla="*/ 2953904 w 4115516"/>
                  <a:gd name="connsiteY30" fmla="*/ 0 h 337962"/>
                  <a:gd name="connsiteX31" fmla="*/ 2850394 w 4115516"/>
                  <a:gd name="connsiteY31" fmla="*/ 6133 h 337962"/>
                  <a:gd name="connsiteX32" fmla="*/ 2742535 w 4115516"/>
                  <a:gd name="connsiteY32" fmla="*/ 14558 h 337962"/>
                  <a:gd name="connsiteX33" fmla="*/ 2636587 w 4115516"/>
                  <a:gd name="connsiteY33" fmla="*/ 21586 h 337962"/>
                  <a:gd name="connsiteX34" fmla="*/ 2535962 w 4115516"/>
                  <a:gd name="connsiteY34" fmla="*/ 20953 h 337962"/>
                  <a:gd name="connsiteX35" fmla="*/ 2442572 w 4115516"/>
                  <a:gd name="connsiteY35" fmla="*/ 21477 h 337962"/>
                  <a:gd name="connsiteX36" fmla="*/ 2355968 w 4115516"/>
                  <a:gd name="connsiteY36" fmla="*/ 18858 h 337962"/>
                  <a:gd name="connsiteX37" fmla="*/ 2274525 w 4115516"/>
                  <a:gd name="connsiteY37" fmla="*/ 12354 h 337962"/>
                  <a:gd name="connsiteX38" fmla="*/ 2192757 w 4115516"/>
                  <a:gd name="connsiteY38" fmla="*/ 5369 h 337962"/>
                  <a:gd name="connsiteX39" fmla="*/ 2108429 w 4115516"/>
                  <a:gd name="connsiteY39" fmla="*/ 1266 h 337962"/>
                  <a:gd name="connsiteX40" fmla="*/ 2020118 w 4115516"/>
                  <a:gd name="connsiteY40" fmla="*/ 1419 h 337962"/>
                  <a:gd name="connsiteX41" fmla="*/ 1927460 w 4115516"/>
                  <a:gd name="connsiteY41" fmla="*/ 6810 h 337962"/>
                  <a:gd name="connsiteX42" fmla="*/ 1832117 w 4115516"/>
                  <a:gd name="connsiteY42" fmla="*/ 21303 h 337962"/>
                  <a:gd name="connsiteX43" fmla="*/ 1736573 w 4115516"/>
                  <a:gd name="connsiteY43" fmla="*/ 44264 h 337962"/>
                  <a:gd name="connsiteX44" fmla="*/ 1641842 w 4115516"/>
                  <a:gd name="connsiteY44" fmla="*/ 61900 h 337962"/>
                  <a:gd name="connsiteX45" fmla="*/ 1548572 w 4115516"/>
                  <a:gd name="connsiteY45" fmla="*/ 74057 h 337962"/>
                  <a:gd name="connsiteX46" fmla="*/ 1457498 w 4115516"/>
                  <a:gd name="connsiteY46" fmla="*/ 87590 h 337962"/>
                  <a:gd name="connsiteX47" fmla="*/ 1368903 w 4115516"/>
                  <a:gd name="connsiteY47" fmla="*/ 102890 h 337962"/>
                  <a:gd name="connsiteX48" fmla="*/ 1282096 w 4115516"/>
                  <a:gd name="connsiteY48" fmla="*/ 111948 h 337962"/>
                  <a:gd name="connsiteX49" fmla="*/ 1196590 w 4115516"/>
                  <a:gd name="connsiteY49" fmla="*/ 122272 h 337962"/>
                  <a:gd name="connsiteX50" fmla="*/ 1111368 w 4115516"/>
                  <a:gd name="connsiteY50" fmla="*/ 133622 h 337962"/>
                  <a:gd name="connsiteX51" fmla="*/ 940314 w 4115516"/>
                  <a:gd name="connsiteY51" fmla="*/ 148704 h 337962"/>
                  <a:gd name="connsiteX52" fmla="*/ 855092 w 4115516"/>
                  <a:gd name="connsiteY52" fmla="*/ 160207 h 337962"/>
                  <a:gd name="connsiteX53" fmla="*/ 770073 w 4115516"/>
                  <a:gd name="connsiteY53" fmla="*/ 169265 h 337962"/>
                  <a:gd name="connsiteX54" fmla="*/ 684972 w 4115516"/>
                  <a:gd name="connsiteY54" fmla="*/ 173586 h 337962"/>
                  <a:gd name="connsiteX55" fmla="*/ 599954 w 4115516"/>
                  <a:gd name="connsiteY55" fmla="*/ 173739 h 337962"/>
                  <a:gd name="connsiteX56" fmla="*/ 514610 w 4115516"/>
                  <a:gd name="connsiteY56" fmla="*/ 167562 h 337962"/>
                  <a:gd name="connsiteX57" fmla="*/ 429184 w 4115516"/>
                  <a:gd name="connsiteY57" fmla="*/ 159836 h 337962"/>
                  <a:gd name="connsiteX58" fmla="*/ 428494 w 4115516"/>
                  <a:gd name="connsiteY58" fmla="*/ 159836 h 337962"/>
                  <a:gd name="connsiteX59" fmla="*/ 343555 w 4115516"/>
                  <a:gd name="connsiteY59" fmla="*/ 164900 h 337962"/>
                  <a:gd name="connsiteX60" fmla="*/ 173274 w 4115516"/>
                  <a:gd name="connsiteY60" fmla="*/ 163939 h 337962"/>
                  <a:gd name="connsiteX61" fmla="*/ 88052 w 4115516"/>
                  <a:gd name="connsiteY61" fmla="*/ 159901 h 337962"/>
                  <a:gd name="connsiteX62" fmla="*/ 2830 w 4115516"/>
                  <a:gd name="connsiteY62" fmla="*/ 154248 h 337962"/>
                  <a:gd name="connsiteX63" fmla="*/ 26 w 4115516"/>
                  <a:gd name="connsiteY63" fmla="*/ 155470 h 337962"/>
                  <a:gd name="connsiteX64" fmla="*/ 2221 w 4115516"/>
                  <a:gd name="connsiteY64" fmla="*/ 157020 h 337962"/>
                  <a:gd name="connsiteX65" fmla="*/ 87565 w 4115516"/>
                  <a:gd name="connsiteY65" fmla="*/ 162717 h 337962"/>
                  <a:gd name="connsiteX66" fmla="*/ 172990 w 4115516"/>
                  <a:gd name="connsiteY66" fmla="*/ 166777 h 337962"/>
                  <a:gd name="connsiteX67" fmla="*/ 343840 w 4115516"/>
                  <a:gd name="connsiteY67" fmla="*/ 167737 h 337962"/>
                  <a:gd name="connsiteX68" fmla="*/ 428697 w 4115516"/>
                  <a:gd name="connsiteY68" fmla="*/ 162673 h 337962"/>
                  <a:gd name="connsiteX69" fmla="*/ 513838 w 4115516"/>
                  <a:gd name="connsiteY69" fmla="*/ 170334 h 337962"/>
                  <a:gd name="connsiteX70" fmla="*/ 599669 w 4115516"/>
                  <a:gd name="connsiteY70" fmla="*/ 176577 h 337962"/>
                  <a:gd name="connsiteX71" fmla="*/ 685216 w 4115516"/>
                  <a:gd name="connsiteY71" fmla="*/ 176402 h 337962"/>
                  <a:gd name="connsiteX72" fmla="*/ 770845 w 4115516"/>
                  <a:gd name="connsiteY72" fmla="*/ 172037 h 337962"/>
                  <a:gd name="connsiteX73" fmla="*/ 856270 w 4115516"/>
                  <a:gd name="connsiteY73" fmla="*/ 162935 h 337962"/>
                  <a:gd name="connsiteX74" fmla="*/ 941411 w 4115516"/>
                  <a:gd name="connsiteY74" fmla="*/ 151476 h 337962"/>
                  <a:gd name="connsiteX75" fmla="*/ 1112465 w 4115516"/>
                  <a:gd name="connsiteY75" fmla="*/ 136350 h 337962"/>
                  <a:gd name="connsiteX76" fmla="*/ 1197890 w 4115516"/>
                  <a:gd name="connsiteY76" fmla="*/ 125044 h 337962"/>
                  <a:gd name="connsiteX77" fmla="*/ 1283234 w 4115516"/>
                  <a:gd name="connsiteY77" fmla="*/ 114720 h 337962"/>
                  <a:gd name="connsiteX78" fmla="*/ 1370244 w 4115516"/>
                  <a:gd name="connsiteY78" fmla="*/ 105597 h 337962"/>
                  <a:gd name="connsiteX79" fmla="*/ 1459164 w 4115516"/>
                  <a:gd name="connsiteY79" fmla="*/ 90253 h 337962"/>
                  <a:gd name="connsiteX80" fmla="*/ 1550036 w 4115516"/>
                  <a:gd name="connsiteY80" fmla="*/ 76764 h 337962"/>
                  <a:gd name="connsiteX81" fmla="*/ 1643386 w 4115516"/>
                  <a:gd name="connsiteY81" fmla="*/ 64563 h 337962"/>
                  <a:gd name="connsiteX82" fmla="*/ 1738645 w 4115516"/>
                  <a:gd name="connsiteY82" fmla="*/ 46883 h 337962"/>
                  <a:gd name="connsiteX83" fmla="*/ 1833988 w 4115516"/>
                  <a:gd name="connsiteY83" fmla="*/ 23966 h 337962"/>
                  <a:gd name="connsiteX84" fmla="*/ 1928637 w 4115516"/>
                  <a:gd name="connsiteY84" fmla="*/ 9582 h 337962"/>
                  <a:gd name="connsiteX85" fmla="*/ 2020606 w 4115516"/>
                  <a:gd name="connsiteY85" fmla="*/ 4256 h 337962"/>
                  <a:gd name="connsiteX86" fmla="*/ 2108388 w 4115516"/>
                  <a:gd name="connsiteY86" fmla="*/ 4103 h 337962"/>
                  <a:gd name="connsiteX87" fmla="*/ 2192310 w 4115516"/>
                  <a:gd name="connsiteY87" fmla="*/ 8141 h 337962"/>
                  <a:gd name="connsiteX88" fmla="*/ 2273956 w 4115516"/>
                  <a:gd name="connsiteY88" fmla="*/ 15169 h 337962"/>
                  <a:gd name="connsiteX89" fmla="*/ 2355602 w 4115516"/>
                  <a:gd name="connsiteY89" fmla="*/ 21630 h 337962"/>
                  <a:gd name="connsiteX90" fmla="*/ 2442612 w 4115516"/>
                  <a:gd name="connsiteY90" fmla="*/ 24293 h 337962"/>
                  <a:gd name="connsiteX91" fmla="*/ 2536084 w 4115516"/>
                  <a:gd name="connsiteY91" fmla="*/ 23769 h 337962"/>
                  <a:gd name="connsiteX92" fmla="*/ 2636993 w 4115516"/>
                  <a:gd name="connsiteY92" fmla="*/ 24358 h 337962"/>
                  <a:gd name="connsiteX93" fmla="*/ 2743267 w 4115516"/>
                  <a:gd name="connsiteY93" fmla="*/ 17330 h 337962"/>
                  <a:gd name="connsiteX94" fmla="*/ 2851125 w 4115516"/>
                  <a:gd name="connsiteY94" fmla="*/ 8971 h 337962"/>
                  <a:gd name="connsiteX95" fmla="*/ 2954229 w 4115516"/>
                  <a:gd name="connsiteY95" fmla="*/ 2837 h 337962"/>
                  <a:gd name="connsiteX96" fmla="*/ 3047782 w 4115516"/>
                  <a:gd name="connsiteY96" fmla="*/ 4060 h 337962"/>
                  <a:gd name="connsiteX97" fmla="*/ 3131013 w 4115516"/>
                  <a:gd name="connsiteY97" fmla="*/ 13074 h 337962"/>
                  <a:gd name="connsiteX98" fmla="*/ 3205750 w 4115516"/>
                  <a:gd name="connsiteY98" fmla="*/ 25864 h 337962"/>
                  <a:gd name="connsiteX99" fmla="*/ 3274106 w 4115516"/>
                  <a:gd name="connsiteY99" fmla="*/ 36800 h 337962"/>
                  <a:gd name="connsiteX100" fmla="*/ 3337098 w 4115516"/>
                  <a:gd name="connsiteY100" fmla="*/ 47516 h 337962"/>
                  <a:gd name="connsiteX101" fmla="*/ 3347624 w 4115516"/>
                  <a:gd name="connsiteY101" fmla="*/ 63450 h 337962"/>
                  <a:gd name="connsiteX102" fmla="*/ 3358841 w 4115516"/>
                  <a:gd name="connsiteY102" fmla="*/ 81566 h 337962"/>
                  <a:gd name="connsiteX103" fmla="*/ 3371642 w 4115516"/>
                  <a:gd name="connsiteY103" fmla="*/ 98874 h 337962"/>
                  <a:gd name="connsiteX104" fmla="*/ 3387208 w 4115516"/>
                  <a:gd name="connsiteY104" fmla="*/ 116095 h 337962"/>
                  <a:gd name="connsiteX105" fmla="*/ 3406349 w 4115516"/>
                  <a:gd name="connsiteY105" fmla="*/ 130545 h 337962"/>
                  <a:gd name="connsiteX106" fmla="*/ 3428376 w 4115516"/>
                  <a:gd name="connsiteY106" fmla="*/ 143444 h 337962"/>
                  <a:gd name="connsiteX107" fmla="*/ 3429067 w 4115516"/>
                  <a:gd name="connsiteY107" fmla="*/ 143706 h 337962"/>
                  <a:gd name="connsiteX108" fmla="*/ 3456377 w 4115516"/>
                  <a:gd name="connsiteY108" fmla="*/ 151498 h 337962"/>
                  <a:gd name="connsiteX109" fmla="*/ 3486816 w 4115516"/>
                  <a:gd name="connsiteY109" fmla="*/ 158155 h 337962"/>
                  <a:gd name="connsiteX110" fmla="*/ 3517296 w 4115516"/>
                  <a:gd name="connsiteY110" fmla="*/ 162106 h 337962"/>
                  <a:gd name="connsiteX111" fmla="*/ 3518881 w 4115516"/>
                  <a:gd name="connsiteY111" fmla="*/ 162062 h 337962"/>
                  <a:gd name="connsiteX112" fmla="*/ 3549036 w 4115516"/>
                  <a:gd name="connsiteY112" fmla="*/ 159814 h 337962"/>
                  <a:gd name="connsiteX113" fmla="*/ 3580898 w 4115516"/>
                  <a:gd name="connsiteY113" fmla="*/ 178781 h 337962"/>
                  <a:gd name="connsiteX114" fmla="*/ 3613938 w 4115516"/>
                  <a:gd name="connsiteY114" fmla="*/ 196788 h 337962"/>
                  <a:gd name="connsiteX115" fmla="*/ 3647182 w 4115516"/>
                  <a:gd name="connsiteY115" fmla="*/ 213093 h 337962"/>
                  <a:gd name="connsiteX116" fmla="*/ 3681116 w 4115516"/>
                  <a:gd name="connsiteY116" fmla="*/ 230947 h 337962"/>
                  <a:gd name="connsiteX117" fmla="*/ 3715457 w 4115516"/>
                  <a:gd name="connsiteY117" fmla="*/ 245810 h 337962"/>
                  <a:gd name="connsiteX118" fmla="*/ 3750204 w 4115516"/>
                  <a:gd name="connsiteY118" fmla="*/ 255458 h 337962"/>
                  <a:gd name="connsiteX119" fmla="*/ 3819861 w 4115516"/>
                  <a:gd name="connsiteY119" fmla="*/ 269209 h 337962"/>
                  <a:gd name="connsiteX120" fmla="*/ 3855177 w 4115516"/>
                  <a:gd name="connsiteY120" fmla="*/ 276673 h 337962"/>
                  <a:gd name="connsiteX121" fmla="*/ 3890981 w 4115516"/>
                  <a:gd name="connsiteY121" fmla="*/ 291122 h 337962"/>
                  <a:gd name="connsiteX122" fmla="*/ 3928288 w 4115516"/>
                  <a:gd name="connsiteY122" fmla="*/ 306357 h 337962"/>
                  <a:gd name="connsiteX123" fmla="*/ 3965596 w 4115516"/>
                  <a:gd name="connsiteY123" fmla="*/ 314935 h 337962"/>
                  <a:gd name="connsiteX124" fmla="*/ 4115517 w 4115516"/>
                  <a:gd name="connsiteY124" fmla="*/ 337962 h 337962"/>
                  <a:gd name="connsiteX125" fmla="*/ 4115517 w 4115516"/>
                  <a:gd name="connsiteY125" fmla="*/ 335037 h 337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4115516" h="337962">
                    <a:moveTo>
                      <a:pt x="4115436" y="334906"/>
                    </a:moveTo>
                    <a:lnTo>
                      <a:pt x="3967222" y="312163"/>
                    </a:lnTo>
                    <a:lnTo>
                      <a:pt x="3930686" y="303847"/>
                    </a:lnTo>
                    <a:lnTo>
                      <a:pt x="3893988" y="288765"/>
                    </a:lnTo>
                    <a:lnTo>
                      <a:pt x="3857778" y="274207"/>
                    </a:lnTo>
                    <a:cubicBezTo>
                      <a:pt x="3857575" y="274098"/>
                      <a:pt x="3857372" y="274054"/>
                      <a:pt x="3857168" y="273989"/>
                    </a:cubicBezTo>
                    <a:lnTo>
                      <a:pt x="3821527" y="266415"/>
                    </a:lnTo>
                    <a:lnTo>
                      <a:pt x="3752074" y="252708"/>
                    </a:lnTo>
                    <a:lnTo>
                      <a:pt x="3718139" y="243344"/>
                    </a:lnTo>
                    <a:lnTo>
                      <a:pt x="3684286" y="228677"/>
                    </a:lnTo>
                    <a:lnTo>
                      <a:pt x="3650433" y="210866"/>
                    </a:lnTo>
                    <a:lnTo>
                      <a:pt x="3617311" y="194627"/>
                    </a:lnTo>
                    <a:lnTo>
                      <a:pt x="3584474" y="176729"/>
                    </a:lnTo>
                    <a:lnTo>
                      <a:pt x="3551840" y="157217"/>
                    </a:lnTo>
                    <a:cubicBezTo>
                      <a:pt x="3551230" y="156889"/>
                      <a:pt x="3550458" y="156736"/>
                      <a:pt x="3549646" y="156802"/>
                    </a:cubicBezTo>
                    <a:lnTo>
                      <a:pt x="3517987" y="159159"/>
                    </a:lnTo>
                    <a:lnTo>
                      <a:pt x="3488198" y="155383"/>
                    </a:lnTo>
                    <a:lnTo>
                      <a:pt x="3458328" y="148835"/>
                    </a:lnTo>
                    <a:lnTo>
                      <a:pt x="3431627" y="141218"/>
                    </a:lnTo>
                    <a:lnTo>
                      <a:pt x="3410088" y="128646"/>
                    </a:lnTo>
                    <a:lnTo>
                      <a:pt x="3391434" y="114524"/>
                    </a:lnTo>
                    <a:lnTo>
                      <a:pt x="3376154" y="97630"/>
                    </a:lnTo>
                    <a:lnTo>
                      <a:pt x="3363474" y="80474"/>
                    </a:lnTo>
                    <a:lnTo>
                      <a:pt x="3352257" y="62424"/>
                    </a:lnTo>
                    <a:lnTo>
                      <a:pt x="3341325" y="45792"/>
                    </a:lnTo>
                    <a:cubicBezTo>
                      <a:pt x="3341040" y="45421"/>
                      <a:pt x="3340431" y="45094"/>
                      <a:pt x="3339618" y="44941"/>
                    </a:cubicBezTo>
                    <a:lnTo>
                      <a:pt x="3275448" y="34028"/>
                    </a:lnTo>
                    <a:lnTo>
                      <a:pt x="3207091" y="23114"/>
                    </a:lnTo>
                    <a:lnTo>
                      <a:pt x="3132192" y="10324"/>
                    </a:lnTo>
                    <a:lnTo>
                      <a:pt x="3048148" y="1222"/>
                    </a:lnTo>
                    <a:lnTo>
                      <a:pt x="2953904" y="0"/>
                    </a:lnTo>
                    <a:lnTo>
                      <a:pt x="2850394" y="6133"/>
                    </a:lnTo>
                    <a:lnTo>
                      <a:pt x="2742535" y="14558"/>
                    </a:lnTo>
                    <a:lnTo>
                      <a:pt x="2636587" y="21586"/>
                    </a:lnTo>
                    <a:lnTo>
                      <a:pt x="2535962" y="20953"/>
                    </a:lnTo>
                    <a:lnTo>
                      <a:pt x="2442572" y="21477"/>
                    </a:lnTo>
                    <a:lnTo>
                      <a:pt x="2355968" y="18858"/>
                    </a:lnTo>
                    <a:lnTo>
                      <a:pt x="2274525" y="12354"/>
                    </a:lnTo>
                    <a:lnTo>
                      <a:pt x="2192757" y="5369"/>
                    </a:lnTo>
                    <a:lnTo>
                      <a:pt x="2108429" y="1266"/>
                    </a:lnTo>
                    <a:lnTo>
                      <a:pt x="2020118" y="1419"/>
                    </a:lnTo>
                    <a:lnTo>
                      <a:pt x="1927460" y="6810"/>
                    </a:lnTo>
                    <a:lnTo>
                      <a:pt x="1832117" y="21303"/>
                    </a:lnTo>
                    <a:lnTo>
                      <a:pt x="1736573" y="44264"/>
                    </a:lnTo>
                    <a:lnTo>
                      <a:pt x="1641842" y="61900"/>
                    </a:lnTo>
                    <a:lnTo>
                      <a:pt x="1548572" y="74057"/>
                    </a:lnTo>
                    <a:lnTo>
                      <a:pt x="1457498" y="87590"/>
                    </a:lnTo>
                    <a:lnTo>
                      <a:pt x="1368903" y="102890"/>
                    </a:lnTo>
                    <a:lnTo>
                      <a:pt x="1282096" y="111948"/>
                    </a:lnTo>
                    <a:lnTo>
                      <a:pt x="1196590" y="122272"/>
                    </a:lnTo>
                    <a:lnTo>
                      <a:pt x="1111368" y="133622"/>
                    </a:lnTo>
                    <a:lnTo>
                      <a:pt x="940314" y="148704"/>
                    </a:lnTo>
                    <a:lnTo>
                      <a:pt x="855092" y="160207"/>
                    </a:lnTo>
                    <a:lnTo>
                      <a:pt x="770073" y="169265"/>
                    </a:lnTo>
                    <a:lnTo>
                      <a:pt x="684972" y="173586"/>
                    </a:lnTo>
                    <a:lnTo>
                      <a:pt x="599954" y="173739"/>
                    </a:lnTo>
                    <a:lnTo>
                      <a:pt x="514610" y="167562"/>
                    </a:lnTo>
                    <a:lnTo>
                      <a:pt x="429184" y="159836"/>
                    </a:lnTo>
                    <a:lnTo>
                      <a:pt x="428494" y="159836"/>
                    </a:lnTo>
                    <a:lnTo>
                      <a:pt x="343555" y="164900"/>
                    </a:lnTo>
                    <a:lnTo>
                      <a:pt x="173274" y="163939"/>
                    </a:lnTo>
                    <a:lnTo>
                      <a:pt x="88052" y="159901"/>
                    </a:lnTo>
                    <a:lnTo>
                      <a:pt x="2830" y="154248"/>
                    </a:lnTo>
                    <a:cubicBezTo>
                      <a:pt x="1327" y="154074"/>
                      <a:pt x="148" y="154663"/>
                      <a:pt x="26" y="155470"/>
                    </a:cubicBezTo>
                    <a:cubicBezTo>
                      <a:pt x="-177" y="156213"/>
                      <a:pt x="839" y="156911"/>
                      <a:pt x="2221" y="157020"/>
                    </a:cubicBezTo>
                    <a:lnTo>
                      <a:pt x="87565" y="162717"/>
                    </a:lnTo>
                    <a:lnTo>
                      <a:pt x="172990" y="166777"/>
                    </a:lnTo>
                    <a:lnTo>
                      <a:pt x="343840" y="167737"/>
                    </a:lnTo>
                    <a:lnTo>
                      <a:pt x="428697" y="162673"/>
                    </a:lnTo>
                    <a:lnTo>
                      <a:pt x="513838" y="170334"/>
                    </a:lnTo>
                    <a:lnTo>
                      <a:pt x="599669" y="176577"/>
                    </a:lnTo>
                    <a:lnTo>
                      <a:pt x="685216" y="176402"/>
                    </a:lnTo>
                    <a:lnTo>
                      <a:pt x="770845" y="172037"/>
                    </a:lnTo>
                    <a:lnTo>
                      <a:pt x="856270" y="162935"/>
                    </a:lnTo>
                    <a:lnTo>
                      <a:pt x="941411" y="151476"/>
                    </a:lnTo>
                    <a:lnTo>
                      <a:pt x="1112465" y="136350"/>
                    </a:lnTo>
                    <a:lnTo>
                      <a:pt x="1197890" y="125044"/>
                    </a:lnTo>
                    <a:lnTo>
                      <a:pt x="1283234" y="114720"/>
                    </a:lnTo>
                    <a:lnTo>
                      <a:pt x="1370244" y="105597"/>
                    </a:lnTo>
                    <a:lnTo>
                      <a:pt x="1459164" y="90253"/>
                    </a:lnTo>
                    <a:lnTo>
                      <a:pt x="1550036" y="76764"/>
                    </a:lnTo>
                    <a:lnTo>
                      <a:pt x="1643386" y="64563"/>
                    </a:lnTo>
                    <a:lnTo>
                      <a:pt x="1738645" y="46883"/>
                    </a:lnTo>
                    <a:lnTo>
                      <a:pt x="1833988" y="23966"/>
                    </a:lnTo>
                    <a:lnTo>
                      <a:pt x="1928637" y="9582"/>
                    </a:lnTo>
                    <a:lnTo>
                      <a:pt x="2020606" y="4256"/>
                    </a:lnTo>
                    <a:lnTo>
                      <a:pt x="2108388" y="4103"/>
                    </a:lnTo>
                    <a:lnTo>
                      <a:pt x="2192310" y="8141"/>
                    </a:lnTo>
                    <a:lnTo>
                      <a:pt x="2273956" y="15169"/>
                    </a:lnTo>
                    <a:lnTo>
                      <a:pt x="2355602" y="21630"/>
                    </a:lnTo>
                    <a:lnTo>
                      <a:pt x="2442612" y="24293"/>
                    </a:lnTo>
                    <a:lnTo>
                      <a:pt x="2536084" y="23769"/>
                    </a:lnTo>
                    <a:lnTo>
                      <a:pt x="2636993" y="24358"/>
                    </a:lnTo>
                    <a:lnTo>
                      <a:pt x="2743267" y="17330"/>
                    </a:lnTo>
                    <a:lnTo>
                      <a:pt x="2851125" y="8971"/>
                    </a:lnTo>
                    <a:lnTo>
                      <a:pt x="2954229" y="2837"/>
                    </a:lnTo>
                    <a:lnTo>
                      <a:pt x="3047782" y="4060"/>
                    </a:lnTo>
                    <a:lnTo>
                      <a:pt x="3131013" y="13074"/>
                    </a:lnTo>
                    <a:lnTo>
                      <a:pt x="3205750" y="25864"/>
                    </a:lnTo>
                    <a:lnTo>
                      <a:pt x="3274106" y="36800"/>
                    </a:lnTo>
                    <a:lnTo>
                      <a:pt x="3337098" y="47516"/>
                    </a:lnTo>
                    <a:lnTo>
                      <a:pt x="3347624" y="63450"/>
                    </a:lnTo>
                    <a:lnTo>
                      <a:pt x="3358841" y="81566"/>
                    </a:lnTo>
                    <a:lnTo>
                      <a:pt x="3371642" y="98874"/>
                    </a:lnTo>
                    <a:lnTo>
                      <a:pt x="3387208" y="116095"/>
                    </a:lnTo>
                    <a:lnTo>
                      <a:pt x="3406349" y="130545"/>
                    </a:lnTo>
                    <a:lnTo>
                      <a:pt x="3428376" y="143444"/>
                    </a:lnTo>
                    <a:cubicBezTo>
                      <a:pt x="3428376" y="143444"/>
                      <a:pt x="3428864" y="143597"/>
                      <a:pt x="3429067" y="143706"/>
                    </a:cubicBezTo>
                    <a:lnTo>
                      <a:pt x="3456377" y="151498"/>
                    </a:lnTo>
                    <a:lnTo>
                      <a:pt x="3486816" y="158155"/>
                    </a:lnTo>
                    <a:lnTo>
                      <a:pt x="3517296" y="162106"/>
                    </a:lnTo>
                    <a:cubicBezTo>
                      <a:pt x="3517580" y="162106"/>
                      <a:pt x="3518596" y="162106"/>
                      <a:pt x="3518881" y="162062"/>
                    </a:cubicBezTo>
                    <a:lnTo>
                      <a:pt x="3549036" y="159814"/>
                    </a:lnTo>
                    <a:lnTo>
                      <a:pt x="3580898" y="178781"/>
                    </a:lnTo>
                    <a:lnTo>
                      <a:pt x="3613938" y="196788"/>
                    </a:lnTo>
                    <a:lnTo>
                      <a:pt x="3647182" y="213093"/>
                    </a:lnTo>
                    <a:lnTo>
                      <a:pt x="3681116" y="230947"/>
                    </a:lnTo>
                    <a:lnTo>
                      <a:pt x="3715457" y="245810"/>
                    </a:lnTo>
                    <a:lnTo>
                      <a:pt x="3750204" y="255458"/>
                    </a:lnTo>
                    <a:lnTo>
                      <a:pt x="3819861" y="269209"/>
                    </a:lnTo>
                    <a:lnTo>
                      <a:pt x="3855177" y="276673"/>
                    </a:lnTo>
                    <a:lnTo>
                      <a:pt x="3890981" y="291122"/>
                    </a:lnTo>
                    <a:lnTo>
                      <a:pt x="3928288" y="306357"/>
                    </a:lnTo>
                    <a:lnTo>
                      <a:pt x="3965596" y="314935"/>
                    </a:lnTo>
                    <a:lnTo>
                      <a:pt x="4115517" y="337962"/>
                    </a:lnTo>
                    <a:lnTo>
                      <a:pt x="4115517" y="3350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0" name="Freeform: Shape 219">
                <a:extLst>
                  <a:ext uri="{FF2B5EF4-FFF2-40B4-BE49-F238E27FC236}">
                    <a16:creationId xmlns:a16="http://schemas.microsoft.com/office/drawing/2014/main" id="{99CC4866-066F-4DB9-9A59-464FBC14D6D6}"/>
                  </a:ext>
                </a:extLst>
              </p:cNvPr>
              <p:cNvSpPr/>
              <p:nvPr/>
            </p:nvSpPr>
            <p:spPr>
              <a:xfrm>
                <a:off x="0" y="5664084"/>
                <a:ext cx="940610" cy="44449"/>
              </a:xfrm>
              <a:custGeom>
                <a:avLst/>
                <a:gdLst>
                  <a:gd name="connsiteX0" fmla="*/ 938540 w 940610"/>
                  <a:gd name="connsiteY0" fmla="*/ 41645 h 44449"/>
                  <a:gd name="connsiteX1" fmla="*/ 871565 w 940610"/>
                  <a:gd name="connsiteY1" fmla="*/ 35403 h 44449"/>
                  <a:gd name="connsiteX2" fmla="*/ 774273 w 940610"/>
                  <a:gd name="connsiteY2" fmla="*/ 27785 h 44449"/>
                  <a:gd name="connsiteX3" fmla="*/ 676981 w 940610"/>
                  <a:gd name="connsiteY3" fmla="*/ 17396 h 44449"/>
                  <a:gd name="connsiteX4" fmla="*/ 676087 w 940610"/>
                  <a:gd name="connsiteY4" fmla="*/ 17396 h 44449"/>
                  <a:gd name="connsiteX5" fmla="*/ 640730 w 940610"/>
                  <a:gd name="connsiteY5" fmla="*/ 20277 h 44449"/>
                  <a:gd name="connsiteX6" fmla="*/ 543357 w 940610"/>
                  <a:gd name="connsiteY6" fmla="*/ 12114 h 44449"/>
                  <a:gd name="connsiteX7" fmla="*/ 445049 w 940610"/>
                  <a:gd name="connsiteY7" fmla="*/ 327 h 44449"/>
                  <a:gd name="connsiteX8" fmla="*/ 427980 w 940610"/>
                  <a:gd name="connsiteY8" fmla="*/ 327 h 44449"/>
                  <a:gd name="connsiteX9" fmla="*/ 407416 w 940610"/>
                  <a:gd name="connsiteY9" fmla="*/ 0 h 44449"/>
                  <a:gd name="connsiteX10" fmla="*/ 369783 w 940610"/>
                  <a:gd name="connsiteY10" fmla="*/ 2030 h 44449"/>
                  <a:gd name="connsiteX11" fmla="*/ 270297 w 940610"/>
                  <a:gd name="connsiteY11" fmla="*/ 1113 h 44449"/>
                  <a:gd name="connsiteX12" fmla="*/ 170729 w 940610"/>
                  <a:gd name="connsiteY12" fmla="*/ 3558 h 44449"/>
                  <a:gd name="connsiteX13" fmla="*/ 66406 w 940610"/>
                  <a:gd name="connsiteY13" fmla="*/ 10651 h 44449"/>
                  <a:gd name="connsiteX14" fmla="*/ 0 w 940610"/>
                  <a:gd name="connsiteY14" fmla="*/ 17505 h 44449"/>
                  <a:gd name="connsiteX15" fmla="*/ 0 w 940610"/>
                  <a:gd name="connsiteY15" fmla="*/ 20430 h 44449"/>
                  <a:gd name="connsiteX16" fmla="*/ 61651 w 940610"/>
                  <a:gd name="connsiteY16" fmla="*/ 14144 h 44449"/>
                  <a:gd name="connsiteX17" fmla="*/ 67300 w 940610"/>
                  <a:gd name="connsiteY17" fmla="*/ 13445 h 44449"/>
                  <a:gd name="connsiteX18" fmla="*/ 171135 w 940610"/>
                  <a:gd name="connsiteY18" fmla="*/ 6417 h 44449"/>
                  <a:gd name="connsiteX19" fmla="*/ 270337 w 940610"/>
                  <a:gd name="connsiteY19" fmla="*/ 3972 h 44449"/>
                  <a:gd name="connsiteX20" fmla="*/ 369946 w 940610"/>
                  <a:gd name="connsiteY20" fmla="*/ 4889 h 44449"/>
                  <a:gd name="connsiteX21" fmla="*/ 407538 w 940610"/>
                  <a:gd name="connsiteY21" fmla="*/ 2859 h 44449"/>
                  <a:gd name="connsiteX22" fmla="*/ 427899 w 940610"/>
                  <a:gd name="connsiteY22" fmla="*/ 3187 h 44449"/>
                  <a:gd name="connsiteX23" fmla="*/ 444480 w 940610"/>
                  <a:gd name="connsiteY23" fmla="*/ 3187 h 44449"/>
                  <a:gd name="connsiteX24" fmla="*/ 542422 w 940610"/>
                  <a:gd name="connsiteY24" fmla="*/ 14908 h 44449"/>
                  <a:gd name="connsiteX25" fmla="*/ 640324 w 940610"/>
                  <a:gd name="connsiteY25" fmla="*/ 23114 h 44449"/>
                  <a:gd name="connsiteX26" fmla="*/ 641096 w 940610"/>
                  <a:gd name="connsiteY26" fmla="*/ 23114 h 44449"/>
                  <a:gd name="connsiteX27" fmla="*/ 676453 w 940610"/>
                  <a:gd name="connsiteY27" fmla="*/ 20233 h 44449"/>
                  <a:gd name="connsiteX28" fmla="*/ 773420 w 940610"/>
                  <a:gd name="connsiteY28" fmla="*/ 30623 h 44449"/>
                  <a:gd name="connsiteX29" fmla="*/ 870793 w 940610"/>
                  <a:gd name="connsiteY29" fmla="*/ 38240 h 44449"/>
                  <a:gd name="connsiteX30" fmla="*/ 937646 w 940610"/>
                  <a:gd name="connsiteY30" fmla="*/ 44417 h 44449"/>
                  <a:gd name="connsiteX31" fmla="*/ 940572 w 940610"/>
                  <a:gd name="connsiteY31" fmla="*/ 43238 h 44449"/>
                  <a:gd name="connsiteX32" fmla="*/ 938500 w 940610"/>
                  <a:gd name="connsiteY32" fmla="*/ 41645 h 4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40610" h="44449">
                    <a:moveTo>
                      <a:pt x="938540" y="41645"/>
                    </a:moveTo>
                    <a:lnTo>
                      <a:pt x="871565" y="35403"/>
                    </a:lnTo>
                    <a:lnTo>
                      <a:pt x="774273" y="27785"/>
                    </a:lnTo>
                    <a:lnTo>
                      <a:pt x="676981" y="17396"/>
                    </a:lnTo>
                    <a:cubicBezTo>
                      <a:pt x="676656" y="17330"/>
                      <a:pt x="676372" y="17330"/>
                      <a:pt x="676087" y="17396"/>
                    </a:cubicBezTo>
                    <a:lnTo>
                      <a:pt x="640730" y="20277"/>
                    </a:lnTo>
                    <a:lnTo>
                      <a:pt x="543357" y="12114"/>
                    </a:lnTo>
                    <a:lnTo>
                      <a:pt x="445049" y="327"/>
                    </a:lnTo>
                    <a:lnTo>
                      <a:pt x="427980" y="327"/>
                    </a:lnTo>
                    <a:lnTo>
                      <a:pt x="407416" y="0"/>
                    </a:lnTo>
                    <a:lnTo>
                      <a:pt x="369783" y="2030"/>
                    </a:lnTo>
                    <a:lnTo>
                      <a:pt x="270297" y="1113"/>
                    </a:lnTo>
                    <a:lnTo>
                      <a:pt x="170729" y="3558"/>
                    </a:lnTo>
                    <a:lnTo>
                      <a:pt x="66406" y="10651"/>
                    </a:lnTo>
                    <a:lnTo>
                      <a:pt x="0" y="17505"/>
                    </a:lnTo>
                    <a:lnTo>
                      <a:pt x="0" y="20430"/>
                    </a:lnTo>
                    <a:lnTo>
                      <a:pt x="61651" y="14144"/>
                    </a:lnTo>
                    <a:lnTo>
                      <a:pt x="67300" y="13445"/>
                    </a:lnTo>
                    <a:lnTo>
                      <a:pt x="171135" y="6417"/>
                    </a:lnTo>
                    <a:lnTo>
                      <a:pt x="270337" y="3972"/>
                    </a:lnTo>
                    <a:lnTo>
                      <a:pt x="369946" y="4889"/>
                    </a:lnTo>
                    <a:lnTo>
                      <a:pt x="407538" y="2859"/>
                    </a:lnTo>
                    <a:lnTo>
                      <a:pt x="427899" y="3187"/>
                    </a:lnTo>
                    <a:lnTo>
                      <a:pt x="444480" y="3187"/>
                    </a:lnTo>
                    <a:lnTo>
                      <a:pt x="542422" y="14908"/>
                    </a:lnTo>
                    <a:lnTo>
                      <a:pt x="640324" y="23114"/>
                    </a:lnTo>
                    <a:cubicBezTo>
                      <a:pt x="640568" y="23180"/>
                      <a:pt x="640812" y="23180"/>
                      <a:pt x="641096" y="23114"/>
                    </a:cubicBezTo>
                    <a:lnTo>
                      <a:pt x="676453" y="20233"/>
                    </a:lnTo>
                    <a:lnTo>
                      <a:pt x="773420" y="30623"/>
                    </a:lnTo>
                    <a:lnTo>
                      <a:pt x="870793" y="38240"/>
                    </a:lnTo>
                    <a:lnTo>
                      <a:pt x="937646" y="44417"/>
                    </a:lnTo>
                    <a:cubicBezTo>
                      <a:pt x="938987" y="44592"/>
                      <a:pt x="940328" y="44046"/>
                      <a:pt x="940572" y="43238"/>
                    </a:cubicBezTo>
                    <a:cubicBezTo>
                      <a:pt x="940816" y="42496"/>
                      <a:pt x="939881" y="41754"/>
                      <a:pt x="938500" y="4164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1" name="Freeform: Shape 220">
                <a:extLst>
                  <a:ext uri="{FF2B5EF4-FFF2-40B4-BE49-F238E27FC236}">
                    <a16:creationId xmlns:a16="http://schemas.microsoft.com/office/drawing/2014/main" id="{50D11612-9D30-4969-9B7E-526D52E40EA7}"/>
                  </a:ext>
                </a:extLst>
              </p:cNvPr>
              <p:cNvSpPr/>
              <p:nvPr/>
            </p:nvSpPr>
            <p:spPr>
              <a:xfrm>
                <a:off x="7981913" y="5756563"/>
                <a:ext cx="4210086" cy="578468"/>
              </a:xfrm>
              <a:custGeom>
                <a:avLst/>
                <a:gdLst>
                  <a:gd name="connsiteX0" fmla="*/ 4210087 w 4210086"/>
                  <a:gd name="connsiteY0" fmla="*/ 575566 h 578468"/>
                  <a:gd name="connsiteX1" fmla="*/ 3097526 w 4210086"/>
                  <a:gd name="connsiteY1" fmla="*/ 364023 h 578468"/>
                  <a:gd name="connsiteX2" fmla="*/ 3065867 w 4210086"/>
                  <a:gd name="connsiteY2" fmla="*/ 356820 h 578468"/>
                  <a:gd name="connsiteX3" fmla="*/ 3034819 w 4210086"/>
                  <a:gd name="connsiteY3" fmla="*/ 349246 h 578468"/>
                  <a:gd name="connsiteX4" fmla="*/ 3003688 w 4210086"/>
                  <a:gd name="connsiteY4" fmla="*/ 340298 h 578468"/>
                  <a:gd name="connsiteX5" fmla="*/ 2973208 w 4210086"/>
                  <a:gd name="connsiteY5" fmla="*/ 333313 h 578468"/>
                  <a:gd name="connsiteX6" fmla="*/ 2943542 w 4210086"/>
                  <a:gd name="connsiteY6" fmla="*/ 327398 h 578468"/>
                  <a:gd name="connsiteX7" fmla="*/ 2916434 w 4210086"/>
                  <a:gd name="connsiteY7" fmla="*/ 317904 h 578468"/>
                  <a:gd name="connsiteX8" fmla="*/ 2915540 w 4210086"/>
                  <a:gd name="connsiteY8" fmla="*/ 317685 h 578468"/>
                  <a:gd name="connsiteX9" fmla="*/ 2855231 w 4210086"/>
                  <a:gd name="connsiteY9" fmla="*/ 311508 h 578468"/>
                  <a:gd name="connsiteX10" fmla="*/ 2826539 w 4210086"/>
                  <a:gd name="connsiteY10" fmla="*/ 303629 h 578468"/>
                  <a:gd name="connsiteX11" fmla="*/ 2798741 w 4210086"/>
                  <a:gd name="connsiteY11" fmla="*/ 299045 h 578468"/>
                  <a:gd name="connsiteX12" fmla="*/ 2770862 w 4210086"/>
                  <a:gd name="connsiteY12" fmla="*/ 289616 h 578468"/>
                  <a:gd name="connsiteX13" fmla="*/ 2743186 w 4210086"/>
                  <a:gd name="connsiteY13" fmla="*/ 281890 h 578468"/>
                  <a:gd name="connsiteX14" fmla="*/ 2716201 w 4210086"/>
                  <a:gd name="connsiteY14" fmla="*/ 274971 h 578468"/>
                  <a:gd name="connsiteX15" fmla="*/ 2689623 w 4210086"/>
                  <a:gd name="connsiteY15" fmla="*/ 267462 h 578468"/>
                  <a:gd name="connsiteX16" fmla="*/ 2663126 w 4210086"/>
                  <a:gd name="connsiteY16" fmla="*/ 254519 h 578468"/>
                  <a:gd name="connsiteX17" fmla="*/ 2636425 w 4210086"/>
                  <a:gd name="connsiteY17" fmla="*/ 240725 h 578468"/>
                  <a:gd name="connsiteX18" fmla="*/ 2610822 w 4210086"/>
                  <a:gd name="connsiteY18" fmla="*/ 232191 h 578468"/>
                  <a:gd name="connsiteX19" fmla="*/ 2585299 w 4210086"/>
                  <a:gd name="connsiteY19" fmla="*/ 215843 h 578468"/>
                  <a:gd name="connsiteX20" fmla="*/ 2559818 w 4210086"/>
                  <a:gd name="connsiteY20" fmla="*/ 196810 h 578468"/>
                  <a:gd name="connsiteX21" fmla="*/ 2559046 w 4210086"/>
                  <a:gd name="connsiteY21" fmla="*/ 196439 h 578468"/>
                  <a:gd name="connsiteX22" fmla="*/ 2534053 w 4210086"/>
                  <a:gd name="connsiteY22" fmla="*/ 188559 h 578468"/>
                  <a:gd name="connsiteX23" fmla="*/ 2532467 w 4210086"/>
                  <a:gd name="connsiteY23" fmla="*/ 188385 h 578468"/>
                  <a:gd name="connsiteX24" fmla="*/ 2500444 w 4210086"/>
                  <a:gd name="connsiteY24" fmla="*/ 190633 h 578468"/>
                  <a:gd name="connsiteX25" fmla="*/ 2485731 w 4210086"/>
                  <a:gd name="connsiteY25" fmla="*/ 182208 h 578468"/>
                  <a:gd name="connsiteX26" fmla="*/ 2483740 w 4210086"/>
                  <a:gd name="connsiteY26" fmla="*/ 181771 h 578468"/>
                  <a:gd name="connsiteX27" fmla="*/ 2396730 w 4210086"/>
                  <a:gd name="connsiteY27" fmla="*/ 184543 h 578468"/>
                  <a:gd name="connsiteX28" fmla="*/ 2379580 w 4210086"/>
                  <a:gd name="connsiteY28" fmla="*/ 175114 h 578468"/>
                  <a:gd name="connsiteX29" fmla="*/ 2363121 w 4210086"/>
                  <a:gd name="connsiteY29" fmla="*/ 161844 h 578468"/>
                  <a:gd name="connsiteX30" fmla="*/ 2347922 w 4210086"/>
                  <a:gd name="connsiteY30" fmla="*/ 142134 h 578468"/>
                  <a:gd name="connsiteX31" fmla="*/ 2333942 w 4210086"/>
                  <a:gd name="connsiteY31" fmla="*/ 117296 h 578468"/>
                  <a:gd name="connsiteX32" fmla="*/ 2305859 w 4210086"/>
                  <a:gd name="connsiteY32" fmla="*/ 60067 h 578468"/>
                  <a:gd name="connsiteX33" fmla="*/ 2289603 w 4210086"/>
                  <a:gd name="connsiteY33" fmla="*/ 30426 h 578468"/>
                  <a:gd name="connsiteX34" fmla="*/ 2270055 w 4210086"/>
                  <a:gd name="connsiteY34" fmla="*/ 6701 h 578468"/>
                  <a:gd name="connsiteX35" fmla="*/ 2268063 w 4210086"/>
                  <a:gd name="connsiteY35" fmla="*/ 5915 h 578468"/>
                  <a:gd name="connsiteX36" fmla="*/ 2183735 w 4210086"/>
                  <a:gd name="connsiteY36" fmla="*/ 0 h 578468"/>
                  <a:gd name="connsiteX37" fmla="*/ 2095750 w 4210086"/>
                  <a:gd name="connsiteY37" fmla="*/ 1113 h 578468"/>
                  <a:gd name="connsiteX38" fmla="*/ 2003579 w 4210086"/>
                  <a:gd name="connsiteY38" fmla="*/ 6221 h 578468"/>
                  <a:gd name="connsiteX39" fmla="*/ 2002807 w 4210086"/>
                  <a:gd name="connsiteY39" fmla="*/ 6395 h 578468"/>
                  <a:gd name="connsiteX40" fmla="*/ 1908562 w 4210086"/>
                  <a:gd name="connsiteY40" fmla="*/ 29466 h 578468"/>
                  <a:gd name="connsiteX41" fmla="*/ 1813221 w 4210086"/>
                  <a:gd name="connsiteY41" fmla="*/ 48171 h 578468"/>
                  <a:gd name="connsiteX42" fmla="*/ 1718570 w 4210086"/>
                  <a:gd name="connsiteY42" fmla="*/ 60700 h 578468"/>
                  <a:gd name="connsiteX43" fmla="*/ 1625505 w 4210086"/>
                  <a:gd name="connsiteY43" fmla="*/ 71089 h 578468"/>
                  <a:gd name="connsiteX44" fmla="*/ 1534837 w 4210086"/>
                  <a:gd name="connsiteY44" fmla="*/ 82330 h 578468"/>
                  <a:gd name="connsiteX45" fmla="*/ 1446323 w 4210086"/>
                  <a:gd name="connsiteY45" fmla="*/ 95600 h 578468"/>
                  <a:gd name="connsiteX46" fmla="*/ 1360003 w 4210086"/>
                  <a:gd name="connsiteY46" fmla="*/ 106732 h 578468"/>
                  <a:gd name="connsiteX47" fmla="*/ 1274863 w 4210086"/>
                  <a:gd name="connsiteY47" fmla="*/ 115266 h 578468"/>
                  <a:gd name="connsiteX48" fmla="*/ 1190007 w 4210086"/>
                  <a:gd name="connsiteY48" fmla="*/ 127838 h 578468"/>
                  <a:gd name="connsiteX49" fmla="*/ 1104784 w 4210086"/>
                  <a:gd name="connsiteY49" fmla="*/ 136787 h 578468"/>
                  <a:gd name="connsiteX50" fmla="*/ 1020050 w 4210086"/>
                  <a:gd name="connsiteY50" fmla="*/ 150429 h 578468"/>
                  <a:gd name="connsiteX51" fmla="*/ 935315 w 4210086"/>
                  <a:gd name="connsiteY51" fmla="*/ 160971 h 578468"/>
                  <a:gd name="connsiteX52" fmla="*/ 850582 w 4210086"/>
                  <a:gd name="connsiteY52" fmla="*/ 170138 h 578468"/>
                  <a:gd name="connsiteX53" fmla="*/ 766050 w 4210086"/>
                  <a:gd name="connsiteY53" fmla="*/ 176686 h 578468"/>
                  <a:gd name="connsiteX54" fmla="*/ 681397 w 4210086"/>
                  <a:gd name="connsiteY54" fmla="*/ 176511 h 578468"/>
                  <a:gd name="connsiteX55" fmla="*/ 596541 w 4210086"/>
                  <a:gd name="connsiteY55" fmla="*/ 171033 h 578468"/>
                  <a:gd name="connsiteX56" fmla="*/ 511603 w 4210086"/>
                  <a:gd name="connsiteY56" fmla="*/ 163350 h 578468"/>
                  <a:gd name="connsiteX57" fmla="*/ 510993 w 4210086"/>
                  <a:gd name="connsiteY57" fmla="*/ 163306 h 578468"/>
                  <a:gd name="connsiteX58" fmla="*/ 426340 w 4210086"/>
                  <a:gd name="connsiteY58" fmla="*/ 167737 h 578468"/>
                  <a:gd name="connsiteX59" fmla="*/ 341484 w 4210086"/>
                  <a:gd name="connsiteY59" fmla="*/ 169701 h 578468"/>
                  <a:gd name="connsiteX60" fmla="*/ 257156 w 4210086"/>
                  <a:gd name="connsiteY60" fmla="*/ 171884 h 578468"/>
                  <a:gd name="connsiteX61" fmla="*/ 172299 w 4210086"/>
                  <a:gd name="connsiteY61" fmla="*/ 166493 h 578468"/>
                  <a:gd name="connsiteX62" fmla="*/ 87646 w 4210086"/>
                  <a:gd name="connsiteY62" fmla="*/ 163459 h 578468"/>
                  <a:gd name="connsiteX63" fmla="*/ 2912 w 4210086"/>
                  <a:gd name="connsiteY63" fmla="*/ 157435 h 578468"/>
                  <a:gd name="connsiteX64" fmla="*/ 27 w 4210086"/>
                  <a:gd name="connsiteY64" fmla="*/ 158657 h 578468"/>
                  <a:gd name="connsiteX65" fmla="*/ 2221 w 4210086"/>
                  <a:gd name="connsiteY65" fmla="*/ 160207 h 578468"/>
                  <a:gd name="connsiteX66" fmla="*/ 87159 w 4210086"/>
                  <a:gd name="connsiteY66" fmla="*/ 166231 h 578468"/>
                  <a:gd name="connsiteX67" fmla="*/ 171771 w 4210086"/>
                  <a:gd name="connsiteY67" fmla="*/ 169308 h 578468"/>
                  <a:gd name="connsiteX68" fmla="*/ 256993 w 4210086"/>
                  <a:gd name="connsiteY68" fmla="*/ 174700 h 578468"/>
                  <a:gd name="connsiteX69" fmla="*/ 341727 w 4210086"/>
                  <a:gd name="connsiteY69" fmla="*/ 172517 h 578468"/>
                  <a:gd name="connsiteX70" fmla="*/ 426543 w 4210086"/>
                  <a:gd name="connsiteY70" fmla="*/ 170553 h 578468"/>
                  <a:gd name="connsiteX71" fmla="*/ 510993 w 4210086"/>
                  <a:gd name="connsiteY71" fmla="*/ 166122 h 578468"/>
                  <a:gd name="connsiteX72" fmla="*/ 595727 w 4210086"/>
                  <a:gd name="connsiteY72" fmla="*/ 173783 h 578468"/>
                  <a:gd name="connsiteX73" fmla="*/ 680950 w 4210086"/>
                  <a:gd name="connsiteY73" fmla="*/ 179327 h 578468"/>
                  <a:gd name="connsiteX74" fmla="*/ 766172 w 4210086"/>
                  <a:gd name="connsiteY74" fmla="*/ 179436 h 578468"/>
                  <a:gd name="connsiteX75" fmla="*/ 851191 w 4210086"/>
                  <a:gd name="connsiteY75" fmla="*/ 172888 h 578468"/>
                  <a:gd name="connsiteX76" fmla="*/ 936128 w 4210086"/>
                  <a:gd name="connsiteY76" fmla="*/ 163721 h 578468"/>
                  <a:gd name="connsiteX77" fmla="*/ 1021148 w 4210086"/>
                  <a:gd name="connsiteY77" fmla="*/ 153113 h 578468"/>
                  <a:gd name="connsiteX78" fmla="*/ 1105800 w 4210086"/>
                  <a:gd name="connsiteY78" fmla="*/ 139472 h 578468"/>
                  <a:gd name="connsiteX79" fmla="*/ 1191023 w 4210086"/>
                  <a:gd name="connsiteY79" fmla="*/ 130523 h 578468"/>
                  <a:gd name="connsiteX80" fmla="*/ 1275757 w 4210086"/>
                  <a:gd name="connsiteY80" fmla="*/ 117951 h 578468"/>
                  <a:gd name="connsiteX81" fmla="*/ 1360897 w 4210086"/>
                  <a:gd name="connsiteY81" fmla="*/ 109482 h 578468"/>
                  <a:gd name="connsiteX82" fmla="*/ 1447420 w 4210086"/>
                  <a:gd name="connsiteY82" fmla="*/ 98350 h 578468"/>
                  <a:gd name="connsiteX83" fmla="*/ 1535812 w 4210086"/>
                  <a:gd name="connsiteY83" fmla="*/ 85036 h 578468"/>
                  <a:gd name="connsiteX84" fmla="*/ 1626399 w 4210086"/>
                  <a:gd name="connsiteY84" fmla="*/ 73839 h 578468"/>
                  <a:gd name="connsiteX85" fmla="*/ 1719464 w 4210086"/>
                  <a:gd name="connsiteY85" fmla="*/ 63406 h 578468"/>
                  <a:gd name="connsiteX86" fmla="*/ 1814399 w 4210086"/>
                  <a:gd name="connsiteY86" fmla="*/ 50878 h 578468"/>
                  <a:gd name="connsiteX87" fmla="*/ 1910229 w 4210086"/>
                  <a:gd name="connsiteY87" fmla="*/ 32063 h 578468"/>
                  <a:gd name="connsiteX88" fmla="*/ 2004310 w 4210086"/>
                  <a:gd name="connsiteY88" fmla="*/ 9036 h 578468"/>
                  <a:gd name="connsiteX89" fmla="*/ 2095872 w 4210086"/>
                  <a:gd name="connsiteY89" fmla="*/ 3929 h 578468"/>
                  <a:gd name="connsiteX90" fmla="*/ 2183289 w 4210086"/>
                  <a:gd name="connsiteY90" fmla="*/ 2816 h 578468"/>
                  <a:gd name="connsiteX91" fmla="*/ 2265829 w 4210086"/>
                  <a:gd name="connsiteY91" fmla="*/ 8621 h 578468"/>
                  <a:gd name="connsiteX92" fmla="*/ 2284686 w 4210086"/>
                  <a:gd name="connsiteY92" fmla="*/ 31430 h 578468"/>
                  <a:gd name="connsiteX93" fmla="*/ 2300860 w 4210086"/>
                  <a:gd name="connsiteY93" fmla="*/ 60831 h 578468"/>
                  <a:gd name="connsiteX94" fmla="*/ 2328943 w 4210086"/>
                  <a:gd name="connsiteY94" fmla="*/ 118016 h 578468"/>
                  <a:gd name="connsiteX95" fmla="*/ 2343045 w 4210086"/>
                  <a:gd name="connsiteY95" fmla="*/ 143117 h 578468"/>
                  <a:gd name="connsiteX96" fmla="*/ 2358528 w 4210086"/>
                  <a:gd name="connsiteY96" fmla="*/ 163153 h 578468"/>
                  <a:gd name="connsiteX97" fmla="*/ 2375476 w 4210086"/>
                  <a:gd name="connsiteY97" fmla="*/ 176904 h 578468"/>
                  <a:gd name="connsiteX98" fmla="*/ 2393845 w 4210086"/>
                  <a:gd name="connsiteY98" fmla="*/ 186966 h 578468"/>
                  <a:gd name="connsiteX99" fmla="*/ 2395836 w 4210086"/>
                  <a:gd name="connsiteY99" fmla="*/ 187403 h 578468"/>
                  <a:gd name="connsiteX100" fmla="*/ 2482765 w 4210086"/>
                  <a:gd name="connsiteY100" fmla="*/ 184631 h 578468"/>
                  <a:gd name="connsiteX101" fmla="*/ 2497558 w 4210086"/>
                  <a:gd name="connsiteY101" fmla="*/ 193056 h 578468"/>
                  <a:gd name="connsiteX102" fmla="*/ 2499752 w 4210086"/>
                  <a:gd name="connsiteY102" fmla="*/ 193470 h 578468"/>
                  <a:gd name="connsiteX103" fmla="*/ 2532183 w 4210086"/>
                  <a:gd name="connsiteY103" fmla="*/ 191222 h 578468"/>
                  <a:gd name="connsiteX104" fmla="*/ 2555998 w 4210086"/>
                  <a:gd name="connsiteY104" fmla="*/ 198687 h 578468"/>
                  <a:gd name="connsiteX105" fmla="*/ 2581276 w 4210086"/>
                  <a:gd name="connsiteY105" fmla="*/ 217545 h 578468"/>
                  <a:gd name="connsiteX106" fmla="*/ 2607164 w 4210086"/>
                  <a:gd name="connsiteY106" fmla="*/ 234177 h 578468"/>
                  <a:gd name="connsiteX107" fmla="*/ 2607774 w 4210086"/>
                  <a:gd name="connsiteY107" fmla="*/ 234439 h 578468"/>
                  <a:gd name="connsiteX108" fmla="*/ 2633255 w 4210086"/>
                  <a:gd name="connsiteY108" fmla="*/ 242908 h 578468"/>
                  <a:gd name="connsiteX109" fmla="*/ 2659630 w 4210086"/>
                  <a:gd name="connsiteY109" fmla="*/ 256549 h 578468"/>
                  <a:gd name="connsiteX110" fmla="*/ 2686331 w 4210086"/>
                  <a:gd name="connsiteY110" fmla="*/ 269667 h 578468"/>
                  <a:gd name="connsiteX111" fmla="*/ 2686940 w 4210086"/>
                  <a:gd name="connsiteY111" fmla="*/ 269820 h 578468"/>
                  <a:gd name="connsiteX112" fmla="*/ 2713804 w 4210086"/>
                  <a:gd name="connsiteY112" fmla="*/ 277481 h 578468"/>
                  <a:gd name="connsiteX113" fmla="*/ 2740910 w 4210086"/>
                  <a:gd name="connsiteY113" fmla="*/ 284400 h 578468"/>
                  <a:gd name="connsiteX114" fmla="*/ 2768302 w 4210086"/>
                  <a:gd name="connsiteY114" fmla="*/ 292017 h 578468"/>
                  <a:gd name="connsiteX115" fmla="*/ 2796303 w 4210086"/>
                  <a:gd name="connsiteY115" fmla="*/ 301446 h 578468"/>
                  <a:gd name="connsiteX116" fmla="*/ 2796912 w 4210086"/>
                  <a:gd name="connsiteY116" fmla="*/ 301599 h 578468"/>
                  <a:gd name="connsiteX117" fmla="*/ 2824670 w 4210086"/>
                  <a:gd name="connsiteY117" fmla="*/ 306183 h 578468"/>
                  <a:gd name="connsiteX118" fmla="*/ 2853239 w 4210086"/>
                  <a:gd name="connsiteY118" fmla="*/ 314062 h 578468"/>
                  <a:gd name="connsiteX119" fmla="*/ 2853849 w 4210086"/>
                  <a:gd name="connsiteY119" fmla="*/ 314171 h 578468"/>
                  <a:gd name="connsiteX120" fmla="*/ 2913956 w 4210086"/>
                  <a:gd name="connsiteY120" fmla="*/ 320348 h 578468"/>
                  <a:gd name="connsiteX121" fmla="*/ 2941266 w 4210086"/>
                  <a:gd name="connsiteY121" fmla="*/ 329886 h 578468"/>
                  <a:gd name="connsiteX122" fmla="*/ 2971217 w 4210086"/>
                  <a:gd name="connsiteY122" fmla="*/ 335845 h 578468"/>
                  <a:gd name="connsiteX123" fmla="*/ 3001372 w 4210086"/>
                  <a:gd name="connsiteY123" fmla="*/ 342764 h 578468"/>
                  <a:gd name="connsiteX124" fmla="*/ 3032502 w 4210086"/>
                  <a:gd name="connsiteY124" fmla="*/ 351669 h 578468"/>
                  <a:gd name="connsiteX125" fmla="*/ 3063754 w 4210086"/>
                  <a:gd name="connsiteY125" fmla="*/ 359352 h 578468"/>
                  <a:gd name="connsiteX126" fmla="*/ 3095576 w 4210086"/>
                  <a:gd name="connsiteY126" fmla="*/ 366599 h 578468"/>
                  <a:gd name="connsiteX127" fmla="*/ 4209924 w 4210086"/>
                  <a:gd name="connsiteY127" fmla="*/ 578469 h 578468"/>
                  <a:gd name="connsiteX128" fmla="*/ 4209924 w 4210086"/>
                  <a:gd name="connsiteY128" fmla="*/ 575479 h 57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210086" h="578468">
                    <a:moveTo>
                      <a:pt x="4210087" y="575566"/>
                    </a:moveTo>
                    <a:lnTo>
                      <a:pt x="3097526" y="364023"/>
                    </a:lnTo>
                    <a:lnTo>
                      <a:pt x="3065867" y="356820"/>
                    </a:lnTo>
                    <a:lnTo>
                      <a:pt x="3034819" y="349246"/>
                    </a:lnTo>
                    <a:lnTo>
                      <a:pt x="3003688" y="340298"/>
                    </a:lnTo>
                    <a:lnTo>
                      <a:pt x="2973208" y="333313"/>
                    </a:lnTo>
                    <a:lnTo>
                      <a:pt x="2943542" y="327398"/>
                    </a:lnTo>
                    <a:lnTo>
                      <a:pt x="2916434" y="317904"/>
                    </a:lnTo>
                    <a:cubicBezTo>
                      <a:pt x="2916110" y="317794"/>
                      <a:pt x="2915825" y="317729"/>
                      <a:pt x="2915540" y="317685"/>
                    </a:cubicBezTo>
                    <a:lnTo>
                      <a:pt x="2855231" y="311508"/>
                    </a:lnTo>
                    <a:lnTo>
                      <a:pt x="2826539" y="303629"/>
                    </a:lnTo>
                    <a:lnTo>
                      <a:pt x="2798741" y="299045"/>
                    </a:lnTo>
                    <a:lnTo>
                      <a:pt x="2770862" y="289616"/>
                    </a:lnTo>
                    <a:lnTo>
                      <a:pt x="2743186" y="281890"/>
                    </a:lnTo>
                    <a:lnTo>
                      <a:pt x="2716201" y="274971"/>
                    </a:lnTo>
                    <a:lnTo>
                      <a:pt x="2689623" y="267462"/>
                    </a:lnTo>
                    <a:lnTo>
                      <a:pt x="2663126" y="254519"/>
                    </a:lnTo>
                    <a:lnTo>
                      <a:pt x="2636425" y="240725"/>
                    </a:lnTo>
                    <a:lnTo>
                      <a:pt x="2610822" y="232191"/>
                    </a:lnTo>
                    <a:lnTo>
                      <a:pt x="2585299" y="215843"/>
                    </a:lnTo>
                    <a:lnTo>
                      <a:pt x="2559818" y="196810"/>
                    </a:lnTo>
                    <a:cubicBezTo>
                      <a:pt x="2559615" y="196657"/>
                      <a:pt x="2559331" y="196483"/>
                      <a:pt x="2559046" y="196439"/>
                    </a:cubicBezTo>
                    <a:lnTo>
                      <a:pt x="2534053" y="188559"/>
                    </a:lnTo>
                    <a:cubicBezTo>
                      <a:pt x="2533565" y="188450"/>
                      <a:pt x="2533037" y="188385"/>
                      <a:pt x="2532467" y="188385"/>
                    </a:cubicBezTo>
                    <a:lnTo>
                      <a:pt x="2500444" y="190633"/>
                    </a:lnTo>
                    <a:lnTo>
                      <a:pt x="2485731" y="182208"/>
                    </a:lnTo>
                    <a:cubicBezTo>
                      <a:pt x="2485244" y="181946"/>
                      <a:pt x="2484553" y="181771"/>
                      <a:pt x="2483740" y="181771"/>
                    </a:cubicBezTo>
                    <a:lnTo>
                      <a:pt x="2396730" y="184543"/>
                    </a:lnTo>
                    <a:lnTo>
                      <a:pt x="2379580" y="175114"/>
                    </a:lnTo>
                    <a:lnTo>
                      <a:pt x="2363121" y="161844"/>
                    </a:lnTo>
                    <a:lnTo>
                      <a:pt x="2347922" y="142134"/>
                    </a:lnTo>
                    <a:lnTo>
                      <a:pt x="2333942" y="117296"/>
                    </a:lnTo>
                    <a:lnTo>
                      <a:pt x="2305859" y="60067"/>
                    </a:lnTo>
                    <a:lnTo>
                      <a:pt x="2289603" y="30426"/>
                    </a:lnTo>
                    <a:lnTo>
                      <a:pt x="2270055" y="6701"/>
                    </a:lnTo>
                    <a:cubicBezTo>
                      <a:pt x="2269649" y="6286"/>
                      <a:pt x="2268958" y="5959"/>
                      <a:pt x="2268063" y="5915"/>
                    </a:cubicBezTo>
                    <a:lnTo>
                      <a:pt x="2183735" y="0"/>
                    </a:lnTo>
                    <a:lnTo>
                      <a:pt x="2095750" y="1113"/>
                    </a:lnTo>
                    <a:lnTo>
                      <a:pt x="2003579" y="6221"/>
                    </a:lnTo>
                    <a:cubicBezTo>
                      <a:pt x="2003294" y="6264"/>
                      <a:pt x="2003009" y="6264"/>
                      <a:pt x="2002807" y="6395"/>
                    </a:cubicBezTo>
                    <a:lnTo>
                      <a:pt x="1908562" y="29466"/>
                    </a:lnTo>
                    <a:lnTo>
                      <a:pt x="1813221" y="48171"/>
                    </a:lnTo>
                    <a:lnTo>
                      <a:pt x="1718570" y="60700"/>
                    </a:lnTo>
                    <a:lnTo>
                      <a:pt x="1625505" y="71089"/>
                    </a:lnTo>
                    <a:lnTo>
                      <a:pt x="1534837" y="82330"/>
                    </a:lnTo>
                    <a:lnTo>
                      <a:pt x="1446323" y="95600"/>
                    </a:lnTo>
                    <a:lnTo>
                      <a:pt x="1360003" y="106732"/>
                    </a:lnTo>
                    <a:lnTo>
                      <a:pt x="1274863" y="115266"/>
                    </a:lnTo>
                    <a:lnTo>
                      <a:pt x="1190007" y="127838"/>
                    </a:lnTo>
                    <a:lnTo>
                      <a:pt x="1104784" y="136787"/>
                    </a:lnTo>
                    <a:lnTo>
                      <a:pt x="1020050" y="150429"/>
                    </a:lnTo>
                    <a:lnTo>
                      <a:pt x="935315" y="160971"/>
                    </a:lnTo>
                    <a:lnTo>
                      <a:pt x="850582" y="170138"/>
                    </a:lnTo>
                    <a:lnTo>
                      <a:pt x="766050" y="176686"/>
                    </a:lnTo>
                    <a:lnTo>
                      <a:pt x="681397" y="176511"/>
                    </a:lnTo>
                    <a:lnTo>
                      <a:pt x="596541" y="171033"/>
                    </a:lnTo>
                    <a:lnTo>
                      <a:pt x="511603" y="163350"/>
                    </a:lnTo>
                    <a:cubicBezTo>
                      <a:pt x="511603" y="163350"/>
                      <a:pt x="511197" y="163306"/>
                      <a:pt x="510993" y="163306"/>
                    </a:cubicBezTo>
                    <a:lnTo>
                      <a:pt x="426340" y="167737"/>
                    </a:lnTo>
                    <a:lnTo>
                      <a:pt x="341484" y="169701"/>
                    </a:lnTo>
                    <a:lnTo>
                      <a:pt x="257156" y="171884"/>
                    </a:lnTo>
                    <a:lnTo>
                      <a:pt x="172299" y="166493"/>
                    </a:lnTo>
                    <a:lnTo>
                      <a:pt x="87646" y="163459"/>
                    </a:lnTo>
                    <a:lnTo>
                      <a:pt x="2912" y="157435"/>
                    </a:lnTo>
                    <a:cubicBezTo>
                      <a:pt x="1327" y="157326"/>
                      <a:pt x="230" y="157850"/>
                      <a:pt x="27" y="158657"/>
                    </a:cubicBezTo>
                    <a:cubicBezTo>
                      <a:pt x="-177" y="159399"/>
                      <a:pt x="799" y="160098"/>
                      <a:pt x="2221" y="160207"/>
                    </a:cubicBezTo>
                    <a:lnTo>
                      <a:pt x="87159" y="166231"/>
                    </a:lnTo>
                    <a:lnTo>
                      <a:pt x="171771" y="169308"/>
                    </a:lnTo>
                    <a:lnTo>
                      <a:pt x="256993" y="174700"/>
                    </a:lnTo>
                    <a:lnTo>
                      <a:pt x="341727" y="172517"/>
                    </a:lnTo>
                    <a:lnTo>
                      <a:pt x="426543" y="170553"/>
                    </a:lnTo>
                    <a:lnTo>
                      <a:pt x="510993" y="166122"/>
                    </a:lnTo>
                    <a:lnTo>
                      <a:pt x="595727" y="173783"/>
                    </a:lnTo>
                    <a:lnTo>
                      <a:pt x="680950" y="179327"/>
                    </a:lnTo>
                    <a:lnTo>
                      <a:pt x="766172" y="179436"/>
                    </a:lnTo>
                    <a:lnTo>
                      <a:pt x="851191" y="172888"/>
                    </a:lnTo>
                    <a:lnTo>
                      <a:pt x="936128" y="163721"/>
                    </a:lnTo>
                    <a:lnTo>
                      <a:pt x="1021148" y="153113"/>
                    </a:lnTo>
                    <a:lnTo>
                      <a:pt x="1105800" y="139472"/>
                    </a:lnTo>
                    <a:lnTo>
                      <a:pt x="1191023" y="130523"/>
                    </a:lnTo>
                    <a:lnTo>
                      <a:pt x="1275757" y="117951"/>
                    </a:lnTo>
                    <a:lnTo>
                      <a:pt x="1360897" y="109482"/>
                    </a:lnTo>
                    <a:lnTo>
                      <a:pt x="1447420" y="98350"/>
                    </a:lnTo>
                    <a:lnTo>
                      <a:pt x="1535812" y="85036"/>
                    </a:lnTo>
                    <a:lnTo>
                      <a:pt x="1626399" y="73839"/>
                    </a:lnTo>
                    <a:lnTo>
                      <a:pt x="1719464" y="63406"/>
                    </a:lnTo>
                    <a:lnTo>
                      <a:pt x="1814399" y="50878"/>
                    </a:lnTo>
                    <a:lnTo>
                      <a:pt x="1910229" y="32063"/>
                    </a:lnTo>
                    <a:lnTo>
                      <a:pt x="2004310" y="9036"/>
                    </a:lnTo>
                    <a:lnTo>
                      <a:pt x="2095872" y="3929"/>
                    </a:lnTo>
                    <a:lnTo>
                      <a:pt x="2183289" y="2816"/>
                    </a:lnTo>
                    <a:lnTo>
                      <a:pt x="2265829" y="8621"/>
                    </a:lnTo>
                    <a:lnTo>
                      <a:pt x="2284686" y="31430"/>
                    </a:lnTo>
                    <a:lnTo>
                      <a:pt x="2300860" y="60831"/>
                    </a:lnTo>
                    <a:lnTo>
                      <a:pt x="2328943" y="118016"/>
                    </a:lnTo>
                    <a:lnTo>
                      <a:pt x="2343045" y="143117"/>
                    </a:lnTo>
                    <a:lnTo>
                      <a:pt x="2358528" y="163153"/>
                    </a:lnTo>
                    <a:lnTo>
                      <a:pt x="2375476" y="176904"/>
                    </a:lnTo>
                    <a:lnTo>
                      <a:pt x="2393845" y="186966"/>
                    </a:lnTo>
                    <a:cubicBezTo>
                      <a:pt x="2394332" y="187228"/>
                      <a:pt x="2395023" y="187403"/>
                      <a:pt x="2395836" y="187403"/>
                    </a:cubicBezTo>
                    <a:lnTo>
                      <a:pt x="2482765" y="184631"/>
                    </a:lnTo>
                    <a:lnTo>
                      <a:pt x="2497558" y="193056"/>
                    </a:lnTo>
                    <a:cubicBezTo>
                      <a:pt x="2498046" y="193383"/>
                      <a:pt x="2498939" y="193536"/>
                      <a:pt x="2499752" y="193470"/>
                    </a:cubicBezTo>
                    <a:lnTo>
                      <a:pt x="2532183" y="191222"/>
                    </a:lnTo>
                    <a:lnTo>
                      <a:pt x="2555998" y="198687"/>
                    </a:lnTo>
                    <a:lnTo>
                      <a:pt x="2581276" y="217545"/>
                    </a:lnTo>
                    <a:lnTo>
                      <a:pt x="2607164" y="234177"/>
                    </a:lnTo>
                    <a:cubicBezTo>
                      <a:pt x="2607164" y="234177"/>
                      <a:pt x="2607570" y="234395"/>
                      <a:pt x="2607774" y="234439"/>
                    </a:cubicBezTo>
                    <a:lnTo>
                      <a:pt x="2633255" y="242908"/>
                    </a:lnTo>
                    <a:lnTo>
                      <a:pt x="2659630" y="256549"/>
                    </a:lnTo>
                    <a:lnTo>
                      <a:pt x="2686331" y="269667"/>
                    </a:lnTo>
                    <a:cubicBezTo>
                      <a:pt x="2686331" y="269667"/>
                      <a:pt x="2686737" y="269776"/>
                      <a:pt x="2686940" y="269820"/>
                    </a:cubicBezTo>
                    <a:lnTo>
                      <a:pt x="2713804" y="277481"/>
                    </a:lnTo>
                    <a:lnTo>
                      <a:pt x="2740910" y="284400"/>
                    </a:lnTo>
                    <a:lnTo>
                      <a:pt x="2768302" y="292017"/>
                    </a:lnTo>
                    <a:lnTo>
                      <a:pt x="2796303" y="301446"/>
                    </a:lnTo>
                    <a:cubicBezTo>
                      <a:pt x="2796303" y="301446"/>
                      <a:pt x="2796709" y="301599"/>
                      <a:pt x="2796912" y="301599"/>
                    </a:cubicBezTo>
                    <a:lnTo>
                      <a:pt x="2824670" y="306183"/>
                    </a:lnTo>
                    <a:lnTo>
                      <a:pt x="2853239" y="314062"/>
                    </a:lnTo>
                    <a:cubicBezTo>
                      <a:pt x="2853239" y="314062"/>
                      <a:pt x="2853646" y="314171"/>
                      <a:pt x="2853849" y="314171"/>
                    </a:cubicBezTo>
                    <a:lnTo>
                      <a:pt x="2913956" y="320348"/>
                    </a:lnTo>
                    <a:lnTo>
                      <a:pt x="2941266" y="329886"/>
                    </a:lnTo>
                    <a:lnTo>
                      <a:pt x="2971217" y="335845"/>
                    </a:lnTo>
                    <a:lnTo>
                      <a:pt x="3001372" y="342764"/>
                    </a:lnTo>
                    <a:lnTo>
                      <a:pt x="3032502" y="351669"/>
                    </a:lnTo>
                    <a:lnTo>
                      <a:pt x="3063754" y="359352"/>
                    </a:lnTo>
                    <a:lnTo>
                      <a:pt x="3095576" y="366599"/>
                    </a:lnTo>
                    <a:lnTo>
                      <a:pt x="4209924" y="578469"/>
                    </a:lnTo>
                    <a:lnTo>
                      <a:pt x="4209924" y="57547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2" name="Freeform: Shape 221">
                <a:extLst>
                  <a:ext uri="{FF2B5EF4-FFF2-40B4-BE49-F238E27FC236}">
                    <a16:creationId xmlns:a16="http://schemas.microsoft.com/office/drawing/2014/main" id="{F6BF5350-49D6-41A6-A3B8-1577A5C2EC89}"/>
                  </a:ext>
                </a:extLst>
              </p:cNvPr>
              <p:cNvSpPr/>
              <p:nvPr/>
            </p:nvSpPr>
            <p:spPr>
              <a:xfrm>
                <a:off x="5179387" y="5448527"/>
                <a:ext cx="7012612" cy="1346215"/>
              </a:xfrm>
              <a:custGeom>
                <a:avLst/>
                <a:gdLst>
                  <a:gd name="connsiteX0" fmla="*/ 7012613 w 7012612"/>
                  <a:gd name="connsiteY0" fmla="*/ 1343050 h 1346215"/>
                  <a:gd name="connsiteX1" fmla="*/ 6957342 w 7012612"/>
                  <a:gd name="connsiteY1" fmla="*/ 1329191 h 1346215"/>
                  <a:gd name="connsiteX2" fmla="*/ 6956366 w 7012612"/>
                  <a:gd name="connsiteY2" fmla="*/ 1329081 h 1346215"/>
                  <a:gd name="connsiteX3" fmla="*/ 6772430 w 7012612"/>
                  <a:gd name="connsiteY3" fmla="*/ 1327204 h 1346215"/>
                  <a:gd name="connsiteX4" fmla="*/ 6707528 w 7012612"/>
                  <a:gd name="connsiteY4" fmla="*/ 1309612 h 1346215"/>
                  <a:gd name="connsiteX5" fmla="*/ 6643642 w 7012612"/>
                  <a:gd name="connsiteY5" fmla="*/ 1291824 h 1346215"/>
                  <a:gd name="connsiteX6" fmla="*/ 6581219 w 7012612"/>
                  <a:gd name="connsiteY6" fmla="*/ 1275083 h 1346215"/>
                  <a:gd name="connsiteX7" fmla="*/ 6520300 w 7012612"/>
                  <a:gd name="connsiteY7" fmla="*/ 1258080 h 1346215"/>
                  <a:gd name="connsiteX8" fmla="*/ 6460477 w 7012612"/>
                  <a:gd name="connsiteY8" fmla="*/ 1240073 h 1346215"/>
                  <a:gd name="connsiteX9" fmla="*/ 6459299 w 7012612"/>
                  <a:gd name="connsiteY9" fmla="*/ 1239855 h 1346215"/>
                  <a:gd name="connsiteX10" fmla="*/ 6285969 w 7012612"/>
                  <a:gd name="connsiteY10" fmla="*/ 1240597 h 1346215"/>
                  <a:gd name="connsiteX11" fmla="*/ 6230008 w 7012612"/>
                  <a:gd name="connsiteY11" fmla="*/ 1223266 h 1346215"/>
                  <a:gd name="connsiteX12" fmla="*/ 6228829 w 7012612"/>
                  <a:gd name="connsiteY12" fmla="*/ 1223114 h 1346215"/>
                  <a:gd name="connsiteX13" fmla="*/ 6228829 w 7012612"/>
                  <a:gd name="connsiteY13" fmla="*/ 1223114 h 1346215"/>
                  <a:gd name="connsiteX14" fmla="*/ 6057451 w 7012612"/>
                  <a:gd name="connsiteY14" fmla="*/ 1223550 h 1346215"/>
                  <a:gd name="connsiteX15" fmla="*/ 6004456 w 7012612"/>
                  <a:gd name="connsiteY15" fmla="*/ 1206067 h 1346215"/>
                  <a:gd name="connsiteX16" fmla="*/ 5952153 w 7012612"/>
                  <a:gd name="connsiteY16" fmla="*/ 1191465 h 1346215"/>
                  <a:gd name="connsiteX17" fmla="*/ 5950974 w 7012612"/>
                  <a:gd name="connsiteY17" fmla="*/ 1191312 h 1346215"/>
                  <a:gd name="connsiteX18" fmla="*/ 5782886 w 7012612"/>
                  <a:gd name="connsiteY18" fmla="*/ 1193277 h 1346215"/>
                  <a:gd name="connsiteX19" fmla="*/ 5615124 w 7012612"/>
                  <a:gd name="connsiteY19" fmla="*/ 1194390 h 1346215"/>
                  <a:gd name="connsiteX20" fmla="*/ 5568308 w 7012612"/>
                  <a:gd name="connsiteY20" fmla="*/ 1187580 h 1346215"/>
                  <a:gd name="connsiteX21" fmla="*/ 5521856 w 7012612"/>
                  <a:gd name="connsiteY21" fmla="*/ 1179853 h 1346215"/>
                  <a:gd name="connsiteX22" fmla="*/ 5521084 w 7012612"/>
                  <a:gd name="connsiteY22" fmla="*/ 1179810 h 1346215"/>
                  <a:gd name="connsiteX23" fmla="*/ 5356695 w 7012612"/>
                  <a:gd name="connsiteY23" fmla="*/ 1181992 h 1346215"/>
                  <a:gd name="connsiteX24" fmla="*/ 5192307 w 7012612"/>
                  <a:gd name="connsiteY24" fmla="*/ 1183760 h 1346215"/>
                  <a:gd name="connsiteX25" fmla="*/ 5028080 w 7012612"/>
                  <a:gd name="connsiteY25" fmla="*/ 1186118 h 1346215"/>
                  <a:gd name="connsiteX26" fmla="*/ 4864667 w 7012612"/>
                  <a:gd name="connsiteY26" fmla="*/ 1187776 h 1346215"/>
                  <a:gd name="connsiteX27" fmla="*/ 4826547 w 7012612"/>
                  <a:gd name="connsiteY27" fmla="*/ 1173807 h 1346215"/>
                  <a:gd name="connsiteX28" fmla="*/ 3723617 w 7012612"/>
                  <a:gd name="connsiteY28" fmla="*/ 753908 h 1346215"/>
                  <a:gd name="connsiteX29" fmla="*/ 3704964 w 7012612"/>
                  <a:gd name="connsiteY29" fmla="*/ 738674 h 1346215"/>
                  <a:gd name="connsiteX30" fmla="*/ 3704272 w 7012612"/>
                  <a:gd name="connsiteY30" fmla="*/ 738302 h 1346215"/>
                  <a:gd name="connsiteX31" fmla="*/ 3685822 w 7012612"/>
                  <a:gd name="connsiteY31" fmla="*/ 731580 h 1346215"/>
                  <a:gd name="connsiteX32" fmla="*/ 3684115 w 7012612"/>
                  <a:gd name="connsiteY32" fmla="*/ 731318 h 1346215"/>
                  <a:gd name="connsiteX33" fmla="*/ 3652253 w 7012612"/>
                  <a:gd name="connsiteY33" fmla="*/ 733566 h 1346215"/>
                  <a:gd name="connsiteX34" fmla="*/ 3590156 w 7012612"/>
                  <a:gd name="connsiteY34" fmla="*/ 728088 h 1346215"/>
                  <a:gd name="connsiteX35" fmla="*/ 3589261 w 7012612"/>
                  <a:gd name="connsiteY35" fmla="*/ 728088 h 1346215"/>
                  <a:gd name="connsiteX36" fmla="*/ 3553742 w 7012612"/>
                  <a:gd name="connsiteY36" fmla="*/ 731973 h 1346215"/>
                  <a:gd name="connsiteX37" fmla="*/ 3551750 w 7012612"/>
                  <a:gd name="connsiteY37" fmla="*/ 732191 h 1346215"/>
                  <a:gd name="connsiteX38" fmla="*/ 3333188 w 7012612"/>
                  <a:gd name="connsiteY38" fmla="*/ 731820 h 1346215"/>
                  <a:gd name="connsiteX39" fmla="*/ 2835592 w 7012612"/>
                  <a:gd name="connsiteY39" fmla="*/ 513926 h 1346215"/>
                  <a:gd name="connsiteX40" fmla="*/ 2826286 w 7012612"/>
                  <a:gd name="connsiteY40" fmla="*/ 494325 h 1346215"/>
                  <a:gd name="connsiteX41" fmla="*/ 2816857 w 7012612"/>
                  <a:gd name="connsiteY41" fmla="*/ 478610 h 1346215"/>
                  <a:gd name="connsiteX42" fmla="*/ 2807511 w 7012612"/>
                  <a:gd name="connsiteY42" fmla="*/ 466409 h 1346215"/>
                  <a:gd name="connsiteX43" fmla="*/ 2805803 w 7012612"/>
                  <a:gd name="connsiteY43" fmla="*/ 465602 h 1346215"/>
                  <a:gd name="connsiteX44" fmla="*/ 2722369 w 7012612"/>
                  <a:gd name="connsiteY44" fmla="*/ 453815 h 1346215"/>
                  <a:gd name="connsiteX45" fmla="*/ 2714120 w 7012612"/>
                  <a:gd name="connsiteY45" fmla="*/ 439650 h 1346215"/>
                  <a:gd name="connsiteX46" fmla="*/ 2705382 w 7012612"/>
                  <a:gd name="connsiteY46" fmla="*/ 422385 h 1346215"/>
                  <a:gd name="connsiteX47" fmla="*/ 2694694 w 7012612"/>
                  <a:gd name="connsiteY47" fmla="*/ 405862 h 1346215"/>
                  <a:gd name="connsiteX48" fmla="*/ 2683761 w 7012612"/>
                  <a:gd name="connsiteY48" fmla="*/ 388074 h 1346215"/>
                  <a:gd name="connsiteX49" fmla="*/ 2683355 w 7012612"/>
                  <a:gd name="connsiteY49" fmla="*/ 387703 h 1346215"/>
                  <a:gd name="connsiteX50" fmla="*/ 2681080 w 7012612"/>
                  <a:gd name="connsiteY50" fmla="*/ 387004 h 1346215"/>
                  <a:gd name="connsiteX51" fmla="*/ 2603091 w 7012612"/>
                  <a:gd name="connsiteY51" fmla="*/ 389667 h 1346215"/>
                  <a:gd name="connsiteX52" fmla="*/ 2519738 w 7012612"/>
                  <a:gd name="connsiteY52" fmla="*/ 391959 h 1346215"/>
                  <a:gd name="connsiteX53" fmla="*/ 2437199 w 7012612"/>
                  <a:gd name="connsiteY53" fmla="*/ 404793 h 1346215"/>
                  <a:gd name="connsiteX54" fmla="*/ 2354456 w 7012612"/>
                  <a:gd name="connsiteY54" fmla="*/ 416034 h 1346215"/>
                  <a:gd name="connsiteX55" fmla="*/ 2271916 w 7012612"/>
                  <a:gd name="connsiteY55" fmla="*/ 428562 h 1346215"/>
                  <a:gd name="connsiteX56" fmla="*/ 2189660 w 7012612"/>
                  <a:gd name="connsiteY56" fmla="*/ 439912 h 1346215"/>
                  <a:gd name="connsiteX57" fmla="*/ 2106795 w 7012612"/>
                  <a:gd name="connsiteY57" fmla="*/ 445718 h 1346215"/>
                  <a:gd name="connsiteX58" fmla="*/ 2023971 w 7012612"/>
                  <a:gd name="connsiteY58" fmla="*/ 454252 h 1346215"/>
                  <a:gd name="connsiteX59" fmla="*/ 1941919 w 7012612"/>
                  <a:gd name="connsiteY59" fmla="*/ 467522 h 1346215"/>
                  <a:gd name="connsiteX60" fmla="*/ 1859379 w 7012612"/>
                  <a:gd name="connsiteY60" fmla="*/ 471997 h 1346215"/>
                  <a:gd name="connsiteX61" fmla="*/ 1694503 w 7012612"/>
                  <a:gd name="connsiteY61" fmla="*/ 479287 h 1346215"/>
                  <a:gd name="connsiteX62" fmla="*/ 1612044 w 7012612"/>
                  <a:gd name="connsiteY62" fmla="*/ 479178 h 1346215"/>
                  <a:gd name="connsiteX63" fmla="*/ 1530114 w 7012612"/>
                  <a:gd name="connsiteY63" fmla="*/ 482103 h 1346215"/>
                  <a:gd name="connsiteX64" fmla="*/ 1448752 w 7012612"/>
                  <a:gd name="connsiteY64" fmla="*/ 484438 h 1346215"/>
                  <a:gd name="connsiteX65" fmla="*/ 1369870 w 7012612"/>
                  <a:gd name="connsiteY65" fmla="*/ 485835 h 1346215"/>
                  <a:gd name="connsiteX66" fmla="*/ 1305984 w 7012612"/>
                  <a:gd name="connsiteY66" fmla="*/ 483543 h 1346215"/>
                  <a:gd name="connsiteX67" fmla="*/ 1294483 w 7012612"/>
                  <a:gd name="connsiteY67" fmla="*/ 482692 h 1346215"/>
                  <a:gd name="connsiteX68" fmla="*/ 1292410 w 7012612"/>
                  <a:gd name="connsiteY68" fmla="*/ 481950 h 1346215"/>
                  <a:gd name="connsiteX69" fmla="*/ 1290419 w 7012612"/>
                  <a:gd name="connsiteY69" fmla="*/ 480509 h 1346215"/>
                  <a:gd name="connsiteX70" fmla="*/ 1289322 w 7012612"/>
                  <a:gd name="connsiteY70" fmla="*/ 480029 h 1346215"/>
                  <a:gd name="connsiteX71" fmla="*/ 1213813 w 7012612"/>
                  <a:gd name="connsiteY71" fmla="*/ 462284 h 1346215"/>
                  <a:gd name="connsiteX72" fmla="*/ 1209342 w 7012612"/>
                  <a:gd name="connsiteY72" fmla="*/ 451305 h 1346215"/>
                  <a:gd name="connsiteX73" fmla="*/ 1207960 w 7012612"/>
                  <a:gd name="connsiteY73" fmla="*/ 450345 h 1346215"/>
                  <a:gd name="connsiteX74" fmla="*/ 1129281 w 7012612"/>
                  <a:gd name="connsiteY74" fmla="*/ 429413 h 1346215"/>
                  <a:gd name="connsiteX75" fmla="*/ 1127696 w 7012612"/>
                  <a:gd name="connsiteY75" fmla="*/ 420290 h 1346215"/>
                  <a:gd name="connsiteX76" fmla="*/ 1127209 w 7012612"/>
                  <a:gd name="connsiteY76" fmla="*/ 409202 h 1346215"/>
                  <a:gd name="connsiteX77" fmla="*/ 1127778 w 7012612"/>
                  <a:gd name="connsiteY77" fmla="*/ 399598 h 1346215"/>
                  <a:gd name="connsiteX78" fmla="*/ 1132126 w 7012612"/>
                  <a:gd name="connsiteY78" fmla="*/ 371529 h 1346215"/>
                  <a:gd name="connsiteX79" fmla="*/ 1135012 w 7012612"/>
                  <a:gd name="connsiteY79" fmla="*/ 349463 h 1346215"/>
                  <a:gd name="connsiteX80" fmla="*/ 1139360 w 7012612"/>
                  <a:gd name="connsiteY80" fmla="*/ 322769 h 1346215"/>
                  <a:gd name="connsiteX81" fmla="*/ 1148301 w 7012612"/>
                  <a:gd name="connsiteY81" fmla="*/ 262287 h 1346215"/>
                  <a:gd name="connsiteX82" fmla="*/ 1152568 w 7012612"/>
                  <a:gd name="connsiteY82" fmla="*/ 236227 h 1346215"/>
                  <a:gd name="connsiteX83" fmla="*/ 1156226 w 7012612"/>
                  <a:gd name="connsiteY83" fmla="*/ 218547 h 1346215"/>
                  <a:gd name="connsiteX84" fmla="*/ 1159396 w 7012612"/>
                  <a:gd name="connsiteY84" fmla="*/ 197921 h 1346215"/>
                  <a:gd name="connsiteX85" fmla="*/ 1161672 w 7012612"/>
                  <a:gd name="connsiteY85" fmla="*/ 173628 h 1346215"/>
                  <a:gd name="connsiteX86" fmla="*/ 1162078 w 7012612"/>
                  <a:gd name="connsiteY86" fmla="*/ 145341 h 1346215"/>
                  <a:gd name="connsiteX87" fmla="*/ 1159314 w 7012612"/>
                  <a:gd name="connsiteY87" fmla="*/ 117250 h 1346215"/>
                  <a:gd name="connsiteX88" fmla="*/ 1153950 w 7012612"/>
                  <a:gd name="connsiteY88" fmla="*/ 96886 h 1346215"/>
                  <a:gd name="connsiteX89" fmla="*/ 1147326 w 7012612"/>
                  <a:gd name="connsiteY89" fmla="*/ 80036 h 1346215"/>
                  <a:gd name="connsiteX90" fmla="*/ 1145944 w 7012612"/>
                  <a:gd name="connsiteY90" fmla="*/ 79075 h 1346215"/>
                  <a:gd name="connsiteX91" fmla="*/ 1075596 w 7012612"/>
                  <a:gd name="connsiteY91" fmla="*/ 60545 h 1346215"/>
                  <a:gd name="connsiteX92" fmla="*/ 1004557 w 7012612"/>
                  <a:gd name="connsiteY92" fmla="*/ 52447 h 1346215"/>
                  <a:gd name="connsiteX93" fmla="*/ 929455 w 7012612"/>
                  <a:gd name="connsiteY93" fmla="*/ 44131 h 1346215"/>
                  <a:gd name="connsiteX94" fmla="*/ 851426 w 7012612"/>
                  <a:gd name="connsiteY94" fmla="*/ 40508 h 1346215"/>
                  <a:gd name="connsiteX95" fmla="*/ 770024 w 7012612"/>
                  <a:gd name="connsiteY95" fmla="*/ 36928 h 1346215"/>
                  <a:gd name="connsiteX96" fmla="*/ 698904 w 7012612"/>
                  <a:gd name="connsiteY96" fmla="*/ 35553 h 1346215"/>
                  <a:gd name="connsiteX97" fmla="*/ 690044 w 7012612"/>
                  <a:gd name="connsiteY97" fmla="*/ 34266 h 1346215"/>
                  <a:gd name="connsiteX98" fmla="*/ 604578 w 7012612"/>
                  <a:gd name="connsiteY98" fmla="*/ 24465 h 1346215"/>
                  <a:gd name="connsiteX99" fmla="*/ 603847 w 7012612"/>
                  <a:gd name="connsiteY99" fmla="*/ 24465 h 1346215"/>
                  <a:gd name="connsiteX100" fmla="*/ 537969 w 7012612"/>
                  <a:gd name="connsiteY100" fmla="*/ 27390 h 1346215"/>
                  <a:gd name="connsiteX101" fmla="*/ 521226 w 7012612"/>
                  <a:gd name="connsiteY101" fmla="*/ 27761 h 1346215"/>
                  <a:gd name="connsiteX102" fmla="*/ 516715 w 7012612"/>
                  <a:gd name="connsiteY102" fmla="*/ 28394 h 1346215"/>
                  <a:gd name="connsiteX103" fmla="*/ 440840 w 7012612"/>
                  <a:gd name="connsiteY103" fmla="*/ 34418 h 1346215"/>
                  <a:gd name="connsiteX104" fmla="*/ 438970 w 7012612"/>
                  <a:gd name="connsiteY104" fmla="*/ 35226 h 1346215"/>
                  <a:gd name="connsiteX105" fmla="*/ 437223 w 7012612"/>
                  <a:gd name="connsiteY105" fmla="*/ 37147 h 1346215"/>
                  <a:gd name="connsiteX106" fmla="*/ 429420 w 7012612"/>
                  <a:gd name="connsiteY106" fmla="*/ 37321 h 1346215"/>
                  <a:gd name="connsiteX107" fmla="*/ 410604 w 7012612"/>
                  <a:gd name="connsiteY107" fmla="*/ 36732 h 1346215"/>
                  <a:gd name="connsiteX108" fmla="*/ 353261 w 7012612"/>
                  <a:gd name="connsiteY108" fmla="*/ 37911 h 1346215"/>
                  <a:gd name="connsiteX109" fmla="*/ 337655 w 7012612"/>
                  <a:gd name="connsiteY109" fmla="*/ 37321 h 1346215"/>
                  <a:gd name="connsiteX110" fmla="*/ 283075 w 7012612"/>
                  <a:gd name="connsiteY110" fmla="*/ 27412 h 1346215"/>
                  <a:gd name="connsiteX111" fmla="*/ 268770 w 7012612"/>
                  <a:gd name="connsiteY111" fmla="*/ 22785 h 1346215"/>
                  <a:gd name="connsiteX112" fmla="*/ 187165 w 7012612"/>
                  <a:gd name="connsiteY112" fmla="*/ 456 h 1346215"/>
                  <a:gd name="connsiteX113" fmla="*/ 184686 w 7012612"/>
                  <a:gd name="connsiteY113" fmla="*/ 522 h 1346215"/>
                  <a:gd name="connsiteX114" fmla="*/ 171193 w 7012612"/>
                  <a:gd name="connsiteY114" fmla="*/ 5149 h 1346215"/>
                  <a:gd name="connsiteX115" fmla="*/ 158961 w 7012612"/>
                  <a:gd name="connsiteY115" fmla="*/ 10475 h 1346215"/>
                  <a:gd name="connsiteX116" fmla="*/ 148435 w 7012612"/>
                  <a:gd name="connsiteY116" fmla="*/ 12330 h 1346215"/>
                  <a:gd name="connsiteX117" fmla="*/ 132464 w 7012612"/>
                  <a:gd name="connsiteY117" fmla="*/ 11042 h 1346215"/>
                  <a:gd name="connsiteX118" fmla="*/ 109177 w 7012612"/>
                  <a:gd name="connsiteY118" fmla="*/ 6677 h 1346215"/>
                  <a:gd name="connsiteX119" fmla="*/ 87841 w 7012612"/>
                  <a:gd name="connsiteY119" fmla="*/ 173 h 1346215"/>
                  <a:gd name="connsiteX120" fmla="*/ 86296 w 7012612"/>
                  <a:gd name="connsiteY120" fmla="*/ 20 h 1346215"/>
                  <a:gd name="connsiteX121" fmla="*/ 2212 w 7012612"/>
                  <a:gd name="connsiteY121" fmla="*/ 5891 h 1346215"/>
                  <a:gd name="connsiteX122" fmla="*/ 18 w 7012612"/>
                  <a:gd name="connsiteY122" fmla="*/ 7441 h 1346215"/>
                  <a:gd name="connsiteX123" fmla="*/ 2863 w 7012612"/>
                  <a:gd name="connsiteY123" fmla="*/ 8663 h 1346215"/>
                  <a:gd name="connsiteX124" fmla="*/ 86093 w 7012612"/>
                  <a:gd name="connsiteY124" fmla="*/ 2901 h 1346215"/>
                  <a:gd name="connsiteX125" fmla="*/ 107104 w 7012612"/>
                  <a:gd name="connsiteY125" fmla="*/ 9252 h 1346215"/>
                  <a:gd name="connsiteX126" fmla="*/ 131204 w 7012612"/>
                  <a:gd name="connsiteY126" fmla="*/ 13792 h 1346215"/>
                  <a:gd name="connsiteX127" fmla="*/ 148232 w 7012612"/>
                  <a:gd name="connsiteY127" fmla="*/ 15167 h 1346215"/>
                  <a:gd name="connsiteX128" fmla="*/ 149370 w 7012612"/>
                  <a:gd name="connsiteY128" fmla="*/ 15124 h 1346215"/>
                  <a:gd name="connsiteX129" fmla="*/ 160871 w 7012612"/>
                  <a:gd name="connsiteY129" fmla="*/ 13094 h 1346215"/>
                  <a:gd name="connsiteX130" fmla="*/ 161643 w 7012612"/>
                  <a:gd name="connsiteY130" fmla="*/ 12876 h 1346215"/>
                  <a:gd name="connsiteX131" fmla="*/ 173998 w 7012612"/>
                  <a:gd name="connsiteY131" fmla="*/ 7441 h 1346215"/>
                  <a:gd name="connsiteX132" fmla="*/ 186108 w 7012612"/>
                  <a:gd name="connsiteY132" fmla="*/ 3337 h 1346215"/>
                  <a:gd name="connsiteX133" fmla="*/ 266250 w 7012612"/>
                  <a:gd name="connsiteY133" fmla="*/ 25251 h 1346215"/>
                  <a:gd name="connsiteX134" fmla="*/ 280881 w 7012612"/>
                  <a:gd name="connsiteY134" fmla="*/ 29988 h 1346215"/>
                  <a:gd name="connsiteX135" fmla="*/ 336558 w 7012612"/>
                  <a:gd name="connsiteY135" fmla="*/ 40115 h 1346215"/>
                  <a:gd name="connsiteX136" fmla="*/ 353057 w 7012612"/>
                  <a:gd name="connsiteY136" fmla="*/ 40748 h 1346215"/>
                  <a:gd name="connsiteX137" fmla="*/ 410441 w 7012612"/>
                  <a:gd name="connsiteY137" fmla="*/ 39569 h 1346215"/>
                  <a:gd name="connsiteX138" fmla="*/ 429217 w 7012612"/>
                  <a:gd name="connsiteY138" fmla="*/ 40159 h 1346215"/>
                  <a:gd name="connsiteX139" fmla="*/ 438727 w 7012612"/>
                  <a:gd name="connsiteY139" fmla="*/ 39941 h 1346215"/>
                  <a:gd name="connsiteX140" fmla="*/ 440880 w 7012612"/>
                  <a:gd name="connsiteY140" fmla="*/ 39198 h 1346215"/>
                  <a:gd name="connsiteX141" fmla="*/ 442669 w 7012612"/>
                  <a:gd name="connsiteY141" fmla="*/ 37169 h 1346215"/>
                  <a:gd name="connsiteX142" fmla="*/ 516918 w 7012612"/>
                  <a:gd name="connsiteY142" fmla="*/ 31297 h 1346215"/>
                  <a:gd name="connsiteX143" fmla="*/ 517568 w 7012612"/>
                  <a:gd name="connsiteY143" fmla="*/ 31254 h 1346215"/>
                  <a:gd name="connsiteX144" fmla="*/ 521713 w 7012612"/>
                  <a:gd name="connsiteY144" fmla="*/ 30555 h 1346215"/>
                  <a:gd name="connsiteX145" fmla="*/ 537969 w 7012612"/>
                  <a:gd name="connsiteY145" fmla="*/ 30228 h 1346215"/>
                  <a:gd name="connsiteX146" fmla="*/ 603603 w 7012612"/>
                  <a:gd name="connsiteY146" fmla="*/ 27303 h 1346215"/>
                  <a:gd name="connsiteX147" fmla="*/ 688622 w 7012612"/>
                  <a:gd name="connsiteY147" fmla="*/ 36994 h 1346215"/>
                  <a:gd name="connsiteX148" fmla="*/ 697888 w 7012612"/>
                  <a:gd name="connsiteY148" fmla="*/ 38325 h 1346215"/>
                  <a:gd name="connsiteX149" fmla="*/ 769455 w 7012612"/>
                  <a:gd name="connsiteY149" fmla="*/ 39766 h 1346215"/>
                  <a:gd name="connsiteX150" fmla="*/ 928479 w 7012612"/>
                  <a:gd name="connsiteY150" fmla="*/ 46969 h 1346215"/>
                  <a:gd name="connsiteX151" fmla="*/ 1003257 w 7012612"/>
                  <a:gd name="connsiteY151" fmla="*/ 55175 h 1346215"/>
                  <a:gd name="connsiteX152" fmla="*/ 1073727 w 7012612"/>
                  <a:gd name="connsiteY152" fmla="*/ 63229 h 1346215"/>
                  <a:gd name="connsiteX153" fmla="*/ 1142286 w 7012612"/>
                  <a:gd name="connsiteY153" fmla="*/ 81345 h 1346215"/>
                  <a:gd name="connsiteX154" fmla="*/ 1148748 w 7012612"/>
                  <a:gd name="connsiteY154" fmla="*/ 97388 h 1346215"/>
                  <a:gd name="connsiteX155" fmla="*/ 1154112 w 7012612"/>
                  <a:gd name="connsiteY155" fmla="*/ 117534 h 1346215"/>
                  <a:gd name="connsiteX156" fmla="*/ 1156673 w 7012612"/>
                  <a:gd name="connsiteY156" fmla="*/ 145406 h 1346215"/>
                  <a:gd name="connsiteX157" fmla="*/ 1156388 w 7012612"/>
                  <a:gd name="connsiteY157" fmla="*/ 173606 h 1346215"/>
                  <a:gd name="connsiteX158" fmla="*/ 1154112 w 7012612"/>
                  <a:gd name="connsiteY158" fmla="*/ 197746 h 1346215"/>
                  <a:gd name="connsiteX159" fmla="*/ 1150943 w 7012612"/>
                  <a:gd name="connsiteY159" fmla="*/ 218263 h 1346215"/>
                  <a:gd name="connsiteX160" fmla="*/ 1147285 w 7012612"/>
                  <a:gd name="connsiteY160" fmla="*/ 236008 h 1346215"/>
                  <a:gd name="connsiteX161" fmla="*/ 1143018 w 7012612"/>
                  <a:gd name="connsiteY161" fmla="*/ 262069 h 1346215"/>
                  <a:gd name="connsiteX162" fmla="*/ 1134077 w 7012612"/>
                  <a:gd name="connsiteY162" fmla="*/ 322551 h 1346215"/>
                  <a:gd name="connsiteX163" fmla="*/ 1129728 w 7012612"/>
                  <a:gd name="connsiteY163" fmla="*/ 349310 h 1346215"/>
                  <a:gd name="connsiteX164" fmla="*/ 1126843 w 7012612"/>
                  <a:gd name="connsiteY164" fmla="*/ 371377 h 1346215"/>
                  <a:gd name="connsiteX165" fmla="*/ 1122495 w 7012612"/>
                  <a:gd name="connsiteY165" fmla="*/ 399511 h 1346215"/>
                  <a:gd name="connsiteX166" fmla="*/ 1121926 w 7012612"/>
                  <a:gd name="connsiteY166" fmla="*/ 409202 h 1346215"/>
                  <a:gd name="connsiteX167" fmla="*/ 1122413 w 7012612"/>
                  <a:gd name="connsiteY167" fmla="*/ 420508 h 1346215"/>
                  <a:gd name="connsiteX168" fmla="*/ 1124080 w 7012612"/>
                  <a:gd name="connsiteY168" fmla="*/ 430526 h 1346215"/>
                  <a:gd name="connsiteX169" fmla="*/ 1125583 w 7012612"/>
                  <a:gd name="connsiteY169" fmla="*/ 431640 h 1346215"/>
                  <a:gd name="connsiteX170" fmla="*/ 1204384 w 7012612"/>
                  <a:gd name="connsiteY170" fmla="*/ 452637 h 1346215"/>
                  <a:gd name="connsiteX171" fmla="*/ 1208855 w 7012612"/>
                  <a:gd name="connsiteY171" fmla="*/ 463681 h 1346215"/>
                  <a:gd name="connsiteX172" fmla="*/ 1210358 w 7012612"/>
                  <a:gd name="connsiteY172" fmla="*/ 464641 h 1346215"/>
                  <a:gd name="connsiteX173" fmla="*/ 1286355 w 7012612"/>
                  <a:gd name="connsiteY173" fmla="*/ 482495 h 1346215"/>
                  <a:gd name="connsiteX174" fmla="*/ 1288428 w 7012612"/>
                  <a:gd name="connsiteY174" fmla="*/ 483936 h 1346215"/>
                  <a:gd name="connsiteX175" fmla="*/ 1289119 w 7012612"/>
                  <a:gd name="connsiteY175" fmla="*/ 484263 h 1346215"/>
                  <a:gd name="connsiteX176" fmla="*/ 1292004 w 7012612"/>
                  <a:gd name="connsiteY176" fmla="*/ 485333 h 1346215"/>
                  <a:gd name="connsiteX177" fmla="*/ 1293101 w 7012612"/>
                  <a:gd name="connsiteY177" fmla="*/ 485551 h 1346215"/>
                  <a:gd name="connsiteX178" fmla="*/ 1305293 w 7012612"/>
                  <a:gd name="connsiteY178" fmla="*/ 486402 h 1346215"/>
                  <a:gd name="connsiteX179" fmla="*/ 1369667 w 7012612"/>
                  <a:gd name="connsiteY179" fmla="*/ 488760 h 1346215"/>
                  <a:gd name="connsiteX180" fmla="*/ 1448752 w 7012612"/>
                  <a:gd name="connsiteY180" fmla="*/ 487319 h 1346215"/>
                  <a:gd name="connsiteX181" fmla="*/ 1530195 w 7012612"/>
                  <a:gd name="connsiteY181" fmla="*/ 485027 h 1346215"/>
                  <a:gd name="connsiteX182" fmla="*/ 1612044 w 7012612"/>
                  <a:gd name="connsiteY182" fmla="*/ 482103 h 1346215"/>
                  <a:gd name="connsiteX183" fmla="*/ 1694381 w 7012612"/>
                  <a:gd name="connsiteY183" fmla="*/ 482146 h 1346215"/>
                  <a:gd name="connsiteX184" fmla="*/ 1859582 w 7012612"/>
                  <a:gd name="connsiteY184" fmla="*/ 474900 h 1346215"/>
                  <a:gd name="connsiteX185" fmla="*/ 1942732 w 7012612"/>
                  <a:gd name="connsiteY185" fmla="*/ 470360 h 1346215"/>
                  <a:gd name="connsiteX186" fmla="*/ 2024987 w 7012612"/>
                  <a:gd name="connsiteY186" fmla="*/ 457046 h 1346215"/>
                  <a:gd name="connsiteX187" fmla="*/ 2107446 w 7012612"/>
                  <a:gd name="connsiteY187" fmla="*/ 448621 h 1346215"/>
                  <a:gd name="connsiteX188" fmla="*/ 2190392 w 7012612"/>
                  <a:gd name="connsiteY188" fmla="*/ 442749 h 1346215"/>
                  <a:gd name="connsiteX189" fmla="*/ 2273013 w 7012612"/>
                  <a:gd name="connsiteY189" fmla="*/ 431356 h 1346215"/>
                  <a:gd name="connsiteX190" fmla="*/ 2355553 w 7012612"/>
                  <a:gd name="connsiteY190" fmla="*/ 418827 h 1346215"/>
                  <a:gd name="connsiteX191" fmla="*/ 2438296 w 7012612"/>
                  <a:gd name="connsiteY191" fmla="*/ 407587 h 1346215"/>
                  <a:gd name="connsiteX192" fmla="*/ 2520348 w 7012612"/>
                  <a:gd name="connsiteY192" fmla="*/ 394796 h 1346215"/>
                  <a:gd name="connsiteX193" fmla="*/ 2603213 w 7012612"/>
                  <a:gd name="connsiteY193" fmla="*/ 392570 h 1346215"/>
                  <a:gd name="connsiteX194" fmla="*/ 2679413 w 7012612"/>
                  <a:gd name="connsiteY194" fmla="*/ 389951 h 1346215"/>
                  <a:gd name="connsiteX195" fmla="*/ 2689736 w 7012612"/>
                  <a:gd name="connsiteY195" fmla="*/ 406845 h 1346215"/>
                  <a:gd name="connsiteX196" fmla="*/ 2700343 w 7012612"/>
                  <a:gd name="connsiteY196" fmla="*/ 423302 h 1346215"/>
                  <a:gd name="connsiteX197" fmla="*/ 2709081 w 7012612"/>
                  <a:gd name="connsiteY197" fmla="*/ 440523 h 1346215"/>
                  <a:gd name="connsiteX198" fmla="*/ 2717818 w 7012612"/>
                  <a:gd name="connsiteY198" fmla="*/ 455540 h 1346215"/>
                  <a:gd name="connsiteX199" fmla="*/ 2719606 w 7012612"/>
                  <a:gd name="connsiteY199" fmla="*/ 456456 h 1346215"/>
                  <a:gd name="connsiteX200" fmla="*/ 2803162 w 7012612"/>
                  <a:gd name="connsiteY200" fmla="*/ 468243 h 1346215"/>
                  <a:gd name="connsiteX201" fmla="*/ 2811899 w 7012612"/>
                  <a:gd name="connsiteY201" fmla="*/ 479636 h 1346215"/>
                  <a:gd name="connsiteX202" fmla="*/ 2821206 w 7012612"/>
                  <a:gd name="connsiteY202" fmla="*/ 495198 h 1346215"/>
                  <a:gd name="connsiteX203" fmla="*/ 2830716 w 7012612"/>
                  <a:gd name="connsiteY203" fmla="*/ 515192 h 1346215"/>
                  <a:gd name="connsiteX204" fmla="*/ 2831610 w 7012612"/>
                  <a:gd name="connsiteY204" fmla="*/ 515934 h 1346215"/>
                  <a:gd name="connsiteX205" fmla="*/ 3330466 w 7012612"/>
                  <a:gd name="connsiteY205" fmla="*/ 734417 h 1346215"/>
                  <a:gd name="connsiteX206" fmla="*/ 3332051 w 7012612"/>
                  <a:gd name="connsiteY206" fmla="*/ 734745 h 1346215"/>
                  <a:gd name="connsiteX207" fmla="*/ 3551994 w 7012612"/>
                  <a:gd name="connsiteY207" fmla="*/ 735116 h 1346215"/>
                  <a:gd name="connsiteX208" fmla="*/ 3589505 w 7012612"/>
                  <a:gd name="connsiteY208" fmla="*/ 731012 h 1346215"/>
                  <a:gd name="connsiteX209" fmla="*/ 3651522 w 7012612"/>
                  <a:gd name="connsiteY209" fmla="*/ 736491 h 1346215"/>
                  <a:gd name="connsiteX210" fmla="*/ 3652212 w 7012612"/>
                  <a:gd name="connsiteY210" fmla="*/ 736491 h 1346215"/>
                  <a:gd name="connsiteX211" fmla="*/ 3683587 w 7012612"/>
                  <a:gd name="connsiteY211" fmla="*/ 734308 h 1346215"/>
                  <a:gd name="connsiteX212" fmla="*/ 3700859 w 7012612"/>
                  <a:gd name="connsiteY212" fmla="*/ 740594 h 1346215"/>
                  <a:gd name="connsiteX213" fmla="*/ 3719390 w 7012612"/>
                  <a:gd name="connsiteY213" fmla="*/ 755829 h 1346215"/>
                  <a:gd name="connsiteX214" fmla="*/ 3720082 w 7012612"/>
                  <a:gd name="connsiteY214" fmla="*/ 756200 h 1346215"/>
                  <a:gd name="connsiteX215" fmla="*/ 4823499 w 7012612"/>
                  <a:gd name="connsiteY215" fmla="*/ 1176208 h 1346215"/>
                  <a:gd name="connsiteX216" fmla="*/ 4862188 w 7012612"/>
                  <a:gd name="connsiteY216" fmla="*/ 1190439 h 1346215"/>
                  <a:gd name="connsiteX217" fmla="*/ 4863691 w 7012612"/>
                  <a:gd name="connsiteY217" fmla="*/ 1190701 h 1346215"/>
                  <a:gd name="connsiteX218" fmla="*/ 5027917 w 7012612"/>
                  <a:gd name="connsiteY218" fmla="*/ 1189042 h 1346215"/>
                  <a:gd name="connsiteX219" fmla="*/ 5192144 w 7012612"/>
                  <a:gd name="connsiteY219" fmla="*/ 1186707 h 1346215"/>
                  <a:gd name="connsiteX220" fmla="*/ 5356533 w 7012612"/>
                  <a:gd name="connsiteY220" fmla="*/ 1184939 h 1346215"/>
                  <a:gd name="connsiteX221" fmla="*/ 5520556 w 7012612"/>
                  <a:gd name="connsiteY221" fmla="*/ 1182691 h 1346215"/>
                  <a:gd name="connsiteX222" fmla="*/ 5566682 w 7012612"/>
                  <a:gd name="connsiteY222" fmla="*/ 1190417 h 1346215"/>
                  <a:gd name="connsiteX223" fmla="*/ 5613906 w 7012612"/>
                  <a:gd name="connsiteY223" fmla="*/ 1197293 h 1346215"/>
                  <a:gd name="connsiteX224" fmla="*/ 5614597 w 7012612"/>
                  <a:gd name="connsiteY224" fmla="*/ 1197358 h 1346215"/>
                  <a:gd name="connsiteX225" fmla="*/ 5782684 w 7012612"/>
                  <a:gd name="connsiteY225" fmla="*/ 1196245 h 1346215"/>
                  <a:gd name="connsiteX226" fmla="*/ 5950283 w 7012612"/>
                  <a:gd name="connsiteY226" fmla="*/ 1194281 h 1346215"/>
                  <a:gd name="connsiteX227" fmla="*/ 6001855 w 7012612"/>
                  <a:gd name="connsiteY227" fmla="*/ 1208664 h 1346215"/>
                  <a:gd name="connsiteX228" fmla="*/ 6055215 w 7012612"/>
                  <a:gd name="connsiteY228" fmla="*/ 1226300 h 1346215"/>
                  <a:gd name="connsiteX229" fmla="*/ 6056516 w 7012612"/>
                  <a:gd name="connsiteY229" fmla="*/ 1226453 h 1346215"/>
                  <a:gd name="connsiteX230" fmla="*/ 6056516 w 7012612"/>
                  <a:gd name="connsiteY230" fmla="*/ 1226453 h 1346215"/>
                  <a:gd name="connsiteX231" fmla="*/ 6227854 w 7012612"/>
                  <a:gd name="connsiteY231" fmla="*/ 1226082 h 1346215"/>
                  <a:gd name="connsiteX232" fmla="*/ 6283815 w 7012612"/>
                  <a:gd name="connsiteY232" fmla="*/ 1243390 h 1346215"/>
                  <a:gd name="connsiteX233" fmla="*/ 6285116 w 7012612"/>
                  <a:gd name="connsiteY233" fmla="*/ 1243609 h 1346215"/>
                  <a:gd name="connsiteX234" fmla="*/ 6458445 w 7012612"/>
                  <a:gd name="connsiteY234" fmla="*/ 1242823 h 1346215"/>
                  <a:gd name="connsiteX235" fmla="*/ 6517699 w 7012612"/>
                  <a:gd name="connsiteY235" fmla="*/ 1260721 h 1346215"/>
                  <a:gd name="connsiteX236" fmla="*/ 6578699 w 7012612"/>
                  <a:gd name="connsiteY236" fmla="*/ 1277767 h 1346215"/>
                  <a:gd name="connsiteX237" fmla="*/ 6641123 w 7012612"/>
                  <a:gd name="connsiteY237" fmla="*/ 1294508 h 1346215"/>
                  <a:gd name="connsiteX238" fmla="*/ 6705009 w 7012612"/>
                  <a:gd name="connsiteY238" fmla="*/ 1312253 h 1346215"/>
                  <a:gd name="connsiteX239" fmla="*/ 6770398 w 7012612"/>
                  <a:gd name="connsiteY239" fmla="*/ 1329933 h 1346215"/>
                  <a:gd name="connsiteX240" fmla="*/ 6771495 w 7012612"/>
                  <a:gd name="connsiteY240" fmla="*/ 1330085 h 1346215"/>
                  <a:gd name="connsiteX241" fmla="*/ 6955554 w 7012612"/>
                  <a:gd name="connsiteY241" fmla="*/ 1331941 h 1346215"/>
                  <a:gd name="connsiteX242" fmla="*/ 7012409 w 7012612"/>
                  <a:gd name="connsiteY242" fmla="*/ 1346215 h 1346215"/>
                  <a:gd name="connsiteX243" fmla="*/ 7012409 w 7012612"/>
                  <a:gd name="connsiteY243" fmla="*/ 1343116 h 1346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Lst>
                <a:rect l="l" t="t" r="r" b="b"/>
                <a:pathLst>
                  <a:path w="7012612" h="1346215">
                    <a:moveTo>
                      <a:pt x="7012613" y="1343050"/>
                    </a:moveTo>
                    <a:lnTo>
                      <a:pt x="6957342" y="1329191"/>
                    </a:lnTo>
                    <a:cubicBezTo>
                      <a:pt x="6957058" y="1329125"/>
                      <a:pt x="6956651" y="1329081"/>
                      <a:pt x="6956366" y="1329081"/>
                    </a:cubicBezTo>
                    <a:lnTo>
                      <a:pt x="6772430" y="1327204"/>
                    </a:lnTo>
                    <a:lnTo>
                      <a:pt x="6707528" y="1309612"/>
                    </a:lnTo>
                    <a:lnTo>
                      <a:pt x="6643642" y="1291824"/>
                    </a:lnTo>
                    <a:lnTo>
                      <a:pt x="6581219" y="1275083"/>
                    </a:lnTo>
                    <a:lnTo>
                      <a:pt x="6520300" y="1258080"/>
                    </a:lnTo>
                    <a:lnTo>
                      <a:pt x="6460477" y="1240073"/>
                    </a:lnTo>
                    <a:cubicBezTo>
                      <a:pt x="6460071" y="1239920"/>
                      <a:pt x="6459502" y="1239855"/>
                      <a:pt x="6459299" y="1239855"/>
                    </a:cubicBezTo>
                    <a:lnTo>
                      <a:pt x="6285969" y="1240597"/>
                    </a:lnTo>
                    <a:lnTo>
                      <a:pt x="6230008" y="1223266"/>
                    </a:lnTo>
                    <a:cubicBezTo>
                      <a:pt x="6229602" y="1223157"/>
                      <a:pt x="6229236" y="1223114"/>
                      <a:pt x="6228829" y="1223114"/>
                    </a:cubicBezTo>
                    <a:lnTo>
                      <a:pt x="6228829" y="1223114"/>
                    </a:lnTo>
                    <a:lnTo>
                      <a:pt x="6057451" y="1223550"/>
                    </a:lnTo>
                    <a:lnTo>
                      <a:pt x="6004456" y="1206067"/>
                    </a:lnTo>
                    <a:lnTo>
                      <a:pt x="5952153" y="1191465"/>
                    </a:lnTo>
                    <a:cubicBezTo>
                      <a:pt x="5951868" y="1191356"/>
                      <a:pt x="5951177" y="1191312"/>
                      <a:pt x="5950974" y="1191312"/>
                    </a:cubicBezTo>
                    <a:lnTo>
                      <a:pt x="5782886" y="1193277"/>
                    </a:lnTo>
                    <a:lnTo>
                      <a:pt x="5615124" y="1194390"/>
                    </a:lnTo>
                    <a:lnTo>
                      <a:pt x="5568308" y="1187580"/>
                    </a:lnTo>
                    <a:lnTo>
                      <a:pt x="5521856" y="1179853"/>
                    </a:lnTo>
                    <a:cubicBezTo>
                      <a:pt x="5521856" y="1179853"/>
                      <a:pt x="5521369" y="1179810"/>
                      <a:pt x="5521084" y="1179810"/>
                    </a:cubicBezTo>
                    <a:lnTo>
                      <a:pt x="5356695" y="1181992"/>
                    </a:lnTo>
                    <a:lnTo>
                      <a:pt x="5192307" y="1183760"/>
                    </a:lnTo>
                    <a:lnTo>
                      <a:pt x="5028080" y="1186118"/>
                    </a:lnTo>
                    <a:lnTo>
                      <a:pt x="4864667" y="1187776"/>
                    </a:lnTo>
                    <a:lnTo>
                      <a:pt x="4826547" y="1173807"/>
                    </a:lnTo>
                    <a:lnTo>
                      <a:pt x="3723617" y="753908"/>
                    </a:lnTo>
                    <a:lnTo>
                      <a:pt x="3704964" y="738674"/>
                    </a:lnTo>
                    <a:cubicBezTo>
                      <a:pt x="3704761" y="738521"/>
                      <a:pt x="3704557" y="738412"/>
                      <a:pt x="3704272" y="738302"/>
                    </a:cubicBezTo>
                    <a:lnTo>
                      <a:pt x="3685822" y="731580"/>
                    </a:lnTo>
                    <a:cubicBezTo>
                      <a:pt x="3685335" y="731362"/>
                      <a:pt x="3684724" y="731318"/>
                      <a:pt x="3684115" y="731318"/>
                    </a:cubicBezTo>
                    <a:lnTo>
                      <a:pt x="3652253" y="733566"/>
                    </a:lnTo>
                    <a:lnTo>
                      <a:pt x="3590156" y="728088"/>
                    </a:lnTo>
                    <a:cubicBezTo>
                      <a:pt x="3589831" y="728022"/>
                      <a:pt x="3589546" y="728022"/>
                      <a:pt x="3589261" y="728088"/>
                    </a:cubicBezTo>
                    <a:lnTo>
                      <a:pt x="3553742" y="731973"/>
                    </a:lnTo>
                    <a:lnTo>
                      <a:pt x="3551750" y="732191"/>
                    </a:lnTo>
                    <a:lnTo>
                      <a:pt x="3333188" y="731820"/>
                    </a:lnTo>
                    <a:lnTo>
                      <a:pt x="2835592" y="513926"/>
                    </a:lnTo>
                    <a:lnTo>
                      <a:pt x="2826286" y="494325"/>
                    </a:lnTo>
                    <a:lnTo>
                      <a:pt x="2816857" y="478610"/>
                    </a:lnTo>
                    <a:lnTo>
                      <a:pt x="2807511" y="466409"/>
                    </a:lnTo>
                    <a:cubicBezTo>
                      <a:pt x="2807226" y="465973"/>
                      <a:pt x="2806617" y="465711"/>
                      <a:pt x="2805803" y="465602"/>
                    </a:cubicBezTo>
                    <a:lnTo>
                      <a:pt x="2722369" y="453815"/>
                    </a:lnTo>
                    <a:lnTo>
                      <a:pt x="2714120" y="439650"/>
                    </a:lnTo>
                    <a:lnTo>
                      <a:pt x="2705382" y="422385"/>
                    </a:lnTo>
                    <a:lnTo>
                      <a:pt x="2694694" y="405862"/>
                    </a:lnTo>
                    <a:lnTo>
                      <a:pt x="2683761" y="388074"/>
                    </a:lnTo>
                    <a:lnTo>
                      <a:pt x="2683355" y="387703"/>
                    </a:lnTo>
                    <a:cubicBezTo>
                      <a:pt x="2682867" y="387223"/>
                      <a:pt x="2681973" y="386895"/>
                      <a:pt x="2681080" y="387004"/>
                    </a:cubicBezTo>
                    <a:lnTo>
                      <a:pt x="2603091" y="389667"/>
                    </a:lnTo>
                    <a:lnTo>
                      <a:pt x="2519738" y="391959"/>
                    </a:lnTo>
                    <a:lnTo>
                      <a:pt x="2437199" y="404793"/>
                    </a:lnTo>
                    <a:lnTo>
                      <a:pt x="2354456" y="416034"/>
                    </a:lnTo>
                    <a:lnTo>
                      <a:pt x="2271916" y="428562"/>
                    </a:lnTo>
                    <a:lnTo>
                      <a:pt x="2189660" y="439912"/>
                    </a:lnTo>
                    <a:lnTo>
                      <a:pt x="2106795" y="445718"/>
                    </a:lnTo>
                    <a:lnTo>
                      <a:pt x="2023971" y="454252"/>
                    </a:lnTo>
                    <a:lnTo>
                      <a:pt x="1941919" y="467522"/>
                    </a:lnTo>
                    <a:lnTo>
                      <a:pt x="1859379" y="471997"/>
                    </a:lnTo>
                    <a:lnTo>
                      <a:pt x="1694503" y="479287"/>
                    </a:lnTo>
                    <a:lnTo>
                      <a:pt x="1612044" y="479178"/>
                    </a:lnTo>
                    <a:lnTo>
                      <a:pt x="1530114" y="482103"/>
                    </a:lnTo>
                    <a:lnTo>
                      <a:pt x="1448752" y="484438"/>
                    </a:lnTo>
                    <a:lnTo>
                      <a:pt x="1369870" y="485835"/>
                    </a:lnTo>
                    <a:lnTo>
                      <a:pt x="1305984" y="483543"/>
                    </a:lnTo>
                    <a:lnTo>
                      <a:pt x="1294483" y="482692"/>
                    </a:lnTo>
                    <a:lnTo>
                      <a:pt x="1292410" y="481950"/>
                    </a:lnTo>
                    <a:lnTo>
                      <a:pt x="1290419" y="480509"/>
                    </a:lnTo>
                    <a:cubicBezTo>
                      <a:pt x="1290135" y="480291"/>
                      <a:pt x="1289728" y="480138"/>
                      <a:pt x="1289322" y="480029"/>
                    </a:cubicBezTo>
                    <a:lnTo>
                      <a:pt x="1213813" y="462284"/>
                    </a:lnTo>
                    <a:lnTo>
                      <a:pt x="1209342" y="451305"/>
                    </a:lnTo>
                    <a:cubicBezTo>
                      <a:pt x="1209139" y="450891"/>
                      <a:pt x="1208651" y="450498"/>
                      <a:pt x="1207960" y="450345"/>
                    </a:cubicBezTo>
                    <a:lnTo>
                      <a:pt x="1129281" y="429413"/>
                    </a:lnTo>
                    <a:lnTo>
                      <a:pt x="1127696" y="420290"/>
                    </a:lnTo>
                    <a:lnTo>
                      <a:pt x="1127209" y="409202"/>
                    </a:lnTo>
                    <a:lnTo>
                      <a:pt x="1127778" y="399598"/>
                    </a:lnTo>
                    <a:lnTo>
                      <a:pt x="1132126" y="371529"/>
                    </a:lnTo>
                    <a:lnTo>
                      <a:pt x="1135012" y="349463"/>
                    </a:lnTo>
                    <a:lnTo>
                      <a:pt x="1139360" y="322769"/>
                    </a:lnTo>
                    <a:lnTo>
                      <a:pt x="1148301" y="262287"/>
                    </a:lnTo>
                    <a:lnTo>
                      <a:pt x="1152568" y="236227"/>
                    </a:lnTo>
                    <a:lnTo>
                      <a:pt x="1156226" y="218547"/>
                    </a:lnTo>
                    <a:lnTo>
                      <a:pt x="1159396" y="197921"/>
                    </a:lnTo>
                    <a:lnTo>
                      <a:pt x="1161672" y="173628"/>
                    </a:lnTo>
                    <a:lnTo>
                      <a:pt x="1162078" y="145341"/>
                    </a:lnTo>
                    <a:lnTo>
                      <a:pt x="1159314" y="117250"/>
                    </a:lnTo>
                    <a:lnTo>
                      <a:pt x="1153950" y="96886"/>
                    </a:lnTo>
                    <a:lnTo>
                      <a:pt x="1147326" y="80036"/>
                    </a:lnTo>
                    <a:cubicBezTo>
                      <a:pt x="1147122" y="79621"/>
                      <a:pt x="1146635" y="79228"/>
                      <a:pt x="1145944" y="79075"/>
                    </a:cubicBezTo>
                    <a:lnTo>
                      <a:pt x="1075596" y="60545"/>
                    </a:lnTo>
                    <a:lnTo>
                      <a:pt x="1004557" y="52447"/>
                    </a:lnTo>
                    <a:lnTo>
                      <a:pt x="929455" y="44131"/>
                    </a:lnTo>
                    <a:lnTo>
                      <a:pt x="851426" y="40508"/>
                    </a:lnTo>
                    <a:lnTo>
                      <a:pt x="770024" y="36928"/>
                    </a:lnTo>
                    <a:lnTo>
                      <a:pt x="698904" y="35553"/>
                    </a:lnTo>
                    <a:lnTo>
                      <a:pt x="690044" y="34266"/>
                    </a:lnTo>
                    <a:lnTo>
                      <a:pt x="604578" y="24465"/>
                    </a:lnTo>
                    <a:lnTo>
                      <a:pt x="603847" y="24465"/>
                    </a:lnTo>
                    <a:lnTo>
                      <a:pt x="537969" y="27390"/>
                    </a:lnTo>
                    <a:lnTo>
                      <a:pt x="521226" y="27761"/>
                    </a:lnTo>
                    <a:lnTo>
                      <a:pt x="516715" y="28394"/>
                    </a:lnTo>
                    <a:lnTo>
                      <a:pt x="440840" y="34418"/>
                    </a:lnTo>
                    <a:cubicBezTo>
                      <a:pt x="440068" y="34528"/>
                      <a:pt x="439296" y="34789"/>
                      <a:pt x="438970" y="35226"/>
                    </a:cubicBezTo>
                    <a:lnTo>
                      <a:pt x="437223" y="37147"/>
                    </a:lnTo>
                    <a:lnTo>
                      <a:pt x="429420" y="37321"/>
                    </a:lnTo>
                    <a:lnTo>
                      <a:pt x="410604" y="36732"/>
                    </a:lnTo>
                    <a:lnTo>
                      <a:pt x="353261" y="37911"/>
                    </a:lnTo>
                    <a:lnTo>
                      <a:pt x="337655" y="37321"/>
                    </a:lnTo>
                    <a:lnTo>
                      <a:pt x="283075" y="27412"/>
                    </a:lnTo>
                    <a:lnTo>
                      <a:pt x="268770" y="22785"/>
                    </a:lnTo>
                    <a:lnTo>
                      <a:pt x="187165" y="456"/>
                    </a:lnTo>
                    <a:cubicBezTo>
                      <a:pt x="186393" y="238"/>
                      <a:pt x="185417" y="238"/>
                      <a:pt x="184686" y="522"/>
                    </a:cubicBezTo>
                    <a:lnTo>
                      <a:pt x="171193" y="5149"/>
                    </a:lnTo>
                    <a:lnTo>
                      <a:pt x="158961" y="10475"/>
                    </a:lnTo>
                    <a:lnTo>
                      <a:pt x="148435" y="12330"/>
                    </a:lnTo>
                    <a:lnTo>
                      <a:pt x="132464" y="11042"/>
                    </a:lnTo>
                    <a:lnTo>
                      <a:pt x="109177" y="6677"/>
                    </a:lnTo>
                    <a:lnTo>
                      <a:pt x="87841" y="173"/>
                    </a:lnTo>
                    <a:cubicBezTo>
                      <a:pt x="87353" y="63"/>
                      <a:pt x="86865" y="-46"/>
                      <a:pt x="86296" y="20"/>
                    </a:cubicBezTo>
                    <a:lnTo>
                      <a:pt x="2212" y="5891"/>
                    </a:lnTo>
                    <a:cubicBezTo>
                      <a:pt x="831" y="5935"/>
                      <a:pt x="-145" y="6699"/>
                      <a:pt x="18" y="7441"/>
                    </a:cubicBezTo>
                    <a:cubicBezTo>
                      <a:pt x="180" y="8248"/>
                      <a:pt x="1440" y="8772"/>
                      <a:pt x="2863" y="8663"/>
                    </a:cubicBezTo>
                    <a:lnTo>
                      <a:pt x="86093" y="2901"/>
                    </a:lnTo>
                    <a:lnTo>
                      <a:pt x="107104" y="9252"/>
                    </a:lnTo>
                    <a:lnTo>
                      <a:pt x="131204" y="13792"/>
                    </a:lnTo>
                    <a:lnTo>
                      <a:pt x="148232" y="15167"/>
                    </a:lnTo>
                    <a:cubicBezTo>
                      <a:pt x="148557" y="15167"/>
                      <a:pt x="148963" y="15167"/>
                      <a:pt x="149370" y="15124"/>
                    </a:cubicBezTo>
                    <a:lnTo>
                      <a:pt x="160871" y="13094"/>
                    </a:lnTo>
                    <a:cubicBezTo>
                      <a:pt x="161155" y="13050"/>
                      <a:pt x="161399" y="12985"/>
                      <a:pt x="161643" y="12876"/>
                    </a:cubicBezTo>
                    <a:lnTo>
                      <a:pt x="173998" y="7441"/>
                    </a:lnTo>
                    <a:lnTo>
                      <a:pt x="186108" y="3337"/>
                    </a:lnTo>
                    <a:lnTo>
                      <a:pt x="266250" y="25251"/>
                    </a:lnTo>
                    <a:lnTo>
                      <a:pt x="280881" y="29988"/>
                    </a:lnTo>
                    <a:lnTo>
                      <a:pt x="336558" y="40115"/>
                    </a:lnTo>
                    <a:lnTo>
                      <a:pt x="353057" y="40748"/>
                    </a:lnTo>
                    <a:lnTo>
                      <a:pt x="410441" y="39569"/>
                    </a:lnTo>
                    <a:lnTo>
                      <a:pt x="429217" y="40159"/>
                    </a:lnTo>
                    <a:lnTo>
                      <a:pt x="438727" y="39941"/>
                    </a:lnTo>
                    <a:cubicBezTo>
                      <a:pt x="439661" y="39941"/>
                      <a:pt x="440515" y="39613"/>
                      <a:pt x="440880" y="39198"/>
                    </a:cubicBezTo>
                    <a:lnTo>
                      <a:pt x="442669" y="37169"/>
                    </a:lnTo>
                    <a:lnTo>
                      <a:pt x="516918" y="31297"/>
                    </a:lnTo>
                    <a:cubicBezTo>
                      <a:pt x="516918" y="31297"/>
                      <a:pt x="517365" y="31254"/>
                      <a:pt x="517568" y="31254"/>
                    </a:cubicBezTo>
                    <a:lnTo>
                      <a:pt x="521713" y="30555"/>
                    </a:lnTo>
                    <a:lnTo>
                      <a:pt x="537969" y="30228"/>
                    </a:lnTo>
                    <a:lnTo>
                      <a:pt x="603603" y="27303"/>
                    </a:lnTo>
                    <a:lnTo>
                      <a:pt x="688622" y="36994"/>
                    </a:lnTo>
                    <a:lnTo>
                      <a:pt x="697888" y="38325"/>
                    </a:lnTo>
                    <a:lnTo>
                      <a:pt x="769455" y="39766"/>
                    </a:lnTo>
                    <a:lnTo>
                      <a:pt x="928479" y="46969"/>
                    </a:lnTo>
                    <a:lnTo>
                      <a:pt x="1003257" y="55175"/>
                    </a:lnTo>
                    <a:lnTo>
                      <a:pt x="1073727" y="63229"/>
                    </a:lnTo>
                    <a:lnTo>
                      <a:pt x="1142286" y="81345"/>
                    </a:lnTo>
                    <a:lnTo>
                      <a:pt x="1148748" y="97388"/>
                    </a:lnTo>
                    <a:lnTo>
                      <a:pt x="1154112" y="117534"/>
                    </a:lnTo>
                    <a:lnTo>
                      <a:pt x="1156673" y="145406"/>
                    </a:lnTo>
                    <a:lnTo>
                      <a:pt x="1156388" y="173606"/>
                    </a:lnTo>
                    <a:lnTo>
                      <a:pt x="1154112" y="197746"/>
                    </a:lnTo>
                    <a:lnTo>
                      <a:pt x="1150943" y="218263"/>
                    </a:lnTo>
                    <a:lnTo>
                      <a:pt x="1147285" y="236008"/>
                    </a:lnTo>
                    <a:lnTo>
                      <a:pt x="1143018" y="262069"/>
                    </a:lnTo>
                    <a:lnTo>
                      <a:pt x="1134077" y="322551"/>
                    </a:lnTo>
                    <a:lnTo>
                      <a:pt x="1129728" y="349310"/>
                    </a:lnTo>
                    <a:lnTo>
                      <a:pt x="1126843" y="371377"/>
                    </a:lnTo>
                    <a:lnTo>
                      <a:pt x="1122495" y="399511"/>
                    </a:lnTo>
                    <a:lnTo>
                      <a:pt x="1121926" y="409202"/>
                    </a:lnTo>
                    <a:lnTo>
                      <a:pt x="1122413" y="420508"/>
                    </a:lnTo>
                    <a:lnTo>
                      <a:pt x="1124080" y="430526"/>
                    </a:lnTo>
                    <a:cubicBezTo>
                      <a:pt x="1124161" y="431007"/>
                      <a:pt x="1124770" y="431443"/>
                      <a:pt x="1125583" y="431640"/>
                    </a:cubicBezTo>
                    <a:lnTo>
                      <a:pt x="1204384" y="452637"/>
                    </a:lnTo>
                    <a:lnTo>
                      <a:pt x="1208855" y="463681"/>
                    </a:lnTo>
                    <a:cubicBezTo>
                      <a:pt x="1209058" y="464096"/>
                      <a:pt x="1209627" y="464467"/>
                      <a:pt x="1210358" y="464641"/>
                    </a:cubicBezTo>
                    <a:lnTo>
                      <a:pt x="1286355" y="482495"/>
                    </a:lnTo>
                    <a:lnTo>
                      <a:pt x="1288428" y="483936"/>
                    </a:lnTo>
                    <a:cubicBezTo>
                      <a:pt x="1288631" y="484089"/>
                      <a:pt x="1288834" y="484198"/>
                      <a:pt x="1289119" y="484263"/>
                    </a:cubicBezTo>
                    <a:lnTo>
                      <a:pt x="1292004" y="485333"/>
                    </a:lnTo>
                    <a:cubicBezTo>
                      <a:pt x="1292288" y="485442"/>
                      <a:pt x="1292695" y="485551"/>
                      <a:pt x="1293101" y="485551"/>
                    </a:cubicBezTo>
                    <a:lnTo>
                      <a:pt x="1305293" y="486402"/>
                    </a:lnTo>
                    <a:lnTo>
                      <a:pt x="1369667" y="488760"/>
                    </a:lnTo>
                    <a:lnTo>
                      <a:pt x="1448752" y="487319"/>
                    </a:lnTo>
                    <a:lnTo>
                      <a:pt x="1530195" y="485027"/>
                    </a:lnTo>
                    <a:lnTo>
                      <a:pt x="1612044" y="482103"/>
                    </a:lnTo>
                    <a:lnTo>
                      <a:pt x="1694381" y="482146"/>
                    </a:lnTo>
                    <a:lnTo>
                      <a:pt x="1859582" y="474900"/>
                    </a:lnTo>
                    <a:lnTo>
                      <a:pt x="1942732" y="470360"/>
                    </a:lnTo>
                    <a:lnTo>
                      <a:pt x="2024987" y="457046"/>
                    </a:lnTo>
                    <a:lnTo>
                      <a:pt x="2107446" y="448621"/>
                    </a:lnTo>
                    <a:lnTo>
                      <a:pt x="2190392" y="442749"/>
                    </a:lnTo>
                    <a:lnTo>
                      <a:pt x="2273013" y="431356"/>
                    </a:lnTo>
                    <a:lnTo>
                      <a:pt x="2355553" y="418827"/>
                    </a:lnTo>
                    <a:lnTo>
                      <a:pt x="2438296" y="407587"/>
                    </a:lnTo>
                    <a:lnTo>
                      <a:pt x="2520348" y="394796"/>
                    </a:lnTo>
                    <a:lnTo>
                      <a:pt x="2603213" y="392570"/>
                    </a:lnTo>
                    <a:lnTo>
                      <a:pt x="2679413" y="389951"/>
                    </a:lnTo>
                    <a:lnTo>
                      <a:pt x="2689736" y="406845"/>
                    </a:lnTo>
                    <a:lnTo>
                      <a:pt x="2700343" y="423302"/>
                    </a:lnTo>
                    <a:lnTo>
                      <a:pt x="2709081" y="440523"/>
                    </a:lnTo>
                    <a:lnTo>
                      <a:pt x="2717818" y="455540"/>
                    </a:lnTo>
                    <a:cubicBezTo>
                      <a:pt x="2718021" y="455954"/>
                      <a:pt x="2718712" y="456347"/>
                      <a:pt x="2719606" y="456456"/>
                    </a:cubicBezTo>
                    <a:lnTo>
                      <a:pt x="2803162" y="468243"/>
                    </a:lnTo>
                    <a:lnTo>
                      <a:pt x="2811899" y="479636"/>
                    </a:lnTo>
                    <a:lnTo>
                      <a:pt x="2821206" y="495198"/>
                    </a:lnTo>
                    <a:lnTo>
                      <a:pt x="2830716" y="515192"/>
                    </a:lnTo>
                    <a:cubicBezTo>
                      <a:pt x="2830838" y="515519"/>
                      <a:pt x="2831122" y="515781"/>
                      <a:pt x="2831610" y="515934"/>
                    </a:cubicBezTo>
                    <a:lnTo>
                      <a:pt x="3330466" y="734417"/>
                    </a:lnTo>
                    <a:cubicBezTo>
                      <a:pt x="3330873" y="734636"/>
                      <a:pt x="3331441" y="734745"/>
                      <a:pt x="3332051" y="734745"/>
                    </a:cubicBezTo>
                    <a:lnTo>
                      <a:pt x="3551994" y="735116"/>
                    </a:lnTo>
                    <a:lnTo>
                      <a:pt x="3589505" y="731012"/>
                    </a:lnTo>
                    <a:lnTo>
                      <a:pt x="3651522" y="736491"/>
                    </a:lnTo>
                    <a:lnTo>
                      <a:pt x="3652212" y="736491"/>
                    </a:lnTo>
                    <a:lnTo>
                      <a:pt x="3683587" y="734308"/>
                    </a:lnTo>
                    <a:lnTo>
                      <a:pt x="3700859" y="740594"/>
                    </a:lnTo>
                    <a:lnTo>
                      <a:pt x="3719390" y="755829"/>
                    </a:lnTo>
                    <a:cubicBezTo>
                      <a:pt x="3719390" y="755829"/>
                      <a:pt x="3719797" y="756091"/>
                      <a:pt x="3720082" y="756200"/>
                    </a:cubicBezTo>
                    <a:lnTo>
                      <a:pt x="4823499" y="1176208"/>
                    </a:lnTo>
                    <a:lnTo>
                      <a:pt x="4862188" y="1190439"/>
                    </a:lnTo>
                    <a:cubicBezTo>
                      <a:pt x="4862675" y="1190614"/>
                      <a:pt x="4863204" y="1190767"/>
                      <a:pt x="4863691" y="1190701"/>
                    </a:cubicBezTo>
                    <a:lnTo>
                      <a:pt x="5027917" y="1189042"/>
                    </a:lnTo>
                    <a:lnTo>
                      <a:pt x="5192144" y="1186707"/>
                    </a:lnTo>
                    <a:lnTo>
                      <a:pt x="5356533" y="1184939"/>
                    </a:lnTo>
                    <a:lnTo>
                      <a:pt x="5520556" y="1182691"/>
                    </a:lnTo>
                    <a:lnTo>
                      <a:pt x="5566682" y="1190417"/>
                    </a:lnTo>
                    <a:lnTo>
                      <a:pt x="5613906" y="1197293"/>
                    </a:lnTo>
                    <a:cubicBezTo>
                      <a:pt x="5613906" y="1197293"/>
                      <a:pt x="5614393" y="1197358"/>
                      <a:pt x="5614597" y="1197358"/>
                    </a:cubicBezTo>
                    <a:lnTo>
                      <a:pt x="5782684" y="1196245"/>
                    </a:lnTo>
                    <a:lnTo>
                      <a:pt x="5950283" y="1194281"/>
                    </a:lnTo>
                    <a:lnTo>
                      <a:pt x="6001855" y="1208664"/>
                    </a:lnTo>
                    <a:lnTo>
                      <a:pt x="6055215" y="1226300"/>
                    </a:lnTo>
                    <a:cubicBezTo>
                      <a:pt x="6055622" y="1226409"/>
                      <a:pt x="6055988" y="1226453"/>
                      <a:pt x="6056516" y="1226453"/>
                    </a:cubicBezTo>
                    <a:lnTo>
                      <a:pt x="6056516" y="1226453"/>
                    </a:lnTo>
                    <a:lnTo>
                      <a:pt x="6227854" y="1226082"/>
                    </a:lnTo>
                    <a:lnTo>
                      <a:pt x="6283815" y="1243390"/>
                    </a:lnTo>
                    <a:cubicBezTo>
                      <a:pt x="6284222" y="1243565"/>
                      <a:pt x="6284425" y="1243609"/>
                      <a:pt x="6285116" y="1243609"/>
                    </a:cubicBezTo>
                    <a:lnTo>
                      <a:pt x="6458445" y="1242823"/>
                    </a:lnTo>
                    <a:lnTo>
                      <a:pt x="6517699" y="1260721"/>
                    </a:lnTo>
                    <a:lnTo>
                      <a:pt x="6578699" y="1277767"/>
                    </a:lnTo>
                    <a:lnTo>
                      <a:pt x="6641123" y="1294508"/>
                    </a:lnTo>
                    <a:lnTo>
                      <a:pt x="6705009" y="1312253"/>
                    </a:lnTo>
                    <a:lnTo>
                      <a:pt x="6770398" y="1329933"/>
                    </a:lnTo>
                    <a:cubicBezTo>
                      <a:pt x="6770805" y="1330042"/>
                      <a:pt x="6771089" y="1330085"/>
                      <a:pt x="6771495" y="1330085"/>
                    </a:cubicBezTo>
                    <a:lnTo>
                      <a:pt x="6955554" y="1331941"/>
                    </a:lnTo>
                    <a:lnTo>
                      <a:pt x="7012409" y="1346215"/>
                    </a:lnTo>
                    <a:lnTo>
                      <a:pt x="7012409" y="134311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3" name="Freeform: Shape 222">
                <a:extLst>
                  <a:ext uri="{FF2B5EF4-FFF2-40B4-BE49-F238E27FC236}">
                    <a16:creationId xmlns:a16="http://schemas.microsoft.com/office/drawing/2014/main" id="{8C7E9A51-67E4-49D8-8B59-7C8E1556B55A}"/>
                  </a:ext>
                </a:extLst>
              </p:cNvPr>
              <p:cNvSpPr/>
              <p:nvPr/>
            </p:nvSpPr>
            <p:spPr>
              <a:xfrm>
                <a:off x="0" y="6052609"/>
                <a:ext cx="1373719" cy="72866"/>
              </a:xfrm>
              <a:custGeom>
                <a:avLst/>
                <a:gdLst>
                  <a:gd name="connsiteX0" fmla="*/ 1370584 w 1373719"/>
                  <a:gd name="connsiteY0" fmla="*/ 31 h 72866"/>
                  <a:gd name="connsiteX1" fmla="*/ 1245047 w 1373719"/>
                  <a:gd name="connsiteY1" fmla="*/ 17994 h 72866"/>
                  <a:gd name="connsiteX2" fmla="*/ 1119591 w 1373719"/>
                  <a:gd name="connsiteY2" fmla="*/ 36809 h 72866"/>
                  <a:gd name="connsiteX3" fmla="*/ 994501 w 1373719"/>
                  <a:gd name="connsiteY3" fmla="*/ 53593 h 72866"/>
                  <a:gd name="connsiteX4" fmla="*/ 869493 w 1373719"/>
                  <a:gd name="connsiteY4" fmla="*/ 62324 h 72866"/>
                  <a:gd name="connsiteX5" fmla="*/ 744525 w 1373719"/>
                  <a:gd name="connsiteY5" fmla="*/ 66951 h 72866"/>
                  <a:gd name="connsiteX6" fmla="*/ 619719 w 1373719"/>
                  <a:gd name="connsiteY6" fmla="*/ 69614 h 72866"/>
                  <a:gd name="connsiteX7" fmla="*/ 494995 w 1373719"/>
                  <a:gd name="connsiteY7" fmla="*/ 70029 h 72866"/>
                  <a:gd name="connsiteX8" fmla="*/ 370515 w 1373719"/>
                  <a:gd name="connsiteY8" fmla="*/ 67846 h 72866"/>
                  <a:gd name="connsiteX9" fmla="*/ 0 w 1373719"/>
                  <a:gd name="connsiteY9" fmla="*/ 47657 h 72866"/>
                  <a:gd name="connsiteX10" fmla="*/ 0 w 1373719"/>
                  <a:gd name="connsiteY10" fmla="*/ 50494 h 72866"/>
                  <a:gd name="connsiteX11" fmla="*/ 370149 w 1373719"/>
                  <a:gd name="connsiteY11" fmla="*/ 70684 h 72866"/>
                  <a:gd name="connsiteX12" fmla="*/ 494914 w 1373719"/>
                  <a:gd name="connsiteY12" fmla="*/ 72866 h 72866"/>
                  <a:gd name="connsiteX13" fmla="*/ 619760 w 1373719"/>
                  <a:gd name="connsiteY13" fmla="*/ 72452 h 72866"/>
                  <a:gd name="connsiteX14" fmla="*/ 744728 w 1373719"/>
                  <a:gd name="connsiteY14" fmla="*/ 69789 h 72866"/>
                  <a:gd name="connsiteX15" fmla="*/ 869899 w 1373719"/>
                  <a:gd name="connsiteY15" fmla="*/ 65162 h 72866"/>
                  <a:gd name="connsiteX16" fmla="*/ 995355 w 1373719"/>
                  <a:gd name="connsiteY16" fmla="*/ 56365 h 72866"/>
                  <a:gd name="connsiteX17" fmla="*/ 1120851 w 1373719"/>
                  <a:gd name="connsiteY17" fmla="*/ 39581 h 72866"/>
                  <a:gd name="connsiteX18" fmla="*/ 1246307 w 1373719"/>
                  <a:gd name="connsiteY18" fmla="*/ 20766 h 72866"/>
                  <a:gd name="connsiteX19" fmla="*/ 1371803 w 1373719"/>
                  <a:gd name="connsiteY19" fmla="*/ 2759 h 72866"/>
                  <a:gd name="connsiteX20" fmla="*/ 1373632 w 1373719"/>
                  <a:gd name="connsiteY20" fmla="*/ 1057 h 72866"/>
                  <a:gd name="connsiteX21" fmla="*/ 1370543 w 1373719"/>
                  <a:gd name="connsiteY21" fmla="*/ 53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73719" h="72866">
                    <a:moveTo>
                      <a:pt x="1370584" y="31"/>
                    </a:moveTo>
                    <a:lnTo>
                      <a:pt x="1245047" y="17994"/>
                    </a:lnTo>
                    <a:lnTo>
                      <a:pt x="1119591" y="36809"/>
                    </a:lnTo>
                    <a:lnTo>
                      <a:pt x="994501" y="53593"/>
                    </a:lnTo>
                    <a:lnTo>
                      <a:pt x="869493" y="62324"/>
                    </a:lnTo>
                    <a:lnTo>
                      <a:pt x="744525" y="66951"/>
                    </a:lnTo>
                    <a:lnTo>
                      <a:pt x="619719" y="69614"/>
                    </a:lnTo>
                    <a:lnTo>
                      <a:pt x="494995" y="70029"/>
                    </a:lnTo>
                    <a:lnTo>
                      <a:pt x="370515" y="67846"/>
                    </a:lnTo>
                    <a:lnTo>
                      <a:pt x="0" y="47657"/>
                    </a:lnTo>
                    <a:lnTo>
                      <a:pt x="0" y="50494"/>
                    </a:lnTo>
                    <a:lnTo>
                      <a:pt x="370149" y="70684"/>
                    </a:lnTo>
                    <a:lnTo>
                      <a:pt x="494914" y="72866"/>
                    </a:lnTo>
                    <a:lnTo>
                      <a:pt x="619760" y="72452"/>
                    </a:lnTo>
                    <a:lnTo>
                      <a:pt x="744728" y="69789"/>
                    </a:lnTo>
                    <a:lnTo>
                      <a:pt x="869899" y="65162"/>
                    </a:lnTo>
                    <a:lnTo>
                      <a:pt x="995355" y="56365"/>
                    </a:lnTo>
                    <a:lnTo>
                      <a:pt x="1120851" y="39581"/>
                    </a:lnTo>
                    <a:lnTo>
                      <a:pt x="1246307" y="20766"/>
                    </a:lnTo>
                    <a:lnTo>
                      <a:pt x="1371803" y="2759"/>
                    </a:lnTo>
                    <a:cubicBezTo>
                      <a:pt x="1373185" y="2541"/>
                      <a:pt x="1373998" y="1799"/>
                      <a:pt x="1373632" y="1057"/>
                    </a:cubicBezTo>
                    <a:cubicBezTo>
                      <a:pt x="1373266" y="315"/>
                      <a:pt x="1371885" y="-165"/>
                      <a:pt x="1370543" y="5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4" name="Freeform: Shape 223">
                <a:extLst>
                  <a:ext uri="{FF2B5EF4-FFF2-40B4-BE49-F238E27FC236}">
                    <a16:creationId xmlns:a16="http://schemas.microsoft.com/office/drawing/2014/main" id="{27BF1B0A-C60B-4F94-A68B-8A0A0E2C711D}"/>
                  </a:ext>
                </a:extLst>
              </p:cNvPr>
              <p:cNvSpPr/>
              <p:nvPr/>
            </p:nvSpPr>
            <p:spPr>
              <a:xfrm>
                <a:off x="1399804" y="5670588"/>
                <a:ext cx="379456" cy="9734"/>
              </a:xfrm>
              <a:custGeom>
                <a:avLst/>
                <a:gdLst>
                  <a:gd name="connsiteX0" fmla="*/ 351211 w 379456"/>
                  <a:gd name="connsiteY0" fmla="*/ 9735 h 9734"/>
                  <a:gd name="connsiteX1" fmla="*/ 262575 w 379456"/>
                  <a:gd name="connsiteY1" fmla="*/ 3230 h 9734"/>
                  <a:gd name="connsiteX2" fmla="*/ 174589 w 379456"/>
                  <a:gd name="connsiteY2" fmla="*/ 2816 h 9734"/>
                  <a:gd name="connsiteX3" fmla="*/ 147564 w 379456"/>
                  <a:gd name="connsiteY3" fmla="*/ 3187 h 9734"/>
                  <a:gd name="connsiteX4" fmla="*/ 129357 w 379456"/>
                  <a:gd name="connsiteY4" fmla="*/ 4147 h 9734"/>
                  <a:gd name="connsiteX5" fmla="*/ 86401 w 379456"/>
                  <a:gd name="connsiteY5" fmla="*/ 5369 h 9734"/>
                  <a:gd name="connsiteX6" fmla="*/ 2601 w 379456"/>
                  <a:gd name="connsiteY6" fmla="*/ 6286 h 9734"/>
                  <a:gd name="connsiteX7" fmla="*/ 0 w 379456"/>
                  <a:gd name="connsiteY7" fmla="*/ 4911 h 9734"/>
                  <a:gd name="connsiteX8" fmla="*/ 2520 w 379456"/>
                  <a:gd name="connsiteY8" fmla="*/ 3470 h 9734"/>
                  <a:gd name="connsiteX9" fmla="*/ 86197 w 379456"/>
                  <a:gd name="connsiteY9" fmla="*/ 2554 h 9734"/>
                  <a:gd name="connsiteX10" fmla="*/ 128991 w 379456"/>
                  <a:gd name="connsiteY10" fmla="*/ 1331 h 9734"/>
                  <a:gd name="connsiteX11" fmla="*/ 147239 w 379456"/>
                  <a:gd name="connsiteY11" fmla="*/ 371 h 9734"/>
                  <a:gd name="connsiteX12" fmla="*/ 174508 w 379456"/>
                  <a:gd name="connsiteY12" fmla="*/ 0 h 9734"/>
                  <a:gd name="connsiteX13" fmla="*/ 262900 w 379456"/>
                  <a:gd name="connsiteY13" fmla="*/ 415 h 9734"/>
                  <a:gd name="connsiteX14" fmla="*/ 351455 w 379456"/>
                  <a:gd name="connsiteY14" fmla="*/ 6919 h 9734"/>
                  <a:gd name="connsiteX15" fmla="*/ 376814 w 379456"/>
                  <a:gd name="connsiteY15" fmla="*/ 6439 h 9734"/>
                  <a:gd name="connsiteX16" fmla="*/ 379456 w 379456"/>
                  <a:gd name="connsiteY16" fmla="*/ 7770 h 9734"/>
                  <a:gd name="connsiteX17" fmla="*/ 377017 w 379456"/>
                  <a:gd name="connsiteY17" fmla="*/ 9254 h 9734"/>
                  <a:gd name="connsiteX18" fmla="*/ 351211 w 379456"/>
                  <a:gd name="connsiteY18" fmla="*/ 9735 h 9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79456" h="9734">
                    <a:moveTo>
                      <a:pt x="351211" y="9735"/>
                    </a:moveTo>
                    <a:lnTo>
                      <a:pt x="262575" y="3230"/>
                    </a:lnTo>
                    <a:lnTo>
                      <a:pt x="174589" y="2816"/>
                    </a:lnTo>
                    <a:lnTo>
                      <a:pt x="147564" y="3187"/>
                    </a:lnTo>
                    <a:lnTo>
                      <a:pt x="129357" y="4147"/>
                    </a:lnTo>
                    <a:lnTo>
                      <a:pt x="86401" y="5369"/>
                    </a:lnTo>
                    <a:lnTo>
                      <a:pt x="2601" y="6286"/>
                    </a:lnTo>
                    <a:cubicBezTo>
                      <a:pt x="1219" y="6177"/>
                      <a:pt x="41" y="5697"/>
                      <a:pt x="0" y="4911"/>
                    </a:cubicBezTo>
                    <a:cubicBezTo>
                      <a:pt x="0" y="4169"/>
                      <a:pt x="1097" y="3536"/>
                      <a:pt x="2520" y="3470"/>
                    </a:cubicBezTo>
                    <a:lnTo>
                      <a:pt x="86197" y="2554"/>
                    </a:lnTo>
                    <a:lnTo>
                      <a:pt x="128991" y="1331"/>
                    </a:lnTo>
                    <a:lnTo>
                      <a:pt x="147239" y="371"/>
                    </a:lnTo>
                    <a:lnTo>
                      <a:pt x="174508" y="0"/>
                    </a:lnTo>
                    <a:lnTo>
                      <a:pt x="262900" y="415"/>
                    </a:lnTo>
                    <a:lnTo>
                      <a:pt x="351455" y="6919"/>
                    </a:lnTo>
                    <a:lnTo>
                      <a:pt x="376814" y="6439"/>
                    </a:lnTo>
                    <a:cubicBezTo>
                      <a:pt x="378115" y="6439"/>
                      <a:pt x="379374" y="7028"/>
                      <a:pt x="379456" y="7770"/>
                    </a:cubicBezTo>
                    <a:cubicBezTo>
                      <a:pt x="379496" y="8556"/>
                      <a:pt x="378440" y="9211"/>
                      <a:pt x="377017" y="9254"/>
                    </a:cubicBezTo>
                    <a:lnTo>
                      <a:pt x="351211" y="973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5" name="Freeform: Shape 224">
                <a:extLst>
                  <a:ext uri="{FF2B5EF4-FFF2-40B4-BE49-F238E27FC236}">
                    <a16:creationId xmlns:a16="http://schemas.microsoft.com/office/drawing/2014/main" id="{CCE1C4C5-2742-4935-92A4-CE94F0282345}"/>
                  </a:ext>
                </a:extLst>
              </p:cNvPr>
              <p:cNvSpPr/>
              <p:nvPr/>
            </p:nvSpPr>
            <p:spPr>
              <a:xfrm>
                <a:off x="10476865" y="5875976"/>
                <a:ext cx="1715134" cy="61398"/>
              </a:xfrm>
              <a:custGeom>
                <a:avLst/>
                <a:gdLst>
                  <a:gd name="connsiteX0" fmla="*/ 1715135 w 1715134"/>
                  <a:gd name="connsiteY0" fmla="*/ 58408 h 61398"/>
                  <a:gd name="connsiteX1" fmla="*/ 1688353 w 1715134"/>
                  <a:gd name="connsiteY1" fmla="*/ 55156 h 61398"/>
                  <a:gd name="connsiteX2" fmla="*/ 1653037 w 1715134"/>
                  <a:gd name="connsiteY2" fmla="*/ 51314 h 61398"/>
                  <a:gd name="connsiteX3" fmla="*/ 1620281 w 1715134"/>
                  <a:gd name="connsiteY3" fmla="*/ 45334 h 61398"/>
                  <a:gd name="connsiteX4" fmla="*/ 1586550 w 1715134"/>
                  <a:gd name="connsiteY4" fmla="*/ 38568 h 61398"/>
                  <a:gd name="connsiteX5" fmla="*/ 1586225 w 1715134"/>
                  <a:gd name="connsiteY5" fmla="*/ 38524 h 61398"/>
                  <a:gd name="connsiteX6" fmla="*/ 1554200 w 1715134"/>
                  <a:gd name="connsiteY6" fmla="*/ 31496 h 61398"/>
                  <a:gd name="connsiteX7" fmla="*/ 1554079 w 1715134"/>
                  <a:gd name="connsiteY7" fmla="*/ 31496 h 61398"/>
                  <a:gd name="connsiteX8" fmla="*/ 1521932 w 1715134"/>
                  <a:gd name="connsiteY8" fmla="*/ 23333 h 61398"/>
                  <a:gd name="connsiteX9" fmla="*/ 1520753 w 1715134"/>
                  <a:gd name="connsiteY9" fmla="*/ 23180 h 61398"/>
                  <a:gd name="connsiteX10" fmla="*/ 1497548 w 1715134"/>
                  <a:gd name="connsiteY10" fmla="*/ 23769 h 61398"/>
                  <a:gd name="connsiteX11" fmla="*/ 1409319 w 1715134"/>
                  <a:gd name="connsiteY11" fmla="*/ 26912 h 61398"/>
                  <a:gd name="connsiteX12" fmla="*/ 1321212 w 1715134"/>
                  <a:gd name="connsiteY12" fmla="*/ 29684 h 61398"/>
                  <a:gd name="connsiteX13" fmla="*/ 1235705 w 1715134"/>
                  <a:gd name="connsiteY13" fmla="*/ 31539 h 61398"/>
                  <a:gd name="connsiteX14" fmla="*/ 1210101 w 1715134"/>
                  <a:gd name="connsiteY14" fmla="*/ 21521 h 61398"/>
                  <a:gd name="connsiteX15" fmla="*/ 1208923 w 1715134"/>
                  <a:gd name="connsiteY15" fmla="*/ 21259 h 61398"/>
                  <a:gd name="connsiteX16" fmla="*/ 1128944 w 1715134"/>
                  <a:gd name="connsiteY16" fmla="*/ 17374 h 61398"/>
                  <a:gd name="connsiteX17" fmla="*/ 1051078 w 1715134"/>
                  <a:gd name="connsiteY17" fmla="*/ 10128 h 61398"/>
                  <a:gd name="connsiteX18" fmla="*/ 973658 w 1715134"/>
                  <a:gd name="connsiteY18" fmla="*/ 1615 h 61398"/>
                  <a:gd name="connsiteX19" fmla="*/ 895182 w 1715134"/>
                  <a:gd name="connsiteY19" fmla="*/ 218 h 61398"/>
                  <a:gd name="connsiteX20" fmla="*/ 814024 w 1715134"/>
                  <a:gd name="connsiteY20" fmla="*/ 0 h 61398"/>
                  <a:gd name="connsiteX21" fmla="*/ 728884 w 1715134"/>
                  <a:gd name="connsiteY21" fmla="*/ 415 h 61398"/>
                  <a:gd name="connsiteX22" fmla="*/ 639598 w 1715134"/>
                  <a:gd name="connsiteY22" fmla="*/ 1964 h 61398"/>
                  <a:gd name="connsiteX23" fmla="*/ 546328 w 1715134"/>
                  <a:gd name="connsiteY23" fmla="*/ 4518 h 61398"/>
                  <a:gd name="connsiteX24" fmla="*/ 450296 w 1715134"/>
                  <a:gd name="connsiteY24" fmla="*/ 9407 h 61398"/>
                  <a:gd name="connsiteX25" fmla="*/ 354467 w 1715134"/>
                  <a:gd name="connsiteY25" fmla="*/ 12179 h 61398"/>
                  <a:gd name="connsiteX26" fmla="*/ 260791 w 1715134"/>
                  <a:gd name="connsiteY26" fmla="*/ 10149 h 61398"/>
                  <a:gd name="connsiteX27" fmla="*/ 170489 w 1715134"/>
                  <a:gd name="connsiteY27" fmla="*/ 11153 h 61398"/>
                  <a:gd name="connsiteX28" fmla="*/ 85552 w 1715134"/>
                  <a:gd name="connsiteY28" fmla="*/ 9080 h 61398"/>
                  <a:gd name="connsiteX29" fmla="*/ 2809 w 1715134"/>
                  <a:gd name="connsiteY29" fmla="*/ 4387 h 61398"/>
                  <a:gd name="connsiteX30" fmla="*/ 5 w 1715134"/>
                  <a:gd name="connsiteY30" fmla="*/ 5675 h 61398"/>
                  <a:gd name="connsiteX31" fmla="*/ 2281 w 1715134"/>
                  <a:gd name="connsiteY31" fmla="*/ 7225 h 61398"/>
                  <a:gd name="connsiteX32" fmla="*/ 85145 w 1715134"/>
                  <a:gd name="connsiteY32" fmla="*/ 11917 h 61398"/>
                  <a:gd name="connsiteX33" fmla="*/ 170367 w 1715134"/>
                  <a:gd name="connsiteY33" fmla="*/ 13991 h 61398"/>
                  <a:gd name="connsiteX34" fmla="*/ 260670 w 1715134"/>
                  <a:gd name="connsiteY34" fmla="*/ 12965 h 61398"/>
                  <a:gd name="connsiteX35" fmla="*/ 354426 w 1715134"/>
                  <a:gd name="connsiteY35" fmla="*/ 14995 h 61398"/>
                  <a:gd name="connsiteX36" fmla="*/ 450662 w 1715134"/>
                  <a:gd name="connsiteY36" fmla="*/ 12223 h 61398"/>
                  <a:gd name="connsiteX37" fmla="*/ 546694 w 1715134"/>
                  <a:gd name="connsiteY37" fmla="*/ 7312 h 61398"/>
                  <a:gd name="connsiteX38" fmla="*/ 639759 w 1715134"/>
                  <a:gd name="connsiteY38" fmla="*/ 4758 h 61398"/>
                  <a:gd name="connsiteX39" fmla="*/ 728965 w 1715134"/>
                  <a:gd name="connsiteY39" fmla="*/ 3209 h 61398"/>
                  <a:gd name="connsiteX40" fmla="*/ 813983 w 1715134"/>
                  <a:gd name="connsiteY40" fmla="*/ 2794 h 61398"/>
                  <a:gd name="connsiteX41" fmla="*/ 895019 w 1715134"/>
                  <a:gd name="connsiteY41" fmla="*/ 3012 h 61398"/>
                  <a:gd name="connsiteX42" fmla="*/ 973007 w 1715134"/>
                  <a:gd name="connsiteY42" fmla="*/ 4409 h 61398"/>
                  <a:gd name="connsiteX43" fmla="*/ 1050102 w 1715134"/>
                  <a:gd name="connsiteY43" fmla="*/ 12878 h 61398"/>
                  <a:gd name="connsiteX44" fmla="*/ 1128294 w 1715134"/>
                  <a:gd name="connsiteY44" fmla="*/ 20124 h 61398"/>
                  <a:gd name="connsiteX45" fmla="*/ 1207663 w 1715134"/>
                  <a:gd name="connsiteY45" fmla="*/ 24009 h 61398"/>
                  <a:gd name="connsiteX46" fmla="*/ 1233347 w 1715134"/>
                  <a:gd name="connsiteY46" fmla="*/ 34137 h 61398"/>
                  <a:gd name="connsiteX47" fmla="*/ 1234933 w 1715134"/>
                  <a:gd name="connsiteY47" fmla="*/ 34399 h 61398"/>
                  <a:gd name="connsiteX48" fmla="*/ 1321374 w 1715134"/>
                  <a:gd name="connsiteY48" fmla="*/ 32478 h 61398"/>
                  <a:gd name="connsiteX49" fmla="*/ 1409563 w 1715134"/>
                  <a:gd name="connsiteY49" fmla="*/ 29640 h 61398"/>
                  <a:gd name="connsiteX50" fmla="*/ 1497670 w 1715134"/>
                  <a:gd name="connsiteY50" fmla="*/ 26497 h 61398"/>
                  <a:gd name="connsiteX51" fmla="*/ 1520307 w 1715134"/>
                  <a:gd name="connsiteY51" fmla="*/ 25974 h 61398"/>
                  <a:gd name="connsiteX52" fmla="*/ 1547007 w 1715134"/>
                  <a:gd name="connsiteY52" fmla="*/ 32849 h 61398"/>
                  <a:gd name="connsiteX53" fmla="*/ 1552575 w 1715134"/>
                  <a:gd name="connsiteY53" fmla="*/ 34137 h 61398"/>
                  <a:gd name="connsiteX54" fmla="*/ 1552778 w 1715134"/>
                  <a:gd name="connsiteY54" fmla="*/ 34137 h 61398"/>
                  <a:gd name="connsiteX55" fmla="*/ 1584639 w 1715134"/>
                  <a:gd name="connsiteY55" fmla="*/ 41165 h 61398"/>
                  <a:gd name="connsiteX56" fmla="*/ 1585046 w 1715134"/>
                  <a:gd name="connsiteY56" fmla="*/ 41209 h 61398"/>
                  <a:gd name="connsiteX57" fmla="*/ 1617680 w 1715134"/>
                  <a:gd name="connsiteY57" fmla="*/ 47822 h 61398"/>
                  <a:gd name="connsiteX58" fmla="*/ 1649339 w 1715134"/>
                  <a:gd name="connsiteY58" fmla="*/ 53737 h 61398"/>
                  <a:gd name="connsiteX59" fmla="*/ 1685062 w 1715134"/>
                  <a:gd name="connsiteY59" fmla="*/ 57731 h 61398"/>
                  <a:gd name="connsiteX60" fmla="*/ 1715135 w 1715134"/>
                  <a:gd name="connsiteY60" fmla="*/ 61398 h 61398"/>
                  <a:gd name="connsiteX61" fmla="*/ 1715135 w 1715134"/>
                  <a:gd name="connsiteY61" fmla="*/ 58364 h 61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715134" h="61398">
                    <a:moveTo>
                      <a:pt x="1715135" y="58408"/>
                    </a:moveTo>
                    <a:lnTo>
                      <a:pt x="1688353" y="55156"/>
                    </a:lnTo>
                    <a:lnTo>
                      <a:pt x="1653037" y="51314"/>
                    </a:lnTo>
                    <a:lnTo>
                      <a:pt x="1620281" y="45334"/>
                    </a:lnTo>
                    <a:lnTo>
                      <a:pt x="1586550" y="38568"/>
                    </a:lnTo>
                    <a:cubicBezTo>
                      <a:pt x="1586550" y="38568"/>
                      <a:pt x="1586347" y="38524"/>
                      <a:pt x="1586225" y="38524"/>
                    </a:cubicBezTo>
                    <a:lnTo>
                      <a:pt x="1554200" y="31496"/>
                    </a:lnTo>
                    <a:lnTo>
                      <a:pt x="1554079" y="31496"/>
                    </a:lnTo>
                    <a:lnTo>
                      <a:pt x="1521932" y="23333"/>
                    </a:lnTo>
                    <a:cubicBezTo>
                      <a:pt x="1521526" y="23223"/>
                      <a:pt x="1521160" y="23180"/>
                      <a:pt x="1520753" y="23180"/>
                    </a:cubicBezTo>
                    <a:lnTo>
                      <a:pt x="1497548" y="23769"/>
                    </a:lnTo>
                    <a:lnTo>
                      <a:pt x="1409319" y="26912"/>
                    </a:lnTo>
                    <a:lnTo>
                      <a:pt x="1321212" y="29684"/>
                    </a:lnTo>
                    <a:lnTo>
                      <a:pt x="1235705" y="31539"/>
                    </a:lnTo>
                    <a:lnTo>
                      <a:pt x="1210101" y="21521"/>
                    </a:lnTo>
                    <a:cubicBezTo>
                      <a:pt x="1209817" y="21368"/>
                      <a:pt x="1209330" y="21259"/>
                      <a:pt x="1208923" y="21259"/>
                    </a:cubicBezTo>
                    <a:lnTo>
                      <a:pt x="1128944" y="17374"/>
                    </a:lnTo>
                    <a:lnTo>
                      <a:pt x="1051078" y="10128"/>
                    </a:lnTo>
                    <a:lnTo>
                      <a:pt x="973658" y="1615"/>
                    </a:lnTo>
                    <a:lnTo>
                      <a:pt x="895182" y="218"/>
                    </a:lnTo>
                    <a:lnTo>
                      <a:pt x="814024" y="0"/>
                    </a:lnTo>
                    <a:lnTo>
                      <a:pt x="728884" y="415"/>
                    </a:lnTo>
                    <a:lnTo>
                      <a:pt x="639598" y="1964"/>
                    </a:lnTo>
                    <a:lnTo>
                      <a:pt x="546328" y="4518"/>
                    </a:lnTo>
                    <a:lnTo>
                      <a:pt x="450296" y="9407"/>
                    </a:lnTo>
                    <a:lnTo>
                      <a:pt x="354467" y="12179"/>
                    </a:lnTo>
                    <a:lnTo>
                      <a:pt x="260791" y="10149"/>
                    </a:lnTo>
                    <a:lnTo>
                      <a:pt x="170489" y="11153"/>
                    </a:lnTo>
                    <a:lnTo>
                      <a:pt x="85552" y="9080"/>
                    </a:lnTo>
                    <a:lnTo>
                      <a:pt x="2809" y="4387"/>
                    </a:lnTo>
                    <a:cubicBezTo>
                      <a:pt x="1305" y="4278"/>
                      <a:pt x="208" y="4867"/>
                      <a:pt x="5" y="5675"/>
                    </a:cubicBezTo>
                    <a:cubicBezTo>
                      <a:pt x="-77" y="6417"/>
                      <a:pt x="899" y="7115"/>
                      <a:pt x="2281" y="7225"/>
                    </a:cubicBezTo>
                    <a:lnTo>
                      <a:pt x="85145" y="11917"/>
                    </a:lnTo>
                    <a:lnTo>
                      <a:pt x="170367" y="13991"/>
                    </a:lnTo>
                    <a:lnTo>
                      <a:pt x="260670" y="12965"/>
                    </a:lnTo>
                    <a:lnTo>
                      <a:pt x="354426" y="14995"/>
                    </a:lnTo>
                    <a:lnTo>
                      <a:pt x="450662" y="12223"/>
                    </a:lnTo>
                    <a:lnTo>
                      <a:pt x="546694" y="7312"/>
                    </a:lnTo>
                    <a:lnTo>
                      <a:pt x="639759" y="4758"/>
                    </a:lnTo>
                    <a:lnTo>
                      <a:pt x="728965" y="3209"/>
                    </a:lnTo>
                    <a:lnTo>
                      <a:pt x="813983" y="2794"/>
                    </a:lnTo>
                    <a:lnTo>
                      <a:pt x="895019" y="3012"/>
                    </a:lnTo>
                    <a:lnTo>
                      <a:pt x="973007" y="4409"/>
                    </a:lnTo>
                    <a:lnTo>
                      <a:pt x="1050102" y="12878"/>
                    </a:lnTo>
                    <a:lnTo>
                      <a:pt x="1128294" y="20124"/>
                    </a:lnTo>
                    <a:lnTo>
                      <a:pt x="1207663" y="24009"/>
                    </a:lnTo>
                    <a:lnTo>
                      <a:pt x="1233347" y="34137"/>
                    </a:lnTo>
                    <a:cubicBezTo>
                      <a:pt x="1233836" y="34290"/>
                      <a:pt x="1234241" y="34355"/>
                      <a:pt x="1234933" y="34399"/>
                    </a:cubicBezTo>
                    <a:lnTo>
                      <a:pt x="1321374" y="32478"/>
                    </a:lnTo>
                    <a:lnTo>
                      <a:pt x="1409563" y="29640"/>
                    </a:lnTo>
                    <a:lnTo>
                      <a:pt x="1497670" y="26497"/>
                    </a:lnTo>
                    <a:lnTo>
                      <a:pt x="1520307" y="25974"/>
                    </a:lnTo>
                    <a:lnTo>
                      <a:pt x="1547007" y="32849"/>
                    </a:lnTo>
                    <a:lnTo>
                      <a:pt x="1552575" y="34137"/>
                    </a:lnTo>
                    <a:lnTo>
                      <a:pt x="1552778" y="34137"/>
                    </a:lnTo>
                    <a:lnTo>
                      <a:pt x="1584639" y="41165"/>
                    </a:lnTo>
                    <a:cubicBezTo>
                      <a:pt x="1584639" y="41165"/>
                      <a:pt x="1584965" y="41209"/>
                      <a:pt x="1585046" y="41209"/>
                    </a:cubicBezTo>
                    <a:lnTo>
                      <a:pt x="1617680" y="47822"/>
                    </a:lnTo>
                    <a:lnTo>
                      <a:pt x="1649339" y="53737"/>
                    </a:lnTo>
                    <a:lnTo>
                      <a:pt x="1685062" y="57731"/>
                    </a:lnTo>
                    <a:lnTo>
                      <a:pt x="1715135" y="61398"/>
                    </a:lnTo>
                    <a:lnTo>
                      <a:pt x="1715135" y="5836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6" name="Freeform: Shape 225">
                <a:extLst>
                  <a:ext uri="{FF2B5EF4-FFF2-40B4-BE49-F238E27FC236}">
                    <a16:creationId xmlns:a16="http://schemas.microsoft.com/office/drawing/2014/main" id="{16D962A3-C571-463E-9BBC-80F479DE5283}"/>
                  </a:ext>
                </a:extLst>
              </p:cNvPr>
              <p:cNvSpPr/>
              <p:nvPr/>
            </p:nvSpPr>
            <p:spPr>
              <a:xfrm>
                <a:off x="7426553" y="6178448"/>
                <a:ext cx="970523" cy="4474"/>
              </a:xfrm>
              <a:custGeom>
                <a:avLst/>
                <a:gdLst>
                  <a:gd name="connsiteX0" fmla="*/ 968045 w 970523"/>
                  <a:gd name="connsiteY0" fmla="*/ 4474 h 4474"/>
                  <a:gd name="connsiteX1" fmla="*/ 968045 w 970523"/>
                  <a:gd name="connsiteY1" fmla="*/ 4474 h 4474"/>
                  <a:gd name="connsiteX2" fmla="*/ 2560 w 970523"/>
                  <a:gd name="connsiteY2" fmla="*/ 2772 h 4474"/>
                  <a:gd name="connsiteX3" fmla="*/ 0 w 970523"/>
                  <a:gd name="connsiteY3" fmla="*/ 1375 h 4474"/>
                  <a:gd name="connsiteX4" fmla="*/ 2560 w 970523"/>
                  <a:gd name="connsiteY4" fmla="*/ 0 h 4474"/>
                  <a:gd name="connsiteX5" fmla="*/ 2560 w 970523"/>
                  <a:gd name="connsiteY5" fmla="*/ 0 h 4474"/>
                  <a:gd name="connsiteX6" fmla="*/ 968045 w 970523"/>
                  <a:gd name="connsiteY6" fmla="*/ 1659 h 4474"/>
                  <a:gd name="connsiteX7" fmla="*/ 970524 w 970523"/>
                  <a:gd name="connsiteY7" fmla="*/ 3099 h 4474"/>
                  <a:gd name="connsiteX8" fmla="*/ 968045 w 970523"/>
                  <a:gd name="connsiteY8" fmla="*/ 4474 h 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0523" h="4474">
                    <a:moveTo>
                      <a:pt x="968045" y="4474"/>
                    </a:moveTo>
                    <a:lnTo>
                      <a:pt x="968045" y="4474"/>
                    </a:lnTo>
                    <a:lnTo>
                      <a:pt x="2560" y="2772"/>
                    </a:lnTo>
                    <a:cubicBezTo>
                      <a:pt x="1178" y="2772"/>
                      <a:pt x="0" y="2183"/>
                      <a:pt x="0" y="1375"/>
                    </a:cubicBezTo>
                    <a:cubicBezTo>
                      <a:pt x="0" y="568"/>
                      <a:pt x="1178" y="0"/>
                      <a:pt x="2560" y="0"/>
                    </a:cubicBezTo>
                    <a:lnTo>
                      <a:pt x="2560" y="0"/>
                    </a:lnTo>
                    <a:lnTo>
                      <a:pt x="968045" y="1659"/>
                    </a:lnTo>
                    <a:cubicBezTo>
                      <a:pt x="969426" y="1659"/>
                      <a:pt x="970524" y="2292"/>
                      <a:pt x="970524" y="3099"/>
                    </a:cubicBezTo>
                    <a:cubicBezTo>
                      <a:pt x="970524" y="3841"/>
                      <a:pt x="969426" y="4474"/>
                      <a:pt x="968045" y="447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7" name="Freeform: Shape 226">
                <a:extLst>
                  <a:ext uri="{FF2B5EF4-FFF2-40B4-BE49-F238E27FC236}">
                    <a16:creationId xmlns:a16="http://schemas.microsoft.com/office/drawing/2014/main" id="{A6862C84-A8F4-46AB-A129-0200094D0B87}"/>
                  </a:ext>
                </a:extLst>
              </p:cNvPr>
              <p:cNvSpPr/>
              <p:nvPr/>
            </p:nvSpPr>
            <p:spPr>
              <a:xfrm>
                <a:off x="7858466" y="5735286"/>
                <a:ext cx="4333533" cy="624780"/>
              </a:xfrm>
              <a:custGeom>
                <a:avLst/>
                <a:gdLst>
                  <a:gd name="connsiteX0" fmla="*/ 4333534 w 4333533"/>
                  <a:gd name="connsiteY0" fmla="*/ 621791 h 624780"/>
                  <a:gd name="connsiteX1" fmla="*/ 3055080 w 4333533"/>
                  <a:gd name="connsiteY1" fmla="*/ 373317 h 624780"/>
                  <a:gd name="connsiteX2" fmla="*/ 3025007 w 4333533"/>
                  <a:gd name="connsiteY2" fmla="*/ 355245 h 624780"/>
                  <a:gd name="connsiteX3" fmla="*/ 2994934 w 4333533"/>
                  <a:gd name="connsiteY3" fmla="*/ 339530 h 624780"/>
                  <a:gd name="connsiteX4" fmla="*/ 2993430 w 4333533"/>
                  <a:gd name="connsiteY4" fmla="*/ 339159 h 624780"/>
                  <a:gd name="connsiteX5" fmla="*/ 2964575 w 4333533"/>
                  <a:gd name="connsiteY5" fmla="*/ 338089 h 624780"/>
                  <a:gd name="connsiteX6" fmla="*/ 2935680 w 4333533"/>
                  <a:gd name="connsiteY6" fmla="*/ 331367 h 624780"/>
                  <a:gd name="connsiteX7" fmla="*/ 2921009 w 4333533"/>
                  <a:gd name="connsiteY7" fmla="*/ 329010 h 624780"/>
                  <a:gd name="connsiteX8" fmla="*/ 2906826 w 4333533"/>
                  <a:gd name="connsiteY8" fmla="*/ 327089 h 624780"/>
                  <a:gd name="connsiteX9" fmla="*/ 2895122 w 4333533"/>
                  <a:gd name="connsiteY9" fmla="*/ 326128 h 624780"/>
                  <a:gd name="connsiteX10" fmla="*/ 2876062 w 4333533"/>
                  <a:gd name="connsiteY10" fmla="*/ 322723 h 624780"/>
                  <a:gd name="connsiteX11" fmla="*/ 2849970 w 4333533"/>
                  <a:gd name="connsiteY11" fmla="*/ 315914 h 624780"/>
                  <a:gd name="connsiteX12" fmla="*/ 2841355 w 4333533"/>
                  <a:gd name="connsiteY12" fmla="*/ 312552 h 624780"/>
                  <a:gd name="connsiteX13" fmla="*/ 2840461 w 4333533"/>
                  <a:gd name="connsiteY13" fmla="*/ 312334 h 624780"/>
                  <a:gd name="connsiteX14" fmla="*/ 2820222 w 4333533"/>
                  <a:gd name="connsiteY14" fmla="*/ 309780 h 624780"/>
                  <a:gd name="connsiteX15" fmla="*/ 2796529 w 4333533"/>
                  <a:gd name="connsiteY15" fmla="*/ 302905 h 624780"/>
                  <a:gd name="connsiteX16" fmla="*/ 2795919 w 4333533"/>
                  <a:gd name="connsiteY16" fmla="*/ 302796 h 624780"/>
                  <a:gd name="connsiteX17" fmla="*/ 2769747 w 4333533"/>
                  <a:gd name="connsiteY17" fmla="*/ 299762 h 624780"/>
                  <a:gd name="connsiteX18" fmla="*/ 2717362 w 4333533"/>
                  <a:gd name="connsiteY18" fmla="*/ 286448 h 624780"/>
                  <a:gd name="connsiteX19" fmla="*/ 2691352 w 4333533"/>
                  <a:gd name="connsiteY19" fmla="*/ 274661 h 624780"/>
                  <a:gd name="connsiteX20" fmla="*/ 2665465 w 4333533"/>
                  <a:gd name="connsiteY20" fmla="*/ 262351 h 624780"/>
                  <a:gd name="connsiteX21" fmla="*/ 2640552 w 4333533"/>
                  <a:gd name="connsiteY21" fmla="*/ 252333 h 624780"/>
                  <a:gd name="connsiteX22" fmla="*/ 2615274 w 4333533"/>
                  <a:gd name="connsiteY22" fmla="*/ 236028 h 624780"/>
                  <a:gd name="connsiteX23" fmla="*/ 2590362 w 4333533"/>
                  <a:gd name="connsiteY23" fmla="*/ 218764 h 624780"/>
                  <a:gd name="connsiteX24" fmla="*/ 2588777 w 4333533"/>
                  <a:gd name="connsiteY24" fmla="*/ 218240 h 624780"/>
                  <a:gd name="connsiteX25" fmla="*/ 2564352 w 4333533"/>
                  <a:gd name="connsiteY25" fmla="*/ 216101 h 624780"/>
                  <a:gd name="connsiteX26" fmla="*/ 2563743 w 4333533"/>
                  <a:gd name="connsiteY26" fmla="*/ 216101 h 624780"/>
                  <a:gd name="connsiteX27" fmla="*/ 2551429 w 4333533"/>
                  <a:gd name="connsiteY27" fmla="*/ 216734 h 624780"/>
                  <a:gd name="connsiteX28" fmla="*/ 2540619 w 4333533"/>
                  <a:gd name="connsiteY28" fmla="*/ 211845 h 624780"/>
                  <a:gd name="connsiteX29" fmla="*/ 2538628 w 4333533"/>
                  <a:gd name="connsiteY29" fmla="*/ 211517 h 624780"/>
                  <a:gd name="connsiteX30" fmla="*/ 2450114 w 4333533"/>
                  <a:gd name="connsiteY30" fmla="*/ 218982 h 624780"/>
                  <a:gd name="connsiteX31" fmla="*/ 2432070 w 4333533"/>
                  <a:gd name="connsiteY31" fmla="*/ 212478 h 624780"/>
                  <a:gd name="connsiteX32" fmla="*/ 2414919 w 4333533"/>
                  <a:gd name="connsiteY32" fmla="*/ 199687 h 624780"/>
                  <a:gd name="connsiteX33" fmla="*/ 2399070 w 4333533"/>
                  <a:gd name="connsiteY33" fmla="*/ 185194 h 624780"/>
                  <a:gd name="connsiteX34" fmla="*/ 2384683 w 4333533"/>
                  <a:gd name="connsiteY34" fmla="*/ 164896 h 624780"/>
                  <a:gd name="connsiteX35" fmla="*/ 2371475 w 4333533"/>
                  <a:gd name="connsiteY35" fmla="*/ 139162 h 624780"/>
                  <a:gd name="connsiteX36" fmla="*/ 2358674 w 4333533"/>
                  <a:gd name="connsiteY36" fmla="*/ 108954 h 624780"/>
                  <a:gd name="connsiteX37" fmla="*/ 2344978 w 4333533"/>
                  <a:gd name="connsiteY37" fmla="*/ 78463 h 624780"/>
                  <a:gd name="connsiteX38" fmla="*/ 2329006 w 4333533"/>
                  <a:gd name="connsiteY38" fmla="*/ 47731 h 624780"/>
                  <a:gd name="connsiteX39" fmla="*/ 2309580 w 4333533"/>
                  <a:gd name="connsiteY39" fmla="*/ 22150 h 624780"/>
                  <a:gd name="connsiteX40" fmla="*/ 2309174 w 4333533"/>
                  <a:gd name="connsiteY40" fmla="*/ 21823 h 624780"/>
                  <a:gd name="connsiteX41" fmla="*/ 2285846 w 4333533"/>
                  <a:gd name="connsiteY41" fmla="*/ 5824 h 624780"/>
                  <a:gd name="connsiteX42" fmla="*/ 2284140 w 4333533"/>
                  <a:gd name="connsiteY42" fmla="*/ 5300 h 624780"/>
                  <a:gd name="connsiteX43" fmla="*/ 2196438 w 4333533"/>
                  <a:gd name="connsiteY43" fmla="*/ 18 h 624780"/>
                  <a:gd name="connsiteX44" fmla="*/ 2195342 w 4333533"/>
                  <a:gd name="connsiteY44" fmla="*/ 62 h 624780"/>
                  <a:gd name="connsiteX45" fmla="*/ 2105730 w 4333533"/>
                  <a:gd name="connsiteY45" fmla="*/ 17217 h 624780"/>
                  <a:gd name="connsiteX46" fmla="*/ 2082118 w 4333533"/>
                  <a:gd name="connsiteY46" fmla="*/ 9163 h 624780"/>
                  <a:gd name="connsiteX47" fmla="*/ 2081224 w 4333533"/>
                  <a:gd name="connsiteY47" fmla="*/ 9011 h 624780"/>
                  <a:gd name="connsiteX48" fmla="*/ 2054930 w 4333533"/>
                  <a:gd name="connsiteY48" fmla="*/ 6566 h 624780"/>
                  <a:gd name="connsiteX49" fmla="*/ 2054239 w 4333533"/>
                  <a:gd name="connsiteY49" fmla="*/ 6566 h 624780"/>
                  <a:gd name="connsiteX50" fmla="*/ 2039446 w 4333533"/>
                  <a:gd name="connsiteY50" fmla="*/ 7483 h 624780"/>
                  <a:gd name="connsiteX51" fmla="*/ 2028433 w 4333533"/>
                  <a:gd name="connsiteY51" fmla="*/ 7897 h 624780"/>
                  <a:gd name="connsiteX52" fmla="*/ 2001570 w 4333533"/>
                  <a:gd name="connsiteY52" fmla="*/ 11630 h 624780"/>
                  <a:gd name="connsiteX53" fmla="*/ 1941544 w 4333533"/>
                  <a:gd name="connsiteY53" fmla="*/ 17108 h 624780"/>
                  <a:gd name="connsiteX54" fmla="*/ 1929637 w 4333533"/>
                  <a:gd name="connsiteY54" fmla="*/ 16104 h 624780"/>
                  <a:gd name="connsiteX55" fmla="*/ 1925288 w 4333533"/>
                  <a:gd name="connsiteY55" fmla="*/ 15842 h 624780"/>
                  <a:gd name="connsiteX56" fmla="*/ 1849088 w 4333533"/>
                  <a:gd name="connsiteY56" fmla="*/ 19989 h 624780"/>
                  <a:gd name="connsiteX57" fmla="*/ 1760168 w 4333533"/>
                  <a:gd name="connsiteY57" fmla="*/ 21910 h 624780"/>
                  <a:gd name="connsiteX58" fmla="*/ 1672467 w 4333533"/>
                  <a:gd name="connsiteY58" fmla="*/ 22281 h 624780"/>
                  <a:gd name="connsiteX59" fmla="*/ 1586148 w 4333533"/>
                  <a:gd name="connsiteY59" fmla="*/ 21059 h 624780"/>
                  <a:gd name="connsiteX60" fmla="*/ 1501007 w 4333533"/>
                  <a:gd name="connsiteY60" fmla="*/ 17174 h 624780"/>
                  <a:gd name="connsiteX61" fmla="*/ 1417451 w 4333533"/>
                  <a:gd name="connsiteY61" fmla="*/ 18658 h 624780"/>
                  <a:gd name="connsiteX62" fmla="*/ 1334098 w 4333533"/>
                  <a:gd name="connsiteY62" fmla="*/ 26123 h 624780"/>
                  <a:gd name="connsiteX63" fmla="*/ 1250746 w 4333533"/>
                  <a:gd name="connsiteY63" fmla="*/ 36883 h 624780"/>
                  <a:gd name="connsiteX64" fmla="*/ 1167800 w 4333533"/>
                  <a:gd name="connsiteY64" fmla="*/ 50044 h 624780"/>
                  <a:gd name="connsiteX65" fmla="*/ 1084732 w 4333533"/>
                  <a:gd name="connsiteY65" fmla="*/ 61394 h 624780"/>
                  <a:gd name="connsiteX66" fmla="*/ 1001988 w 4333533"/>
                  <a:gd name="connsiteY66" fmla="*/ 70125 h 624780"/>
                  <a:gd name="connsiteX67" fmla="*/ 918920 w 4333533"/>
                  <a:gd name="connsiteY67" fmla="*/ 73857 h 624780"/>
                  <a:gd name="connsiteX68" fmla="*/ 837152 w 4333533"/>
                  <a:gd name="connsiteY68" fmla="*/ 78004 h 624780"/>
                  <a:gd name="connsiteX69" fmla="*/ 755304 w 4333533"/>
                  <a:gd name="connsiteY69" fmla="*/ 79663 h 624780"/>
                  <a:gd name="connsiteX70" fmla="*/ 673454 w 4333533"/>
                  <a:gd name="connsiteY70" fmla="*/ 80514 h 624780"/>
                  <a:gd name="connsiteX71" fmla="*/ 591117 w 4333533"/>
                  <a:gd name="connsiteY71" fmla="*/ 81628 h 624780"/>
                  <a:gd name="connsiteX72" fmla="*/ 508578 w 4333533"/>
                  <a:gd name="connsiteY72" fmla="*/ 84028 h 624780"/>
                  <a:gd name="connsiteX73" fmla="*/ 425226 w 4333533"/>
                  <a:gd name="connsiteY73" fmla="*/ 84028 h 624780"/>
                  <a:gd name="connsiteX74" fmla="*/ 341182 w 4333533"/>
                  <a:gd name="connsiteY74" fmla="*/ 85142 h 624780"/>
                  <a:gd name="connsiteX75" fmla="*/ 257260 w 4333533"/>
                  <a:gd name="connsiteY75" fmla="*/ 92388 h 624780"/>
                  <a:gd name="connsiteX76" fmla="*/ 173420 w 4333533"/>
                  <a:gd name="connsiteY76" fmla="*/ 98936 h 624780"/>
                  <a:gd name="connsiteX77" fmla="*/ 89783 w 4333533"/>
                  <a:gd name="connsiteY77" fmla="*/ 101228 h 624780"/>
                  <a:gd name="connsiteX78" fmla="*/ 6755 w 4333533"/>
                  <a:gd name="connsiteY78" fmla="*/ 100005 h 624780"/>
                  <a:gd name="connsiteX79" fmla="*/ 2366 w 4333533"/>
                  <a:gd name="connsiteY79" fmla="*/ 100158 h 624780"/>
                  <a:gd name="connsiteX80" fmla="*/ 9 w 4333533"/>
                  <a:gd name="connsiteY80" fmla="*/ 101599 h 624780"/>
                  <a:gd name="connsiteX81" fmla="*/ 2691 w 4333533"/>
                  <a:gd name="connsiteY81" fmla="*/ 102930 h 624780"/>
                  <a:gd name="connsiteX82" fmla="*/ 6837 w 4333533"/>
                  <a:gd name="connsiteY82" fmla="*/ 102756 h 624780"/>
                  <a:gd name="connsiteX83" fmla="*/ 89864 w 4333533"/>
                  <a:gd name="connsiteY83" fmla="*/ 104043 h 624780"/>
                  <a:gd name="connsiteX84" fmla="*/ 173908 w 4333533"/>
                  <a:gd name="connsiteY84" fmla="*/ 101752 h 624780"/>
                  <a:gd name="connsiteX85" fmla="*/ 257951 w 4333533"/>
                  <a:gd name="connsiteY85" fmla="*/ 95204 h 624780"/>
                  <a:gd name="connsiteX86" fmla="*/ 341670 w 4333533"/>
                  <a:gd name="connsiteY86" fmla="*/ 87957 h 624780"/>
                  <a:gd name="connsiteX87" fmla="*/ 425306 w 4333533"/>
                  <a:gd name="connsiteY87" fmla="*/ 86844 h 624780"/>
                  <a:gd name="connsiteX88" fmla="*/ 508660 w 4333533"/>
                  <a:gd name="connsiteY88" fmla="*/ 86844 h 624780"/>
                  <a:gd name="connsiteX89" fmla="*/ 591321 w 4333533"/>
                  <a:gd name="connsiteY89" fmla="*/ 84443 h 624780"/>
                  <a:gd name="connsiteX90" fmla="*/ 673576 w 4333533"/>
                  <a:gd name="connsiteY90" fmla="*/ 83330 h 624780"/>
                  <a:gd name="connsiteX91" fmla="*/ 755548 w 4333533"/>
                  <a:gd name="connsiteY91" fmla="*/ 82479 h 624780"/>
                  <a:gd name="connsiteX92" fmla="*/ 837478 w 4333533"/>
                  <a:gd name="connsiteY92" fmla="*/ 80776 h 624780"/>
                  <a:gd name="connsiteX93" fmla="*/ 919326 w 4333533"/>
                  <a:gd name="connsiteY93" fmla="*/ 76673 h 624780"/>
                  <a:gd name="connsiteX94" fmla="*/ 1002679 w 4333533"/>
                  <a:gd name="connsiteY94" fmla="*/ 72941 h 624780"/>
                  <a:gd name="connsiteX95" fmla="*/ 1085829 w 4333533"/>
                  <a:gd name="connsiteY95" fmla="*/ 64079 h 624780"/>
                  <a:gd name="connsiteX96" fmla="*/ 1169060 w 4333533"/>
                  <a:gd name="connsiteY96" fmla="*/ 52729 h 624780"/>
                  <a:gd name="connsiteX97" fmla="*/ 1252006 w 4333533"/>
                  <a:gd name="connsiteY97" fmla="*/ 39568 h 624780"/>
                  <a:gd name="connsiteX98" fmla="*/ 1334951 w 4333533"/>
                  <a:gd name="connsiteY98" fmla="*/ 28807 h 624780"/>
                  <a:gd name="connsiteX99" fmla="*/ 1417898 w 4333533"/>
                  <a:gd name="connsiteY99" fmla="*/ 21386 h 624780"/>
                  <a:gd name="connsiteX100" fmla="*/ 1500844 w 4333533"/>
                  <a:gd name="connsiteY100" fmla="*/ 19946 h 624780"/>
                  <a:gd name="connsiteX101" fmla="*/ 1585781 w 4333533"/>
                  <a:gd name="connsiteY101" fmla="*/ 23831 h 624780"/>
                  <a:gd name="connsiteX102" fmla="*/ 1672304 w 4333533"/>
                  <a:gd name="connsiteY102" fmla="*/ 25053 h 624780"/>
                  <a:gd name="connsiteX103" fmla="*/ 1760209 w 4333533"/>
                  <a:gd name="connsiteY103" fmla="*/ 24682 h 624780"/>
                  <a:gd name="connsiteX104" fmla="*/ 1849414 w 4333533"/>
                  <a:gd name="connsiteY104" fmla="*/ 22761 h 624780"/>
                  <a:gd name="connsiteX105" fmla="*/ 1925207 w 4333533"/>
                  <a:gd name="connsiteY105" fmla="*/ 18592 h 624780"/>
                  <a:gd name="connsiteX106" fmla="*/ 1941098 w 4333533"/>
                  <a:gd name="connsiteY106" fmla="*/ 19880 h 624780"/>
                  <a:gd name="connsiteX107" fmla="*/ 1941870 w 4333533"/>
                  <a:gd name="connsiteY107" fmla="*/ 19880 h 624780"/>
                  <a:gd name="connsiteX108" fmla="*/ 1985517 w 4333533"/>
                  <a:gd name="connsiteY108" fmla="*/ 15995 h 624780"/>
                  <a:gd name="connsiteX109" fmla="*/ 2002586 w 4333533"/>
                  <a:gd name="connsiteY109" fmla="*/ 14336 h 624780"/>
                  <a:gd name="connsiteX110" fmla="*/ 2029164 w 4333533"/>
                  <a:gd name="connsiteY110" fmla="*/ 10604 h 624780"/>
                  <a:gd name="connsiteX111" fmla="*/ 2039894 w 4333533"/>
                  <a:gd name="connsiteY111" fmla="*/ 10233 h 624780"/>
                  <a:gd name="connsiteX112" fmla="*/ 2054402 w 4333533"/>
                  <a:gd name="connsiteY112" fmla="*/ 9338 h 624780"/>
                  <a:gd name="connsiteX113" fmla="*/ 2079883 w 4333533"/>
                  <a:gd name="connsiteY113" fmla="*/ 11673 h 624780"/>
                  <a:gd name="connsiteX114" fmla="*/ 2104104 w 4333533"/>
                  <a:gd name="connsiteY114" fmla="*/ 19924 h 624780"/>
                  <a:gd name="connsiteX115" fmla="*/ 2106177 w 4333533"/>
                  <a:gd name="connsiteY115" fmla="*/ 20033 h 624780"/>
                  <a:gd name="connsiteX116" fmla="*/ 2196358 w 4333533"/>
                  <a:gd name="connsiteY116" fmla="*/ 2768 h 624780"/>
                  <a:gd name="connsiteX117" fmla="*/ 2282474 w 4333533"/>
                  <a:gd name="connsiteY117" fmla="*/ 7941 h 624780"/>
                  <a:gd name="connsiteX118" fmla="*/ 2304907 w 4333533"/>
                  <a:gd name="connsiteY118" fmla="*/ 23351 h 624780"/>
                  <a:gd name="connsiteX119" fmla="*/ 2324048 w 4333533"/>
                  <a:gd name="connsiteY119" fmla="*/ 48560 h 624780"/>
                  <a:gd name="connsiteX120" fmla="*/ 2339938 w 4333533"/>
                  <a:gd name="connsiteY120" fmla="*/ 79139 h 624780"/>
                  <a:gd name="connsiteX121" fmla="*/ 2353634 w 4333533"/>
                  <a:gd name="connsiteY121" fmla="*/ 109522 h 624780"/>
                  <a:gd name="connsiteX122" fmla="*/ 2366517 w 4333533"/>
                  <a:gd name="connsiteY122" fmla="*/ 139839 h 624780"/>
                  <a:gd name="connsiteX123" fmla="*/ 2379806 w 4333533"/>
                  <a:gd name="connsiteY123" fmla="*/ 165747 h 624780"/>
                  <a:gd name="connsiteX124" fmla="*/ 2394396 w 4333533"/>
                  <a:gd name="connsiteY124" fmla="*/ 186417 h 624780"/>
                  <a:gd name="connsiteX125" fmla="*/ 2410571 w 4333533"/>
                  <a:gd name="connsiteY125" fmla="*/ 201171 h 624780"/>
                  <a:gd name="connsiteX126" fmla="*/ 2428249 w 4333533"/>
                  <a:gd name="connsiteY126" fmla="*/ 214289 h 624780"/>
                  <a:gd name="connsiteX127" fmla="*/ 2428859 w 4333533"/>
                  <a:gd name="connsiteY127" fmla="*/ 214617 h 624780"/>
                  <a:gd name="connsiteX128" fmla="*/ 2448122 w 4333533"/>
                  <a:gd name="connsiteY128" fmla="*/ 221601 h 624780"/>
                  <a:gd name="connsiteX129" fmla="*/ 2449910 w 4333533"/>
                  <a:gd name="connsiteY129" fmla="*/ 221819 h 624780"/>
                  <a:gd name="connsiteX130" fmla="*/ 2538221 w 4333533"/>
                  <a:gd name="connsiteY130" fmla="*/ 214355 h 624780"/>
                  <a:gd name="connsiteX131" fmla="*/ 2548910 w 4333533"/>
                  <a:gd name="connsiteY131" fmla="*/ 219266 h 624780"/>
                  <a:gd name="connsiteX132" fmla="*/ 2550820 w 4333533"/>
                  <a:gd name="connsiteY132" fmla="*/ 219593 h 624780"/>
                  <a:gd name="connsiteX133" fmla="*/ 2563824 w 4333533"/>
                  <a:gd name="connsiteY133" fmla="*/ 218895 h 624780"/>
                  <a:gd name="connsiteX134" fmla="*/ 2586948 w 4333533"/>
                  <a:gd name="connsiteY134" fmla="*/ 220924 h 624780"/>
                  <a:gd name="connsiteX135" fmla="*/ 2611373 w 4333533"/>
                  <a:gd name="connsiteY135" fmla="*/ 237818 h 624780"/>
                  <a:gd name="connsiteX136" fmla="*/ 2637058 w 4333533"/>
                  <a:gd name="connsiteY136" fmla="*/ 254385 h 624780"/>
                  <a:gd name="connsiteX137" fmla="*/ 2662254 w 4333533"/>
                  <a:gd name="connsiteY137" fmla="*/ 264578 h 624780"/>
                  <a:gd name="connsiteX138" fmla="*/ 2688061 w 4333533"/>
                  <a:gd name="connsiteY138" fmla="*/ 276844 h 624780"/>
                  <a:gd name="connsiteX139" fmla="*/ 2714639 w 4333533"/>
                  <a:gd name="connsiteY139" fmla="*/ 288783 h 624780"/>
                  <a:gd name="connsiteX140" fmla="*/ 2768122 w 4333533"/>
                  <a:gd name="connsiteY140" fmla="*/ 302425 h 624780"/>
                  <a:gd name="connsiteX141" fmla="*/ 2794497 w 4333533"/>
                  <a:gd name="connsiteY141" fmla="*/ 305524 h 624780"/>
                  <a:gd name="connsiteX142" fmla="*/ 2818434 w 4333533"/>
                  <a:gd name="connsiteY142" fmla="*/ 312399 h 624780"/>
                  <a:gd name="connsiteX143" fmla="*/ 2838876 w 4333533"/>
                  <a:gd name="connsiteY143" fmla="*/ 315062 h 624780"/>
                  <a:gd name="connsiteX144" fmla="*/ 2847410 w 4333533"/>
                  <a:gd name="connsiteY144" fmla="*/ 318315 h 624780"/>
                  <a:gd name="connsiteX145" fmla="*/ 2874192 w 4333533"/>
                  <a:gd name="connsiteY145" fmla="*/ 325343 h 624780"/>
                  <a:gd name="connsiteX146" fmla="*/ 2893943 w 4333533"/>
                  <a:gd name="connsiteY146" fmla="*/ 328857 h 624780"/>
                  <a:gd name="connsiteX147" fmla="*/ 2905850 w 4333533"/>
                  <a:gd name="connsiteY147" fmla="*/ 329883 h 624780"/>
                  <a:gd name="connsiteX148" fmla="*/ 2919750 w 4333533"/>
                  <a:gd name="connsiteY148" fmla="*/ 331738 h 624780"/>
                  <a:gd name="connsiteX149" fmla="*/ 2934014 w 4333533"/>
                  <a:gd name="connsiteY149" fmla="*/ 333986 h 624780"/>
                  <a:gd name="connsiteX150" fmla="*/ 2962990 w 4333533"/>
                  <a:gd name="connsiteY150" fmla="*/ 340752 h 624780"/>
                  <a:gd name="connsiteX151" fmla="*/ 2963803 w 4333533"/>
                  <a:gd name="connsiteY151" fmla="*/ 340861 h 624780"/>
                  <a:gd name="connsiteX152" fmla="*/ 2992170 w 4333533"/>
                  <a:gd name="connsiteY152" fmla="*/ 341931 h 624780"/>
                  <a:gd name="connsiteX153" fmla="*/ 3021350 w 4333533"/>
                  <a:gd name="connsiteY153" fmla="*/ 357231 h 624780"/>
                  <a:gd name="connsiteX154" fmla="*/ 3051789 w 4333533"/>
                  <a:gd name="connsiteY154" fmla="*/ 375456 h 624780"/>
                  <a:gd name="connsiteX155" fmla="*/ 3052764 w 4333533"/>
                  <a:gd name="connsiteY155" fmla="*/ 375827 h 624780"/>
                  <a:gd name="connsiteX156" fmla="*/ 4333493 w 4333533"/>
                  <a:gd name="connsiteY156" fmla="*/ 624781 h 624780"/>
                  <a:gd name="connsiteX157" fmla="*/ 4333493 w 4333533"/>
                  <a:gd name="connsiteY157" fmla="*/ 621791 h 62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4333533" h="624780">
                    <a:moveTo>
                      <a:pt x="4333534" y="621791"/>
                    </a:moveTo>
                    <a:lnTo>
                      <a:pt x="3055080" y="373317"/>
                    </a:lnTo>
                    <a:lnTo>
                      <a:pt x="3025007" y="355245"/>
                    </a:lnTo>
                    <a:lnTo>
                      <a:pt x="2994934" y="339530"/>
                    </a:lnTo>
                    <a:cubicBezTo>
                      <a:pt x="2994527" y="339312"/>
                      <a:pt x="2993958" y="339159"/>
                      <a:pt x="2993430" y="339159"/>
                    </a:cubicBezTo>
                    <a:lnTo>
                      <a:pt x="2964575" y="338089"/>
                    </a:lnTo>
                    <a:lnTo>
                      <a:pt x="2935680" y="331367"/>
                    </a:lnTo>
                    <a:lnTo>
                      <a:pt x="2921009" y="329010"/>
                    </a:lnTo>
                    <a:lnTo>
                      <a:pt x="2906826" y="327089"/>
                    </a:lnTo>
                    <a:lnTo>
                      <a:pt x="2895122" y="326128"/>
                    </a:lnTo>
                    <a:lnTo>
                      <a:pt x="2876062" y="322723"/>
                    </a:lnTo>
                    <a:lnTo>
                      <a:pt x="2849970" y="315914"/>
                    </a:lnTo>
                    <a:lnTo>
                      <a:pt x="2841355" y="312552"/>
                    </a:lnTo>
                    <a:cubicBezTo>
                      <a:pt x="2841030" y="312443"/>
                      <a:pt x="2840745" y="312378"/>
                      <a:pt x="2840461" y="312334"/>
                    </a:cubicBezTo>
                    <a:lnTo>
                      <a:pt x="2820222" y="309780"/>
                    </a:lnTo>
                    <a:lnTo>
                      <a:pt x="2796529" y="302905"/>
                    </a:lnTo>
                    <a:cubicBezTo>
                      <a:pt x="2796529" y="302905"/>
                      <a:pt x="2796122" y="302796"/>
                      <a:pt x="2795919" y="302796"/>
                    </a:cubicBezTo>
                    <a:lnTo>
                      <a:pt x="2769747" y="299762"/>
                    </a:lnTo>
                    <a:lnTo>
                      <a:pt x="2717362" y="286448"/>
                    </a:lnTo>
                    <a:lnTo>
                      <a:pt x="2691352" y="274661"/>
                    </a:lnTo>
                    <a:lnTo>
                      <a:pt x="2665465" y="262351"/>
                    </a:lnTo>
                    <a:lnTo>
                      <a:pt x="2640552" y="252333"/>
                    </a:lnTo>
                    <a:lnTo>
                      <a:pt x="2615274" y="236028"/>
                    </a:lnTo>
                    <a:lnTo>
                      <a:pt x="2590362" y="218764"/>
                    </a:lnTo>
                    <a:cubicBezTo>
                      <a:pt x="2589956" y="218502"/>
                      <a:pt x="2589387" y="218283"/>
                      <a:pt x="2588777" y="218240"/>
                    </a:cubicBezTo>
                    <a:lnTo>
                      <a:pt x="2564352" y="216101"/>
                    </a:lnTo>
                    <a:lnTo>
                      <a:pt x="2563743" y="216101"/>
                    </a:lnTo>
                    <a:lnTo>
                      <a:pt x="2551429" y="216734"/>
                    </a:lnTo>
                    <a:lnTo>
                      <a:pt x="2540619" y="211845"/>
                    </a:lnTo>
                    <a:cubicBezTo>
                      <a:pt x="2540009" y="211583"/>
                      <a:pt x="2539318" y="211474"/>
                      <a:pt x="2538628" y="211517"/>
                    </a:cubicBezTo>
                    <a:lnTo>
                      <a:pt x="2450114" y="218982"/>
                    </a:lnTo>
                    <a:lnTo>
                      <a:pt x="2432070" y="212478"/>
                    </a:lnTo>
                    <a:lnTo>
                      <a:pt x="2414919" y="199687"/>
                    </a:lnTo>
                    <a:lnTo>
                      <a:pt x="2399070" y="185194"/>
                    </a:lnTo>
                    <a:lnTo>
                      <a:pt x="2384683" y="164896"/>
                    </a:lnTo>
                    <a:lnTo>
                      <a:pt x="2371475" y="139162"/>
                    </a:lnTo>
                    <a:lnTo>
                      <a:pt x="2358674" y="108954"/>
                    </a:lnTo>
                    <a:lnTo>
                      <a:pt x="2344978" y="78463"/>
                    </a:lnTo>
                    <a:lnTo>
                      <a:pt x="2329006" y="47731"/>
                    </a:lnTo>
                    <a:lnTo>
                      <a:pt x="2309580" y="22150"/>
                    </a:lnTo>
                    <a:cubicBezTo>
                      <a:pt x="2309580" y="22150"/>
                      <a:pt x="2309377" y="21932"/>
                      <a:pt x="2309174" y="21823"/>
                    </a:cubicBezTo>
                    <a:lnTo>
                      <a:pt x="2285846" y="5824"/>
                    </a:lnTo>
                    <a:cubicBezTo>
                      <a:pt x="2285440" y="5497"/>
                      <a:pt x="2284871" y="5344"/>
                      <a:pt x="2284140" y="5300"/>
                    </a:cubicBezTo>
                    <a:lnTo>
                      <a:pt x="2196438" y="18"/>
                    </a:lnTo>
                    <a:cubicBezTo>
                      <a:pt x="2196032" y="-26"/>
                      <a:pt x="2195666" y="18"/>
                      <a:pt x="2195342" y="62"/>
                    </a:cubicBezTo>
                    <a:lnTo>
                      <a:pt x="2105730" y="17217"/>
                    </a:lnTo>
                    <a:lnTo>
                      <a:pt x="2082118" y="9163"/>
                    </a:lnTo>
                    <a:cubicBezTo>
                      <a:pt x="2082118" y="9163"/>
                      <a:pt x="2081550" y="9011"/>
                      <a:pt x="2081224" y="9011"/>
                    </a:cubicBezTo>
                    <a:lnTo>
                      <a:pt x="2054930" y="6566"/>
                    </a:lnTo>
                    <a:lnTo>
                      <a:pt x="2054239" y="6566"/>
                    </a:lnTo>
                    <a:lnTo>
                      <a:pt x="2039446" y="7483"/>
                    </a:lnTo>
                    <a:lnTo>
                      <a:pt x="2028433" y="7897"/>
                    </a:lnTo>
                    <a:lnTo>
                      <a:pt x="2001570" y="11630"/>
                    </a:lnTo>
                    <a:lnTo>
                      <a:pt x="1941544" y="17108"/>
                    </a:lnTo>
                    <a:lnTo>
                      <a:pt x="1929637" y="16104"/>
                    </a:lnTo>
                    <a:lnTo>
                      <a:pt x="1925288" y="15842"/>
                    </a:lnTo>
                    <a:lnTo>
                      <a:pt x="1849088" y="19989"/>
                    </a:lnTo>
                    <a:lnTo>
                      <a:pt x="1760168" y="21910"/>
                    </a:lnTo>
                    <a:lnTo>
                      <a:pt x="1672467" y="22281"/>
                    </a:lnTo>
                    <a:lnTo>
                      <a:pt x="1586148" y="21059"/>
                    </a:lnTo>
                    <a:lnTo>
                      <a:pt x="1501007" y="17174"/>
                    </a:lnTo>
                    <a:lnTo>
                      <a:pt x="1417451" y="18658"/>
                    </a:lnTo>
                    <a:lnTo>
                      <a:pt x="1334098" y="26123"/>
                    </a:lnTo>
                    <a:lnTo>
                      <a:pt x="1250746" y="36883"/>
                    </a:lnTo>
                    <a:lnTo>
                      <a:pt x="1167800" y="50044"/>
                    </a:lnTo>
                    <a:lnTo>
                      <a:pt x="1084732" y="61394"/>
                    </a:lnTo>
                    <a:lnTo>
                      <a:pt x="1001988" y="70125"/>
                    </a:lnTo>
                    <a:lnTo>
                      <a:pt x="918920" y="73857"/>
                    </a:lnTo>
                    <a:lnTo>
                      <a:pt x="837152" y="78004"/>
                    </a:lnTo>
                    <a:lnTo>
                      <a:pt x="755304" y="79663"/>
                    </a:lnTo>
                    <a:lnTo>
                      <a:pt x="673454" y="80514"/>
                    </a:lnTo>
                    <a:lnTo>
                      <a:pt x="591117" y="81628"/>
                    </a:lnTo>
                    <a:lnTo>
                      <a:pt x="508578" y="84028"/>
                    </a:lnTo>
                    <a:lnTo>
                      <a:pt x="425226" y="84028"/>
                    </a:lnTo>
                    <a:lnTo>
                      <a:pt x="341182" y="85142"/>
                    </a:lnTo>
                    <a:lnTo>
                      <a:pt x="257260" y="92388"/>
                    </a:lnTo>
                    <a:lnTo>
                      <a:pt x="173420" y="98936"/>
                    </a:lnTo>
                    <a:lnTo>
                      <a:pt x="89783" y="101228"/>
                    </a:lnTo>
                    <a:lnTo>
                      <a:pt x="6755" y="100005"/>
                    </a:lnTo>
                    <a:lnTo>
                      <a:pt x="2366" y="100158"/>
                    </a:lnTo>
                    <a:cubicBezTo>
                      <a:pt x="985" y="100158"/>
                      <a:pt x="-113" y="100857"/>
                      <a:pt x="9" y="101599"/>
                    </a:cubicBezTo>
                    <a:cubicBezTo>
                      <a:pt x="90" y="102406"/>
                      <a:pt x="1106" y="103039"/>
                      <a:pt x="2691" y="102930"/>
                    </a:cubicBezTo>
                    <a:lnTo>
                      <a:pt x="6837" y="102756"/>
                    </a:lnTo>
                    <a:lnTo>
                      <a:pt x="89864" y="104043"/>
                    </a:lnTo>
                    <a:lnTo>
                      <a:pt x="173908" y="101752"/>
                    </a:lnTo>
                    <a:lnTo>
                      <a:pt x="257951" y="95204"/>
                    </a:lnTo>
                    <a:lnTo>
                      <a:pt x="341670" y="87957"/>
                    </a:lnTo>
                    <a:lnTo>
                      <a:pt x="425306" y="86844"/>
                    </a:lnTo>
                    <a:lnTo>
                      <a:pt x="508660" y="86844"/>
                    </a:lnTo>
                    <a:lnTo>
                      <a:pt x="591321" y="84443"/>
                    </a:lnTo>
                    <a:lnTo>
                      <a:pt x="673576" y="83330"/>
                    </a:lnTo>
                    <a:lnTo>
                      <a:pt x="755548" y="82479"/>
                    </a:lnTo>
                    <a:lnTo>
                      <a:pt x="837478" y="80776"/>
                    </a:lnTo>
                    <a:lnTo>
                      <a:pt x="919326" y="76673"/>
                    </a:lnTo>
                    <a:lnTo>
                      <a:pt x="1002679" y="72941"/>
                    </a:lnTo>
                    <a:lnTo>
                      <a:pt x="1085829" y="64079"/>
                    </a:lnTo>
                    <a:lnTo>
                      <a:pt x="1169060" y="52729"/>
                    </a:lnTo>
                    <a:lnTo>
                      <a:pt x="1252006" y="39568"/>
                    </a:lnTo>
                    <a:lnTo>
                      <a:pt x="1334951" y="28807"/>
                    </a:lnTo>
                    <a:lnTo>
                      <a:pt x="1417898" y="21386"/>
                    </a:lnTo>
                    <a:lnTo>
                      <a:pt x="1500844" y="19946"/>
                    </a:lnTo>
                    <a:lnTo>
                      <a:pt x="1585781" y="23831"/>
                    </a:lnTo>
                    <a:lnTo>
                      <a:pt x="1672304" y="25053"/>
                    </a:lnTo>
                    <a:lnTo>
                      <a:pt x="1760209" y="24682"/>
                    </a:lnTo>
                    <a:lnTo>
                      <a:pt x="1849414" y="22761"/>
                    </a:lnTo>
                    <a:lnTo>
                      <a:pt x="1925207" y="18592"/>
                    </a:lnTo>
                    <a:lnTo>
                      <a:pt x="1941098" y="19880"/>
                    </a:lnTo>
                    <a:cubicBezTo>
                      <a:pt x="1941381" y="19924"/>
                      <a:pt x="1941585" y="19880"/>
                      <a:pt x="1941870" y="19880"/>
                    </a:cubicBezTo>
                    <a:lnTo>
                      <a:pt x="1985517" y="15995"/>
                    </a:lnTo>
                    <a:lnTo>
                      <a:pt x="2002586" y="14336"/>
                    </a:lnTo>
                    <a:lnTo>
                      <a:pt x="2029164" y="10604"/>
                    </a:lnTo>
                    <a:lnTo>
                      <a:pt x="2039894" y="10233"/>
                    </a:lnTo>
                    <a:lnTo>
                      <a:pt x="2054402" y="9338"/>
                    </a:lnTo>
                    <a:lnTo>
                      <a:pt x="2079883" y="11673"/>
                    </a:lnTo>
                    <a:lnTo>
                      <a:pt x="2104104" y="19924"/>
                    </a:lnTo>
                    <a:cubicBezTo>
                      <a:pt x="2104714" y="20142"/>
                      <a:pt x="2105486" y="20186"/>
                      <a:pt x="2106177" y="20033"/>
                    </a:cubicBezTo>
                    <a:lnTo>
                      <a:pt x="2196358" y="2768"/>
                    </a:lnTo>
                    <a:lnTo>
                      <a:pt x="2282474" y="7941"/>
                    </a:lnTo>
                    <a:lnTo>
                      <a:pt x="2304907" y="23351"/>
                    </a:lnTo>
                    <a:lnTo>
                      <a:pt x="2324048" y="48560"/>
                    </a:lnTo>
                    <a:lnTo>
                      <a:pt x="2339938" y="79139"/>
                    </a:lnTo>
                    <a:lnTo>
                      <a:pt x="2353634" y="109522"/>
                    </a:lnTo>
                    <a:lnTo>
                      <a:pt x="2366517" y="139839"/>
                    </a:lnTo>
                    <a:lnTo>
                      <a:pt x="2379806" y="165747"/>
                    </a:lnTo>
                    <a:lnTo>
                      <a:pt x="2394396" y="186417"/>
                    </a:lnTo>
                    <a:lnTo>
                      <a:pt x="2410571" y="201171"/>
                    </a:lnTo>
                    <a:lnTo>
                      <a:pt x="2428249" y="214289"/>
                    </a:lnTo>
                    <a:cubicBezTo>
                      <a:pt x="2428249" y="214289"/>
                      <a:pt x="2428656" y="214551"/>
                      <a:pt x="2428859" y="214617"/>
                    </a:cubicBezTo>
                    <a:lnTo>
                      <a:pt x="2448122" y="221601"/>
                    </a:lnTo>
                    <a:cubicBezTo>
                      <a:pt x="2448610" y="221819"/>
                      <a:pt x="2449301" y="221863"/>
                      <a:pt x="2449910" y="221819"/>
                    </a:cubicBezTo>
                    <a:lnTo>
                      <a:pt x="2538221" y="214355"/>
                    </a:lnTo>
                    <a:lnTo>
                      <a:pt x="2548910" y="219266"/>
                    </a:lnTo>
                    <a:cubicBezTo>
                      <a:pt x="2549519" y="219484"/>
                      <a:pt x="2550128" y="219593"/>
                      <a:pt x="2550820" y="219593"/>
                    </a:cubicBezTo>
                    <a:lnTo>
                      <a:pt x="2563824" y="218895"/>
                    </a:lnTo>
                    <a:lnTo>
                      <a:pt x="2586948" y="220924"/>
                    </a:lnTo>
                    <a:lnTo>
                      <a:pt x="2611373" y="237818"/>
                    </a:lnTo>
                    <a:lnTo>
                      <a:pt x="2637058" y="254385"/>
                    </a:lnTo>
                    <a:lnTo>
                      <a:pt x="2662254" y="264578"/>
                    </a:lnTo>
                    <a:lnTo>
                      <a:pt x="2688061" y="276844"/>
                    </a:lnTo>
                    <a:lnTo>
                      <a:pt x="2714639" y="288783"/>
                    </a:lnTo>
                    <a:lnTo>
                      <a:pt x="2768122" y="302425"/>
                    </a:lnTo>
                    <a:lnTo>
                      <a:pt x="2794497" y="305524"/>
                    </a:lnTo>
                    <a:lnTo>
                      <a:pt x="2818434" y="312399"/>
                    </a:lnTo>
                    <a:lnTo>
                      <a:pt x="2838876" y="315062"/>
                    </a:lnTo>
                    <a:lnTo>
                      <a:pt x="2847410" y="318315"/>
                    </a:lnTo>
                    <a:lnTo>
                      <a:pt x="2874192" y="325343"/>
                    </a:lnTo>
                    <a:lnTo>
                      <a:pt x="2893943" y="328857"/>
                    </a:lnTo>
                    <a:lnTo>
                      <a:pt x="2905850" y="329883"/>
                    </a:lnTo>
                    <a:lnTo>
                      <a:pt x="2919750" y="331738"/>
                    </a:lnTo>
                    <a:lnTo>
                      <a:pt x="2934014" y="333986"/>
                    </a:lnTo>
                    <a:lnTo>
                      <a:pt x="2962990" y="340752"/>
                    </a:lnTo>
                    <a:cubicBezTo>
                      <a:pt x="2962990" y="340752"/>
                      <a:pt x="2963478" y="340861"/>
                      <a:pt x="2963803" y="340861"/>
                    </a:cubicBezTo>
                    <a:lnTo>
                      <a:pt x="2992170" y="341931"/>
                    </a:lnTo>
                    <a:lnTo>
                      <a:pt x="3021350" y="357231"/>
                    </a:lnTo>
                    <a:lnTo>
                      <a:pt x="3051789" y="375456"/>
                    </a:lnTo>
                    <a:cubicBezTo>
                      <a:pt x="3052073" y="375631"/>
                      <a:pt x="3052398" y="375784"/>
                      <a:pt x="3052764" y="375827"/>
                    </a:cubicBezTo>
                    <a:lnTo>
                      <a:pt x="4333493" y="624781"/>
                    </a:lnTo>
                    <a:lnTo>
                      <a:pt x="4333493" y="62179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8" name="Freeform: Shape 227">
                <a:extLst>
                  <a:ext uri="{FF2B5EF4-FFF2-40B4-BE49-F238E27FC236}">
                    <a16:creationId xmlns:a16="http://schemas.microsoft.com/office/drawing/2014/main" id="{D4D55147-5DFF-4707-8715-16F0FC46B923}"/>
                  </a:ext>
                </a:extLst>
              </p:cNvPr>
              <p:cNvSpPr/>
              <p:nvPr/>
            </p:nvSpPr>
            <p:spPr>
              <a:xfrm>
                <a:off x="5678861" y="5543575"/>
                <a:ext cx="1979340" cy="188651"/>
              </a:xfrm>
              <a:custGeom>
                <a:avLst/>
                <a:gdLst>
                  <a:gd name="connsiteX0" fmla="*/ 954318 w 1979340"/>
                  <a:gd name="connsiteY0" fmla="*/ 188652 h 188651"/>
                  <a:gd name="connsiteX1" fmla="*/ 876939 w 1979340"/>
                  <a:gd name="connsiteY1" fmla="*/ 184657 h 188651"/>
                  <a:gd name="connsiteX2" fmla="*/ 800130 w 1979340"/>
                  <a:gd name="connsiteY2" fmla="*/ 170274 h 188651"/>
                  <a:gd name="connsiteX3" fmla="*/ 724621 w 1979340"/>
                  <a:gd name="connsiteY3" fmla="*/ 154188 h 188651"/>
                  <a:gd name="connsiteX4" fmla="*/ 649802 w 1979340"/>
                  <a:gd name="connsiteY4" fmla="*/ 142358 h 188651"/>
                  <a:gd name="connsiteX5" fmla="*/ 575106 w 1979340"/>
                  <a:gd name="connsiteY5" fmla="*/ 141070 h 188651"/>
                  <a:gd name="connsiteX6" fmla="*/ 498012 w 1979340"/>
                  <a:gd name="connsiteY6" fmla="*/ 138669 h 188651"/>
                  <a:gd name="connsiteX7" fmla="*/ 497321 w 1979340"/>
                  <a:gd name="connsiteY7" fmla="*/ 138625 h 188651"/>
                  <a:gd name="connsiteX8" fmla="*/ 418601 w 1979340"/>
                  <a:gd name="connsiteY8" fmla="*/ 124023 h 188651"/>
                  <a:gd name="connsiteX9" fmla="*/ 337403 w 1979340"/>
                  <a:gd name="connsiteY9" fmla="*/ 102350 h 188651"/>
                  <a:gd name="connsiteX10" fmla="*/ 253440 w 1979340"/>
                  <a:gd name="connsiteY10" fmla="*/ 75918 h 188651"/>
                  <a:gd name="connsiteX11" fmla="*/ 167162 w 1979340"/>
                  <a:gd name="connsiteY11" fmla="*/ 44487 h 188651"/>
                  <a:gd name="connsiteX12" fmla="*/ 81046 w 1979340"/>
                  <a:gd name="connsiteY12" fmla="*/ 15174 h 188651"/>
                  <a:gd name="connsiteX13" fmla="*/ 1838 w 1979340"/>
                  <a:gd name="connsiteY13" fmla="*/ 2711 h 188651"/>
                  <a:gd name="connsiteX14" fmla="*/ 91 w 1979340"/>
                  <a:gd name="connsiteY14" fmla="*/ 1009 h 188651"/>
                  <a:gd name="connsiteX15" fmla="*/ 3220 w 1979340"/>
                  <a:gd name="connsiteY15" fmla="*/ 49 h 188651"/>
                  <a:gd name="connsiteX16" fmla="*/ 82793 w 1979340"/>
                  <a:gd name="connsiteY16" fmla="*/ 12512 h 188651"/>
                  <a:gd name="connsiteX17" fmla="*/ 83403 w 1979340"/>
                  <a:gd name="connsiteY17" fmla="*/ 12664 h 188651"/>
                  <a:gd name="connsiteX18" fmla="*/ 169925 w 1979340"/>
                  <a:gd name="connsiteY18" fmla="*/ 42087 h 188651"/>
                  <a:gd name="connsiteX19" fmla="*/ 256163 w 1979340"/>
                  <a:gd name="connsiteY19" fmla="*/ 73517 h 188651"/>
                  <a:gd name="connsiteX20" fmla="*/ 339800 w 1979340"/>
                  <a:gd name="connsiteY20" fmla="*/ 99840 h 188651"/>
                  <a:gd name="connsiteX21" fmla="*/ 420552 w 1979340"/>
                  <a:gd name="connsiteY21" fmla="*/ 121426 h 188651"/>
                  <a:gd name="connsiteX22" fmla="*/ 498703 w 1979340"/>
                  <a:gd name="connsiteY22" fmla="*/ 135919 h 188651"/>
                  <a:gd name="connsiteX23" fmla="*/ 575390 w 1979340"/>
                  <a:gd name="connsiteY23" fmla="*/ 138254 h 188651"/>
                  <a:gd name="connsiteX24" fmla="*/ 650696 w 1979340"/>
                  <a:gd name="connsiteY24" fmla="*/ 139651 h 188651"/>
                  <a:gd name="connsiteX25" fmla="*/ 726287 w 1979340"/>
                  <a:gd name="connsiteY25" fmla="*/ 151525 h 188651"/>
                  <a:gd name="connsiteX26" fmla="*/ 801877 w 1979340"/>
                  <a:gd name="connsiteY26" fmla="*/ 167633 h 188651"/>
                  <a:gd name="connsiteX27" fmla="*/ 877996 w 1979340"/>
                  <a:gd name="connsiteY27" fmla="*/ 181907 h 188651"/>
                  <a:gd name="connsiteX28" fmla="*/ 954602 w 1979340"/>
                  <a:gd name="connsiteY28" fmla="*/ 185902 h 188651"/>
                  <a:gd name="connsiteX29" fmla="*/ 1033281 w 1979340"/>
                  <a:gd name="connsiteY29" fmla="*/ 184417 h 188651"/>
                  <a:gd name="connsiteX30" fmla="*/ 1113058 w 1979340"/>
                  <a:gd name="connsiteY30" fmla="*/ 176516 h 188651"/>
                  <a:gd name="connsiteX31" fmla="*/ 1193240 w 1979340"/>
                  <a:gd name="connsiteY31" fmla="*/ 166563 h 188651"/>
                  <a:gd name="connsiteX32" fmla="*/ 1272895 w 1979340"/>
                  <a:gd name="connsiteY32" fmla="*/ 154362 h 188651"/>
                  <a:gd name="connsiteX33" fmla="*/ 1351086 w 1979340"/>
                  <a:gd name="connsiteY33" fmla="*/ 137316 h 188651"/>
                  <a:gd name="connsiteX34" fmla="*/ 1427489 w 1979340"/>
                  <a:gd name="connsiteY34" fmla="*/ 116471 h 188651"/>
                  <a:gd name="connsiteX35" fmla="*/ 1502592 w 1979340"/>
                  <a:gd name="connsiteY35" fmla="*/ 100691 h 188651"/>
                  <a:gd name="connsiteX36" fmla="*/ 1576029 w 1979340"/>
                  <a:gd name="connsiteY36" fmla="*/ 87639 h 188651"/>
                  <a:gd name="connsiteX37" fmla="*/ 1649424 w 1979340"/>
                  <a:gd name="connsiteY37" fmla="*/ 82640 h 188651"/>
                  <a:gd name="connsiteX38" fmla="*/ 1722861 w 1979340"/>
                  <a:gd name="connsiteY38" fmla="*/ 77729 h 188651"/>
                  <a:gd name="connsiteX39" fmla="*/ 1797557 w 1979340"/>
                  <a:gd name="connsiteY39" fmla="*/ 76769 h 188651"/>
                  <a:gd name="connsiteX40" fmla="*/ 1873676 w 1979340"/>
                  <a:gd name="connsiteY40" fmla="*/ 81833 h 188651"/>
                  <a:gd name="connsiteX41" fmla="*/ 1951054 w 1979340"/>
                  <a:gd name="connsiteY41" fmla="*/ 87748 h 188651"/>
                  <a:gd name="connsiteX42" fmla="*/ 1976861 w 1979340"/>
                  <a:gd name="connsiteY42" fmla="*/ 88381 h 188651"/>
                  <a:gd name="connsiteX43" fmla="*/ 1979340 w 1979340"/>
                  <a:gd name="connsiteY43" fmla="*/ 89865 h 188651"/>
                  <a:gd name="connsiteX44" fmla="*/ 1976658 w 1979340"/>
                  <a:gd name="connsiteY44" fmla="*/ 91196 h 188651"/>
                  <a:gd name="connsiteX45" fmla="*/ 1950689 w 1979340"/>
                  <a:gd name="connsiteY45" fmla="*/ 90498 h 188651"/>
                  <a:gd name="connsiteX46" fmla="*/ 1872985 w 1979340"/>
                  <a:gd name="connsiteY46" fmla="*/ 84626 h 188651"/>
                  <a:gd name="connsiteX47" fmla="*/ 1797395 w 1979340"/>
                  <a:gd name="connsiteY47" fmla="*/ 79563 h 188651"/>
                  <a:gd name="connsiteX48" fmla="*/ 1723267 w 1979340"/>
                  <a:gd name="connsiteY48" fmla="*/ 80523 h 188651"/>
                  <a:gd name="connsiteX49" fmla="*/ 1577126 w 1979340"/>
                  <a:gd name="connsiteY49" fmla="*/ 90367 h 188651"/>
                  <a:gd name="connsiteX50" fmla="*/ 1504299 w 1979340"/>
                  <a:gd name="connsiteY50" fmla="*/ 103310 h 188651"/>
                  <a:gd name="connsiteX51" fmla="*/ 1429481 w 1979340"/>
                  <a:gd name="connsiteY51" fmla="*/ 118981 h 188651"/>
                  <a:gd name="connsiteX52" fmla="*/ 1353199 w 1979340"/>
                  <a:gd name="connsiteY52" fmla="*/ 139826 h 188651"/>
                  <a:gd name="connsiteX53" fmla="*/ 1274520 w 1979340"/>
                  <a:gd name="connsiteY53" fmla="*/ 156981 h 188651"/>
                  <a:gd name="connsiteX54" fmla="*/ 1195150 w 1979340"/>
                  <a:gd name="connsiteY54" fmla="*/ 169182 h 188651"/>
                  <a:gd name="connsiteX55" fmla="*/ 1194460 w 1979340"/>
                  <a:gd name="connsiteY55" fmla="*/ 169292 h 188651"/>
                  <a:gd name="connsiteX56" fmla="*/ 1114114 w 1979340"/>
                  <a:gd name="connsiteY56" fmla="*/ 179244 h 188651"/>
                  <a:gd name="connsiteX57" fmla="*/ 1033932 w 1979340"/>
                  <a:gd name="connsiteY57" fmla="*/ 187146 h 188651"/>
                  <a:gd name="connsiteX58" fmla="*/ 954480 w 1979340"/>
                  <a:gd name="connsiteY58" fmla="*/ 188630 h 18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979340" h="188651">
                    <a:moveTo>
                      <a:pt x="954318" y="188652"/>
                    </a:moveTo>
                    <a:lnTo>
                      <a:pt x="876939" y="184657"/>
                    </a:lnTo>
                    <a:lnTo>
                      <a:pt x="800130" y="170274"/>
                    </a:lnTo>
                    <a:lnTo>
                      <a:pt x="724621" y="154188"/>
                    </a:lnTo>
                    <a:lnTo>
                      <a:pt x="649802" y="142358"/>
                    </a:lnTo>
                    <a:lnTo>
                      <a:pt x="575106" y="141070"/>
                    </a:lnTo>
                    <a:lnTo>
                      <a:pt x="498012" y="138669"/>
                    </a:lnTo>
                    <a:cubicBezTo>
                      <a:pt x="497768" y="138669"/>
                      <a:pt x="497524" y="138625"/>
                      <a:pt x="497321" y="138625"/>
                    </a:cubicBezTo>
                    <a:lnTo>
                      <a:pt x="418601" y="124023"/>
                    </a:lnTo>
                    <a:lnTo>
                      <a:pt x="337403" y="102350"/>
                    </a:lnTo>
                    <a:lnTo>
                      <a:pt x="253440" y="75918"/>
                    </a:lnTo>
                    <a:lnTo>
                      <a:pt x="167162" y="44487"/>
                    </a:lnTo>
                    <a:lnTo>
                      <a:pt x="81046" y="15174"/>
                    </a:lnTo>
                    <a:lnTo>
                      <a:pt x="1838" y="2711"/>
                    </a:lnTo>
                    <a:cubicBezTo>
                      <a:pt x="497" y="2493"/>
                      <a:pt x="-275" y="1751"/>
                      <a:pt x="91" y="1009"/>
                    </a:cubicBezTo>
                    <a:cubicBezTo>
                      <a:pt x="497" y="267"/>
                      <a:pt x="1879" y="-148"/>
                      <a:pt x="3220" y="49"/>
                    </a:cubicBezTo>
                    <a:lnTo>
                      <a:pt x="82793" y="12512"/>
                    </a:lnTo>
                    <a:cubicBezTo>
                      <a:pt x="82793" y="12512"/>
                      <a:pt x="83199" y="12621"/>
                      <a:pt x="83403" y="12664"/>
                    </a:cubicBezTo>
                    <a:lnTo>
                      <a:pt x="169925" y="42087"/>
                    </a:lnTo>
                    <a:lnTo>
                      <a:pt x="256163" y="73517"/>
                    </a:lnTo>
                    <a:lnTo>
                      <a:pt x="339800" y="99840"/>
                    </a:lnTo>
                    <a:lnTo>
                      <a:pt x="420552" y="121426"/>
                    </a:lnTo>
                    <a:lnTo>
                      <a:pt x="498703" y="135919"/>
                    </a:lnTo>
                    <a:lnTo>
                      <a:pt x="575390" y="138254"/>
                    </a:lnTo>
                    <a:lnTo>
                      <a:pt x="650696" y="139651"/>
                    </a:lnTo>
                    <a:lnTo>
                      <a:pt x="726287" y="151525"/>
                    </a:lnTo>
                    <a:lnTo>
                      <a:pt x="801877" y="167633"/>
                    </a:lnTo>
                    <a:lnTo>
                      <a:pt x="877996" y="181907"/>
                    </a:lnTo>
                    <a:lnTo>
                      <a:pt x="954602" y="185902"/>
                    </a:lnTo>
                    <a:lnTo>
                      <a:pt x="1033281" y="184417"/>
                    </a:lnTo>
                    <a:lnTo>
                      <a:pt x="1113058" y="176516"/>
                    </a:lnTo>
                    <a:lnTo>
                      <a:pt x="1193240" y="166563"/>
                    </a:lnTo>
                    <a:lnTo>
                      <a:pt x="1272895" y="154362"/>
                    </a:lnTo>
                    <a:lnTo>
                      <a:pt x="1351086" y="137316"/>
                    </a:lnTo>
                    <a:lnTo>
                      <a:pt x="1427489" y="116471"/>
                    </a:lnTo>
                    <a:lnTo>
                      <a:pt x="1502592" y="100691"/>
                    </a:lnTo>
                    <a:lnTo>
                      <a:pt x="1576029" y="87639"/>
                    </a:lnTo>
                    <a:lnTo>
                      <a:pt x="1649424" y="82640"/>
                    </a:lnTo>
                    <a:lnTo>
                      <a:pt x="1722861" y="77729"/>
                    </a:lnTo>
                    <a:lnTo>
                      <a:pt x="1797557" y="76769"/>
                    </a:lnTo>
                    <a:lnTo>
                      <a:pt x="1873676" y="81833"/>
                    </a:lnTo>
                    <a:lnTo>
                      <a:pt x="1951054" y="87748"/>
                    </a:lnTo>
                    <a:lnTo>
                      <a:pt x="1976861" y="88381"/>
                    </a:lnTo>
                    <a:cubicBezTo>
                      <a:pt x="1978243" y="88424"/>
                      <a:pt x="1979340" y="89079"/>
                      <a:pt x="1979340" y="89865"/>
                    </a:cubicBezTo>
                    <a:cubicBezTo>
                      <a:pt x="1979259" y="90607"/>
                      <a:pt x="1978161" y="91305"/>
                      <a:pt x="1976658" y="91196"/>
                    </a:cubicBezTo>
                    <a:lnTo>
                      <a:pt x="1950689" y="90498"/>
                    </a:lnTo>
                    <a:lnTo>
                      <a:pt x="1872985" y="84626"/>
                    </a:lnTo>
                    <a:lnTo>
                      <a:pt x="1797395" y="79563"/>
                    </a:lnTo>
                    <a:lnTo>
                      <a:pt x="1723267" y="80523"/>
                    </a:lnTo>
                    <a:lnTo>
                      <a:pt x="1577126" y="90367"/>
                    </a:lnTo>
                    <a:lnTo>
                      <a:pt x="1504299" y="103310"/>
                    </a:lnTo>
                    <a:lnTo>
                      <a:pt x="1429481" y="118981"/>
                    </a:lnTo>
                    <a:lnTo>
                      <a:pt x="1353199" y="139826"/>
                    </a:lnTo>
                    <a:lnTo>
                      <a:pt x="1274520" y="156981"/>
                    </a:lnTo>
                    <a:lnTo>
                      <a:pt x="1195150" y="169182"/>
                    </a:lnTo>
                    <a:cubicBezTo>
                      <a:pt x="1195150" y="169182"/>
                      <a:pt x="1194460" y="169292"/>
                      <a:pt x="1194460" y="169292"/>
                    </a:cubicBezTo>
                    <a:lnTo>
                      <a:pt x="1114114" y="179244"/>
                    </a:lnTo>
                    <a:lnTo>
                      <a:pt x="1033932" y="187146"/>
                    </a:lnTo>
                    <a:lnTo>
                      <a:pt x="954480" y="18863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29" name="Freeform: Shape 228">
                <a:extLst>
                  <a:ext uri="{FF2B5EF4-FFF2-40B4-BE49-F238E27FC236}">
                    <a16:creationId xmlns:a16="http://schemas.microsoft.com/office/drawing/2014/main" id="{52DBB582-866D-4947-A4B6-DFADC7BE2A69}"/>
                  </a:ext>
                </a:extLst>
              </p:cNvPr>
              <p:cNvSpPr/>
              <p:nvPr/>
            </p:nvSpPr>
            <p:spPr>
              <a:xfrm>
                <a:off x="9040977" y="6476642"/>
                <a:ext cx="3151022" cy="9974"/>
              </a:xfrm>
              <a:custGeom>
                <a:avLst/>
                <a:gdLst>
                  <a:gd name="connsiteX0" fmla="*/ 3151023 w 3151022"/>
                  <a:gd name="connsiteY0" fmla="*/ 7137 h 9974"/>
                  <a:gd name="connsiteX1" fmla="*/ 2602 w 3151022"/>
                  <a:gd name="connsiteY1" fmla="*/ 0 h 9974"/>
                  <a:gd name="connsiteX2" fmla="*/ 2602 w 3151022"/>
                  <a:gd name="connsiteY2" fmla="*/ 0 h 9974"/>
                  <a:gd name="connsiteX3" fmla="*/ 0 w 3151022"/>
                  <a:gd name="connsiteY3" fmla="*/ 1397 h 9974"/>
                  <a:gd name="connsiteX4" fmla="*/ 2602 w 3151022"/>
                  <a:gd name="connsiteY4" fmla="*/ 2837 h 9974"/>
                  <a:gd name="connsiteX5" fmla="*/ 3151023 w 3151022"/>
                  <a:gd name="connsiteY5" fmla="*/ 9975 h 9974"/>
                  <a:gd name="connsiteX6" fmla="*/ 3151023 w 3151022"/>
                  <a:gd name="connsiteY6" fmla="*/ 7137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51022" h="9974">
                    <a:moveTo>
                      <a:pt x="3151023" y="7137"/>
                    </a:moveTo>
                    <a:lnTo>
                      <a:pt x="2602" y="0"/>
                    </a:lnTo>
                    <a:lnTo>
                      <a:pt x="2602" y="0"/>
                    </a:lnTo>
                    <a:cubicBezTo>
                      <a:pt x="1219" y="0"/>
                      <a:pt x="0" y="633"/>
                      <a:pt x="0" y="1397"/>
                    </a:cubicBezTo>
                    <a:cubicBezTo>
                      <a:pt x="0" y="2183"/>
                      <a:pt x="1179" y="2772"/>
                      <a:pt x="2602" y="2837"/>
                    </a:cubicBezTo>
                    <a:lnTo>
                      <a:pt x="3151023" y="9975"/>
                    </a:lnTo>
                    <a:lnTo>
                      <a:pt x="3151023"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0" name="Freeform: Shape 229">
                <a:extLst>
                  <a:ext uri="{FF2B5EF4-FFF2-40B4-BE49-F238E27FC236}">
                    <a16:creationId xmlns:a16="http://schemas.microsoft.com/office/drawing/2014/main" id="{B8404B3F-7CCE-4D5D-8A10-331304E35ECB}"/>
                  </a:ext>
                </a:extLst>
              </p:cNvPr>
              <p:cNvSpPr/>
              <p:nvPr/>
            </p:nvSpPr>
            <p:spPr>
              <a:xfrm>
                <a:off x="878759" y="5718661"/>
                <a:ext cx="150082" cy="11666"/>
              </a:xfrm>
              <a:custGeom>
                <a:avLst/>
                <a:gdLst>
                  <a:gd name="connsiteX0" fmla="*/ 147523 w 150082"/>
                  <a:gd name="connsiteY0" fmla="*/ 11644 h 11666"/>
                  <a:gd name="connsiteX1" fmla="*/ 147482 w 150082"/>
                  <a:gd name="connsiteY1" fmla="*/ 11644 h 11666"/>
                  <a:gd name="connsiteX2" fmla="*/ 128788 w 150082"/>
                  <a:gd name="connsiteY2" fmla="*/ 11426 h 11666"/>
                  <a:gd name="connsiteX3" fmla="*/ 128056 w 150082"/>
                  <a:gd name="connsiteY3" fmla="*/ 11317 h 11666"/>
                  <a:gd name="connsiteX4" fmla="*/ 119440 w 150082"/>
                  <a:gd name="connsiteY4" fmla="*/ 9767 h 11666"/>
                  <a:gd name="connsiteX5" fmla="*/ 90830 w 150082"/>
                  <a:gd name="connsiteY5" fmla="*/ 9658 h 11666"/>
                  <a:gd name="connsiteX6" fmla="*/ 85425 w 150082"/>
                  <a:gd name="connsiteY6" fmla="*/ 9396 h 11666"/>
                  <a:gd name="connsiteX7" fmla="*/ 19547 w 150082"/>
                  <a:gd name="connsiteY7" fmla="*/ 4594 h 11666"/>
                  <a:gd name="connsiteX8" fmla="*/ 2072 w 150082"/>
                  <a:gd name="connsiteY8" fmla="*/ 2783 h 11666"/>
                  <a:gd name="connsiteX9" fmla="*/ 40 w 150082"/>
                  <a:gd name="connsiteY9" fmla="*/ 1189 h 11666"/>
                  <a:gd name="connsiteX10" fmla="*/ 3007 w 150082"/>
                  <a:gd name="connsiteY10" fmla="*/ 33 h 11666"/>
                  <a:gd name="connsiteX11" fmla="*/ 20319 w 150082"/>
                  <a:gd name="connsiteY11" fmla="*/ 1844 h 11666"/>
                  <a:gd name="connsiteX12" fmla="*/ 91114 w 150082"/>
                  <a:gd name="connsiteY12" fmla="*/ 6908 h 11666"/>
                  <a:gd name="connsiteX13" fmla="*/ 119887 w 150082"/>
                  <a:gd name="connsiteY13" fmla="*/ 6974 h 11666"/>
                  <a:gd name="connsiteX14" fmla="*/ 120660 w 150082"/>
                  <a:gd name="connsiteY14" fmla="*/ 7039 h 11666"/>
                  <a:gd name="connsiteX15" fmla="*/ 129275 w 150082"/>
                  <a:gd name="connsiteY15" fmla="*/ 8632 h 11666"/>
                  <a:gd name="connsiteX16" fmla="*/ 147604 w 150082"/>
                  <a:gd name="connsiteY16" fmla="*/ 8851 h 11666"/>
                  <a:gd name="connsiteX17" fmla="*/ 150083 w 150082"/>
                  <a:gd name="connsiteY17" fmla="*/ 10291 h 11666"/>
                  <a:gd name="connsiteX18" fmla="*/ 147563 w 150082"/>
                  <a:gd name="connsiteY18" fmla="*/ 11666 h 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0082" h="11666">
                    <a:moveTo>
                      <a:pt x="147523" y="11644"/>
                    </a:moveTo>
                    <a:lnTo>
                      <a:pt x="147482" y="11644"/>
                    </a:lnTo>
                    <a:lnTo>
                      <a:pt x="128788" y="11426"/>
                    </a:lnTo>
                    <a:cubicBezTo>
                      <a:pt x="128544" y="11426"/>
                      <a:pt x="128300" y="11382"/>
                      <a:pt x="128056" y="11317"/>
                    </a:cubicBezTo>
                    <a:lnTo>
                      <a:pt x="119440" y="9767"/>
                    </a:lnTo>
                    <a:lnTo>
                      <a:pt x="90830" y="9658"/>
                    </a:lnTo>
                    <a:lnTo>
                      <a:pt x="85425" y="9396"/>
                    </a:lnTo>
                    <a:lnTo>
                      <a:pt x="19547" y="4594"/>
                    </a:lnTo>
                    <a:lnTo>
                      <a:pt x="2072" y="2783"/>
                    </a:lnTo>
                    <a:cubicBezTo>
                      <a:pt x="690" y="2674"/>
                      <a:pt x="-204" y="1932"/>
                      <a:pt x="40" y="1189"/>
                    </a:cubicBezTo>
                    <a:cubicBezTo>
                      <a:pt x="284" y="404"/>
                      <a:pt x="1666" y="-142"/>
                      <a:pt x="3007" y="33"/>
                    </a:cubicBezTo>
                    <a:lnTo>
                      <a:pt x="20319" y="1844"/>
                    </a:lnTo>
                    <a:lnTo>
                      <a:pt x="91114" y="6908"/>
                    </a:lnTo>
                    <a:lnTo>
                      <a:pt x="119887" y="6974"/>
                    </a:lnTo>
                    <a:cubicBezTo>
                      <a:pt x="120131" y="6974"/>
                      <a:pt x="120456" y="7039"/>
                      <a:pt x="120660" y="7039"/>
                    </a:cubicBezTo>
                    <a:lnTo>
                      <a:pt x="129275" y="8632"/>
                    </a:lnTo>
                    <a:lnTo>
                      <a:pt x="147604" y="8851"/>
                    </a:lnTo>
                    <a:cubicBezTo>
                      <a:pt x="148986" y="8851"/>
                      <a:pt x="150083" y="9484"/>
                      <a:pt x="150083" y="10291"/>
                    </a:cubicBezTo>
                    <a:cubicBezTo>
                      <a:pt x="150042" y="11033"/>
                      <a:pt x="148945" y="11666"/>
                      <a:pt x="147563" y="1166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1" name="Freeform: Shape 230">
                <a:extLst>
                  <a:ext uri="{FF2B5EF4-FFF2-40B4-BE49-F238E27FC236}">
                    <a16:creationId xmlns:a16="http://schemas.microsoft.com/office/drawing/2014/main" id="{815435AB-F64F-4458-B1AE-89F94EE9375F}"/>
                  </a:ext>
                </a:extLst>
              </p:cNvPr>
              <p:cNvSpPr/>
              <p:nvPr/>
            </p:nvSpPr>
            <p:spPr>
              <a:xfrm>
                <a:off x="7681204" y="6199860"/>
                <a:ext cx="683808" cy="18552"/>
              </a:xfrm>
              <a:custGeom>
                <a:avLst/>
                <a:gdLst>
                  <a:gd name="connsiteX0" fmla="*/ 681248 w 683808"/>
                  <a:gd name="connsiteY0" fmla="*/ 18553 h 18552"/>
                  <a:gd name="connsiteX1" fmla="*/ 681248 w 683808"/>
                  <a:gd name="connsiteY1" fmla="*/ 18553 h 18552"/>
                  <a:gd name="connsiteX2" fmla="*/ 565952 w 683808"/>
                  <a:gd name="connsiteY2" fmla="*/ 18334 h 18552"/>
                  <a:gd name="connsiteX3" fmla="*/ 564246 w 683808"/>
                  <a:gd name="connsiteY3" fmla="*/ 17963 h 18552"/>
                  <a:gd name="connsiteX4" fmla="*/ 536651 w 683808"/>
                  <a:gd name="connsiteY4" fmla="*/ 3732 h 18552"/>
                  <a:gd name="connsiteX5" fmla="*/ 2560 w 683808"/>
                  <a:gd name="connsiteY5" fmla="*/ 2837 h 18552"/>
                  <a:gd name="connsiteX6" fmla="*/ 0 w 683808"/>
                  <a:gd name="connsiteY6" fmla="*/ 1397 h 18552"/>
                  <a:gd name="connsiteX7" fmla="*/ 2560 w 683808"/>
                  <a:gd name="connsiteY7" fmla="*/ 0 h 18552"/>
                  <a:gd name="connsiteX8" fmla="*/ 2560 w 683808"/>
                  <a:gd name="connsiteY8" fmla="*/ 0 h 18552"/>
                  <a:gd name="connsiteX9" fmla="*/ 537667 w 683808"/>
                  <a:gd name="connsiteY9" fmla="*/ 960 h 18552"/>
                  <a:gd name="connsiteX10" fmla="*/ 539455 w 683808"/>
                  <a:gd name="connsiteY10" fmla="*/ 1331 h 18552"/>
                  <a:gd name="connsiteX11" fmla="*/ 566928 w 683808"/>
                  <a:gd name="connsiteY11" fmla="*/ 15497 h 18552"/>
                  <a:gd name="connsiteX12" fmla="*/ 681207 w 683808"/>
                  <a:gd name="connsiteY12" fmla="*/ 15715 h 18552"/>
                  <a:gd name="connsiteX13" fmla="*/ 683809 w 683808"/>
                  <a:gd name="connsiteY13" fmla="*/ 17112 h 18552"/>
                  <a:gd name="connsiteX14" fmla="*/ 681207 w 683808"/>
                  <a:gd name="connsiteY14" fmla="*/ 18553 h 1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3808" h="18552">
                    <a:moveTo>
                      <a:pt x="681248" y="18553"/>
                    </a:moveTo>
                    <a:lnTo>
                      <a:pt x="681248" y="18553"/>
                    </a:lnTo>
                    <a:lnTo>
                      <a:pt x="565952" y="18334"/>
                    </a:lnTo>
                    <a:cubicBezTo>
                      <a:pt x="565343" y="18334"/>
                      <a:pt x="564733" y="18182"/>
                      <a:pt x="564246" y="17963"/>
                    </a:cubicBezTo>
                    <a:lnTo>
                      <a:pt x="536651" y="3732"/>
                    </a:lnTo>
                    <a:lnTo>
                      <a:pt x="2560" y="2837"/>
                    </a:lnTo>
                    <a:cubicBezTo>
                      <a:pt x="1178" y="2837"/>
                      <a:pt x="0" y="2205"/>
                      <a:pt x="0" y="1397"/>
                    </a:cubicBezTo>
                    <a:cubicBezTo>
                      <a:pt x="0" y="589"/>
                      <a:pt x="1178" y="0"/>
                      <a:pt x="2560" y="0"/>
                    </a:cubicBezTo>
                    <a:lnTo>
                      <a:pt x="2560" y="0"/>
                    </a:lnTo>
                    <a:lnTo>
                      <a:pt x="537667" y="960"/>
                    </a:lnTo>
                    <a:cubicBezTo>
                      <a:pt x="538358" y="960"/>
                      <a:pt x="538968" y="1070"/>
                      <a:pt x="539455" y="1331"/>
                    </a:cubicBezTo>
                    <a:lnTo>
                      <a:pt x="566928" y="15497"/>
                    </a:lnTo>
                    <a:lnTo>
                      <a:pt x="681207" y="15715"/>
                    </a:lnTo>
                    <a:cubicBezTo>
                      <a:pt x="682589" y="15715"/>
                      <a:pt x="683809" y="16348"/>
                      <a:pt x="683809" y="17112"/>
                    </a:cubicBezTo>
                    <a:cubicBezTo>
                      <a:pt x="683809" y="17898"/>
                      <a:pt x="682630" y="18553"/>
                      <a:pt x="681207" y="1855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2" name="Freeform: Shape 231">
                <a:extLst>
                  <a:ext uri="{FF2B5EF4-FFF2-40B4-BE49-F238E27FC236}">
                    <a16:creationId xmlns:a16="http://schemas.microsoft.com/office/drawing/2014/main" id="{FDD5E7B0-5026-43B0-AD12-6414D86C1B52}"/>
                  </a:ext>
                </a:extLst>
              </p:cNvPr>
              <p:cNvSpPr/>
              <p:nvPr/>
            </p:nvSpPr>
            <p:spPr>
              <a:xfrm>
                <a:off x="6721043" y="6101662"/>
                <a:ext cx="1511482" cy="5216"/>
              </a:xfrm>
              <a:custGeom>
                <a:avLst/>
                <a:gdLst>
                  <a:gd name="connsiteX0" fmla="*/ 1509044 w 1511482"/>
                  <a:gd name="connsiteY0" fmla="*/ 5217 h 5216"/>
                  <a:gd name="connsiteX1" fmla="*/ 1508922 w 1511482"/>
                  <a:gd name="connsiteY1" fmla="*/ 5217 h 5216"/>
                  <a:gd name="connsiteX2" fmla="*/ 2560 w 1511482"/>
                  <a:gd name="connsiteY2" fmla="*/ 2772 h 5216"/>
                  <a:gd name="connsiteX3" fmla="*/ 0 w 1511482"/>
                  <a:gd name="connsiteY3" fmla="*/ 1375 h 5216"/>
                  <a:gd name="connsiteX4" fmla="*/ 2560 w 1511482"/>
                  <a:gd name="connsiteY4" fmla="*/ 0 h 5216"/>
                  <a:gd name="connsiteX5" fmla="*/ 2560 w 1511482"/>
                  <a:gd name="connsiteY5" fmla="*/ 0 h 5216"/>
                  <a:gd name="connsiteX6" fmla="*/ 1509004 w 1511482"/>
                  <a:gd name="connsiteY6" fmla="*/ 2401 h 5216"/>
                  <a:gd name="connsiteX7" fmla="*/ 1511483 w 1511482"/>
                  <a:gd name="connsiteY7" fmla="*/ 3776 h 5216"/>
                  <a:gd name="connsiteX8" fmla="*/ 1509004 w 1511482"/>
                  <a:gd name="connsiteY8" fmla="*/ 5217 h 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482" h="5216">
                    <a:moveTo>
                      <a:pt x="1509044" y="5217"/>
                    </a:moveTo>
                    <a:lnTo>
                      <a:pt x="1508922" y="5217"/>
                    </a:lnTo>
                    <a:lnTo>
                      <a:pt x="2560" y="2772"/>
                    </a:lnTo>
                    <a:cubicBezTo>
                      <a:pt x="1097" y="2772"/>
                      <a:pt x="0" y="2183"/>
                      <a:pt x="0" y="1375"/>
                    </a:cubicBezTo>
                    <a:cubicBezTo>
                      <a:pt x="0" y="568"/>
                      <a:pt x="1178" y="0"/>
                      <a:pt x="2560" y="0"/>
                    </a:cubicBezTo>
                    <a:lnTo>
                      <a:pt x="2560" y="0"/>
                    </a:lnTo>
                    <a:lnTo>
                      <a:pt x="1509004" y="2401"/>
                    </a:lnTo>
                    <a:cubicBezTo>
                      <a:pt x="1510385" y="2401"/>
                      <a:pt x="1511483" y="3034"/>
                      <a:pt x="1511483" y="3776"/>
                    </a:cubicBezTo>
                    <a:cubicBezTo>
                      <a:pt x="1511483" y="4584"/>
                      <a:pt x="1510385" y="5217"/>
                      <a:pt x="1509004" y="521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3" name="Freeform: Shape 232">
                <a:extLst>
                  <a:ext uri="{FF2B5EF4-FFF2-40B4-BE49-F238E27FC236}">
                    <a16:creationId xmlns:a16="http://schemas.microsoft.com/office/drawing/2014/main" id="{4CCC89E1-3126-46DC-A21A-4C7F0FD63FC5}"/>
                  </a:ext>
                </a:extLst>
              </p:cNvPr>
              <p:cNvSpPr/>
              <p:nvPr/>
            </p:nvSpPr>
            <p:spPr>
              <a:xfrm>
                <a:off x="5189966" y="5456134"/>
                <a:ext cx="286758" cy="45996"/>
              </a:xfrm>
              <a:custGeom>
                <a:avLst/>
                <a:gdLst>
                  <a:gd name="connsiteX0" fmla="*/ 284282 w 286758"/>
                  <a:gd name="connsiteY0" fmla="*/ 45997 h 45996"/>
                  <a:gd name="connsiteX1" fmla="*/ 283876 w 286758"/>
                  <a:gd name="connsiteY1" fmla="*/ 45997 h 45996"/>
                  <a:gd name="connsiteX2" fmla="*/ 219543 w 286758"/>
                  <a:gd name="connsiteY2" fmla="*/ 40671 h 45996"/>
                  <a:gd name="connsiteX3" fmla="*/ 144440 w 286758"/>
                  <a:gd name="connsiteY3" fmla="*/ 30980 h 45996"/>
                  <a:gd name="connsiteX4" fmla="*/ 68281 w 286758"/>
                  <a:gd name="connsiteY4" fmla="*/ 13825 h 45996"/>
                  <a:gd name="connsiteX5" fmla="*/ 1794 w 286758"/>
                  <a:gd name="connsiteY5" fmla="*/ 2737 h 45996"/>
                  <a:gd name="connsiteX6" fmla="*/ 127 w 286758"/>
                  <a:gd name="connsiteY6" fmla="*/ 969 h 45996"/>
                  <a:gd name="connsiteX7" fmla="*/ 3257 w 286758"/>
                  <a:gd name="connsiteY7" fmla="*/ 52 h 45996"/>
                  <a:gd name="connsiteX8" fmla="*/ 69988 w 286758"/>
                  <a:gd name="connsiteY8" fmla="*/ 11140 h 45996"/>
                  <a:gd name="connsiteX9" fmla="*/ 145984 w 286758"/>
                  <a:gd name="connsiteY9" fmla="*/ 28296 h 45996"/>
                  <a:gd name="connsiteX10" fmla="*/ 220478 w 286758"/>
                  <a:gd name="connsiteY10" fmla="*/ 37899 h 45996"/>
                  <a:gd name="connsiteX11" fmla="*/ 284607 w 286758"/>
                  <a:gd name="connsiteY11" fmla="*/ 43225 h 45996"/>
                  <a:gd name="connsiteX12" fmla="*/ 286721 w 286758"/>
                  <a:gd name="connsiteY12" fmla="*/ 44818 h 45996"/>
                  <a:gd name="connsiteX13" fmla="*/ 284242 w 286758"/>
                  <a:gd name="connsiteY13" fmla="*/ 45997 h 4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6758" h="45996">
                    <a:moveTo>
                      <a:pt x="284282" y="45997"/>
                    </a:moveTo>
                    <a:lnTo>
                      <a:pt x="283876" y="45997"/>
                    </a:lnTo>
                    <a:lnTo>
                      <a:pt x="219543" y="40671"/>
                    </a:lnTo>
                    <a:lnTo>
                      <a:pt x="144440" y="30980"/>
                    </a:lnTo>
                    <a:lnTo>
                      <a:pt x="68281" y="13825"/>
                    </a:lnTo>
                    <a:lnTo>
                      <a:pt x="1794" y="2737"/>
                    </a:lnTo>
                    <a:cubicBezTo>
                      <a:pt x="453" y="2518"/>
                      <a:pt x="-320" y="1733"/>
                      <a:pt x="127" y="969"/>
                    </a:cubicBezTo>
                    <a:cubicBezTo>
                      <a:pt x="534" y="227"/>
                      <a:pt x="1916" y="-144"/>
                      <a:pt x="3257" y="52"/>
                    </a:cubicBezTo>
                    <a:lnTo>
                      <a:pt x="69988" y="11140"/>
                    </a:lnTo>
                    <a:lnTo>
                      <a:pt x="145984" y="28296"/>
                    </a:lnTo>
                    <a:lnTo>
                      <a:pt x="220478" y="37899"/>
                    </a:lnTo>
                    <a:lnTo>
                      <a:pt x="284607" y="43225"/>
                    </a:lnTo>
                    <a:cubicBezTo>
                      <a:pt x="285989" y="43334"/>
                      <a:pt x="286965" y="44033"/>
                      <a:pt x="286721" y="44818"/>
                    </a:cubicBezTo>
                    <a:cubicBezTo>
                      <a:pt x="286518" y="45517"/>
                      <a:pt x="285502" y="45997"/>
                      <a:pt x="284242" y="4599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4" name="Freeform: Shape 233">
                <a:extLst>
                  <a:ext uri="{FF2B5EF4-FFF2-40B4-BE49-F238E27FC236}">
                    <a16:creationId xmlns:a16="http://schemas.microsoft.com/office/drawing/2014/main" id="{D64394E5-FE20-4330-9089-BD10C52D7B69}"/>
                  </a:ext>
                </a:extLst>
              </p:cNvPr>
              <p:cNvSpPr/>
              <p:nvPr/>
            </p:nvSpPr>
            <p:spPr>
              <a:xfrm>
                <a:off x="5040522" y="5999536"/>
                <a:ext cx="3433617" cy="219007"/>
              </a:xfrm>
              <a:custGeom>
                <a:avLst/>
                <a:gdLst>
                  <a:gd name="connsiteX0" fmla="*/ 3322214 w 3433617"/>
                  <a:gd name="connsiteY0" fmla="*/ 218986 h 219007"/>
                  <a:gd name="connsiteX1" fmla="*/ 3320508 w 3433617"/>
                  <a:gd name="connsiteY1" fmla="*/ 218658 h 219007"/>
                  <a:gd name="connsiteX2" fmla="*/ 3233700 w 3433617"/>
                  <a:gd name="connsiteY2" fmla="*/ 176402 h 219007"/>
                  <a:gd name="connsiteX3" fmla="*/ 3124257 w 3433617"/>
                  <a:gd name="connsiteY3" fmla="*/ 176184 h 219007"/>
                  <a:gd name="connsiteX4" fmla="*/ 3122550 w 3433617"/>
                  <a:gd name="connsiteY4" fmla="*/ 175813 h 219007"/>
                  <a:gd name="connsiteX5" fmla="*/ 3035539 w 3433617"/>
                  <a:gd name="connsiteY5" fmla="*/ 131003 h 219007"/>
                  <a:gd name="connsiteX6" fmla="*/ 2931460 w 3433617"/>
                  <a:gd name="connsiteY6" fmla="*/ 130785 h 219007"/>
                  <a:gd name="connsiteX7" fmla="*/ 2929672 w 3433617"/>
                  <a:gd name="connsiteY7" fmla="*/ 130414 h 219007"/>
                  <a:gd name="connsiteX8" fmla="*/ 2698268 w 3433617"/>
                  <a:gd name="connsiteY8" fmla="*/ 3645 h 219007"/>
                  <a:gd name="connsiteX9" fmla="*/ 2066722 w 3433617"/>
                  <a:gd name="connsiteY9" fmla="*/ 2794 h 219007"/>
                  <a:gd name="connsiteX10" fmla="*/ 1978615 w 3433617"/>
                  <a:gd name="connsiteY10" fmla="*/ 4933 h 219007"/>
                  <a:gd name="connsiteX11" fmla="*/ 1925620 w 3433617"/>
                  <a:gd name="connsiteY11" fmla="*/ 9473 h 219007"/>
                  <a:gd name="connsiteX12" fmla="*/ 1896075 w 3433617"/>
                  <a:gd name="connsiteY12" fmla="*/ 14056 h 219007"/>
                  <a:gd name="connsiteX13" fmla="*/ 1159678 w 3433617"/>
                  <a:gd name="connsiteY13" fmla="*/ 52209 h 219007"/>
                  <a:gd name="connsiteX14" fmla="*/ 1063240 w 3433617"/>
                  <a:gd name="connsiteY14" fmla="*/ 54654 h 219007"/>
                  <a:gd name="connsiteX15" fmla="*/ 105721 w 3433617"/>
                  <a:gd name="connsiteY15" fmla="*/ 53213 h 219007"/>
                  <a:gd name="connsiteX16" fmla="*/ 84750 w 3433617"/>
                  <a:gd name="connsiteY16" fmla="*/ 68404 h 219007"/>
                  <a:gd name="connsiteX17" fmla="*/ 82556 w 3433617"/>
                  <a:gd name="connsiteY17" fmla="*/ 68950 h 219007"/>
                  <a:gd name="connsiteX18" fmla="*/ 2332 w 3433617"/>
                  <a:gd name="connsiteY18" fmla="*/ 65327 h 219007"/>
                  <a:gd name="connsiteX19" fmla="*/ 16 w 3433617"/>
                  <a:gd name="connsiteY19" fmla="*/ 63843 h 219007"/>
                  <a:gd name="connsiteX20" fmla="*/ 2739 w 3433617"/>
                  <a:gd name="connsiteY20" fmla="*/ 62555 h 219007"/>
                  <a:gd name="connsiteX21" fmla="*/ 81580 w 3433617"/>
                  <a:gd name="connsiteY21" fmla="*/ 66069 h 219007"/>
                  <a:gd name="connsiteX22" fmla="*/ 102469 w 3433617"/>
                  <a:gd name="connsiteY22" fmla="*/ 50921 h 219007"/>
                  <a:gd name="connsiteX23" fmla="*/ 104501 w 3433617"/>
                  <a:gd name="connsiteY23" fmla="*/ 50397 h 219007"/>
                  <a:gd name="connsiteX24" fmla="*/ 104501 w 3433617"/>
                  <a:gd name="connsiteY24" fmla="*/ 50397 h 219007"/>
                  <a:gd name="connsiteX25" fmla="*/ 1063158 w 3433617"/>
                  <a:gd name="connsiteY25" fmla="*/ 51838 h 219007"/>
                  <a:gd name="connsiteX26" fmla="*/ 1159394 w 3433617"/>
                  <a:gd name="connsiteY26" fmla="*/ 49437 h 219007"/>
                  <a:gd name="connsiteX27" fmla="*/ 1895181 w 3433617"/>
                  <a:gd name="connsiteY27" fmla="*/ 11284 h 219007"/>
                  <a:gd name="connsiteX28" fmla="*/ 1924564 w 3433617"/>
                  <a:gd name="connsiteY28" fmla="*/ 6701 h 219007"/>
                  <a:gd name="connsiteX29" fmla="*/ 1978127 w 3433617"/>
                  <a:gd name="connsiteY29" fmla="*/ 2183 h 219007"/>
                  <a:gd name="connsiteX30" fmla="*/ 2066641 w 3433617"/>
                  <a:gd name="connsiteY30" fmla="*/ 0 h 219007"/>
                  <a:gd name="connsiteX31" fmla="*/ 2699284 w 3433617"/>
                  <a:gd name="connsiteY31" fmla="*/ 917 h 219007"/>
                  <a:gd name="connsiteX32" fmla="*/ 2701072 w 3433617"/>
                  <a:gd name="connsiteY32" fmla="*/ 1288 h 219007"/>
                  <a:gd name="connsiteX33" fmla="*/ 2932436 w 3433617"/>
                  <a:gd name="connsiteY33" fmla="*/ 128056 h 219007"/>
                  <a:gd name="connsiteX34" fmla="*/ 3036515 w 3433617"/>
                  <a:gd name="connsiteY34" fmla="*/ 128209 h 219007"/>
                  <a:gd name="connsiteX35" fmla="*/ 3038303 w 3433617"/>
                  <a:gd name="connsiteY35" fmla="*/ 128580 h 219007"/>
                  <a:gd name="connsiteX36" fmla="*/ 3125232 w 3433617"/>
                  <a:gd name="connsiteY36" fmla="*/ 173390 h 219007"/>
                  <a:gd name="connsiteX37" fmla="*/ 3234675 w 3433617"/>
                  <a:gd name="connsiteY37" fmla="*/ 173608 h 219007"/>
                  <a:gd name="connsiteX38" fmla="*/ 3236260 w 3433617"/>
                  <a:gd name="connsiteY38" fmla="*/ 173936 h 219007"/>
                  <a:gd name="connsiteX39" fmla="*/ 3323067 w 3433617"/>
                  <a:gd name="connsiteY39" fmla="*/ 216192 h 219007"/>
                  <a:gd name="connsiteX40" fmla="*/ 3327457 w 3433617"/>
                  <a:gd name="connsiteY40" fmla="*/ 216083 h 219007"/>
                  <a:gd name="connsiteX41" fmla="*/ 3338267 w 3433617"/>
                  <a:gd name="connsiteY41" fmla="*/ 215493 h 219007"/>
                  <a:gd name="connsiteX42" fmla="*/ 3430926 w 3433617"/>
                  <a:gd name="connsiteY42" fmla="*/ 212394 h 219007"/>
                  <a:gd name="connsiteX43" fmla="*/ 3433608 w 3433617"/>
                  <a:gd name="connsiteY43" fmla="*/ 213726 h 219007"/>
                  <a:gd name="connsiteX44" fmla="*/ 3431252 w 3433617"/>
                  <a:gd name="connsiteY44" fmla="*/ 215232 h 219007"/>
                  <a:gd name="connsiteX45" fmla="*/ 3337291 w 3433617"/>
                  <a:gd name="connsiteY45" fmla="*/ 218375 h 219007"/>
                  <a:gd name="connsiteX46" fmla="*/ 3322295 w 3433617"/>
                  <a:gd name="connsiteY46" fmla="*/ 219007 h 219007"/>
                  <a:gd name="connsiteX47" fmla="*/ 3322173 w 3433617"/>
                  <a:gd name="connsiteY47" fmla="*/ 219007 h 219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433617" h="219007">
                    <a:moveTo>
                      <a:pt x="3322214" y="218986"/>
                    </a:moveTo>
                    <a:cubicBezTo>
                      <a:pt x="3321605" y="218986"/>
                      <a:pt x="3321035" y="218877"/>
                      <a:pt x="3320508" y="218658"/>
                    </a:cubicBezTo>
                    <a:lnTo>
                      <a:pt x="3233700" y="176402"/>
                    </a:lnTo>
                    <a:lnTo>
                      <a:pt x="3124257" y="176184"/>
                    </a:lnTo>
                    <a:cubicBezTo>
                      <a:pt x="3123647" y="176184"/>
                      <a:pt x="3122956" y="176031"/>
                      <a:pt x="3122550" y="175813"/>
                    </a:cubicBezTo>
                    <a:lnTo>
                      <a:pt x="3035539" y="131003"/>
                    </a:lnTo>
                    <a:lnTo>
                      <a:pt x="2931460" y="130785"/>
                    </a:lnTo>
                    <a:cubicBezTo>
                      <a:pt x="2930769" y="130785"/>
                      <a:pt x="2930079" y="130675"/>
                      <a:pt x="2929672" y="130414"/>
                    </a:cubicBezTo>
                    <a:lnTo>
                      <a:pt x="2698268" y="3645"/>
                    </a:lnTo>
                    <a:lnTo>
                      <a:pt x="2066722" y="2794"/>
                    </a:lnTo>
                    <a:lnTo>
                      <a:pt x="1978615" y="4933"/>
                    </a:lnTo>
                    <a:lnTo>
                      <a:pt x="1925620" y="9473"/>
                    </a:lnTo>
                    <a:lnTo>
                      <a:pt x="1896075" y="14056"/>
                    </a:lnTo>
                    <a:lnTo>
                      <a:pt x="1159678" y="52209"/>
                    </a:lnTo>
                    <a:lnTo>
                      <a:pt x="1063240" y="54654"/>
                    </a:lnTo>
                    <a:lnTo>
                      <a:pt x="105721" y="53213"/>
                    </a:lnTo>
                    <a:lnTo>
                      <a:pt x="84750" y="68404"/>
                    </a:lnTo>
                    <a:cubicBezTo>
                      <a:pt x="84263" y="68775"/>
                      <a:pt x="83409" y="68994"/>
                      <a:pt x="82556" y="68950"/>
                    </a:cubicBezTo>
                    <a:lnTo>
                      <a:pt x="2332" y="65327"/>
                    </a:lnTo>
                    <a:cubicBezTo>
                      <a:pt x="951" y="65261"/>
                      <a:pt x="-147" y="64585"/>
                      <a:pt x="16" y="63843"/>
                    </a:cubicBezTo>
                    <a:cubicBezTo>
                      <a:pt x="97" y="63035"/>
                      <a:pt x="1438" y="62468"/>
                      <a:pt x="2739" y="62555"/>
                    </a:cubicBezTo>
                    <a:lnTo>
                      <a:pt x="81580" y="66069"/>
                    </a:lnTo>
                    <a:lnTo>
                      <a:pt x="102469" y="50921"/>
                    </a:lnTo>
                    <a:cubicBezTo>
                      <a:pt x="102957" y="50550"/>
                      <a:pt x="103689" y="50397"/>
                      <a:pt x="104501" y="50397"/>
                    </a:cubicBezTo>
                    <a:lnTo>
                      <a:pt x="104501" y="50397"/>
                    </a:lnTo>
                    <a:lnTo>
                      <a:pt x="1063158" y="51838"/>
                    </a:lnTo>
                    <a:lnTo>
                      <a:pt x="1159394" y="49437"/>
                    </a:lnTo>
                    <a:lnTo>
                      <a:pt x="1895181" y="11284"/>
                    </a:lnTo>
                    <a:lnTo>
                      <a:pt x="1924564" y="6701"/>
                    </a:lnTo>
                    <a:lnTo>
                      <a:pt x="1978127" y="2183"/>
                    </a:lnTo>
                    <a:lnTo>
                      <a:pt x="2066641" y="0"/>
                    </a:lnTo>
                    <a:lnTo>
                      <a:pt x="2699284" y="917"/>
                    </a:lnTo>
                    <a:cubicBezTo>
                      <a:pt x="2699975" y="917"/>
                      <a:pt x="2700585" y="1091"/>
                      <a:pt x="2701072" y="1288"/>
                    </a:cubicBezTo>
                    <a:lnTo>
                      <a:pt x="2932436" y="128056"/>
                    </a:lnTo>
                    <a:lnTo>
                      <a:pt x="3036515" y="128209"/>
                    </a:lnTo>
                    <a:cubicBezTo>
                      <a:pt x="3037206" y="128209"/>
                      <a:pt x="3037815" y="128318"/>
                      <a:pt x="3038303" y="128580"/>
                    </a:cubicBezTo>
                    <a:lnTo>
                      <a:pt x="3125232" y="173390"/>
                    </a:lnTo>
                    <a:lnTo>
                      <a:pt x="3234675" y="173608"/>
                    </a:lnTo>
                    <a:cubicBezTo>
                      <a:pt x="3235285" y="173608"/>
                      <a:pt x="3235854" y="173717"/>
                      <a:pt x="3236260" y="173936"/>
                    </a:cubicBezTo>
                    <a:lnTo>
                      <a:pt x="3323067" y="216192"/>
                    </a:lnTo>
                    <a:lnTo>
                      <a:pt x="3327457" y="216083"/>
                    </a:lnTo>
                    <a:lnTo>
                      <a:pt x="3338267" y="215493"/>
                    </a:lnTo>
                    <a:lnTo>
                      <a:pt x="3430926" y="212394"/>
                    </a:lnTo>
                    <a:cubicBezTo>
                      <a:pt x="3432308" y="212285"/>
                      <a:pt x="3433486" y="212918"/>
                      <a:pt x="3433608" y="213726"/>
                    </a:cubicBezTo>
                    <a:cubicBezTo>
                      <a:pt x="3433730" y="214533"/>
                      <a:pt x="3432633" y="215166"/>
                      <a:pt x="3431252" y="215232"/>
                    </a:cubicBezTo>
                    <a:lnTo>
                      <a:pt x="3337291" y="218375"/>
                    </a:lnTo>
                    <a:lnTo>
                      <a:pt x="3322295" y="219007"/>
                    </a:lnTo>
                    <a:lnTo>
                      <a:pt x="3322173" y="21900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5" name="Freeform: Shape 234">
                <a:extLst>
                  <a:ext uri="{FF2B5EF4-FFF2-40B4-BE49-F238E27FC236}">
                    <a16:creationId xmlns:a16="http://schemas.microsoft.com/office/drawing/2014/main" id="{8C4C6542-D8EA-40C9-BE36-C4CED09502C2}"/>
                  </a:ext>
                </a:extLst>
              </p:cNvPr>
              <p:cNvSpPr/>
              <p:nvPr/>
            </p:nvSpPr>
            <p:spPr>
              <a:xfrm>
                <a:off x="81" y="6014727"/>
                <a:ext cx="5018660" cy="480620"/>
              </a:xfrm>
              <a:custGeom>
                <a:avLst/>
                <a:gdLst>
                  <a:gd name="connsiteX0" fmla="*/ 5016846 w 5018660"/>
                  <a:gd name="connsiteY0" fmla="*/ 57251 h 480620"/>
                  <a:gd name="connsiteX1" fmla="*/ 4940321 w 5018660"/>
                  <a:gd name="connsiteY1" fmla="*/ 44395 h 480620"/>
                  <a:gd name="connsiteX2" fmla="*/ 4937923 w 5018660"/>
                  <a:gd name="connsiteY2" fmla="*/ 44657 h 480620"/>
                  <a:gd name="connsiteX3" fmla="*/ 4926584 w 5018660"/>
                  <a:gd name="connsiteY3" fmla="*/ 49830 h 480620"/>
                  <a:gd name="connsiteX4" fmla="*/ 4802307 w 5018660"/>
                  <a:gd name="connsiteY4" fmla="*/ 48913 h 480620"/>
                  <a:gd name="connsiteX5" fmla="*/ 4676404 w 5018660"/>
                  <a:gd name="connsiteY5" fmla="*/ 40750 h 480620"/>
                  <a:gd name="connsiteX6" fmla="*/ 4549404 w 5018660"/>
                  <a:gd name="connsiteY6" fmla="*/ 26257 h 480620"/>
                  <a:gd name="connsiteX7" fmla="*/ 4423420 w 5018660"/>
                  <a:gd name="connsiteY7" fmla="*/ 15126 h 480620"/>
                  <a:gd name="connsiteX8" fmla="*/ 4299590 w 5018660"/>
                  <a:gd name="connsiteY8" fmla="*/ 5806 h 480620"/>
                  <a:gd name="connsiteX9" fmla="*/ 4177995 w 5018660"/>
                  <a:gd name="connsiteY9" fmla="*/ 0 h 480620"/>
                  <a:gd name="connsiteX10" fmla="*/ 4058920 w 5018660"/>
                  <a:gd name="connsiteY10" fmla="*/ 3951 h 480620"/>
                  <a:gd name="connsiteX11" fmla="*/ 3941105 w 5018660"/>
                  <a:gd name="connsiteY11" fmla="*/ 8207 h 480620"/>
                  <a:gd name="connsiteX12" fmla="*/ 3823980 w 5018660"/>
                  <a:gd name="connsiteY12" fmla="*/ 19076 h 480620"/>
                  <a:gd name="connsiteX13" fmla="*/ 3822233 w 5018660"/>
                  <a:gd name="connsiteY13" fmla="*/ 19775 h 480620"/>
                  <a:gd name="connsiteX14" fmla="*/ 3805164 w 5018660"/>
                  <a:gd name="connsiteY14" fmla="*/ 35708 h 480620"/>
                  <a:gd name="connsiteX15" fmla="*/ 3687389 w 5018660"/>
                  <a:gd name="connsiteY15" fmla="*/ 45246 h 480620"/>
                  <a:gd name="connsiteX16" fmla="*/ 3567542 w 5018660"/>
                  <a:gd name="connsiteY16" fmla="*/ 53344 h 480620"/>
                  <a:gd name="connsiteX17" fmla="*/ 3566160 w 5018660"/>
                  <a:gd name="connsiteY17" fmla="*/ 53715 h 480620"/>
                  <a:gd name="connsiteX18" fmla="*/ 3546043 w 5018660"/>
                  <a:gd name="connsiteY18" fmla="*/ 63995 h 480620"/>
                  <a:gd name="connsiteX19" fmla="*/ 3424896 w 5018660"/>
                  <a:gd name="connsiteY19" fmla="*/ 66353 h 480620"/>
                  <a:gd name="connsiteX20" fmla="*/ 3302488 w 5018660"/>
                  <a:gd name="connsiteY20" fmla="*/ 69277 h 480620"/>
                  <a:gd name="connsiteX21" fmla="*/ 3178617 w 5018660"/>
                  <a:gd name="connsiteY21" fmla="*/ 61704 h 480620"/>
                  <a:gd name="connsiteX22" fmla="*/ 3054625 w 5018660"/>
                  <a:gd name="connsiteY22" fmla="*/ 54501 h 480620"/>
                  <a:gd name="connsiteX23" fmla="*/ 2932420 w 5018660"/>
                  <a:gd name="connsiteY23" fmla="*/ 52209 h 480620"/>
                  <a:gd name="connsiteX24" fmla="*/ 2907264 w 5018660"/>
                  <a:gd name="connsiteY24" fmla="*/ 51467 h 480620"/>
                  <a:gd name="connsiteX25" fmla="*/ 2885237 w 5018660"/>
                  <a:gd name="connsiteY25" fmla="*/ 49961 h 480620"/>
                  <a:gd name="connsiteX26" fmla="*/ 2858252 w 5018660"/>
                  <a:gd name="connsiteY26" fmla="*/ 49634 h 480620"/>
                  <a:gd name="connsiteX27" fmla="*/ 2806761 w 5018660"/>
                  <a:gd name="connsiteY27" fmla="*/ 46534 h 480620"/>
                  <a:gd name="connsiteX28" fmla="*/ 2779248 w 5018660"/>
                  <a:gd name="connsiteY28" fmla="*/ 48302 h 480620"/>
                  <a:gd name="connsiteX29" fmla="*/ 2654645 w 5018660"/>
                  <a:gd name="connsiteY29" fmla="*/ 42278 h 480620"/>
                  <a:gd name="connsiteX30" fmla="*/ 2652410 w 5018660"/>
                  <a:gd name="connsiteY30" fmla="*/ 42802 h 480620"/>
                  <a:gd name="connsiteX31" fmla="*/ 2623393 w 5018660"/>
                  <a:gd name="connsiteY31" fmla="*/ 64126 h 480620"/>
                  <a:gd name="connsiteX32" fmla="*/ 2499279 w 5018660"/>
                  <a:gd name="connsiteY32" fmla="*/ 59696 h 480620"/>
                  <a:gd name="connsiteX33" fmla="*/ 2373823 w 5018660"/>
                  <a:gd name="connsiteY33" fmla="*/ 52078 h 480620"/>
                  <a:gd name="connsiteX34" fmla="*/ 2248571 w 5018660"/>
                  <a:gd name="connsiteY34" fmla="*/ 45159 h 480620"/>
                  <a:gd name="connsiteX35" fmla="*/ 2123400 w 5018660"/>
                  <a:gd name="connsiteY35" fmla="*/ 34661 h 480620"/>
                  <a:gd name="connsiteX36" fmla="*/ 1998066 w 5018660"/>
                  <a:gd name="connsiteY36" fmla="*/ 20648 h 480620"/>
                  <a:gd name="connsiteX37" fmla="*/ 1872894 w 5018660"/>
                  <a:gd name="connsiteY37" fmla="*/ 12921 h 480620"/>
                  <a:gd name="connsiteX38" fmla="*/ 1747845 w 5018660"/>
                  <a:gd name="connsiteY38" fmla="*/ 3645 h 480620"/>
                  <a:gd name="connsiteX39" fmla="*/ 1745894 w 5018660"/>
                  <a:gd name="connsiteY39" fmla="*/ 3972 h 480620"/>
                  <a:gd name="connsiteX40" fmla="*/ 1708099 w 5018660"/>
                  <a:gd name="connsiteY40" fmla="*/ 21128 h 480620"/>
                  <a:gd name="connsiteX41" fmla="*/ 1669857 w 5018660"/>
                  <a:gd name="connsiteY41" fmla="*/ 46927 h 480620"/>
                  <a:gd name="connsiteX42" fmla="*/ 1631005 w 5018660"/>
                  <a:gd name="connsiteY42" fmla="*/ 75171 h 480620"/>
                  <a:gd name="connsiteX43" fmla="*/ 1591503 w 5018660"/>
                  <a:gd name="connsiteY43" fmla="*/ 103152 h 480620"/>
                  <a:gd name="connsiteX44" fmla="*/ 1551473 w 5018660"/>
                  <a:gd name="connsiteY44" fmla="*/ 128951 h 480620"/>
                  <a:gd name="connsiteX45" fmla="*/ 1510508 w 5018660"/>
                  <a:gd name="connsiteY45" fmla="*/ 151978 h 480620"/>
                  <a:gd name="connsiteX46" fmla="*/ 1468933 w 5018660"/>
                  <a:gd name="connsiteY46" fmla="*/ 180855 h 480620"/>
                  <a:gd name="connsiteX47" fmla="*/ 1426708 w 5018660"/>
                  <a:gd name="connsiteY47" fmla="*/ 209578 h 480620"/>
                  <a:gd name="connsiteX48" fmla="*/ 1383751 w 5018660"/>
                  <a:gd name="connsiteY48" fmla="*/ 235159 h 480620"/>
                  <a:gd name="connsiteX49" fmla="*/ 1339982 w 5018660"/>
                  <a:gd name="connsiteY49" fmla="*/ 260849 h 480620"/>
                  <a:gd name="connsiteX50" fmla="*/ 1295441 w 5018660"/>
                  <a:gd name="connsiteY50" fmla="*/ 288023 h 480620"/>
                  <a:gd name="connsiteX51" fmla="*/ 1250208 w 5018660"/>
                  <a:gd name="connsiteY51" fmla="*/ 314280 h 480620"/>
                  <a:gd name="connsiteX52" fmla="*/ 1204204 w 5018660"/>
                  <a:gd name="connsiteY52" fmla="*/ 339490 h 480620"/>
                  <a:gd name="connsiteX53" fmla="*/ 1157427 w 5018660"/>
                  <a:gd name="connsiteY53" fmla="*/ 361295 h 480620"/>
                  <a:gd name="connsiteX54" fmla="*/ 1109716 w 5018660"/>
                  <a:gd name="connsiteY54" fmla="*/ 381964 h 480620"/>
                  <a:gd name="connsiteX55" fmla="*/ 1061314 w 5018660"/>
                  <a:gd name="connsiteY55" fmla="*/ 402634 h 480620"/>
                  <a:gd name="connsiteX56" fmla="*/ 1012058 w 5018660"/>
                  <a:gd name="connsiteY56" fmla="*/ 420532 h 480620"/>
                  <a:gd name="connsiteX57" fmla="*/ 962315 w 5018660"/>
                  <a:gd name="connsiteY57" fmla="*/ 436094 h 480620"/>
                  <a:gd name="connsiteX58" fmla="*/ 816376 w 5018660"/>
                  <a:gd name="connsiteY58" fmla="*/ 437120 h 480620"/>
                  <a:gd name="connsiteX59" fmla="*/ 815238 w 5018660"/>
                  <a:gd name="connsiteY59" fmla="*/ 437229 h 480620"/>
                  <a:gd name="connsiteX60" fmla="*/ 762691 w 5018660"/>
                  <a:gd name="connsiteY60" fmla="*/ 452049 h 480620"/>
                  <a:gd name="connsiteX61" fmla="*/ 709574 w 5018660"/>
                  <a:gd name="connsiteY61" fmla="*/ 465582 h 480620"/>
                  <a:gd name="connsiteX62" fmla="*/ 560791 w 5018660"/>
                  <a:gd name="connsiteY62" fmla="*/ 466695 h 480620"/>
                  <a:gd name="connsiteX63" fmla="*/ 418917 w 5018660"/>
                  <a:gd name="connsiteY63" fmla="*/ 466695 h 480620"/>
                  <a:gd name="connsiteX64" fmla="*/ 415138 w 5018660"/>
                  <a:gd name="connsiteY64" fmla="*/ 466739 h 480620"/>
                  <a:gd name="connsiteX65" fmla="*/ 262372 w 5018660"/>
                  <a:gd name="connsiteY65" fmla="*/ 465822 h 480620"/>
                  <a:gd name="connsiteX66" fmla="*/ 261478 w 5018660"/>
                  <a:gd name="connsiteY66" fmla="*/ 465888 h 480620"/>
                  <a:gd name="connsiteX67" fmla="*/ 203037 w 5018660"/>
                  <a:gd name="connsiteY67" fmla="*/ 477718 h 480620"/>
                  <a:gd name="connsiteX68" fmla="*/ 53238 w 5018660"/>
                  <a:gd name="connsiteY68" fmla="*/ 474902 h 480620"/>
                  <a:gd name="connsiteX69" fmla="*/ 0 w 5018660"/>
                  <a:gd name="connsiteY69" fmla="*/ 472457 h 480620"/>
                  <a:gd name="connsiteX70" fmla="*/ 0 w 5018660"/>
                  <a:gd name="connsiteY70" fmla="*/ 475295 h 480620"/>
                  <a:gd name="connsiteX71" fmla="*/ 52913 w 5018660"/>
                  <a:gd name="connsiteY71" fmla="*/ 477739 h 480620"/>
                  <a:gd name="connsiteX72" fmla="*/ 203322 w 5018660"/>
                  <a:gd name="connsiteY72" fmla="*/ 480620 h 480620"/>
                  <a:gd name="connsiteX73" fmla="*/ 204257 w 5018660"/>
                  <a:gd name="connsiteY73" fmla="*/ 480511 h 480620"/>
                  <a:gd name="connsiteX74" fmla="*/ 262778 w 5018660"/>
                  <a:gd name="connsiteY74" fmla="*/ 468638 h 480620"/>
                  <a:gd name="connsiteX75" fmla="*/ 415097 w 5018660"/>
                  <a:gd name="connsiteY75" fmla="*/ 469598 h 480620"/>
                  <a:gd name="connsiteX76" fmla="*/ 560751 w 5018660"/>
                  <a:gd name="connsiteY76" fmla="*/ 469533 h 480620"/>
                  <a:gd name="connsiteX77" fmla="*/ 710143 w 5018660"/>
                  <a:gd name="connsiteY77" fmla="*/ 468419 h 480620"/>
                  <a:gd name="connsiteX78" fmla="*/ 711200 w 5018660"/>
                  <a:gd name="connsiteY78" fmla="*/ 468310 h 480620"/>
                  <a:gd name="connsiteX79" fmla="*/ 764926 w 5018660"/>
                  <a:gd name="connsiteY79" fmla="*/ 454625 h 480620"/>
                  <a:gd name="connsiteX80" fmla="*/ 817027 w 5018660"/>
                  <a:gd name="connsiteY80" fmla="*/ 439914 h 480620"/>
                  <a:gd name="connsiteX81" fmla="*/ 963087 w 5018660"/>
                  <a:gd name="connsiteY81" fmla="*/ 438954 h 480620"/>
                  <a:gd name="connsiteX82" fmla="*/ 964265 w 5018660"/>
                  <a:gd name="connsiteY82" fmla="*/ 438779 h 480620"/>
                  <a:gd name="connsiteX83" fmla="*/ 1014700 w 5018660"/>
                  <a:gd name="connsiteY83" fmla="*/ 422955 h 480620"/>
                  <a:gd name="connsiteX84" fmla="*/ 1064240 w 5018660"/>
                  <a:gd name="connsiteY84" fmla="*/ 404948 h 480620"/>
                  <a:gd name="connsiteX85" fmla="*/ 1112845 w 5018660"/>
                  <a:gd name="connsiteY85" fmla="*/ 384213 h 480620"/>
                  <a:gd name="connsiteX86" fmla="*/ 1160597 w 5018660"/>
                  <a:gd name="connsiteY86" fmla="*/ 363499 h 480620"/>
                  <a:gd name="connsiteX87" fmla="*/ 1207618 w 5018660"/>
                  <a:gd name="connsiteY87" fmla="*/ 341607 h 480620"/>
                  <a:gd name="connsiteX88" fmla="*/ 1253785 w 5018660"/>
                  <a:gd name="connsiteY88" fmla="*/ 316288 h 480620"/>
                  <a:gd name="connsiteX89" fmla="*/ 1299139 w 5018660"/>
                  <a:gd name="connsiteY89" fmla="*/ 289966 h 480620"/>
                  <a:gd name="connsiteX90" fmla="*/ 1343680 w 5018660"/>
                  <a:gd name="connsiteY90" fmla="*/ 262792 h 480620"/>
                  <a:gd name="connsiteX91" fmla="*/ 1387409 w 5018660"/>
                  <a:gd name="connsiteY91" fmla="*/ 237102 h 480620"/>
                  <a:gd name="connsiteX92" fmla="*/ 1430487 w 5018660"/>
                  <a:gd name="connsiteY92" fmla="*/ 211412 h 480620"/>
                  <a:gd name="connsiteX93" fmla="*/ 1472834 w 5018660"/>
                  <a:gd name="connsiteY93" fmla="*/ 182645 h 480620"/>
                  <a:gd name="connsiteX94" fmla="*/ 1514246 w 5018660"/>
                  <a:gd name="connsiteY94" fmla="*/ 153877 h 480620"/>
                  <a:gd name="connsiteX95" fmla="*/ 1555130 w 5018660"/>
                  <a:gd name="connsiteY95" fmla="*/ 130916 h 480620"/>
                  <a:gd name="connsiteX96" fmla="*/ 1595364 w 5018660"/>
                  <a:gd name="connsiteY96" fmla="*/ 104964 h 480620"/>
                  <a:gd name="connsiteX97" fmla="*/ 1634947 w 5018660"/>
                  <a:gd name="connsiteY97" fmla="*/ 76939 h 480620"/>
                  <a:gd name="connsiteX98" fmla="*/ 1673799 w 5018660"/>
                  <a:gd name="connsiteY98" fmla="*/ 48739 h 480620"/>
                  <a:gd name="connsiteX99" fmla="*/ 1711635 w 5018660"/>
                  <a:gd name="connsiteY99" fmla="*/ 23158 h 480620"/>
                  <a:gd name="connsiteX100" fmla="*/ 1748130 w 5018660"/>
                  <a:gd name="connsiteY100" fmla="*/ 6592 h 480620"/>
                  <a:gd name="connsiteX101" fmla="*/ 1872204 w 5018660"/>
                  <a:gd name="connsiteY101" fmla="*/ 15759 h 480620"/>
                  <a:gd name="connsiteX102" fmla="*/ 1997172 w 5018660"/>
                  <a:gd name="connsiteY102" fmla="*/ 23485 h 480620"/>
                  <a:gd name="connsiteX103" fmla="*/ 2122384 w 5018660"/>
                  <a:gd name="connsiteY103" fmla="*/ 37498 h 480620"/>
                  <a:gd name="connsiteX104" fmla="*/ 2247799 w 5018660"/>
                  <a:gd name="connsiteY104" fmla="*/ 47997 h 480620"/>
                  <a:gd name="connsiteX105" fmla="*/ 2373173 w 5018660"/>
                  <a:gd name="connsiteY105" fmla="*/ 54981 h 480620"/>
                  <a:gd name="connsiteX106" fmla="*/ 2498791 w 5018660"/>
                  <a:gd name="connsiteY106" fmla="*/ 62555 h 480620"/>
                  <a:gd name="connsiteX107" fmla="*/ 2624328 w 5018660"/>
                  <a:gd name="connsiteY107" fmla="*/ 67073 h 480620"/>
                  <a:gd name="connsiteX108" fmla="*/ 2626523 w 5018660"/>
                  <a:gd name="connsiteY108" fmla="*/ 66549 h 480620"/>
                  <a:gd name="connsiteX109" fmla="*/ 2655540 w 5018660"/>
                  <a:gd name="connsiteY109" fmla="*/ 45246 h 480620"/>
                  <a:gd name="connsiteX110" fmla="*/ 2779207 w 5018660"/>
                  <a:gd name="connsiteY110" fmla="*/ 51161 h 480620"/>
                  <a:gd name="connsiteX111" fmla="*/ 2806680 w 5018660"/>
                  <a:gd name="connsiteY111" fmla="*/ 49459 h 480620"/>
                  <a:gd name="connsiteX112" fmla="*/ 2857845 w 5018660"/>
                  <a:gd name="connsiteY112" fmla="*/ 52558 h 480620"/>
                  <a:gd name="connsiteX113" fmla="*/ 2884790 w 5018660"/>
                  <a:gd name="connsiteY113" fmla="*/ 52820 h 480620"/>
                  <a:gd name="connsiteX114" fmla="*/ 2906776 w 5018660"/>
                  <a:gd name="connsiteY114" fmla="*/ 54370 h 480620"/>
                  <a:gd name="connsiteX115" fmla="*/ 2930510 w 5018660"/>
                  <a:gd name="connsiteY115" fmla="*/ 55112 h 480620"/>
                  <a:gd name="connsiteX116" fmla="*/ 3054218 w 5018660"/>
                  <a:gd name="connsiteY116" fmla="*/ 57360 h 480620"/>
                  <a:gd name="connsiteX117" fmla="*/ 3178008 w 5018660"/>
                  <a:gd name="connsiteY117" fmla="*/ 64607 h 480620"/>
                  <a:gd name="connsiteX118" fmla="*/ 3302285 w 5018660"/>
                  <a:gd name="connsiteY118" fmla="*/ 72180 h 480620"/>
                  <a:gd name="connsiteX119" fmla="*/ 3425058 w 5018660"/>
                  <a:gd name="connsiteY119" fmla="*/ 69256 h 480620"/>
                  <a:gd name="connsiteX120" fmla="*/ 3547100 w 5018660"/>
                  <a:gd name="connsiteY120" fmla="*/ 66898 h 480620"/>
                  <a:gd name="connsiteX121" fmla="*/ 3548725 w 5018660"/>
                  <a:gd name="connsiteY121" fmla="*/ 66527 h 480620"/>
                  <a:gd name="connsiteX122" fmla="*/ 3568924 w 5018660"/>
                  <a:gd name="connsiteY122" fmla="*/ 56182 h 480620"/>
                  <a:gd name="connsiteX123" fmla="*/ 3687999 w 5018660"/>
                  <a:gd name="connsiteY123" fmla="*/ 48084 h 480620"/>
                  <a:gd name="connsiteX124" fmla="*/ 3807074 w 5018660"/>
                  <a:gd name="connsiteY124" fmla="*/ 38437 h 480620"/>
                  <a:gd name="connsiteX125" fmla="*/ 3808903 w 5018660"/>
                  <a:gd name="connsiteY125" fmla="*/ 37738 h 480620"/>
                  <a:gd name="connsiteX126" fmla="*/ 3825972 w 5018660"/>
                  <a:gd name="connsiteY126" fmla="*/ 21805 h 480620"/>
                  <a:gd name="connsiteX127" fmla="*/ 3941674 w 5018660"/>
                  <a:gd name="connsiteY127" fmla="*/ 11044 h 480620"/>
                  <a:gd name="connsiteX128" fmla="*/ 4059205 w 5018660"/>
                  <a:gd name="connsiteY128" fmla="*/ 6832 h 480620"/>
                  <a:gd name="connsiteX129" fmla="*/ 4177874 w 5018660"/>
                  <a:gd name="connsiteY129" fmla="*/ 2837 h 480620"/>
                  <a:gd name="connsiteX130" fmla="*/ 4298981 w 5018660"/>
                  <a:gd name="connsiteY130" fmla="*/ 8643 h 480620"/>
                  <a:gd name="connsiteX131" fmla="*/ 4422648 w 5018660"/>
                  <a:gd name="connsiteY131" fmla="*/ 17963 h 480620"/>
                  <a:gd name="connsiteX132" fmla="*/ 4548470 w 5018660"/>
                  <a:gd name="connsiteY132" fmla="*/ 29095 h 480620"/>
                  <a:gd name="connsiteX133" fmla="*/ 4675632 w 5018660"/>
                  <a:gd name="connsiteY133" fmla="*/ 43653 h 480620"/>
                  <a:gd name="connsiteX134" fmla="*/ 4802023 w 5018660"/>
                  <a:gd name="connsiteY134" fmla="*/ 51816 h 480620"/>
                  <a:gd name="connsiteX135" fmla="*/ 4927478 w 5018660"/>
                  <a:gd name="connsiteY135" fmla="*/ 52711 h 480620"/>
                  <a:gd name="connsiteX136" fmla="*/ 4929104 w 5018660"/>
                  <a:gd name="connsiteY136" fmla="*/ 52384 h 480620"/>
                  <a:gd name="connsiteX137" fmla="*/ 4940117 w 5018660"/>
                  <a:gd name="connsiteY137" fmla="*/ 47385 h 480620"/>
                  <a:gd name="connsiteX138" fmla="*/ 5015383 w 5018660"/>
                  <a:gd name="connsiteY138" fmla="*/ 60023 h 480620"/>
                  <a:gd name="connsiteX139" fmla="*/ 5018553 w 5018660"/>
                  <a:gd name="connsiteY139" fmla="*/ 59063 h 480620"/>
                  <a:gd name="connsiteX140" fmla="*/ 5016846 w 5018660"/>
                  <a:gd name="connsiteY140" fmla="*/ 57295 h 48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5018660" h="480620">
                    <a:moveTo>
                      <a:pt x="5016846" y="57251"/>
                    </a:moveTo>
                    <a:lnTo>
                      <a:pt x="4940321" y="44395"/>
                    </a:lnTo>
                    <a:cubicBezTo>
                      <a:pt x="4939508" y="44286"/>
                      <a:pt x="4938614" y="44352"/>
                      <a:pt x="4937923" y="44657"/>
                    </a:cubicBezTo>
                    <a:lnTo>
                      <a:pt x="4926584" y="49830"/>
                    </a:lnTo>
                    <a:lnTo>
                      <a:pt x="4802307" y="48913"/>
                    </a:lnTo>
                    <a:lnTo>
                      <a:pt x="4676404" y="40750"/>
                    </a:lnTo>
                    <a:lnTo>
                      <a:pt x="4549404" y="26257"/>
                    </a:lnTo>
                    <a:lnTo>
                      <a:pt x="4423420" y="15126"/>
                    </a:lnTo>
                    <a:lnTo>
                      <a:pt x="4299590" y="5806"/>
                    </a:lnTo>
                    <a:lnTo>
                      <a:pt x="4177995" y="0"/>
                    </a:lnTo>
                    <a:lnTo>
                      <a:pt x="4058920" y="3951"/>
                    </a:lnTo>
                    <a:lnTo>
                      <a:pt x="3941105" y="8207"/>
                    </a:lnTo>
                    <a:lnTo>
                      <a:pt x="3823980" y="19076"/>
                    </a:lnTo>
                    <a:cubicBezTo>
                      <a:pt x="3823249" y="19186"/>
                      <a:pt x="3822599" y="19404"/>
                      <a:pt x="3822233" y="19775"/>
                    </a:cubicBezTo>
                    <a:lnTo>
                      <a:pt x="3805164" y="35708"/>
                    </a:lnTo>
                    <a:lnTo>
                      <a:pt x="3687389" y="45246"/>
                    </a:lnTo>
                    <a:lnTo>
                      <a:pt x="3567542" y="53344"/>
                    </a:lnTo>
                    <a:cubicBezTo>
                      <a:pt x="3567054" y="53388"/>
                      <a:pt x="3566567" y="53497"/>
                      <a:pt x="3566160" y="53715"/>
                    </a:cubicBezTo>
                    <a:lnTo>
                      <a:pt x="3546043" y="63995"/>
                    </a:lnTo>
                    <a:lnTo>
                      <a:pt x="3424896" y="66353"/>
                    </a:lnTo>
                    <a:lnTo>
                      <a:pt x="3302488" y="69277"/>
                    </a:lnTo>
                    <a:lnTo>
                      <a:pt x="3178617" y="61704"/>
                    </a:lnTo>
                    <a:lnTo>
                      <a:pt x="3054625" y="54501"/>
                    </a:lnTo>
                    <a:lnTo>
                      <a:pt x="2932420" y="52209"/>
                    </a:lnTo>
                    <a:lnTo>
                      <a:pt x="2907264" y="51467"/>
                    </a:lnTo>
                    <a:lnTo>
                      <a:pt x="2885237" y="49961"/>
                    </a:lnTo>
                    <a:lnTo>
                      <a:pt x="2858252" y="49634"/>
                    </a:lnTo>
                    <a:lnTo>
                      <a:pt x="2806761" y="46534"/>
                    </a:lnTo>
                    <a:lnTo>
                      <a:pt x="2779248" y="48302"/>
                    </a:lnTo>
                    <a:lnTo>
                      <a:pt x="2654645" y="42278"/>
                    </a:lnTo>
                    <a:cubicBezTo>
                      <a:pt x="2653873" y="42234"/>
                      <a:pt x="2652979" y="42453"/>
                      <a:pt x="2652410" y="42802"/>
                    </a:cubicBezTo>
                    <a:lnTo>
                      <a:pt x="2623393" y="64126"/>
                    </a:lnTo>
                    <a:lnTo>
                      <a:pt x="2499279" y="59696"/>
                    </a:lnTo>
                    <a:lnTo>
                      <a:pt x="2373823" y="52078"/>
                    </a:lnTo>
                    <a:lnTo>
                      <a:pt x="2248571" y="45159"/>
                    </a:lnTo>
                    <a:lnTo>
                      <a:pt x="2123400" y="34661"/>
                    </a:lnTo>
                    <a:lnTo>
                      <a:pt x="1998066" y="20648"/>
                    </a:lnTo>
                    <a:lnTo>
                      <a:pt x="1872894" y="12921"/>
                    </a:lnTo>
                    <a:lnTo>
                      <a:pt x="1747845" y="3645"/>
                    </a:lnTo>
                    <a:cubicBezTo>
                      <a:pt x="1747154" y="3601"/>
                      <a:pt x="1746463" y="3711"/>
                      <a:pt x="1745894" y="3972"/>
                    </a:cubicBezTo>
                    <a:lnTo>
                      <a:pt x="1708099" y="21128"/>
                    </a:lnTo>
                    <a:lnTo>
                      <a:pt x="1669857" y="46927"/>
                    </a:lnTo>
                    <a:lnTo>
                      <a:pt x="1631005" y="75171"/>
                    </a:lnTo>
                    <a:lnTo>
                      <a:pt x="1591503" y="103152"/>
                    </a:lnTo>
                    <a:lnTo>
                      <a:pt x="1551473" y="128951"/>
                    </a:lnTo>
                    <a:lnTo>
                      <a:pt x="1510508" y="151978"/>
                    </a:lnTo>
                    <a:lnTo>
                      <a:pt x="1468933" y="180855"/>
                    </a:lnTo>
                    <a:lnTo>
                      <a:pt x="1426708" y="209578"/>
                    </a:lnTo>
                    <a:lnTo>
                      <a:pt x="1383751" y="235159"/>
                    </a:lnTo>
                    <a:lnTo>
                      <a:pt x="1339982" y="260849"/>
                    </a:lnTo>
                    <a:lnTo>
                      <a:pt x="1295441" y="288023"/>
                    </a:lnTo>
                    <a:lnTo>
                      <a:pt x="1250208" y="314280"/>
                    </a:lnTo>
                    <a:lnTo>
                      <a:pt x="1204204" y="339490"/>
                    </a:lnTo>
                    <a:lnTo>
                      <a:pt x="1157427" y="361295"/>
                    </a:lnTo>
                    <a:lnTo>
                      <a:pt x="1109716" y="381964"/>
                    </a:lnTo>
                    <a:lnTo>
                      <a:pt x="1061314" y="402634"/>
                    </a:lnTo>
                    <a:lnTo>
                      <a:pt x="1012058" y="420532"/>
                    </a:lnTo>
                    <a:lnTo>
                      <a:pt x="962315" y="436094"/>
                    </a:lnTo>
                    <a:lnTo>
                      <a:pt x="816376" y="437120"/>
                    </a:lnTo>
                    <a:cubicBezTo>
                      <a:pt x="815970" y="437120"/>
                      <a:pt x="815564" y="437164"/>
                      <a:pt x="815238" y="437229"/>
                    </a:cubicBezTo>
                    <a:lnTo>
                      <a:pt x="762691" y="452049"/>
                    </a:lnTo>
                    <a:lnTo>
                      <a:pt x="709574" y="465582"/>
                    </a:lnTo>
                    <a:lnTo>
                      <a:pt x="560791" y="466695"/>
                    </a:lnTo>
                    <a:lnTo>
                      <a:pt x="418917" y="466695"/>
                    </a:lnTo>
                    <a:lnTo>
                      <a:pt x="415138" y="466739"/>
                    </a:lnTo>
                    <a:lnTo>
                      <a:pt x="262372" y="465822"/>
                    </a:lnTo>
                    <a:cubicBezTo>
                      <a:pt x="262372" y="465822"/>
                      <a:pt x="261762" y="465822"/>
                      <a:pt x="261478" y="465888"/>
                    </a:cubicBezTo>
                    <a:lnTo>
                      <a:pt x="203037" y="477718"/>
                    </a:lnTo>
                    <a:lnTo>
                      <a:pt x="53238" y="474902"/>
                    </a:lnTo>
                    <a:lnTo>
                      <a:pt x="0" y="472457"/>
                    </a:lnTo>
                    <a:lnTo>
                      <a:pt x="0" y="475295"/>
                    </a:lnTo>
                    <a:lnTo>
                      <a:pt x="52913" y="477739"/>
                    </a:lnTo>
                    <a:lnTo>
                      <a:pt x="203322" y="480620"/>
                    </a:lnTo>
                    <a:cubicBezTo>
                      <a:pt x="203688" y="480577"/>
                      <a:pt x="203972" y="480577"/>
                      <a:pt x="204257" y="480511"/>
                    </a:cubicBezTo>
                    <a:lnTo>
                      <a:pt x="262778" y="468638"/>
                    </a:lnTo>
                    <a:lnTo>
                      <a:pt x="415097" y="469598"/>
                    </a:lnTo>
                    <a:lnTo>
                      <a:pt x="560751" y="469533"/>
                    </a:lnTo>
                    <a:lnTo>
                      <a:pt x="710143" y="468419"/>
                    </a:lnTo>
                    <a:cubicBezTo>
                      <a:pt x="710550" y="468419"/>
                      <a:pt x="710916" y="468376"/>
                      <a:pt x="711200" y="468310"/>
                    </a:cubicBezTo>
                    <a:lnTo>
                      <a:pt x="764926" y="454625"/>
                    </a:lnTo>
                    <a:lnTo>
                      <a:pt x="817027" y="439914"/>
                    </a:lnTo>
                    <a:lnTo>
                      <a:pt x="963087" y="438954"/>
                    </a:lnTo>
                    <a:cubicBezTo>
                      <a:pt x="963493" y="438954"/>
                      <a:pt x="963940" y="438910"/>
                      <a:pt x="964265" y="438779"/>
                    </a:cubicBezTo>
                    <a:lnTo>
                      <a:pt x="1014700" y="422955"/>
                    </a:lnTo>
                    <a:lnTo>
                      <a:pt x="1064240" y="404948"/>
                    </a:lnTo>
                    <a:lnTo>
                      <a:pt x="1112845" y="384213"/>
                    </a:lnTo>
                    <a:lnTo>
                      <a:pt x="1160597" y="363499"/>
                    </a:lnTo>
                    <a:lnTo>
                      <a:pt x="1207618" y="341607"/>
                    </a:lnTo>
                    <a:lnTo>
                      <a:pt x="1253785" y="316288"/>
                    </a:lnTo>
                    <a:lnTo>
                      <a:pt x="1299139" y="289966"/>
                    </a:lnTo>
                    <a:lnTo>
                      <a:pt x="1343680" y="262792"/>
                    </a:lnTo>
                    <a:lnTo>
                      <a:pt x="1387409" y="237102"/>
                    </a:lnTo>
                    <a:lnTo>
                      <a:pt x="1430487" y="211412"/>
                    </a:lnTo>
                    <a:lnTo>
                      <a:pt x="1472834" y="182645"/>
                    </a:lnTo>
                    <a:lnTo>
                      <a:pt x="1514246" y="153877"/>
                    </a:lnTo>
                    <a:lnTo>
                      <a:pt x="1555130" y="130916"/>
                    </a:lnTo>
                    <a:lnTo>
                      <a:pt x="1595364" y="104964"/>
                    </a:lnTo>
                    <a:lnTo>
                      <a:pt x="1634947" y="76939"/>
                    </a:lnTo>
                    <a:lnTo>
                      <a:pt x="1673799" y="48739"/>
                    </a:lnTo>
                    <a:lnTo>
                      <a:pt x="1711635" y="23158"/>
                    </a:lnTo>
                    <a:lnTo>
                      <a:pt x="1748130" y="6592"/>
                    </a:lnTo>
                    <a:lnTo>
                      <a:pt x="1872204" y="15759"/>
                    </a:lnTo>
                    <a:lnTo>
                      <a:pt x="1997172" y="23485"/>
                    </a:lnTo>
                    <a:lnTo>
                      <a:pt x="2122384" y="37498"/>
                    </a:lnTo>
                    <a:lnTo>
                      <a:pt x="2247799" y="47997"/>
                    </a:lnTo>
                    <a:lnTo>
                      <a:pt x="2373173" y="54981"/>
                    </a:lnTo>
                    <a:lnTo>
                      <a:pt x="2498791" y="62555"/>
                    </a:lnTo>
                    <a:lnTo>
                      <a:pt x="2624328" y="67073"/>
                    </a:lnTo>
                    <a:cubicBezTo>
                      <a:pt x="2625141" y="67138"/>
                      <a:pt x="2626035" y="66920"/>
                      <a:pt x="2626523" y="66549"/>
                    </a:cubicBezTo>
                    <a:lnTo>
                      <a:pt x="2655540" y="45246"/>
                    </a:lnTo>
                    <a:lnTo>
                      <a:pt x="2779207" y="51161"/>
                    </a:lnTo>
                    <a:lnTo>
                      <a:pt x="2806680" y="49459"/>
                    </a:lnTo>
                    <a:lnTo>
                      <a:pt x="2857845" y="52558"/>
                    </a:lnTo>
                    <a:lnTo>
                      <a:pt x="2884790" y="52820"/>
                    </a:lnTo>
                    <a:lnTo>
                      <a:pt x="2906776" y="54370"/>
                    </a:lnTo>
                    <a:lnTo>
                      <a:pt x="2930510" y="55112"/>
                    </a:lnTo>
                    <a:lnTo>
                      <a:pt x="3054218" y="57360"/>
                    </a:lnTo>
                    <a:lnTo>
                      <a:pt x="3178008" y="64607"/>
                    </a:lnTo>
                    <a:lnTo>
                      <a:pt x="3302285" y="72180"/>
                    </a:lnTo>
                    <a:lnTo>
                      <a:pt x="3425058" y="69256"/>
                    </a:lnTo>
                    <a:lnTo>
                      <a:pt x="3547100" y="66898"/>
                    </a:lnTo>
                    <a:cubicBezTo>
                      <a:pt x="3547750" y="66898"/>
                      <a:pt x="3548279" y="66746"/>
                      <a:pt x="3548725" y="66527"/>
                    </a:cubicBezTo>
                    <a:lnTo>
                      <a:pt x="3568924" y="56182"/>
                    </a:lnTo>
                    <a:lnTo>
                      <a:pt x="3687999" y="48084"/>
                    </a:lnTo>
                    <a:lnTo>
                      <a:pt x="3807074" y="38437"/>
                    </a:lnTo>
                    <a:cubicBezTo>
                      <a:pt x="3807887" y="38393"/>
                      <a:pt x="3808497" y="38109"/>
                      <a:pt x="3808903" y="37738"/>
                    </a:cubicBezTo>
                    <a:lnTo>
                      <a:pt x="3825972" y="21805"/>
                    </a:lnTo>
                    <a:lnTo>
                      <a:pt x="3941674" y="11044"/>
                    </a:lnTo>
                    <a:lnTo>
                      <a:pt x="4059205" y="6832"/>
                    </a:lnTo>
                    <a:lnTo>
                      <a:pt x="4177874" y="2837"/>
                    </a:lnTo>
                    <a:lnTo>
                      <a:pt x="4298981" y="8643"/>
                    </a:lnTo>
                    <a:lnTo>
                      <a:pt x="4422648" y="17963"/>
                    </a:lnTo>
                    <a:lnTo>
                      <a:pt x="4548470" y="29095"/>
                    </a:lnTo>
                    <a:lnTo>
                      <a:pt x="4675632" y="43653"/>
                    </a:lnTo>
                    <a:lnTo>
                      <a:pt x="4802023" y="51816"/>
                    </a:lnTo>
                    <a:lnTo>
                      <a:pt x="4927478" y="52711"/>
                    </a:lnTo>
                    <a:cubicBezTo>
                      <a:pt x="4928088" y="52711"/>
                      <a:pt x="4928616" y="52602"/>
                      <a:pt x="4929104" y="52384"/>
                    </a:cubicBezTo>
                    <a:lnTo>
                      <a:pt x="4940117" y="47385"/>
                    </a:lnTo>
                    <a:lnTo>
                      <a:pt x="5015383" y="60023"/>
                    </a:lnTo>
                    <a:cubicBezTo>
                      <a:pt x="5016724" y="60241"/>
                      <a:pt x="5018146" y="59805"/>
                      <a:pt x="5018553" y="59063"/>
                    </a:cubicBezTo>
                    <a:cubicBezTo>
                      <a:pt x="5018959" y="58321"/>
                      <a:pt x="5018187" y="57513"/>
                      <a:pt x="5016846" y="5729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6" name="Freeform: Shape 235">
                <a:extLst>
                  <a:ext uri="{FF2B5EF4-FFF2-40B4-BE49-F238E27FC236}">
                    <a16:creationId xmlns:a16="http://schemas.microsoft.com/office/drawing/2014/main" id="{8CBF519D-7ADD-4565-9C8C-EA2834D098EF}"/>
                  </a:ext>
                </a:extLst>
              </p:cNvPr>
              <p:cNvSpPr/>
              <p:nvPr/>
            </p:nvSpPr>
            <p:spPr>
              <a:xfrm>
                <a:off x="6794857" y="5540345"/>
                <a:ext cx="536835" cy="51929"/>
              </a:xfrm>
              <a:custGeom>
                <a:avLst/>
                <a:gdLst>
                  <a:gd name="connsiteX0" fmla="*/ 2508 w 536835"/>
                  <a:gd name="connsiteY0" fmla="*/ 51930 h 51929"/>
                  <a:gd name="connsiteX1" fmla="*/ 29 w 536835"/>
                  <a:gd name="connsiteY1" fmla="*/ 50707 h 51929"/>
                  <a:gd name="connsiteX2" fmla="*/ 2101 w 536835"/>
                  <a:gd name="connsiteY2" fmla="*/ 49114 h 51929"/>
                  <a:gd name="connsiteX3" fmla="*/ 47943 w 536835"/>
                  <a:gd name="connsiteY3" fmla="*/ 45534 h 51929"/>
                  <a:gd name="connsiteX4" fmla="*/ 61923 w 536835"/>
                  <a:gd name="connsiteY4" fmla="*/ 42828 h 51929"/>
                  <a:gd name="connsiteX5" fmla="*/ 118982 w 536835"/>
                  <a:gd name="connsiteY5" fmla="*/ 32329 h 51929"/>
                  <a:gd name="connsiteX6" fmla="*/ 196686 w 536835"/>
                  <a:gd name="connsiteY6" fmla="*/ 27528 h 51929"/>
                  <a:gd name="connsiteX7" fmla="*/ 272276 w 536835"/>
                  <a:gd name="connsiteY7" fmla="*/ 18470 h 51929"/>
                  <a:gd name="connsiteX8" fmla="*/ 346972 w 536835"/>
                  <a:gd name="connsiteY8" fmla="*/ 7971 h 51929"/>
                  <a:gd name="connsiteX9" fmla="*/ 421100 w 536835"/>
                  <a:gd name="connsiteY9" fmla="*/ 26 h 51929"/>
                  <a:gd name="connsiteX10" fmla="*/ 422685 w 536835"/>
                  <a:gd name="connsiteY10" fmla="*/ 135 h 51929"/>
                  <a:gd name="connsiteX11" fmla="*/ 440241 w 536835"/>
                  <a:gd name="connsiteY11" fmla="*/ 4391 h 51929"/>
                  <a:gd name="connsiteX12" fmla="*/ 502258 w 536835"/>
                  <a:gd name="connsiteY12" fmla="*/ 70 h 51929"/>
                  <a:gd name="connsiteX13" fmla="*/ 503721 w 536835"/>
                  <a:gd name="connsiteY13" fmla="*/ 223 h 51929"/>
                  <a:gd name="connsiteX14" fmla="*/ 535461 w 536835"/>
                  <a:gd name="connsiteY14" fmla="*/ 9761 h 51929"/>
                  <a:gd name="connsiteX15" fmla="*/ 536558 w 536835"/>
                  <a:gd name="connsiteY15" fmla="*/ 11681 h 51929"/>
                  <a:gd name="connsiteX16" fmla="*/ 533104 w 536835"/>
                  <a:gd name="connsiteY16" fmla="*/ 12271 h 51929"/>
                  <a:gd name="connsiteX17" fmla="*/ 502055 w 536835"/>
                  <a:gd name="connsiteY17" fmla="*/ 2951 h 51929"/>
                  <a:gd name="connsiteX18" fmla="*/ 440160 w 536835"/>
                  <a:gd name="connsiteY18" fmla="*/ 7273 h 51929"/>
                  <a:gd name="connsiteX19" fmla="*/ 438859 w 536835"/>
                  <a:gd name="connsiteY19" fmla="*/ 7163 h 51929"/>
                  <a:gd name="connsiteX20" fmla="*/ 421303 w 536835"/>
                  <a:gd name="connsiteY20" fmla="*/ 2842 h 51929"/>
                  <a:gd name="connsiteX21" fmla="*/ 348070 w 536835"/>
                  <a:gd name="connsiteY21" fmla="*/ 10677 h 51929"/>
                  <a:gd name="connsiteX22" fmla="*/ 273455 w 536835"/>
                  <a:gd name="connsiteY22" fmla="*/ 21220 h 51929"/>
                  <a:gd name="connsiteX23" fmla="*/ 197458 w 536835"/>
                  <a:gd name="connsiteY23" fmla="*/ 30278 h 51929"/>
                  <a:gd name="connsiteX24" fmla="*/ 120079 w 536835"/>
                  <a:gd name="connsiteY24" fmla="*/ 35080 h 51929"/>
                  <a:gd name="connsiteX25" fmla="*/ 49163 w 536835"/>
                  <a:gd name="connsiteY25" fmla="*/ 48241 h 51929"/>
                  <a:gd name="connsiteX26" fmla="*/ 2914 w 536835"/>
                  <a:gd name="connsiteY26" fmla="*/ 51864 h 51929"/>
                  <a:gd name="connsiteX27" fmla="*/ 2508 w 536835"/>
                  <a:gd name="connsiteY27" fmla="*/ 51908 h 5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36835" h="51929">
                    <a:moveTo>
                      <a:pt x="2508" y="51930"/>
                    </a:moveTo>
                    <a:cubicBezTo>
                      <a:pt x="1207" y="51930"/>
                      <a:pt x="232" y="51406"/>
                      <a:pt x="29" y="50707"/>
                    </a:cubicBezTo>
                    <a:cubicBezTo>
                      <a:pt x="-174" y="49900"/>
                      <a:pt x="720" y="49223"/>
                      <a:pt x="2101" y="49114"/>
                    </a:cubicBezTo>
                    <a:lnTo>
                      <a:pt x="47943" y="45534"/>
                    </a:lnTo>
                    <a:lnTo>
                      <a:pt x="61923" y="42828"/>
                    </a:lnTo>
                    <a:lnTo>
                      <a:pt x="118982" y="32329"/>
                    </a:lnTo>
                    <a:lnTo>
                      <a:pt x="196686" y="27528"/>
                    </a:lnTo>
                    <a:lnTo>
                      <a:pt x="272276" y="18470"/>
                    </a:lnTo>
                    <a:lnTo>
                      <a:pt x="346972" y="7971"/>
                    </a:lnTo>
                    <a:lnTo>
                      <a:pt x="421100" y="26"/>
                    </a:lnTo>
                    <a:cubicBezTo>
                      <a:pt x="421709" y="-39"/>
                      <a:pt x="422197" y="26"/>
                      <a:pt x="422685" y="135"/>
                    </a:cubicBezTo>
                    <a:lnTo>
                      <a:pt x="440241" y="4391"/>
                    </a:lnTo>
                    <a:lnTo>
                      <a:pt x="502258" y="70"/>
                    </a:lnTo>
                    <a:cubicBezTo>
                      <a:pt x="502746" y="70"/>
                      <a:pt x="503233" y="113"/>
                      <a:pt x="503721" y="223"/>
                    </a:cubicBezTo>
                    <a:lnTo>
                      <a:pt x="535461" y="9761"/>
                    </a:lnTo>
                    <a:cubicBezTo>
                      <a:pt x="536761" y="10132"/>
                      <a:pt x="537168" y="10983"/>
                      <a:pt x="536558" y="11681"/>
                    </a:cubicBezTo>
                    <a:cubicBezTo>
                      <a:pt x="535867" y="12380"/>
                      <a:pt x="534282" y="12576"/>
                      <a:pt x="533104" y="12271"/>
                    </a:cubicBezTo>
                    <a:lnTo>
                      <a:pt x="502055" y="2951"/>
                    </a:lnTo>
                    <a:lnTo>
                      <a:pt x="440160" y="7273"/>
                    </a:lnTo>
                    <a:cubicBezTo>
                      <a:pt x="439754" y="7273"/>
                      <a:pt x="439266" y="7273"/>
                      <a:pt x="438859" y="7163"/>
                    </a:cubicBezTo>
                    <a:lnTo>
                      <a:pt x="421303" y="2842"/>
                    </a:lnTo>
                    <a:lnTo>
                      <a:pt x="348070" y="10677"/>
                    </a:lnTo>
                    <a:lnTo>
                      <a:pt x="273455" y="21220"/>
                    </a:lnTo>
                    <a:lnTo>
                      <a:pt x="197458" y="30278"/>
                    </a:lnTo>
                    <a:lnTo>
                      <a:pt x="120079" y="35080"/>
                    </a:lnTo>
                    <a:lnTo>
                      <a:pt x="49163" y="48241"/>
                    </a:lnTo>
                    <a:lnTo>
                      <a:pt x="2914" y="51864"/>
                    </a:lnTo>
                    <a:cubicBezTo>
                      <a:pt x="2914" y="51864"/>
                      <a:pt x="2630" y="51908"/>
                      <a:pt x="2508" y="5190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7" name="Freeform: Shape 236">
                <a:extLst>
                  <a:ext uri="{FF2B5EF4-FFF2-40B4-BE49-F238E27FC236}">
                    <a16:creationId xmlns:a16="http://schemas.microsoft.com/office/drawing/2014/main" id="{FF48F3FD-5A0A-4E02-81AB-2487E915CF63}"/>
                  </a:ext>
                </a:extLst>
              </p:cNvPr>
              <p:cNvSpPr/>
              <p:nvPr/>
            </p:nvSpPr>
            <p:spPr>
              <a:xfrm>
                <a:off x="0" y="6080832"/>
                <a:ext cx="5751472" cy="725259"/>
              </a:xfrm>
              <a:custGeom>
                <a:avLst/>
                <a:gdLst>
                  <a:gd name="connsiteX0" fmla="*/ 5751414 w 5751472"/>
                  <a:gd name="connsiteY0" fmla="*/ 42613 h 725259"/>
                  <a:gd name="connsiteX1" fmla="*/ 5749341 w 5751472"/>
                  <a:gd name="connsiteY1" fmla="*/ 41434 h 725259"/>
                  <a:gd name="connsiteX2" fmla="*/ 5605476 w 5751472"/>
                  <a:gd name="connsiteY2" fmla="*/ 27749 h 725259"/>
                  <a:gd name="connsiteX3" fmla="*/ 5470510 w 5751472"/>
                  <a:gd name="connsiteY3" fmla="*/ 20022 h 725259"/>
                  <a:gd name="connsiteX4" fmla="*/ 5339080 w 5751472"/>
                  <a:gd name="connsiteY4" fmla="*/ 10266 h 725259"/>
                  <a:gd name="connsiteX5" fmla="*/ 5212121 w 5751472"/>
                  <a:gd name="connsiteY5" fmla="*/ 6599 h 725259"/>
                  <a:gd name="connsiteX6" fmla="*/ 5089063 w 5751472"/>
                  <a:gd name="connsiteY6" fmla="*/ 5748 h 725259"/>
                  <a:gd name="connsiteX7" fmla="*/ 4968565 w 5751472"/>
                  <a:gd name="connsiteY7" fmla="*/ 6490 h 725259"/>
                  <a:gd name="connsiteX8" fmla="*/ 4848515 w 5751472"/>
                  <a:gd name="connsiteY8" fmla="*/ 6970 h 725259"/>
                  <a:gd name="connsiteX9" fmla="*/ 4727286 w 5751472"/>
                  <a:gd name="connsiteY9" fmla="*/ 6053 h 725259"/>
                  <a:gd name="connsiteX10" fmla="*/ 4604472 w 5751472"/>
                  <a:gd name="connsiteY10" fmla="*/ 6752 h 725259"/>
                  <a:gd name="connsiteX11" fmla="*/ 4479951 w 5751472"/>
                  <a:gd name="connsiteY11" fmla="*/ 5835 h 725259"/>
                  <a:gd name="connsiteX12" fmla="*/ 4353885 w 5751472"/>
                  <a:gd name="connsiteY12" fmla="*/ 2146 h 725259"/>
                  <a:gd name="connsiteX13" fmla="*/ 4257487 w 5751472"/>
                  <a:gd name="connsiteY13" fmla="*/ 7 h 725259"/>
                  <a:gd name="connsiteX14" fmla="*/ 4255577 w 5751472"/>
                  <a:gd name="connsiteY14" fmla="*/ 444 h 725259"/>
                  <a:gd name="connsiteX15" fmla="*/ 4255049 w 5751472"/>
                  <a:gd name="connsiteY15" fmla="*/ 771 h 725259"/>
                  <a:gd name="connsiteX16" fmla="*/ 4254602 w 5751472"/>
                  <a:gd name="connsiteY16" fmla="*/ 1142 h 725259"/>
                  <a:gd name="connsiteX17" fmla="*/ 4243182 w 5751472"/>
                  <a:gd name="connsiteY17" fmla="*/ 15264 h 725259"/>
                  <a:gd name="connsiteX18" fmla="*/ 4237086 w 5751472"/>
                  <a:gd name="connsiteY18" fmla="*/ 22074 h 725259"/>
                  <a:gd name="connsiteX19" fmla="*/ 4221074 w 5751472"/>
                  <a:gd name="connsiteY19" fmla="*/ 38226 h 725259"/>
                  <a:gd name="connsiteX20" fmla="*/ 4203558 w 5751472"/>
                  <a:gd name="connsiteY20" fmla="*/ 51452 h 725259"/>
                  <a:gd name="connsiteX21" fmla="*/ 4177223 w 5751472"/>
                  <a:gd name="connsiteY21" fmla="*/ 50536 h 725259"/>
                  <a:gd name="connsiteX22" fmla="*/ 4175028 w 5751472"/>
                  <a:gd name="connsiteY22" fmla="*/ 51125 h 725259"/>
                  <a:gd name="connsiteX23" fmla="*/ 4156619 w 5751472"/>
                  <a:gd name="connsiteY23" fmla="*/ 64810 h 725259"/>
                  <a:gd name="connsiteX24" fmla="*/ 4137843 w 5751472"/>
                  <a:gd name="connsiteY24" fmla="*/ 83035 h 725259"/>
                  <a:gd name="connsiteX25" fmla="*/ 4118905 w 5751472"/>
                  <a:gd name="connsiteY25" fmla="*/ 113833 h 725259"/>
                  <a:gd name="connsiteX26" fmla="*/ 4060017 w 5751472"/>
                  <a:gd name="connsiteY26" fmla="*/ 191251 h 725259"/>
                  <a:gd name="connsiteX27" fmla="*/ 4039616 w 5751472"/>
                  <a:gd name="connsiteY27" fmla="*/ 214540 h 725259"/>
                  <a:gd name="connsiteX28" fmla="*/ 4018890 w 5751472"/>
                  <a:gd name="connsiteY28" fmla="*/ 243089 h 725259"/>
                  <a:gd name="connsiteX29" fmla="*/ 3997838 w 5751472"/>
                  <a:gd name="connsiteY29" fmla="*/ 269369 h 725259"/>
                  <a:gd name="connsiteX30" fmla="*/ 3976462 w 5751472"/>
                  <a:gd name="connsiteY30" fmla="*/ 292854 h 725259"/>
                  <a:gd name="connsiteX31" fmla="*/ 3954922 w 5751472"/>
                  <a:gd name="connsiteY31" fmla="*/ 311712 h 725259"/>
                  <a:gd name="connsiteX32" fmla="*/ 3932692 w 5751472"/>
                  <a:gd name="connsiteY32" fmla="*/ 325026 h 725259"/>
                  <a:gd name="connsiteX33" fmla="*/ 3910178 w 5751472"/>
                  <a:gd name="connsiteY33" fmla="*/ 339039 h 725259"/>
                  <a:gd name="connsiteX34" fmla="*/ 3887054 w 5751472"/>
                  <a:gd name="connsiteY34" fmla="*/ 351873 h 725259"/>
                  <a:gd name="connsiteX35" fmla="*/ 3863645 w 5751472"/>
                  <a:gd name="connsiteY35" fmla="*/ 366431 h 725259"/>
                  <a:gd name="connsiteX36" fmla="*/ 3839505 w 5751472"/>
                  <a:gd name="connsiteY36" fmla="*/ 380116 h 725259"/>
                  <a:gd name="connsiteX37" fmla="*/ 3815080 w 5751472"/>
                  <a:gd name="connsiteY37" fmla="*/ 398342 h 725259"/>
                  <a:gd name="connsiteX38" fmla="*/ 3790330 w 5751472"/>
                  <a:gd name="connsiteY38" fmla="*/ 415825 h 725259"/>
                  <a:gd name="connsiteX39" fmla="*/ 3764971 w 5751472"/>
                  <a:gd name="connsiteY39" fmla="*/ 429794 h 725259"/>
                  <a:gd name="connsiteX40" fmla="*/ 3712545 w 5751472"/>
                  <a:gd name="connsiteY40" fmla="*/ 457295 h 725259"/>
                  <a:gd name="connsiteX41" fmla="*/ 3686292 w 5751472"/>
                  <a:gd name="connsiteY41" fmla="*/ 472115 h 725259"/>
                  <a:gd name="connsiteX42" fmla="*/ 3525479 w 5751472"/>
                  <a:gd name="connsiteY42" fmla="*/ 468558 h 725259"/>
                  <a:gd name="connsiteX43" fmla="*/ 3363610 w 5751472"/>
                  <a:gd name="connsiteY43" fmla="*/ 463821 h 725259"/>
                  <a:gd name="connsiteX44" fmla="*/ 3361782 w 5751472"/>
                  <a:gd name="connsiteY44" fmla="*/ 464192 h 725259"/>
                  <a:gd name="connsiteX45" fmla="*/ 3330814 w 5751472"/>
                  <a:gd name="connsiteY45" fmla="*/ 479536 h 725259"/>
                  <a:gd name="connsiteX46" fmla="*/ 3299074 w 5751472"/>
                  <a:gd name="connsiteY46" fmla="*/ 494553 h 725259"/>
                  <a:gd name="connsiteX47" fmla="*/ 3266887 w 5751472"/>
                  <a:gd name="connsiteY47" fmla="*/ 512036 h 725259"/>
                  <a:gd name="connsiteX48" fmla="*/ 3233603 w 5751472"/>
                  <a:gd name="connsiteY48" fmla="*/ 527817 h 725259"/>
                  <a:gd name="connsiteX49" fmla="*/ 3199628 w 5751472"/>
                  <a:gd name="connsiteY49" fmla="*/ 548334 h 725259"/>
                  <a:gd name="connsiteX50" fmla="*/ 3165003 w 5751472"/>
                  <a:gd name="connsiteY50" fmla="*/ 575835 h 725259"/>
                  <a:gd name="connsiteX51" fmla="*/ 3129565 w 5751472"/>
                  <a:gd name="connsiteY51" fmla="*/ 601721 h 725259"/>
                  <a:gd name="connsiteX52" fmla="*/ 3094126 w 5751472"/>
                  <a:gd name="connsiteY52" fmla="*/ 627237 h 725259"/>
                  <a:gd name="connsiteX53" fmla="*/ 2918887 w 5751472"/>
                  <a:gd name="connsiteY53" fmla="*/ 625163 h 725259"/>
                  <a:gd name="connsiteX54" fmla="*/ 2742469 w 5751472"/>
                  <a:gd name="connsiteY54" fmla="*/ 624203 h 725259"/>
                  <a:gd name="connsiteX55" fmla="*/ 2742469 w 5751472"/>
                  <a:gd name="connsiteY55" fmla="*/ 624203 h 725259"/>
                  <a:gd name="connsiteX56" fmla="*/ 2740558 w 5751472"/>
                  <a:gd name="connsiteY56" fmla="*/ 624617 h 725259"/>
                  <a:gd name="connsiteX57" fmla="*/ 2700284 w 5751472"/>
                  <a:gd name="connsiteY57" fmla="*/ 648758 h 725259"/>
                  <a:gd name="connsiteX58" fmla="*/ 2345050 w 5751472"/>
                  <a:gd name="connsiteY58" fmla="*/ 644982 h 725259"/>
                  <a:gd name="connsiteX59" fmla="*/ 2167047 w 5751472"/>
                  <a:gd name="connsiteY59" fmla="*/ 642472 h 725259"/>
                  <a:gd name="connsiteX60" fmla="*/ 1989125 w 5751472"/>
                  <a:gd name="connsiteY60" fmla="*/ 638739 h 725259"/>
                  <a:gd name="connsiteX61" fmla="*/ 1811365 w 5751472"/>
                  <a:gd name="connsiteY61" fmla="*/ 635225 h 725259"/>
                  <a:gd name="connsiteX62" fmla="*/ 1633769 w 5751472"/>
                  <a:gd name="connsiteY62" fmla="*/ 631384 h 725259"/>
                  <a:gd name="connsiteX63" fmla="*/ 1456213 w 5751472"/>
                  <a:gd name="connsiteY63" fmla="*/ 626691 h 725259"/>
                  <a:gd name="connsiteX64" fmla="*/ 1390823 w 5751472"/>
                  <a:gd name="connsiteY64" fmla="*/ 625840 h 725259"/>
                  <a:gd name="connsiteX65" fmla="*/ 1389969 w 5751472"/>
                  <a:gd name="connsiteY65" fmla="*/ 625949 h 725259"/>
                  <a:gd name="connsiteX66" fmla="*/ 1278738 w 5751472"/>
                  <a:gd name="connsiteY66" fmla="*/ 624727 h 725259"/>
                  <a:gd name="connsiteX67" fmla="*/ 1101425 w 5751472"/>
                  <a:gd name="connsiteY67" fmla="*/ 621911 h 725259"/>
                  <a:gd name="connsiteX68" fmla="*/ 924235 w 5751472"/>
                  <a:gd name="connsiteY68" fmla="*/ 620579 h 725259"/>
                  <a:gd name="connsiteX69" fmla="*/ 747126 w 5751472"/>
                  <a:gd name="connsiteY69" fmla="*/ 617851 h 725259"/>
                  <a:gd name="connsiteX70" fmla="*/ 570179 w 5751472"/>
                  <a:gd name="connsiteY70" fmla="*/ 616585 h 725259"/>
                  <a:gd name="connsiteX71" fmla="*/ 393355 w 5751472"/>
                  <a:gd name="connsiteY71" fmla="*/ 613704 h 725259"/>
                  <a:gd name="connsiteX72" fmla="*/ 391810 w 5751472"/>
                  <a:gd name="connsiteY72" fmla="*/ 613966 h 725259"/>
                  <a:gd name="connsiteX73" fmla="*/ 323047 w 5751472"/>
                  <a:gd name="connsiteY73" fmla="*/ 641249 h 725259"/>
                  <a:gd name="connsiteX74" fmla="*/ 253390 w 5751472"/>
                  <a:gd name="connsiteY74" fmla="*/ 667419 h 725259"/>
                  <a:gd name="connsiteX75" fmla="*/ 73355 w 5751472"/>
                  <a:gd name="connsiteY75" fmla="*/ 665171 h 725259"/>
                  <a:gd name="connsiteX76" fmla="*/ 0 w 5751472"/>
                  <a:gd name="connsiteY76" fmla="*/ 663796 h 725259"/>
                  <a:gd name="connsiteX77" fmla="*/ 0 w 5751472"/>
                  <a:gd name="connsiteY77" fmla="*/ 666568 h 725259"/>
                  <a:gd name="connsiteX78" fmla="*/ 73274 w 5751472"/>
                  <a:gd name="connsiteY78" fmla="*/ 668009 h 725259"/>
                  <a:gd name="connsiteX79" fmla="*/ 254122 w 5751472"/>
                  <a:gd name="connsiteY79" fmla="*/ 670257 h 725259"/>
                  <a:gd name="connsiteX80" fmla="*/ 255585 w 5751472"/>
                  <a:gd name="connsiteY80" fmla="*/ 669995 h 725259"/>
                  <a:gd name="connsiteX81" fmla="*/ 325973 w 5751472"/>
                  <a:gd name="connsiteY81" fmla="*/ 643563 h 725259"/>
                  <a:gd name="connsiteX82" fmla="*/ 394086 w 5751472"/>
                  <a:gd name="connsiteY82" fmla="*/ 616542 h 725259"/>
                  <a:gd name="connsiteX83" fmla="*/ 570057 w 5751472"/>
                  <a:gd name="connsiteY83" fmla="*/ 619423 h 725259"/>
                  <a:gd name="connsiteX84" fmla="*/ 747004 w 5751472"/>
                  <a:gd name="connsiteY84" fmla="*/ 620711 h 725259"/>
                  <a:gd name="connsiteX85" fmla="*/ 924113 w 5751472"/>
                  <a:gd name="connsiteY85" fmla="*/ 623439 h 725259"/>
                  <a:gd name="connsiteX86" fmla="*/ 1101263 w 5751472"/>
                  <a:gd name="connsiteY86" fmla="*/ 624770 h 725259"/>
                  <a:gd name="connsiteX87" fmla="*/ 1278616 w 5751472"/>
                  <a:gd name="connsiteY87" fmla="*/ 627586 h 725259"/>
                  <a:gd name="connsiteX88" fmla="*/ 1390294 w 5751472"/>
                  <a:gd name="connsiteY88" fmla="*/ 628808 h 725259"/>
                  <a:gd name="connsiteX89" fmla="*/ 1391067 w 5751472"/>
                  <a:gd name="connsiteY89" fmla="*/ 628699 h 725259"/>
                  <a:gd name="connsiteX90" fmla="*/ 1455969 w 5751472"/>
                  <a:gd name="connsiteY90" fmla="*/ 629507 h 725259"/>
                  <a:gd name="connsiteX91" fmla="*/ 1633444 w 5751472"/>
                  <a:gd name="connsiteY91" fmla="*/ 634243 h 725259"/>
                  <a:gd name="connsiteX92" fmla="*/ 1811122 w 5751472"/>
                  <a:gd name="connsiteY92" fmla="*/ 638084 h 725259"/>
                  <a:gd name="connsiteX93" fmla="*/ 1988881 w 5751472"/>
                  <a:gd name="connsiteY93" fmla="*/ 641598 h 725259"/>
                  <a:gd name="connsiteX94" fmla="*/ 2166762 w 5751472"/>
                  <a:gd name="connsiteY94" fmla="*/ 645331 h 725259"/>
                  <a:gd name="connsiteX95" fmla="*/ 2344806 w 5751472"/>
                  <a:gd name="connsiteY95" fmla="*/ 647841 h 725259"/>
                  <a:gd name="connsiteX96" fmla="*/ 2695570 w 5751472"/>
                  <a:gd name="connsiteY96" fmla="*/ 651573 h 725259"/>
                  <a:gd name="connsiteX97" fmla="*/ 2658222 w 5751472"/>
                  <a:gd name="connsiteY97" fmla="*/ 673793 h 725259"/>
                  <a:gd name="connsiteX98" fmla="*/ 2298802 w 5751472"/>
                  <a:gd name="connsiteY98" fmla="*/ 670278 h 725259"/>
                  <a:gd name="connsiteX99" fmla="*/ 2118726 w 5751472"/>
                  <a:gd name="connsiteY99" fmla="*/ 667506 h 725259"/>
                  <a:gd name="connsiteX100" fmla="*/ 1938853 w 5751472"/>
                  <a:gd name="connsiteY100" fmla="*/ 663621 h 725259"/>
                  <a:gd name="connsiteX101" fmla="*/ 1759021 w 5751472"/>
                  <a:gd name="connsiteY101" fmla="*/ 659300 h 725259"/>
                  <a:gd name="connsiteX102" fmla="*/ 1579311 w 5751472"/>
                  <a:gd name="connsiteY102" fmla="*/ 654716 h 725259"/>
                  <a:gd name="connsiteX103" fmla="*/ 1399642 w 5751472"/>
                  <a:gd name="connsiteY103" fmla="*/ 651988 h 725259"/>
                  <a:gd name="connsiteX104" fmla="*/ 1220216 w 5751472"/>
                  <a:gd name="connsiteY104" fmla="*/ 651355 h 725259"/>
                  <a:gd name="connsiteX105" fmla="*/ 861649 w 5751472"/>
                  <a:gd name="connsiteY105" fmla="*/ 646029 h 725259"/>
                  <a:gd name="connsiteX106" fmla="*/ 682508 w 5751472"/>
                  <a:gd name="connsiteY106" fmla="*/ 643737 h 725259"/>
                  <a:gd name="connsiteX107" fmla="*/ 680964 w 5751472"/>
                  <a:gd name="connsiteY107" fmla="*/ 644065 h 725259"/>
                  <a:gd name="connsiteX108" fmla="*/ 614802 w 5751472"/>
                  <a:gd name="connsiteY108" fmla="*/ 671021 h 725259"/>
                  <a:gd name="connsiteX109" fmla="*/ 547136 w 5751472"/>
                  <a:gd name="connsiteY109" fmla="*/ 696972 h 725259"/>
                  <a:gd name="connsiteX110" fmla="*/ 478414 w 5751472"/>
                  <a:gd name="connsiteY110" fmla="*/ 722444 h 725259"/>
                  <a:gd name="connsiteX111" fmla="*/ 293787 w 5751472"/>
                  <a:gd name="connsiteY111" fmla="*/ 722182 h 725259"/>
                  <a:gd name="connsiteX112" fmla="*/ 108428 w 5751472"/>
                  <a:gd name="connsiteY112" fmla="*/ 720960 h 725259"/>
                  <a:gd name="connsiteX113" fmla="*/ 41 w 5751472"/>
                  <a:gd name="connsiteY113" fmla="*/ 720414 h 725259"/>
                  <a:gd name="connsiteX114" fmla="*/ 41 w 5751472"/>
                  <a:gd name="connsiteY114" fmla="*/ 723252 h 725259"/>
                  <a:gd name="connsiteX115" fmla="*/ 108387 w 5751472"/>
                  <a:gd name="connsiteY115" fmla="*/ 723775 h 725259"/>
                  <a:gd name="connsiteX116" fmla="*/ 293705 w 5751472"/>
                  <a:gd name="connsiteY116" fmla="*/ 724998 h 725259"/>
                  <a:gd name="connsiteX117" fmla="*/ 479146 w 5751472"/>
                  <a:gd name="connsiteY117" fmla="*/ 725260 h 725259"/>
                  <a:gd name="connsiteX118" fmla="*/ 479146 w 5751472"/>
                  <a:gd name="connsiteY118" fmla="*/ 725260 h 725259"/>
                  <a:gd name="connsiteX119" fmla="*/ 480609 w 5751472"/>
                  <a:gd name="connsiteY119" fmla="*/ 724998 h 725259"/>
                  <a:gd name="connsiteX120" fmla="*/ 549941 w 5751472"/>
                  <a:gd name="connsiteY120" fmla="*/ 699308 h 725259"/>
                  <a:gd name="connsiteX121" fmla="*/ 617769 w 5751472"/>
                  <a:gd name="connsiteY121" fmla="*/ 673312 h 725259"/>
                  <a:gd name="connsiteX122" fmla="*/ 683240 w 5751472"/>
                  <a:gd name="connsiteY122" fmla="*/ 646553 h 725259"/>
                  <a:gd name="connsiteX123" fmla="*/ 861487 w 5751472"/>
                  <a:gd name="connsiteY123" fmla="*/ 648845 h 725259"/>
                  <a:gd name="connsiteX124" fmla="*/ 1220094 w 5751472"/>
                  <a:gd name="connsiteY124" fmla="*/ 654170 h 725259"/>
                  <a:gd name="connsiteX125" fmla="*/ 1399560 w 5751472"/>
                  <a:gd name="connsiteY125" fmla="*/ 654804 h 725259"/>
                  <a:gd name="connsiteX126" fmla="*/ 1579108 w 5751472"/>
                  <a:gd name="connsiteY126" fmla="*/ 657532 h 725259"/>
                  <a:gd name="connsiteX127" fmla="*/ 1758777 w 5751472"/>
                  <a:gd name="connsiteY127" fmla="*/ 662115 h 725259"/>
                  <a:gd name="connsiteX128" fmla="*/ 1938569 w 5751472"/>
                  <a:gd name="connsiteY128" fmla="*/ 666437 h 725259"/>
                  <a:gd name="connsiteX129" fmla="*/ 2118563 w 5751472"/>
                  <a:gd name="connsiteY129" fmla="*/ 670322 h 725259"/>
                  <a:gd name="connsiteX130" fmla="*/ 2298639 w 5751472"/>
                  <a:gd name="connsiteY130" fmla="*/ 673094 h 725259"/>
                  <a:gd name="connsiteX131" fmla="*/ 2659238 w 5751472"/>
                  <a:gd name="connsiteY131" fmla="*/ 676608 h 725259"/>
                  <a:gd name="connsiteX132" fmla="*/ 2661107 w 5751472"/>
                  <a:gd name="connsiteY132" fmla="*/ 676172 h 725259"/>
                  <a:gd name="connsiteX133" fmla="*/ 2702398 w 5751472"/>
                  <a:gd name="connsiteY133" fmla="*/ 651661 h 725259"/>
                  <a:gd name="connsiteX134" fmla="*/ 2879669 w 5751472"/>
                  <a:gd name="connsiteY134" fmla="*/ 653254 h 725259"/>
                  <a:gd name="connsiteX135" fmla="*/ 3058160 w 5751472"/>
                  <a:gd name="connsiteY135" fmla="*/ 655655 h 725259"/>
                  <a:gd name="connsiteX136" fmla="*/ 3060192 w 5751472"/>
                  <a:gd name="connsiteY136" fmla="*/ 655131 h 725259"/>
                  <a:gd name="connsiteX137" fmla="*/ 3096484 w 5751472"/>
                  <a:gd name="connsiteY137" fmla="*/ 630139 h 725259"/>
                  <a:gd name="connsiteX138" fmla="*/ 3271805 w 5751472"/>
                  <a:gd name="connsiteY138" fmla="*/ 631580 h 725259"/>
                  <a:gd name="connsiteX139" fmla="*/ 3448548 w 5751472"/>
                  <a:gd name="connsiteY139" fmla="*/ 633654 h 725259"/>
                  <a:gd name="connsiteX140" fmla="*/ 3625413 w 5751472"/>
                  <a:gd name="connsiteY140" fmla="*/ 634985 h 725259"/>
                  <a:gd name="connsiteX141" fmla="*/ 3802360 w 5751472"/>
                  <a:gd name="connsiteY141" fmla="*/ 635203 h 725259"/>
                  <a:gd name="connsiteX142" fmla="*/ 3802360 w 5751472"/>
                  <a:gd name="connsiteY142" fmla="*/ 635203 h 725259"/>
                  <a:gd name="connsiteX143" fmla="*/ 3804554 w 5751472"/>
                  <a:gd name="connsiteY143" fmla="*/ 634505 h 725259"/>
                  <a:gd name="connsiteX144" fmla="*/ 3832840 w 5751472"/>
                  <a:gd name="connsiteY144" fmla="*/ 608706 h 725259"/>
                  <a:gd name="connsiteX145" fmla="*/ 3860516 w 5751472"/>
                  <a:gd name="connsiteY145" fmla="*/ 582449 h 725259"/>
                  <a:gd name="connsiteX146" fmla="*/ 3887338 w 5751472"/>
                  <a:gd name="connsiteY146" fmla="*/ 556540 h 725259"/>
                  <a:gd name="connsiteX147" fmla="*/ 3913510 w 5751472"/>
                  <a:gd name="connsiteY147" fmla="*/ 542157 h 725259"/>
                  <a:gd name="connsiteX148" fmla="*/ 3939317 w 5751472"/>
                  <a:gd name="connsiteY148" fmla="*/ 527184 h 725259"/>
                  <a:gd name="connsiteX149" fmla="*/ 3989222 w 5751472"/>
                  <a:gd name="connsiteY149" fmla="*/ 496059 h 725259"/>
                  <a:gd name="connsiteX150" fmla="*/ 4013363 w 5751472"/>
                  <a:gd name="connsiteY150" fmla="*/ 481566 h 725259"/>
                  <a:gd name="connsiteX151" fmla="*/ 4037096 w 5751472"/>
                  <a:gd name="connsiteY151" fmla="*/ 466812 h 725259"/>
                  <a:gd name="connsiteX152" fmla="*/ 4060383 w 5751472"/>
                  <a:gd name="connsiteY152" fmla="*/ 451948 h 725259"/>
                  <a:gd name="connsiteX153" fmla="*/ 4083182 w 5751472"/>
                  <a:gd name="connsiteY153" fmla="*/ 436014 h 725259"/>
                  <a:gd name="connsiteX154" fmla="*/ 4105494 w 5751472"/>
                  <a:gd name="connsiteY154" fmla="*/ 418531 h 725259"/>
                  <a:gd name="connsiteX155" fmla="*/ 4127317 w 5751472"/>
                  <a:gd name="connsiteY155" fmla="*/ 401004 h 725259"/>
                  <a:gd name="connsiteX156" fmla="*/ 4148613 w 5751472"/>
                  <a:gd name="connsiteY156" fmla="*/ 384656 h 725259"/>
                  <a:gd name="connsiteX157" fmla="*/ 4169664 w 5751472"/>
                  <a:gd name="connsiteY157" fmla="*/ 371168 h 725259"/>
                  <a:gd name="connsiteX158" fmla="*/ 4190147 w 5751472"/>
                  <a:gd name="connsiteY158" fmla="*/ 356675 h 725259"/>
                  <a:gd name="connsiteX159" fmla="*/ 4210386 w 5751472"/>
                  <a:gd name="connsiteY159" fmla="*/ 344212 h 725259"/>
                  <a:gd name="connsiteX160" fmla="*/ 4230380 w 5751472"/>
                  <a:gd name="connsiteY160" fmla="*/ 330789 h 725259"/>
                  <a:gd name="connsiteX161" fmla="*/ 4249969 w 5751472"/>
                  <a:gd name="connsiteY161" fmla="*/ 313676 h 725259"/>
                  <a:gd name="connsiteX162" fmla="*/ 4269151 w 5751472"/>
                  <a:gd name="connsiteY162" fmla="*/ 293683 h 725259"/>
                  <a:gd name="connsiteX163" fmla="*/ 4288008 w 5751472"/>
                  <a:gd name="connsiteY163" fmla="*/ 270285 h 725259"/>
                  <a:gd name="connsiteX164" fmla="*/ 4306540 w 5751472"/>
                  <a:gd name="connsiteY164" fmla="*/ 243111 h 725259"/>
                  <a:gd name="connsiteX165" fmla="*/ 4324584 w 5751472"/>
                  <a:gd name="connsiteY165" fmla="*/ 213384 h 725259"/>
                  <a:gd name="connsiteX166" fmla="*/ 4342506 w 5751472"/>
                  <a:gd name="connsiteY166" fmla="*/ 191972 h 725259"/>
                  <a:gd name="connsiteX167" fmla="*/ 4360063 w 5751472"/>
                  <a:gd name="connsiteY167" fmla="*/ 161436 h 725259"/>
                  <a:gd name="connsiteX168" fmla="*/ 4393184 w 5751472"/>
                  <a:gd name="connsiteY168" fmla="*/ 109577 h 725259"/>
                  <a:gd name="connsiteX169" fmla="*/ 4408628 w 5751472"/>
                  <a:gd name="connsiteY169" fmla="*/ 84956 h 725259"/>
                  <a:gd name="connsiteX170" fmla="*/ 4423746 w 5751472"/>
                  <a:gd name="connsiteY170" fmla="*/ 74458 h 725259"/>
                  <a:gd name="connsiteX171" fmla="*/ 4438823 w 5751472"/>
                  <a:gd name="connsiteY171" fmla="*/ 60292 h 725259"/>
                  <a:gd name="connsiteX172" fmla="*/ 4453169 w 5751472"/>
                  <a:gd name="connsiteY172" fmla="*/ 48309 h 725259"/>
                  <a:gd name="connsiteX173" fmla="*/ 4577568 w 5751472"/>
                  <a:gd name="connsiteY173" fmla="*/ 49794 h 725259"/>
                  <a:gd name="connsiteX174" fmla="*/ 4701601 w 5751472"/>
                  <a:gd name="connsiteY174" fmla="*/ 52456 h 725259"/>
                  <a:gd name="connsiteX175" fmla="*/ 4823928 w 5751472"/>
                  <a:gd name="connsiteY175" fmla="*/ 52718 h 725259"/>
                  <a:gd name="connsiteX176" fmla="*/ 4945604 w 5751472"/>
                  <a:gd name="connsiteY176" fmla="*/ 53199 h 725259"/>
                  <a:gd name="connsiteX177" fmla="*/ 5068174 w 5751472"/>
                  <a:gd name="connsiteY177" fmla="*/ 54115 h 725259"/>
                  <a:gd name="connsiteX178" fmla="*/ 5193264 w 5751472"/>
                  <a:gd name="connsiteY178" fmla="*/ 55338 h 725259"/>
                  <a:gd name="connsiteX179" fmla="*/ 5322337 w 5751472"/>
                  <a:gd name="connsiteY179" fmla="*/ 58328 h 725259"/>
                  <a:gd name="connsiteX180" fmla="*/ 5455717 w 5751472"/>
                  <a:gd name="connsiteY180" fmla="*/ 62366 h 725259"/>
                  <a:gd name="connsiteX181" fmla="*/ 5593080 w 5751472"/>
                  <a:gd name="connsiteY181" fmla="*/ 70573 h 725259"/>
                  <a:gd name="connsiteX182" fmla="*/ 5733085 w 5751472"/>
                  <a:gd name="connsiteY182" fmla="*/ 80656 h 725259"/>
                  <a:gd name="connsiteX183" fmla="*/ 5734182 w 5751472"/>
                  <a:gd name="connsiteY183" fmla="*/ 80591 h 725259"/>
                  <a:gd name="connsiteX184" fmla="*/ 5740644 w 5751472"/>
                  <a:gd name="connsiteY184" fmla="*/ 79412 h 725259"/>
                  <a:gd name="connsiteX185" fmla="*/ 5742392 w 5751472"/>
                  <a:gd name="connsiteY185" fmla="*/ 78299 h 725259"/>
                  <a:gd name="connsiteX186" fmla="*/ 5746700 w 5751472"/>
                  <a:gd name="connsiteY186" fmla="*/ 60707 h 725259"/>
                  <a:gd name="connsiteX187" fmla="*/ 5751454 w 5751472"/>
                  <a:gd name="connsiteY187" fmla="*/ 43551 h 725259"/>
                  <a:gd name="connsiteX188" fmla="*/ 5751454 w 5751472"/>
                  <a:gd name="connsiteY188" fmla="*/ 43137 h 725259"/>
                  <a:gd name="connsiteX189" fmla="*/ 5751292 w 5751472"/>
                  <a:gd name="connsiteY189" fmla="*/ 42613 h 725259"/>
                  <a:gd name="connsiteX190" fmla="*/ 3057022 w 5751472"/>
                  <a:gd name="connsiteY190" fmla="*/ 652795 h 725259"/>
                  <a:gd name="connsiteX191" fmla="*/ 2879750 w 5751472"/>
                  <a:gd name="connsiteY191" fmla="*/ 650460 h 725259"/>
                  <a:gd name="connsiteX192" fmla="*/ 2707030 w 5751472"/>
                  <a:gd name="connsiteY192" fmla="*/ 648867 h 725259"/>
                  <a:gd name="connsiteX193" fmla="*/ 2743485 w 5751472"/>
                  <a:gd name="connsiteY193" fmla="*/ 627062 h 725259"/>
                  <a:gd name="connsiteX194" fmla="*/ 2918684 w 5751472"/>
                  <a:gd name="connsiteY194" fmla="*/ 628022 h 725259"/>
                  <a:gd name="connsiteX195" fmla="*/ 3090022 w 5751472"/>
                  <a:gd name="connsiteY195" fmla="*/ 630052 h 725259"/>
                  <a:gd name="connsiteX196" fmla="*/ 3056982 w 5751472"/>
                  <a:gd name="connsiteY196" fmla="*/ 652795 h 725259"/>
                  <a:gd name="connsiteX197" fmla="*/ 5741741 w 5751472"/>
                  <a:gd name="connsiteY197" fmla="*/ 60292 h 725259"/>
                  <a:gd name="connsiteX198" fmla="*/ 5737677 w 5751472"/>
                  <a:gd name="connsiteY198" fmla="*/ 77033 h 725259"/>
                  <a:gd name="connsiteX199" fmla="*/ 5733329 w 5751472"/>
                  <a:gd name="connsiteY199" fmla="*/ 77819 h 725259"/>
                  <a:gd name="connsiteX200" fmla="*/ 5593812 w 5751472"/>
                  <a:gd name="connsiteY200" fmla="*/ 67801 h 725259"/>
                  <a:gd name="connsiteX201" fmla="*/ 5456245 w 5751472"/>
                  <a:gd name="connsiteY201" fmla="*/ 59550 h 725259"/>
                  <a:gd name="connsiteX202" fmla="*/ 5322702 w 5751472"/>
                  <a:gd name="connsiteY202" fmla="*/ 55490 h 725259"/>
                  <a:gd name="connsiteX203" fmla="*/ 5193508 w 5751472"/>
                  <a:gd name="connsiteY203" fmla="*/ 52522 h 725259"/>
                  <a:gd name="connsiteX204" fmla="*/ 5068296 w 5751472"/>
                  <a:gd name="connsiteY204" fmla="*/ 51300 h 725259"/>
                  <a:gd name="connsiteX205" fmla="*/ 4945726 w 5751472"/>
                  <a:gd name="connsiteY205" fmla="*/ 50383 h 725259"/>
                  <a:gd name="connsiteX206" fmla="*/ 4824009 w 5751472"/>
                  <a:gd name="connsiteY206" fmla="*/ 49903 h 725259"/>
                  <a:gd name="connsiteX207" fmla="*/ 4701764 w 5751472"/>
                  <a:gd name="connsiteY207" fmla="*/ 49641 h 725259"/>
                  <a:gd name="connsiteX208" fmla="*/ 4577771 w 5751472"/>
                  <a:gd name="connsiteY208" fmla="*/ 46978 h 725259"/>
                  <a:gd name="connsiteX209" fmla="*/ 4451909 w 5751472"/>
                  <a:gd name="connsiteY209" fmla="*/ 45494 h 725259"/>
                  <a:gd name="connsiteX210" fmla="*/ 4449796 w 5751472"/>
                  <a:gd name="connsiteY210" fmla="*/ 46127 h 725259"/>
                  <a:gd name="connsiteX211" fmla="*/ 4434556 w 5751472"/>
                  <a:gd name="connsiteY211" fmla="*/ 58808 h 725259"/>
                  <a:gd name="connsiteX212" fmla="*/ 4419600 w 5751472"/>
                  <a:gd name="connsiteY212" fmla="*/ 72886 h 725259"/>
                  <a:gd name="connsiteX213" fmla="*/ 4404360 w 5751472"/>
                  <a:gd name="connsiteY213" fmla="*/ 83385 h 725259"/>
                  <a:gd name="connsiteX214" fmla="*/ 4403954 w 5751472"/>
                  <a:gd name="connsiteY214" fmla="*/ 83799 h 725259"/>
                  <a:gd name="connsiteX215" fmla="*/ 4355227 w 5751472"/>
                  <a:gd name="connsiteY215" fmla="*/ 160585 h 725259"/>
                  <a:gd name="connsiteX216" fmla="*/ 4337751 w 5751472"/>
                  <a:gd name="connsiteY216" fmla="*/ 190968 h 725259"/>
                  <a:gd name="connsiteX217" fmla="*/ 4319870 w 5751472"/>
                  <a:gd name="connsiteY217" fmla="*/ 212336 h 725259"/>
                  <a:gd name="connsiteX218" fmla="*/ 4301704 w 5751472"/>
                  <a:gd name="connsiteY218" fmla="*/ 242173 h 725259"/>
                  <a:gd name="connsiteX219" fmla="*/ 4283253 w 5751472"/>
                  <a:gd name="connsiteY219" fmla="*/ 269238 h 725259"/>
                  <a:gd name="connsiteX220" fmla="*/ 4264559 w 5751472"/>
                  <a:gd name="connsiteY220" fmla="*/ 292461 h 725259"/>
                  <a:gd name="connsiteX221" fmla="*/ 4245499 w 5751472"/>
                  <a:gd name="connsiteY221" fmla="*/ 312236 h 725259"/>
                  <a:gd name="connsiteX222" fmla="*/ 4226195 w 5751472"/>
                  <a:gd name="connsiteY222" fmla="*/ 329130 h 725259"/>
                  <a:gd name="connsiteX223" fmla="*/ 4206484 w 5751472"/>
                  <a:gd name="connsiteY223" fmla="*/ 342357 h 725259"/>
                  <a:gd name="connsiteX224" fmla="*/ 4186204 w 5751472"/>
                  <a:gd name="connsiteY224" fmla="*/ 354885 h 725259"/>
                  <a:gd name="connsiteX225" fmla="*/ 4165681 w 5751472"/>
                  <a:gd name="connsiteY225" fmla="*/ 369443 h 725259"/>
                  <a:gd name="connsiteX226" fmla="*/ 4144589 w 5751472"/>
                  <a:gd name="connsiteY226" fmla="*/ 382910 h 725259"/>
                  <a:gd name="connsiteX227" fmla="*/ 4123091 w 5751472"/>
                  <a:gd name="connsiteY227" fmla="*/ 399433 h 725259"/>
                  <a:gd name="connsiteX228" fmla="*/ 4101267 w 5751472"/>
                  <a:gd name="connsiteY228" fmla="*/ 416960 h 725259"/>
                  <a:gd name="connsiteX229" fmla="*/ 4079037 w 5751472"/>
                  <a:gd name="connsiteY229" fmla="*/ 434334 h 725259"/>
                  <a:gd name="connsiteX230" fmla="*/ 4056360 w 5751472"/>
                  <a:gd name="connsiteY230" fmla="*/ 450223 h 725259"/>
                  <a:gd name="connsiteX231" fmla="*/ 4033195 w 5751472"/>
                  <a:gd name="connsiteY231" fmla="*/ 464978 h 725259"/>
                  <a:gd name="connsiteX232" fmla="*/ 4009542 w 5751472"/>
                  <a:gd name="connsiteY232" fmla="*/ 479689 h 725259"/>
                  <a:gd name="connsiteX233" fmla="*/ 3985402 w 5751472"/>
                  <a:gd name="connsiteY233" fmla="*/ 494248 h 725259"/>
                  <a:gd name="connsiteX234" fmla="*/ 3935537 w 5751472"/>
                  <a:gd name="connsiteY234" fmla="*/ 525307 h 725259"/>
                  <a:gd name="connsiteX235" fmla="*/ 3909771 w 5751472"/>
                  <a:gd name="connsiteY235" fmla="*/ 540236 h 725259"/>
                  <a:gd name="connsiteX236" fmla="*/ 3883477 w 5751472"/>
                  <a:gd name="connsiteY236" fmla="*/ 554729 h 725259"/>
                  <a:gd name="connsiteX237" fmla="*/ 3883030 w 5751472"/>
                  <a:gd name="connsiteY237" fmla="*/ 554991 h 725259"/>
                  <a:gd name="connsiteX238" fmla="*/ 3856045 w 5751472"/>
                  <a:gd name="connsiteY238" fmla="*/ 581052 h 725259"/>
                  <a:gd name="connsiteX239" fmla="*/ 3828410 w 5751472"/>
                  <a:gd name="connsiteY239" fmla="*/ 607331 h 725259"/>
                  <a:gd name="connsiteX240" fmla="*/ 3800897 w 5751472"/>
                  <a:gd name="connsiteY240" fmla="*/ 632431 h 725259"/>
                  <a:gd name="connsiteX241" fmla="*/ 3625454 w 5751472"/>
                  <a:gd name="connsiteY241" fmla="*/ 632213 h 725259"/>
                  <a:gd name="connsiteX242" fmla="*/ 3485815 w 5751472"/>
                  <a:gd name="connsiteY242" fmla="*/ 631144 h 725259"/>
                  <a:gd name="connsiteX243" fmla="*/ 3271886 w 5751472"/>
                  <a:gd name="connsiteY243" fmla="*/ 628808 h 725259"/>
                  <a:gd name="connsiteX244" fmla="*/ 3100385 w 5751472"/>
                  <a:gd name="connsiteY244" fmla="*/ 627368 h 725259"/>
                  <a:gd name="connsiteX245" fmla="*/ 3133507 w 5751472"/>
                  <a:gd name="connsiteY245" fmla="*/ 603489 h 725259"/>
                  <a:gd name="connsiteX246" fmla="*/ 3168985 w 5751472"/>
                  <a:gd name="connsiteY246" fmla="*/ 577538 h 725259"/>
                  <a:gd name="connsiteX247" fmla="*/ 3203407 w 5751472"/>
                  <a:gd name="connsiteY247" fmla="*/ 550145 h 725259"/>
                  <a:gd name="connsiteX248" fmla="*/ 3237017 w 5751472"/>
                  <a:gd name="connsiteY248" fmla="*/ 529890 h 725259"/>
                  <a:gd name="connsiteX249" fmla="*/ 3270220 w 5751472"/>
                  <a:gd name="connsiteY249" fmla="*/ 514175 h 725259"/>
                  <a:gd name="connsiteX250" fmla="*/ 3302406 w 5751472"/>
                  <a:gd name="connsiteY250" fmla="*/ 496692 h 725259"/>
                  <a:gd name="connsiteX251" fmla="*/ 3334106 w 5751472"/>
                  <a:gd name="connsiteY251" fmla="*/ 481675 h 725259"/>
                  <a:gd name="connsiteX252" fmla="*/ 3364301 w 5751472"/>
                  <a:gd name="connsiteY252" fmla="*/ 466702 h 725259"/>
                  <a:gd name="connsiteX253" fmla="*/ 3525154 w 5751472"/>
                  <a:gd name="connsiteY253" fmla="*/ 471439 h 725259"/>
                  <a:gd name="connsiteX254" fmla="*/ 3687145 w 5751472"/>
                  <a:gd name="connsiteY254" fmla="*/ 475062 h 725259"/>
                  <a:gd name="connsiteX255" fmla="*/ 3689096 w 5751472"/>
                  <a:gd name="connsiteY255" fmla="*/ 474647 h 725259"/>
                  <a:gd name="connsiteX256" fmla="*/ 3716040 w 5751472"/>
                  <a:gd name="connsiteY256" fmla="*/ 459412 h 725259"/>
                  <a:gd name="connsiteX257" fmla="*/ 3768425 w 5751472"/>
                  <a:gd name="connsiteY257" fmla="*/ 431911 h 725259"/>
                  <a:gd name="connsiteX258" fmla="*/ 3794069 w 5751472"/>
                  <a:gd name="connsiteY258" fmla="*/ 417789 h 725259"/>
                  <a:gd name="connsiteX259" fmla="*/ 3819022 w 5751472"/>
                  <a:gd name="connsiteY259" fmla="*/ 400153 h 725259"/>
                  <a:gd name="connsiteX260" fmla="*/ 3843284 w 5751472"/>
                  <a:gd name="connsiteY260" fmla="*/ 382037 h 725259"/>
                  <a:gd name="connsiteX261" fmla="*/ 3867302 w 5751472"/>
                  <a:gd name="connsiteY261" fmla="*/ 368439 h 725259"/>
                  <a:gd name="connsiteX262" fmla="*/ 3890711 w 5751472"/>
                  <a:gd name="connsiteY262" fmla="*/ 353946 h 725259"/>
                  <a:gd name="connsiteX263" fmla="*/ 3913835 w 5751472"/>
                  <a:gd name="connsiteY263" fmla="*/ 341047 h 725259"/>
                  <a:gd name="connsiteX264" fmla="*/ 3936431 w 5751472"/>
                  <a:gd name="connsiteY264" fmla="*/ 327034 h 725259"/>
                  <a:gd name="connsiteX265" fmla="*/ 3958905 w 5751472"/>
                  <a:gd name="connsiteY265" fmla="*/ 313502 h 725259"/>
                  <a:gd name="connsiteX266" fmla="*/ 3980851 w 5751472"/>
                  <a:gd name="connsiteY266" fmla="*/ 294316 h 725259"/>
                  <a:gd name="connsiteX267" fmla="*/ 4002390 w 5751472"/>
                  <a:gd name="connsiteY267" fmla="*/ 270656 h 725259"/>
                  <a:gd name="connsiteX268" fmla="*/ 4023523 w 5751472"/>
                  <a:gd name="connsiteY268" fmla="*/ 244290 h 725259"/>
                  <a:gd name="connsiteX269" fmla="*/ 4044249 w 5751472"/>
                  <a:gd name="connsiteY269" fmla="*/ 215784 h 725259"/>
                  <a:gd name="connsiteX270" fmla="*/ 4064569 w 5751472"/>
                  <a:gd name="connsiteY270" fmla="*/ 192496 h 725259"/>
                  <a:gd name="connsiteX271" fmla="*/ 4123578 w 5751472"/>
                  <a:gd name="connsiteY271" fmla="*/ 114902 h 725259"/>
                  <a:gd name="connsiteX272" fmla="*/ 4142395 w 5751472"/>
                  <a:gd name="connsiteY272" fmla="*/ 84258 h 725259"/>
                  <a:gd name="connsiteX273" fmla="*/ 4160845 w 5751472"/>
                  <a:gd name="connsiteY273" fmla="*/ 66404 h 725259"/>
                  <a:gd name="connsiteX274" fmla="*/ 4178280 w 5751472"/>
                  <a:gd name="connsiteY274" fmla="*/ 53395 h 725259"/>
                  <a:gd name="connsiteX275" fmla="*/ 4204574 w 5751472"/>
                  <a:gd name="connsiteY275" fmla="*/ 54355 h 725259"/>
                  <a:gd name="connsiteX276" fmla="*/ 4206809 w 5751472"/>
                  <a:gd name="connsiteY276" fmla="*/ 53766 h 725259"/>
                  <a:gd name="connsiteX277" fmla="*/ 4224406 w 5751472"/>
                  <a:gd name="connsiteY277" fmla="*/ 40539 h 725259"/>
                  <a:gd name="connsiteX278" fmla="*/ 4241556 w 5751472"/>
                  <a:gd name="connsiteY278" fmla="*/ 23384 h 725259"/>
                  <a:gd name="connsiteX279" fmla="*/ 4247734 w 5751472"/>
                  <a:gd name="connsiteY279" fmla="*/ 16443 h 725259"/>
                  <a:gd name="connsiteX280" fmla="*/ 4258707 w 5751472"/>
                  <a:gd name="connsiteY280" fmla="*/ 2867 h 725259"/>
                  <a:gd name="connsiteX281" fmla="*/ 4353601 w 5751472"/>
                  <a:gd name="connsiteY281" fmla="*/ 4940 h 725259"/>
                  <a:gd name="connsiteX282" fmla="*/ 4479748 w 5751472"/>
                  <a:gd name="connsiteY282" fmla="*/ 8672 h 725259"/>
                  <a:gd name="connsiteX283" fmla="*/ 4604390 w 5751472"/>
                  <a:gd name="connsiteY283" fmla="*/ 9524 h 725259"/>
                  <a:gd name="connsiteX284" fmla="*/ 4727204 w 5751472"/>
                  <a:gd name="connsiteY284" fmla="*/ 8891 h 725259"/>
                  <a:gd name="connsiteX285" fmla="*/ 4848434 w 5751472"/>
                  <a:gd name="connsiteY285" fmla="*/ 9807 h 725259"/>
                  <a:gd name="connsiteX286" fmla="*/ 4968525 w 5751472"/>
                  <a:gd name="connsiteY286" fmla="*/ 9327 h 725259"/>
                  <a:gd name="connsiteX287" fmla="*/ 5088982 w 5751472"/>
                  <a:gd name="connsiteY287" fmla="*/ 8585 h 725259"/>
                  <a:gd name="connsiteX288" fmla="*/ 5211918 w 5751472"/>
                  <a:gd name="connsiteY288" fmla="*/ 9436 h 725259"/>
                  <a:gd name="connsiteX289" fmla="*/ 5338552 w 5751472"/>
                  <a:gd name="connsiteY289" fmla="*/ 13060 h 725259"/>
                  <a:gd name="connsiteX290" fmla="*/ 5469819 w 5751472"/>
                  <a:gd name="connsiteY290" fmla="*/ 22816 h 725259"/>
                  <a:gd name="connsiteX291" fmla="*/ 5604744 w 5751472"/>
                  <a:gd name="connsiteY291" fmla="*/ 30543 h 725259"/>
                  <a:gd name="connsiteX292" fmla="*/ 5742351 w 5751472"/>
                  <a:gd name="connsiteY292" fmla="*/ 43704 h 725259"/>
                  <a:gd name="connsiteX293" fmla="*/ 5746212 w 5751472"/>
                  <a:gd name="connsiteY293" fmla="*/ 44075 h 725259"/>
                  <a:gd name="connsiteX294" fmla="*/ 5741660 w 5751472"/>
                  <a:gd name="connsiteY294" fmla="*/ 60314 h 72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Lst>
                <a:rect l="l" t="t" r="r" b="b"/>
                <a:pathLst>
                  <a:path w="5751472" h="725259">
                    <a:moveTo>
                      <a:pt x="5751414" y="42613"/>
                    </a:moveTo>
                    <a:cubicBezTo>
                      <a:pt x="5751251" y="42023"/>
                      <a:pt x="5750438" y="41543"/>
                      <a:pt x="5749341" y="41434"/>
                    </a:cubicBezTo>
                    <a:lnTo>
                      <a:pt x="5605476" y="27749"/>
                    </a:lnTo>
                    <a:lnTo>
                      <a:pt x="5470510" y="20022"/>
                    </a:lnTo>
                    <a:lnTo>
                      <a:pt x="5339080" y="10266"/>
                    </a:lnTo>
                    <a:lnTo>
                      <a:pt x="5212121" y="6599"/>
                    </a:lnTo>
                    <a:lnTo>
                      <a:pt x="5089063" y="5748"/>
                    </a:lnTo>
                    <a:lnTo>
                      <a:pt x="4968565" y="6490"/>
                    </a:lnTo>
                    <a:lnTo>
                      <a:pt x="4848515" y="6970"/>
                    </a:lnTo>
                    <a:lnTo>
                      <a:pt x="4727286" y="6053"/>
                    </a:lnTo>
                    <a:lnTo>
                      <a:pt x="4604472" y="6752"/>
                    </a:lnTo>
                    <a:lnTo>
                      <a:pt x="4479951" y="5835"/>
                    </a:lnTo>
                    <a:lnTo>
                      <a:pt x="4353885" y="2146"/>
                    </a:lnTo>
                    <a:lnTo>
                      <a:pt x="4257487" y="7"/>
                    </a:lnTo>
                    <a:cubicBezTo>
                      <a:pt x="4256796" y="-36"/>
                      <a:pt x="4256065" y="116"/>
                      <a:pt x="4255577" y="444"/>
                    </a:cubicBezTo>
                    <a:lnTo>
                      <a:pt x="4255049" y="771"/>
                    </a:lnTo>
                    <a:cubicBezTo>
                      <a:pt x="4255049" y="771"/>
                      <a:pt x="4254724" y="990"/>
                      <a:pt x="4254602" y="1142"/>
                    </a:cubicBezTo>
                    <a:lnTo>
                      <a:pt x="4243182" y="15264"/>
                    </a:lnTo>
                    <a:lnTo>
                      <a:pt x="4237086" y="22074"/>
                    </a:lnTo>
                    <a:lnTo>
                      <a:pt x="4221074" y="38226"/>
                    </a:lnTo>
                    <a:lnTo>
                      <a:pt x="4203558" y="51452"/>
                    </a:lnTo>
                    <a:lnTo>
                      <a:pt x="4177223" y="50536"/>
                    </a:lnTo>
                    <a:cubicBezTo>
                      <a:pt x="4176370" y="50492"/>
                      <a:pt x="4175557" y="50710"/>
                      <a:pt x="4175028" y="51125"/>
                    </a:cubicBezTo>
                    <a:lnTo>
                      <a:pt x="4156619" y="64810"/>
                    </a:lnTo>
                    <a:lnTo>
                      <a:pt x="4137843" y="83035"/>
                    </a:lnTo>
                    <a:lnTo>
                      <a:pt x="4118905" y="113833"/>
                    </a:lnTo>
                    <a:lnTo>
                      <a:pt x="4060017" y="191251"/>
                    </a:lnTo>
                    <a:lnTo>
                      <a:pt x="4039616" y="214540"/>
                    </a:lnTo>
                    <a:lnTo>
                      <a:pt x="4018890" y="243089"/>
                    </a:lnTo>
                    <a:lnTo>
                      <a:pt x="3997838" y="269369"/>
                    </a:lnTo>
                    <a:lnTo>
                      <a:pt x="3976462" y="292854"/>
                    </a:lnTo>
                    <a:lnTo>
                      <a:pt x="3954922" y="311712"/>
                    </a:lnTo>
                    <a:lnTo>
                      <a:pt x="3932692" y="325026"/>
                    </a:lnTo>
                    <a:lnTo>
                      <a:pt x="3910178" y="339039"/>
                    </a:lnTo>
                    <a:lnTo>
                      <a:pt x="3887054" y="351873"/>
                    </a:lnTo>
                    <a:lnTo>
                      <a:pt x="3863645" y="366431"/>
                    </a:lnTo>
                    <a:lnTo>
                      <a:pt x="3839505" y="380116"/>
                    </a:lnTo>
                    <a:lnTo>
                      <a:pt x="3815080" y="398342"/>
                    </a:lnTo>
                    <a:lnTo>
                      <a:pt x="3790330" y="415825"/>
                    </a:lnTo>
                    <a:lnTo>
                      <a:pt x="3764971" y="429794"/>
                    </a:lnTo>
                    <a:lnTo>
                      <a:pt x="3712545" y="457295"/>
                    </a:lnTo>
                    <a:lnTo>
                      <a:pt x="3686292" y="472115"/>
                    </a:lnTo>
                    <a:lnTo>
                      <a:pt x="3525479" y="468558"/>
                    </a:lnTo>
                    <a:lnTo>
                      <a:pt x="3363610" y="463821"/>
                    </a:lnTo>
                    <a:cubicBezTo>
                      <a:pt x="3362919" y="463821"/>
                      <a:pt x="3362269" y="463930"/>
                      <a:pt x="3361782" y="464192"/>
                    </a:cubicBezTo>
                    <a:lnTo>
                      <a:pt x="3330814" y="479536"/>
                    </a:lnTo>
                    <a:lnTo>
                      <a:pt x="3299074" y="494553"/>
                    </a:lnTo>
                    <a:lnTo>
                      <a:pt x="3266887" y="512036"/>
                    </a:lnTo>
                    <a:lnTo>
                      <a:pt x="3233603" y="527817"/>
                    </a:lnTo>
                    <a:lnTo>
                      <a:pt x="3199628" y="548334"/>
                    </a:lnTo>
                    <a:lnTo>
                      <a:pt x="3165003" y="575835"/>
                    </a:lnTo>
                    <a:lnTo>
                      <a:pt x="3129565" y="601721"/>
                    </a:lnTo>
                    <a:lnTo>
                      <a:pt x="3094126" y="627237"/>
                    </a:lnTo>
                    <a:lnTo>
                      <a:pt x="2918887" y="625163"/>
                    </a:lnTo>
                    <a:lnTo>
                      <a:pt x="2742469" y="624203"/>
                    </a:lnTo>
                    <a:lnTo>
                      <a:pt x="2742469" y="624203"/>
                    </a:lnTo>
                    <a:cubicBezTo>
                      <a:pt x="2741778" y="624203"/>
                      <a:pt x="2741087" y="624356"/>
                      <a:pt x="2740558" y="624617"/>
                    </a:cubicBezTo>
                    <a:lnTo>
                      <a:pt x="2700284" y="648758"/>
                    </a:lnTo>
                    <a:lnTo>
                      <a:pt x="2345050" y="644982"/>
                    </a:lnTo>
                    <a:lnTo>
                      <a:pt x="2167047" y="642472"/>
                    </a:lnTo>
                    <a:lnTo>
                      <a:pt x="1989125" y="638739"/>
                    </a:lnTo>
                    <a:lnTo>
                      <a:pt x="1811365" y="635225"/>
                    </a:lnTo>
                    <a:lnTo>
                      <a:pt x="1633769" y="631384"/>
                    </a:lnTo>
                    <a:lnTo>
                      <a:pt x="1456213" y="626691"/>
                    </a:lnTo>
                    <a:lnTo>
                      <a:pt x="1390823" y="625840"/>
                    </a:lnTo>
                    <a:cubicBezTo>
                      <a:pt x="1390823" y="625840"/>
                      <a:pt x="1390254" y="625883"/>
                      <a:pt x="1389969" y="625949"/>
                    </a:cubicBezTo>
                    <a:lnTo>
                      <a:pt x="1278738" y="624727"/>
                    </a:lnTo>
                    <a:lnTo>
                      <a:pt x="1101425" y="621911"/>
                    </a:lnTo>
                    <a:lnTo>
                      <a:pt x="924235" y="620579"/>
                    </a:lnTo>
                    <a:lnTo>
                      <a:pt x="747126" y="617851"/>
                    </a:lnTo>
                    <a:lnTo>
                      <a:pt x="570179" y="616585"/>
                    </a:lnTo>
                    <a:lnTo>
                      <a:pt x="393355" y="613704"/>
                    </a:lnTo>
                    <a:cubicBezTo>
                      <a:pt x="392908" y="613704"/>
                      <a:pt x="392257" y="613770"/>
                      <a:pt x="391810" y="613966"/>
                    </a:cubicBezTo>
                    <a:lnTo>
                      <a:pt x="323047" y="641249"/>
                    </a:lnTo>
                    <a:lnTo>
                      <a:pt x="253390" y="667419"/>
                    </a:lnTo>
                    <a:lnTo>
                      <a:pt x="73355" y="665171"/>
                    </a:lnTo>
                    <a:lnTo>
                      <a:pt x="0" y="663796"/>
                    </a:lnTo>
                    <a:lnTo>
                      <a:pt x="0" y="666568"/>
                    </a:lnTo>
                    <a:lnTo>
                      <a:pt x="73274" y="668009"/>
                    </a:lnTo>
                    <a:lnTo>
                      <a:pt x="254122" y="670257"/>
                    </a:lnTo>
                    <a:cubicBezTo>
                      <a:pt x="254366" y="670213"/>
                      <a:pt x="255138" y="670213"/>
                      <a:pt x="255585" y="669995"/>
                    </a:cubicBezTo>
                    <a:lnTo>
                      <a:pt x="325973" y="643563"/>
                    </a:lnTo>
                    <a:lnTo>
                      <a:pt x="394086" y="616542"/>
                    </a:lnTo>
                    <a:lnTo>
                      <a:pt x="570057" y="619423"/>
                    </a:lnTo>
                    <a:lnTo>
                      <a:pt x="747004" y="620711"/>
                    </a:lnTo>
                    <a:lnTo>
                      <a:pt x="924113" y="623439"/>
                    </a:lnTo>
                    <a:lnTo>
                      <a:pt x="1101263" y="624770"/>
                    </a:lnTo>
                    <a:lnTo>
                      <a:pt x="1278616" y="627586"/>
                    </a:lnTo>
                    <a:lnTo>
                      <a:pt x="1390294" y="628808"/>
                    </a:lnTo>
                    <a:cubicBezTo>
                      <a:pt x="1390294" y="628808"/>
                      <a:pt x="1390782" y="628764"/>
                      <a:pt x="1391067" y="628699"/>
                    </a:cubicBezTo>
                    <a:lnTo>
                      <a:pt x="1455969" y="629507"/>
                    </a:lnTo>
                    <a:lnTo>
                      <a:pt x="1633444" y="634243"/>
                    </a:lnTo>
                    <a:lnTo>
                      <a:pt x="1811122" y="638084"/>
                    </a:lnTo>
                    <a:lnTo>
                      <a:pt x="1988881" y="641598"/>
                    </a:lnTo>
                    <a:lnTo>
                      <a:pt x="2166762" y="645331"/>
                    </a:lnTo>
                    <a:lnTo>
                      <a:pt x="2344806" y="647841"/>
                    </a:lnTo>
                    <a:lnTo>
                      <a:pt x="2695570" y="651573"/>
                    </a:lnTo>
                    <a:lnTo>
                      <a:pt x="2658222" y="673793"/>
                    </a:lnTo>
                    <a:lnTo>
                      <a:pt x="2298802" y="670278"/>
                    </a:lnTo>
                    <a:lnTo>
                      <a:pt x="2118726" y="667506"/>
                    </a:lnTo>
                    <a:lnTo>
                      <a:pt x="1938853" y="663621"/>
                    </a:lnTo>
                    <a:lnTo>
                      <a:pt x="1759021" y="659300"/>
                    </a:lnTo>
                    <a:lnTo>
                      <a:pt x="1579311" y="654716"/>
                    </a:lnTo>
                    <a:lnTo>
                      <a:pt x="1399642" y="651988"/>
                    </a:lnTo>
                    <a:lnTo>
                      <a:pt x="1220216" y="651355"/>
                    </a:lnTo>
                    <a:lnTo>
                      <a:pt x="861649" y="646029"/>
                    </a:lnTo>
                    <a:lnTo>
                      <a:pt x="682508" y="643737"/>
                    </a:lnTo>
                    <a:cubicBezTo>
                      <a:pt x="682102" y="643803"/>
                      <a:pt x="681411" y="643847"/>
                      <a:pt x="680964" y="644065"/>
                    </a:cubicBezTo>
                    <a:lnTo>
                      <a:pt x="614802" y="671021"/>
                    </a:lnTo>
                    <a:lnTo>
                      <a:pt x="547136" y="696972"/>
                    </a:lnTo>
                    <a:lnTo>
                      <a:pt x="478414" y="722444"/>
                    </a:lnTo>
                    <a:lnTo>
                      <a:pt x="293787" y="722182"/>
                    </a:lnTo>
                    <a:lnTo>
                      <a:pt x="108428" y="720960"/>
                    </a:lnTo>
                    <a:lnTo>
                      <a:pt x="41" y="720414"/>
                    </a:lnTo>
                    <a:lnTo>
                      <a:pt x="41" y="723252"/>
                    </a:lnTo>
                    <a:lnTo>
                      <a:pt x="108387" y="723775"/>
                    </a:lnTo>
                    <a:lnTo>
                      <a:pt x="293705" y="724998"/>
                    </a:lnTo>
                    <a:lnTo>
                      <a:pt x="479146" y="725260"/>
                    </a:lnTo>
                    <a:lnTo>
                      <a:pt x="479146" y="725260"/>
                    </a:lnTo>
                    <a:cubicBezTo>
                      <a:pt x="479633" y="725260"/>
                      <a:pt x="480121" y="725150"/>
                      <a:pt x="480609" y="724998"/>
                    </a:cubicBezTo>
                    <a:lnTo>
                      <a:pt x="549941" y="699308"/>
                    </a:lnTo>
                    <a:lnTo>
                      <a:pt x="617769" y="673312"/>
                    </a:lnTo>
                    <a:lnTo>
                      <a:pt x="683240" y="646553"/>
                    </a:lnTo>
                    <a:lnTo>
                      <a:pt x="861487" y="648845"/>
                    </a:lnTo>
                    <a:lnTo>
                      <a:pt x="1220094" y="654170"/>
                    </a:lnTo>
                    <a:lnTo>
                      <a:pt x="1399560" y="654804"/>
                    </a:lnTo>
                    <a:lnTo>
                      <a:pt x="1579108" y="657532"/>
                    </a:lnTo>
                    <a:lnTo>
                      <a:pt x="1758777" y="662115"/>
                    </a:lnTo>
                    <a:lnTo>
                      <a:pt x="1938569" y="666437"/>
                    </a:lnTo>
                    <a:lnTo>
                      <a:pt x="2118563" y="670322"/>
                    </a:lnTo>
                    <a:lnTo>
                      <a:pt x="2298639" y="673094"/>
                    </a:lnTo>
                    <a:lnTo>
                      <a:pt x="2659238" y="676608"/>
                    </a:lnTo>
                    <a:cubicBezTo>
                      <a:pt x="2660010" y="676608"/>
                      <a:pt x="2660620" y="676434"/>
                      <a:pt x="2661107" y="676172"/>
                    </a:cubicBezTo>
                    <a:lnTo>
                      <a:pt x="2702398" y="651661"/>
                    </a:lnTo>
                    <a:lnTo>
                      <a:pt x="2879669" y="653254"/>
                    </a:lnTo>
                    <a:lnTo>
                      <a:pt x="3058160" y="655655"/>
                    </a:lnTo>
                    <a:cubicBezTo>
                      <a:pt x="3058892" y="655546"/>
                      <a:pt x="3059704" y="655436"/>
                      <a:pt x="3060192" y="655131"/>
                    </a:cubicBezTo>
                    <a:lnTo>
                      <a:pt x="3096484" y="630139"/>
                    </a:lnTo>
                    <a:lnTo>
                      <a:pt x="3271805" y="631580"/>
                    </a:lnTo>
                    <a:lnTo>
                      <a:pt x="3448548" y="633654"/>
                    </a:lnTo>
                    <a:lnTo>
                      <a:pt x="3625413" y="634985"/>
                    </a:lnTo>
                    <a:lnTo>
                      <a:pt x="3802360" y="635203"/>
                    </a:lnTo>
                    <a:lnTo>
                      <a:pt x="3802360" y="635203"/>
                    </a:lnTo>
                    <a:cubicBezTo>
                      <a:pt x="3803254" y="635203"/>
                      <a:pt x="3804107" y="634941"/>
                      <a:pt x="3804554" y="634505"/>
                    </a:cubicBezTo>
                    <a:lnTo>
                      <a:pt x="3832840" y="608706"/>
                    </a:lnTo>
                    <a:lnTo>
                      <a:pt x="3860516" y="582449"/>
                    </a:lnTo>
                    <a:lnTo>
                      <a:pt x="3887338" y="556540"/>
                    </a:lnTo>
                    <a:lnTo>
                      <a:pt x="3913510" y="542157"/>
                    </a:lnTo>
                    <a:lnTo>
                      <a:pt x="3939317" y="527184"/>
                    </a:lnTo>
                    <a:lnTo>
                      <a:pt x="3989222" y="496059"/>
                    </a:lnTo>
                    <a:lnTo>
                      <a:pt x="4013363" y="481566"/>
                    </a:lnTo>
                    <a:lnTo>
                      <a:pt x="4037096" y="466812"/>
                    </a:lnTo>
                    <a:lnTo>
                      <a:pt x="4060383" y="451948"/>
                    </a:lnTo>
                    <a:lnTo>
                      <a:pt x="4083182" y="436014"/>
                    </a:lnTo>
                    <a:lnTo>
                      <a:pt x="4105494" y="418531"/>
                    </a:lnTo>
                    <a:lnTo>
                      <a:pt x="4127317" y="401004"/>
                    </a:lnTo>
                    <a:lnTo>
                      <a:pt x="4148613" y="384656"/>
                    </a:lnTo>
                    <a:lnTo>
                      <a:pt x="4169664" y="371168"/>
                    </a:lnTo>
                    <a:lnTo>
                      <a:pt x="4190147" y="356675"/>
                    </a:lnTo>
                    <a:lnTo>
                      <a:pt x="4210386" y="344212"/>
                    </a:lnTo>
                    <a:lnTo>
                      <a:pt x="4230380" y="330789"/>
                    </a:lnTo>
                    <a:lnTo>
                      <a:pt x="4249969" y="313676"/>
                    </a:lnTo>
                    <a:lnTo>
                      <a:pt x="4269151" y="293683"/>
                    </a:lnTo>
                    <a:lnTo>
                      <a:pt x="4288008" y="270285"/>
                    </a:lnTo>
                    <a:lnTo>
                      <a:pt x="4306540" y="243111"/>
                    </a:lnTo>
                    <a:lnTo>
                      <a:pt x="4324584" y="213384"/>
                    </a:lnTo>
                    <a:lnTo>
                      <a:pt x="4342506" y="191972"/>
                    </a:lnTo>
                    <a:lnTo>
                      <a:pt x="4360063" y="161436"/>
                    </a:lnTo>
                    <a:lnTo>
                      <a:pt x="4393184" y="109577"/>
                    </a:lnTo>
                    <a:lnTo>
                      <a:pt x="4408628" y="84956"/>
                    </a:lnTo>
                    <a:lnTo>
                      <a:pt x="4423746" y="74458"/>
                    </a:lnTo>
                    <a:lnTo>
                      <a:pt x="4438823" y="60292"/>
                    </a:lnTo>
                    <a:lnTo>
                      <a:pt x="4453169" y="48309"/>
                    </a:lnTo>
                    <a:lnTo>
                      <a:pt x="4577568" y="49794"/>
                    </a:lnTo>
                    <a:lnTo>
                      <a:pt x="4701601" y="52456"/>
                    </a:lnTo>
                    <a:lnTo>
                      <a:pt x="4823928" y="52718"/>
                    </a:lnTo>
                    <a:lnTo>
                      <a:pt x="4945604" y="53199"/>
                    </a:lnTo>
                    <a:lnTo>
                      <a:pt x="5068174" y="54115"/>
                    </a:lnTo>
                    <a:lnTo>
                      <a:pt x="5193264" y="55338"/>
                    </a:lnTo>
                    <a:lnTo>
                      <a:pt x="5322337" y="58328"/>
                    </a:lnTo>
                    <a:lnTo>
                      <a:pt x="5455717" y="62366"/>
                    </a:lnTo>
                    <a:lnTo>
                      <a:pt x="5593080" y="70573"/>
                    </a:lnTo>
                    <a:lnTo>
                      <a:pt x="5733085" y="80656"/>
                    </a:lnTo>
                    <a:cubicBezTo>
                      <a:pt x="5733410" y="80722"/>
                      <a:pt x="5733817" y="80656"/>
                      <a:pt x="5734182" y="80591"/>
                    </a:cubicBezTo>
                    <a:lnTo>
                      <a:pt x="5740644" y="79412"/>
                    </a:lnTo>
                    <a:cubicBezTo>
                      <a:pt x="5741538" y="79259"/>
                      <a:pt x="5742229" y="78823"/>
                      <a:pt x="5742392" y="78299"/>
                    </a:cubicBezTo>
                    <a:lnTo>
                      <a:pt x="5746700" y="60707"/>
                    </a:lnTo>
                    <a:lnTo>
                      <a:pt x="5751454" y="43551"/>
                    </a:lnTo>
                    <a:cubicBezTo>
                      <a:pt x="5751454" y="43551"/>
                      <a:pt x="5751495" y="43289"/>
                      <a:pt x="5751454" y="43137"/>
                    </a:cubicBezTo>
                    <a:lnTo>
                      <a:pt x="5751292" y="42613"/>
                    </a:lnTo>
                    <a:close/>
                    <a:moveTo>
                      <a:pt x="3057022" y="652795"/>
                    </a:moveTo>
                    <a:lnTo>
                      <a:pt x="2879750" y="650460"/>
                    </a:lnTo>
                    <a:lnTo>
                      <a:pt x="2707030" y="648867"/>
                    </a:lnTo>
                    <a:lnTo>
                      <a:pt x="2743485" y="627062"/>
                    </a:lnTo>
                    <a:lnTo>
                      <a:pt x="2918684" y="628022"/>
                    </a:lnTo>
                    <a:lnTo>
                      <a:pt x="3090022" y="630052"/>
                    </a:lnTo>
                    <a:lnTo>
                      <a:pt x="3056982" y="652795"/>
                    </a:lnTo>
                    <a:close/>
                    <a:moveTo>
                      <a:pt x="5741741" y="60292"/>
                    </a:moveTo>
                    <a:lnTo>
                      <a:pt x="5737677" y="77033"/>
                    </a:lnTo>
                    <a:lnTo>
                      <a:pt x="5733329" y="77819"/>
                    </a:lnTo>
                    <a:lnTo>
                      <a:pt x="5593812" y="67801"/>
                    </a:lnTo>
                    <a:lnTo>
                      <a:pt x="5456245" y="59550"/>
                    </a:lnTo>
                    <a:lnTo>
                      <a:pt x="5322702" y="55490"/>
                    </a:lnTo>
                    <a:lnTo>
                      <a:pt x="5193508" y="52522"/>
                    </a:lnTo>
                    <a:lnTo>
                      <a:pt x="5068296" y="51300"/>
                    </a:lnTo>
                    <a:lnTo>
                      <a:pt x="4945726" y="50383"/>
                    </a:lnTo>
                    <a:lnTo>
                      <a:pt x="4824009" y="49903"/>
                    </a:lnTo>
                    <a:lnTo>
                      <a:pt x="4701764" y="49641"/>
                    </a:lnTo>
                    <a:lnTo>
                      <a:pt x="4577771" y="46978"/>
                    </a:lnTo>
                    <a:lnTo>
                      <a:pt x="4451909" y="45494"/>
                    </a:lnTo>
                    <a:cubicBezTo>
                      <a:pt x="4451015" y="45385"/>
                      <a:pt x="4450243" y="45712"/>
                      <a:pt x="4449796" y="46127"/>
                    </a:cubicBezTo>
                    <a:lnTo>
                      <a:pt x="4434556" y="58808"/>
                    </a:lnTo>
                    <a:lnTo>
                      <a:pt x="4419600" y="72886"/>
                    </a:lnTo>
                    <a:lnTo>
                      <a:pt x="4404360" y="83385"/>
                    </a:lnTo>
                    <a:cubicBezTo>
                      <a:pt x="4404198" y="83538"/>
                      <a:pt x="4404076" y="83647"/>
                      <a:pt x="4403954" y="83799"/>
                    </a:cubicBezTo>
                    <a:lnTo>
                      <a:pt x="4355227" y="160585"/>
                    </a:lnTo>
                    <a:lnTo>
                      <a:pt x="4337751" y="190968"/>
                    </a:lnTo>
                    <a:lnTo>
                      <a:pt x="4319870" y="212336"/>
                    </a:lnTo>
                    <a:lnTo>
                      <a:pt x="4301704" y="242173"/>
                    </a:lnTo>
                    <a:lnTo>
                      <a:pt x="4283253" y="269238"/>
                    </a:lnTo>
                    <a:lnTo>
                      <a:pt x="4264559" y="292461"/>
                    </a:lnTo>
                    <a:lnTo>
                      <a:pt x="4245499" y="312236"/>
                    </a:lnTo>
                    <a:lnTo>
                      <a:pt x="4226195" y="329130"/>
                    </a:lnTo>
                    <a:lnTo>
                      <a:pt x="4206484" y="342357"/>
                    </a:lnTo>
                    <a:lnTo>
                      <a:pt x="4186204" y="354885"/>
                    </a:lnTo>
                    <a:lnTo>
                      <a:pt x="4165681" y="369443"/>
                    </a:lnTo>
                    <a:lnTo>
                      <a:pt x="4144589" y="382910"/>
                    </a:lnTo>
                    <a:lnTo>
                      <a:pt x="4123091" y="399433"/>
                    </a:lnTo>
                    <a:lnTo>
                      <a:pt x="4101267" y="416960"/>
                    </a:lnTo>
                    <a:lnTo>
                      <a:pt x="4079037" y="434334"/>
                    </a:lnTo>
                    <a:lnTo>
                      <a:pt x="4056360" y="450223"/>
                    </a:lnTo>
                    <a:lnTo>
                      <a:pt x="4033195" y="464978"/>
                    </a:lnTo>
                    <a:lnTo>
                      <a:pt x="4009542" y="479689"/>
                    </a:lnTo>
                    <a:lnTo>
                      <a:pt x="3985402" y="494248"/>
                    </a:lnTo>
                    <a:lnTo>
                      <a:pt x="3935537" y="525307"/>
                    </a:lnTo>
                    <a:lnTo>
                      <a:pt x="3909771" y="540236"/>
                    </a:lnTo>
                    <a:lnTo>
                      <a:pt x="3883477" y="554729"/>
                    </a:lnTo>
                    <a:cubicBezTo>
                      <a:pt x="3883477" y="554729"/>
                      <a:pt x="3883193" y="554882"/>
                      <a:pt x="3883030" y="554991"/>
                    </a:cubicBezTo>
                    <a:lnTo>
                      <a:pt x="3856045" y="581052"/>
                    </a:lnTo>
                    <a:lnTo>
                      <a:pt x="3828410" y="607331"/>
                    </a:lnTo>
                    <a:lnTo>
                      <a:pt x="3800897" y="632431"/>
                    </a:lnTo>
                    <a:lnTo>
                      <a:pt x="3625454" y="632213"/>
                    </a:lnTo>
                    <a:lnTo>
                      <a:pt x="3485815" y="631144"/>
                    </a:lnTo>
                    <a:lnTo>
                      <a:pt x="3271886" y="628808"/>
                    </a:lnTo>
                    <a:lnTo>
                      <a:pt x="3100385" y="627368"/>
                    </a:lnTo>
                    <a:lnTo>
                      <a:pt x="3133507" y="603489"/>
                    </a:lnTo>
                    <a:lnTo>
                      <a:pt x="3168985" y="577538"/>
                    </a:lnTo>
                    <a:lnTo>
                      <a:pt x="3203407" y="550145"/>
                    </a:lnTo>
                    <a:lnTo>
                      <a:pt x="3237017" y="529890"/>
                    </a:lnTo>
                    <a:lnTo>
                      <a:pt x="3270220" y="514175"/>
                    </a:lnTo>
                    <a:lnTo>
                      <a:pt x="3302406" y="496692"/>
                    </a:lnTo>
                    <a:lnTo>
                      <a:pt x="3334106" y="481675"/>
                    </a:lnTo>
                    <a:lnTo>
                      <a:pt x="3364301" y="466702"/>
                    </a:lnTo>
                    <a:lnTo>
                      <a:pt x="3525154" y="471439"/>
                    </a:lnTo>
                    <a:lnTo>
                      <a:pt x="3687145" y="475062"/>
                    </a:lnTo>
                    <a:cubicBezTo>
                      <a:pt x="3687918" y="475062"/>
                      <a:pt x="3688608" y="474909"/>
                      <a:pt x="3689096" y="474647"/>
                    </a:cubicBezTo>
                    <a:lnTo>
                      <a:pt x="3716040" y="459412"/>
                    </a:lnTo>
                    <a:lnTo>
                      <a:pt x="3768425" y="431911"/>
                    </a:lnTo>
                    <a:lnTo>
                      <a:pt x="3794069" y="417789"/>
                    </a:lnTo>
                    <a:lnTo>
                      <a:pt x="3819022" y="400153"/>
                    </a:lnTo>
                    <a:lnTo>
                      <a:pt x="3843284" y="382037"/>
                    </a:lnTo>
                    <a:lnTo>
                      <a:pt x="3867302" y="368439"/>
                    </a:lnTo>
                    <a:lnTo>
                      <a:pt x="3890711" y="353946"/>
                    </a:lnTo>
                    <a:lnTo>
                      <a:pt x="3913835" y="341047"/>
                    </a:lnTo>
                    <a:lnTo>
                      <a:pt x="3936431" y="327034"/>
                    </a:lnTo>
                    <a:lnTo>
                      <a:pt x="3958905" y="313502"/>
                    </a:lnTo>
                    <a:lnTo>
                      <a:pt x="3980851" y="294316"/>
                    </a:lnTo>
                    <a:lnTo>
                      <a:pt x="4002390" y="270656"/>
                    </a:lnTo>
                    <a:lnTo>
                      <a:pt x="4023523" y="244290"/>
                    </a:lnTo>
                    <a:lnTo>
                      <a:pt x="4044249" y="215784"/>
                    </a:lnTo>
                    <a:lnTo>
                      <a:pt x="4064569" y="192496"/>
                    </a:lnTo>
                    <a:lnTo>
                      <a:pt x="4123578" y="114902"/>
                    </a:lnTo>
                    <a:lnTo>
                      <a:pt x="4142395" y="84258"/>
                    </a:lnTo>
                    <a:lnTo>
                      <a:pt x="4160845" y="66404"/>
                    </a:lnTo>
                    <a:lnTo>
                      <a:pt x="4178280" y="53395"/>
                    </a:lnTo>
                    <a:lnTo>
                      <a:pt x="4204574" y="54355"/>
                    </a:lnTo>
                    <a:cubicBezTo>
                      <a:pt x="4205346" y="54399"/>
                      <a:pt x="4206240" y="54137"/>
                      <a:pt x="4206809" y="53766"/>
                    </a:cubicBezTo>
                    <a:lnTo>
                      <a:pt x="4224406" y="40539"/>
                    </a:lnTo>
                    <a:lnTo>
                      <a:pt x="4241556" y="23384"/>
                    </a:lnTo>
                    <a:lnTo>
                      <a:pt x="4247734" y="16443"/>
                    </a:lnTo>
                    <a:lnTo>
                      <a:pt x="4258707" y="2867"/>
                    </a:lnTo>
                    <a:lnTo>
                      <a:pt x="4353601" y="4940"/>
                    </a:lnTo>
                    <a:lnTo>
                      <a:pt x="4479748" y="8672"/>
                    </a:lnTo>
                    <a:lnTo>
                      <a:pt x="4604390" y="9524"/>
                    </a:lnTo>
                    <a:lnTo>
                      <a:pt x="4727204" y="8891"/>
                    </a:lnTo>
                    <a:lnTo>
                      <a:pt x="4848434" y="9807"/>
                    </a:lnTo>
                    <a:lnTo>
                      <a:pt x="4968525" y="9327"/>
                    </a:lnTo>
                    <a:lnTo>
                      <a:pt x="5088982" y="8585"/>
                    </a:lnTo>
                    <a:lnTo>
                      <a:pt x="5211918" y="9436"/>
                    </a:lnTo>
                    <a:lnTo>
                      <a:pt x="5338552" y="13060"/>
                    </a:lnTo>
                    <a:lnTo>
                      <a:pt x="5469819" y="22816"/>
                    </a:lnTo>
                    <a:lnTo>
                      <a:pt x="5604744" y="30543"/>
                    </a:lnTo>
                    <a:lnTo>
                      <a:pt x="5742351" y="43704"/>
                    </a:lnTo>
                    <a:lnTo>
                      <a:pt x="5746212" y="44075"/>
                    </a:lnTo>
                    <a:lnTo>
                      <a:pt x="5741660" y="6031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8" name="Freeform: Shape 237">
                <a:extLst>
                  <a:ext uri="{FF2B5EF4-FFF2-40B4-BE49-F238E27FC236}">
                    <a16:creationId xmlns:a16="http://schemas.microsoft.com/office/drawing/2014/main" id="{5AAA168A-A8B6-41A9-9D83-DEFC9AAC925D}"/>
                  </a:ext>
                </a:extLst>
              </p:cNvPr>
              <p:cNvSpPr/>
              <p:nvPr/>
            </p:nvSpPr>
            <p:spPr>
              <a:xfrm>
                <a:off x="121" y="5590157"/>
                <a:ext cx="4577968" cy="729333"/>
              </a:xfrm>
              <a:custGeom>
                <a:avLst/>
                <a:gdLst>
                  <a:gd name="connsiteX0" fmla="*/ 4576146 w 4577968"/>
                  <a:gd name="connsiteY0" fmla="*/ 410143 h 729333"/>
                  <a:gd name="connsiteX1" fmla="*/ 4494947 w 4577968"/>
                  <a:gd name="connsiteY1" fmla="*/ 393576 h 729333"/>
                  <a:gd name="connsiteX2" fmla="*/ 4295851 w 4577968"/>
                  <a:gd name="connsiteY2" fmla="*/ 372208 h 729333"/>
                  <a:gd name="connsiteX3" fmla="*/ 4196690 w 4577968"/>
                  <a:gd name="connsiteY3" fmla="*/ 358719 h 729333"/>
                  <a:gd name="connsiteX4" fmla="*/ 4097447 w 4577968"/>
                  <a:gd name="connsiteY4" fmla="*/ 337089 h 729333"/>
                  <a:gd name="connsiteX5" fmla="*/ 3998285 w 4577968"/>
                  <a:gd name="connsiteY5" fmla="*/ 313014 h 729333"/>
                  <a:gd name="connsiteX6" fmla="*/ 3899246 w 4577968"/>
                  <a:gd name="connsiteY6" fmla="*/ 285797 h 729333"/>
                  <a:gd name="connsiteX7" fmla="*/ 3800409 w 4577968"/>
                  <a:gd name="connsiteY7" fmla="*/ 253341 h 729333"/>
                  <a:gd name="connsiteX8" fmla="*/ 3701532 w 4577968"/>
                  <a:gd name="connsiteY8" fmla="*/ 210604 h 729333"/>
                  <a:gd name="connsiteX9" fmla="*/ 3700922 w 4577968"/>
                  <a:gd name="connsiteY9" fmla="*/ 210430 h 729333"/>
                  <a:gd name="connsiteX10" fmla="*/ 3601436 w 4577968"/>
                  <a:gd name="connsiteY10" fmla="*/ 187359 h 729333"/>
                  <a:gd name="connsiteX11" fmla="*/ 3504672 w 4577968"/>
                  <a:gd name="connsiteY11" fmla="*/ 176053 h 729333"/>
                  <a:gd name="connsiteX12" fmla="*/ 3409087 w 4577968"/>
                  <a:gd name="connsiteY12" fmla="*/ 152611 h 729333"/>
                  <a:gd name="connsiteX13" fmla="*/ 3314802 w 4577968"/>
                  <a:gd name="connsiteY13" fmla="*/ 124520 h 729333"/>
                  <a:gd name="connsiteX14" fmla="*/ 3221655 w 4577968"/>
                  <a:gd name="connsiteY14" fmla="*/ 97608 h 729333"/>
                  <a:gd name="connsiteX15" fmla="*/ 3129036 w 4577968"/>
                  <a:gd name="connsiteY15" fmla="*/ 69408 h 729333"/>
                  <a:gd name="connsiteX16" fmla="*/ 3035239 w 4577968"/>
                  <a:gd name="connsiteY16" fmla="*/ 37127 h 729333"/>
                  <a:gd name="connsiteX17" fmla="*/ 2939248 w 4577968"/>
                  <a:gd name="connsiteY17" fmla="*/ 7028 h 729333"/>
                  <a:gd name="connsiteX18" fmla="*/ 2938313 w 4577968"/>
                  <a:gd name="connsiteY18" fmla="*/ 6875 h 729333"/>
                  <a:gd name="connsiteX19" fmla="*/ 2840452 w 4577968"/>
                  <a:gd name="connsiteY19" fmla="*/ 0 h 729333"/>
                  <a:gd name="connsiteX20" fmla="*/ 2839354 w 4577968"/>
                  <a:gd name="connsiteY20" fmla="*/ 65 h 729333"/>
                  <a:gd name="connsiteX21" fmla="*/ 2722149 w 4577968"/>
                  <a:gd name="connsiteY21" fmla="*/ 19622 h 729333"/>
                  <a:gd name="connsiteX22" fmla="*/ 2597872 w 4577968"/>
                  <a:gd name="connsiteY22" fmla="*/ 33744 h 729333"/>
                  <a:gd name="connsiteX23" fmla="*/ 2596124 w 4577968"/>
                  <a:gd name="connsiteY23" fmla="*/ 34486 h 729333"/>
                  <a:gd name="connsiteX24" fmla="*/ 2573366 w 4577968"/>
                  <a:gd name="connsiteY24" fmla="*/ 59106 h 729333"/>
                  <a:gd name="connsiteX25" fmla="*/ 2547600 w 4577968"/>
                  <a:gd name="connsiteY25" fmla="*/ 91453 h 729333"/>
                  <a:gd name="connsiteX26" fmla="*/ 2487534 w 4577968"/>
                  <a:gd name="connsiteY26" fmla="*/ 157959 h 729333"/>
                  <a:gd name="connsiteX27" fmla="*/ 2455510 w 4577968"/>
                  <a:gd name="connsiteY27" fmla="*/ 187053 h 729333"/>
                  <a:gd name="connsiteX28" fmla="*/ 2423526 w 4577968"/>
                  <a:gd name="connsiteY28" fmla="*/ 210495 h 729333"/>
                  <a:gd name="connsiteX29" fmla="*/ 2392071 w 4577968"/>
                  <a:gd name="connsiteY29" fmla="*/ 231711 h 729333"/>
                  <a:gd name="connsiteX30" fmla="*/ 2361469 w 4577968"/>
                  <a:gd name="connsiteY30" fmla="*/ 249041 h 729333"/>
                  <a:gd name="connsiteX31" fmla="*/ 2331151 w 4577968"/>
                  <a:gd name="connsiteY31" fmla="*/ 262835 h 729333"/>
                  <a:gd name="connsiteX32" fmla="*/ 2301200 w 4577968"/>
                  <a:gd name="connsiteY32" fmla="*/ 279685 h 729333"/>
                  <a:gd name="connsiteX33" fmla="*/ 2272508 w 4577968"/>
                  <a:gd name="connsiteY33" fmla="*/ 302167 h 729333"/>
                  <a:gd name="connsiteX34" fmla="*/ 2245279 w 4577968"/>
                  <a:gd name="connsiteY34" fmla="*/ 313626 h 729333"/>
                  <a:gd name="connsiteX35" fmla="*/ 2137745 w 4577968"/>
                  <a:gd name="connsiteY35" fmla="*/ 306314 h 729333"/>
                  <a:gd name="connsiteX36" fmla="*/ 2034682 w 4577968"/>
                  <a:gd name="connsiteY36" fmla="*/ 302057 h 729333"/>
                  <a:gd name="connsiteX37" fmla="*/ 2029521 w 4577968"/>
                  <a:gd name="connsiteY37" fmla="*/ 301839 h 729333"/>
                  <a:gd name="connsiteX38" fmla="*/ 1921175 w 4577968"/>
                  <a:gd name="connsiteY38" fmla="*/ 290118 h 729333"/>
                  <a:gd name="connsiteX39" fmla="*/ 1812829 w 4577968"/>
                  <a:gd name="connsiteY39" fmla="*/ 281126 h 729333"/>
                  <a:gd name="connsiteX40" fmla="*/ 1704685 w 4577968"/>
                  <a:gd name="connsiteY40" fmla="*/ 273727 h 729333"/>
                  <a:gd name="connsiteX41" fmla="*/ 1596542 w 4577968"/>
                  <a:gd name="connsiteY41" fmla="*/ 264669 h 729333"/>
                  <a:gd name="connsiteX42" fmla="*/ 1488115 w 4577968"/>
                  <a:gd name="connsiteY42" fmla="*/ 254869 h 729333"/>
                  <a:gd name="connsiteX43" fmla="*/ 1379931 w 4577968"/>
                  <a:gd name="connsiteY43" fmla="*/ 253319 h 729333"/>
                  <a:gd name="connsiteX44" fmla="*/ 1271788 w 4577968"/>
                  <a:gd name="connsiteY44" fmla="*/ 250809 h 729333"/>
                  <a:gd name="connsiteX45" fmla="*/ 1269756 w 4577968"/>
                  <a:gd name="connsiteY45" fmla="*/ 251289 h 729333"/>
                  <a:gd name="connsiteX46" fmla="*/ 1234115 w 4577968"/>
                  <a:gd name="connsiteY46" fmla="*/ 273552 h 729333"/>
                  <a:gd name="connsiteX47" fmla="*/ 1198636 w 4577968"/>
                  <a:gd name="connsiteY47" fmla="*/ 291188 h 729333"/>
                  <a:gd name="connsiteX48" fmla="*/ 1090087 w 4577968"/>
                  <a:gd name="connsiteY48" fmla="*/ 286648 h 729333"/>
                  <a:gd name="connsiteX49" fmla="*/ 1088502 w 4577968"/>
                  <a:gd name="connsiteY49" fmla="*/ 286910 h 729333"/>
                  <a:gd name="connsiteX50" fmla="*/ 1051682 w 4577968"/>
                  <a:gd name="connsiteY50" fmla="*/ 300617 h 729333"/>
                  <a:gd name="connsiteX51" fmla="*/ 942198 w 4577968"/>
                  <a:gd name="connsiteY51" fmla="*/ 296666 h 729333"/>
                  <a:gd name="connsiteX52" fmla="*/ 941263 w 4577968"/>
                  <a:gd name="connsiteY52" fmla="*/ 296710 h 729333"/>
                  <a:gd name="connsiteX53" fmla="*/ 902736 w 4577968"/>
                  <a:gd name="connsiteY53" fmla="*/ 303433 h 729333"/>
                  <a:gd name="connsiteX54" fmla="*/ 897534 w 4577968"/>
                  <a:gd name="connsiteY54" fmla="*/ 304284 h 729333"/>
                  <a:gd name="connsiteX55" fmla="*/ 810768 w 4577968"/>
                  <a:gd name="connsiteY55" fmla="*/ 302036 h 729333"/>
                  <a:gd name="connsiteX56" fmla="*/ 810077 w 4577968"/>
                  <a:gd name="connsiteY56" fmla="*/ 302079 h 729333"/>
                  <a:gd name="connsiteX57" fmla="*/ 767812 w 4577968"/>
                  <a:gd name="connsiteY57" fmla="*/ 307252 h 729333"/>
                  <a:gd name="connsiteX58" fmla="*/ 766267 w 4577968"/>
                  <a:gd name="connsiteY58" fmla="*/ 307798 h 729333"/>
                  <a:gd name="connsiteX59" fmla="*/ 722417 w 4577968"/>
                  <a:gd name="connsiteY59" fmla="*/ 342371 h 729333"/>
                  <a:gd name="connsiteX60" fmla="*/ 677794 w 4577968"/>
                  <a:gd name="connsiteY60" fmla="*/ 386439 h 729333"/>
                  <a:gd name="connsiteX61" fmla="*/ 632562 w 4577968"/>
                  <a:gd name="connsiteY61" fmla="*/ 426731 h 729333"/>
                  <a:gd name="connsiteX62" fmla="*/ 586720 w 4577968"/>
                  <a:gd name="connsiteY62" fmla="*/ 464665 h 729333"/>
                  <a:gd name="connsiteX63" fmla="*/ 540187 w 4577968"/>
                  <a:gd name="connsiteY63" fmla="*/ 500199 h 729333"/>
                  <a:gd name="connsiteX64" fmla="*/ 493044 w 4577968"/>
                  <a:gd name="connsiteY64" fmla="*/ 532917 h 729333"/>
                  <a:gd name="connsiteX65" fmla="*/ 445333 w 4577968"/>
                  <a:gd name="connsiteY65" fmla="*/ 560353 h 729333"/>
                  <a:gd name="connsiteX66" fmla="*/ 396850 w 4577968"/>
                  <a:gd name="connsiteY66" fmla="*/ 583904 h 729333"/>
                  <a:gd name="connsiteX67" fmla="*/ 347716 w 4577968"/>
                  <a:gd name="connsiteY67" fmla="*/ 604573 h 729333"/>
                  <a:gd name="connsiteX68" fmla="*/ 297729 w 4577968"/>
                  <a:gd name="connsiteY68" fmla="*/ 622362 h 729333"/>
                  <a:gd name="connsiteX69" fmla="*/ 246969 w 4577968"/>
                  <a:gd name="connsiteY69" fmla="*/ 641002 h 729333"/>
                  <a:gd name="connsiteX70" fmla="*/ 195072 w 4577968"/>
                  <a:gd name="connsiteY70" fmla="*/ 657197 h 729333"/>
                  <a:gd name="connsiteX71" fmla="*/ 142443 w 4577968"/>
                  <a:gd name="connsiteY71" fmla="*/ 678347 h 729333"/>
                  <a:gd name="connsiteX72" fmla="*/ 89083 w 4577968"/>
                  <a:gd name="connsiteY72" fmla="*/ 698318 h 729333"/>
                  <a:gd name="connsiteX73" fmla="*/ 34666 w 4577968"/>
                  <a:gd name="connsiteY73" fmla="*/ 714994 h 729333"/>
                  <a:gd name="connsiteX74" fmla="*/ 0 w 4577968"/>
                  <a:gd name="connsiteY74" fmla="*/ 726082 h 729333"/>
                  <a:gd name="connsiteX75" fmla="*/ 0 w 4577968"/>
                  <a:gd name="connsiteY75" fmla="*/ 729334 h 729333"/>
                  <a:gd name="connsiteX76" fmla="*/ 37186 w 4577968"/>
                  <a:gd name="connsiteY76" fmla="*/ 717460 h 729333"/>
                  <a:gd name="connsiteX77" fmla="*/ 91765 w 4577968"/>
                  <a:gd name="connsiteY77" fmla="*/ 700719 h 729333"/>
                  <a:gd name="connsiteX78" fmla="*/ 145410 w 4577968"/>
                  <a:gd name="connsiteY78" fmla="*/ 680639 h 729333"/>
                  <a:gd name="connsiteX79" fmla="*/ 197836 w 4577968"/>
                  <a:gd name="connsiteY79" fmla="*/ 659533 h 729333"/>
                  <a:gd name="connsiteX80" fmla="*/ 249692 w 4577968"/>
                  <a:gd name="connsiteY80" fmla="*/ 643381 h 729333"/>
                  <a:gd name="connsiteX81" fmla="*/ 300533 w 4577968"/>
                  <a:gd name="connsiteY81" fmla="*/ 624676 h 729333"/>
                  <a:gd name="connsiteX82" fmla="*/ 350683 w 4577968"/>
                  <a:gd name="connsiteY82" fmla="*/ 606821 h 729333"/>
                  <a:gd name="connsiteX83" fmla="*/ 400101 w 4577968"/>
                  <a:gd name="connsiteY83" fmla="*/ 586043 h 729333"/>
                  <a:gd name="connsiteX84" fmla="*/ 448828 w 4577968"/>
                  <a:gd name="connsiteY84" fmla="*/ 562317 h 729333"/>
                  <a:gd name="connsiteX85" fmla="*/ 496905 w 4577968"/>
                  <a:gd name="connsiteY85" fmla="*/ 534707 h 729333"/>
                  <a:gd name="connsiteX86" fmla="*/ 544251 w 4577968"/>
                  <a:gd name="connsiteY86" fmla="*/ 501836 h 729333"/>
                  <a:gd name="connsiteX87" fmla="*/ 590946 w 4577968"/>
                  <a:gd name="connsiteY87" fmla="*/ 466237 h 729333"/>
                  <a:gd name="connsiteX88" fmla="*/ 636869 w 4577968"/>
                  <a:gd name="connsiteY88" fmla="*/ 428128 h 729333"/>
                  <a:gd name="connsiteX89" fmla="*/ 682264 w 4577968"/>
                  <a:gd name="connsiteY89" fmla="*/ 387792 h 729333"/>
                  <a:gd name="connsiteX90" fmla="*/ 726765 w 4577968"/>
                  <a:gd name="connsiteY90" fmla="*/ 343768 h 729333"/>
                  <a:gd name="connsiteX91" fmla="*/ 769925 w 4577968"/>
                  <a:gd name="connsiteY91" fmla="*/ 309762 h 729333"/>
                  <a:gd name="connsiteX92" fmla="*/ 810971 w 4577968"/>
                  <a:gd name="connsiteY92" fmla="*/ 304742 h 729333"/>
                  <a:gd name="connsiteX93" fmla="*/ 897778 w 4577968"/>
                  <a:gd name="connsiteY93" fmla="*/ 306990 h 729333"/>
                  <a:gd name="connsiteX94" fmla="*/ 898632 w 4577968"/>
                  <a:gd name="connsiteY94" fmla="*/ 306925 h 729333"/>
                  <a:gd name="connsiteX95" fmla="*/ 942482 w 4577968"/>
                  <a:gd name="connsiteY95" fmla="*/ 299351 h 729333"/>
                  <a:gd name="connsiteX96" fmla="*/ 1052373 w 4577968"/>
                  <a:gd name="connsiteY96" fmla="*/ 303302 h 729333"/>
                  <a:gd name="connsiteX97" fmla="*/ 1053958 w 4577968"/>
                  <a:gd name="connsiteY97" fmla="*/ 303083 h 729333"/>
                  <a:gd name="connsiteX98" fmla="*/ 1090737 w 4577968"/>
                  <a:gd name="connsiteY98" fmla="*/ 289333 h 729333"/>
                  <a:gd name="connsiteX99" fmla="*/ 1199490 w 4577968"/>
                  <a:gd name="connsiteY99" fmla="*/ 293873 h 729333"/>
                  <a:gd name="connsiteX100" fmla="*/ 1201359 w 4577968"/>
                  <a:gd name="connsiteY100" fmla="*/ 293501 h 729333"/>
                  <a:gd name="connsiteX101" fmla="*/ 1237854 w 4577968"/>
                  <a:gd name="connsiteY101" fmla="*/ 275385 h 729333"/>
                  <a:gd name="connsiteX102" fmla="*/ 1272926 w 4577968"/>
                  <a:gd name="connsiteY102" fmla="*/ 253493 h 729333"/>
                  <a:gd name="connsiteX103" fmla="*/ 1379931 w 4577968"/>
                  <a:gd name="connsiteY103" fmla="*/ 256003 h 729333"/>
                  <a:gd name="connsiteX104" fmla="*/ 1487830 w 4577968"/>
                  <a:gd name="connsiteY104" fmla="*/ 257553 h 729333"/>
                  <a:gd name="connsiteX105" fmla="*/ 1595933 w 4577968"/>
                  <a:gd name="connsiteY105" fmla="*/ 267310 h 729333"/>
                  <a:gd name="connsiteX106" fmla="*/ 1704198 w 4577968"/>
                  <a:gd name="connsiteY106" fmla="*/ 276411 h 729333"/>
                  <a:gd name="connsiteX107" fmla="*/ 1812341 w 4577968"/>
                  <a:gd name="connsiteY107" fmla="*/ 283767 h 729333"/>
                  <a:gd name="connsiteX108" fmla="*/ 1920525 w 4577968"/>
                  <a:gd name="connsiteY108" fmla="*/ 292781 h 729333"/>
                  <a:gd name="connsiteX109" fmla="*/ 2029074 w 4577968"/>
                  <a:gd name="connsiteY109" fmla="*/ 304568 h 729333"/>
                  <a:gd name="connsiteX110" fmla="*/ 2137420 w 4577968"/>
                  <a:gd name="connsiteY110" fmla="*/ 309042 h 729333"/>
                  <a:gd name="connsiteX111" fmla="*/ 2245888 w 4577968"/>
                  <a:gd name="connsiteY111" fmla="*/ 316398 h 729333"/>
                  <a:gd name="connsiteX112" fmla="*/ 2247717 w 4577968"/>
                  <a:gd name="connsiteY112" fmla="*/ 316070 h 729333"/>
                  <a:gd name="connsiteX113" fmla="*/ 2276084 w 4577968"/>
                  <a:gd name="connsiteY113" fmla="*/ 304197 h 729333"/>
                  <a:gd name="connsiteX114" fmla="*/ 2276612 w 4577968"/>
                  <a:gd name="connsiteY114" fmla="*/ 303869 h 729333"/>
                  <a:gd name="connsiteX115" fmla="*/ 2305264 w 4577968"/>
                  <a:gd name="connsiteY115" fmla="*/ 281388 h 729333"/>
                  <a:gd name="connsiteX116" fmla="*/ 2334768 w 4577968"/>
                  <a:gd name="connsiteY116" fmla="*/ 264821 h 729333"/>
                  <a:gd name="connsiteX117" fmla="*/ 2365086 w 4577968"/>
                  <a:gd name="connsiteY117" fmla="*/ 251005 h 729333"/>
                  <a:gd name="connsiteX118" fmla="*/ 2396053 w 4577968"/>
                  <a:gd name="connsiteY118" fmla="*/ 233478 h 729333"/>
                  <a:gd name="connsiteX119" fmla="*/ 2427752 w 4577968"/>
                  <a:gd name="connsiteY119" fmla="*/ 212110 h 729333"/>
                  <a:gd name="connsiteX120" fmla="*/ 2459939 w 4577968"/>
                  <a:gd name="connsiteY120" fmla="*/ 188559 h 729333"/>
                  <a:gd name="connsiteX121" fmla="*/ 2492208 w 4577968"/>
                  <a:gd name="connsiteY121" fmla="*/ 159246 h 729333"/>
                  <a:gd name="connsiteX122" fmla="*/ 2552395 w 4577968"/>
                  <a:gd name="connsiteY122" fmla="*/ 92523 h 729333"/>
                  <a:gd name="connsiteX123" fmla="*/ 2578202 w 4577968"/>
                  <a:gd name="connsiteY123" fmla="*/ 60241 h 729333"/>
                  <a:gd name="connsiteX124" fmla="*/ 2600310 w 4577968"/>
                  <a:gd name="connsiteY124" fmla="*/ 36254 h 729333"/>
                  <a:gd name="connsiteX125" fmla="*/ 2723612 w 4577968"/>
                  <a:gd name="connsiteY125" fmla="*/ 22241 h 729333"/>
                  <a:gd name="connsiteX126" fmla="*/ 2840533 w 4577968"/>
                  <a:gd name="connsiteY126" fmla="*/ 2728 h 729333"/>
                  <a:gd name="connsiteX127" fmla="*/ 2937378 w 4577968"/>
                  <a:gd name="connsiteY127" fmla="*/ 9495 h 729333"/>
                  <a:gd name="connsiteX128" fmla="*/ 3032882 w 4577968"/>
                  <a:gd name="connsiteY128" fmla="*/ 39506 h 729333"/>
                  <a:gd name="connsiteX129" fmla="*/ 3126679 w 4577968"/>
                  <a:gd name="connsiteY129" fmla="*/ 71788 h 729333"/>
                  <a:gd name="connsiteX130" fmla="*/ 3219501 w 4577968"/>
                  <a:gd name="connsiteY130" fmla="*/ 99987 h 729333"/>
                  <a:gd name="connsiteX131" fmla="*/ 3312607 w 4577968"/>
                  <a:gd name="connsiteY131" fmla="*/ 126899 h 729333"/>
                  <a:gd name="connsiteX132" fmla="*/ 3407055 w 4577968"/>
                  <a:gd name="connsiteY132" fmla="*/ 155034 h 729333"/>
                  <a:gd name="connsiteX133" fmla="*/ 3503371 w 4577968"/>
                  <a:gd name="connsiteY133" fmla="*/ 178650 h 729333"/>
                  <a:gd name="connsiteX134" fmla="*/ 3600216 w 4577968"/>
                  <a:gd name="connsiteY134" fmla="*/ 189935 h 729333"/>
                  <a:gd name="connsiteX135" fmla="*/ 3698931 w 4577968"/>
                  <a:gd name="connsiteY135" fmla="*/ 212852 h 729333"/>
                  <a:gd name="connsiteX136" fmla="*/ 3797808 w 4577968"/>
                  <a:gd name="connsiteY136" fmla="*/ 255545 h 729333"/>
                  <a:gd name="connsiteX137" fmla="*/ 3897010 w 4577968"/>
                  <a:gd name="connsiteY137" fmla="*/ 288219 h 729333"/>
                  <a:gd name="connsiteX138" fmla="*/ 3996335 w 4577968"/>
                  <a:gd name="connsiteY138" fmla="*/ 315503 h 729333"/>
                  <a:gd name="connsiteX139" fmla="*/ 4095699 w 4577968"/>
                  <a:gd name="connsiteY139" fmla="*/ 339643 h 729333"/>
                  <a:gd name="connsiteX140" fmla="*/ 4195389 w 4577968"/>
                  <a:gd name="connsiteY140" fmla="*/ 361317 h 729333"/>
                  <a:gd name="connsiteX141" fmla="*/ 4295039 w 4577968"/>
                  <a:gd name="connsiteY141" fmla="*/ 374849 h 729333"/>
                  <a:gd name="connsiteX142" fmla="*/ 4493809 w 4577968"/>
                  <a:gd name="connsiteY142" fmla="*/ 396217 h 729333"/>
                  <a:gd name="connsiteX143" fmla="*/ 4574561 w 4577968"/>
                  <a:gd name="connsiteY143" fmla="*/ 412740 h 729333"/>
                  <a:gd name="connsiteX144" fmla="*/ 4577812 w 4577968"/>
                  <a:gd name="connsiteY144" fmla="*/ 411889 h 729333"/>
                  <a:gd name="connsiteX145" fmla="*/ 4576349 w 4577968"/>
                  <a:gd name="connsiteY145" fmla="*/ 410077 h 729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4577968" h="729333">
                    <a:moveTo>
                      <a:pt x="4576146" y="410143"/>
                    </a:moveTo>
                    <a:lnTo>
                      <a:pt x="4494947" y="393576"/>
                    </a:lnTo>
                    <a:lnTo>
                      <a:pt x="4295851" y="372208"/>
                    </a:lnTo>
                    <a:lnTo>
                      <a:pt x="4196690" y="358719"/>
                    </a:lnTo>
                    <a:lnTo>
                      <a:pt x="4097447" y="337089"/>
                    </a:lnTo>
                    <a:lnTo>
                      <a:pt x="3998285" y="313014"/>
                    </a:lnTo>
                    <a:lnTo>
                      <a:pt x="3899246" y="285797"/>
                    </a:lnTo>
                    <a:lnTo>
                      <a:pt x="3800409" y="253341"/>
                    </a:lnTo>
                    <a:lnTo>
                      <a:pt x="3701532" y="210604"/>
                    </a:lnTo>
                    <a:cubicBezTo>
                      <a:pt x="3701532" y="210604"/>
                      <a:pt x="3701166" y="210495"/>
                      <a:pt x="3700922" y="210430"/>
                    </a:cubicBezTo>
                    <a:lnTo>
                      <a:pt x="3601436" y="187359"/>
                    </a:lnTo>
                    <a:lnTo>
                      <a:pt x="3504672" y="176053"/>
                    </a:lnTo>
                    <a:lnTo>
                      <a:pt x="3409087" y="152611"/>
                    </a:lnTo>
                    <a:lnTo>
                      <a:pt x="3314802" y="124520"/>
                    </a:lnTo>
                    <a:lnTo>
                      <a:pt x="3221655" y="97608"/>
                    </a:lnTo>
                    <a:lnTo>
                      <a:pt x="3129036" y="69408"/>
                    </a:lnTo>
                    <a:lnTo>
                      <a:pt x="3035239" y="37127"/>
                    </a:lnTo>
                    <a:lnTo>
                      <a:pt x="2939248" y="7028"/>
                    </a:lnTo>
                    <a:cubicBezTo>
                      <a:pt x="2938963" y="6919"/>
                      <a:pt x="2938638" y="6875"/>
                      <a:pt x="2938313" y="6875"/>
                    </a:cubicBezTo>
                    <a:lnTo>
                      <a:pt x="2840452" y="0"/>
                    </a:lnTo>
                    <a:cubicBezTo>
                      <a:pt x="2840086" y="0"/>
                      <a:pt x="2839720" y="0"/>
                      <a:pt x="2839354" y="65"/>
                    </a:cubicBezTo>
                    <a:lnTo>
                      <a:pt x="2722149" y="19622"/>
                    </a:lnTo>
                    <a:lnTo>
                      <a:pt x="2597872" y="33744"/>
                    </a:lnTo>
                    <a:cubicBezTo>
                      <a:pt x="2597140" y="33787"/>
                      <a:pt x="2596490" y="34115"/>
                      <a:pt x="2596124" y="34486"/>
                    </a:cubicBezTo>
                    <a:lnTo>
                      <a:pt x="2573366" y="59106"/>
                    </a:lnTo>
                    <a:lnTo>
                      <a:pt x="2547600" y="91453"/>
                    </a:lnTo>
                    <a:lnTo>
                      <a:pt x="2487534" y="157959"/>
                    </a:lnTo>
                    <a:lnTo>
                      <a:pt x="2455510" y="187053"/>
                    </a:lnTo>
                    <a:lnTo>
                      <a:pt x="2423526" y="210495"/>
                    </a:lnTo>
                    <a:lnTo>
                      <a:pt x="2392071" y="231711"/>
                    </a:lnTo>
                    <a:lnTo>
                      <a:pt x="2361469" y="249041"/>
                    </a:lnTo>
                    <a:lnTo>
                      <a:pt x="2331151" y="262835"/>
                    </a:lnTo>
                    <a:lnTo>
                      <a:pt x="2301200" y="279685"/>
                    </a:lnTo>
                    <a:lnTo>
                      <a:pt x="2272508" y="302167"/>
                    </a:lnTo>
                    <a:lnTo>
                      <a:pt x="2245279" y="313626"/>
                    </a:lnTo>
                    <a:lnTo>
                      <a:pt x="2137745" y="306314"/>
                    </a:lnTo>
                    <a:lnTo>
                      <a:pt x="2034682" y="302057"/>
                    </a:lnTo>
                    <a:lnTo>
                      <a:pt x="2029521" y="301839"/>
                    </a:lnTo>
                    <a:lnTo>
                      <a:pt x="1921175" y="290118"/>
                    </a:lnTo>
                    <a:lnTo>
                      <a:pt x="1812829" y="281126"/>
                    </a:lnTo>
                    <a:lnTo>
                      <a:pt x="1704685" y="273727"/>
                    </a:lnTo>
                    <a:lnTo>
                      <a:pt x="1596542" y="264669"/>
                    </a:lnTo>
                    <a:lnTo>
                      <a:pt x="1488115" y="254869"/>
                    </a:lnTo>
                    <a:lnTo>
                      <a:pt x="1379931" y="253319"/>
                    </a:lnTo>
                    <a:lnTo>
                      <a:pt x="1271788" y="250809"/>
                    </a:lnTo>
                    <a:cubicBezTo>
                      <a:pt x="1270894" y="250809"/>
                      <a:pt x="1270285" y="250962"/>
                      <a:pt x="1269756" y="251289"/>
                    </a:cubicBezTo>
                    <a:lnTo>
                      <a:pt x="1234115" y="273552"/>
                    </a:lnTo>
                    <a:lnTo>
                      <a:pt x="1198636" y="291188"/>
                    </a:lnTo>
                    <a:lnTo>
                      <a:pt x="1090087" y="286648"/>
                    </a:lnTo>
                    <a:cubicBezTo>
                      <a:pt x="1089518" y="286582"/>
                      <a:pt x="1088949" y="286692"/>
                      <a:pt x="1088502" y="286910"/>
                    </a:cubicBezTo>
                    <a:lnTo>
                      <a:pt x="1051682" y="300617"/>
                    </a:lnTo>
                    <a:lnTo>
                      <a:pt x="942198" y="296666"/>
                    </a:lnTo>
                    <a:cubicBezTo>
                      <a:pt x="941913" y="296666"/>
                      <a:pt x="941548" y="296666"/>
                      <a:pt x="941263" y="296710"/>
                    </a:cubicBezTo>
                    <a:lnTo>
                      <a:pt x="902736" y="303433"/>
                    </a:lnTo>
                    <a:lnTo>
                      <a:pt x="897534" y="304284"/>
                    </a:lnTo>
                    <a:lnTo>
                      <a:pt x="810768" y="302036"/>
                    </a:lnTo>
                    <a:cubicBezTo>
                      <a:pt x="810524" y="302036"/>
                      <a:pt x="810321" y="302036"/>
                      <a:pt x="810077" y="302079"/>
                    </a:cubicBezTo>
                    <a:lnTo>
                      <a:pt x="767812" y="307252"/>
                    </a:lnTo>
                    <a:cubicBezTo>
                      <a:pt x="767161" y="307318"/>
                      <a:pt x="766633" y="307514"/>
                      <a:pt x="766267" y="307798"/>
                    </a:cubicBezTo>
                    <a:lnTo>
                      <a:pt x="722417" y="342371"/>
                    </a:lnTo>
                    <a:lnTo>
                      <a:pt x="677794" y="386439"/>
                    </a:lnTo>
                    <a:lnTo>
                      <a:pt x="632562" y="426731"/>
                    </a:lnTo>
                    <a:lnTo>
                      <a:pt x="586720" y="464665"/>
                    </a:lnTo>
                    <a:lnTo>
                      <a:pt x="540187" y="500199"/>
                    </a:lnTo>
                    <a:lnTo>
                      <a:pt x="493044" y="532917"/>
                    </a:lnTo>
                    <a:lnTo>
                      <a:pt x="445333" y="560353"/>
                    </a:lnTo>
                    <a:lnTo>
                      <a:pt x="396850" y="583904"/>
                    </a:lnTo>
                    <a:lnTo>
                      <a:pt x="347716" y="604573"/>
                    </a:lnTo>
                    <a:lnTo>
                      <a:pt x="297729" y="622362"/>
                    </a:lnTo>
                    <a:lnTo>
                      <a:pt x="246969" y="641002"/>
                    </a:lnTo>
                    <a:lnTo>
                      <a:pt x="195072" y="657197"/>
                    </a:lnTo>
                    <a:lnTo>
                      <a:pt x="142443" y="678347"/>
                    </a:lnTo>
                    <a:lnTo>
                      <a:pt x="89083" y="698318"/>
                    </a:lnTo>
                    <a:lnTo>
                      <a:pt x="34666" y="714994"/>
                    </a:lnTo>
                    <a:lnTo>
                      <a:pt x="0" y="726082"/>
                    </a:lnTo>
                    <a:lnTo>
                      <a:pt x="0" y="729334"/>
                    </a:lnTo>
                    <a:lnTo>
                      <a:pt x="37186" y="717460"/>
                    </a:lnTo>
                    <a:lnTo>
                      <a:pt x="91765" y="700719"/>
                    </a:lnTo>
                    <a:lnTo>
                      <a:pt x="145410" y="680639"/>
                    </a:lnTo>
                    <a:lnTo>
                      <a:pt x="197836" y="659533"/>
                    </a:lnTo>
                    <a:lnTo>
                      <a:pt x="249692" y="643381"/>
                    </a:lnTo>
                    <a:lnTo>
                      <a:pt x="300533" y="624676"/>
                    </a:lnTo>
                    <a:lnTo>
                      <a:pt x="350683" y="606821"/>
                    </a:lnTo>
                    <a:lnTo>
                      <a:pt x="400101" y="586043"/>
                    </a:lnTo>
                    <a:lnTo>
                      <a:pt x="448828" y="562317"/>
                    </a:lnTo>
                    <a:lnTo>
                      <a:pt x="496905" y="534707"/>
                    </a:lnTo>
                    <a:lnTo>
                      <a:pt x="544251" y="501836"/>
                    </a:lnTo>
                    <a:lnTo>
                      <a:pt x="590946" y="466237"/>
                    </a:lnTo>
                    <a:lnTo>
                      <a:pt x="636869" y="428128"/>
                    </a:lnTo>
                    <a:lnTo>
                      <a:pt x="682264" y="387792"/>
                    </a:lnTo>
                    <a:lnTo>
                      <a:pt x="726765" y="343768"/>
                    </a:lnTo>
                    <a:lnTo>
                      <a:pt x="769925" y="309762"/>
                    </a:lnTo>
                    <a:lnTo>
                      <a:pt x="810971" y="304742"/>
                    </a:lnTo>
                    <a:lnTo>
                      <a:pt x="897778" y="306990"/>
                    </a:lnTo>
                    <a:cubicBezTo>
                      <a:pt x="898063" y="306990"/>
                      <a:pt x="898307" y="306990"/>
                      <a:pt x="898632" y="306925"/>
                    </a:cubicBezTo>
                    <a:lnTo>
                      <a:pt x="942482" y="299351"/>
                    </a:lnTo>
                    <a:lnTo>
                      <a:pt x="1052373" y="303302"/>
                    </a:lnTo>
                    <a:cubicBezTo>
                      <a:pt x="1052942" y="303302"/>
                      <a:pt x="1053470" y="303258"/>
                      <a:pt x="1053958" y="303083"/>
                    </a:cubicBezTo>
                    <a:lnTo>
                      <a:pt x="1090737" y="289333"/>
                    </a:lnTo>
                    <a:lnTo>
                      <a:pt x="1199490" y="293873"/>
                    </a:lnTo>
                    <a:cubicBezTo>
                      <a:pt x="1200140" y="293873"/>
                      <a:pt x="1200831" y="293763"/>
                      <a:pt x="1201359" y="293501"/>
                    </a:cubicBezTo>
                    <a:lnTo>
                      <a:pt x="1237854" y="275385"/>
                    </a:lnTo>
                    <a:lnTo>
                      <a:pt x="1272926" y="253493"/>
                    </a:lnTo>
                    <a:lnTo>
                      <a:pt x="1379931" y="256003"/>
                    </a:lnTo>
                    <a:lnTo>
                      <a:pt x="1487830" y="257553"/>
                    </a:lnTo>
                    <a:lnTo>
                      <a:pt x="1595933" y="267310"/>
                    </a:lnTo>
                    <a:lnTo>
                      <a:pt x="1704198" y="276411"/>
                    </a:lnTo>
                    <a:lnTo>
                      <a:pt x="1812341" y="283767"/>
                    </a:lnTo>
                    <a:lnTo>
                      <a:pt x="1920525" y="292781"/>
                    </a:lnTo>
                    <a:lnTo>
                      <a:pt x="2029074" y="304568"/>
                    </a:lnTo>
                    <a:lnTo>
                      <a:pt x="2137420" y="309042"/>
                    </a:lnTo>
                    <a:lnTo>
                      <a:pt x="2245888" y="316398"/>
                    </a:lnTo>
                    <a:cubicBezTo>
                      <a:pt x="2246539" y="316441"/>
                      <a:pt x="2247230" y="316332"/>
                      <a:pt x="2247717" y="316070"/>
                    </a:cubicBezTo>
                    <a:lnTo>
                      <a:pt x="2276084" y="304197"/>
                    </a:lnTo>
                    <a:cubicBezTo>
                      <a:pt x="2276084" y="304197"/>
                      <a:pt x="2276490" y="303978"/>
                      <a:pt x="2276612" y="303869"/>
                    </a:cubicBezTo>
                    <a:lnTo>
                      <a:pt x="2305264" y="281388"/>
                    </a:lnTo>
                    <a:lnTo>
                      <a:pt x="2334768" y="264821"/>
                    </a:lnTo>
                    <a:lnTo>
                      <a:pt x="2365086" y="251005"/>
                    </a:lnTo>
                    <a:lnTo>
                      <a:pt x="2396053" y="233478"/>
                    </a:lnTo>
                    <a:lnTo>
                      <a:pt x="2427752" y="212110"/>
                    </a:lnTo>
                    <a:lnTo>
                      <a:pt x="2459939" y="188559"/>
                    </a:lnTo>
                    <a:lnTo>
                      <a:pt x="2492208" y="159246"/>
                    </a:lnTo>
                    <a:lnTo>
                      <a:pt x="2552395" y="92523"/>
                    </a:lnTo>
                    <a:lnTo>
                      <a:pt x="2578202" y="60241"/>
                    </a:lnTo>
                    <a:lnTo>
                      <a:pt x="2600310" y="36254"/>
                    </a:lnTo>
                    <a:lnTo>
                      <a:pt x="2723612" y="22241"/>
                    </a:lnTo>
                    <a:lnTo>
                      <a:pt x="2840533" y="2728"/>
                    </a:lnTo>
                    <a:lnTo>
                      <a:pt x="2937378" y="9495"/>
                    </a:lnTo>
                    <a:lnTo>
                      <a:pt x="3032882" y="39506"/>
                    </a:lnTo>
                    <a:lnTo>
                      <a:pt x="3126679" y="71788"/>
                    </a:lnTo>
                    <a:lnTo>
                      <a:pt x="3219501" y="99987"/>
                    </a:lnTo>
                    <a:lnTo>
                      <a:pt x="3312607" y="126899"/>
                    </a:lnTo>
                    <a:lnTo>
                      <a:pt x="3407055" y="155034"/>
                    </a:lnTo>
                    <a:lnTo>
                      <a:pt x="3503371" y="178650"/>
                    </a:lnTo>
                    <a:lnTo>
                      <a:pt x="3600216" y="189935"/>
                    </a:lnTo>
                    <a:lnTo>
                      <a:pt x="3698931" y="212852"/>
                    </a:lnTo>
                    <a:lnTo>
                      <a:pt x="3797808" y="255545"/>
                    </a:lnTo>
                    <a:lnTo>
                      <a:pt x="3897010" y="288219"/>
                    </a:lnTo>
                    <a:lnTo>
                      <a:pt x="3996335" y="315503"/>
                    </a:lnTo>
                    <a:lnTo>
                      <a:pt x="4095699" y="339643"/>
                    </a:lnTo>
                    <a:lnTo>
                      <a:pt x="4195389" y="361317"/>
                    </a:lnTo>
                    <a:lnTo>
                      <a:pt x="4295039" y="374849"/>
                    </a:lnTo>
                    <a:lnTo>
                      <a:pt x="4493809" y="396217"/>
                    </a:lnTo>
                    <a:lnTo>
                      <a:pt x="4574561" y="412740"/>
                    </a:lnTo>
                    <a:cubicBezTo>
                      <a:pt x="4575861" y="413002"/>
                      <a:pt x="4577324" y="412631"/>
                      <a:pt x="4577812" y="411889"/>
                    </a:cubicBezTo>
                    <a:cubicBezTo>
                      <a:pt x="4578299" y="411190"/>
                      <a:pt x="4577609" y="410339"/>
                      <a:pt x="4576349" y="41007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39" name="Freeform: Shape 238">
                <a:extLst>
                  <a:ext uri="{FF2B5EF4-FFF2-40B4-BE49-F238E27FC236}">
                    <a16:creationId xmlns:a16="http://schemas.microsoft.com/office/drawing/2014/main" id="{AC703DA5-3E75-4BBA-B50B-01A074247B48}"/>
                  </a:ext>
                </a:extLst>
              </p:cNvPr>
              <p:cNvSpPr/>
              <p:nvPr/>
            </p:nvSpPr>
            <p:spPr>
              <a:xfrm>
                <a:off x="11713418" y="5839043"/>
                <a:ext cx="478621" cy="13141"/>
              </a:xfrm>
              <a:custGeom>
                <a:avLst/>
                <a:gdLst>
                  <a:gd name="connsiteX0" fmla="*/ 478581 w 478621"/>
                  <a:gd name="connsiteY0" fmla="*/ 10304 h 13141"/>
                  <a:gd name="connsiteX1" fmla="*/ 424814 w 478621"/>
                  <a:gd name="connsiteY1" fmla="*/ 8864 h 13141"/>
                  <a:gd name="connsiteX2" fmla="*/ 416890 w 478621"/>
                  <a:gd name="connsiteY2" fmla="*/ 9780 h 13141"/>
                  <a:gd name="connsiteX3" fmla="*/ 339511 w 478621"/>
                  <a:gd name="connsiteY3" fmla="*/ 9737 h 13141"/>
                  <a:gd name="connsiteX4" fmla="*/ 261929 w 478621"/>
                  <a:gd name="connsiteY4" fmla="*/ 8886 h 13141"/>
                  <a:gd name="connsiteX5" fmla="*/ 184754 w 478621"/>
                  <a:gd name="connsiteY5" fmla="*/ 7401 h 13141"/>
                  <a:gd name="connsiteX6" fmla="*/ 157078 w 478621"/>
                  <a:gd name="connsiteY6" fmla="*/ 4848 h 13141"/>
                  <a:gd name="connsiteX7" fmla="*/ 79862 w 478621"/>
                  <a:gd name="connsiteY7" fmla="*/ 2556 h 13141"/>
                  <a:gd name="connsiteX8" fmla="*/ 2686 w 478621"/>
                  <a:gd name="connsiteY8" fmla="*/ 2 h 13141"/>
                  <a:gd name="connsiteX9" fmla="*/ 4 w 478621"/>
                  <a:gd name="connsiteY9" fmla="*/ 1334 h 13141"/>
                  <a:gd name="connsiteX10" fmla="*/ 2362 w 478621"/>
                  <a:gd name="connsiteY10" fmla="*/ 2840 h 13141"/>
                  <a:gd name="connsiteX11" fmla="*/ 79578 w 478621"/>
                  <a:gd name="connsiteY11" fmla="*/ 5393 h 13141"/>
                  <a:gd name="connsiteX12" fmla="*/ 156468 w 478621"/>
                  <a:gd name="connsiteY12" fmla="*/ 7620 h 13141"/>
                  <a:gd name="connsiteX13" fmla="*/ 184226 w 478621"/>
                  <a:gd name="connsiteY13" fmla="*/ 10173 h 13141"/>
                  <a:gd name="connsiteX14" fmla="*/ 261807 w 478621"/>
                  <a:gd name="connsiteY14" fmla="*/ 11723 h 13141"/>
                  <a:gd name="connsiteX15" fmla="*/ 339389 w 478621"/>
                  <a:gd name="connsiteY15" fmla="*/ 12509 h 13141"/>
                  <a:gd name="connsiteX16" fmla="*/ 417377 w 478621"/>
                  <a:gd name="connsiteY16" fmla="*/ 12618 h 13141"/>
                  <a:gd name="connsiteX17" fmla="*/ 425221 w 478621"/>
                  <a:gd name="connsiteY17" fmla="*/ 11658 h 13141"/>
                  <a:gd name="connsiteX18" fmla="*/ 478622 w 478621"/>
                  <a:gd name="connsiteY18" fmla="*/ 13142 h 13141"/>
                  <a:gd name="connsiteX19" fmla="*/ 478622 w 478621"/>
                  <a:gd name="connsiteY19" fmla="*/ 10326 h 1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78621" h="13141">
                    <a:moveTo>
                      <a:pt x="478581" y="10304"/>
                    </a:moveTo>
                    <a:lnTo>
                      <a:pt x="424814" y="8864"/>
                    </a:lnTo>
                    <a:lnTo>
                      <a:pt x="416890" y="9780"/>
                    </a:lnTo>
                    <a:lnTo>
                      <a:pt x="339511" y="9737"/>
                    </a:lnTo>
                    <a:lnTo>
                      <a:pt x="261929" y="8886"/>
                    </a:lnTo>
                    <a:lnTo>
                      <a:pt x="184754" y="7401"/>
                    </a:lnTo>
                    <a:lnTo>
                      <a:pt x="157078" y="4848"/>
                    </a:lnTo>
                    <a:lnTo>
                      <a:pt x="79862" y="2556"/>
                    </a:lnTo>
                    <a:lnTo>
                      <a:pt x="2686" y="2"/>
                    </a:lnTo>
                    <a:cubicBezTo>
                      <a:pt x="1305" y="-41"/>
                      <a:pt x="126" y="591"/>
                      <a:pt x="4" y="1334"/>
                    </a:cubicBezTo>
                    <a:cubicBezTo>
                      <a:pt x="-77" y="2141"/>
                      <a:pt x="980" y="2774"/>
                      <a:pt x="2362" y="2840"/>
                    </a:cubicBezTo>
                    <a:lnTo>
                      <a:pt x="79578" y="5393"/>
                    </a:lnTo>
                    <a:lnTo>
                      <a:pt x="156468" y="7620"/>
                    </a:lnTo>
                    <a:lnTo>
                      <a:pt x="184226" y="10173"/>
                    </a:lnTo>
                    <a:lnTo>
                      <a:pt x="261807" y="11723"/>
                    </a:lnTo>
                    <a:lnTo>
                      <a:pt x="339389" y="12509"/>
                    </a:lnTo>
                    <a:lnTo>
                      <a:pt x="417377" y="12618"/>
                    </a:lnTo>
                    <a:lnTo>
                      <a:pt x="425221" y="11658"/>
                    </a:lnTo>
                    <a:lnTo>
                      <a:pt x="478622" y="13142"/>
                    </a:lnTo>
                    <a:lnTo>
                      <a:pt x="478622" y="1032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0" name="Freeform: Shape 239">
                <a:extLst>
                  <a:ext uri="{FF2B5EF4-FFF2-40B4-BE49-F238E27FC236}">
                    <a16:creationId xmlns:a16="http://schemas.microsoft.com/office/drawing/2014/main" id="{57326358-1257-4F02-AC43-8B920E30D721}"/>
                  </a:ext>
                </a:extLst>
              </p:cNvPr>
              <p:cNvSpPr/>
              <p:nvPr/>
            </p:nvSpPr>
            <p:spPr>
              <a:xfrm>
                <a:off x="6982061" y="5554458"/>
                <a:ext cx="151007" cy="388983"/>
              </a:xfrm>
              <a:custGeom>
                <a:avLst/>
                <a:gdLst>
                  <a:gd name="connsiteX0" fmla="*/ 148389 w 151007"/>
                  <a:gd name="connsiteY0" fmla="*/ 388984 h 388983"/>
                  <a:gd name="connsiteX1" fmla="*/ 145910 w 151007"/>
                  <a:gd name="connsiteY1" fmla="*/ 387914 h 388983"/>
                  <a:gd name="connsiteX2" fmla="*/ 141439 w 151007"/>
                  <a:gd name="connsiteY2" fmla="*/ 377940 h 388983"/>
                  <a:gd name="connsiteX3" fmla="*/ 136969 w 151007"/>
                  <a:gd name="connsiteY3" fmla="*/ 363185 h 388983"/>
                  <a:gd name="connsiteX4" fmla="*/ 132499 w 151007"/>
                  <a:gd name="connsiteY4" fmla="*/ 343148 h 388983"/>
                  <a:gd name="connsiteX5" fmla="*/ 128638 w 151007"/>
                  <a:gd name="connsiteY5" fmla="*/ 323919 h 388983"/>
                  <a:gd name="connsiteX6" fmla="*/ 125752 w 151007"/>
                  <a:gd name="connsiteY6" fmla="*/ 304253 h 388983"/>
                  <a:gd name="connsiteX7" fmla="*/ 123679 w 151007"/>
                  <a:gd name="connsiteY7" fmla="*/ 287360 h 388983"/>
                  <a:gd name="connsiteX8" fmla="*/ 122704 w 151007"/>
                  <a:gd name="connsiteY8" fmla="*/ 262674 h 388983"/>
                  <a:gd name="connsiteX9" fmla="*/ 122623 w 151007"/>
                  <a:gd name="connsiteY9" fmla="*/ 242746 h 388983"/>
                  <a:gd name="connsiteX10" fmla="*/ 124208 w 151007"/>
                  <a:gd name="connsiteY10" fmla="*/ 174320 h 388983"/>
                  <a:gd name="connsiteX11" fmla="*/ 124208 w 151007"/>
                  <a:gd name="connsiteY11" fmla="*/ 138721 h 388983"/>
                  <a:gd name="connsiteX12" fmla="*/ 122826 w 151007"/>
                  <a:gd name="connsiteY12" fmla="*/ 106810 h 388983"/>
                  <a:gd name="connsiteX13" fmla="*/ 119575 w 151007"/>
                  <a:gd name="connsiteY13" fmla="*/ 79112 h 388983"/>
                  <a:gd name="connsiteX14" fmla="*/ 114211 w 151007"/>
                  <a:gd name="connsiteY14" fmla="*/ 51502 h 388983"/>
                  <a:gd name="connsiteX15" fmla="*/ 107180 w 151007"/>
                  <a:gd name="connsiteY15" fmla="*/ 26620 h 388983"/>
                  <a:gd name="connsiteX16" fmla="*/ 99946 w 151007"/>
                  <a:gd name="connsiteY16" fmla="*/ 20443 h 388983"/>
                  <a:gd name="connsiteX17" fmla="*/ 91614 w 151007"/>
                  <a:gd name="connsiteY17" fmla="*/ 11909 h 388983"/>
                  <a:gd name="connsiteX18" fmla="*/ 83771 w 151007"/>
                  <a:gd name="connsiteY18" fmla="*/ 6627 h 388983"/>
                  <a:gd name="connsiteX19" fmla="*/ 77228 w 151007"/>
                  <a:gd name="connsiteY19" fmla="*/ 2894 h 388983"/>
                  <a:gd name="connsiteX20" fmla="*/ 3020 w 151007"/>
                  <a:gd name="connsiteY20" fmla="*/ 11690 h 388983"/>
                  <a:gd name="connsiteX21" fmla="*/ 53 w 151007"/>
                  <a:gd name="connsiteY21" fmla="*/ 10577 h 388983"/>
                  <a:gd name="connsiteX22" fmla="*/ 2044 w 151007"/>
                  <a:gd name="connsiteY22" fmla="*/ 8918 h 388983"/>
                  <a:gd name="connsiteX23" fmla="*/ 77553 w 151007"/>
                  <a:gd name="connsiteY23" fmla="*/ 35 h 388983"/>
                  <a:gd name="connsiteX24" fmla="*/ 79910 w 151007"/>
                  <a:gd name="connsiteY24" fmla="*/ 406 h 388983"/>
                  <a:gd name="connsiteX25" fmla="*/ 87550 w 151007"/>
                  <a:gd name="connsiteY25" fmla="*/ 4771 h 388983"/>
                  <a:gd name="connsiteX26" fmla="*/ 95882 w 151007"/>
                  <a:gd name="connsiteY26" fmla="*/ 10359 h 388983"/>
                  <a:gd name="connsiteX27" fmla="*/ 104416 w 151007"/>
                  <a:gd name="connsiteY27" fmla="*/ 19002 h 388983"/>
                  <a:gd name="connsiteX28" fmla="*/ 111772 w 151007"/>
                  <a:gd name="connsiteY28" fmla="*/ 25332 h 388983"/>
                  <a:gd name="connsiteX29" fmla="*/ 112179 w 151007"/>
                  <a:gd name="connsiteY29" fmla="*/ 25856 h 388983"/>
                  <a:gd name="connsiteX30" fmla="*/ 119331 w 151007"/>
                  <a:gd name="connsiteY30" fmla="*/ 51109 h 388983"/>
                  <a:gd name="connsiteX31" fmla="*/ 124695 w 151007"/>
                  <a:gd name="connsiteY31" fmla="*/ 78872 h 388983"/>
                  <a:gd name="connsiteX32" fmla="*/ 127947 w 151007"/>
                  <a:gd name="connsiteY32" fmla="*/ 106679 h 388983"/>
                  <a:gd name="connsiteX33" fmla="*/ 129410 w 151007"/>
                  <a:gd name="connsiteY33" fmla="*/ 138655 h 388983"/>
                  <a:gd name="connsiteX34" fmla="*/ 129410 w 151007"/>
                  <a:gd name="connsiteY34" fmla="*/ 174298 h 388983"/>
                  <a:gd name="connsiteX35" fmla="*/ 127743 w 151007"/>
                  <a:gd name="connsiteY35" fmla="*/ 242724 h 388983"/>
                  <a:gd name="connsiteX36" fmla="*/ 127947 w 151007"/>
                  <a:gd name="connsiteY36" fmla="*/ 262608 h 388983"/>
                  <a:gd name="connsiteX37" fmla="*/ 128841 w 151007"/>
                  <a:gd name="connsiteY37" fmla="*/ 287163 h 388983"/>
                  <a:gd name="connsiteX38" fmla="*/ 130913 w 151007"/>
                  <a:gd name="connsiteY38" fmla="*/ 304013 h 388983"/>
                  <a:gd name="connsiteX39" fmla="*/ 133677 w 151007"/>
                  <a:gd name="connsiteY39" fmla="*/ 323613 h 388983"/>
                  <a:gd name="connsiteX40" fmla="*/ 137660 w 151007"/>
                  <a:gd name="connsiteY40" fmla="*/ 342733 h 388983"/>
                  <a:gd name="connsiteX41" fmla="*/ 142130 w 151007"/>
                  <a:gd name="connsiteY41" fmla="*/ 362705 h 388983"/>
                  <a:gd name="connsiteX42" fmla="*/ 146478 w 151007"/>
                  <a:gd name="connsiteY42" fmla="*/ 377307 h 388983"/>
                  <a:gd name="connsiteX43" fmla="*/ 150949 w 151007"/>
                  <a:gd name="connsiteY43" fmla="*/ 387216 h 388983"/>
                  <a:gd name="connsiteX44" fmla="*/ 149079 w 151007"/>
                  <a:gd name="connsiteY44" fmla="*/ 388918 h 388983"/>
                  <a:gd name="connsiteX45" fmla="*/ 148470 w 151007"/>
                  <a:gd name="connsiteY45" fmla="*/ 388918 h 38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51007" h="388983">
                    <a:moveTo>
                      <a:pt x="148389" y="388984"/>
                    </a:moveTo>
                    <a:cubicBezTo>
                      <a:pt x="147210" y="388984"/>
                      <a:pt x="146235" y="388569"/>
                      <a:pt x="145910" y="387914"/>
                    </a:cubicBezTo>
                    <a:lnTo>
                      <a:pt x="141439" y="377940"/>
                    </a:lnTo>
                    <a:lnTo>
                      <a:pt x="136969" y="363185"/>
                    </a:lnTo>
                    <a:lnTo>
                      <a:pt x="132499" y="343148"/>
                    </a:lnTo>
                    <a:lnTo>
                      <a:pt x="128638" y="323919"/>
                    </a:lnTo>
                    <a:lnTo>
                      <a:pt x="125752" y="304253"/>
                    </a:lnTo>
                    <a:lnTo>
                      <a:pt x="123679" y="287360"/>
                    </a:lnTo>
                    <a:lnTo>
                      <a:pt x="122704" y="262674"/>
                    </a:lnTo>
                    <a:lnTo>
                      <a:pt x="122623" y="242746"/>
                    </a:lnTo>
                    <a:lnTo>
                      <a:pt x="124208" y="174320"/>
                    </a:lnTo>
                    <a:lnTo>
                      <a:pt x="124208" y="138721"/>
                    </a:lnTo>
                    <a:lnTo>
                      <a:pt x="122826" y="106810"/>
                    </a:lnTo>
                    <a:lnTo>
                      <a:pt x="119575" y="79112"/>
                    </a:lnTo>
                    <a:lnTo>
                      <a:pt x="114211" y="51502"/>
                    </a:lnTo>
                    <a:lnTo>
                      <a:pt x="107180" y="26620"/>
                    </a:lnTo>
                    <a:lnTo>
                      <a:pt x="99946" y="20443"/>
                    </a:lnTo>
                    <a:lnTo>
                      <a:pt x="91614" y="11909"/>
                    </a:lnTo>
                    <a:lnTo>
                      <a:pt x="83771" y="6627"/>
                    </a:lnTo>
                    <a:lnTo>
                      <a:pt x="77228" y="2894"/>
                    </a:lnTo>
                    <a:lnTo>
                      <a:pt x="3020" y="11690"/>
                    </a:lnTo>
                    <a:cubicBezTo>
                      <a:pt x="1638" y="11865"/>
                      <a:pt x="337" y="11363"/>
                      <a:pt x="53" y="10577"/>
                    </a:cubicBezTo>
                    <a:cubicBezTo>
                      <a:pt x="-232" y="9835"/>
                      <a:pt x="662" y="9093"/>
                      <a:pt x="2044" y="8918"/>
                    </a:cubicBezTo>
                    <a:lnTo>
                      <a:pt x="77553" y="35"/>
                    </a:lnTo>
                    <a:cubicBezTo>
                      <a:pt x="78326" y="-74"/>
                      <a:pt x="79342" y="79"/>
                      <a:pt x="79910" y="406"/>
                    </a:cubicBezTo>
                    <a:lnTo>
                      <a:pt x="87550" y="4771"/>
                    </a:lnTo>
                    <a:lnTo>
                      <a:pt x="95882" y="10359"/>
                    </a:lnTo>
                    <a:lnTo>
                      <a:pt x="104416" y="19002"/>
                    </a:lnTo>
                    <a:lnTo>
                      <a:pt x="111772" y="25332"/>
                    </a:lnTo>
                    <a:cubicBezTo>
                      <a:pt x="111975" y="25507"/>
                      <a:pt x="112056" y="25703"/>
                      <a:pt x="112179" y="25856"/>
                    </a:cubicBezTo>
                    <a:lnTo>
                      <a:pt x="119331" y="51109"/>
                    </a:lnTo>
                    <a:lnTo>
                      <a:pt x="124695" y="78872"/>
                    </a:lnTo>
                    <a:lnTo>
                      <a:pt x="127947" y="106679"/>
                    </a:lnTo>
                    <a:lnTo>
                      <a:pt x="129410" y="138655"/>
                    </a:lnTo>
                    <a:lnTo>
                      <a:pt x="129410" y="174298"/>
                    </a:lnTo>
                    <a:lnTo>
                      <a:pt x="127743" y="242724"/>
                    </a:lnTo>
                    <a:lnTo>
                      <a:pt x="127947" y="262608"/>
                    </a:lnTo>
                    <a:lnTo>
                      <a:pt x="128841" y="287163"/>
                    </a:lnTo>
                    <a:lnTo>
                      <a:pt x="130913" y="304013"/>
                    </a:lnTo>
                    <a:lnTo>
                      <a:pt x="133677" y="323613"/>
                    </a:lnTo>
                    <a:lnTo>
                      <a:pt x="137660" y="342733"/>
                    </a:lnTo>
                    <a:lnTo>
                      <a:pt x="142130" y="362705"/>
                    </a:lnTo>
                    <a:lnTo>
                      <a:pt x="146478" y="377307"/>
                    </a:lnTo>
                    <a:lnTo>
                      <a:pt x="150949" y="387216"/>
                    </a:lnTo>
                    <a:cubicBezTo>
                      <a:pt x="151233" y="387958"/>
                      <a:pt x="150462" y="388722"/>
                      <a:pt x="149079" y="388918"/>
                    </a:cubicBezTo>
                    <a:lnTo>
                      <a:pt x="148470" y="3889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1" name="Freeform: Shape 240">
                <a:extLst>
                  <a:ext uri="{FF2B5EF4-FFF2-40B4-BE49-F238E27FC236}">
                    <a16:creationId xmlns:a16="http://schemas.microsoft.com/office/drawing/2014/main" id="{5DAE31BC-3DF5-4A99-8F9C-1EB1A3B901D0}"/>
                  </a:ext>
                </a:extLst>
              </p:cNvPr>
              <p:cNvSpPr/>
              <p:nvPr/>
            </p:nvSpPr>
            <p:spPr>
              <a:xfrm>
                <a:off x="1602953" y="5911837"/>
                <a:ext cx="1882332" cy="37476"/>
              </a:xfrm>
              <a:custGeom>
                <a:avLst/>
                <a:gdLst>
                  <a:gd name="connsiteX0" fmla="*/ 666424 w 1882332"/>
                  <a:gd name="connsiteY0" fmla="*/ 37476 h 37476"/>
                  <a:gd name="connsiteX1" fmla="*/ 555355 w 1882332"/>
                  <a:gd name="connsiteY1" fmla="*/ 33700 h 37476"/>
                  <a:gd name="connsiteX2" fmla="*/ 444571 w 1882332"/>
                  <a:gd name="connsiteY2" fmla="*/ 32958 h 37476"/>
                  <a:gd name="connsiteX3" fmla="*/ 339801 w 1882332"/>
                  <a:gd name="connsiteY3" fmla="*/ 26781 h 37476"/>
                  <a:gd name="connsiteX4" fmla="*/ 337809 w 1882332"/>
                  <a:gd name="connsiteY4" fmla="*/ 27043 h 37476"/>
                  <a:gd name="connsiteX5" fmla="*/ 336997 w 1882332"/>
                  <a:gd name="connsiteY5" fmla="*/ 27087 h 37476"/>
                  <a:gd name="connsiteX6" fmla="*/ 334314 w 1882332"/>
                  <a:gd name="connsiteY6" fmla="*/ 26934 h 37476"/>
                  <a:gd name="connsiteX7" fmla="*/ 303387 w 1882332"/>
                  <a:gd name="connsiteY7" fmla="*/ 35665 h 37476"/>
                  <a:gd name="connsiteX8" fmla="*/ 302005 w 1882332"/>
                  <a:gd name="connsiteY8" fmla="*/ 35817 h 37476"/>
                  <a:gd name="connsiteX9" fmla="*/ 190489 w 1882332"/>
                  <a:gd name="connsiteY9" fmla="*/ 30339 h 37476"/>
                  <a:gd name="connsiteX10" fmla="*/ 79014 w 1882332"/>
                  <a:gd name="connsiteY10" fmla="*/ 24424 h 37476"/>
                  <a:gd name="connsiteX11" fmla="*/ 2326 w 1882332"/>
                  <a:gd name="connsiteY11" fmla="*/ 21281 h 37476"/>
                  <a:gd name="connsiteX12" fmla="*/ 10 w 1882332"/>
                  <a:gd name="connsiteY12" fmla="*/ 19797 h 37476"/>
                  <a:gd name="connsiteX13" fmla="*/ 2733 w 1882332"/>
                  <a:gd name="connsiteY13" fmla="*/ 18465 h 37476"/>
                  <a:gd name="connsiteX14" fmla="*/ 79501 w 1882332"/>
                  <a:gd name="connsiteY14" fmla="*/ 21608 h 37476"/>
                  <a:gd name="connsiteX15" fmla="*/ 190977 w 1882332"/>
                  <a:gd name="connsiteY15" fmla="*/ 27523 h 37476"/>
                  <a:gd name="connsiteX16" fmla="*/ 301762 w 1882332"/>
                  <a:gd name="connsiteY16" fmla="*/ 33002 h 37476"/>
                  <a:gd name="connsiteX17" fmla="*/ 332729 w 1882332"/>
                  <a:gd name="connsiteY17" fmla="*/ 24271 h 37476"/>
                  <a:gd name="connsiteX18" fmla="*/ 334111 w 1882332"/>
                  <a:gd name="connsiteY18" fmla="*/ 24118 h 37476"/>
                  <a:gd name="connsiteX19" fmla="*/ 337078 w 1882332"/>
                  <a:gd name="connsiteY19" fmla="*/ 24271 h 37476"/>
                  <a:gd name="connsiteX20" fmla="*/ 339069 w 1882332"/>
                  <a:gd name="connsiteY20" fmla="*/ 24009 h 37476"/>
                  <a:gd name="connsiteX21" fmla="*/ 339923 w 1882332"/>
                  <a:gd name="connsiteY21" fmla="*/ 24009 h 37476"/>
                  <a:gd name="connsiteX22" fmla="*/ 444896 w 1882332"/>
                  <a:gd name="connsiteY22" fmla="*/ 30142 h 37476"/>
                  <a:gd name="connsiteX23" fmla="*/ 555558 w 1882332"/>
                  <a:gd name="connsiteY23" fmla="*/ 30885 h 37476"/>
                  <a:gd name="connsiteX24" fmla="*/ 666587 w 1882332"/>
                  <a:gd name="connsiteY24" fmla="*/ 34661 h 37476"/>
                  <a:gd name="connsiteX25" fmla="*/ 777412 w 1882332"/>
                  <a:gd name="connsiteY25" fmla="*/ 33962 h 37476"/>
                  <a:gd name="connsiteX26" fmla="*/ 888563 w 1882332"/>
                  <a:gd name="connsiteY26" fmla="*/ 33787 h 37476"/>
                  <a:gd name="connsiteX27" fmla="*/ 999591 w 1882332"/>
                  <a:gd name="connsiteY27" fmla="*/ 30055 h 37476"/>
                  <a:gd name="connsiteX28" fmla="*/ 1110010 w 1882332"/>
                  <a:gd name="connsiteY28" fmla="*/ 28942 h 37476"/>
                  <a:gd name="connsiteX29" fmla="*/ 1135004 w 1882332"/>
                  <a:gd name="connsiteY29" fmla="*/ 18291 h 37476"/>
                  <a:gd name="connsiteX30" fmla="*/ 1135694 w 1882332"/>
                  <a:gd name="connsiteY30" fmla="*/ 18072 h 37476"/>
                  <a:gd name="connsiteX31" fmla="*/ 1160891 w 1882332"/>
                  <a:gd name="connsiteY31" fmla="*/ 13227 h 37476"/>
                  <a:gd name="connsiteX32" fmla="*/ 1185804 w 1882332"/>
                  <a:gd name="connsiteY32" fmla="*/ 8905 h 37476"/>
                  <a:gd name="connsiteX33" fmla="*/ 1210553 w 1882332"/>
                  <a:gd name="connsiteY33" fmla="*/ 6461 h 37476"/>
                  <a:gd name="connsiteX34" fmla="*/ 1319103 w 1882332"/>
                  <a:gd name="connsiteY34" fmla="*/ 6395 h 37476"/>
                  <a:gd name="connsiteX35" fmla="*/ 1426758 w 1882332"/>
                  <a:gd name="connsiteY35" fmla="*/ 8054 h 37476"/>
                  <a:gd name="connsiteX36" fmla="*/ 1448866 w 1882332"/>
                  <a:gd name="connsiteY36" fmla="*/ 2401 h 37476"/>
                  <a:gd name="connsiteX37" fmla="*/ 1449598 w 1882332"/>
                  <a:gd name="connsiteY37" fmla="*/ 2292 h 37476"/>
                  <a:gd name="connsiteX38" fmla="*/ 1471909 w 1882332"/>
                  <a:gd name="connsiteY38" fmla="*/ 917 h 37476"/>
                  <a:gd name="connsiteX39" fmla="*/ 1578874 w 1882332"/>
                  <a:gd name="connsiteY39" fmla="*/ 0 h 37476"/>
                  <a:gd name="connsiteX40" fmla="*/ 1685920 w 1882332"/>
                  <a:gd name="connsiteY40" fmla="*/ 7836 h 37476"/>
                  <a:gd name="connsiteX41" fmla="*/ 1751797 w 1882332"/>
                  <a:gd name="connsiteY41" fmla="*/ 10760 h 37476"/>
                  <a:gd name="connsiteX42" fmla="*/ 1752650 w 1882332"/>
                  <a:gd name="connsiteY42" fmla="*/ 10651 h 37476"/>
                  <a:gd name="connsiteX43" fmla="*/ 1753910 w 1882332"/>
                  <a:gd name="connsiteY43" fmla="*/ 10760 h 37476"/>
                  <a:gd name="connsiteX44" fmla="*/ 1770288 w 1882332"/>
                  <a:gd name="connsiteY44" fmla="*/ 14056 h 37476"/>
                  <a:gd name="connsiteX45" fmla="*/ 1860021 w 1882332"/>
                  <a:gd name="connsiteY45" fmla="*/ 18858 h 37476"/>
                  <a:gd name="connsiteX46" fmla="*/ 1879325 w 1882332"/>
                  <a:gd name="connsiteY46" fmla="*/ 16675 h 37476"/>
                  <a:gd name="connsiteX47" fmla="*/ 1882292 w 1882332"/>
                  <a:gd name="connsiteY47" fmla="*/ 17789 h 37476"/>
                  <a:gd name="connsiteX48" fmla="*/ 1880300 w 1882332"/>
                  <a:gd name="connsiteY48" fmla="*/ 19426 h 37476"/>
                  <a:gd name="connsiteX49" fmla="*/ 1860631 w 1882332"/>
                  <a:gd name="connsiteY49" fmla="*/ 21608 h 37476"/>
                  <a:gd name="connsiteX50" fmla="*/ 1859899 w 1882332"/>
                  <a:gd name="connsiteY50" fmla="*/ 21652 h 37476"/>
                  <a:gd name="connsiteX51" fmla="*/ 1769475 w 1882332"/>
                  <a:gd name="connsiteY51" fmla="*/ 16850 h 37476"/>
                  <a:gd name="connsiteX52" fmla="*/ 1768825 w 1882332"/>
                  <a:gd name="connsiteY52" fmla="*/ 16741 h 37476"/>
                  <a:gd name="connsiteX53" fmla="*/ 1752691 w 1882332"/>
                  <a:gd name="connsiteY53" fmla="*/ 13489 h 37476"/>
                  <a:gd name="connsiteX54" fmla="*/ 1751960 w 1882332"/>
                  <a:gd name="connsiteY54" fmla="*/ 13554 h 37476"/>
                  <a:gd name="connsiteX55" fmla="*/ 1685391 w 1882332"/>
                  <a:gd name="connsiteY55" fmla="*/ 10564 h 37476"/>
                  <a:gd name="connsiteX56" fmla="*/ 1578589 w 1882332"/>
                  <a:gd name="connsiteY56" fmla="*/ 2772 h 37476"/>
                  <a:gd name="connsiteX57" fmla="*/ 1472234 w 1882332"/>
                  <a:gd name="connsiteY57" fmla="*/ 3623 h 37476"/>
                  <a:gd name="connsiteX58" fmla="*/ 1450614 w 1882332"/>
                  <a:gd name="connsiteY58" fmla="*/ 4998 h 37476"/>
                  <a:gd name="connsiteX59" fmla="*/ 1428343 w 1882332"/>
                  <a:gd name="connsiteY59" fmla="*/ 10651 h 37476"/>
                  <a:gd name="connsiteX60" fmla="*/ 1427205 w 1882332"/>
                  <a:gd name="connsiteY60" fmla="*/ 10804 h 37476"/>
                  <a:gd name="connsiteX61" fmla="*/ 1319062 w 1882332"/>
                  <a:gd name="connsiteY61" fmla="*/ 9145 h 37476"/>
                  <a:gd name="connsiteX62" fmla="*/ 1211000 w 1882332"/>
                  <a:gd name="connsiteY62" fmla="*/ 9145 h 37476"/>
                  <a:gd name="connsiteX63" fmla="*/ 1186982 w 1882332"/>
                  <a:gd name="connsiteY63" fmla="*/ 11546 h 37476"/>
                  <a:gd name="connsiteX64" fmla="*/ 1162476 w 1882332"/>
                  <a:gd name="connsiteY64" fmla="*/ 15802 h 37476"/>
                  <a:gd name="connsiteX65" fmla="*/ 1137767 w 1882332"/>
                  <a:gd name="connsiteY65" fmla="*/ 20604 h 37476"/>
                  <a:gd name="connsiteX66" fmla="*/ 1112408 w 1882332"/>
                  <a:gd name="connsiteY66" fmla="*/ 31365 h 37476"/>
                  <a:gd name="connsiteX67" fmla="*/ 1110904 w 1882332"/>
                  <a:gd name="connsiteY67" fmla="*/ 31670 h 37476"/>
                  <a:gd name="connsiteX68" fmla="*/ 999754 w 1882332"/>
                  <a:gd name="connsiteY68" fmla="*/ 32783 h 37476"/>
                  <a:gd name="connsiteX69" fmla="*/ 888684 w 1882332"/>
                  <a:gd name="connsiteY69" fmla="*/ 36472 h 37476"/>
                  <a:gd name="connsiteX70" fmla="*/ 777453 w 1882332"/>
                  <a:gd name="connsiteY70" fmla="*/ 36690 h 37476"/>
                  <a:gd name="connsiteX71" fmla="*/ 666424 w 1882332"/>
                  <a:gd name="connsiteY71" fmla="*/ 37389 h 37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882332" h="37476">
                    <a:moveTo>
                      <a:pt x="666424" y="37476"/>
                    </a:moveTo>
                    <a:lnTo>
                      <a:pt x="555355" y="33700"/>
                    </a:lnTo>
                    <a:lnTo>
                      <a:pt x="444571" y="32958"/>
                    </a:lnTo>
                    <a:lnTo>
                      <a:pt x="339801" y="26781"/>
                    </a:lnTo>
                    <a:lnTo>
                      <a:pt x="337809" y="27043"/>
                    </a:lnTo>
                    <a:cubicBezTo>
                      <a:pt x="337565" y="27087"/>
                      <a:pt x="337240" y="27087"/>
                      <a:pt x="336997" y="27087"/>
                    </a:cubicBezTo>
                    <a:lnTo>
                      <a:pt x="334314" y="26934"/>
                    </a:lnTo>
                    <a:lnTo>
                      <a:pt x="303387" y="35665"/>
                    </a:lnTo>
                    <a:cubicBezTo>
                      <a:pt x="302940" y="35817"/>
                      <a:pt x="302493" y="35883"/>
                      <a:pt x="302005" y="35817"/>
                    </a:cubicBezTo>
                    <a:lnTo>
                      <a:pt x="190489" y="30339"/>
                    </a:lnTo>
                    <a:lnTo>
                      <a:pt x="79014" y="24424"/>
                    </a:lnTo>
                    <a:lnTo>
                      <a:pt x="2326" y="21281"/>
                    </a:lnTo>
                    <a:cubicBezTo>
                      <a:pt x="944" y="21237"/>
                      <a:pt x="-112" y="20539"/>
                      <a:pt x="10" y="19797"/>
                    </a:cubicBezTo>
                    <a:cubicBezTo>
                      <a:pt x="91" y="18989"/>
                      <a:pt x="1351" y="18422"/>
                      <a:pt x="2733" y="18465"/>
                    </a:cubicBezTo>
                    <a:lnTo>
                      <a:pt x="79501" y="21608"/>
                    </a:lnTo>
                    <a:lnTo>
                      <a:pt x="190977" y="27523"/>
                    </a:lnTo>
                    <a:lnTo>
                      <a:pt x="301762" y="33002"/>
                    </a:lnTo>
                    <a:lnTo>
                      <a:pt x="332729" y="24271"/>
                    </a:lnTo>
                    <a:cubicBezTo>
                      <a:pt x="333136" y="24118"/>
                      <a:pt x="333623" y="24053"/>
                      <a:pt x="334111" y="24118"/>
                    </a:cubicBezTo>
                    <a:lnTo>
                      <a:pt x="337078" y="24271"/>
                    </a:lnTo>
                    <a:lnTo>
                      <a:pt x="339069" y="24009"/>
                    </a:lnTo>
                    <a:cubicBezTo>
                      <a:pt x="339354" y="23966"/>
                      <a:pt x="339638" y="23966"/>
                      <a:pt x="339923" y="24009"/>
                    </a:cubicBezTo>
                    <a:lnTo>
                      <a:pt x="444896" y="30142"/>
                    </a:lnTo>
                    <a:lnTo>
                      <a:pt x="555558" y="30885"/>
                    </a:lnTo>
                    <a:lnTo>
                      <a:pt x="666587" y="34661"/>
                    </a:lnTo>
                    <a:lnTo>
                      <a:pt x="777412" y="33962"/>
                    </a:lnTo>
                    <a:lnTo>
                      <a:pt x="888563" y="33787"/>
                    </a:lnTo>
                    <a:lnTo>
                      <a:pt x="999591" y="30055"/>
                    </a:lnTo>
                    <a:lnTo>
                      <a:pt x="1110010" y="28942"/>
                    </a:lnTo>
                    <a:lnTo>
                      <a:pt x="1135004" y="18291"/>
                    </a:lnTo>
                    <a:cubicBezTo>
                      <a:pt x="1135207" y="18247"/>
                      <a:pt x="1135451" y="18116"/>
                      <a:pt x="1135694" y="18072"/>
                    </a:cubicBezTo>
                    <a:lnTo>
                      <a:pt x="1160891" y="13227"/>
                    </a:lnTo>
                    <a:lnTo>
                      <a:pt x="1185804" y="8905"/>
                    </a:lnTo>
                    <a:lnTo>
                      <a:pt x="1210553" y="6461"/>
                    </a:lnTo>
                    <a:lnTo>
                      <a:pt x="1319103" y="6395"/>
                    </a:lnTo>
                    <a:lnTo>
                      <a:pt x="1426758" y="8054"/>
                    </a:lnTo>
                    <a:lnTo>
                      <a:pt x="1448866" y="2401"/>
                    </a:lnTo>
                    <a:cubicBezTo>
                      <a:pt x="1449110" y="2357"/>
                      <a:pt x="1449354" y="2292"/>
                      <a:pt x="1449598" y="2292"/>
                    </a:cubicBezTo>
                    <a:lnTo>
                      <a:pt x="1471909" y="917"/>
                    </a:lnTo>
                    <a:lnTo>
                      <a:pt x="1578874" y="0"/>
                    </a:lnTo>
                    <a:lnTo>
                      <a:pt x="1685920" y="7836"/>
                    </a:lnTo>
                    <a:lnTo>
                      <a:pt x="1751797" y="10760"/>
                    </a:lnTo>
                    <a:lnTo>
                      <a:pt x="1752650" y="10651"/>
                    </a:lnTo>
                    <a:cubicBezTo>
                      <a:pt x="1753057" y="10651"/>
                      <a:pt x="1753504" y="10651"/>
                      <a:pt x="1753910" y="10760"/>
                    </a:cubicBezTo>
                    <a:lnTo>
                      <a:pt x="1770288" y="14056"/>
                    </a:lnTo>
                    <a:lnTo>
                      <a:pt x="1860021" y="18858"/>
                    </a:lnTo>
                    <a:lnTo>
                      <a:pt x="1879325" y="16675"/>
                    </a:lnTo>
                    <a:cubicBezTo>
                      <a:pt x="1880666" y="16501"/>
                      <a:pt x="1882008" y="17047"/>
                      <a:pt x="1882292" y="17789"/>
                    </a:cubicBezTo>
                    <a:cubicBezTo>
                      <a:pt x="1882536" y="18531"/>
                      <a:pt x="1881642" y="19273"/>
                      <a:pt x="1880300" y="19426"/>
                    </a:cubicBezTo>
                    <a:lnTo>
                      <a:pt x="1860631" y="21608"/>
                    </a:lnTo>
                    <a:cubicBezTo>
                      <a:pt x="1860387" y="21652"/>
                      <a:pt x="1860143" y="21652"/>
                      <a:pt x="1859899" y="21652"/>
                    </a:cubicBezTo>
                    <a:lnTo>
                      <a:pt x="1769475" y="16850"/>
                    </a:lnTo>
                    <a:cubicBezTo>
                      <a:pt x="1769232" y="16785"/>
                      <a:pt x="1769028" y="16785"/>
                      <a:pt x="1768825" y="16741"/>
                    </a:cubicBezTo>
                    <a:lnTo>
                      <a:pt x="1752691" y="13489"/>
                    </a:lnTo>
                    <a:lnTo>
                      <a:pt x="1751960" y="13554"/>
                    </a:lnTo>
                    <a:lnTo>
                      <a:pt x="1685391" y="10564"/>
                    </a:lnTo>
                    <a:lnTo>
                      <a:pt x="1578589" y="2772"/>
                    </a:lnTo>
                    <a:lnTo>
                      <a:pt x="1472234" y="3623"/>
                    </a:lnTo>
                    <a:lnTo>
                      <a:pt x="1450614" y="4998"/>
                    </a:lnTo>
                    <a:lnTo>
                      <a:pt x="1428343" y="10651"/>
                    </a:lnTo>
                    <a:cubicBezTo>
                      <a:pt x="1427937" y="10760"/>
                      <a:pt x="1427612" y="10804"/>
                      <a:pt x="1427205" y="10804"/>
                    </a:cubicBezTo>
                    <a:lnTo>
                      <a:pt x="1319062" y="9145"/>
                    </a:lnTo>
                    <a:lnTo>
                      <a:pt x="1211000" y="9145"/>
                    </a:lnTo>
                    <a:lnTo>
                      <a:pt x="1186982" y="11546"/>
                    </a:lnTo>
                    <a:lnTo>
                      <a:pt x="1162476" y="15802"/>
                    </a:lnTo>
                    <a:lnTo>
                      <a:pt x="1137767" y="20604"/>
                    </a:lnTo>
                    <a:lnTo>
                      <a:pt x="1112408" y="31365"/>
                    </a:lnTo>
                    <a:cubicBezTo>
                      <a:pt x="1112001" y="31583"/>
                      <a:pt x="1111473" y="31670"/>
                      <a:pt x="1110904" y="31670"/>
                    </a:cubicBezTo>
                    <a:lnTo>
                      <a:pt x="999754" y="32783"/>
                    </a:lnTo>
                    <a:lnTo>
                      <a:pt x="888684" y="36472"/>
                    </a:lnTo>
                    <a:lnTo>
                      <a:pt x="777453" y="36690"/>
                    </a:lnTo>
                    <a:lnTo>
                      <a:pt x="666424" y="3738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2" name="Freeform: Shape 241">
                <a:extLst>
                  <a:ext uri="{FF2B5EF4-FFF2-40B4-BE49-F238E27FC236}">
                    <a16:creationId xmlns:a16="http://schemas.microsoft.com/office/drawing/2014/main" id="{15899D53-B668-482E-8F54-80146C4E414F}"/>
                  </a:ext>
                </a:extLst>
              </p:cNvPr>
              <p:cNvSpPr/>
              <p:nvPr/>
            </p:nvSpPr>
            <p:spPr>
              <a:xfrm>
                <a:off x="11669847" y="5831314"/>
                <a:ext cx="522274" cy="16876"/>
              </a:xfrm>
              <a:custGeom>
                <a:avLst/>
                <a:gdLst>
                  <a:gd name="connsiteX0" fmla="*/ 522153 w 522274"/>
                  <a:gd name="connsiteY0" fmla="*/ 14039 h 16876"/>
                  <a:gd name="connsiteX1" fmla="*/ 464322 w 522274"/>
                  <a:gd name="connsiteY1" fmla="*/ 11857 h 16876"/>
                  <a:gd name="connsiteX2" fmla="*/ 408483 w 522274"/>
                  <a:gd name="connsiteY2" fmla="*/ 7797 h 16876"/>
                  <a:gd name="connsiteX3" fmla="*/ 335656 w 522274"/>
                  <a:gd name="connsiteY3" fmla="*/ 3170 h 16876"/>
                  <a:gd name="connsiteX4" fmla="*/ 333380 w 522274"/>
                  <a:gd name="connsiteY4" fmla="*/ 3715 h 16876"/>
                  <a:gd name="connsiteX5" fmla="*/ 331104 w 522274"/>
                  <a:gd name="connsiteY5" fmla="*/ 5200 h 16876"/>
                  <a:gd name="connsiteX6" fmla="*/ 304932 w 522274"/>
                  <a:gd name="connsiteY6" fmla="*/ 5091 h 16876"/>
                  <a:gd name="connsiteX7" fmla="*/ 303631 w 522274"/>
                  <a:gd name="connsiteY7" fmla="*/ 4916 h 16876"/>
                  <a:gd name="connsiteX8" fmla="*/ 300949 w 522274"/>
                  <a:gd name="connsiteY8" fmla="*/ 5658 h 16876"/>
                  <a:gd name="connsiteX9" fmla="*/ 299567 w 522274"/>
                  <a:gd name="connsiteY9" fmla="*/ 7142 h 16876"/>
                  <a:gd name="connsiteX10" fmla="*/ 223082 w 522274"/>
                  <a:gd name="connsiteY10" fmla="*/ 7732 h 16876"/>
                  <a:gd name="connsiteX11" fmla="*/ 70277 w 522274"/>
                  <a:gd name="connsiteY11" fmla="*/ 2995 h 16876"/>
                  <a:gd name="connsiteX12" fmla="*/ 2692 w 522274"/>
                  <a:gd name="connsiteY12" fmla="*/ 5 h 16876"/>
                  <a:gd name="connsiteX13" fmla="*/ 10 w 522274"/>
                  <a:gd name="connsiteY13" fmla="*/ 1271 h 16876"/>
                  <a:gd name="connsiteX14" fmla="*/ 2286 w 522274"/>
                  <a:gd name="connsiteY14" fmla="*/ 2821 h 16876"/>
                  <a:gd name="connsiteX15" fmla="*/ 69870 w 522274"/>
                  <a:gd name="connsiteY15" fmla="*/ 5811 h 16876"/>
                  <a:gd name="connsiteX16" fmla="*/ 222960 w 522274"/>
                  <a:gd name="connsiteY16" fmla="*/ 10504 h 16876"/>
                  <a:gd name="connsiteX17" fmla="*/ 301153 w 522274"/>
                  <a:gd name="connsiteY17" fmla="*/ 9914 h 16876"/>
                  <a:gd name="connsiteX18" fmla="*/ 303346 w 522274"/>
                  <a:gd name="connsiteY18" fmla="*/ 9172 h 16876"/>
                  <a:gd name="connsiteX19" fmla="*/ 304647 w 522274"/>
                  <a:gd name="connsiteY19" fmla="*/ 7841 h 16876"/>
                  <a:gd name="connsiteX20" fmla="*/ 332323 w 522274"/>
                  <a:gd name="connsiteY20" fmla="*/ 7993 h 16876"/>
                  <a:gd name="connsiteX21" fmla="*/ 334315 w 522274"/>
                  <a:gd name="connsiteY21" fmla="*/ 7513 h 16876"/>
                  <a:gd name="connsiteX22" fmla="*/ 336509 w 522274"/>
                  <a:gd name="connsiteY22" fmla="*/ 6029 h 16876"/>
                  <a:gd name="connsiteX23" fmla="*/ 407954 w 522274"/>
                  <a:gd name="connsiteY23" fmla="*/ 10569 h 16876"/>
                  <a:gd name="connsiteX24" fmla="*/ 460421 w 522274"/>
                  <a:gd name="connsiteY24" fmla="*/ 14520 h 16876"/>
                  <a:gd name="connsiteX25" fmla="*/ 463997 w 522274"/>
                  <a:gd name="connsiteY25" fmla="*/ 14629 h 16876"/>
                  <a:gd name="connsiteX26" fmla="*/ 464607 w 522274"/>
                  <a:gd name="connsiteY26" fmla="*/ 14694 h 16876"/>
                  <a:gd name="connsiteX27" fmla="*/ 522275 w 522274"/>
                  <a:gd name="connsiteY27" fmla="*/ 16877 h 16876"/>
                  <a:gd name="connsiteX28" fmla="*/ 522275 w 522274"/>
                  <a:gd name="connsiteY28" fmla="*/ 14061 h 1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2274" h="16876">
                    <a:moveTo>
                      <a:pt x="522153" y="14039"/>
                    </a:moveTo>
                    <a:lnTo>
                      <a:pt x="464322" y="11857"/>
                    </a:lnTo>
                    <a:lnTo>
                      <a:pt x="408483" y="7797"/>
                    </a:lnTo>
                    <a:lnTo>
                      <a:pt x="335656" y="3170"/>
                    </a:lnTo>
                    <a:cubicBezTo>
                      <a:pt x="334761" y="3126"/>
                      <a:pt x="333867" y="3344"/>
                      <a:pt x="333380" y="3715"/>
                    </a:cubicBezTo>
                    <a:lnTo>
                      <a:pt x="331104" y="5200"/>
                    </a:lnTo>
                    <a:lnTo>
                      <a:pt x="304932" y="5091"/>
                    </a:lnTo>
                    <a:lnTo>
                      <a:pt x="303631" y="4916"/>
                    </a:lnTo>
                    <a:cubicBezTo>
                      <a:pt x="302534" y="4872"/>
                      <a:pt x="301437" y="5134"/>
                      <a:pt x="300949" y="5658"/>
                    </a:cubicBezTo>
                    <a:lnTo>
                      <a:pt x="299567" y="7142"/>
                    </a:lnTo>
                    <a:lnTo>
                      <a:pt x="223082" y="7732"/>
                    </a:lnTo>
                    <a:lnTo>
                      <a:pt x="70277" y="2995"/>
                    </a:lnTo>
                    <a:lnTo>
                      <a:pt x="2692" y="5"/>
                    </a:lnTo>
                    <a:cubicBezTo>
                      <a:pt x="1392" y="-61"/>
                      <a:pt x="91" y="529"/>
                      <a:pt x="10" y="1271"/>
                    </a:cubicBezTo>
                    <a:cubicBezTo>
                      <a:pt x="-112" y="2078"/>
                      <a:pt x="904" y="2777"/>
                      <a:pt x="2286" y="2821"/>
                    </a:cubicBezTo>
                    <a:lnTo>
                      <a:pt x="69870" y="5811"/>
                    </a:lnTo>
                    <a:lnTo>
                      <a:pt x="222960" y="10504"/>
                    </a:lnTo>
                    <a:lnTo>
                      <a:pt x="301153" y="9914"/>
                    </a:lnTo>
                    <a:cubicBezTo>
                      <a:pt x="302047" y="9914"/>
                      <a:pt x="302819" y="9652"/>
                      <a:pt x="303346" y="9172"/>
                    </a:cubicBezTo>
                    <a:lnTo>
                      <a:pt x="304647" y="7841"/>
                    </a:lnTo>
                    <a:lnTo>
                      <a:pt x="332323" y="7993"/>
                    </a:lnTo>
                    <a:cubicBezTo>
                      <a:pt x="332810" y="7993"/>
                      <a:pt x="333786" y="7841"/>
                      <a:pt x="334315" y="7513"/>
                    </a:cubicBezTo>
                    <a:lnTo>
                      <a:pt x="336509" y="6029"/>
                    </a:lnTo>
                    <a:lnTo>
                      <a:pt x="407954" y="10569"/>
                    </a:lnTo>
                    <a:lnTo>
                      <a:pt x="460421" y="14520"/>
                    </a:lnTo>
                    <a:lnTo>
                      <a:pt x="463997" y="14629"/>
                    </a:lnTo>
                    <a:cubicBezTo>
                      <a:pt x="463997" y="14629"/>
                      <a:pt x="464607" y="14694"/>
                      <a:pt x="464607" y="14694"/>
                    </a:cubicBezTo>
                    <a:lnTo>
                      <a:pt x="522275" y="16877"/>
                    </a:lnTo>
                    <a:lnTo>
                      <a:pt x="522275" y="1406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3" name="Freeform: Shape 242">
                <a:extLst>
                  <a:ext uri="{FF2B5EF4-FFF2-40B4-BE49-F238E27FC236}">
                    <a16:creationId xmlns:a16="http://schemas.microsoft.com/office/drawing/2014/main" id="{091F7523-C079-4FB3-8B05-A76F81F7AF27}"/>
                  </a:ext>
                </a:extLst>
              </p:cNvPr>
              <p:cNvSpPr/>
              <p:nvPr/>
            </p:nvSpPr>
            <p:spPr>
              <a:xfrm>
                <a:off x="9260962" y="6578048"/>
                <a:ext cx="2931037" cy="61965"/>
              </a:xfrm>
              <a:custGeom>
                <a:avLst/>
                <a:gdLst>
                  <a:gd name="connsiteX0" fmla="*/ 2931038 w 2931037"/>
                  <a:gd name="connsiteY0" fmla="*/ 59150 h 61965"/>
                  <a:gd name="connsiteX1" fmla="*/ 2652329 w 2931037"/>
                  <a:gd name="connsiteY1" fmla="*/ 55352 h 61965"/>
                  <a:gd name="connsiteX2" fmla="*/ 2485340 w 2931037"/>
                  <a:gd name="connsiteY2" fmla="*/ 53759 h 61965"/>
                  <a:gd name="connsiteX3" fmla="*/ 2318838 w 2931037"/>
                  <a:gd name="connsiteY3" fmla="*/ 51030 h 61965"/>
                  <a:gd name="connsiteX4" fmla="*/ 2263770 w 2931037"/>
                  <a:gd name="connsiteY4" fmla="*/ 46185 h 61965"/>
                  <a:gd name="connsiteX5" fmla="*/ 2210004 w 2931037"/>
                  <a:gd name="connsiteY5" fmla="*/ 40117 h 61965"/>
                  <a:gd name="connsiteX6" fmla="*/ 2157618 w 2931037"/>
                  <a:gd name="connsiteY6" fmla="*/ 32609 h 61965"/>
                  <a:gd name="connsiteX7" fmla="*/ 2105639 w 2931037"/>
                  <a:gd name="connsiteY7" fmla="*/ 19142 h 61965"/>
                  <a:gd name="connsiteX8" fmla="*/ 2054637 w 2931037"/>
                  <a:gd name="connsiteY8" fmla="*/ 5238 h 61965"/>
                  <a:gd name="connsiteX9" fmla="*/ 2053539 w 2931037"/>
                  <a:gd name="connsiteY9" fmla="*/ 5064 h 61965"/>
                  <a:gd name="connsiteX10" fmla="*/ 2601 w 2931037"/>
                  <a:gd name="connsiteY10" fmla="*/ 0 h 61965"/>
                  <a:gd name="connsiteX11" fmla="*/ 2601 w 2931037"/>
                  <a:gd name="connsiteY11" fmla="*/ 0 h 61965"/>
                  <a:gd name="connsiteX12" fmla="*/ 0 w 2931037"/>
                  <a:gd name="connsiteY12" fmla="*/ 1440 h 61965"/>
                  <a:gd name="connsiteX13" fmla="*/ 2601 w 2931037"/>
                  <a:gd name="connsiteY13" fmla="*/ 2837 h 61965"/>
                  <a:gd name="connsiteX14" fmla="*/ 2052929 w 2931037"/>
                  <a:gd name="connsiteY14" fmla="*/ 7901 h 61965"/>
                  <a:gd name="connsiteX15" fmla="*/ 2103446 w 2931037"/>
                  <a:gd name="connsiteY15" fmla="*/ 21696 h 61965"/>
                  <a:gd name="connsiteX16" fmla="*/ 2155911 w 2931037"/>
                  <a:gd name="connsiteY16" fmla="*/ 35228 h 61965"/>
                  <a:gd name="connsiteX17" fmla="*/ 2208906 w 2931037"/>
                  <a:gd name="connsiteY17" fmla="*/ 42846 h 61965"/>
                  <a:gd name="connsiteX18" fmla="*/ 2262876 w 2931037"/>
                  <a:gd name="connsiteY18" fmla="*/ 48979 h 61965"/>
                  <a:gd name="connsiteX19" fmla="*/ 2318349 w 2931037"/>
                  <a:gd name="connsiteY19" fmla="*/ 53824 h 61965"/>
                  <a:gd name="connsiteX20" fmla="*/ 2485258 w 2931037"/>
                  <a:gd name="connsiteY20" fmla="*/ 56596 h 61965"/>
                  <a:gd name="connsiteX21" fmla="*/ 2652247 w 2931037"/>
                  <a:gd name="connsiteY21" fmla="*/ 58189 h 61965"/>
                  <a:gd name="connsiteX22" fmla="*/ 2931038 w 2931037"/>
                  <a:gd name="connsiteY22" fmla="*/ 61966 h 61965"/>
                  <a:gd name="connsiteX23" fmla="*/ 2931038 w 2931037"/>
                  <a:gd name="connsiteY23" fmla="*/ 59150 h 6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31037" h="61965">
                    <a:moveTo>
                      <a:pt x="2931038" y="59150"/>
                    </a:moveTo>
                    <a:lnTo>
                      <a:pt x="2652329" y="55352"/>
                    </a:lnTo>
                    <a:lnTo>
                      <a:pt x="2485340" y="53759"/>
                    </a:lnTo>
                    <a:lnTo>
                      <a:pt x="2318838" y="51030"/>
                    </a:lnTo>
                    <a:lnTo>
                      <a:pt x="2263770" y="46185"/>
                    </a:lnTo>
                    <a:lnTo>
                      <a:pt x="2210004" y="40117"/>
                    </a:lnTo>
                    <a:lnTo>
                      <a:pt x="2157618" y="32609"/>
                    </a:lnTo>
                    <a:lnTo>
                      <a:pt x="2105639" y="19142"/>
                    </a:lnTo>
                    <a:lnTo>
                      <a:pt x="2054637" y="5238"/>
                    </a:lnTo>
                    <a:cubicBezTo>
                      <a:pt x="2054352" y="5129"/>
                      <a:pt x="2053945" y="5064"/>
                      <a:pt x="2053539" y="5064"/>
                    </a:cubicBezTo>
                    <a:lnTo>
                      <a:pt x="2601" y="0"/>
                    </a:lnTo>
                    <a:lnTo>
                      <a:pt x="2601" y="0"/>
                    </a:lnTo>
                    <a:cubicBezTo>
                      <a:pt x="1219" y="0"/>
                      <a:pt x="122" y="633"/>
                      <a:pt x="0" y="1440"/>
                    </a:cubicBezTo>
                    <a:cubicBezTo>
                      <a:pt x="0" y="2183"/>
                      <a:pt x="1179" y="2837"/>
                      <a:pt x="2601" y="2837"/>
                    </a:cubicBezTo>
                    <a:lnTo>
                      <a:pt x="2052929" y="7901"/>
                    </a:lnTo>
                    <a:lnTo>
                      <a:pt x="2103446" y="21696"/>
                    </a:lnTo>
                    <a:lnTo>
                      <a:pt x="2155911" y="35228"/>
                    </a:lnTo>
                    <a:lnTo>
                      <a:pt x="2208906" y="42846"/>
                    </a:lnTo>
                    <a:lnTo>
                      <a:pt x="2262876" y="48979"/>
                    </a:lnTo>
                    <a:lnTo>
                      <a:pt x="2318349" y="53824"/>
                    </a:lnTo>
                    <a:lnTo>
                      <a:pt x="2485258" y="56596"/>
                    </a:lnTo>
                    <a:lnTo>
                      <a:pt x="2652247" y="58189"/>
                    </a:lnTo>
                    <a:lnTo>
                      <a:pt x="2931038" y="61966"/>
                    </a:lnTo>
                    <a:lnTo>
                      <a:pt x="2931038" y="5915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4" name="Freeform: Shape 243">
                <a:extLst>
                  <a:ext uri="{FF2B5EF4-FFF2-40B4-BE49-F238E27FC236}">
                    <a16:creationId xmlns:a16="http://schemas.microsoft.com/office/drawing/2014/main" id="{06741B61-90AC-4400-891A-E79881BF6466}"/>
                  </a:ext>
                </a:extLst>
              </p:cNvPr>
              <p:cNvSpPr/>
              <p:nvPr/>
            </p:nvSpPr>
            <p:spPr>
              <a:xfrm>
                <a:off x="12136028" y="5846619"/>
                <a:ext cx="55971" cy="6024"/>
              </a:xfrm>
              <a:custGeom>
                <a:avLst/>
                <a:gdLst>
                  <a:gd name="connsiteX0" fmla="*/ 55971 w 55971"/>
                  <a:gd name="connsiteY0" fmla="*/ 3209 h 6024"/>
                  <a:gd name="connsiteX1" fmla="*/ 34635 w 55971"/>
                  <a:gd name="connsiteY1" fmla="*/ 2292 h 6024"/>
                  <a:gd name="connsiteX2" fmla="*/ 6269 w 55971"/>
                  <a:gd name="connsiteY2" fmla="*/ 109 h 6024"/>
                  <a:gd name="connsiteX3" fmla="*/ 2692 w 55971"/>
                  <a:gd name="connsiteY3" fmla="*/ 0 h 6024"/>
                  <a:gd name="connsiteX4" fmla="*/ 10 w 55971"/>
                  <a:gd name="connsiteY4" fmla="*/ 1266 h 6024"/>
                  <a:gd name="connsiteX5" fmla="*/ 2286 w 55971"/>
                  <a:gd name="connsiteY5" fmla="*/ 2816 h 6024"/>
                  <a:gd name="connsiteX6" fmla="*/ 34147 w 55971"/>
                  <a:gd name="connsiteY6" fmla="*/ 5107 h 6024"/>
                  <a:gd name="connsiteX7" fmla="*/ 55971 w 55971"/>
                  <a:gd name="connsiteY7" fmla="*/ 6024 h 6024"/>
                  <a:gd name="connsiteX8" fmla="*/ 55971 w 55971"/>
                  <a:gd name="connsiteY8" fmla="*/ 3209 h 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71" h="6024">
                    <a:moveTo>
                      <a:pt x="55971" y="3209"/>
                    </a:moveTo>
                    <a:lnTo>
                      <a:pt x="34635" y="2292"/>
                    </a:lnTo>
                    <a:lnTo>
                      <a:pt x="6269" y="109"/>
                    </a:lnTo>
                    <a:lnTo>
                      <a:pt x="2692" y="0"/>
                    </a:lnTo>
                    <a:cubicBezTo>
                      <a:pt x="1514" y="0"/>
                      <a:pt x="91" y="524"/>
                      <a:pt x="10" y="1266"/>
                    </a:cubicBezTo>
                    <a:cubicBezTo>
                      <a:pt x="-112" y="2074"/>
                      <a:pt x="904" y="2772"/>
                      <a:pt x="2286" y="2816"/>
                    </a:cubicBezTo>
                    <a:lnTo>
                      <a:pt x="34147" y="5107"/>
                    </a:lnTo>
                    <a:lnTo>
                      <a:pt x="55971" y="6024"/>
                    </a:lnTo>
                    <a:lnTo>
                      <a:pt x="55971" y="320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5" name="Freeform: Shape 244">
                <a:extLst>
                  <a:ext uri="{FF2B5EF4-FFF2-40B4-BE49-F238E27FC236}">
                    <a16:creationId xmlns:a16="http://schemas.microsoft.com/office/drawing/2014/main" id="{0CAD88FB-16CD-4B81-803A-C0223BA294CF}"/>
                  </a:ext>
                </a:extLst>
              </p:cNvPr>
              <p:cNvSpPr/>
              <p:nvPr/>
            </p:nvSpPr>
            <p:spPr>
              <a:xfrm>
                <a:off x="5532607" y="5501485"/>
                <a:ext cx="716463" cy="374032"/>
              </a:xfrm>
              <a:custGeom>
                <a:avLst/>
                <a:gdLst>
                  <a:gd name="connsiteX0" fmla="*/ 713882 w 716463"/>
                  <a:gd name="connsiteY0" fmla="*/ 374033 h 374032"/>
                  <a:gd name="connsiteX1" fmla="*/ 712988 w 716463"/>
                  <a:gd name="connsiteY1" fmla="*/ 373923 h 374032"/>
                  <a:gd name="connsiteX2" fmla="*/ 634350 w 716463"/>
                  <a:gd name="connsiteY2" fmla="*/ 356026 h 374032"/>
                  <a:gd name="connsiteX3" fmla="*/ 553476 w 716463"/>
                  <a:gd name="connsiteY3" fmla="*/ 343606 h 374032"/>
                  <a:gd name="connsiteX4" fmla="*/ 469555 w 716463"/>
                  <a:gd name="connsiteY4" fmla="*/ 333959 h 374032"/>
                  <a:gd name="connsiteX5" fmla="*/ 382179 w 716463"/>
                  <a:gd name="connsiteY5" fmla="*/ 320841 h 374032"/>
                  <a:gd name="connsiteX6" fmla="*/ 291795 w 716463"/>
                  <a:gd name="connsiteY6" fmla="*/ 303358 h 374032"/>
                  <a:gd name="connsiteX7" fmla="*/ 199664 w 716463"/>
                  <a:gd name="connsiteY7" fmla="*/ 285766 h 374032"/>
                  <a:gd name="connsiteX8" fmla="*/ 106964 w 716463"/>
                  <a:gd name="connsiteY8" fmla="*/ 267759 h 374032"/>
                  <a:gd name="connsiteX9" fmla="*/ 13818 w 716463"/>
                  <a:gd name="connsiteY9" fmla="*/ 237115 h 374032"/>
                  <a:gd name="connsiteX10" fmla="*/ 12598 w 716463"/>
                  <a:gd name="connsiteY10" fmla="*/ 236045 h 374032"/>
                  <a:gd name="connsiteX11" fmla="*/ 8981 w 716463"/>
                  <a:gd name="connsiteY11" fmla="*/ 212211 h 374032"/>
                  <a:gd name="connsiteX12" fmla="*/ 1422 w 716463"/>
                  <a:gd name="connsiteY12" fmla="*/ 150922 h 374032"/>
                  <a:gd name="connsiteX13" fmla="*/ 569 w 716463"/>
                  <a:gd name="connsiteY13" fmla="*/ 130732 h 374032"/>
                  <a:gd name="connsiteX14" fmla="*/ 0 w 716463"/>
                  <a:gd name="connsiteY14" fmla="*/ 100044 h 374032"/>
                  <a:gd name="connsiteX15" fmla="*/ 203 w 716463"/>
                  <a:gd name="connsiteY15" fmla="*/ 68701 h 374032"/>
                  <a:gd name="connsiteX16" fmla="*/ 1748 w 716463"/>
                  <a:gd name="connsiteY16" fmla="*/ 37642 h 374032"/>
                  <a:gd name="connsiteX17" fmla="*/ 5121 w 716463"/>
                  <a:gd name="connsiteY17" fmla="*/ 16012 h 374032"/>
                  <a:gd name="connsiteX18" fmla="*/ 11013 w 716463"/>
                  <a:gd name="connsiteY18" fmla="*/ 1846 h 374032"/>
                  <a:gd name="connsiteX19" fmla="*/ 12964 w 716463"/>
                  <a:gd name="connsiteY19" fmla="*/ 777 h 374032"/>
                  <a:gd name="connsiteX20" fmla="*/ 19426 w 716463"/>
                  <a:gd name="connsiteY20" fmla="*/ 35 h 374032"/>
                  <a:gd name="connsiteX21" fmla="*/ 22433 w 716463"/>
                  <a:gd name="connsiteY21" fmla="*/ 1104 h 374032"/>
                  <a:gd name="connsiteX22" fmla="*/ 20523 w 716463"/>
                  <a:gd name="connsiteY22" fmla="*/ 2807 h 374032"/>
                  <a:gd name="connsiteX23" fmla="*/ 15606 w 716463"/>
                  <a:gd name="connsiteY23" fmla="*/ 3396 h 374032"/>
                  <a:gd name="connsiteX24" fmla="*/ 10160 w 716463"/>
                  <a:gd name="connsiteY24" fmla="*/ 16514 h 374032"/>
                  <a:gd name="connsiteX25" fmla="*/ 6828 w 716463"/>
                  <a:gd name="connsiteY25" fmla="*/ 37817 h 374032"/>
                  <a:gd name="connsiteX26" fmla="*/ 5324 w 716463"/>
                  <a:gd name="connsiteY26" fmla="*/ 68788 h 374032"/>
                  <a:gd name="connsiteX27" fmla="*/ 5121 w 716463"/>
                  <a:gd name="connsiteY27" fmla="*/ 100066 h 374032"/>
                  <a:gd name="connsiteX28" fmla="*/ 5649 w 716463"/>
                  <a:gd name="connsiteY28" fmla="*/ 130710 h 374032"/>
                  <a:gd name="connsiteX29" fmla="*/ 6543 w 716463"/>
                  <a:gd name="connsiteY29" fmla="*/ 150813 h 374032"/>
                  <a:gd name="connsiteX30" fmla="*/ 14102 w 716463"/>
                  <a:gd name="connsiteY30" fmla="*/ 212036 h 374032"/>
                  <a:gd name="connsiteX31" fmla="*/ 17556 w 716463"/>
                  <a:gd name="connsiteY31" fmla="*/ 235107 h 374032"/>
                  <a:gd name="connsiteX32" fmla="*/ 109118 w 716463"/>
                  <a:gd name="connsiteY32" fmla="*/ 265205 h 374032"/>
                  <a:gd name="connsiteX33" fmla="*/ 201412 w 716463"/>
                  <a:gd name="connsiteY33" fmla="*/ 283125 h 374032"/>
                  <a:gd name="connsiteX34" fmla="*/ 293543 w 716463"/>
                  <a:gd name="connsiteY34" fmla="*/ 300717 h 374032"/>
                  <a:gd name="connsiteX35" fmla="*/ 383723 w 716463"/>
                  <a:gd name="connsiteY35" fmla="*/ 318200 h 374032"/>
                  <a:gd name="connsiteX36" fmla="*/ 470774 w 716463"/>
                  <a:gd name="connsiteY36" fmla="*/ 331253 h 374032"/>
                  <a:gd name="connsiteX37" fmla="*/ 554695 w 716463"/>
                  <a:gd name="connsiteY37" fmla="*/ 340900 h 374032"/>
                  <a:gd name="connsiteX38" fmla="*/ 635975 w 716463"/>
                  <a:gd name="connsiteY38" fmla="*/ 353363 h 374032"/>
                  <a:gd name="connsiteX39" fmla="*/ 714858 w 716463"/>
                  <a:gd name="connsiteY39" fmla="*/ 371326 h 374032"/>
                  <a:gd name="connsiteX40" fmla="*/ 716239 w 716463"/>
                  <a:gd name="connsiteY40" fmla="*/ 373181 h 374032"/>
                  <a:gd name="connsiteX41" fmla="*/ 713842 w 716463"/>
                  <a:gd name="connsiteY41" fmla="*/ 374033 h 374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6463" h="374032">
                    <a:moveTo>
                      <a:pt x="713882" y="374033"/>
                    </a:moveTo>
                    <a:cubicBezTo>
                      <a:pt x="713598" y="374033"/>
                      <a:pt x="713313" y="373967"/>
                      <a:pt x="712988" y="373923"/>
                    </a:cubicBezTo>
                    <a:lnTo>
                      <a:pt x="634350" y="356026"/>
                    </a:lnTo>
                    <a:lnTo>
                      <a:pt x="553476" y="343606"/>
                    </a:lnTo>
                    <a:lnTo>
                      <a:pt x="469555" y="333959"/>
                    </a:lnTo>
                    <a:lnTo>
                      <a:pt x="382179" y="320841"/>
                    </a:lnTo>
                    <a:lnTo>
                      <a:pt x="291795" y="303358"/>
                    </a:lnTo>
                    <a:lnTo>
                      <a:pt x="199664" y="285766"/>
                    </a:lnTo>
                    <a:lnTo>
                      <a:pt x="106964" y="267759"/>
                    </a:lnTo>
                    <a:lnTo>
                      <a:pt x="13818" y="237115"/>
                    </a:lnTo>
                    <a:cubicBezTo>
                      <a:pt x="13086" y="236896"/>
                      <a:pt x="12639" y="236482"/>
                      <a:pt x="12598" y="236045"/>
                    </a:cubicBezTo>
                    <a:lnTo>
                      <a:pt x="8981" y="212211"/>
                    </a:lnTo>
                    <a:lnTo>
                      <a:pt x="1422" y="150922"/>
                    </a:lnTo>
                    <a:lnTo>
                      <a:pt x="569" y="130732"/>
                    </a:lnTo>
                    <a:lnTo>
                      <a:pt x="0" y="100044"/>
                    </a:lnTo>
                    <a:lnTo>
                      <a:pt x="203" y="68701"/>
                    </a:lnTo>
                    <a:lnTo>
                      <a:pt x="1748" y="37642"/>
                    </a:lnTo>
                    <a:lnTo>
                      <a:pt x="5121" y="16012"/>
                    </a:lnTo>
                    <a:lnTo>
                      <a:pt x="11013" y="1846"/>
                    </a:lnTo>
                    <a:cubicBezTo>
                      <a:pt x="11217" y="1301"/>
                      <a:pt x="11989" y="930"/>
                      <a:pt x="12964" y="777"/>
                    </a:cubicBezTo>
                    <a:lnTo>
                      <a:pt x="19426" y="35"/>
                    </a:lnTo>
                    <a:cubicBezTo>
                      <a:pt x="20808" y="-140"/>
                      <a:pt x="22149" y="362"/>
                      <a:pt x="22433" y="1104"/>
                    </a:cubicBezTo>
                    <a:cubicBezTo>
                      <a:pt x="22718" y="1912"/>
                      <a:pt x="21824" y="2654"/>
                      <a:pt x="20523" y="2807"/>
                    </a:cubicBezTo>
                    <a:lnTo>
                      <a:pt x="15606" y="3396"/>
                    </a:lnTo>
                    <a:lnTo>
                      <a:pt x="10160" y="16514"/>
                    </a:lnTo>
                    <a:lnTo>
                      <a:pt x="6828" y="37817"/>
                    </a:lnTo>
                    <a:lnTo>
                      <a:pt x="5324" y="68788"/>
                    </a:lnTo>
                    <a:lnTo>
                      <a:pt x="5121" y="100066"/>
                    </a:lnTo>
                    <a:lnTo>
                      <a:pt x="5649" y="130710"/>
                    </a:lnTo>
                    <a:lnTo>
                      <a:pt x="6543" y="150813"/>
                    </a:lnTo>
                    <a:lnTo>
                      <a:pt x="14102" y="212036"/>
                    </a:lnTo>
                    <a:lnTo>
                      <a:pt x="17556" y="235107"/>
                    </a:lnTo>
                    <a:lnTo>
                      <a:pt x="109118" y="265205"/>
                    </a:lnTo>
                    <a:lnTo>
                      <a:pt x="201412" y="283125"/>
                    </a:lnTo>
                    <a:lnTo>
                      <a:pt x="293543" y="300717"/>
                    </a:lnTo>
                    <a:lnTo>
                      <a:pt x="383723" y="318200"/>
                    </a:lnTo>
                    <a:lnTo>
                      <a:pt x="470774" y="331253"/>
                    </a:lnTo>
                    <a:lnTo>
                      <a:pt x="554695" y="340900"/>
                    </a:lnTo>
                    <a:lnTo>
                      <a:pt x="635975" y="353363"/>
                    </a:lnTo>
                    <a:lnTo>
                      <a:pt x="714858" y="371326"/>
                    </a:lnTo>
                    <a:cubicBezTo>
                      <a:pt x="716158" y="371653"/>
                      <a:pt x="716849" y="372439"/>
                      <a:pt x="716239" y="373181"/>
                    </a:cubicBezTo>
                    <a:cubicBezTo>
                      <a:pt x="715833" y="373705"/>
                      <a:pt x="714939" y="374033"/>
                      <a:pt x="713842" y="3740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6" name="Freeform: Shape 245">
                <a:extLst>
                  <a:ext uri="{FF2B5EF4-FFF2-40B4-BE49-F238E27FC236}">
                    <a16:creationId xmlns:a16="http://schemas.microsoft.com/office/drawing/2014/main" id="{31B6516E-8BB3-4460-B76C-F7A96DB65670}"/>
                  </a:ext>
                </a:extLst>
              </p:cNvPr>
              <p:cNvSpPr/>
              <p:nvPr/>
            </p:nvSpPr>
            <p:spPr>
              <a:xfrm>
                <a:off x="6676294" y="5566388"/>
                <a:ext cx="289655" cy="376922"/>
              </a:xfrm>
              <a:custGeom>
                <a:avLst/>
                <a:gdLst>
                  <a:gd name="connsiteX0" fmla="*/ 287166 w 289655"/>
                  <a:gd name="connsiteY0" fmla="*/ 376857 h 376922"/>
                  <a:gd name="connsiteX1" fmla="*/ 284891 w 289655"/>
                  <a:gd name="connsiteY1" fmla="*/ 376115 h 376922"/>
                  <a:gd name="connsiteX2" fmla="*/ 281314 w 289655"/>
                  <a:gd name="connsiteY2" fmla="*/ 372230 h 376922"/>
                  <a:gd name="connsiteX3" fmla="*/ 281111 w 289655"/>
                  <a:gd name="connsiteY3" fmla="*/ 371815 h 376922"/>
                  <a:gd name="connsiteX4" fmla="*/ 274080 w 289655"/>
                  <a:gd name="connsiteY4" fmla="*/ 347784 h 376922"/>
                  <a:gd name="connsiteX5" fmla="*/ 271195 w 289655"/>
                  <a:gd name="connsiteY5" fmla="*/ 334033 h 376922"/>
                  <a:gd name="connsiteX6" fmla="*/ 269610 w 289655"/>
                  <a:gd name="connsiteY6" fmla="*/ 318951 h 376922"/>
                  <a:gd name="connsiteX7" fmla="*/ 268838 w 289655"/>
                  <a:gd name="connsiteY7" fmla="*/ 299613 h 376922"/>
                  <a:gd name="connsiteX8" fmla="*/ 269041 w 289655"/>
                  <a:gd name="connsiteY8" fmla="*/ 276324 h 376922"/>
                  <a:gd name="connsiteX9" fmla="*/ 270016 w 289655"/>
                  <a:gd name="connsiteY9" fmla="*/ 251704 h 376922"/>
                  <a:gd name="connsiteX10" fmla="*/ 273796 w 289655"/>
                  <a:gd name="connsiteY10" fmla="*/ 181531 h 376922"/>
                  <a:gd name="connsiteX11" fmla="*/ 274365 w 289655"/>
                  <a:gd name="connsiteY11" fmla="*/ 155623 h 376922"/>
                  <a:gd name="connsiteX12" fmla="*/ 273471 w 289655"/>
                  <a:gd name="connsiteY12" fmla="*/ 132924 h 376922"/>
                  <a:gd name="connsiteX13" fmla="*/ 270789 w 289655"/>
                  <a:gd name="connsiteY13" fmla="*/ 108522 h 376922"/>
                  <a:gd name="connsiteX14" fmla="*/ 266115 w 289655"/>
                  <a:gd name="connsiteY14" fmla="*/ 80867 h 376922"/>
                  <a:gd name="connsiteX15" fmla="*/ 259287 w 289655"/>
                  <a:gd name="connsiteY15" fmla="*/ 52951 h 376922"/>
                  <a:gd name="connsiteX16" fmla="*/ 250875 w 289655"/>
                  <a:gd name="connsiteY16" fmla="*/ 24860 h 376922"/>
                  <a:gd name="connsiteX17" fmla="*/ 236082 w 289655"/>
                  <a:gd name="connsiteY17" fmla="*/ 8294 h 376922"/>
                  <a:gd name="connsiteX18" fmla="*/ 232709 w 289655"/>
                  <a:gd name="connsiteY18" fmla="*/ 3078 h 376922"/>
                  <a:gd name="connsiteX19" fmla="*/ 226247 w 289655"/>
                  <a:gd name="connsiteY19" fmla="*/ 2816 h 376922"/>
                  <a:gd name="connsiteX20" fmla="*/ 150738 w 289655"/>
                  <a:gd name="connsiteY20" fmla="*/ 14275 h 376922"/>
                  <a:gd name="connsiteX21" fmla="*/ 76814 w 289655"/>
                  <a:gd name="connsiteY21" fmla="*/ 27436 h 376922"/>
                  <a:gd name="connsiteX22" fmla="*/ 2686 w 289655"/>
                  <a:gd name="connsiteY22" fmla="*/ 30470 h 376922"/>
                  <a:gd name="connsiteX23" fmla="*/ 4 w 289655"/>
                  <a:gd name="connsiteY23" fmla="*/ 29138 h 376922"/>
                  <a:gd name="connsiteX24" fmla="*/ 2402 w 289655"/>
                  <a:gd name="connsiteY24" fmla="*/ 27654 h 376922"/>
                  <a:gd name="connsiteX25" fmla="*/ 75920 w 289655"/>
                  <a:gd name="connsiteY25" fmla="*/ 24729 h 376922"/>
                  <a:gd name="connsiteX26" fmla="*/ 149234 w 289655"/>
                  <a:gd name="connsiteY26" fmla="*/ 11568 h 376922"/>
                  <a:gd name="connsiteX27" fmla="*/ 225312 w 289655"/>
                  <a:gd name="connsiteY27" fmla="*/ 44 h 376922"/>
                  <a:gd name="connsiteX28" fmla="*/ 226085 w 289655"/>
                  <a:gd name="connsiteY28" fmla="*/ 0 h 376922"/>
                  <a:gd name="connsiteX29" fmla="*/ 234619 w 289655"/>
                  <a:gd name="connsiteY29" fmla="*/ 371 h 376922"/>
                  <a:gd name="connsiteX30" fmla="*/ 236814 w 289655"/>
                  <a:gd name="connsiteY30" fmla="*/ 1288 h 376922"/>
                  <a:gd name="connsiteX31" fmla="*/ 240674 w 289655"/>
                  <a:gd name="connsiteY31" fmla="*/ 7203 h 376922"/>
                  <a:gd name="connsiteX32" fmla="*/ 255467 w 289655"/>
                  <a:gd name="connsiteY32" fmla="*/ 23835 h 376922"/>
                  <a:gd name="connsiteX33" fmla="*/ 255752 w 289655"/>
                  <a:gd name="connsiteY33" fmla="*/ 24249 h 376922"/>
                  <a:gd name="connsiteX34" fmla="*/ 264164 w 289655"/>
                  <a:gd name="connsiteY34" fmla="*/ 52558 h 376922"/>
                  <a:gd name="connsiteX35" fmla="*/ 271114 w 289655"/>
                  <a:gd name="connsiteY35" fmla="*/ 80584 h 376922"/>
                  <a:gd name="connsiteX36" fmla="*/ 275869 w 289655"/>
                  <a:gd name="connsiteY36" fmla="*/ 108347 h 376922"/>
                  <a:gd name="connsiteX37" fmla="*/ 278429 w 289655"/>
                  <a:gd name="connsiteY37" fmla="*/ 132858 h 376922"/>
                  <a:gd name="connsiteX38" fmla="*/ 279323 w 289655"/>
                  <a:gd name="connsiteY38" fmla="*/ 155667 h 376922"/>
                  <a:gd name="connsiteX39" fmla="*/ 278754 w 289655"/>
                  <a:gd name="connsiteY39" fmla="*/ 181619 h 376922"/>
                  <a:gd name="connsiteX40" fmla="*/ 273999 w 289655"/>
                  <a:gd name="connsiteY40" fmla="*/ 276368 h 376922"/>
                  <a:gd name="connsiteX41" fmla="*/ 273796 w 289655"/>
                  <a:gd name="connsiteY41" fmla="*/ 299657 h 376922"/>
                  <a:gd name="connsiteX42" fmla="*/ 274609 w 289655"/>
                  <a:gd name="connsiteY42" fmla="*/ 318886 h 376922"/>
                  <a:gd name="connsiteX43" fmla="*/ 276194 w 289655"/>
                  <a:gd name="connsiteY43" fmla="*/ 333859 h 376922"/>
                  <a:gd name="connsiteX44" fmla="*/ 279079 w 289655"/>
                  <a:gd name="connsiteY44" fmla="*/ 347457 h 376922"/>
                  <a:gd name="connsiteX45" fmla="*/ 286029 w 289655"/>
                  <a:gd name="connsiteY45" fmla="*/ 371226 h 376922"/>
                  <a:gd name="connsiteX46" fmla="*/ 289402 w 289655"/>
                  <a:gd name="connsiteY46" fmla="*/ 374893 h 376922"/>
                  <a:gd name="connsiteX47" fmla="*/ 288223 w 289655"/>
                  <a:gd name="connsiteY47" fmla="*/ 376813 h 376922"/>
                  <a:gd name="connsiteX48" fmla="*/ 287126 w 289655"/>
                  <a:gd name="connsiteY48" fmla="*/ 376923 h 376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89655" h="376922">
                    <a:moveTo>
                      <a:pt x="287166" y="376857"/>
                    </a:moveTo>
                    <a:cubicBezTo>
                      <a:pt x="286191" y="376857"/>
                      <a:pt x="285297" y="376595"/>
                      <a:pt x="284891" y="376115"/>
                    </a:cubicBezTo>
                    <a:lnTo>
                      <a:pt x="281314" y="372230"/>
                    </a:lnTo>
                    <a:cubicBezTo>
                      <a:pt x="281314" y="372230"/>
                      <a:pt x="281111" y="371968"/>
                      <a:pt x="281111" y="371815"/>
                    </a:cubicBezTo>
                    <a:lnTo>
                      <a:pt x="274080" y="347784"/>
                    </a:lnTo>
                    <a:lnTo>
                      <a:pt x="271195" y="334033"/>
                    </a:lnTo>
                    <a:lnTo>
                      <a:pt x="269610" y="318951"/>
                    </a:lnTo>
                    <a:lnTo>
                      <a:pt x="268838" y="299613"/>
                    </a:lnTo>
                    <a:lnTo>
                      <a:pt x="269041" y="276324"/>
                    </a:lnTo>
                    <a:lnTo>
                      <a:pt x="270016" y="251704"/>
                    </a:lnTo>
                    <a:lnTo>
                      <a:pt x="273796" y="181531"/>
                    </a:lnTo>
                    <a:lnTo>
                      <a:pt x="274365" y="155623"/>
                    </a:lnTo>
                    <a:lnTo>
                      <a:pt x="273471" y="132924"/>
                    </a:lnTo>
                    <a:lnTo>
                      <a:pt x="270789" y="108522"/>
                    </a:lnTo>
                    <a:lnTo>
                      <a:pt x="266115" y="80867"/>
                    </a:lnTo>
                    <a:lnTo>
                      <a:pt x="259287" y="52951"/>
                    </a:lnTo>
                    <a:lnTo>
                      <a:pt x="250875" y="24860"/>
                    </a:lnTo>
                    <a:lnTo>
                      <a:pt x="236082" y="8294"/>
                    </a:lnTo>
                    <a:lnTo>
                      <a:pt x="232709" y="3078"/>
                    </a:lnTo>
                    <a:lnTo>
                      <a:pt x="226247" y="2816"/>
                    </a:lnTo>
                    <a:lnTo>
                      <a:pt x="150738" y="14275"/>
                    </a:lnTo>
                    <a:lnTo>
                      <a:pt x="76814" y="27436"/>
                    </a:lnTo>
                    <a:lnTo>
                      <a:pt x="2686" y="30470"/>
                    </a:lnTo>
                    <a:cubicBezTo>
                      <a:pt x="1305" y="30470"/>
                      <a:pt x="126" y="29881"/>
                      <a:pt x="4" y="29138"/>
                    </a:cubicBezTo>
                    <a:cubicBezTo>
                      <a:pt x="-77" y="28331"/>
                      <a:pt x="980" y="27698"/>
                      <a:pt x="2402" y="27654"/>
                    </a:cubicBezTo>
                    <a:lnTo>
                      <a:pt x="75920" y="24729"/>
                    </a:lnTo>
                    <a:lnTo>
                      <a:pt x="149234" y="11568"/>
                    </a:lnTo>
                    <a:lnTo>
                      <a:pt x="225312" y="44"/>
                    </a:lnTo>
                    <a:cubicBezTo>
                      <a:pt x="225312" y="44"/>
                      <a:pt x="225800" y="0"/>
                      <a:pt x="226085" y="0"/>
                    </a:cubicBezTo>
                    <a:lnTo>
                      <a:pt x="234619" y="371"/>
                    </a:lnTo>
                    <a:cubicBezTo>
                      <a:pt x="235594" y="437"/>
                      <a:pt x="236488" y="808"/>
                      <a:pt x="236814" y="1288"/>
                    </a:cubicBezTo>
                    <a:lnTo>
                      <a:pt x="240674" y="7203"/>
                    </a:lnTo>
                    <a:lnTo>
                      <a:pt x="255467" y="23835"/>
                    </a:lnTo>
                    <a:cubicBezTo>
                      <a:pt x="255549" y="23987"/>
                      <a:pt x="255670" y="24096"/>
                      <a:pt x="255752" y="24249"/>
                    </a:cubicBezTo>
                    <a:lnTo>
                      <a:pt x="264164" y="52558"/>
                    </a:lnTo>
                    <a:lnTo>
                      <a:pt x="271114" y="80584"/>
                    </a:lnTo>
                    <a:lnTo>
                      <a:pt x="275869" y="108347"/>
                    </a:lnTo>
                    <a:lnTo>
                      <a:pt x="278429" y="132858"/>
                    </a:lnTo>
                    <a:lnTo>
                      <a:pt x="279323" y="155667"/>
                    </a:lnTo>
                    <a:lnTo>
                      <a:pt x="278754" y="181619"/>
                    </a:lnTo>
                    <a:lnTo>
                      <a:pt x="273999" y="276368"/>
                    </a:lnTo>
                    <a:lnTo>
                      <a:pt x="273796" y="299657"/>
                    </a:lnTo>
                    <a:lnTo>
                      <a:pt x="274609" y="318886"/>
                    </a:lnTo>
                    <a:lnTo>
                      <a:pt x="276194" y="333859"/>
                    </a:lnTo>
                    <a:lnTo>
                      <a:pt x="279079" y="347457"/>
                    </a:lnTo>
                    <a:lnTo>
                      <a:pt x="286029" y="371226"/>
                    </a:lnTo>
                    <a:lnTo>
                      <a:pt x="289402" y="374893"/>
                    </a:lnTo>
                    <a:cubicBezTo>
                      <a:pt x="290011" y="375591"/>
                      <a:pt x="289483" y="376442"/>
                      <a:pt x="288223" y="376813"/>
                    </a:cubicBezTo>
                    <a:cubicBezTo>
                      <a:pt x="287817" y="376923"/>
                      <a:pt x="287532" y="376923"/>
                      <a:pt x="287126" y="37692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7" name="Freeform: Shape 246">
                <a:extLst>
                  <a:ext uri="{FF2B5EF4-FFF2-40B4-BE49-F238E27FC236}">
                    <a16:creationId xmlns:a16="http://schemas.microsoft.com/office/drawing/2014/main" id="{5A3A5D6B-0250-40E9-9C55-1F100A63EA9D}"/>
                  </a:ext>
                </a:extLst>
              </p:cNvPr>
              <p:cNvSpPr/>
              <p:nvPr/>
            </p:nvSpPr>
            <p:spPr>
              <a:xfrm>
                <a:off x="40" y="5682268"/>
                <a:ext cx="1341652" cy="119933"/>
              </a:xfrm>
              <a:custGeom>
                <a:avLst/>
                <a:gdLst>
                  <a:gd name="connsiteX0" fmla="*/ 1339210 w 1341652"/>
                  <a:gd name="connsiteY0" fmla="*/ 38870 h 119933"/>
                  <a:gd name="connsiteX1" fmla="*/ 1293043 w 1341652"/>
                  <a:gd name="connsiteY1" fmla="*/ 37059 h 119933"/>
                  <a:gd name="connsiteX2" fmla="*/ 1261466 w 1341652"/>
                  <a:gd name="connsiteY2" fmla="*/ 38346 h 119933"/>
                  <a:gd name="connsiteX3" fmla="*/ 1229238 w 1341652"/>
                  <a:gd name="connsiteY3" fmla="*/ 38870 h 119933"/>
                  <a:gd name="connsiteX4" fmla="*/ 1196807 w 1341652"/>
                  <a:gd name="connsiteY4" fmla="*/ 40987 h 119933"/>
                  <a:gd name="connsiteX5" fmla="*/ 1164499 w 1341652"/>
                  <a:gd name="connsiteY5" fmla="*/ 43235 h 119933"/>
                  <a:gd name="connsiteX6" fmla="*/ 1064931 w 1341652"/>
                  <a:gd name="connsiteY6" fmla="*/ 37059 h 119933"/>
                  <a:gd name="connsiteX7" fmla="*/ 965566 w 1341652"/>
                  <a:gd name="connsiteY7" fmla="*/ 32431 h 119933"/>
                  <a:gd name="connsiteX8" fmla="*/ 866201 w 1341652"/>
                  <a:gd name="connsiteY8" fmla="*/ 24225 h 119933"/>
                  <a:gd name="connsiteX9" fmla="*/ 865307 w 1341652"/>
                  <a:gd name="connsiteY9" fmla="*/ 24268 h 119933"/>
                  <a:gd name="connsiteX10" fmla="*/ 830357 w 1341652"/>
                  <a:gd name="connsiteY10" fmla="*/ 28262 h 119933"/>
                  <a:gd name="connsiteX11" fmla="*/ 730789 w 1341652"/>
                  <a:gd name="connsiteY11" fmla="*/ 23723 h 119933"/>
                  <a:gd name="connsiteX12" fmla="*/ 630895 w 1341652"/>
                  <a:gd name="connsiteY12" fmla="*/ 17175 h 119933"/>
                  <a:gd name="connsiteX13" fmla="*/ 531043 w 1341652"/>
                  <a:gd name="connsiteY13" fmla="*/ 8815 h 119933"/>
                  <a:gd name="connsiteX14" fmla="*/ 431231 w 1341652"/>
                  <a:gd name="connsiteY14" fmla="*/ 19 h 119933"/>
                  <a:gd name="connsiteX15" fmla="*/ 429321 w 1341652"/>
                  <a:gd name="connsiteY15" fmla="*/ 281 h 119933"/>
                  <a:gd name="connsiteX16" fmla="*/ 390672 w 1341652"/>
                  <a:gd name="connsiteY16" fmla="*/ 17022 h 119933"/>
                  <a:gd name="connsiteX17" fmla="*/ 351739 w 1341652"/>
                  <a:gd name="connsiteY17" fmla="*/ 32584 h 119933"/>
                  <a:gd name="connsiteX18" fmla="*/ 312440 w 1341652"/>
                  <a:gd name="connsiteY18" fmla="*/ 45156 h 119933"/>
                  <a:gd name="connsiteX19" fmla="*/ 273304 w 1341652"/>
                  <a:gd name="connsiteY19" fmla="*/ 50744 h 119933"/>
                  <a:gd name="connsiteX20" fmla="*/ 233030 w 1341652"/>
                  <a:gd name="connsiteY20" fmla="*/ 52403 h 119933"/>
                  <a:gd name="connsiteX21" fmla="*/ 231485 w 1341652"/>
                  <a:gd name="connsiteY21" fmla="*/ 52774 h 119933"/>
                  <a:gd name="connsiteX22" fmla="*/ 190480 w 1341652"/>
                  <a:gd name="connsiteY22" fmla="*/ 73247 h 119933"/>
                  <a:gd name="connsiteX23" fmla="*/ 148783 w 1341652"/>
                  <a:gd name="connsiteY23" fmla="*/ 85994 h 119933"/>
                  <a:gd name="connsiteX24" fmla="*/ 106680 w 1341652"/>
                  <a:gd name="connsiteY24" fmla="*/ 98042 h 119933"/>
                  <a:gd name="connsiteX25" fmla="*/ 64171 w 1341652"/>
                  <a:gd name="connsiteY25" fmla="*/ 107427 h 119933"/>
                  <a:gd name="connsiteX26" fmla="*/ 20767 w 1341652"/>
                  <a:gd name="connsiteY26" fmla="*/ 113713 h 119933"/>
                  <a:gd name="connsiteX27" fmla="*/ 0 w 1341652"/>
                  <a:gd name="connsiteY27" fmla="*/ 117009 h 119933"/>
                  <a:gd name="connsiteX28" fmla="*/ 0 w 1341652"/>
                  <a:gd name="connsiteY28" fmla="*/ 119934 h 119933"/>
                  <a:gd name="connsiteX29" fmla="*/ 22189 w 1341652"/>
                  <a:gd name="connsiteY29" fmla="*/ 116420 h 119933"/>
                  <a:gd name="connsiteX30" fmla="*/ 65796 w 1341652"/>
                  <a:gd name="connsiteY30" fmla="*/ 110090 h 119933"/>
                  <a:gd name="connsiteX31" fmla="*/ 108793 w 1341652"/>
                  <a:gd name="connsiteY31" fmla="*/ 100596 h 119933"/>
                  <a:gd name="connsiteX32" fmla="*/ 151221 w 1341652"/>
                  <a:gd name="connsiteY32" fmla="*/ 88504 h 119933"/>
                  <a:gd name="connsiteX33" fmla="*/ 193446 w 1341652"/>
                  <a:gd name="connsiteY33" fmla="*/ 75539 h 119933"/>
                  <a:gd name="connsiteX34" fmla="*/ 234330 w 1341652"/>
                  <a:gd name="connsiteY34" fmla="*/ 55196 h 119933"/>
                  <a:gd name="connsiteX35" fmla="*/ 274157 w 1341652"/>
                  <a:gd name="connsiteY35" fmla="*/ 53538 h 119933"/>
                  <a:gd name="connsiteX36" fmla="*/ 314107 w 1341652"/>
                  <a:gd name="connsiteY36" fmla="*/ 47841 h 119933"/>
                  <a:gd name="connsiteX37" fmla="*/ 314757 w 1341652"/>
                  <a:gd name="connsiteY37" fmla="*/ 47688 h 119933"/>
                  <a:gd name="connsiteX38" fmla="*/ 354584 w 1341652"/>
                  <a:gd name="connsiteY38" fmla="*/ 34963 h 119933"/>
                  <a:gd name="connsiteX39" fmla="*/ 393842 w 1341652"/>
                  <a:gd name="connsiteY39" fmla="*/ 19292 h 119933"/>
                  <a:gd name="connsiteX40" fmla="*/ 431637 w 1341652"/>
                  <a:gd name="connsiteY40" fmla="*/ 2944 h 119933"/>
                  <a:gd name="connsiteX41" fmla="*/ 530352 w 1341652"/>
                  <a:gd name="connsiteY41" fmla="*/ 11631 h 119933"/>
                  <a:gd name="connsiteX42" fmla="*/ 630326 w 1341652"/>
                  <a:gd name="connsiteY42" fmla="*/ 20056 h 119933"/>
                  <a:gd name="connsiteX43" fmla="*/ 730382 w 1341652"/>
                  <a:gd name="connsiteY43" fmla="*/ 26604 h 119933"/>
                  <a:gd name="connsiteX44" fmla="*/ 830397 w 1341652"/>
                  <a:gd name="connsiteY44" fmla="*/ 31122 h 119933"/>
                  <a:gd name="connsiteX45" fmla="*/ 831129 w 1341652"/>
                  <a:gd name="connsiteY45" fmla="*/ 31078 h 119933"/>
                  <a:gd name="connsiteX46" fmla="*/ 865957 w 1341652"/>
                  <a:gd name="connsiteY46" fmla="*/ 27084 h 119933"/>
                  <a:gd name="connsiteX47" fmla="*/ 965037 w 1341652"/>
                  <a:gd name="connsiteY47" fmla="*/ 35247 h 119933"/>
                  <a:gd name="connsiteX48" fmla="*/ 1064524 w 1341652"/>
                  <a:gd name="connsiteY48" fmla="*/ 39874 h 119933"/>
                  <a:gd name="connsiteX49" fmla="*/ 1164580 w 1341652"/>
                  <a:gd name="connsiteY49" fmla="*/ 46051 h 119933"/>
                  <a:gd name="connsiteX50" fmla="*/ 1229726 w 1341652"/>
                  <a:gd name="connsiteY50" fmla="*/ 41729 h 119933"/>
                  <a:gd name="connsiteX51" fmla="*/ 1261872 w 1341652"/>
                  <a:gd name="connsiteY51" fmla="*/ 41206 h 119933"/>
                  <a:gd name="connsiteX52" fmla="*/ 1293124 w 1341652"/>
                  <a:gd name="connsiteY52" fmla="*/ 39918 h 119933"/>
                  <a:gd name="connsiteX53" fmla="*/ 1338966 w 1341652"/>
                  <a:gd name="connsiteY53" fmla="*/ 41729 h 119933"/>
                  <a:gd name="connsiteX54" fmla="*/ 1341648 w 1341652"/>
                  <a:gd name="connsiteY54" fmla="*/ 40398 h 119933"/>
                  <a:gd name="connsiteX55" fmla="*/ 1339332 w 1341652"/>
                  <a:gd name="connsiteY55" fmla="*/ 38914 h 119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341652" h="119933">
                    <a:moveTo>
                      <a:pt x="1339210" y="38870"/>
                    </a:moveTo>
                    <a:lnTo>
                      <a:pt x="1293043" y="37059"/>
                    </a:lnTo>
                    <a:lnTo>
                      <a:pt x="1261466" y="38346"/>
                    </a:lnTo>
                    <a:lnTo>
                      <a:pt x="1229238" y="38870"/>
                    </a:lnTo>
                    <a:lnTo>
                      <a:pt x="1196807" y="40987"/>
                    </a:lnTo>
                    <a:lnTo>
                      <a:pt x="1164499" y="43235"/>
                    </a:lnTo>
                    <a:lnTo>
                      <a:pt x="1064931" y="37059"/>
                    </a:lnTo>
                    <a:lnTo>
                      <a:pt x="965566" y="32431"/>
                    </a:lnTo>
                    <a:lnTo>
                      <a:pt x="866201" y="24225"/>
                    </a:lnTo>
                    <a:cubicBezTo>
                      <a:pt x="865876" y="24225"/>
                      <a:pt x="865591" y="24225"/>
                      <a:pt x="865307" y="24268"/>
                    </a:cubicBezTo>
                    <a:lnTo>
                      <a:pt x="830357" y="28262"/>
                    </a:lnTo>
                    <a:lnTo>
                      <a:pt x="730789" y="23723"/>
                    </a:lnTo>
                    <a:lnTo>
                      <a:pt x="630895" y="17175"/>
                    </a:lnTo>
                    <a:lnTo>
                      <a:pt x="531043" y="8815"/>
                    </a:lnTo>
                    <a:lnTo>
                      <a:pt x="431231" y="19"/>
                    </a:lnTo>
                    <a:cubicBezTo>
                      <a:pt x="430540" y="-47"/>
                      <a:pt x="429849" y="63"/>
                      <a:pt x="429321" y="281"/>
                    </a:cubicBezTo>
                    <a:lnTo>
                      <a:pt x="390672" y="17022"/>
                    </a:lnTo>
                    <a:lnTo>
                      <a:pt x="351739" y="32584"/>
                    </a:lnTo>
                    <a:lnTo>
                      <a:pt x="312440" y="45156"/>
                    </a:lnTo>
                    <a:lnTo>
                      <a:pt x="273304" y="50744"/>
                    </a:lnTo>
                    <a:lnTo>
                      <a:pt x="233030" y="52403"/>
                    </a:lnTo>
                    <a:cubicBezTo>
                      <a:pt x="232501" y="52446"/>
                      <a:pt x="231932" y="52555"/>
                      <a:pt x="231485" y="52774"/>
                    </a:cubicBezTo>
                    <a:lnTo>
                      <a:pt x="190480" y="73247"/>
                    </a:lnTo>
                    <a:lnTo>
                      <a:pt x="148783" y="85994"/>
                    </a:lnTo>
                    <a:lnTo>
                      <a:pt x="106680" y="98042"/>
                    </a:lnTo>
                    <a:lnTo>
                      <a:pt x="64171" y="107427"/>
                    </a:lnTo>
                    <a:lnTo>
                      <a:pt x="20767" y="113713"/>
                    </a:lnTo>
                    <a:lnTo>
                      <a:pt x="0" y="117009"/>
                    </a:lnTo>
                    <a:lnTo>
                      <a:pt x="0" y="119934"/>
                    </a:lnTo>
                    <a:lnTo>
                      <a:pt x="22189" y="116420"/>
                    </a:lnTo>
                    <a:lnTo>
                      <a:pt x="65796" y="110090"/>
                    </a:lnTo>
                    <a:lnTo>
                      <a:pt x="108793" y="100596"/>
                    </a:lnTo>
                    <a:lnTo>
                      <a:pt x="151221" y="88504"/>
                    </a:lnTo>
                    <a:lnTo>
                      <a:pt x="193446" y="75539"/>
                    </a:lnTo>
                    <a:lnTo>
                      <a:pt x="234330" y="55196"/>
                    </a:lnTo>
                    <a:lnTo>
                      <a:pt x="274157" y="53538"/>
                    </a:lnTo>
                    <a:lnTo>
                      <a:pt x="314107" y="47841"/>
                    </a:lnTo>
                    <a:cubicBezTo>
                      <a:pt x="314350" y="47797"/>
                      <a:pt x="314554" y="47732"/>
                      <a:pt x="314757" y="47688"/>
                    </a:cubicBezTo>
                    <a:lnTo>
                      <a:pt x="354584" y="34963"/>
                    </a:lnTo>
                    <a:lnTo>
                      <a:pt x="393842" y="19292"/>
                    </a:lnTo>
                    <a:lnTo>
                      <a:pt x="431637" y="2944"/>
                    </a:lnTo>
                    <a:lnTo>
                      <a:pt x="530352" y="11631"/>
                    </a:lnTo>
                    <a:lnTo>
                      <a:pt x="630326" y="20056"/>
                    </a:lnTo>
                    <a:lnTo>
                      <a:pt x="730382" y="26604"/>
                    </a:lnTo>
                    <a:lnTo>
                      <a:pt x="830397" y="31122"/>
                    </a:lnTo>
                    <a:cubicBezTo>
                      <a:pt x="830641" y="31122"/>
                      <a:pt x="830885" y="31122"/>
                      <a:pt x="831129" y="31078"/>
                    </a:cubicBezTo>
                    <a:lnTo>
                      <a:pt x="865957" y="27084"/>
                    </a:lnTo>
                    <a:lnTo>
                      <a:pt x="965037" y="35247"/>
                    </a:lnTo>
                    <a:lnTo>
                      <a:pt x="1064524" y="39874"/>
                    </a:lnTo>
                    <a:lnTo>
                      <a:pt x="1164580" y="46051"/>
                    </a:lnTo>
                    <a:lnTo>
                      <a:pt x="1229726" y="41729"/>
                    </a:lnTo>
                    <a:lnTo>
                      <a:pt x="1261872" y="41206"/>
                    </a:lnTo>
                    <a:lnTo>
                      <a:pt x="1293124" y="39918"/>
                    </a:lnTo>
                    <a:lnTo>
                      <a:pt x="1338966" y="41729"/>
                    </a:lnTo>
                    <a:cubicBezTo>
                      <a:pt x="1340185" y="41795"/>
                      <a:pt x="1341567" y="41206"/>
                      <a:pt x="1341648" y="40398"/>
                    </a:cubicBezTo>
                    <a:cubicBezTo>
                      <a:pt x="1341730" y="39656"/>
                      <a:pt x="1340714" y="38957"/>
                      <a:pt x="1339332" y="3891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8" name="Freeform: Shape 247">
                <a:extLst>
                  <a:ext uri="{FF2B5EF4-FFF2-40B4-BE49-F238E27FC236}">
                    <a16:creationId xmlns:a16="http://schemas.microsoft.com/office/drawing/2014/main" id="{1E6A4240-F620-43E3-9323-115D736A9E07}"/>
                  </a:ext>
                </a:extLst>
              </p:cNvPr>
              <p:cNvSpPr/>
              <p:nvPr/>
            </p:nvSpPr>
            <p:spPr>
              <a:xfrm>
                <a:off x="6603865" y="5586458"/>
                <a:ext cx="145909" cy="10749"/>
              </a:xfrm>
              <a:custGeom>
                <a:avLst/>
                <a:gdLst>
                  <a:gd name="connsiteX0" fmla="*/ 143390 w 145909"/>
                  <a:gd name="connsiteY0" fmla="*/ 10728 h 10749"/>
                  <a:gd name="connsiteX1" fmla="*/ 143309 w 145909"/>
                  <a:gd name="connsiteY1" fmla="*/ 10728 h 10749"/>
                  <a:gd name="connsiteX2" fmla="*/ 71864 w 145909"/>
                  <a:gd name="connsiteY2" fmla="*/ 10204 h 10749"/>
                  <a:gd name="connsiteX3" fmla="*/ 70685 w 145909"/>
                  <a:gd name="connsiteY3" fmla="*/ 9986 h 10749"/>
                  <a:gd name="connsiteX4" fmla="*/ 69385 w 145909"/>
                  <a:gd name="connsiteY4" fmla="*/ 9505 h 10749"/>
                  <a:gd name="connsiteX5" fmla="*/ 2044 w 145909"/>
                  <a:gd name="connsiteY5" fmla="*/ 2805 h 10749"/>
                  <a:gd name="connsiteX6" fmla="*/ 53 w 145909"/>
                  <a:gd name="connsiteY6" fmla="*/ 1146 h 10749"/>
                  <a:gd name="connsiteX7" fmla="*/ 2938 w 145909"/>
                  <a:gd name="connsiteY7" fmla="*/ 33 h 10749"/>
                  <a:gd name="connsiteX8" fmla="*/ 70807 w 145909"/>
                  <a:gd name="connsiteY8" fmla="*/ 6799 h 10749"/>
                  <a:gd name="connsiteX9" fmla="*/ 71701 w 145909"/>
                  <a:gd name="connsiteY9" fmla="*/ 7017 h 10749"/>
                  <a:gd name="connsiteX10" fmla="*/ 72880 w 145909"/>
                  <a:gd name="connsiteY10" fmla="*/ 7432 h 10749"/>
                  <a:gd name="connsiteX11" fmla="*/ 76050 w 145909"/>
                  <a:gd name="connsiteY11" fmla="*/ 7607 h 10749"/>
                  <a:gd name="connsiteX12" fmla="*/ 143431 w 145909"/>
                  <a:gd name="connsiteY12" fmla="*/ 7934 h 10749"/>
                  <a:gd name="connsiteX13" fmla="*/ 145910 w 145909"/>
                  <a:gd name="connsiteY13" fmla="*/ 9375 h 10749"/>
                  <a:gd name="connsiteX14" fmla="*/ 143431 w 145909"/>
                  <a:gd name="connsiteY14" fmla="*/ 10750 h 1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5909" h="10749">
                    <a:moveTo>
                      <a:pt x="143390" y="10728"/>
                    </a:moveTo>
                    <a:lnTo>
                      <a:pt x="143309" y="10728"/>
                    </a:lnTo>
                    <a:lnTo>
                      <a:pt x="71864" y="10204"/>
                    </a:lnTo>
                    <a:cubicBezTo>
                      <a:pt x="71457" y="10204"/>
                      <a:pt x="71051" y="10095"/>
                      <a:pt x="70685" y="9986"/>
                    </a:cubicBezTo>
                    <a:lnTo>
                      <a:pt x="69385" y="9505"/>
                    </a:lnTo>
                    <a:lnTo>
                      <a:pt x="2044" y="2805"/>
                    </a:lnTo>
                    <a:cubicBezTo>
                      <a:pt x="662" y="2652"/>
                      <a:pt x="-232" y="1888"/>
                      <a:pt x="53" y="1146"/>
                    </a:cubicBezTo>
                    <a:cubicBezTo>
                      <a:pt x="256" y="404"/>
                      <a:pt x="1556" y="-142"/>
                      <a:pt x="2938" y="33"/>
                    </a:cubicBezTo>
                    <a:lnTo>
                      <a:pt x="70807" y="6799"/>
                    </a:lnTo>
                    <a:cubicBezTo>
                      <a:pt x="71091" y="6864"/>
                      <a:pt x="71417" y="6908"/>
                      <a:pt x="71701" y="7017"/>
                    </a:cubicBezTo>
                    <a:lnTo>
                      <a:pt x="72880" y="7432"/>
                    </a:lnTo>
                    <a:lnTo>
                      <a:pt x="76050" y="7607"/>
                    </a:lnTo>
                    <a:lnTo>
                      <a:pt x="143431" y="7934"/>
                    </a:lnTo>
                    <a:cubicBezTo>
                      <a:pt x="144812" y="7934"/>
                      <a:pt x="145910" y="8567"/>
                      <a:pt x="145910" y="9375"/>
                    </a:cubicBezTo>
                    <a:cubicBezTo>
                      <a:pt x="145910" y="10117"/>
                      <a:pt x="144812" y="10750"/>
                      <a:pt x="143431" y="1075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49" name="Freeform: Shape 248">
                <a:extLst>
                  <a:ext uri="{FF2B5EF4-FFF2-40B4-BE49-F238E27FC236}">
                    <a16:creationId xmlns:a16="http://schemas.microsoft.com/office/drawing/2014/main" id="{1985A315-A6D8-48C1-8789-3DB06ACDD2CA}"/>
                  </a:ext>
                </a:extLst>
              </p:cNvPr>
              <p:cNvSpPr/>
              <p:nvPr/>
            </p:nvSpPr>
            <p:spPr>
              <a:xfrm>
                <a:off x="11612081" y="5819443"/>
                <a:ext cx="579959" cy="21916"/>
              </a:xfrm>
              <a:custGeom>
                <a:avLst/>
                <a:gdLst>
                  <a:gd name="connsiteX0" fmla="*/ 579919 w 579959"/>
                  <a:gd name="connsiteY0" fmla="*/ 19079 h 21916"/>
                  <a:gd name="connsiteX1" fmla="*/ 514041 w 579959"/>
                  <a:gd name="connsiteY1" fmla="*/ 17224 h 21916"/>
                  <a:gd name="connsiteX2" fmla="*/ 440320 w 579959"/>
                  <a:gd name="connsiteY2" fmla="*/ 14823 h 21916"/>
                  <a:gd name="connsiteX3" fmla="*/ 366396 w 579959"/>
                  <a:gd name="connsiteY3" fmla="*/ 12160 h 21916"/>
                  <a:gd name="connsiteX4" fmla="*/ 297349 w 579959"/>
                  <a:gd name="connsiteY4" fmla="*/ 12204 h 21916"/>
                  <a:gd name="connsiteX5" fmla="*/ 271462 w 579959"/>
                  <a:gd name="connsiteY5" fmla="*/ 12466 h 21916"/>
                  <a:gd name="connsiteX6" fmla="*/ 208470 w 579959"/>
                  <a:gd name="connsiteY6" fmla="*/ 9955 h 21916"/>
                  <a:gd name="connsiteX7" fmla="*/ 196074 w 579959"/>
                  <a:gd name="connsiteY7" fmla="*/ 7358 h 21916"/>
                  <a:gd name="connsiteX8" fmla="*/ 195464 w 579959"/>
                  <a:gd name="connsiteY8" fmla="*/ 7249 h 21916"/>
                  <a:gd name="connsiteX9" fmla="*/ 120361 w 579959"/>
                  <a:gd name="connsiteY9" fmla="*/ 2775 h 21916"/>
                  <a:gd name="connsiteX10" fmla="*/ 47616 w 579959"/>
                  <a:gd name="connsiteY10" fmla="*/ 1181 h 21916"/>
                  <a:gd name="connsiteX11" fmla="*/ 27581 w 579959"/>
                  <a:gd name="connsiteY11" fmla="*/ 1443 h 21916"/>
                  <a:gd name="connsiteX12" fmla="*/ 2790 w 579959"/>
                  <a:gd name="connsiteY12" fmla="*/ 3 h 21916"/>
                  <a:gd name="connsiteX13" fmla="*/ 27 w 579959"/>
                  <a:gd name="connsiteY13" fmla="*/ 1290 h 21916"/>
                  <a:gd name="connsiteX14" fmla="*/ 2222 w 579959"/>
                  <a:gd name="connsiteY14" fmla="*/ 2840 h 21916"/>
                  <a:gd name="connsiteX15" fmla="*/ 27418 w 579959"/>
                  <a:gd name="connsiteY15" fmla="*/ 4281 h 21916"/>
                  <a:gd name="connsiteX16" fmla="*/ 47575 w 579959"/>
                  <a:gd name="connsiteY16" fmla="*/ 4019 h 21916"/>
                  <a:gd name="connsiteX17" fmla="*/ 119996 w 579959"/>
                  <a:gd name="connsiteY17" fmla="*/ 5612 h 21916"/>
                  <a:gd name="connsiteX18" fmla="*/ 194611 w 579959"/>
                  <a:gd name="connsiteY18" fmla="*/ 10043 h 21916"/>
                  <a:gd name="connsiteX19" fmla="*/ 207006 w 579959"/>
                  <a:gd name="connsiteY19" fmla="*/ 12706 h 21916"/>
                  <a:gd name="connsiteX20" fmla="*/ 207697 w 579959"/>
                  <a:gd name="connsiteY20" fmla="*/ 12749 h 21916"/>
                  <a:gd name="connsiteX21" fmla="*/ 271299 w 579959"/>
                  <a:gd name="connsiteY21" fmla="*/ 15303 h 21916"/>
                  <a:gd name="connsiteX22" fmla="*/ 297389 w 579959"/>
                  <a:gd name="connsiteY22" fmla="*/ 15041 h 21916"/>
                  <a:gd name="connsiteX23" fmla="*/ 366233 w 579959"/>
                  <a:gd name="connsiteY23" fmla="*/ 14997 h 21916"/>
                  <a:gd name="connsiteX24" fmla="*/ 440036 w 579959"/>
                  <a:gd name="connsiteY24" fmla="*/ 17660 h 21916"/>
                  <a:gd name="connsiteX25" fmla="*/ 513757 w 579959"/>
                  <a:gd name="connsiteY25" fmla="*/ 20061 h 21916"/>
                  <a:gd name="connsiteX26" fmla="*/ 579959 w 579959"/>
                  <a:gd name="connsiteY26" fmla="*/ 21916 h 21916"/>
                  <a:gd name="connsiteX27" fmla="*/ 579959 w 579959"/>
                  <a:gd name="connsiteY27" fmla="*/ 19101 h 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9959" h="21916">
                    <a:moveTo>
                      <a:pt x="579919" y="19079"/>
                    </a:moveTo>
                    <a:lnTo>
                      <a:pt x="514041" y="17224"/>
                    </a:lnTo>
                    <a:lnTo>
                      <a:pt x="440320" y="14823"/>
                    </a:lnTo>
                    <a:lnTo>
                      <a:pt x="366396" y="12160"/>
                    </a:lnTo>
                    <a:lnTo>
                      <a:pt x="297349" y="12204"/>
                    </a:lnTo>
                    <a:lnTo>
                      <a:pt x="271462" y="12466"/>
                    </a:lnTo>
                    <a:lnTo>
                      <a:pt x="208470" y="9955"/>
                    </a:lnTo>
                    <a:lnTo>
                      <a:pt x="196074" y="7358"/>
                    </a:lnTo>
                    <a:cubicBezTo>
                      <a:pt x="195871" y="7314"/>
                      <a:pt x="195667" y="7249"/>
                      <a:pt x="195464" y="7249"/>
                    </a:cubicBezTo>
                    <a:lnTo>
                      <a:pt x="120361" y="2775"/>
                    </a:lnTo>
                    <a:lnTo>
                      <a:pt x="47616" y="1181"/>
                    </a:lnTo>
                    <a:lnTo>
                      <a:pt x="27581" y="1443"/>
                    </a:lnTo>
                    <a:lnTo>
                      <a:pt x="2790" y="3"/>
                    </a:lnTo>
                    <a:cubicBezTo>
                      <a:pt x="1408" y="-41"/>
                      <a:pt x="108" y="483"/>
                      <a:pt x="27" y="1290"/>
                    </a:cubicBezTo>
                    <a:cubicBezTo>
                      <a:pt x="-177" y="2032"/>
                      <a:pt x="799" y="2731"/>
                      <a:pt x="2222" y="2840"/>
                    </a:cubicBezTo>
                    <a:lnTo>
                      <a:pt x="27418" y="4281"/>
                    </a:lnTo>
                    <a:lnTo>
                      <a:pt x="47575" y="4019"/>
                    </a:lnTo>
                    <a:lnTo>
                      <a:pt x="119996" y="5612"/>
                    </a:lnTo>
                    <a:lnTo>
                      <a:pt x="194611" y="10043"/>
                    </a:lnTo>
                    <a:lnTo>
                      <a:pt x="207006" y="12706"/>
                    </a:lnTo>
                    <a:cubicBezTo>
                      <a:pt x="207291" y="12706"/>
                      <a:pt x="207494" y="12749"/>
                      <a:pt x="207697" y="12749"/>
                    </a:cubicBezTo>
                    <a:lnTo>
                      <a:pt x="271299" y="15303"/>
                    </a:lnTo>
                    <a:lnTo>
                      <a:pt x="297389" y="15041"/>
                    </a:lnTo>
                    <a:lnTo>
                      <a:pt x="366233" y="14997"/>
                    </a:lnTo>
                    <a:lnTo>
                      <a:pt x="440036" y="17660"/>
                    </a:lnTo>
                    <a:lnTo>
                      <a:pt x="513757" y="20061"/>
                    </a:lnTo>
                    <a:lnTo>
                      <a:pt x="579959" y="21916"/>
                    </a:lnTo>
                    <a:lnTo>
                      <a:pt x="579959" y="191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0" name="Freeform: Shape 249">
                <a:extLst>
                  <a:ext uri="{FF2B5EF4-FFF2-40B4-BE49-F238E27FC236}">
                    <a16:creationId xmlns:a16="http://schemas.microsoft.com/office/drawing/2014/main" id="{03C586BE-C240-4203-AAE1-78A4577B43EA}"/>
                  </a:ext>
                </a:extLst>
              </p:cNvPr>
              <p:cNvSpPr/>
              <p:nvPr/>
            </p:nvSpPr>
            <p:spPr>
              <a:xfrm>
                <a:off x="6761833" y="5584283"/>
                <a:ext cx="287662" cy="360926"/>
              </a:xfrm>
              <a:custGeom>
                <a:avLst/>
                <a:gdLst>
                  <a:gd name="connsiteX0" fmla="*/ 203497 w 287662"/>
                  <a:gd name="connsiteY0" fmla="*/ 360927 h 360926"/>
                  <a:gd name="connsiteX1" fmla="*/ 150543 w 287662"/>
                  <a:gd name="connsiteY1" fmla="*/ 360861 h 360926"/>
                  <a:gd name="connsiteX2" fmla="*/ 148267 w 287662"/>
                  <a:gd name="connsiteY2" fmla="*/ 360076 h 360926"/>
                  <a:gd name="connsiteX3" fmla="*/ 143309 w 287662"/>
                  <a:gd name="connsiteY3" fmla="*/ 354204 h 360926"/>
                  <a:gd name="connsiteX4" fmla="*/ 143106 w 287662"/>
                  <a:gd name="connsiteY4" fmla="*/ 353877 h 360926"/>
                  <a:gd name="connsiteX5" fmla="*/ 139326 w 287662"/>
                  <a:gd name="connsiteY5" fmla="*/ 341305 h 360926"/>
                  <a:gd name="connsiteX6" fmla="*/ 136644 w 287662"/>
                  <a:gd name="connsiteY6" fmla="*/ 330610 h 360926"/>
                  <a:gd name="connsiteX7" fmla="*/ 132987 w 287662"/>
                  <a:gd name="connsiteY7" fmla="*/ 317492 h 360926"/>
                  <a:gd name="connsiteX8" fmla="*/ 130426 w 287662"/>
                  <a:gd name="connsiteY8" fmla="*/ 305226 h 360926"/>
                  <a:gd name="connsiteX9" fmla="*/ 130345 w 287662"/>
                  <a:gd name="connsiteY9" fmla="*/ 304855 h 360926"/>
                  <a:gd name="connsiteX10" fmla="*/ 127175 w 287662"/>
                  <a:gd name="connsiteY10" fmla="*/ 285822 h 360926"/>
                  <a:gd name="connsiteX11" fmla="*/ 124005 w 287662"/>
                  <a:gd name="connsiteY11" fmla="*/ 262380 h 360926"/>
                  <a:gd name="connsiteX12" fmla="*/ 120957 w 287662"/>
                  <a:gd name="connsiteY12" fmla="*/ 235948 h 360926"/>
                  <a:gd name="connsiteX13" fmla="*/ 114292 w 287662"/>
                  <a:gd name="connsiteY13" fmla="*/ 166081 h 360926"/>
                  <a:gd name="connsiteX14" fmla="*/ 111813 w 287662"/>
                  <a:gd name="connsiteY14" fmla="*/ 147551 h 360926"/>
                  <a:gd name="connsiteX15" fmla="*/ 108562 w 287662"/>
                  <a:gd name="connsiteY15" fmla="*/ 127296 h 360926"/>
                  <a:gd name="connsiteX16" fmla="*/ 105798 w 287662"/>
                  <a:gd name="connsiteY16" fmla="*/ 105753 h 360926"/>
                  <a:gd name="connsiteX17" fmla="*/ 101043 w 287662"/>
                  <a:gd name="connsiteY17" fmla="*/ 79059 h 360926"/>
                  <a:gd name="connsiteX18" fmla="*/ 94581 w 287662"/>
                  <a:gd name="connsiteY18" fmla="*/ 51448 h 360926"/>
                  <a:gd name="connsiteX19" fmla="*/ 86657 w 287662"/>
                  <a:gd name="connsiteY19" fmla="*/ 22397 h 360926"/>
                  <a:gd name="connsiteX20" fmla="*/ 79219 w 287662"/>
                  <a:gd name="connsiteY20" fmla="*/ 3910 h 360926"/>
                  <a:gd name="connsiteX21" fmla="*/ 75074 w 287662"/>
                  <a:gd name="connsiteY21" fmla="*/ 2841 h 360926"/>
                  <a:gd name="connsiteX22" fmla="*/ 3019 w 287662"/>
                  <a:gd name="connsiteY22" fmla="*/ 10524 h 360926"/>
                  <a:gd name="connsiteX23" fmla="*/ 53 w 287662"/>
                  <a:gd name="connsiteY23" fmla="*/ 9411 h 360926"/>
                  <a:gd name="connsiteX24" fmla="*/ 2044 w 287662"/>
                  <a:gd name="connsiteY24" fmla="*/ 7752 h 360926"/>
                  <a:gd name="connsiteX25" fmla="*/ 74952 w 287662"/>
                  <a:gd name="connsiteY25" fmla="*/ 25 h 360926"/>
                  <a:gd name="connsiteX26" fmla="*/ 76537 w 287662"/>
                  <a:gd name="connsiteY26" fmla="*/ 134 h 360926"/>
                  <a:gd name="connsiteX27" fmla="*/ 82471 w 287662"/>
                  <a:gd name="connsiteY27" fmla="*/ 1684 h 360926"/>
                  <a:gd name="connsiteX28" fmla="*/ 83852 w 287662"/>
                  <a:gd name="connsiteY28" fmla="*/ 2644 h 360926"/>
                  <a:gd name="connsiteX29" fmla="*/ 91574 w 287662"/>
                  <a:gd name="connsiteY29" fmla="*/ 21873 h 360926"/>
                  <a:gd name="connsiteX30" fmla="*/ 99621 w 287662"/>
                  <a:gd name="connsiteY30" fmla="*/ 51034 h 360926"/>
                  <a:gd name="connsiteX31" fmla="*/ 106082 w 287662"/>
                  <a:gd name="connsiteY31" fmla="*/ 78732 h 360926"/>
                  <a:gd name="connsiteX32" fmla="*/ 110837 w 287662"/>
                  <a:gd name="connsiteY32" fmla="*/ 105535 h 360926"/>
                  <a:gd name="connsiteX33" fmla="*/ 113601 w 287662"/>
                  <a:gd name="connsiteY33" fmla="*/ 127012 h 360926"/>
                  <a:gd name="connsiteX34" fmla="*/ 116852 w 287662"/>
                  <a:gd name="connsiteY34" fmla="*/ 147267 h 360926"/>
                  <a:gd name="connsiteX35" fmla="*/ 120225 w 287662"/>
                  <a:gd name="connsiteY35" fmla="*/ 172782 h 360926"/>
                  <a:gd name="connsiteX36" fmla="*/ 125996 w 287662"/>
                  <a:gd name="connsiteY36" fmla="*/ 235774 h 360926"/>
                  <a:gd name="connsiteX37" fmla="*/ 129247 w 287662"/>
                  <a:gd name="connsiteY37" fmla="*/ 263210 h 360926"/>
                  <a:gd name="connsiteX38" fmla="*/ 132214 w 287662"/>
                  <a:gd name="connsiteY38" fmla="*/ 285363 h 360926"/>
                  <a:gd name="connsiteX39" fmla="*/ 135384 w 287662"/>
                  <a:gd name="connsiteY39" fmla="*/ 304549 h 360926"/>
                  <a:gd name="connsiteX40" fmla="*/ 138676 w 287662"/>
                  <a:gd name="connsiteY40" fmla="*/ 319675 h 360926"/>
                  <a:gd name="connsiteX41" fmla="*/ 141724 w 287662"/>
                  <a:gd name="connsiteY41" fmla="*/ 330108 h 360926"/>
                  <a:gd name="connsiteX42" fmla="*/ 145016 w 287662"/>
                  <a:gd name="connsiteY42" fmla="*/ 343269 h 360926"/>
                  <a:gd name="connsiteX43" fmla="*/ 148064 w 287662"/>
                  <a:gd name="connsiteY43" fmla="*/ 353113 h 360926"/>
                  <a:gd name="connsiteX44" fmla="*/ 152128 w 287662"/>
                  <a:gd name="connsiteY44" fmla="*/ 357959 h 360926"/>
                  <a:gd name="connsiteX45" fmla="*/ 203415 w 287662"/>
                  <a:gd name="connsiteY45" fmla="*/ 358024 h 360926"/>
                  <a:gd name="connsiteX46" fmla="*/ 284980 w 287662"/>
                  <a:gd name="connsiteY46" fmla="*/ 356212 h 360926"/>
                  <a:gd name="connsiteX47" fmla="*/ 287662 w 287662"/>
                  <a:gd name="connsiteY47" fmla="*/ 357544 h 360926"/>
                  <a:gd name="connsiteX48" fmla="*/ 285183 w 287662"/>
                  <a:gd name="connsiteY48" fmla="*/ 358984 h 360926"/>
                  <a:gd name="connsiteX49" fmla="*/ 203537 w 287662"/>
                  <a:gd name="connsiteY49" fmla="*/ 360840 h 360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87662" h="360926">
                    <a:moveTo>
                      <a:pt x="203497" y="360927"/>
                    </a:moveTo>
                    <a:lnTo>
                      <a:pt x="150543" y="360861"/>
                    </a:lnTo>
                    <a:cubicBezTo>
                      <a:pt x="149567" y="360861"/>
                      <a:pt x="148673" y="360534"/>
                      <a:pt x="148267" y="360076"/>
                    </a:cubicBezTo>
                    <a:lnTo>
                      <a:pt x="143309" y="354204"/>
                    </a:lnTo>
                    <a:cubicBezTo>
                      <a:pt x="143309" y="354204"/>
                      <a:pt x="143227" y="353986"/>
                      <a:pt x="143106" y="353877"/>
                    </a:cubicBezTo>
                    <a:lnTo>
                      <a:pt x="139326" y="341305"/>
                    </a:lnTo>
                    <a:lnTo>
                      <a:pt x="136644" y="330610"/>
                    </a:lnTo>
                    <a:lnTo>
                      <a:pt x="132987" y="317492"/>
                    </a:lnTo>
                    <a:lnTo>
                      <a:pt x="130426" y="305226"/>
                    </a:lnTo>
                    <a:lnTo>
                      <a:pt x="130345" y="304855"/>
                    </a:lnTo>
                    <a:lnTo>
                      <a:pt x="127175" y="285822"/>
                    </a:lnTo>
                    <a:lnTo>
                      <a:pt x="124005" y="262380"/>
                    </a:lnTo>
                    <a:lnTo>
                      <a:pt x="120957" y="235948"/>
                    </a:lnTo>
                    <a:lnTo>
                      <a:pt x="114292" y="166081"/>
                    </a:lnTo>
                    <a:lnTo>
                      <a:pt x="111813" y="147551"/>
                    </a:lnTo>
                    <a:lnTo>
                      <a:pt x="108562" y="127296"/>
                    </a:lnTo>
                    <a:lnTo>
                      <a:pt x="105798" y="105753"/>
                    </a:lnTo>
                    <a:lnTo>
                      <a:pt x="101043" y="79059"/>
                    </a:lnTo>
                    <a:lnTo>
                      <a:pt x="94581" y="51448"/>
                    </a:lnTo>
                    <a:lnTo>
                      <a:pt x="86657" y="22397"/>
                    </a:lnTo>
                    <a:lnTo>
                      <a:pt x="79219" y="3910"/>
                    </a:lnTo>
                    <a:lnTo>
                      <a:pt x="75074" y="2841"/>
                    </a:lnTo>
                    <a:lnTo>
                      <a:pt x="3019" y="10524"/>
                    </a:lnTo>
                    <a:cubicBezTo>
                      <a:pt x="1638" y="10633"/>
                      <a:pt x="256" y="10153"/>
                      <a:pt x="53" y="9411"/>
                    </a:cubicBezTo>
                    <a:cubicBezTo>
                      <a:pt x="-232" y="8603"/>
                      <a:pt x="662" y="7926"/>
                      <a:pt x="2044" y="7752"/>
                    </a:cubicBezTo>
                    <a:lnTo>
                      <a:pt x="74952" y="25"/>
                    </a:lnTo>
                    <a:cubicBezTo>
                      <a:pt x="75440" y="-19"/>
                      <a:pt x="76050" y="-19"/>
                      <a:pt x="76537" y="134"/>
                    </a:cubicBezTo>
                    <a:lnTo>
                      <a:pt x="82471" y="1684"/>
                    </a:lnTo>
                    <a:cubicBezTo>
                      <a:pt x="83243" y="1902"/>
                      <a:pt x="83771" y="2208"/>
                      <a:pt x="83852" y="2644"/>
                    </a:cubicBezTo>
                    <a:lnTo>
                      <a:pt x="91574" y="21873"/>
                    </a:lnTo>
                    <a:lnTo>
                      <a:pt x="99621" y="51034"/>
                    </a:lnTo>
                    <a:lnTo>
                      <a:pt x="106082" y="78732"/>
                    </a:lnTo>
                    <a:lnTo>
                      <a:pt x="110837" y="105535"/>
                    </a:lnTo>
                    <a:lnTo>
                      <a:pt x="113601" y="127012"/>
                    </a:lnTo>
                    <a:lnTo>
                      <a:pt x="116852" y="147267"/>
                    </a:lnTo>
                    <a:lnTo>
                      <a:pt x="120225" y="172782"/>
                    </a:lnTo>
                    <a:lnTo>
                      <a:pt x="125996" y="235774"/>
                    </a:lnTo>
                    <a:lnTo>
                      <a:pt x="129247" y="263210"/>
                    </a:lnTo>
                    <a:lnTo>
                      <a:pt x="132214" y="285363"/>
                    </a:lnTo>
                    <a:lnTo>
                      <a:pt x="135384" y="304549"/>
                    </a:lnTo>
                    <a:lnTo>
                      <a:pt x="138676" y="319675"/>
                    </a:lnTo>
                    <a:lnTo>
                      <a:pt x="141724" y="330108"/>
                    </a:lnTo>
                    <a:lnTo>
                      <a:pt x="145016" y="343269"/>
                    </a:lnTo>
                    <a:lnTo>
                      <a:pt x="148064" y="353113"/>
                    </a:lnTo>
                    <a:lnTo>
                      <a:pt x="152128" y="357959"/>
                    </a:lnTo>
                    <a:lnTo>
                      <a:pt x="203415" y="358024"/>
                    </a:lnTo>
                    <a:lnTo>
                      <a:pt x="284980" y="356212"/>
                    </a:lnTo>
                    <a:cubicBezTo>
                      <a:pt x="286483" y="356256"/>
                      <a:pt x="287540" y="356802"/>
                      <a:pt x="287662" y="357544"/>
                    </a:cubicBezTo>
                    <a:cubicBezTo>
                      <a:pt x="287662" y="358351"/>
                      <a:pt x="286565" y="358984"/>
                      <a:pt x="285183" y="358984"/>
                    </a:cubicBezTo>
                    <a:lnTo>
                      <a:pt x="203537" y="36084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1" name="Freeform: Shape 250">
                <a:extLst>
                  <a:ext uri="{FF2B5EF4-FFF2-40B4-BE49-F238E27FC236}">
                    <a16:creationId xmlns:a16="http://schemas.microsoft.com/office/drawing/2014/main" id="{C4E6CCBE-B724-4CD9-965B-7B2622B5CC4B}"/>
                  </a:ext>
                </a:extLst>
              </p:cNvPr>
              <p:cNvSpPr/>
              <p:nvPr/>
            </p:nvSpPr>
            <p:spPr>
              <a:xfrm>
                <a:off x="12076699" y="5837549"/>
                <a:ext cx="115340" cy="6451"/>
              </a:xfrm>
              <a:custGeom>
                <a:avLst/>
                <a:gdLst>
                  <a:gd name="connsiteX0" fmla="*/ 115300 w 115340"/>
                  <a:gd name="connsiteY0" fmla="*/ 3635 h 6451"/>
                  <a:gd name="connsiteX1" fmla="*/ 76692 w 115340"/>
                  <a:gd name="connsiteY1" fmla="*/ 2522 h 6451"/>
                  <a:gd name="connsiteX2" fmla="*/ 2687 w 115340"/>
                  <a:gd name="connsiteY2" fmla="*/ 12 h 6451"/>
                  <a:gd name="connsiteX3" fmla="*/ 4 w 115340"/>
                  <a:gd name="connsiteY3" fmla="*/ 1344 h 6451"/>
                  <a:gd name="connsiteX4" fmla="*/ 2402 w 115340"/>
                  <a:gd name="connsiteY4" fmla="*/ 2828 h 6451"/>
                  <a:gd name="connsiteX5" fmla="*/ 76530 w 115340"/>
                  <a:gd name="connsiteY5" fmla="*/ 5338 h 6451"/>
                  <a:gd name="connsiteX6" fmla="*/ 115341 w 115340"/>
                  <a:gd name="connsiteY6" fmla="*/ 6451 h 6451"/>
                  <a:gd name="connsiteX7" fmla="*/ 115341 w 115340"/>
                  <a:gd name="connsiteY7" fmla="*/ 3635 h 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340" h="6451">
                    <a:moveTo>
                      <a:pt x="115300" y="3635"/>
                    </a:moveTo>
                    <a:lnTo>
                      <a:pt x="76692" y="2522"/>
                    </a:lnTo>
                    <a:lnTo>
                      <a:pt x="2687" y="12"/>
                    </a:lnTo>
                    <a:cubicBezTo>
                      <a:pt x="1224" y="-97"/>
                      <a:pt x="126" y="536"/>
                      <a:pt x="4" y="1344"/>
                    </a:cubicBezTo>
                    <a:cubicBezTo>
                      <a:pt x="-76" y="2086"/>
                      <a:pt x="1020" y="2784"/>
                      <a:pt x="2402" y="2828"/>
                    </a:cubicBezTo>
                    <a:lnTo>
                      <a:pt x="76530" y="5338"/>
                    </a:lnTo>
                    <a:lnTo>
                      <a:pt x="115341" y="6451"/>
                    </a:lnTo>
                    <a:lnTo>
                      <a:pt x="115341" y="363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2" name="Freeform: Shape 251">
                <a:extLst>
                  <a:ext uri="{FF2B5EF4-FFF2-40B4-BE49-F238E27FC236}">
                    <a16:creationId xmlns:a16="http://schemas.microsoft.com/office/drawing/2014/main" id="{7F7AAE62-7C33-4C8C-B45E-312FCE6DB70E}"/>
                  </a:ext>
                </a:extLst>
              </p:cNvPr>
              <p:cNvSpPr/>
              <p:nvPr/>
            </p:nvSpPr>
            <p:spPr>
              <a:xfrm>
                <a:off x="8919341" y="6420526"/>
                <a:ext cx="3272658" cy="9974"/>
              </a:xfrm>
              <a:custGeom>
                <a:avLst/>
                <a:gdLst>
                  <a:gd name="connsiteX0" fmla="*/ 3272658 w 3272658"/>
                  <a:gd name="connsiteY0" fmla="*/ 7137 h 9974"/>
                  <a:gd name="connsiteX1" fmla="*/ 2602 w 3272658"/>
                  <a:gd name="connsiteY1" fmla="*/ 0 h 9974"/>
                  <a:gd name="connsiteX2" fmla="*/ 2602 w 3272658"/>
                  <a:gd name="connsiteY2" fmla="*/ 0 h 9974"/>
                  <a:gd name="connsiteX3" fmla="*/ 0 w 3272658"/>
                  <a:gd name="connsiteY3" fmla="*/ 1441 h 9974"/>
                  <a:gd name="connsiteX4" fmla="*/ 2602 w 3272658"/>
                  <a:gd name="connsiteY4" fmla="*/ 2837 h 9974"/>
                  <a:gd name="connsiteX5" fmla="*/ 3272658 w 3272658"/>
                  <a:gd name="connsiteY5" fmla="*/ 9975 h 9974"/>
                  <a:gd name="connsiteX6" fmla="*/ 3272658 w 3272658"/>
                  <a:gd name="connsiteY6" fmla="*/ 7137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2658" h="9974">
                    <a:moveTo>
                      <a:pt x="3272658" y="7137"/>
                    </a:moveTo>
                    <a:lnTo>
                      <a:pt x="2602" y="0"/>
                    </a:lnTo>
                    <a:lnTo>
                      <a:pt x="2602" y="0"/>
                    </a:lnTo>
                    <a:cubicBezTo>
                      <a:pt x="1219" y="0"/>
                      <a:pt x="0" y="633"/>
                      <a:pt x="0" y="1441"/>
                    </a:cubicBezTo>
                    <a:cubicBezTo>
                      <a:pt x="0" y="2183"/>
                      <a:pt x="1097" y="2837"/>
                      <a:pt x="2602" y="2837"/>
                    </a:cubicBezTo>
                    <a:lnTo>
                      <a:pt x="3272658" y="9975"/>
                    </a:lnTo>
                    <a:lnTo>
                      <a:pt x="3272658"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3" name="Freeform: Shape 252">
                <a:extLst>
                  <a:ext uri="{FF2B5EF4-FFF2-40B4-BE49-F238E27FC236}">
                    <a16:creationId xmlns:a16="http://schemas.microsoft.com/office/drawing/2014/main" id="{11565914-CF90-400A-B510-A3C78FEC5709}"/>
                  </a:ext>
                </a:extLst>
              </p:cNvPr>
              <p:cNvSpPr/>
              <p:nvPr/>
            </p:nvSpPr>
            <p:spPr>
              <a:xfrm>
                <a:off x="11813799" y="5821236"/>
                <a:ext cx="378241" cy="10607"/>
              </a:xfrm>
              <a:custGeom>
                <a:avLst/>
                <a:gdLst>
                  <a:gd name="connsiteX0" fmla="*/ 378200 w 378241"/>
                  <a:gd name="connsiteY0" fmla="*/ 7748 h 10607"/>
                  <a:gd name="connsiteX1" fmla="*/ 159029 w 378241"/>
                  <a:gd name="connsiteY1" fmla="*/ 4125 h 10607"/>
                  <a:gd name="connsiteX2" fmla="*/ 86405 w 378241"/>
                  <a:gd name="connsiteY2" fmla="*/ 2313 h 10607"/>
                  <a:gd name="connsiteX3" fmla="*/ 2687 w 378241"/>
                  <a:gd name="connsiteY3" fmla="*/ 21 h 10607"/>
                  <a:gd name="connsiteX4" fmla="*/ 4 w 378241"/>
                  <a:gd name="connsiteY4" fmla="*/ 1353 h 10607"/>
                  <a:gd name="connsiteX5" fmla="*/ 2403 w 378241"/>
                  <a:gd name="connsiteY5" fmla="*/ 2793 h 10607"/>
                  <a:gd name="connsiteX6" fmla="*/ 86242 w 378241"/>
                  <a:gd name="connsiteY6" fmla="*/ 5150 h 10607"/>
                  <a:gd name="connsiteX7" fmla="*/ 158867 w 378241"/>
                  <a:gd name="connsiteY7" fmla="*/ 6918 h 10607"/>
                  <a:gd name="connsiteX8" fmla="*/ 378241 w 378241"/>
                  <a:gd name="connsiteY8" fmla="*/ 10607 h 10607"/>
                  <a:gd name="connsiteX9" fmla="*/ 378241 w 378241"/>
                  <a:gd name="connsiteY9" fmla="*/ 7770 h 1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8241" h="10607">
                    <a:moveTo>
                      <a:pt x="378200" y="7748"/>
                    </a:moveTo>
                    <a:lnTo>
                      <a:pt x="159029" y="4125"/>
                    </a:lnTo>
                    <a:lnTo>
                      <a:pt x="86405" y="2313"/>
                    </a:lnTo>
                    <a:lnTo>
                      <a:pt x="2687" y="21"/>
                    </a:lnTo>
                    <a:cubicBezTo>
                      <a:pt x="1387" y="-132"/>
                      <a:pt x="86" y="567"/>
                      <a:pt x="4" y="1353"/>
                    </a:cubicBezTo>
                    <a:cubicBezTo>
                      <a:pt x="-77" y="2095"/>
                      <a:pt x="980" y="2793"/>
                      <a:pt x="2403" y="2793"/>
                    </a:cubicBezTo>
                    <a:lnTo>
                      <a:pt x="86242" y="5150"/>
                    </a:lnTo>
                    <a:lnTo>
                      <a:pt x="158867" y="6918"/>
                    </a:lnTo>
                    <a:lnTo>
                      <a:pt x="378241" y="10607"/>
                    </a:lnTo>
                    <a:lnTo>
                      <a:pt x="378241" y="777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4" name="Freeform: Shape 253">
                <a:extLst>
                  <a:ext uri="{FF2B5EF4-FFF2-40B4-BE49-F238E27FC236}">
                    <a16:creationId xmlns:a16="http://schemas.microsoft.com/office/drawing/2014/main" id="{A7E6E5DC-15C9-4ECB-A7AD-922246C4EC66}"/>
                  </a:ext>
                </a:extLst>
              </p:cNvPr>
              <p:cNvSpPr/>
              <p:nvPr/>
            </p:nvSpPr>
            <p:spPr>
              <a:xfrm>
                <a:off x="984747" y="6492445"/>
                <a:ext cx="2817485" cy="410469"/>
              </a:xfrm>
              <a:custGeom>
                <a:avLst/>
                <a:gdLst>
                  <a:gd name="connsiteX0" fmla="*/ 8372 w 2817485"/>
                  <a:gd name="connsiteY0" fmla="*/ 410448 h 410469"/>
                  <a:gd name="connsiteX1" fmla="*/ 48158 w 2817485"/>
                  <a:gd name="connsiteY1" fmla="*/ 393816 h 410469"/>
                  <a:gd name="connsiteX2" fmla="*/ 112613 w 2817485"/>
                  <a:gd name="connsiteY2" fmla="*/ 369152 h 410469"/>
                  <a:gd name="connsiteX3" fmla="*/ 302484 w 2817485"/>
                  <a:gd name="connsiteY3" fmla="*/ 370156 h 410469"/>
                  <a:gd name="connsiteX4" fmla="*/ 303987 w 2817485"/>
                  <a:gd name="connsiteY4" fmla="*/ 369894 h 410469"/>
                  <a:gd name="connsiteX5" fmla="*/ 365232 w 2817485"/>
                  <a:gd name="connsiteY5" fmla="*/ 345230 h 410469"/>
                  <a:gd name="connsiteX6" fmla="*/ 425054 w 2817485"/>
                  <a:gd name="connsiteY6" fmla="*/ 320654 h 410469"/>
                  <a:gd name="connsiteX7" fmla="*/ 483372 w 2817485"/>
                  <a:gd name="connsiteY7" fmla="*/ 295182 h 410469"/>
                  <a:gd name="connsiteX8" fmla="*/ 596026 w 2817485"/>
                  <a:gd name="connsiteY8" fmla="*/ 245636 h 410469"/>
                  <a:gd name="connsiteX9" fmla="*/ 650443 w 2817485"/>
                  <a:gd name="connsiteY9" fmla="*/ 222347 h 410469"/>
                  <a:gd name="connsiteX10" fmla="*/ 703682 w 2817485"/>
                  <a:gd name="connsiteY10" fmla="*/ 198054 h 410469"/>
                  <a:gd name="connsiteX11" fmla="*/ 755741 w 2817485"/>
                  <a:gd name="connsiteY11" fmla="*/ 172801 h 410469"/>
                  <a:gd name="connsiteX12" fmla="*/ 806541 w 2817485"/>
                  <a:gd name="connsiteY12" fmla="*/ 146958 h 410469"/>
                  <a:gd name="connsiteX13" fmla="*/ 855797 w 2817485"/>
                  <a:gd name="connsiteY13" fmla="*/ 123145 h 410469"/>
                  <a:gd name="connsiteX14" fmla="*/ 904362 w 2817485"/>
                  <a:gd name="connsiteY14" fmla="*/ 108434 h 410469"/>
                  <a:gd name="connsiteX15" fmla="*/ 951829 w 2817485"/>
                  <a:gd name="connsiteY15" fmla="*/ 91912 h 410469"/>
                  <a:gd name="connsiteX16" fmla="*/ 998200 w 2817485"/>
                  <a:gd name="connsiteY16" fmla="*/ 75192 h 410469"/>
                  <a:gd name="connsiteX17" fmla="*/ 1043595 w 2817485"/>
                  <a:gd name="connsiteY17" fmla="*/ 60590 h 410469"/>
                  <a:gd name="connsiteX18" fmla="*/ 1087567 w 2817485"/>
                  <a:gd name="connsiteY18" fmla="*/ 46905 h 410469"/>
                  <a:gd name="connsiteX19" fmla="*/ 1248014 w 2817485"/>
                  <a:gd name="connsiteY19" fmla="*/ 44657 h 410469"/>
                  <a:gd name="connsiteX20" fmla="*/ 1570574 w 2817485"/>
                  <a:gd name="connsiteY20" fmla="*/ 47429 h 410469"/>
                  <a:gd name="connsiteX21" fmla="*/ 1731996 w 2817485"/>
                  <a:gd name="connsiteY21" fmla="*/ 47909 h 410469"/>
                  <a:gd name="connsiteX22" fmla="*/ 1733377 w 2817485"/>
                  <a:gd name="connsiteY22" fmla="*/ 47647 h 410469"/>
                  <a:gd name="connsiteX23" fmla="*/ 1770400 w 2817485"/>
                  <a:gd name="connsiteY23" fmla="*/ 34595 h 410469"/>
                  <a:gd name="connsiteX24" fmla="*/ 1806692 w 2817485"/>
                  <a:gd name="connsiteY24" fmla="*/ 21325 h 410469"/>
                  <a:gd name="connsiteX25" fmla="*/ 1841520 w 2817485"/>
                  <a:gd name="connsiteY25" fmla="*/ 7312 h 410469"/>
                  <a:gd name="connsiteX26" fmla="*/ 2154042 w 2817485"/>
                  <a:gd name="connsiteY26" fmla="*/ 2837 h 410469"/>
                  <a:gd name="connsiteX27" fmla="*/ 2310750 w 2817485"/>
                  <a:gd name="connsiteY27" fmla="*/ 6461 h 410469"/>
                  <a:gd name="connsiteX28" fmla="*/ 2467620 w 2817485"/>
                  <a:gd name="connsiteY28" fmla="*/ 12376 h 410469"/>
                  <a:gd name="connsiteX29" fmla="*/ 2624653 w 2817485"/>
                  <a:gd name="connsiteY29" fmla="*/ 17003 h 410469"/>
                  <a:gd name="connsiteX30" fmla="*/ 2781767 w 2817485"/>
                  <a:gd name="connsiteY30" fmla="*/ 20670 h 410469"/>
                  <a:gd name="connsiteX31" fmla="*/ 2814158 w 2817485"/>
                  <a:gd name="connsiteY31" fmla="*/ 21194 h 410469"/>
                  <a:gd name="connsiteX32" fmla="*/ 2816068 w 2817485"/>
                  <a:gd name="connsiteY32" fmla="*/ 20822 h 410469"/>
                  <a:gd name="connsiteX33" fmla="*/ 2816758 w 2817485"/>
                  <a:gd name="connsiteY33" fmla="*/ 20451 h 410469"/>
                  <a:gd name="connsiteX34" fmla="*/ 2816718 w 2817485"/>
                  <a:gd name="connsiteY34" fmla="*/ 18422 h 410469"/>
                  <a:gd name="connsiteX35" fmla="*/ 2813223 w 2817485"/>
                  <a:gd name="connsiteY35" fmla="*/ 18378 h 410469"/>
                  <a:gd name="connsiteX36" fmla="*/ 2781971 w 2817485"/>
                  <a:gd name="connsiteY36" fmla="*/ 17898 h 410469"/>
                  <a:gd name="connsiteX37" fmla="*/ 2624897 w 2817485"/>
                  <a:gd name="connsiteY37" fmla="*/ 14165 h 410469"/>
                  <a:gd name="connsiteX38" fmla="*/ 2467986 w 2817485"/>
                  <a:gd name="connsiteY38" fmla="*/ 9538 h 410469"/>
                  <a:gd name="connsiteX39" fmla="*/ 2311034 w 2817485"/>
                  <a:gd name="connsiteY39" fmla="*/ 3623 h 410469"/>
                  <a:gd name="connsiteX40" fmla="*/ 2154083 w 2817485"/>
                  <a:gd name="connsiteY40" fmla="*/ 0 h 410469"/>
                  <a:gd name="connsiteX41" fmla="*/ 1840586 w 2817485"/>
                  <a:gd name="connsiteY41" fmla="*/ 4474 h 410469"/>
                  <a:gd name="connsiteX42" fmla="*/ 1839204 w 2817485"/>
                  <a:gd name="connsiteY42" fmla="*/ 4736 h 410469"/>
                  <a:gd name="connsiteX43" fmla="*/ 1803806 w 2817485"/>
                  <a:gd name="connsiteY43" fmla="*/ 19011 h 410469"/>
                  <a:gd name="connsiteX44" fmla="*/ 1767637 w 2817485"/>
                  <a:gd name="connsiteY44" fmla="*/ 32172 h 410469"/>
                  <a:gd name="connsiteX45" fmla="*/ 1731345 w 2817485"/>
                  <a:gd name="connsiteY45" fmla="*/ 45072 h 410469"/>
                  <a:gd name="connsiteX46" fmla="*/ 1570655 w 2817485"/>
                  <a:gd name="connsiteY46" fmla="*/ 44592 h 410469"/>
                  <a:gd name="connsiteX47" fmla="*/ 1248054 w 2817485"/>
                  <a:gd name="connsiteY47" fmla="*/ 41820 h 410469"/>
                  <a:gd name="connsiteX48" fmla="*/ 1086836 w 2817485"/>
                  <a:gd name="connsiteY48" fmla="*/ 44111 h 410469"/>
                  <a:gd name="connsiteX49" fmla="*/ 1085616 w 2817485"/>
                  <a:gd name="connsiteY49" fmla="*/ 44286 h 410469"/>
                  <a:gd name="connsiteX50" fmla="*/ 1041116 w 2817485"/>
                  <a:gd name="connsiteY50" fmla="*/ 58146 h 410469"/>
                  <a:gd name="connsiteX51" fmla="*/ 995558 w 2817485"/>
                  <a:gd name="connsiteY51" fmla="*/ 72792 h 410469"/>
                  <a:gd name="connsiteX52" fmla="*/ 949107 w 2817485"/>
                  <a:gd name="connsiteY52" fmla="*/ 89532 h 410469"/>
                  <a:gd name="connsiteX53" fmla="*/ 901842 w 2817485"/>
                  <a:gd name="connsiteY53" fmla="*/ 106055 h 410469"/>
                  <a:gd name="connsiteX54" fmla="*/ 852912 w 2817485"/>
                  <a:gd name="connsiteY54" fmla="*/ 120875 h 410469"/>
                  <a:gd name="connsiteX55" fmla="*/ 803168 w 2817485"/>
                  <a:gd name="connsiteY55" fmla="*/ 144906 h 410469"/>
                  <a:gd name="connsiteX56" fmla="*/ 752328 w 2817485"/>
                  <a:gd name="connsiteY56" fmla="*/ 170749 h 410469"/>
                  <a:gd name="connsiteX57" fmla="*/ 700390 w 2817485"/>
                  <a:gd name="connsiteY57" fmla="*/ 195959 h 410469"/>
                  <a:gd name="connsiteX58" fmla="*/ 647314 w 2817485"/>
                  <a:gd name="connsiteY58" fmla="*/ 220143 h 410469"/>
                  <a:gd name="connsiteX59" fmla="*/ 592897 w 2817485"/>
                  <a:gd name="connsiteY59" fmla="*/ 243475 h 410469"/>
                  <a:gd name="connsiteX60" fmla="*/ 480284 w 2817485"/>
                  <a:gd name="connsiteY60" fmla="*/ 293021 h 410469"/>
                  <a:gd name="connsiteX61" fmla="*/ 421965 w 2817485"/>
                  <a:gd name="connsiteY61" fmla="*/ 318449 h 410469"/>
                  <a:gd name="connsiteX62" fmla="*/ 362224 w 2817485"/>
                  <a:gd name="connsiteY62" fmla="*/ 342960 h 410469"/>
                  <a:gd name="connsiteX63" fmla="*/ 301711 w 2817485"/>
                  <a:gd name="connsiteY63" fmla="*/ 367362 h 410469"/>
                  <a:gd name="connsiteX64" fmla="*/ 111923 w 2817485"/>
                  <a:gd name="connsiteY64" fmla="*/ 366337 h 410469"/>
                  <a:gd name="connsiteX65" fmla="*/ 110419 w 2817485"/>
                  <a:gd name="connsiteY65" fmla="*/ 366599 h 410469"/>
                  <a:gd name="connsiteX66" fmla="*/ 45232 w 2817485"/>
                  <a:gd name="connsiteY66" fmla="*/ 391546 h 410469"/>
                  <a:gd name="connsiteX67" fmla="*/ 0 w 2817485"/>
                  <a:gd name="connsiteY67" fmla="*/ 410470 h 410469"/>
                  <a:gd name="connsiteX68" fmla="*/ 8413 w 2817485"/>
                  <a:gd name="connsiteY68" fmla="*/ 410470 h 410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817485" h="410469">
                    <a:moveTo>
                      <a:pt x="8372" y="410448"/>
                    </a:moveTo>
                    <a:lnTo>
                      <a:pt x="48158" y="393816"/>
                    </a:lnTo>
                    <a:lnTo>
                      <a:pt x="112613" y="369152"/>
                    </a:lnTo>
                    <a:lnTo>
                      <a:pt x="302484" y="370156"/>
                    </a:lnTo>
                    <a:cubicBezTo>
                      <a:pt x="303093" y="370156"/>
                      <a:pt x="303581" y="370091"/>
                      <a:pt x="303987" y="369894"/>
                    </a:cubicBezTo>
                    <a:lnTo>
                      <a:pt x="365232" y="345230"/>
                    </a:lnTo>
                    <a:lnTo>
                      <a:pt x="425054" y="320654"/>
                    </a:lnTo>
                    <a:lnTo>
                      <a:pt x="483372" y="295182"/>
                    </a:lnTo>
                    <a:lnTo>
                      <a:pt x="596026" y="245636"/>
                    </a:lnTo>
                    <a:lnTo>
                      <a:pt x="650443" y="222347"/>
                    </a:lnTo>
                    <a:lnTo>
                      <a:pt x="703682" y="198054"/>
                    </a:lnTo>
                    <a:lnTo>
                      <a:pt x="755741" y="172801"/>
                    </a:lnTo>
                    <a:lnTo>
                      <a:pt x="806541" y="146958"/>
                    </a:lnTo>
                    <a:lnTo>
                      <a:pt x="855797" y="123145"/>
                    </a:lnTo>
                    <a:lnTo>
                      <a:pt x="904362" y="108434"/>
                    </a:lnTo>
                    <a:lnTo>
                      <a:pt x="951829" y="91912"/>
                    </a:lnTo>
                    <a:lnTo>
                      <a:pt x="998200" y="75192"/>
                    </a:lnTo>
                    <a:lnTo>
                      <a:pt x="1043595" y="60590"/>
                    </a:lnTo>
                    <a:lnTo>
                      <a:pt x="1087567" y="46905"/>
                    </a:lnTo>
                    <a:lnTo>
                      <a:pt x="1248014" y="44657"/>
                    </a:lnTo>
                    <a:lnTo>
                      <a:pt x="1570574" y="47429"/>
                    </a:lnTo>
                    <a:lnTo>
                      <a:pt x="1731996" y="47909"/>
                    </a:lnTo>
                    <a:cubicBezTo>
                      <a:pt x="1732727" y="47844"/>
                      <a:pt x="1732971" y="47800"/>
                      <a:pt x="1733377" y="47647"/>
                    </a:cubicBezTo>
                    <a:lnTo>
                      <a:pt x="1770400" y="34595"/>
                    </a:lnTo>
                    <a:lnTo>
                      <a:pt x="1806692" y="21325"/>
                    </a:lnTo>
                    <a:lnTo>
                      <a:pt x="1841520" y="7312"/>
                    </a:lnTo>
                    <a:lnTo>
                      <a:pt x="2154042" y="2837"/>
                    </a:lnTo>
                    <a:lnTo>
                      <a:pt x="2310750" y="6461"/>
                    </a:lnTo>
                    <a:lnTo>
                      <a:pt x="2467620" y="12376"/>
                    </a:lnTo>
                    <a:lnTo>
                      <a:pt x="2624653" y="17003"/>
                    </a:lnTo>
                    <a:lnTo>
                      <a:pt x="2781767" y="20670"/>
                    </a:lnTo>
                    <a:lnTo>
                      <a:pt x="2814158" y="21194"/>
                    </a:lnTo>
                    <a:cubicBezTo>
                      <a:pt x="2814889" y="21194"/>
                      <a:pt x="2815539" y="21084"/>
                      <a:pt x="2816068" y="20822"/>
                    </a:cubicBezTo>
                    <a:lnTo>
                      <a:pt x="2816758" y="20451"/>
                    </a:lnTo>
                    <a:cubicBezTo>
                      <a:pt x="2817774" y="19862"/>
                      <a:pt x="2817693" y="18967"/>
                      <a:pt x="2816718" y="18422"/>
                    </a:cubicBezTo>
                    <a:cubicBezTo>
                      <a:pt x="2815783" y="17898"/>
                      <a:pt x="2814239" y="17898"/>
                      <a:pt x="2813223" y="18378"/>
                    </a:cubicBezTo>
                    <a:lnTo>
                      <a:pt x="2781971" y="17898"/>
                    </a:lnTo>
                    <a:lnTo>
                      <a:pt x="2624897" y="14165"/>
                    </a:lnTo>
                    <a:lnTo>
                      <a:pt x="2467986" y="9538"/>
                    </a:lnTo>
                    <a:lnTo>
                      <a:pt x="2311034" y="3623"/>
                    </a:lnTo>
                    <a:lnTo>
                      <a:pt x="2154083" y="0"/>
                    </a:lnTo>
                    <a:lnTo>
                      <a:pt x="1840586" y="4474"/>
                    </a:lnTo>
                    <a:cubicBezTo>
                      <a:pt x="1840098" y="4474"/>
                      <a:pt x="1839610" y="4584"/>
                      <a:pt x="1839204" y="4736"/>
                    </a:cubicBezTo>
                    <a:lnTo>
                      <a:pt x="1803806" y="19011"/>
                    </a:lnTo>
                    <a:lnTo>
                      <a:pt x="1767637" y="32172"/>
                    </a:lnTo>
                    <a:lnTo>
                      <a:pt x="1731345" y="45072"/>
                    </a:lnTo>
                    <a:lnTo>
                      <a:pt x="1570655" y="44592"/>
                    </a:lnTo>
                    <a:lnTo>
                      <a:pt x="1248054" y="41820"/>
                    </a:lnTo>
                    <a:lnTo>
                      <a:pt x="1086836" y="44111"/>
                    </a:lnTo>
                    <a:cubicBezTo>
                      <a:pt x="1086429" y="44111"/>
                      <a:pt x="1086023" y="44155"/>
                      <a:pt x="1085616" y="44286"/>
                    </a:cubicBezTo>
                    <a:lnTo>
                      <a:pt x="1041116" y="58146"/>
                    </a:lnTo>
                    <a:lnTo>
                      <a:pt x="995558" y="72792"/>
                    </a:lnTo>
                    <a:lnTo>
                      <a:pt x="949107" y="89532"/>
                    </a:lnTo>
                    <a:lnTo>
                      <a:pt x="901842" y="106055"/>
                    </a:lnTo>
                    <a:lnTo>
                      <a:pt x="852912" y="120875"/>
                    </a:lnTo>
                    <a:lnTo>
                      <a:pt x="803168" y="144906"/>
                    </a:lnTo>
                    <a:lnTo>
                      <a:pt x="752328" y="170749"/>
                    </a:lnTo>
                    <a:lnTo>
                      <a:pt x="700390" y="195959"/>
                    </a:lnTo>
                    <a:lnTo>
                      <a:pt x="647314" y="220143"/>
                    </a:lnTo>
                    <a:lnTo>
                      <a:pt x="592897" y="243475"/>
                    </a:lnTo>
                    <a:lnTo>
                      <a:pt x="480284" y="293021"/>
                    </a:lnTo>
                    <a:lnTo>
                      <a:pt x="421965" y="318449"/>
                    </a:lnTo>
                    <a:lnTo>
                      <a:pt x="362224" y="342960"/>
                    </a:lnTo>
                    <a:lnTo>
                      <a:pt x="301711" y="367362"/>
                    </a:lnTo>
                    <a:lnTo>
                      <a:pt x="111923" y="366337"/>
                    </a:lnTo>
                    <a:cubicBezTo>
                      <a:pt x="111313" y="366228"/>
                      <a:pt x="110866" y="366446"/>
                      <a:pt x="110419" y="366599"/>
                    </a:cubicBezTo>
                    <a:lnTo>
                      <a:pt x="45232" y="391546"/>
                    </a:lnTo>
                    <a:lnTo>
                      <a:pt x="0" y="410470"/>
                    </a:lnTo>
                    <a:lnTo>
                      <a:pt x="8413" y="41047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5" name="Freeform: Shape 254">
                <a:extLst>
                  <a:ext uri="{FF2B5EF4-FFF2-40B4-BE49-F238E27FC236}">
                    <a16:creationId xmlns:a16="http://schemas.microsoft.com/office/drawing/2014/main" id="{DB1AFFAC-80E2-4B7A-97F1-BBFEA0F7CCAC}"/>
                  </a:ext>
                </a:extLst>
              </p:cNvPr>
              <p:cNvSpPr/>
              <p:nvPr/>
            </p:nvSpPr>
            <p:spPr>
              <a:xfrm>
                <a:off x="6948586" y="6119778"/>
                <a:ext cx="1322669" cy="4954"/>
              </a:xfrm>
              <a:custGeom>
                <a:avLst/>
                <a:gdLst>
                  <a:gd name="connsiteX0" fmla="*/ 1320109 w 1322669"/>
                  <a:gd name="connsiteY0" fmla="*/ 4955 h 4954"/>
                  <a:gd name="connsiteX1" fmla="*/ 1320109 w 1322669"/>
                  <a:gd name="connsiteY1" fmla="*/ 4955 h 4954"/>
                  <a:gd name="connsiteX2" fmla="*/ 2601 w 1322669"/>
                  <a:gd name="connsiteY2" fmla="*/ 2816 h 4954"/>
                  <a:gd name="connsiteX3" fmla="*/ 0 w 1322669"/>
                  <a:gd name="connsiteY3" fmla="*/ 1375 h 4954"/>
                  <a:gd name="connsiteX4" fmla="*/ 2601 w 1322669"/>
                  <a:gd name="connsiteY4" fmla="*/ 0 h 4954"/>
                  <a:gd name="connsiteX5" fmla="*/ 2601 w 1322669"/>
                  <a:gd name="connsiteY5" fmla="*/ 0 h 4954"/>
                  <a:gd name="connsiteX6" fmla="*/ 1320109 w 1322669"/>
                  <a:gd name="connsiteY6" fmla="*/ 2139 h 4954"/>
                  <a:gd name="connsiteX7" fmla="*/ 1322669 w 1322669"/>
                  <a:gd name="connsiteY7" fmla="*/ 3580 h 4954"/>
                  <a:gd name="connsiteX8" fmla="*/ 1320109 w 1322669"/>
                  <a:gd name="connsiteY8" fmla="*/ 4955 h 4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2669" h="4954">
                    <a:moveTo>
                      <a:pt x="1320109" y="4955"/>
                    </a:moveTo>
                    <a:lnTo>
                      <a:pt x="1320109" y="4955"/>
                    </a:lnTo>
                    <a:lnTo>
                      <a:pt x="2601" y="2816"/>
                    </a:lnTo>
                    <a:cubicBezTo>
                      <a:pt x="1219" y="2816"/>
                      <a:pt x="0" y="2183"/>
                      <a:pt x="0" y="1375"/>
                    </a:cubicBezTo>
                    <a:cubicBezTo>
                      <a:pt x="0" y="633"/>
                      <a:pt x="1178" y="0"/>
                      <a:pt x="2601" y="0"/>
                    </a:cubicBezTo>
                    <a:lnTo>
                      <a:pt x="2601" y="0"/>
                    </a:lnTo>
                    <a:lnTo>
                      <a:pt x="1320109" y="2139"/>
                    </a:lnTo>
                    <a:cubicBezTo>
                      <a:pt x="1321491" y="2139"/>
                      <a:pt x="1322669" y="2772"/>
                      <a:pt x="1322669" y="3580"/>
                    </a:cubicBezTo>
                    <a:cubicBezTo>
                      <a:pt x="1322669" y="4322"/>
                      <a:pt x="1321491" y="4955"/>
                      <a:pt x="1320109" y="49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6" name="Freeform: Shape 255">
                <a:extLst>
                  <a:ext uri="{FF2B5EF4-FFF2-40B4-BE49-F238E27FC236}">
                    <a16:creationId xmlns:a16="http://schemas.microsoft.com/office/drawing/2014/main" id="{2BBBC9C5-EB21-48D9-9104-18DB406B2610}"/>
                  </a:ext>
                </a:extLst>
              </p:cNvPr>
              <p:cNvSpPr/>
              <p:nvPr/>
            </p:nvSpPr>
            <p:spPr>
              <a:xfrm>
                <a:off x="10188963" y="5971554"/>
                <a:ext cx="2003239" cy="159639"/>
              </a:xfrm>
              <a:custGeom>
                <a:avLst/>
                <a:gdLst>
                  <a:gd name="connsiteX0" fmla="*/ 2003036 w 2003239"/>
                  <a:gd name="connsiteY0" fmla="*/ 156802 h 159639"/>
                  <a:gd name="connsiteX1" fmla="*/ 1873841 w 2003239"/>
                  <a:gd name="connsiteY1" fmla="*/ 156584 h 159639"/>
                  <a:gd name="connsiteX2" fmla="*/ 1835640 w 2003239"/>
                  <a:gd name="connsiteY2" fmla="*/ 150516 h 159639"/>
                  <a:gd name="connsiteX3" fmla="*/ 1834949 w 2003239"/>
                  <a:gd name="connsiteY3" fmla="*/ 150472 h 159639"/>
                  <a:gd name="connsiteX4" fmla="*/ 1730180 w 2003239"/>
                  <a:gd name="connsiteY4" fmla="*/ 150298 h 159639"/>
                  <a:gd name="connsiteX5" fmla="*/ 1693278 w 2003239"/>
                  <a:gd name="connsiteY5" fmla="*/ 144317 h 159639"/>
                  <a:gd name="connsiteX6" fmla="*/ 1692506 w 2003239"/>
                  <a:gd name="connsiteY6" fmla="*/ 144273 h 159639"/>
                  <a:gd name="connsiteX7" fmla="*/ 1659954 w 2003239"/>
                  <a:gd name="connsiteY7" fmla="*/ 144208 h 159639"/>
                  <a:gd name="connsiteX8" fmla="*/ 1623743 w 2003239"/>
                  <a:gd name="connsiteY8" fmla="*/ 138293 h 159639"/>
                  <a:gd name="connsiteX9" fmla="*/ 1623052 w 2003239"/>
                  <a:gd name="connsiteY9" fmla="*/ 138249 h 159639"/>
                  <a:gd name="connsiteX10" fmla="*/ 1552420 w 2003239"/>
                  <a:gd name="connsiteY10" fmla="*/ 138140 h 159639"/>
                  <a:gd name="connsiteX11" fmla="*/ 1517185 w 2003239"/>
                  <a:gd name="connsiteY11" fmla="*/ 132334 h 159639"/>
                  <a:gd name="connsiteX12" fmla="*/ 1516494 w 2003239"/>
                  <a:gd name="connsiteY12" fmla="*/ 132291 h 159639"/>
                  <a:gd name="connsiteX13" fmla="*/ 1413715 w 2003239"/>
                  <a:gd name="connsiteY13" fmla="*/ 132138 h 159639"/>
                  <a:gd name="connsiteX14" fmla="*/ 1345643 w 2003239"/>
                  <a:gd name="connsiteY14" fmla="*/ 120679 h 159639"/>
                  <a:gd name="connsiteX15" fmla="*/ 1344953 w 2003239"/>
                  <a:gd name="connsiteY15" fmla="*/ 120570 h 159639"/>
                  <a:gd name="connsiteX16" fmla="*/ 1243556 w 2003239"/>
                  <a:gd name="connsiteY16" fmla="*/ 120417 h 159639"/>
                  <a:gd name="connsiteX17" fmla="*/ 1211004 w 2003239"/>
                  <a:gd name="connsiteY17" fmla="*/ 114873 h 159639"/>
                  <a:gd name="connsiteX18" fmla="*/ 1210312 w 2003239"/>
                  <a:gd name="connsiteY18" fmla="*/ 114764 h 159639"/>
                  <a:gd name="connsiteX19" fmla="*/ 1008698 w 2003239"/>
                  <a:gd name="connsiteY19" fmla="*/ 114502 h 159639"/>
                  <a:gd name="connsiteX20" fmla="*/ 828093 w 2003239"/>
                  <a:gd name="connsiteY20" fmla="*/ 82199 h 159639"/>
                  <a:gd name="connsiteX21" fmla="*/ 799645 w 2003239"/>
                  <a:gd name="connsiteY21" fmla="*/ 70107 h 159639"/>
                  <a:gd name="connsiteX22" fmla="*/ 770547 w 2003239"/>
                  <a:gd name="connsiteY22" fmla="*/ 50878 h 159639"/>
                  <a:gd name="connsiteX23" fmla="*/ 742099 w 2003239"/>
                  <a:gd name="connsiteY23" fmla="*/ 34988 h 159639"/>
                  <a:gd name="connsiteX24" fmla="*/ 713407 w 2003239"/>
                  <a:gd name="connsiteY24" fmla="*/ 18684 h 159639"/>
                  <a:gd name="connsiteX25" fmla="*/ 685853 w 2003239"/>
                  <a:gd name="connsiteY25" fmla="*/ 9080 h 159639"/>
                  <a:gd name="connsiteX26" fmla="*/ 684268 w 2003239"/>
                  <a:gd name="connsiteY26" fmla="*/ 8862 h 159639"/>
                  <a:gd name="connsiteX27" fmla="*/ 590308 w 2003239"/>
                  <a:gd name="connsiteY27" fmla="*/ 13860 h 159639"/>
                  <a:gd name="connsiteX28" fmla="*/ 496267 w 2003239"/>
                  <a:gd name="connsiteY28" fmla="*/ 15890 h 159639"/>
                  <a:gd name="connsiteX29" fmla="*/ 402308 w 2003239"/>
                  <a:gd name="connsiteY29" fmla="*/ 16850 h 159639"/>
                  <a:gd name="connsiteX30" fmla="*/ 308267 w 2003239"/>
                  <a:gd name="connsiteY30" fmla="*/ 15584 h 159639"/>
                  <a:gd name="connsiteX31" fmla="*/ 213901 w 2003239"/>
                  <a:gd name="connsiteY31" fmla="*/ 13227 h 159639"/>
                  <a:gd name="connsiteX32" fmla="*/ 120144 w 2003239"/>
                  <a:gd name="connsiteY32" fmla="*/ 14820 h 159639"/>
                  <a:gd name="connsiteX33" fmla="*/ 37076 w 2003239"/>
                  <a:gd name="connsiteY33" fmla="*/ 12899 h 159639"/>
                  <a:gd name="connsiteX34" fmla="*/ 17325 w 2003239"/>
                  <a:gd name="connsiteY34" fmla="*/ 480 h 159639"/>
                  <a:gd name="connsiteX35" fmla="*/ 15252 w 2003239"/>
                  <a:gd name="connsiteY35" fmla="*/ 0 h 159639"/>
                  <a:gd name="connsiteX36" fmla="*/ 4645 w 2003239"/>
                  <a:gd name="connsiteY36" fmla="*/ 109 h 159639"/>
                  <a:gd name="connsiteX37" fmla="*/ 2044 w 2003239"/>
                  <a:gd name="connsiteY37" fmla="*/ 437 h 159639"/>
                  <a:gd name="connsiteX38" fmla="*/ 53 w 2003239"/>
                  <a:gd name="connsiteY38" fmla="*/ 2095 h 159639"/>
                  <a:gd name="connsiteX39" fmla="*/ 3141 w 2003239"/>
                  <a:gd name="connsiteY39" fmla="*/ 3209 h 159639"/>
                  <a:gd name="connsiteX40" fmla="*/ 5133 w 2003239"/>
                  <a:gd name="connsiteY40" fmla="*/ 2947 h 159639"/>
                  <a:gd name="connsiteX41" fmla="*/ 12448 w 2003239"/>
                  <a:gd name="connsiteY41" fmla="*/ 2947 h 159639"/>
                  <a:gd name="connsiteX42" fmla="*/ 14358 w 2003239"/>
                  <a:gd name="connsiteY42" fmla="*/ 2903 h 159639"/>
                  <a:gd name="connsiteX43" fmla="*/ 33906 w 2003239"/>
                  <a:gd name="connsiteY43" fmla="*/ 15169 h 159639"/>
                  <a:gd name="connsiteX44" fmla="*/ 35775 w 2003239"/>
                  <a:gd name="connsiteY44" fmla="*/ 15693 h 159639"/>
                  <a:gd name="connsiteX45" fmla="*/ 120103 w 2003239"/>
                  <a:gd name="connsiteY45" fmla="*/ 17658 h 159639"/>
                  <a:gd name="connsiteX46" fmla="*/ 213860 w 2003239"/>
                  <a:gd name="connsiteY46" fmla="*/ 16064 h 159639"/>
                  <a:gd name="connsiteX47" fmla="*/ 308104 w 2003239"/>
                  <a:gd name="connsiteY47" fmla="*/ 18400 h 159639"/>
                  <a:gd name="connsiteX48" fmla="*/ 402268 w 2003239"/>
                  <a:gd name="connsiteY48" fmla="*/ 19688 h 159639"/>
                  <a:gd name="connsiteX49" fmla="*/ 496349 w 2003239"/>
                  <a:gd name="connsiteY49" fmla="*/ 18727 h 159639"/>
                  <a:gd name="connsiteX50" fmla="*/ 590715 w 2003239"/>
                  <a:gd name="connsiteY50" fmla="*/ 16697 h 159639"/>
                  <a:gd name="connsiteX51" fmla="*/ 683902 w 2003239"/>
                  <a:gd name="connsiteY51" fmla="*/ 11677 h 159639"/>
                  <a:gd name="connsiteX52" fmla="*/ 710277 w 2003239"/>
                  <a:gd name="connsiteY52" fmla="*/ 20844 h 159639"/>
                  <a:gd name="connsiteX53" fmla="*/ 738564 w 2003239"/>
                  <a:gd name="connsiteY53" fmla="*/ 36931 h 159639"/>
                  <a:gd name="connsiteX54" fmla="*/ 766849 w 2003239"/>
                  <a:gd name="connsiteY54" fmla="*/ 52689 h 159639"/>
                  <a:gd name="connsiteX55" fmla="*/ 796231 w 2003239"/>
                  <a:gd name="connsiteY55" fmla="*/ 72028 h 159639"/>
                  <a:gd name="connsiteX56" fmla="*/ 825411 w 2003239"/>
                  <a:gd name="connsiteY56" fmla="*/ 84556 h 159639"/>
                  <a:gd name="connsiteX57" fmla="*/ 826223 w 2003239"/>
                  <a:gd name="connsiteY57" fmla="*/ 84774 h 159639"/>
                  <a:gd name="connsiteX58" fmla="*/ 1007600 w 2003239"/>
                  <a:gd name="connsiteY58" fmla="*/ 117187 h 159639"/>
                  <a:gd name="connsiteX59" fmla="*/ 1008413 w 2003239"/>
                  <a:gd name="connsiteY59" fmla="*/ 117252 h 159639"/>
                  <a:gd name="connsiteX60" fmla="*/ 1210028 w 2003239"/>
                  <a:gd name="connsiteY60" fmla="*/ 117580 h 159639"/>
                  <a:gd name="connsiteX61" fmla="*/ 1242580 w 2003239"/>
                  <a:gd name="connsiteY61" fmla="*/ 123167 h 159639"/>
                  <a:gd name="connsiteX62" fmla="*/ 1243271 w 2003239"/>
                  <a:gd name="connsiteY62" fmla="*/ 123211 h 159639"/>
                  <a:gd name="connsiteX63" fmla="*/ 1344668 w 2003239"/>
                  <a:gd name="connsiteY63" fmla="*/ 123385 h 159639"/>
                  <a:gd name="connsiteX64" fmla="*/ 1412740 w 2003239"/>
                  <a:gd name="connsiteY64" fmla="*/ 134844 h 159639"/>
                  <a:gd name="connsiteX65" fmla="*/ 1413431 w 2003239"/>
                  <a:gd name="connsiteY65" fmla="*/ 134888 h 159639"/>
                  <a:gd name="connsiteX66" fmla="*/ 1516209 w 2003239"/>
                  <a:gd name="connsiteY66" fmla="*/ 135106 h 159639"/>
                  <a:gd name="connsiteX67" fmla="*/ 1551444 w 2003239"/>
                  <a:gd name="connsiteY67" fmla="*/ 140912 h 159639"/>
                  <a:gd name="connsiteX68" fmla="*/ 1552135 w 2003239"/>
                  <a:gd name="connsiteY68" fmla="*/ 140978 h 159639"/>
                  <a:gd name="connsiteX69" fmla="*/ 1622808 w 2003239"/>
                  <a:gd name="connsiteY69" fmla="*/ 141087 h 159639"/>
                  <a:gd name="connsiteX70" fmla="*/ 1659019 w 2003239"/>
                  <a:gd name="connsiteY70" fmla="*/ 147002 h 159639"/>
                  <a:gd name="connsiteX71" fmla="*/ 1659709 w 2003239"/>
                  <a:gd name="connsiteY71" fmla="*/ 147067 h 159639"/>
                  <a:gd name="connsiteX72" fmla="*/ 1692343 w 2003239"/>
                  <a:gd name="connsiteY72" fmla="*/ 147111 h 159639"/>
                  <a:gd name="connsiteX73" fmla="*/ 1729244 w 2003239"/>
                  <a:gd name="connsiteY73" fmla="*/ 153091 h 159639"/>
                  <a:gd name="connsiteX74" fmla="*/ 1729935 w 2003239"/>
                  <a:gd name="connsiteY74" fmla="*/ 153157 h 159639"/>
                  <a:gd name="connsiteX75" fmla="*/ 1834828 w 2003239"/>
                  <a:gd name="connsiteY75" fmla="*/ 153310 h 159639"/>
                  <a:gd name="connsiteX76" fmla="*/ 1872947 w 2003239"/>
                  <a:gd name="connsiteY76" fmla="*/ 159377 h 159639"/>
                  <a:gd name="connsiteX77" fmla="*/ 1873638 w 2003239"/>
                  <a:gd name="connsiteY77" fmla="*/ 159421 h 159639"/>
                  <a:gd name="connsiteX78" fmla="*/ 2003239 w 2003239"/>
                  <a:gd name="connsiteY78" fmla="*/ 159639 h 159639"/>
                  <a:gd name="connsiteX79" fmla="*/ 2003239 w 2003239"/>
                  <a:gd name="connsiteY79" fmla="*/ 156824 h 159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003239" h="159639">
                    <a:moveTo>
                      <a:pt x="2003036" y="156802"/>
                    </a:moveTo>
                    <a:lnTo>
                      <a:pt x="1873841" y="156584"/>
                    </a:lnTo>
                    <a:lnTo>
                      <a:pt x="1835640" y="150516"/>
                    </a:lnTo>
                    <a:cubicBezTo>
                      <a:pt x="1835640" y="150516"/>
                      <a:pt x="1835233" y="150472"/>
                      <a:pt x="1834949" y="150472"/>
                    </a:cubicBezTo>
                    <a:lnTo>
                      <a:pt x="1730180" y="150298"/>
                    </a:lnTo>
                    <a:lnTo>
                      <a:pt x="1693278" y="144317"/>
                    </a:lnTo>
                    <a:cubicBezTo>
                      <a:pt x="1692953" y="144273"/>
                      <a:pt x="1692790" y="144273"/>
                      <a:pt x="1692506" y="144273"/>
                    </a:cubicBezTo>
                    <a:lnTo>
                      <a:pt x="1659954" y="144208"/>
                    </a:lnTo>
                    <a:lnTo>
                      <a:pt x="1623743" y="138293"/>
                    </a:lnTo>
                    <a:cubicBezTo>
                      <a:pt x="1623459" y="138249"/>
                      <a:pt x="1623255" y="138249"/>
                      <a:pt x="1623052" y="138249"/>
                    </a:cubicBezTo>
                    <a:lnTo>
                      <a:pt x="1552420" y="138140"/>
                    </a:lnTo>
                    <a:lnTo>
                      <a:pt x="1517185" y="132334"/>
                    </a:lnTo>
                    <a:cubicBezTo>
                      <a:pt x="1516860" y="132291"/>
                      <a:pt x="1516698" y="132291"/>
                      <a:pt x="1516494" y="132291"/>
                    </a:cubicBezTo>
                    <a:lnTo>
                      <a:pt x="1413715" y="132138"/>
                    </a:lnTo>
                    <a:lnTo>
                      <a:pt x="1345643" y="120679"/>
                    </a:lnTo>
                    <a:cubicBezTo>
                      <a:pt x="1345643" y="120679"/>
                      <a:pt x="1345156" y="120570"/>
                      <a:pt x="1344953" y="120570"/>
                    </a:cubicBezTo>
                    <a:lnTo>
                      <a:pt x="1243556" y="120417"/>
                    </a:lnTo>
                    <a:lnTo>
                      <a:pt x="1211004" y="114873"/>
                    </a:lnTo>
                    <a:cubicBezTo>
                      <a:pt x="1211004" y="114873"/>
                      <a:pt x="1210515" y="114764"/>
                      <a:pt x="1210312" y="114764"/>
                    </a:cubicBezTo>
                    <a:lnTo>
                      <a:pt x="1008698" y="114502"/>
                    </a:lnTo>
                    <a:lnTo>
                      <a:pt x="828093" y="82199"/>
                    </a:lnTo>
                    <a:lnTo>
                      <a:pt x="799645" y="70107"/>
                    </a:lnTo>
                    <a:lnTo>
                      <a:pt x="770547" y="50878"/>
                    </a:lnTo>
                    <a:lnTo>
                      <a:pt x="742099" y="34988"/>
                    </a:lnTo>
                    <a:lnTo>
                      <a:pt x="713407" y="18684"/>
                    </a:lnTo>
                    <a:lnTo>
                      <a:pt x="685853" y="9080"/>
                    </a:lnTo>
                    <a:cubicBezTo>
                      <a:pt x="685365" y="8927"/>
                      <a:pt x="684877" y="8818"/>
                      <a:pt x="684268" y="8862"/>
                    </a:cubicBezTo>
                    <a:lnTo>
                      <a:pt x="590308" y="13860"/>
                    </a:lnTo>
                    <a:lnTo>
                      <a:pt x="496267" y="15890"/>
                    </a:lnTo>
                    <a:lnTo>
                      <a:pt x="402308" y="16850"/>
                    </a:lnTo>
                    <a:lnTo>
                      <a:pt x="308267" y="15584"/>
                    </a:lnTo>
                    <a:lnTo>
                      <a:pt x="213901" y="13227"/>
                    </a:lnTo>
                    <a:lnTo>
                      <a:pt x="120144" y="14820"/>
                    </a:lnTo>
                    <a:lnTo>
                      <a:pt x="37076" y="12899"/>
                    </a:lnTo>
                    <a:lnTo>
                      <a:pt x="17325" y="480"/>
                    </a:lnTo>
                    <a:cubicBezTo>
                      <a:pt x="16837" y="153"/>
                      <a:pt x="16025" y="0"/>
                      <a:pt x="15252" y="0"/>
                    </a:cubicBezTo>
                    <a:lnTo>
                      <a:pt x="4645" y="109"/>
                    </a:lnTo>
                    <a:lnTo>
                      <a:pt x="2044" y="437"/>
                    </a:lnTo>
                    <a:cubicBezTo>
                      <a:pt x="663" y="611"/>
                      <a:pt x="-231" y="1353"/>
                      <a:pt x="53" y="2095"/>
                    </a:cubicBezTo>
                    <a:cubicBezTo>
                      <a:pt x="337" y="2903"/>
                      <a:pt x="1760" y="3383"/>
                      <a:pt x="3141" y="3209"/>
                    </a:cubicBezTo>
                    <a:lnTo>
                      <a:pt x="5133" y="2947"/>
                    </a:lnTo>
                    <a:lnTo>
                      <a:pt x="12448" y="2947"/>
                    </a:lnTo>
                    <a:lnTo>
                      <a:pt x="14358" y="2903"/>
                    </a:lnTo>
                    <a:lnTo>
                      <a:pt x="33906" y="15169"/>
                    </a:lnTo>
                    <a:cubicBezTo>
                      <a:pt x="34394" y="15497"/>
                      <a:pt x="35003" y="15650"/>
                      <a:pt x="35775" y="15693"/>
                    </a:cubicBezTo>
                    <a:lnTo>
                      <a:pt x="120103" y="17658"/>
                    </a:lnTo>
                    <a:lnTo>
                      <a:pt x="213860" y="16064"/>
                    </a:lnTo>
                    <a:lnTo>
                      <a:pt x="308104" y="18400"/>
                    </a:lnTo>
                    <a:lnTo>
                      <a:pt x="402268" y="19688"/>
                    </a:lnTo>
                    <a:lnTo>
                      <a:pt x="496349" y="18727"/>
                    </a:lnTo>
                    <a:lnTo>
                      <a:pt x="590715" y="16697"/>
                    </a:lnTo>
                    <a:lnTo>
                      <a:pt x="683902" y="11677"/>
                    </a:lnTo>
                    <a:lnTo>
                      <a:pt x="710277" y="20844"/>
                    </a:lnTo>
                    <a:lnTo>
                      <a:pt x="738564" y="36931"/>
                    </a:lnTo>
                    <a:lnTo>
                      <a:pt x="766849" y="52689"/>
                    </a:lnTo>
                    <a:lnTo>
                      <a:pt x="796231" y="72028"/>
                    </a:lnTo>
                    <a:lnTo>
                      <a:pt x="825411" y="84556"/>
                    </a:lnTo>
                    <a:cubicBezTo>
                      <a:pt x="825695" y="84665"/>
                      <a:pt x="825899" y="84731"/>
                      <a:pt x="826223" y="84774"/>
                    </a:cubicBezTo>
                    <a:lnTo>
                      <a:pt x="1007600" y="117187"/>
                    </a:lnTo>
                    <a:cubicBezTo>
                      <a:pt x="1007884" y="117252"/>
                      <a:pt x="1008209" y="117252"/>
                      <a:pt x="1008413" y="117252"/>
                    </a:cubicBezTo>
                    <a:lnTo>
                      <a:pt x="1210028" y="117580"/>
                    </a:lnTo>
                    <a:lnTo>
                      <a:pt x="1242580" y="123167"/>
                    </a:lnTo>
                    <a:cubicBezTo>
                      <a:pt x="1242580" y="123167"/>
                      <a:pt x="1243068" y="123211"/>
                      <a:pt x="1243271" y="123211"/>
                    </a:cubicBezTo>
                    <a:lnTo>
                      <a:pt x="1344668" y="123385"/>
                    </a:lnTo>
                    <a:lnTo>
                      <a:pt x="1412740" y="134844"/>
                    </a:lnTo>
                    <a:cubicBezTo>
                      <a:pt x="1412740" y="134844"/>
                      <a:pt x="1413228" y="134888"/>
                      <a:pt x="1413431" y="134888"/>
                    </a:cubicBezTo>
                    <a:lnTo>
                      <a:pt x="1516209" y="135106"/>
                    </a:lnTo>
                    <a:lnTo>
                      <a:pt x="1551444" y="140912"/>
                    </a:lnTo>
                    <a:cubicBezTo>
                      <a:pt x="1551444" y="140912"/>
                      <a:pt x="1551932" y="140978"/>
                      <a:pt x="1552135" y="140978"/>
                    </a:cubicBezTo>
                    <a:lnTo>
                      <a:pt x="1622808" y="141087"/>
                    </a:lnTo>
                    <a:lnTo>
                      <a:pt x="1659019" y="147002"/>
                    </a:lnTo>
                    <a:cubicBezTo>
                      <a:pt x="1659019" y="147002"/>
                      <a:pt x="1659506" y="147067"/>
                      <a:pt x="1659709" y="147067"/>
                    </a:cubicBezTo>
                    <a:lnTo>
                      <a:pt x="1692343" y="147111"/>
                    </a:lnTo>
                    <a:lnTo>
                      <a:pt x="1729244" y="153091"/>
                    </a:lnTo>
                    <a:cubicBezTo>
                      <a:pt x="1729529" y="153157"/>
                      <a:pt x="1729732" y="153157"/>
                      <a:pt x="1729935" y="153157"/>
                    </a:cubicBezTo>
                    <a:lnTo>
                      <a:pt x="1834828" y="153310"/>
                    </a:lnTo>
                    <a:lnTo>
                      <a:pt x="1872947" y="159377"/>
                    </a:lnTo>
                    <a:cubicBezTo>
                      <a:pt x="1873232" y="159421"/>
                      <a:pt x="1873436" y="159421"/>
                      <a:pt x="1873638" y="159421"/>
                    </a:cubicBezTo>
                    <a:lnTo>
                      <a:pt x="2003239" y="159639"/>
                    </a:lnTo>
                    <a:lnTo>
                      <a:pt x="2003239" y="15682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7" name="Freeform: Shape 256">
                <a:extLst>
                  <a:ext uri="{FF2B5EF4-FFF2-40B4-BE49-F238E27FC236}">
                    <a16:creationId xmlns:a16="http://schemas.microsoft.com/office/drawing/2014/main" id="{8CC13A43-83C1-41D9-AC4B-13829FE941E7}"/>
                  </a:ext>
                </a:extLst>
              </p:cNvPr>
              <p:cNvSpPr/>
              <p:nvPr/>
            </p:nvSpPr>
            <p:spPr>
              <a:xfrm>
                <a:off x="11689446" y="5806185"/>
                <a:ext cx="502553" cy="11513"/>
              </a:xfrm>
              <a:custGeom>
                <a:avLst/>
                <a:gdLst>
                  <a:gd name="connsiteX0" fmla="*/ 502554 w 502553"/>
                  <a:gd name="connsiteY0" fmla="*/ 8676 h 11513"/>
                  <a:gd name="connsiteX1" fmla="*/ 368523 w 502553"/>
                  <a:gd name="connsiteY1" fmla="*/ 6712 h 11513"/>
                  <a:gd name="connsiteX2" fmla="*/ 226446 w 502553"/>
                  <a:gd name="connsiteY2" fmla="*/ 4311 h 11513"/>
                  <a:gd name="connsiteX3" fmla="*/ 155610 w 502553"/>
                  <a:gd name="connsiteY3" fmla="*/ 3351 h 11513"/>
                  <a:gd name="connsiteX4" fmla="*/ 84652 w 502553"/>
                  <a:gd name="connsiteY4" fmla="*/ 1976 h 11513"/>
                  <a:gd name="connsiteX5" fmla="*/ 2682 w 502553"/>
                  <a:gd name="connsiteY5" fmla="*/ 11 h 11513"/>
                  <a:gd name="connsiteX6" fmla="*/ 0 w 502553"/>
                  <a:gd name="connsiteY6" fmla="*/ 1386 h 11513"/>
                  <a:gd name="connsiteX7" fmla="*/ 2478 w 502553"/>
                  <a:gd name="connsiteY7" fmla="*/ 2827 h 11513"/>
                  <a:gd name="connsiteX8" fmla="*/ 84450 w 502553"/>
                  <a:gd name="connsiteY8" fmla="*/ 4791 h 11513"/>
                  <a:gd name="connsiteX9" fmla="*/ 155489 w 502553"/>
                  <a:gd name="connsiteY9" fmla="*/ 6166 h 11513"/>
                  <a:gd name="connsiteX10" fmla="*/ 226324 w 502553"/>
                  <a:gd name="connsiteY10" fmla="*/ 7127 h 11513"/>
                  <a:gd name="connsiteX11" fmla="*/ 297363 w 502553"/>
                  <a:gd name="connsiteY11" fmla="*/ 8414 h 11513"/>
                  <a:gd name="connsiteX12" fmla="*/ 502554 w 502553"/>
                  <a:gd name="connsiteY12" fmla="*/ 11514 h 11513"/>
                  <a:gd name="connsiteX13" fmla="*/ 502554 w 502553"/>
                  <a:gd name="connsiteY13" fmla="*/ 8698 h 11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2553" h="11513">
                    <a:moveTo>
                      <a:pt x="502554" y="8676"/>
                    </a:moveTo>
                    <a:lnTo>
                      <a:pt x="368523" y="6712"/>
                    </a:lnTo>
                    <a:lnTo>
                      <a:pt x="226446" y="4311"/>
                    </a:lnTo>
                    <a:lnTo>
                      <a:pt x="155610" y="3351"/>
                    </a:lnTo>
                    <a:lnTo>
                      <a:pt x="84652" y="1976"/>
                    </a:lnTo>
                    <a:lnTo>
                      <a:pt x="2682" y="11"/>
                    </a:lnTo>
                    <a:cubicBezTo>
                      <a:pt x="1585" y="-98"/>
                      <a:pt x="81" y="601"/>
                      <a:pt x="0" y="1386"/>
                    </a:cubicBezTo>
                    <a:cubicBezTo>
                      <a:pt x="0" y="2128"/>
                      <a:pt x="1097" y="2761"/>
                      <a:pt x="2478" y="2827"/>
                    </a:cubicBezTo>
                    <a:lnTo>
                      <a:pt x="84450" y="4791"/>
                    </a:lnTo>
                    <a:lnTo>
                      <a:pt x="155489" y="6166"/>
                    </a:lnTo>
                    <a:lnTo>
                      <a:pt x="226324" y="7127"/>
                    </a:lnTo>
                    <a:lnTo>
                      <a:pt x="297363" y="8414"/>
                    </a:lnTo>
                    <a:lnTo>
                      <a:pt x="502554" y="11514"/>
                    </a:lnTo>
                    <a:lnTo>
                      <a:pt x="502554" y="869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8" name="Freeform: Shape 257">
                <a:extLst>
                  <a:ext uri="{FF2B5EF4-FFF2-40B4-BE49-F238E27FC236}">
                    <a16:creationId xmlns:a16="http://schemas.microsoft.com/office/drawing/2014/main" id="{3B62A0A6-1218-4987-98DD-C57C14E131BD}"/>
                  </a:ext>
                </a:extLst>
              </p:cNvPr>
              <p:cNvSpPr/>
              <p:nvPr/>
            </p:nvSpPr>
            <p:spPr>
              <a:xfrm>
                <a:off x="6321691" y="5527440"/>
                <a:ext cx="5870430" cy="1220767"/>
              </a:xfrm>
              <a:custGeom>
                <a:avLst/>
                <a:gdLst>
                  <a:gd name="connsiteX0" fmla="*/ 5870309 w 5870430"/>
                  <a:gd name="connsiteY0" fmla="*/ 1217821 h 1220767"/>
                  <a:gd name="connsiteX1" fmla="*/ 5860962 w 5870430"/>
                  <a:gd name="connsiteY1" fmla="*/ 1217777 h 1220767"/>
                  <a:gd name="connsiteX2" fmla="*/ 5680602 w 5870430"/>
                  <a:gd name="connsiteY2" fmla="*/ 1215420 h 1220767"/>
                  <a:gd name="connsiteX3" fmla="*/ 5500200 w 5870430"/>
                  <a:gd name="connsiteY3" fmla="*/ 1212801 h 1220767"/>
                  <a:gd name="connsiteX4" fmla="*/ 5415467 w 5870430"/>
                  <a:gd name="connsiteY4" fmla="*/ 1211950 h 1220767"/>
                  <a:gd name="connsiteX5" fmla="*/ 5354466 w 5870430"/>
                  <a:gd name="connsiteY5" fmla="*/ 1195318 h 1220767"/>
                  <a:gd name="connsiteX6" fmla="*/ 5295822 w 5870430"/>
                  <a:gd name="connsiteY6" fmla="*/ 1179166 h 1220767"/>
                  <a:gd name="connsiteX7" fmla="*/ 5178372 w 5870430"/>
                  <a:gd name="connsiteY7" fmla="*/ 1144637 h 1220767"/>
                  <a:gd name="connsiteX8" fmla="*/ 5177966 w 5870430"/>
                  <a:gd name="connsiteY8" fmla="*/ 1144527 h 1220767"/>
                  <a:gd name="connsiteX9" fmla="*/ 5122005 w 5870430"/>
                  <a:gd name="connsiteY9" fmla="*/ 1127263 h 1220767"/>
                  <a:gd name="connsiteX10" fmla="*/ 5120705 w 5870430"/>
                  <a:gd name="connsiteY10" fmla="*/ 1127110 h 1220767"/>
                  <a:gd name="connsiteX11" fmla="*/ 5031784 w 5870430"/>
                  <a:gd name="connsiteY11" fmla="*/ 1127110 h 1220767"/>
                  <a:gd name="connsiteX12" fmla="*/ 4977611 w 5870430"/>
                  <a:gd name="connsiteY12" fmla="*/ 1111548 h 1220767"/>
                  <a:gd name="connsiteX13" fmla="*/ 4924820 w 5870430"/>
                  <a:gd name="connsiteY13" fmla="*/ 1104519 h 1220767"/>
                  <a:gd name="connsiteX14" fmla="*/ 4873410 w 5870430"/>
                  <a:gd name="connsiteY14" fmla="*/ 1099412 h 1220767"/>
                  <a:gd name="connsiteX15" fmla="*/ 4822895 w 5870430"/>
                  <a:gd name="connsiteY15" fmla="*/ 1092013 h 1220767"/>
                  <a:gd name="connsiteX16" fmla="*/ 4822204 w 5870430"/>
                  <a:gd name="connsiteY16" fmla="*/ 1091969 h 1220767"/>
                  <a:gd name="connsiteX17" fmla="*/ 4659278 w 5870430"/>
                  <a:gd name="connsiteY17" fmla="*/ 1093344 h 1220767"/>
                  <a:gd name="connsiteX18" fmla="*/ 4496270 w 5870430"/>
                  <a:gd name="connsiteY18" fmla="*/ 1093126 h 1220767"/>
                  <a:gd name="connsiteX19" fmla="*/ 4333832 w 5870430"/>
                  <a:gd name="connsiteY19" fmla="*/ 1093235 h 1220767"/>
                  <a:gd name="connsiteX20" fmla="*/ 4289901 w 5870430"/>
                  <a:gd name="connsiteY20" fmla="*/ 1081951 h 1220767"/>
                  <a:gd name="connsiteX21" fmla="*/ 4288804 w 5870430"/>
                  <a:gd name="connsiteY21" fmla="*/ 1081798 h 1220767"/>
                  <a:gd name="connsiteX22" fmla="*/ 4128357 w 5870430"/>
                  <a:gd name="connsiteY22" fmla="*/ 1081427 h 1220767"/>
                  <a:gd name="connsiteX23" fmla="*/ 2819261 w 5870430"/>
                  <a:gd name="connsiteY23" fmla="*/ 640684 h 1220767"/>
                  <a:gd name="connsiteX24" fmla="*/ 2817960 w 5870430"/>
                  <a:gd name="connsiteY24" fmla="*/ 640465 h 1220767"/>
                  <a:gd name="connsiteX25" fmla="*/ 2269483 w 5870430"/>
                  <a:gd name="connsiteY25" fmla="*/ 639505 h 1220767"/>
                  <a:gd name="connsiteX26" fmla="*/ 1779161 w 5870430"/>
                  <a:gd name="connsiteY26" fmla="*/ 435034 h 1220767"/>
                  <a:gd name="connsiteX27" fmla="*/ 1769530 w 5870430"/>
                  <a:gd name="connsiteY27" fmla="*/ 422833 h 1220767"/>
                  <a:gd name="connsiteX28" fmla="*/ 1759695 w 5870430"/>
                  <a:gd name="connsiteY28" fmla="*/ 408493 h 1220767"/>
                  <a:gd name="connsiteX29" fmla="*/ 1757785 w 5870430"/>
                  <a:gd name="connsiteY29" fmla="*/ 407642 h 1220767"/>
                  <a:gd name="connsiteX30" fmla="*/ 1672441 w 5870430"/>
                  <a:gd name="connsiteY30" fmla="*/ 398802 h 1220767"/>
                  <a:gd name="connsiteX31" fmla="*/ 1587219 w 5870430"/>
                  <a:gd name="connsiteY31" fmla="*/ 391337 h 1220767"/>
                  <a:gd name="connsiteX32" fmla="*/ 1586243 w 5870430"/>
                  <a:gd name="connsiteY32" fmla="*/ 391337 h 1220767"/>
                  <a:gd name="connsiteX33" fmla="*/ 1501509 w 5870430"/>
                  <a:gd name="connsiteY33" fmla="*/ 402643 h 1220767"/>
                  <a:gd name="connsiteX34" fmla="*/ 1416775 w 5870430"/>
                  <a:gd name="connsiteY34" fmla="*/ 408929 h 1220767"/>
                  <a:gd name="connsiteX35" fmla="*/ 1331918 w 5870430"/>
                  <a:gd name="connsiteY35" fmla="*/ 410108 h 1220767"/>
                  <a:gd name="connsiteX36" fmla="*/ 1246899 w 5870430"/>
                  <a:gd name="connsiteY36" fmla="*/ 407598 h 1220767"/>
                  <a:gd name="connsiteX37" fmla="*/ 1245924 w 5870430"/>
                  <a:gd name="connsiteY37" fmla="*/ 407663 h 1220767"/>
                  <a:gd name="connsiteX38" fmla="*/ 1161474 w 5870430"/>
                  <a:gd name="connsiteY38" fmla="*/ 423422 h 1220767"/>
                  <a:gd name="connsiteX39" fmla="*/ 1076943 w 5870430"/>
                  <a:gd name="connsiteY39" fmla="*/ 425452 h 1220767"/>
                  <a:gd name="connsiteX40" fmla="*/ 993184 w 5870430"/>
                  <a:gd name="connsiteY40" fmla="*/ 425343 h 1220767"/>
                  <a:gd name="connsiteX41" fmla="*/ 983065 w 5870430"/>
                  <a:gd name="connsiteY41" fmla="*/ 417922 h 1220767"/>
                  <a:gd name="connsiteX42" fmla="*/ 981073 w 5870430"/>
                  <a:gd name="connsiteY42" fmla="*/ 417333 h 1220767"/>
                  <a:gd name="connsiteX43" fmla="*/ 898411 w 5870430"/>
                  <a:gd name="connsiteY43" fmla="*/ 417223 h 1220767"/>
                  <a:gd name="connsiteX44" fmla="*/ 894266 w 5870430"/>
                  <a:gd name="connsiteY44" fmla="*/ 413928 h 1220767"/>
                  <a:gd name="connsiteX45" fmla="*/ 892072 w 5870430"/>
                  <a:gd name="connsiteY45" fmla="*/ 413338 h 1220767"/>
                  <a:gd name="connsiteX46" fmla="*/ 810629 w 5870430"/>
                  <a:gd name="connsiteY46" fmla="*/ 415194 h 1220767"/>
                  <a:gd name="connsiteX47" fmla="*/ 650304 w 5870430"/>
                  <a:gd name="connsiteY47" fmla="*/ 422877 h 1220767"/>
                  <a:gd name="connsiteX48" fmla="*/ 599911 w 5870430"/>
                  <a:gd name="connsiteY48" fmla="*/ 426871 h 1220767"/>
                  <a:gd name="connsiteX49" fmla="*/ 572235 w 5870430"/>
                  <a:gd name="connsiteY49" fmla="*/ 430865 h 1220767"/>
                  <a:gd name="connsiteX50" fmla="*/ 489898 w 5870430"/>
                  <a:gd name="connsiteY50" fmla="*/ 434816 h 1220767"/>
                  <a:gd name="connsiteX51" fmla="*/ 405082 w 5870430"/>
                  <a:gd name="connsiteY51" fmla="*/ 433703 h 1220767"/>
                  <a:gd name="connsiteX52" fmla="*/ 319942 w 5870430"/>
                  <a:gd name="connsiteY52" fmla="*/ 425867 h 1220767"/>
                  <a:gd name="connsiteX53" fmla="*/ 238865 w 5870430"/>
                  <a:gd name="connsiteY53" fmla="*/ 416700 h 1220767"/>
                  <a:gd name="connsiteX54" fmla="*/ 236589 w 5870430"/>
                  <a:gd name="connsiteY54" fmla="*/ 413862 h 1220767"/>
                  <a:gd name="connsiteX55" fmla="*/ 233419 w 5870430"/>
                  <a:gd name="connsiteY55" fmla="*/ 411047 h 1220767"/>
                  <a:gd name="connsiteX56" fmla="*/ 230656 w 5870430"/>
                  <a:gd name="connsiteY56" fmla="*/ 408973 h 1220767"/>
                  <a:gd name="connsiteX57" fmla="*/ 227282 w 5870430"/>
                  <a:gd name="connsiteY57" fmla="*/ 402796 h 1220767"/>
                  <a:gd name="connsiteX58" fmla="*/ 226592 w 5870430"/>
                  <a:gd name="connsiteY58" fmla="*/ 386972 h 1220767"/>
                  <a:gd name="connsiteX59" fmla="*/ 227079 w 5870430"/>
                  <a:gd name="connsiteY59" fmla="*/ 369183 h 1220767"/>
                  <a:gd name="connsiteX60" fmla="*/ 228461 w 5870430"/>
                  <a:gd name="connsiteY60" fmla="*/ 349889 h 1220767"/>
                  <a:gd name="connsiteX61" fmla="*/ 234720 w 5870430"/>
                  <a:gd name="connsiteY61" fmla="*/ 287596 h 1220767"/>
                  <a:gd name="connsiteX62" fmla="*/ 236386 w 5870430"/>
                  <a:gd name="connsiteY62" fmla="*/ 264743 h 1220767"/>
                  <a:gd name="connsiteX63" fmla="*/ 237280 w 5870430"/>
                  <a:gd name="connsiteY63" fmla="*/ 222334 h 1220767"/>
                  <a:gd name="connsiteX64" fmla="*/ 236792 w 5870430"/>
                  <a:gd name="connsiteY64" fmla="*/ 199307 h 1220767"/>
                  <a:gd name="connsiteX65" fmla="*/ 235126 w 5870430"/>
                  <a:gd name="connsiteY65" fmla="*/ 173246 h 1220767"/>
                  <a:gd name="connsiteX66" fmla="*/ 232444 w 5870430"/>
                  <a:gd name="connsiteY66" fmla="*/ 146596 h 1220767"/>
                  <a:gd name="connsiteX67" fmla="*/ 229071 w 5870430"/>
                  <a:gd name="connsiteY67" fmla="*/ 118789 h 1220767"/>
                  <a:gd name="connsiteX68" fmla="*/ 225007 w 5870430"/>
                  <a:gd name="connsiteY68" fmla="*/ 94278 h 1220767"/>
                  <a:gd name="connsiteX69" fmla="*/ 220739 w 5870430"/>
                  <a:gd name="connsiteY69" fmla="*/ 78126 h 1220767"/>
                  <a:gd name="connsiteX70" fmla="*/ 215903 w 5870430"/>
                  <a:gd name="connsiteY70" fmla="*/ 56016 h 1220767"/>
                  <a:gd name="connsiteX71" fmla="*/ 211636 w 5870430"/>
                  <a:gd name="connsiteY71" fmla="*/ 46587 h 1220767"/>
                  <a:gd name="connsiteX72" fmla="*/ 210457 w 5870430"/>
                  <a:gd name="connsiteY72" fmla="*/ 45670 h 1220767"/>
                  <a:gd name="connsiteX73" fmla="*/ 207288 w 5870430"/>
                  <a:gd name="connsiteY73" fmla="*/ 44775 h 1220767"/>
                  <a:gd name="connsiteX74" fmla="*/ 203914 w 5870430"/>
                  <a:gd name="connsiteY74" fmla="*/ 42964 h 1220767"/>
                  <a:gd name="connsiteX75" fmla="*/ 203224 w 5870430"/>
                  <a:gd name="connsiteY75" fmla="*/ 42702 h 1220767"/>
                  <a:gd name="connsiteX76" fmla="*/ 143117 w 5870430"/>
                  <a:gd name="connsiteY76" fmla="*/ 26550 h 1220767"/>
                  <a:gd name="connsiteX77" fmla="*/ 139866 w 5870430"/>
                  <a:gd name="connsiteY77" fmla="*/ 25634 h 1220767"/>
                  <a:gd name="connsiteX78" fmla="*/ 71022 w 5870430"/>
                  <a:gd name="connsiteY78" fmla="*/ 10442 h 1220767"/>
                  <a:gd name="connsiteX79" fmla="*/ 3275 w 5870430"/>
                  <a:gd name="connsiteY79" fmla="*/ 53 h 1220767"/>
                  <a:gd name="connsiteX80" fmla="*/ 105 w 5870430"/>
                  <a:gd name="connsiteY80" fmla="*/ 1079 h 1220767"/>
                  <a:gd name="connsiteX81" fmla="*/ 1893 w 5870430"/>
                  <a:gd name="connsiteY81" fmla="*/ 2781 h 1220767"/>
                  <a:gd name="connsiteX82" fmla="*/ 69437 w 5870430"/>
                  <a:gd name="connsiteY82" fmla="*/ 13127 h 1220767"/>
                  <a:gd name="connsiteX83" fmla="*/ 127267 w 5870430"/>
                  <a:gd name="connsiteY83" fmla="*/ 25917 h 1220767"/>
                  <a:gd name="connsiteX84" fmla="*/ 200704 w 5870430"/>
                  <a:gd name="connsiteY84" fmla="*/ 45146 h 1220767"/>
                  <a:gd name="connsiteX85" fmla="*/ 204077 w 5870430"/>
                  <a:gd name="connsiteY85" fmla="*/ 46958 h 1220767"/>
                  <a:gd name="connsiteX86" fmla="*/ 204687 w 5870430"/>
                  <a:gd name="connsiteY86" fmla="*/ 47176 h 1220767"/>
                  <a:gd name="connsiteX87" fmla="*/ 207166 w 5870430"/>
                  <a:gd name="connsiteY87" fmla="*/ 47875 h 1220767"/>
                  <a:gd name="connsiteX88" fmla="*/ 211026 w 5870430"/>
                  <a:gd name="connsiteY88" fmla="*/ 56518 h 1220767"/>
                  <a:gd name="connsiteX89" fmla="*/ 215781 w 5870430"/>
                  <a:gd name="connsiteY89" fmla="*/ 78519 h 1220767"/>
                  <a:gd name="connsiteX90" fmla="*/ 220049 w 5870430"/>
                  <a:gd name="connsiteY90" fmla="*/ 94627 h 1220767"/>
                  <a:gd name="connsiteX91" fmla="*/ 224031 w 5870430"/>
                  <a:gd name="connsiteY91" fmla="*/ 119029 h 1220767"/>
                  <a:gd name="connsiteX92" fmla="*/ 227526 w 5870430"/>
                  <a:gd name="connsiteY92" fmla="*/ 146793 h 1220767"/>
                  <a:gd name="connsiteX93" fmla="*/ 230209 w 5870430"/>
                  <a:gd name="connsiteY93" fmla="*/ 173443 h 1220767"/>
                  <a:gd name="connsiteX94" fmla="*/ 231793 w 5870430"/>
                  <a:gd name="connsiteY94" fmla="*/ 199460 h 1220767"/>
                  <a:gd name="connsiteX95" fmla="*/ 232362 w 5870430"/>
                  <a:gd name="connsiteY95" fmla="*/ 222378 h 1220767"/>
                  <a:gd name="connsiteX96" fmla="*/ 231468 w 5870430"/>
                  <a:gd name="connsiteY96" fmla="*/ 264743 h 1220767"/>
                  <a:gd name="connsiteX97" fmla="*/ 229761 w 5870430"/>
                  <a:gd name="connsiteY97" fmla="*/ 287487 h 1220767"/>
                  <a:gd name="connsiteX98" fmla="*/ 227404 w 5870430"/>
                  <a:gd name="connsiteY98" fmla="*/ 309226 h 1220767"/>
                  <a:gd name="connsiteX99" fmla="*/ 223544 w 5870430"/>
                  <a:gd name="connsiteY99" fmla="*/ 349823 h 1220767"/>
                  <a:gd name="connsiteX100" fmla="*/ 222162 w 5870430"/>
                  <a:gd name="connsiteY100" fmla="*/ 369118 h 1220767"/>
                  <a:gd name="connsiteX101" fmla="*/ 221674 w 5870430"/>
                  <a:gd name="connsiteY101" fmla="*/ 387081 h 1220767"/>
                  <a:gd name="connsiteX102" fmla="*/ 222487 w 5870430"/>
                  <a:gd name="connsiteY102" fmla="*/ 403233 h 1220767"/>
                  <a:gd name="connsiteX103" fmla="*/ 224072 w 5870430"/>
                  <a:gd name="connsiteY103" fmla="*/ 406529 h 1220767"/>
                  <a:gd name="connsiteX104" fmla="*/ 226145 w 5870430"/>
                  <a:gd name="connsiteY104" fmla="*/ 410152 h 1220767"/>
                  <a:gd name="connsiteX105" fmla="*/ 226551 w 5870430"/>
                  <a:gd name="connsiteY105" fmla="*/ 410523 h 1220767"/>
                  <a:gd name="connsiteX106" fmla="*/ 229436 w 5870430"/>
                  <a:gd name="connsiteY106" fmla="*/ 412705 h 1220767"/>
                  <a:gd name="connsiteX107" fmla="*/ 232322 w 5870430"/>
                  <a:gd name="connsiteY107" fmla="*/ 415215 h 1220767"/>
                  <a:gd name="connsiteX108" fmla="*/ 234882 w 5870430"/>
                  <a:gd name="connsiteY108" fmla="*/ 418577 h 1220767"/>
                  <a:gd name="connsiteX109" fmla="*/ 236752 w 5870430"/>
                  <a:gd name="connsiteY109" fmla="*/ 419384 h 1220767"/>
                  <a:gd name="connsiteX110" fmla="*/ 319210 w 5870430"/>
                  <a:gd name="connsiteY110" fmla="*/ 428704 h 1220767"/>
                  <a:gd name="connsiteX111" fmla="*/ 404717 w 5870430"/>
                  <a:gd name="connsiteY111" fmla="*/ 436540 h 1220767"/>
                  <a:gd name="connsiteX112" fmla="*/ 490142 w 5870430"/>
                  <a:gd name="connsiteY112" fmla="*/ 437719 h 1220767"/>
                  <a:gd name="connsiteX113" fmla="*/ 573291 w 5870430"/>
                  <a:gd name="connsiteY113" fmla="*/ 433724 h 1220767"/>
                  <a:gd name="connsiteX114" fmla="*/ 601049 w 5870430"/>
                  <a:gd name="connsiteY114" fmla="*/ 429730 h 1220767"/>
                  <a:gd name="connsiteX115" fmla="*/ 650954 w 5870430"/>
                  <a:gd name="connsiteY115" fmla="*/ 425779 h 1220767"/>
                  <a:gd name="connsiteX116" fmla="*/ 811076 w 5870430"/>
                  <a:gd name="connsiteY116" fmla="*/ 418053 h 1220767"/>
                  <a:gd name="connsiteX117" fmla="*/ 891056 w 5870430"/>
                  <a:gd name="connsiteY117" fmla="*/ 416241 h 1220767"/>
                  <a:gd name="connsiteX118" fmla="*/ 895120 w 5870430"/>
                  <a:gd name="connsiteY118" fmla="*/ 419559 h 1220767"/>
                  <a:gd name="connsiteX119" fmla="*/ 897192 w 5870430"/>
                  <a:gd name="connsiteY119" fmla="*/ 420148 h 1220767"/>
                  <a:gd name="connsiteX120" fmla="*/ 979935 w 5870430"/>
                  <a:gd name="connsiteY120" fmla="*/ 420257 h 1220767"/>
                  <a:gd name="connsiteX121" fmla="*/ 990055 w 5870430"/>
                  <a:gd name="connsiteY121" fmla="*/ 427657 h 1220767"/>
                  <a:gd name="connsiteX122" fmla="*/ 992127 w 5870430"/>
                  <a:gd name="connsiteY122" fmla="*/ 428246 h 1220767"/>
                  <a:gd name="connsiteX123" fmla="*/ 1077146 w 5870430"/>
                  <a:gd name="connsiteY123" fmla="*/ 428355 h 1220767"/>
                  <a:gd name="connsiteX124" fmla="*/ 1162084 w 5870430"/>
                  <a:gd name="connsiteY124" fmla="*/ 426325 h 1220767"/>
                  <a:gd name="connsiteX125" fmla="*/ 1162897 w 5870430"/>
                  <a:gd name="connsiteY125" fmla="*/ 426260 h 1220767"/>
                  <a:gd name="connsiteX126" fmla="*/ 1247225 w 5870430"/>
                  <a:gd name="connsiteY126" fmla="*/ 410501 h 1220767"/>
                  <a:gd name="connsiteX127" fmla="*/ 1331959 w 5870430"/>
                  <a:gd name="connsiteY127" fmla="*/ 413011 h 1220767"/>
                  <a:gd name="connsiteX128" fmla="*/ 1417303 w 5870430"/>
                  <a:gd name="connsiteY128" fmla="*/ 411789 h 1220767"/>
                  <a:gd name="connsiteX129" fmla="*/ 1502606 w 5870430"/>
                  <a:gd name="connsiteY129" fmla="*/ 405503 h 1220767"/>
                  <a:gd name="connsiteX130" fmla="*/ 1587056 w 5870430"/>
                  <a:gd name="connsiteY130" fmla="*/ 394262 h 1220767"/>
                  <a:gd name="connsiteX131" fmla="*/ 1671709 w 5870430"/>
                  <a:gd name="connsiteY131" fmla="*/ 401661 h 1220767"/>
                  <a:gd name="connsiteX132" fmla="*/ 1755550 w 5870430"/>
                  <a:gd name="connsiteY132" fmla="*/ 410348 h 1220767"/>
                  <a:gd name="connsiteX133" fmla="*/ 1764978 w 5870430"/>
                  <a:gd name="connsiteY133" fmla="*/ 423990 h 1220767"/>
                  <a:gd name="connsiteX134" fmla="*/ 1774894 w 5870430"/>
                  <a:gd name="connsiteY134" fmla="*/ 436562 h 1220767"/>
                  <a:gd name="connsiteX135" fmla="*/ 1775666 w 5870430"/>
                  <a:gd name="connsiteY135" fmla="*/ 437151 h 1220767"/>
                  <a:gd name="connsiteX136" fmla="*/ 2267207 w 5870430"/>
                  <a:gd name="connsiteY136" fmla="*/ 642146 h 1220767"/>
                  <a:gd name="connsiteX137" fmla="*/ 2268711 w 5870430"/>
                  <a:gd name="connsiteY137" fmla="*/ 642408 h 1220767"/>
                  <a:gd name="connsiteX138" fmla="*/ 2817310 w 5870430"/>
                  <a:gd name="connsiteY138" fmla="*/ 643368 h 1220767"/>
                  <a:gd name="connsiteX139" fmla="*/ 4126406 w 5870430"/>
                  <a:gd name="connsiteY139" fmla="*/ 1084112 h 1220767"/>
                  <a:gd name="connsiteX140" fmla="*/ 4127706 w 5870430"/>
                  <a:gd name="connsiteY140" fmla="*/ 1084330 h 1220767"/>
                  <a:gd name="connsiteX141" fmla="*/ 4288356 w 5870430"/>
                  <a:gd name="connsiteY141" fmla="*/ 1084701 h 1220767"/>
                  <a:gd name="connsiteX142" fmla="*/ 4332411 w 5870430"/>
                  <a:gd name="connsiteY142" fmla="*/ 1096007 h 1220767"/>
                  <a:gd name="connsiteX143" fmla="*/ 4333508 w 5870430"/>
                  <a:gd name="connsiteY143" fmla="*/ 1096160 h 1220767"/>
                  <a:gd name="connsiteX144" fmla="*/ 4496311 w 5870430"/>
                  <a:gd name="connsiteY144" fmla="*/ 1096051 h 1220767"/>
                  <a:gd name="connsiteX145" fmla="*/ 4659441 w 5870430"/>
                  <a:gd name="connsiteY145" fmla="*/ 1096269 h 1220767"/>
                  <a:gd name="connsiteX146" fmla="*/ 4822041 w 5870430"/>
                  <a:gd name="connsiteY146" fmla="*/ 1094894 h 1220767"/>
                  <a:gd name="connsiteX147" fmla="*/ 4872434 w 5870430"/>
                  <a:gd name="connsiteY147" fmla="*/ 1102315 h 1220767"/>
                  <a:gd name="connsiteX148" fmla="*/ 4923845 w 5870430"/>
                  <a:gd name="connsiteY148" fmla="*/ 1107422 h 1220767"/>
                  <a:gd name="connsiteX149" fmla="*/ 4975944 w 5870430"/>
                  <a:gd name="connsiteY149" fmla="*/ 1114341 h 1220767"/>
                  <a:gd name="connsiteX150" fmla="*/ 5030036 w 5870430"/>
                  <a:gd name="connsiteY150" fmla="*/ 1129904 h 1220767"/>
                  <a:gd name="connsiteX151" fmla="*/ 5031215 w 5870430"/>
                  <a:gd name="connsiteY151" fmla="*/ 1130056 h 1220767"/>
                  <a:gd name="connsiteX152" fmla="*/ 5120216 w 5870430"/>
                  <a:gd name="connsiteY152" fmla="*/ 1130013 h 1220767"/>
                  <a:gd name="connsiteX153" fmla="*/ 5173699 w 5870430"/>
                  <a:gd name="connsiteY153" fmla="*/ 1146536 h 1220767"/>
                  <a:gd name="connsiteX154" fmla="*/ 5175974 w 5870430"/>
                  <a:gd name="connsiteY154" fmla="*/ 1147234 h 1220767"/>
                  <a:gd name="connsiteX155" fmla="*/ 5176381 w 5870430"/>
                  <a:gd name="connsiteY155" fmla="*/ 1147343 h 1220767"/>
                  <a:gd name="connsiteX156" fmla="*/ 5292287 w 5870430"/>
                  <a:gd name="connsiteY156" fmla="*/ 1181436 h 1220767"/>
                  <a:gd name="connsiteX157" fmla="*/ 5352597 w 5870430"/>
                  <a:gd name="connsiteY157" fmla="*/ 1198068 h 1220767"/>
                  <a:gd name="connsiteX158" fmla="*/ 5413922 w 5870430"/>
                  <a:gd name="connsiteY158" fmla="*/ 1214743 h 1220767"/>
                  <a:gd name="connsiteX159" fmla="*/ 5414897 w 5870430"/>
                  <a:gd name="connsiteY159" fmla="*/ 1214853 h 1220767"/>
                  <a:gd name="connsiteX160" fmla="*/ 5500241 w 5870430"/>
                  <a:gd name="connsiteY160" fmla="*/ 1215704 h 1220767"/>
                  <a:gd name="connsiteX161" fmla="*/ 5680521 w 5870430"/>
                  <a:gd name="connsiteY161" fmla="*/ 1218367 h 1220767"/>
                  <a:gd name="connsiteX162" fmla="*/ 5861002 w 5870430"/>
                  <a:gd name="connsiteY162" fmla="*/ 1220702 h 1220767"/>
                  <a:gd name="connsiteX163" fmla="*/ 5870431 w 5870430"/>
                  <a:gd name="connsiteY163" fmla="*/ 1220768 h 1220767"/>
                  <a:gd name="connsiteX164" fmla="*/ 5870431 w 5870430"/>
                  <a:gd name="connsiteY164" fmla="*/ 1217930 h 122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5870430" h="1220767">
                    <a:moveTo>
                      <a:pt x="5870309" y="1217821"/>
                    </a:moveTo>
                    <a:lnTo>
                      <a:pt x="5860962" y="1217777"/>
                    </a:lnTo>
                    <a:lnTo>
                      <a:pt x="5680602" y="1215420"/>
                    </a:lnTo>
                    <a:lnTo>
                      <a:pt x="5500200" y="1212801"/>
                    </a:lnTo>
                    <a:lnTo>
                      <a:pt x="5415467" y="1211950"/>
                    </a:lnTo>
                    <a:lnTo>
                      <a:pt x="5354466" y="1195318"/>
                    </a:lnTo>
                    <a:lnTo>
                      <a:pt x="5295822" y="1179166"/>
                    </a:lnTo>
                    <a:lnTo>
                      <a:pt x="5178372" y="1144637"/>
                    </a:lnTo>
                    <a:cubicBezTo>
                      <a:pt x="5178372" y="1144637"/>
                      <a:pt x="5178047" y="1144527"/>
                      <a:pt x="5177966" y="1144527"/>
                    </a:cubicBezTo>
                    <a:lnTo>
                      <a:pt x="5122005" y="1127263"/>
                    </a:lnTo>
                    <a:cubicBezTo>
                      <a:pt x="5121599" y="1127154"/>
                      <a:pt x="5121232" y="1127110"/>
                      <a:pt x="5120705" y="1127110"/>
                    </a:cubicBezTo>
                    <a:lnTo>
                      <a:pt x="5031784" y="1127110"/>
                    </a:lnTo>
                    <a:lnTo>
                      <a:pt x="4977611" y="1111548"/>
                    </a:lnTo>
                    <a:lnTo>
                      <a:pt x="4924820" y="1104519"/>
                    </a:lnTo>
                    <a:lnTo>
                      <a:pt x="4873410" y="1099412"/>
                    </a:lnTo>
                    <a:lnTo>
                      <a:pt x="4822895" y="1092013"/>
                    </a:lnTo>
                    <a:cubicBezTo>
                      <a:pt x="4822610" y="1092013"/>
                      <a:pt x="4822285" y="1091969"/>
                      <a:pt x="4822204" y="1091969"/>
                    </a:cubicBezTo>
                    <a:lnTo>
                      <a:pt x="4659278" y="1093344"/>
                    </a:lnTo>
                    <a:lnTo>
                      <a:pt x="4496270" y="1093126"/>
                    </a:lnTo>
                    <a:lnTo>
                      <a:pt x="4333832" y="1093235"/>
                    </a:lnTo>
                    <a:lnTo>
                      <a:pt x="4289901" y="1081951"/>
                    </a:lnTo>
                    <a:cubicBezTo>
                      <a:pt x="4289495" y="1081842"/>
                      <a:pt x="4289210" y="1081798"/>
                      <a:pt x="4288804" y="1081798"/>
                    </a:cubicBezTo>
                    <a:lnTo>
                      <a:pt x="4128357" y="1081427"/>
                    </a:lnTo>
                    <a:lnTo>
                      <a:pt x="2819261" y="640684"/>
                    </a:lnTo>
                    <a:cubicBezTo>
                      <a:pt x="2818854" y="640531"/>
                      <a:pt x="2818367" y="640465"/>
                      <a:pt x="2817960" y="640465"/>
                    </a:cubicBezTo>
                    <a:lnTo>
                      <a:pt x="2269483" y="639505"/>
                    </a:lnTo>
                    <a:lnTo>
                      <a:pt x="1779161" y="435034"/>
                    </a:lnTo>
                    <a:lnTo>
                      <a:pt x="1769530" y="422833"/>
                    </a:lnTo>
                    <a:lnTo>
                      <a:pt x="1759695" y="408493"/>
                    </a:lnTo>
                    <a:cubicBezTo>
                      <a:pt x="1759410" y="408078"/>
                      <a:pt x="1758679" y="407751"/>
                      <a:pt x="1757785" y="407642"/>
                    </a:cubicBezTo>
                    <a:lnTo>
                      <a:pt x="1672441" y="398802"/>
                    </a:lnTo>
                    <a:lnTo>
                      <a:pt x="1587219" y="391337"/>
                    </a:lnTo>
                    <a:cubicBezTo>
                      <a:pt x="1586934" y="391294"/>
                      <a:pt x="1586609" y="391294"/>
                      <a:pt x="1586243" y="391337"/>
                    </a:cubicBezTo>
                    <a:lnTo>
                      <a:pt x="1501509" y="402643"/>
                    </a:lnTo>
                    <a:lnTo>
                      <a:pt x="1416775" y="408929"/>
                    </a:lnTo>
                    <a:lnTo>
                      <a:pt x="1331918" y="410108"/>
                    </a:lnTo>
                    <a:lnTo>
                      <a:pt x="1246899" y="407598"/>
                    </a:lnTo>
                    <a:cubicBezTo>
                      <a:pt x="1246493" y="407598"/>
                      <a:pt x="1246330" y="407598"/>
                      <a:pt x="1245924" y="407663"/>
                    </a:cubicBezTo>
                    <a:lnTo>
                      <a:pt x="1161474" y="423422"/>
                    </a:lnTo>
                    <a:lnTo>
                      <a:pt x="1076943" y="425452"/>
                    </a:lnTo>
                    <a:lnTo>
                      <a:pt x="993184" y="425343"/>
                    </a:lnTo>
                    <a:lnTo>
                      <a:pt x="983065" y="417922"/>
                    </a:lnTo>
                    <a:cubicBezTo>
                      <a:pt x="982577" y="417551"/>
                      <a:pt x="981886" y="417333"/>
                      <a:pt x="981073" y="417333"/>
                    </a:cubicBezTo>
                    <a:lnTo>
                      <a:pt x="898411" y="417223"/>
                    </a:lnTo>
                    <a:lnTo>
                      <a:pt x="894266" y="413928"/>
                    </a:lnTo>
                    <a:cubicBezTo>
                      <a:pt x="893778" y="413557"/>
                      <a:pt x="892681" y="413338"/>
                      <a:pt x="892072" y="413338"/>
                    </a:cubicBezTo>
                    <a:lnTo>
                      <a:pt x="810629" y="415194"/>
                    </a:lnTo>
                    <a:lnTo>
                      <a:pt x="650304" y="422877"/>
                    </a:lnTo>
                    <a:lnTo>
                      <a:pt x="599911" y="426871"/>
                    </a:lnTo>
                    <a:lnTo>
                      <a:pt x="572235" y="430865"/>
                    </a:lnTo>
                    <a:lnTo>
                      <a:pt x="489898" y="434816"/>
                    </a:lnTo>
                    <a:lnTo>
                      <a:pt x="405082" y="433703"/>
                    </a:lnTo>
                    <a:lnTo>
                      <a:pt x="319942" y="425867"/>
                    </a:lnTo>
                    <a:lnTo>
                      <a:pt x="238865" y="416700"/>
                    </a:lnTo>
                    <a:lnTo>
                      <a:pt x="236589" y="413862"/>
                    </a:lnTo>
                    <a:lnTo>
                      <a:pt x="233419" y="411047"/>
                    </a:lnTo>
                    <a:lnTo>
                      <a:pt x="230656" y="408973"/>
                    </a:lnTo>
                    <a:lnTo>
                      <a:pt x="227282" y="402796"/>
                    </a:lnTo>
                    <a:lnTo>
                      <a:pt x="226592" y="386972"/>
                    </a:lnTo>
                    <a:lnTo>
                      <a:pt x="227079" y="369183"/>
                    </a:lnTo>
                    <a:lnTo>
                      <a:pt x="228461" y="349889"/>
                    </a:lnTo>
                    <a:lnTo>
                      <a:pt x="234720" y="287596"/>
                    </a:lnTo>
                    <a:lnTo>
                      <a:pt x="236386" y="264743"/>
                    </a:lnTo>
                    <a:lnTo>
                      <a:pt x="237280" y="222334"/>
                    </a:lnTo>
                    <a:lnTo>
                      <a:pt x="236792" y="199307"/>
                    </a:lnTo>
                    <a:lnTo>
                      <a:pt x="235126" y="173246"/>
                    </a:lnTo>
                    <a:lnTo>
                      <a:pt x="232444" y="146596"/>
                    </a:lnTo>
                    <a:lnTo>
                      <a:pt x="229071" y="118789"/>
                    </a:lnTo>
                    <a:lnTo>
                      <a:pt x="225007" y="94278"/>
                    </a:lnTo>
                    <a:lnTo>
                      <a:pt x="220739" y="78126"/>
                    </a:lnTo>
                    <a:lnTo>
                      <a:pt x="215903" y="56016"/>
                    </a:lnTo>
                    <a:lnTo>
                      <a:pt x="211636" y="46587"/>
                    </a:lnTo>
                    <a:cubicBezTo>
                      <a:pt x="211555" y="46216"/>
                      <a:pt x="211026" y="45889"/>
                      <a:pt x="210457" y="45670"/>
                    </a:cubicBezTo>
                    <a:lnTo>
                      <a:pt x="207288" y="44775"/>
                    </a:lnTo>
                    <a:lnTo>
                      <a:pt x="203914" y="42964"/>
                    </a:lnTo>
                    <a:cubicBezTo>
                      <a:pt x="203914" y="42964"/>
                      <a:pt x="203508" y="42789"/>
                      <a:pt x="203224" y="42702"/>
                    </a:cubicBezTo>
                    <a:lnTo>
                      <a:pt x="143117" y="26550"/>
                    </a:lnTo>
                    <a:lnTo>
                      <a:pt x="139866" y="25634"/>
                    </a:lnTo>
                    <a:lnTo>
                      <a:pt x="71022" y="10442"/>
                    </a:lnTo>
                    <a:lnTo>
                      <a:pt x="3275" y="53"/>
                    </a:lnTo>
                    <a:cubicBezTo>
                      <a:pt x="1893" y="-165"/>
                      <a:pt x="511" y="315"/>
                      <a:pt x="105" y="1079"/>
                    </a:cubicBezTo>
                    <a:cubicBezTo>
                      <a:pt x="-302" y="1843"/>
                      <a:pt x="511" y="2563"/>
                      <a:pt x="1893" y="2781"/>
                    </a:cubicBezTo>
                    <a:lnTo>
                      <a:pt x="69437" y="13127"/>
                    </a:lnTo>
                    <a:lnTo>
                      <a:pt x="127267" y="25917"/>
                    </a:lnTo>
                    <a:lnTo>
                      <a:pt x="200704" y="45146"/>
                    </a:lnTo>
                    <a:lnTo>
                      <a:pt x="204077" y="46958"/>
                    </a:lnTo>
                    <a:cubicBezTo>
                      <a:pt x="204077" y="46958"/>
                      <a:pt x="204483" y="47111"/>
                      <a:pt x="204687" y="47176"/>
                    </a:cubicBezTo>
                    <a:lnTo>
                      <a:pt x="207166" y="47875"/>
                    </a:lnTo>
                    <a:lnTo>
                      <a:pt x="211026" y="56518"/>
                    </a:lnTo>
                    <a:lnTo>
                      <a:pt x="215781" y="78519"/>
                    </a:lnTo>
                    <a:lnTo>
                      <a:pt x="220049" y="94627"/>
                    </a:lnTo>
                    <a:lnTo>
                      <a:pt x="224031" y="119029"/>
                    </a:lnTo>
                    <a:lnTo>
                      <a:pt x="227526" y="146793"/>
                    </a:lnTo>
                    <a:lnTo>
                      <a:pt x="230209" y="173443"/>
                    </a:lnTo>
                    <a:lnTo>
                      <a:pt x="231793" y="199460"/>
                    </a:lnTo>
                    <a:lnTo>
                      <a:pt x="232362" y="222378"/>
                    </a:lnTo>
                    <a:lnTo>
                      <a:pt x="231468" y="264743"/>
                    </a:lnTo>
                    <a:lnTo>
                      <a:pt x="229761" y="287487"/>
                    </a:lnTo>
                    <a:lnTo>
                      <a:pt x="227404" y="309226"/>
                    </a:lnTo>
                    <a:lnTo>
                      <a:pt x="223544" y="349823"/>
                    </a:lnTo>
                    <a:lnTo>
                      <a:pt x="222162" y="369118"/>
                    </a:lnTo>
                    <a:lnTo>
                      <a:pt x="221674" y="387081"/>
                    </a:lnTo>
                    <a:lnTo>
                      <a:pt x="222487" y="403233"/>
                    </a:lnTo>
                    <a:lnTo>
                      <a:pt x="224072" y="406529"/>
                    </a:lnTo>
                    <a:lnTo>
                      <a:pt x="226145" y="410152"/>
                    </a:lnTo>
                    <a:cubicBezTo>
                      <a:pt x="226145" y="410152"/>
                      <a:pt x="226348" y="410414"/>
                      <a:pt x="226551" y="410523"/>
                    </a:cubicBezTo>
                    <a:lnTo>
                      <a:pt x="229436" y="412705"/>
                    </a:lnTo>
                    <a:lnTo>
                      <a:pt x="232322" y="415215"/>
                    </a:lnTo>
                    <a:lnTo>
                      <a:pt x="234882" y="418577"/>
                    </a:lnTo>
                    <a:cubicBezTo>
                      <a:pt x="235167" y="418948"/>
                      <a:pt x="235898" y="419275"/>
                      <a:pt x="236752" y="419384"/>
                    </a:cubicBezTo>
                    <a:lnTo>
                      <a:pt x="319210" y="428704"/>
                    </a:lnTo>
                    <a:lnTo>
                      <a:pt x="404717" y="436540"/>
                    </a:lnTo>
                    <a:lnTo>
                      <a:pt x="490142" y="437719"/>
                    </a:lnTo>
                    <a:lnTo>
                      <a:pt x="573291" y="433724"/>
                    </a:lnTo>
                    <a:lnTo>
                      <a:pt x="601049" y="429730"/>
                    </a:lnTo>
                    <a:lnTo>
                      <a:pt x="650954" y="425779"/>
                    </a:lnTo>
                    <a:lnTo>
                      <a:pt x="811076" y="418053"/>
                    </a:lnTo>
                    <a:lnTo>
                      <a:pt x="891056" y="416241"/>
                    </a:lnTo>
                    <a:lnTo>
                      <a:pt x="895120" y="419559"/>
                    </a:lnTo>
                    <a:cubicBezTo>
                      <a:pt x="895607" y="419930"/>
                      <a:pt x="896379" y="420148"/>
                      <a:pt x="897192" y="420148"/>
                    </a:cubicBezTo>
                    <a:lnTo>
                      <a:pt x="979935" y="420257"/>
                    </a:lnTo>
                    <a:lnTo>
                      <a:pt x="990055" y="427657"/>
                    </a:lnTo>
                    <a:cubicBezTo>
                      <a:pt x="990542" y="428028"/>
                      <a:pt x="991355" y="428246"/>
                      <a:pt x="992127" y="428246"/>
                    </a:cubicBezTo>
                    <a:lnTo>
                      <a:pt x="1077146" y="428355"/>
                    </a:lnTo>
                    <a:lnTo>
                      <a:pt x="1162084" y="426325"/>
                    </a:lnTo>
                    <a:cubicBezTo>
                      <a:pt x="1162368" y="426325"/>
                      <a:pt x="1162571" y="426325"/>
                      <a:pt x="1162897" y="426260"/>
                    </a:cubicBezTo>
                    <a:lnTo>
                      <a:pt x="1247225" y="410501"/>
                    </a:lnTo>
                    <a:lnTo>
                      <a:pt x="1331959" y="413011"/>
                    </a:lnTo>
                    <a:lnTo>
                      <a:pt x="1417303" y="411789"/>
                    </a:lnTo>
                    <a:lnTo>
                      <a:pt x="1502606" y="405503"/>
                    </a:lnTo>
                    <a:lnTo>
                      <a:pt x="1587056" y="394262"/>
                    </a:lnTo>
                    <a:lnTo>
                      <a:pt x="1671709" y="401661"/>
                    </a:lnTo>
                    <a:lnTo>
                      <a:pt x="1755550" y="410348"/>
                    </a:lnTo>
                    <a:lnTo>
                      <a:pt x="1764978" y="423990"/>
                    </a:lnTo>
                    <a:lnTo>
                      <a:pt x="1774894" y="436562"/>
                    </a:lnTo>
                    <a:cubicBezTo>
                      <a:pt x="1775097" y="436824"/>
                      <a:pt x="1775301" y="436977"/>
                      <a:pt x="1775666" y="437151"/>
                    </a:cubicBezTo>
                    <a:lnTo>
                      <a:pt x="2267207" y="642146"/>
                    </a:lnTo>
                    <a:cubicBezTo>
                      <a:pt x="2267614" y="642299"/>
                      <a:pt x="2268223" y="642408"/>
                      <a:pt x="2268711" y="642408"/>
                    </a:cubicBezTo>
                    <a:lnTo>
                      <a:pt x="2817310" y="643368"/>
                    </a:lnTo>
                    <a:lnTo>
                      <a:pt x="4126406" y="1084112"/>
                    </a:lnTo>
                    <a:cubicBezTo>
                      <a:pt x="4126812" y="1084221"/>
                      <a:pt x="4127301" y="1084330"/>
                      <a:pt x="4127706" y="1084330"/>
                    </a:cubicBezTo>
                    <a:lnTo>
                      <a:pt x="4288356" y="1084701"/>
                    </a:lnTo>
                    <a:lnTo>
                      <a:pt x="4332411" y="1096007"/>
                    </a:lnTo>
                    <a:cubicBezTo>
                      <a:pt x="4332694" y="1096116"/>
                      <a:pt x="4333101" y="1096160"/>
                      <a:pt x="4333508" y="1096160"/>
                    </a:cubicBezTo>
                    <a:lnTo>
                      <a:pt x="4496311" y="1096051"/>
                    </a:lnTo>
                    <a:lnTo>
                      <a:pt x="4659441" y="1096269"/>
                    </a:lnTo>
                    <a:lnTo>
                      <a:pt x="4822041" y="1094894"/>
                    </a:lnTo>
                    <a:lnTo>
                      <a:pt x="4872434" y="1102315"/>
                    </a:lnTo>
                    <a:lnTo>
                      <a:pt x="4923845" y="1107422"/>
                    </a:lnTo>
                    <a:lnTo>
                      <a:pt x="4975944" y="1114341"/>
                    </a:lnTo>
                    <a:lnTo>
                      <a:pt x="5030036" y="1129904"/>
                    </a:lnTo>
                    <a:cubicBezTo>
                      <a:pt x="5030443" y="1130013"/>
                      <a:pt x="5030808" y="1130056"/>
                      <a:pt x="5031215" y="1130056"/>
                    </a:cubicBezTo>
                    <a:lnTo>
                      <a:pt x="5120216" y="1130013"/>
                    </a:lnTo>
                    <a:lnTo>
                      <a:pt x="5173699" y="1146536"/>
                    </a:lnTo>
                    <a:lnTo>
                      <a:pt x="5175974" y="1147234"/>
                    </a:lnTo>
                    <a:cubicBezTo>
                      <a:pt x="5175974" y="1147234"/>
                      <a:pt x="5176178" y="1147343"/>
                      <a:pt x="5176381" y="1147343"/>
                    </a:cubicBezTo>
                    <a:lnTo>
                      <a:pt x="5292287" y="1181436"/>
                    </a:lnTo>
                    <a:lnTo>
                      <a:pt x="5352597" y="1198068"/>
                    </a:lnTo>
                    <a:lnTo>
                      <a:pt x="5413922" y="1214743"/>
                    </a:lnTo>
                    <a:cubicBezTo>
                      <a:pt x="5414247" y="1214809"/>
                      <a:pt x="5414613" y="1214853"/>
                      <a:pt x="5414897" y="1214853"/>
                    </a:cubicBezTo>
                    <a:lnTo>
                      <a:pt x="5500241" y="1215704"/>
                    </a:lnTo>
                    <a:lnTo>
                      <a:pt x="5680521" y="1218367"/>
                    </a:lnTo>
                    <a:lnTo>
                      <a:pt x="5861002" y="1220702"/>
                    </a:lnTo>
                    <a:lnTo>
                      <a:pt x="5870431" y="1220768"/>
                    </a:lnTo>
                    <a:lnTo>
                      <a:pt x="5870431" y="121793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59" name="Freeform: Shape 258">
                <a:extLst>
                  <a:ext uri="{FF2B5EF4-FFF2-40B4-BE49-F238E27FC236}">
                    <a16:creationId xmlns:a16="http://schemas.microsoft.com/office/drawing/2014/main" id="{AD44CCB5-B023-4B6F-BC3A-47988C20D7D4}"/>
                  </a:ext>
                </a:extLst>
              </p:cNvPr>
              <p:cNvSpPr/>
              <p:nvPr/>
            </p:nvSpPr>
            <p:spPr>
              <a:xfrm>
                <a:off x="0" y="6015282"/>
                <a:ext cx="1414011" cy="77387"/>
              </a:xfrm>
              <a:custGeom>
                <a:avLst/>
                <a:gdLst>
                  <a:gd name="connsiteX0" fmla="*/ 1410818 w 1414011"/>
                  <a:gd name="connsiteY0" fmla="*/ 56 h 77387"/>
                  <a:gd name="connsiteX1" fmla="*/ 1286256 w 1414011"/>
                  <a:gd name="connsiteY1" fmla="*/ 19395 h 77387"/>
                  <a:gd name="connsiteX2" fmla="*/ 1161898 w 1414011"/>
                  <a:gd name="connsiteY2" fmla="*/ 38995 h 77387"/>
                  <a:gd name="connsiteX3" fmla="*/ 1037661 w 1414011"/>
                  <a:gd name="connsiteY3" fmla="*/ 55190 h 77387"/>
                  <a:gd name="connsiteX4" fmla="*/ 913628 w 1414011"/>
                  <a:gd name="connsiteY4" fmla="*/ 66060 h 77387"/>
                  <a:gd name="connsiteX5" fmla="*/ 789757 w 1414011"/>
                  <a:gd name="connsiteY5" fmla="*/ 71342 h 77387"/>
                  <a:gd name="connsiteX6" fmla="*/ 665886 w 1414011"/>
                  <a:gd name="connsiteY6" fmla="*/ 73699 h 77387"/>
                  <a:gd name="connsiteX7" fmla="*/ 542178 w 1414011"/>
                  <a:gd name="connsiteY7" fmla="*/ 74550 h 77387"/>
                  <a:gd name="connsiteX8" fmla="*/ 418633 w 1414011"/>
                  <a:gd name="connsiteY8" fmla="*/ 74070 h 77387"/>
                  <a:gd name="connsiteX9" fmla="*/ 295209 w 1414011"/>
                  <a:gd name="connsiteY9" fmla="*/ 68897 h 77387"/>
                  <a:gd name="connsiteX10" fmla="*/ 171785 w 1414011"/>
                  <a:gd name="connsiteY10" fmla="*/ 61804 h 77387"/>
                  <a:gd name="connsiteX11" fmla="*/ 48402 w 1414011"/>
                  <a:gd name="connsiteY11" fmla="*/ 54928 h 77387"/>
                  <a:gd name="connsiteX12" fmla="*/ 0 w 1414011"/>
                  <a:gd name="connsiteY12" fmla="*/ 52855 h 77387"/>
                  <a:gd name="connsiteX13" fmla="*/ 0 w 1414011"/>
                  <a:gd name="connsiteY13" fmla="*/ 55692 h 77387"/>
                  <a:gd name="connsiteX14" fmla="*/ 47955 w 1414011"/>
                  <a:gd name="connsiteY14" fmla="*/ 57722 h 77387"/>
                  <a:gd name="connsiteX15" fmla="*/ 171298 w 1414011"/>
                  <a:gd name="connsiteY15" fmla="*/ 64597 h 77387"/>
                  <a:gd name="connsiteX16" fmla="*/ 294762 w 1414011"/>
                  <a:gd name="connsiteY16" fmla="*/ 71735 h 77387"/>
                  <a:gd name="connsiteX17" fmla="*/ 418429 w 1414011"/>
                  <a:gd name="connsiteY17" fmla="*/ 76908 h 77387"/>
                  <a:gd name="connsiteX18" fmla="*/ 542138 w 1414011"/>
                  <a:gd name="connsiteY18" fmla="*/ 77388 h 77387"/>
                  <a:gd name="connsiteX19" fmla="*/ 666008 w 1414011"/>
                  <a:gd name="connsiteY19" fmla="*/ 76471 h 77387"/>
                  <a:gd name="connsiteX20" fmla="*/ 790001 w 1414011"/>
                  <a:gd name="connsiteY20" fmla="*/ 74179 h 77387"/>
                  <a:gd name="connsiteX21" fmla="*/ 914197 w 1414011"/>
                  <a:gd name="connsiteY21" fmla="*/ 68854 h 77387"/>
                  <a:gd name="connsiteX22" fmla="*/ 1038596 w 1414011"/>
                  <a:gd name="connsiteY22" fmla="*/ 57984 h 77387"/>
                  <a:gd name="connsiteX23" fmla="*/ 1163117 w 1414011"/>
                  <a:gd name="connsiteY23" fmla="*/ 41723 h 77387"/>
                  <a:gd name="connsiteX24" fmla="*/ 1287597 w 1414011"/>
                  <a:gd name="connsiteY24" fmla="*/ 22123 h 77387"/>
                  <a:gd name="connsiteX25" fmla="*/ 1412118 w 1414011"/>
                  <a:gd name="connsiteY25" fmla="*/ 2785 h 77387"/>
                  <a:gd name="connsiteX26" fmla="*/ 1413906 w 1414011"/>
                  <a:gd name="connsiteY26" fmla="*/ 1017 h 77387"/>
                  <a:gd name="connsiteX27" fmla="*/ 1410777 w 1414011"/>
                  <a:gd name="connsiteY27" fmla="*/ 56 h 77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14011" h="77387">
                    <a:moveTo>
                      <a:pt x="1410818" y="56"/>
                    </a:moveTo>
                    <a:lnTo>
                      <a:pt x="1286256" y="19395"/>
                    </a:lnTo>
                    <a:lnTo>
                      <a:pt x="1161898" y="38995"/>
                    </a:lnTo>
                    <a:lnTo>
                      <a:pt x="1037661" y="55190"/>
                    </a:lnTo>
                    <a:lnTo>
                      <a:pt x="913628" y="66060"/>
                    </a:lnTo>
                    <a:lnTo>
                      <a:pt x="789757" y="71342"/>
                    </a:lnTo>
                    <a:lnTo>
                      <a:pt x="665886" y="73699"/>
                    </a:lnTo>
                    <a:lnTo>
                      <a:pt x="542178" y="74550"/>
                    </a:lnTo>
                    <a:lnTo>
                      <a:pt x="418633" y="74070"/>
                    </a:lnTo>
                    <a:lnTo>
                      <a:pt x="295209" y="68897"/>
                    </a:lnTo>
                    <a:lnTo>
                      <a:pt x="171785" y="61804"/>
                    </a:lnTo>
                    <a:lnTo>
                      <a:pt x="48402" y="54928"/>
                    </a:lnTo>
                    <a:lnTo>
                      <a:pt x="0" y="52855"/>
                    </a:lnTo>
                    <a:lnTo>
                      <a:pt x="0" y="55692"/>
                    </a:lnTo>
                    <a:lnTo>
                      <a:pt x="47955" y="57722"/>
                    </a:lnTo>
                    <a:lnTo>
                      <a:pt x="171298" y="64597"/>
                    </a:lnTo>
                    <a:lnTo>
                      <a:pt x="294762" y="71735"/>
                    </a:lnTo>
                    <a:lnTo>
                      <a:pt x="418429" y="76908"/>
                    </a:lnTo>
                    <a:lnTo>
                      <a:pt x="542138" y="77388"/>
                    </a:lnTo>
                    <a:lnTo>
                      <a:pt x="666008" y="76471"/>
                    </a:lnTo>
                    <a:lnTo>
                      <a:pt x="790001" y="74179"/>
                    </a:lnTo>
                    <a:lnTo>
                      <a:pt x="914197" y="68854"/>
                    </a:lnTo>
                    <a:lnTo>
                      <a:pt x="1038596" y="57984"/>
                    </a:lnTo>
                    <a:lnTo>
                      <a:pt x="1163117" y="41723"/>
                    </a:lnTo>
                    <a:lnTo>
                      <a:pt x="1287597" y="22123"/>
                    </a:lnTo>
                    <a:lnTo>
                      <a:pt x="1412118" y="2785"/>
                    </a:lnTo>
                    <a:cubicBezTo>
                      <a:pt x="1413500" y="2566"/>
                      <a:pt x="1414313" y="1759"/>
                      <a:pt x="1413906" y="1017"/>
                    </a:cubicBezTo>
                    <a:cubicBezTo>
                      <a:pt x="1413500" y="275"/>
                      <a:pt x="1412118" y="-162"/>
                      <a:pt x="1410777" y="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0" name="Freeform: Shape 259">
                <a:extLst>
                  <a:ext uri="{FF2B5EF4-FFF2-40B4-BE49-F238E27FC236}">
                    <a16:creationId xmlns:a16="http://schemas.microsoft.com/office/drawing/2014/main" id="{A658804B-5894-4C41-AD95-9F6499BB5BA9}"/>
                  </a:ext>
                </a:extLst>
              </p:cNvPr>
              <p:cNvSpPr/>
              <p:nvPr/>
            </p:nvSpPr>
            <p:spPr>
              <a:xfrm>
                <a:off x="325" y="6292404"/>
                <a:ext cx="11819168" cy="610641"/>
              </a:xfrm>
              <a:custGeom>
                <a:avLst/>
                <a:gdLst>
                  <a:gd name="connsiteX0" fmla="*/ 109444 w 11819168"/>
                  <a:gd name="connsiteY0" fmla="*/ 512007 h 610641"/>
                  <a:gd name="connsiteX1" fmla="*/ 182514 w 11819168"/>
                  <a:gd name="connsiteY1" fmla="*/ 485204 h 610641"/>
                  <a:gd name="connsiteX2" fmla="*/ 364866 w 11819168"/>
                  <a:gd name="connsiteY2" fmla="*/ 487016 h 610641"/>
                  <a:gd name="connsiteX3" fmla="*/ 548071 w 11819168"/>
                  <a:gd name="connsiteY3" fmla="*/ 488041 h 610641"/>
                  <a:gd name="connsiteX4" fmla="*/ 731479 w 11819168"/>
                  <a:gd name="connsiteY4" fmla="*/ 489635 h 610641"/>
                  <a:gd name="connsiteX5" fmla="*/ 914928 w 11819168"/>
                  <a:gd name="connsiteY5" fmla="*/ 490748 h 610641"/>
                  <a:gd name="connsiteX6" fmla="*/ 1098540 w 11819168"/>
                  <a:gd name="connsiteY6" fmla="*/ 493629 h 610641"/>
                  <a:gd name="connsiteX7" fmla="*/ 1214608 w 11819168"/>
                  <a:gd name="connsiteY7" fmla="*/ 494109 h 610641"/>
                  <a:gd name="connsiteX8" fmla="*/ 1466088 w 11819168"/>
                  <a:gd name="connsiteY8" fmla="*/ 495550 h 610641"/>
                  <a:gd name="connsiteX9" fmla="*/ 1650025 w 11819168"/>
                  <a:gd name="connsiteY9" fmla="*/ 499762 h 610641"/>
                  <a:gd name="connsiteX10" fmla="*/ 2202688 w 11819168"/>
                  <a:gd name="connsiteY10" fmla="*/ 510741 h 610641"/>
                  <a:gd name="connsiteX11" fmla="*/ 2387194 w 11819168"/>
                  <a:gd name="connsiteY11" fmla="*/ 513775 h 610641"/>
                  <a:gd name="connsiteX12" fmla="*/ 2571821 w 11819168"/>
                  <a:gd name="connsiteY12" fmla="*/ 515696 h 610641"/>
                  <a:gd name="connsiteX13" fmla="*/ 2756571 w 11819168"/>
                  <a:gd name="connsiteY13" fmla="*/ 516329 h 610641"/>
                  <a:gd name="connsiteX14" fmla="*/ 2941401 w 11819168"/>
                  <a:gd name="connsiteY14" fmla="*/ 517988 h 610641"/>
                  <a:gd name="connsiteX15" fmla="*/ 3311591 w 11819168"/>
                  <a:gd name="connsiteY15" fmla="*/ 521873 h 610641"/>
                  <a:gd name="connsiteX16" fmla="*/ 3313582 w 11819168"/>
                  <a:gd name="connsiteY16" fmla="*/ 521349 h 610641"/>
                  <a:gd name="connsiteX17" fmla="*/ 3348939 w 11819168"/>
                  <a:gd name="connsiteY17" fmla="*/ 496990 h 610641"/>
                  <a:gd name="connsiteX18" fmla="*/ 3383524 w 11819168"/>
                  <a:gd name="connsiteY18" fmla="*/ 472064 h 610641"/>
                  <a:gd name="connsiteX19" fmla="*/ 3417255 w 11819168"/>
                  <a:gd name="connsiteY19" fmla="*/ 446964 h 610641"/>
                  <a:gd name="connsiteX20" fmla="*/ 3450296 w 11819168"/>
                  <a:gd name="connsiteY20" fmla="*/ 421492 h 610641"/>
                  <a:gd name="connsiteX21" fmla="*/ 3482523 w 11819168"/>
                  <a:gd name="connsiteY21" fmla="*/ 395759 h 610641"/>
                  <a:gd name="connsiteX22" fmla="*/ 3514141 w 11819168"/>
                  <a:gd name="connsiteY22" fmla="*/ 369436 h 610641"/>
                  <a:gd name="connsiteX23" fmla="*/ 3544702 w 11819168"/>
                  <a:gd name="connsiteY23" fmla="*/ 342371 h 610641"/>
                  <a:gd name="connsiteX24" fmla="*/ 3574654 w 11819168"/>
                  <a:gd name="connsiteY24" fmla="*/ 324626 h 610641"/>
                  <a:gd name="connsiteX25" fmla="*/ 3604118 w 11819168"/>
                  <a:gd name="connsiteY25" fmla="*/ 309348 h 610641"/>
                  <a:gd name="connsiteX26" fmla="*/ 3660282 w 11819168"/>
                  <a:gd name="connsiteY26" fmla="*/ 277481 h 610641"/>
                  <a:gd name="connsiteX27" fmla="*/ 3693607 w 11819168"/>
                  <a:gd name="connsiteY27" fmla="*/ 278398 h 610641"/>
                  <a:gd name="connsiteX28" fmla="*/ 3695517 w 11819168"/>
                  <a:gd name="connsiteY28" fmla="*/ 278027 h 610641"/>
                  <a:gd name="connsiteX29" fmla="*/ 3721242 w 11819168"/>
                  <a:gd name="connsiteY29" fmla="*/ 264167 h 610641"/>
                  <a:gd name="connsiteX30" fmla="*/ 3722746 w 11819168"/>
                  <a:gd name="connsiteY30" fmla="*/ 263796 h 610641"/>
                  <a:gd name="connsiteX31" fmla="*/ 3745098 w 11819168"/>
                  <a:gd name="connsiteY31" fmla="*/ 251376 h 610641"/>
                  <a:gd name="connsiteX32" fmla="*/ 3774928 w 11819168"/>
                  <a:gd name="connsiteY32" fmla="*/ 234963 h 610641"/>
                  <a:gd name="connsiteX33" fmla="*/ 3775537 w 11819168"/>
                  <a:gd name="connsiteY33" fmla="*/ 234744 h 610641"/>
                  <a:gd name="connsiteX34" fmla="*/ 3799677 w 11819168"/>
                  <a:gd name="connsiteY34" fmla="*/ 221256 h 610641"/>
                  <a:gd name="connsiteX35" fmla="*/ 3801181 w 11819168"/>
                  <a:gd name="connsiteY35" fmla="*/ 220841 h 610641"/>
                  <a:gd name="connsiteX36" fmla="*/ 3824793 w 11819168"/>
                  <a:gd name="connsiteY36" fmla="*/ 206981 h 610641"/>
                  <a:gd name="connsiteX37" fmla="*/ 3826378 w 11819168"/>
                  <a:gd name="connsiteY37" fmla="*/ 206457 h 610641"/>
                  <a:gd name="connsiteX38" fmla="*/ 3850193 w 11819168"/>
                  <a:gd name="connsiteY38" fmla="*/ 189083 h 610641"/>
                  <a:gd name="connsiteX39" fmla="*/ 3851046 w 11819168"/>
                  <a:gd name="connsiteY39" fmla="*/ 188669 h 610641"/>
                  <a:gd name="connsiteX40" fmla="*/ 3875065 w 11819168"/>
                  <a:gd name="connsiteY40" fmla="*/ 171076 h 610641"/>
                  <a:gd name="connsiteX41" fmla="*/ 3897132 w 11819168"/>
                  <a:gd name="connsiteY41" fmla="*/ 157435 h 610641"/>
                  <a:gd name="connsiteX42" fmla="*/ 3898677 w 11819168"/>
                  <a:gd name="connsiteY42" fmla="*/ 156955 h 610641"/>
                  <a:gd name="connsiteX43" fmla="*/ 3921841 w 11819168"/>
                  <a:gd name="connsiteY43" fmla="*/ 142571 h 610641"/>
                  <a:gd name="connsiteX44" fmla="*/ 3943584 w 11819168"/>
                  <a:gd name="connsiteY44" fmla="*/ 129890 h 610641"/>
                  <a:gd name="connsiteX45" fmla="*/ 3944641 w 11819168"/>
                  <a:gd name="connsiteY45" fmla="*/ 129519 h 610641"/>
                  <a:gd name="connsiteX46" fmla="*/ 3967033 w 11819168"/>
                  <a:gd name="connsiteY46" fmla="*/ 115833 h 610641"/>
                  <a:gd name="connsiteX47" fmla="*/ 3987069 w 11819168"/>
                  <a:gd name="connsiteY47" fmla="*/ 102301 h 610641"/>
                  <a:gd name="connsiteX48" fmla="*/ 3989101 w 11819168"/>
                  <a:gd name="connsiteY48" fmla="*/ 101668 h 610641"/>
                  <a:gd name="connsiteX49" fmla="*/ 4010640 w 11819168"/>
                  <a:gd name="connsiteY49" fmla="*/ 82439 h 610641"/>
                  <a:gd name="connsiteX50" fmla="*/ 4032017 w 11819168"/>
                  <a:gd name="connsiteY50" fmla="*/ 59259 h 610641"/>
                  <a:gd name="connsiteX51" fmla="*/ 4052865 w 11819168"/>
                  <a:gd name="connsiteY51" fmla="*/ 32674 h 610641"/>
                  <a:gd name="connsiteX52" fmla="*/ 4053109 w 11819168"/>
                  <a:gd name="connsiteY52" fmla="*/ 32303 h 610641"/>
                  <a:gd name="connsiteX53" fmla="*/ 4072534 w 11819168"/>
                  <a:gd name="connsiteY53" fmla="*/ 4758 h 610641"/>
                  <a:gd name="connsiteX54" fmla="*/ 4181734 w 11819168"/>
                  <a:gd name="connsiteY54" fmla="*/ 3689 h 610641"/>
                  <a:gd name="connsiteX55" fmla="*/ 4321861 w 11819168"/>
                  <a:gd name="connsiteY55" fmla="*/ 2728 h 610641"/>
                  <a:gd name="connsiteX56" fmla="*/ 4462353 w 11819168"/>
                  <a:gd name="connsiteY56" fmla="*/ 6090 h 610641"/>
                  <a:gd name="connsiteX57" fmla="*/ 4602643 w 11819168"/>
                  <a:gd name="connsiteY57" fmla="*/ 3470 h 610641"/>
                  <a:gd name="connsiteX58" fmla="*/ 4742932 w 11819168"/>
                  <a:gd name="connsiteY58" fmla="*/ 5238 h 610641"/>
                  <a:gd name="connsiteX59" fmla="*/ 4882490 w 11819168"/>
                  <a:gd name="connsiteY59" fmla="*/ 9866 h 610641"/>
                  <a:gd name="connsiteX60" fmla="*/ 5022251 w 11819168"/>
                  <a:gd name="connsiteY60" fmla="*/ 14995 h 610641"/>
                  <a:gd name="connsiteX61" fmla="*/ 5162377 w 11819168"/>
                  <a:gd name="connsiteY61" fmla="*/ 21390 h 610641"/>
                  <a:gd name="connsiteX62" fmla="*/ 5302748 w 11819168"/>
                  <a:gd name="connsiteY62" fmla="*/ 26192 h 610641"/>
                  <a:gd name="connsiteX63" fmla="*/ 5443728 w 11819168"/>
                  <a:gd name="connsiteY63" fmla="*/ 37018 h 610641"/>
                  <a:gd name="connsiteX64" fmla="*/ 5585968 w 11819168"/>
                  <a:gd name="connsiteY64" fmla="*/ 50987 h 610641"/>
                  <a:gd name="connsiteX65" fmla="*/ 5729590 w 11819168"/>
                  <a:gd name="connsiteY65" fmla="*/ 58823 h 610641"/>
                  <a:gd name="connsiteX66" fmla="*/ 5874228 w 11819168"/>
                  <a:gd name="connsiteY66" fmla="*/ 64738 h 610641"/>
                  <a:gd name="connsiteX67" fmla="*/ 6019312 w 11819168"/>
                  <a:gd name="connsiteY67" fmla="*/ 66920 h 610641"/>
                  <a:gd name="connsiteX68" fmla="*/ 6165454 w 11819168"/>
                  <a:gd name="connsiteY68" fmla="*/ 63995 h 610641"/>
                  <a:gd name="connsiteX69" fmla="*/ 6311961 w 11819168"/>
                  <a:gd name="connsiteY69" fmla="*/ 55745 h 610641"/>
                  <a:gd name="connsiteX70" fmla="*/ 6458022 w 11819168"/>
                  <a:gd name="connsiteY70" fmla="*/ 44504 h 610641"/>
                  <a:gd name="connsiteX71" fmla="*/ 6599205 w 11819168"/>
                  <a:gd name="connsiteY71" fmla="*/ 34159 h 610641"/>
                  <a:gd name="connsiteX72" fmla="*/ 6736812 w 11819168"/>
                  <a:gd name="connsiteY72" fmla="*/ 31059 h 610641"/>
                  <a:gd name="connsiteX73" fmla="*/ 6883766 w 11819168"/>
                  <a:gd name="connsiteY73" fmla="*/ 46294 h 610641"/>
                  <a:gd name="connsiteX74" fmla="*/ 6891203 w 11819168"/>
                  <a:gd name="connsiteY74" fmla="*/ 56574 h 610641"/>
                  <a:gd name="connsiteX75" fmla="*/ 6892870 w 11819168"/>
                  <a:gd name="connsiteY75" fmla="*/ 57426 h 610641"/>
                  <a:gd name="connsiteX76" fmla="*/ 7170278 w 11819168"/>
                  <a:gd name="connsiteY76" fmla="*/ 96582 h 610641"/>
                  <a:gd name="connsiteX77" fmla="*/ 7306584 w 11819168"/>
                  <a:gd name="connsiteY77" fmla="*/ 116990 h 610641"/>
                  <a:gd name="connsiteX78" fmla="*/ 7325035 w 11819168"/>
                  <a:gd name="connsiteY78" fmla="*/ 145823 h 610641"/>
                  <a:gd name="connsiteX79" fmla="*/ 7333163 w 11819168"/>
                  <a:gd name="connsiteY79" fmla="*/ 156955 h 610641"/>
                  <a:gd name="connsiteX80" fmla="*/ 7341007 w 11819168"/>
                  <a:gd name="connsiteY80" fmla="*/ 178061 h 610641"/>
                  <a:gd name="connsiteX81" fmla="*/ 7348566 w 11819168"/>
                  <a:gd name="connsiteY81" fmla="*/ 201132 h 610641"/>
                  <a:gd name="connsiteX82" fmla="*/ 7356206 w 11819168"/>
                  <a:gd name="connsiteY82" fmla="*/ 221539 h 610641"/>
                  <a:gd name="connsiteX83" fmla="*/ 7364253 w 11819168"/>
                  <a:gd name="connsiteY83" fmla="*/ 241685 h 610641"/>
                  <a:gd name="connsiteX84" fmla="*/ 7372868 w 11819168"/>
                  <a:gd name="connsiteY84" fmla="*/ 261024 h 610641"/>
                  <a:gd name="connsiteX85" fmla="*/ 7382094 w 11819168"/>
                  <a:gd name="connsiteY85" fmla="*/ 277393 h 610641"/>
                  <a:gd name="connsiteX86" fmla="*/ 7391928 w 11819168"/>
                  <a:gd name="connsiteY86" fmla="*/ 290970 h 610641"/>
                  <a:gd name="connsiteX87" fmla="*/ 7403023 w 11819168"/>
                  <a:gd name="connsiteY87" fmla="*/ 305310 h 610641"/>
                  <a:gd name="connsiteX88" fmla="*/ 7426025 w 11819168"/>
                  <a:gd name="connsiteY88" fmla="*/ 329493 h 610641"/>
                  <a:gd name="connsiteX89" fmla="*/ 7438217 w 11819168"/>
                  <a:gd name="connsiteY89" fmla="*/ 340319 h 610641"/>
                  <a:gd name="connsiteX90" fmla="*/ 7450409 w 11819168"/>
                  <a:gd name="connsiteY90" fmla="*/ 347500 h 610641"/>
                  <a:gd name="connsiteX91" fmla="*/ 7462520 w 11819168"/>
                  <a:gd name="connsiteY91" fmla="*/ 353524 h 610641"/>
                  <a:gd name="connsiteX92" fmla="*/ 7487920 w 11819168"/>
                  <a:gd name="connsiteY92" fmla="*/ 375264 h 610641"/>
                  <a:gd name="connsiteX93" fmla="*/ 7501007 w 11819168"/>
                  <a:gd name="connsiteY93" fmla="*/ 384802 h 610641"/>
                  <a:gd name="connsiteX94" fmla="*/ 7503079 w 11819168"/>
                  <a:gd name="connsiteY94" fmla="*/ 385391 h 610641"/>
                  <a:gd name="connsiteX95" fmla="*/ 7676612 w 11819168"/>
                  <a:gd name="connsiteY95" fmla="*/ 383361 h 610641"/>
                  <a:gd name="connsiteX96" fmla="*/ 7850063 w 11819168"/>
                  <a:gd name="connsiteY96" fmla="*/ 379629 h 610641"/>
                  <a:gd name="connsiteX97" fmla="*/ 8023799 w 11819168"/>
                  <a:gd name="connsiteY97" fmla="*/ 380480 h 610641"/>
                  <a:gd name="connsiteX98" fmla="*/ 8197738 w 11819168"/>
                  <a:gd name="connsiteY98" fmla="*/ 380742 h 610641"/>
                  <a:gd name="connsiteX99" fmla="*/ 8371556 w 11819168"/>
                  <a:gd name="connsiteY99" fmla="*/ 379564 h 610641"/>
                  <a:gd name="connsiteX100" fmla="*/ 8545698 w 11819168"/>
                  <a:gd name="connsiteY100" fmla="*/ 379564 h 610641"/>
                  <a:gd name="connsiteX101" fmla="*/ 8718824 w 11819168"/>
                  <a:gd name="connsiteY101" fmla="*/ 377534 h 610641"/>
                  <a:gd name="connsiteX102" fmla="*/ 8744834 w 11819168"/>
                  <a:gd name="connsiteY102" fmla="*/ 389909 h 610641"/>
                  <a:gd name="connsiteX103" fmla="*/ 8772794 w 11819168"/>
                  <a:gd name="connsiteY103" fmla="*/ 410055 h 610641"/>
                  <a:gd name="connsiteX104" fmla="*/ 8801283 w 11819168"/>
                  <a:gd name="connsiteY104" fmla="*/ 429503 h 610641"/>
                  <a:gd name="connsiteX105" fmla="*/ 8830543 w 11819168"/>
                  <a:gd name="connsiteY105" fmla="*/ 448470 h 610641"/>
                  <a:gd name="connsiteX106" fmla="*/ 8860414 w 11819168"/>
                  <a:gd name="connsiteY106" fmla="*/ 467393 h 610641"/>
                  <a:gd name="connsiteX107" fmla="*/ 8890772 w 11819168"/>
                  <a:gd name="connsiteY107" fmla="*/ 486099 h 610641"/>
                  <a:gd name="connsiteX108" fmla="*/ 8921943 w 11819168"/>
                  <a:gd name="connsiteY108" fmla="*/ 510021 h 610641"/>
                  <a:gd name="connsiteX109" fmla="*/ 8954211 w 11819168"/>
                  <a:gd name="connsiteY109" fmla="*/ 540512 h 610641"/>
                  <a:gd name="connsiteX110" fmla="*/ 8987130 w 11819168"/>
                  <a:gd name="connsiteY110" fmla="*/ 569564 h 610641"/>
                  <a:gd name="connsiteX111" fmla="*/ 8989324 w 11819168"/>
                  <a:gd name="connsiteY111" fmla="*/ 570262 h 610641"/>
                  <a:gd name="connsiteX112" fmla="*/ 9183095 w 11819168"/>
                  <a:gd name="connsiteY112" fmla="*/ 572248 h 610641"/>
                  <a:gd name="connsiteX113" fmla="*/ 9377070 w 11819168"/>
                  <a:gd name="connsiteY113" fmla="*/ 573209 h 610641"/>
                  <a:gd name="connsiteX114" fmla="*/ 9571045 w 11819168"/>
                  <a:gd name="connsiteY114" fmla="*/ 573034 h 610641"/>
                  <a:gd name="connsiteX115" fmla="*/ 9765223 w 11819168"/>
                  <a:gd name="connsiteY115" fmla="*/ 573209 h 610641"/>
                  <a:gd name="connsiteX116" fmla="*/ 9949282 w 11819168"/>
                  <a:gd name="connsiteY116" fmla="*/ 573536 h 610641"/>
                  <a:gd name="connsiteX117" fmla="*/ 10153986 w 11819168"/>
                  <a:gd name="connsiteY117" fmla="*/ 574234 h 610641"/>
                  <a:gd name="connsiteX118" fmla="*/ 10348570 w 11819168"/>
                  <a:gd name="connsiteY118" fmla="*/ 574715 h 610641"/>
                  <a:gd name="connsiteX119" fmla="*/ 10738104 w 11819168"/>
                  <a:gd name="connsiteY119" fmla="*/ 573449 h 610641"/>
                  <a:gd name="connsiteX120" fmla="*/ 10933054 w 11819168"/>
                  <a:gd name="connsiteY120" fmla="*/ 573340 h 610641"/>
                  <a:gd name="connsiteX121" fmla="*/ 11128126 w 11819168"/>
                  <a:gd name="connsiteY121" fmla="*/ 574082 h 610641"/>
                  <a:gd name="connsiteX122" fmla="*/ 11518839 w 11819168"/>
                  <a:gd name="connsiteY122" fmla="*/ 577596 h 610641"/>
                  <a:gd name="connsiteX123" fmla="*/ 11713789 w 11819168"/>
                  <a:gd name="connsiteY123" fmla="*/ 579953 h 610641"/>
                  <a:gd name="connsiteX124" fmla="*/ 11781252 w 11819168"/>
                  <a:gd name="connsiteY124" fmla="*/ 600732 h 610641"/>
                  <a:gd name="connsiteX125" fmla="*/ 11809618 w 11819168"/>
                  <a:gd name="connsiteY125" fmla="*/ 610641 h 610641"/>
                  <a:gd name="connsiteX126" fmla="*/ 11819169 w 11819168"/>
                  <a:gd name="connsiteY126" fmla="*/ 610641 h 610641"/>
                  <a:gd name="connsiteX127" fmla="*/ 11783852 w 11819168"/>
                  <a:gd name="connsiteY127" fmla="*/ 598331 h 610641"/>
                  <a:gd name="connsiteX128" fmla="*/ 11715699 w 11819168"/>
                  <a:gd name="connsiteY128" fmla="*/ 577290 h 610641"/>
                  <a:gd name="connsiteX129" fmla="*/ 11714521 w 11819168"/>
                  <a:gd name="connsiteY129" fmla="*/ 577116 h 610641"/>
                  <a:gd name="connsiteX130" fmla="*/ 11518961 w 11819168"/>
                  <a:gd name="connsiteY130" fmla="*/ 574780 h 610641"/>
                  <a:gd name="connsiteX131" fmla="*/ 11128248 w 11819168"/>
                  <a:gd name="connsiteY131" fmla="*/ 571266 h 610641"/>
                  <a:gd name="connsiteX132" fmla="*/ 10933095 w 11819168"/>
                  <a:gd name="connsiteY132" fmla="*/ 570524 h 610641"/>
                  <a:gd name="connsiteX133" fmla="*/ 10738145 w 11819168"/>
                  <a:gd name="connsiteY133" fmla="*/ 570633 h 610641"/>
                  <a:gd name="connsiteX134" fmla="*/ 10348610 w 11819168"/>
                  <a:gd name="connsiteY134" fmla="*/ 571899 h 610641"/>
                  <a:gd name="connsiteX135" fmla="*/ 10154147 w 11819168"/>
                  <a:gd name="connsiteY135" fmla="*/ 571419 h 610641"/>
                  <a:gd name="connsiteX136" fmla="*/ 9959686 w 11819168"/>
                  <a:gd name="connsiteY136" fmla="*/ 570720 h 610641"/>
                  <a:gd name="connsiteX137" fmla="*/ 9765426 w 11819168"/>
                  <a:gd name="connsiteY137" fmla="*/ 570393 h 610641"/>
                  <a:gd name="connsiteX138" fmla="*/ 9571167 w 11819168"/>
                  <a:gd name="connsiteY138" fmla="*/ 570284 h 610641"/>
                  <a:gd name="connsiteX139" fmla="*/ 9377192 w 11819168"/>
                  <a:gd name="connsiteY139" fmla="*/ 570458 h 610641"/>
                  <a:gd name="connsiteX140" fmla="*/ 9183340 w 11819168"/>
                  <a:gd name="connsiteY140" fmla="*/ 569433 h 610641"/>
                  <a:gd name="connsiteX141" fmla="*/ 8990868 w 11819168"/>
                  <a:gd name="connsiteY141" fmla="*/ 567468 h 610641"/>
                  <a:gd name="connsiteX142" fmla="*/ 8958722 w 11819168"/>
                  <a:gd name="connsiteY142" fmla="*/ 539116 h 610641"/>
                  <a:gd name="connsiteX143" fmla="*/ 8926373 w 11819168"/>
                  <a:gd name="connsiteY143" fmla="*/ 508537 h 610641"/>
                  <a:gd name="connsiteX144" fmla="*/ 8894836 w 11819168"/>
                  <a:gd name="connsiteY144" fmla="*/ 484396 h 610641"/>
                  <a:gd name="connsiteX145" fmla="*/ 8864397 w 11819168"/>
                  <a:gd name="connsiteY145" fmla="*/ 465582 h 610641"/>
                  <a:gd name="connsiteX146" fmla="*/ 8834526 w 11819168"/>
                  <a:gd name="connsiteY146" fmla="*/ 446724 h 610641"/>
                  <a:gd name="connsiteX147" fmla="*/ 8805469 w 11819168"/>
                  <a:gd name="connsiteY147" fmla="*/ 427757 h 610641"/>
                  <a:gd name="connsiteX148" fmla="*/ 8776980 w 11819168"/>
                  <a:gd name="connsiteY148" fmla="*/ 408375 h 610641"/>
                  <a:gd name="connsiteX149" fmla="*/ 8748695 w 11819168"/>
                  <a:gd name="connsiteY149" fmla="*/ 388076 h 610641"/>
                  <a:gd name="connsiteX150" fmla="*/ 8721587 w 11819168"/>
                  <a:gd name="connsiteY150" fmla="*/ 375176 h 610641"/>
                  <a:gd name="connsiteX151" fmla="*/ 8719881 w 11819168"/>
                  <a:gd name="connsiteY151" fmla="*/ 374805 h 610641"/>
                  <a:gd name="connsiteX152" fmla="*/ 8719799 w 11819168"/>
                  <a:gd name="connsiteY152" fmla="*/ 374805 h 610641"/>
                  <a:gd name="connsiteX153" fmla="*/ 8545779 w 11819168"/>
                  <a:gd name="connsiteY153" fmla="*/ 376835 h 610641"/>
                  <a:gd name="connsiteX154" fmla="*/ 8371759 w 11819168"/>
                  <a:gd name="connsiteY154" fmla="*/ 376835 h 610641"/>
                  <a:gd name="connsiteX155" fmla="*/ 8197820 w 11819168"/>
                  <a:gd name="connsiteY155" fmla="*/ 378014 h 610641"/>
                  <a:gd name="connsiteX156" fmla="*/ 8024084 w 11819168"/>
                  <a:gd name="connsiteY156" fmla="*/ 377752 h 610641"/>
                  <a:gd name="connsiteX157" fmla="*/ 7850266 w 11819168"/>
                  <a:gd name="connsiteY157" fmla="*/ 376944 h 610641"/>
                  <a:gd name="connsiteX158" fmla="*/ 7676734 w 11819168"/>
                  <a:gd name="connsiteY158" fmla="*/ 380677 h 610641"/>
                  <a:gd name="connsiteX159" fmla="*/ 7504502 w 11819168"/>
                  <a:gd name="connsiteY159" fmla="*/ 382641 h 610641"/>
                  <a:gd name="connsiteX160" fmla="*/ 7492310 w 11819168"/>
                  <a:gd name="connsiteY160" fmla="*/ 373736 h 610641"/>
                  <a:gd name="connsiteX161" fmla="*/ 7466828 w 11819168"/>
                  <a:gd name="connsiteY161" fmla="*/ 351887 h 610641"/>
                  <a:gd name="connsiteX162" fmla="*/ 7466340 w 11819168"/>
                  <a:gd name="connsiteY162" fmla="*/ 351626 h 610641"/>
                  <a:gd name="connsiteX163" fmla="*/ 7454230 w 11819168"/>
                  <a:gd name="connsiteY163" fmla="*/ 345558 h 610641"/>
                  <a:gd name="connsiteX164" fmla="*/ 7442444 w 11819168"/>
                  <a:gd name="connsiteY164" fmla="*/ 338682 h 610641"/>
                  <a:gd name="connsiteX165" fmla="*/ 7430740 w 11819168"/>
                  <a:gd name="connsiteY165" fmla="*/ 328140 h 610641"/>
                  <a:gd name="connsiteX166" fmla="*/ 7407819 w 11819168"/>
                  <a:gd name="connsiteY166" fmla="*/ 304153 h 610641"/>
                  <a:gd name="connsiteX167" fmla="*/ 7396806 w 11819168"/>
                  <a:gd name="connsiteY167" fmla="*/ 289987 h 610641"/>
                  <a:gd name="connsiteX168" fmla="*/ 7387092 w 11819168"/>
                  <a:gd name="connsiteY168" fmla="*/ 276499 h 610641"/>
                  <a:gd name="connsiteX169" fmla="*/ 7377948 w 11819168"/>
                  <a:gd name="connsiteY169" fmla="*/ 260347 h 610641"/>
                  <a:gd name="connsiteX170" fmla="*/ 7369414 w 11819168"/>
                  <a:gd name="connsiteY170" fmla="*/ 241118 h 610641"/>
                  <a:gd name="connsiteX171" fmla="*/ 7361367 w 11819168"/>
                  <a:gd name="connsiteY171" fmla="*/ 221037 h 610641"/>
                  <a:gd name="connsiteX172" fmla="*/ 7353727 w 11819168"/>
                  <a:gd name="connsiteY172" fmla="*/ 200630 h 610641"/>
                  <a:gd name="connsiteX173" fmla="*/ 7346208 w 11819168"/>
                  <a:gd name="connsiteY173" fmla="*/ 177603 h 610641"/>
                  <a:gd name="connsiteX174" fmla="*/ 7338284 w 11819168"/>
                  <a:gd name="connsiteY174" fmla="*/ 156234 h 610641"/>
                  <a:gd name="connsiteX175" fmla="*/ 7330034 w 11819168"/>
                  <a:gd name="connsiteY175" fmla="*/ 144885 h 610641"/>
                  <a:gd name="connsiteX176" fmla="*/ 7311177 w 11819168"/>
                  <a:gd name="connsiteY176" fmla="*/ 115419 h 610641"/>
                  <a:gd name="connsiteX177" fmla="*/ 7309307 w 11819168"/>
                  <a:gd name="connsiteY177" fmla="*/ 114524 h 610641"/>
                  <a:gd name="connsiteX178" fmla="*/ 7173773 w 11819168"/>
                  <a:gd name="connsiteY178" fmla="*/ 94225 h 610641"/>
                  <a:gd name="connsiteX179" fmla="*/ 6895673 w 11819168"/>
                  <a:gd name="connsiteY179" fmla="*/ 54959 h 610641"/>
                  <a:gd name="connsiteX180" fmla="*/ 6888114 w 11819168"/>
                  <a:gd name="connsiteY180" fmla="*/ 44613 h 610641"/>
                  <a:gd name="connsiteX181" fmla="*/ 6886245 w 11819168"/>
                  <a:gd name="connsiteY181" fmla="*/ 43762 h 610641"/>
                  <a:gd name="connsiteX182" fmla="*/ 6745752 w 11819168"/>
                  <a:gd name="connsiteY182" fmla="*/ 29051 h 610641"/>
                  <a:gd name="connsiteX183" fmla="*/ 6737340 w 11819168"/>
                  <a:gd name="connsiteY183" fmla="*/ 28309 h 610641"/>
                  <a:gd name="connsiteX184" fmla="*/ 6599042 w 11819168"/>
                  <a:gd name="connsiteY184" fmla="*/ 31452 h 610641"/>
                  <a:gd name="connsiteX185" fmla="*/ 6457575 w 11819168"/>
                  <a:gd name="connsiteY185" fmla="*/ 41732 h 610641"/>
                  <a:gd name="connsiteX186" fmla="*/ 6311636 w 11819168"/>
                  <a:gd name="connsiteY186" fmla="*/ 52973 h 610641"/>
                  <a:gd name="connsiteX187" fmla="*/ 6165373 w 11819168"/>
                  <a:gd name="connsiteY187" fmla="*/ 61223 h 610641"/>
                  <a:gd name="connsiteX188" fmla="*/ 6019556 w 11819168"/>
                  <a:gd name="connsiteY188" fmla="*/ 64214 h 610641"/>
                  <a:gd name="connsiteX189" fmla="*/ 5874715 w 11819168"/>
                  <a:gd name="connsiteY189" fmla="*/ 61966 h 610641"/>
                  <a:gd name="connsiteX190" fmla="*/ 5730281 w 11819168"/>
                  <a:gd name="connsiteY190" fmla="*/ 56051 h 610641"/>
                  <a:gd name="connsiteX191" fmla="*/ 5586903 w 11819168"/>
                  <a:gd name="connsiteY191" fmla="*/ 48280 h 610641"/>
                  <a:gd name="connsiteX192" fmla="*/ 5444785 w 11819168"/>
                  <a:gd name="connsiteY192" fmla="*/ 34311 h 610641"/>
                  <a:gd name="connsiteX193" fmla="*/ 5303520 w 11819168"/>
                  <a:gd name="connsiteY193" fmla="*/ 23442 h 610641"/>
                  <a:gd name="connsiteX194" fmla="*/ 5163028 w 11819168"/>
                  <a:gd name="connsiteY194" fmla="*/ 18640 h 610641"/>
                  <a:gd name="connsiteX195" fmla="*/ 5022901 w 11819168"/>
                  <a:gd name="connsiteY195" fmla="*/ 12245 h 610641"/>
                  <a:gd name="connsiteX196" fmla="*/ 4883099 w 11819168"/>
                  <a:gd name="connsiteY196" fmla="*/ 7137 h 610641"/>
                  <a:gd name="connsiteX197" fmla="*/ 4743379 w 11819168"/>
                  <a:gd name="connsiteY197" fmla="*/ 2510 h 610641"/>
                  <a:gd name="connsiteX198" fmla="*/ 4602846 w 11819168"/>
                  <a:gd name="connsiteY198" fmla="*/ 808 h 610641"/>
                  <a:gd name="connsiteX199" fmla="*/ 4462598 w 11819168"/>
                  <a:gd name="connsiteY199" fmla="*/ 3361 h 610641"/>
                  <a:gd name="connsiteX200" fmla="*/ 4322145 w 11819168"/>
                  <a:gd name="connsiteY200" fmla="*/ 0 h 610641"/>
                  <a:gd name="connsiteX201" fmla="*/ 4181897 w 11819168"/>
                  <a:gd name="connsiteY201" fmla="*/ 960 h 610641"/>
                  <a:gd name="connsiteX202" fmla="*/ 4071193 w 11819168"/>
                  <a:gd name="connsiteY202" fmla="*/ 2030 h 610641"/>
                  <a:gd name="connsiteX203" fmla="*/ 4068999 w 11819168"/>
                  <a:gd name="connsiteY203" fmla="*/ 2772 h 610641"/>
                  <a:gd name="connsiteX204" fmla="*/ 4048435 w 11819168"/>
                  <a:gd name="connsiteY204" fmla="*/ 31648 h 610641"/>
                  <a:gd name="connsiteX205" fmla="*/ 4027709 w 11819168"/>
                  <a:gd name="connsiteY205" fmla="*/ 58124 h 610641"/>
                  <a:gd name="connsiteX206" fmla="*/ 4007226 w 11819168"/>
                  <a:gd name="connsiteY206" fmla="*/ 80453 h 610641"/>
                  <a:gd name="connsiteX207" fmla="*/ 3985809 w 11819168"/>
                  <a:gd name="connsiteY207" fmla="*/ 99638 h 610641"/>
                  <a:gd name="connsiteX208" fmla="*/ 3984142 w 11819168"/>
                  <a:gd name="connsiteY208" fmla="*/ 100118 h 610641"/>
                  <a:gd name="connsiteX209" fmla="*/ 3963416 w 11819168"/>
                  <a:gd name="connsiteY209" fmla="*/ 114087 h 610641"/>
                  <a:gd name="connsiteX210" fmla="*/ 3941755 w 11819168"/>
                  <a:gd name="connsiteY210" fmla="*/ 127402 h 610641"/>
                  <a:gd name="connsiteX211" fmla="*/ 3940820 w 11819168"/>
                  <a:gd name="connsiteY211" fmla="*/ 127729 h 610641"/>
                  <a:gd name="connsiteX212" fmla="*/ 3918387 w 11819168"/>
                  <a:gd name="connsiteY212" fmla="*/ 140781 h 610641"/>
                  <a:gd name="connsiteX213" fmla="*/ 3895954 w 11819168"/>
                  <a:gd name="connsiteY213" fmla="*/ 154750 h 610641"/>
                  <a:gd name="connsiteX214" fmla="*/ 3894409 w 11819168"/>
                  <a:gd name="connsiteY214" fmla="*/ 155230 h 610641"/>
                  <a:gd name="connsiteX215" fmla="*/ 3871448 w 11819168"/>
                  <a:gd name="connsiteY215" fmla="*/ 169396 h 610641"/>
                  <a:gd name="connsiteX216" fmla="*/ 3847836 w 11819168"/>
                  <a:gd name="connsiteY216" fmla="*/ 186726 h 610641"/>
                  <a:gd name="connsiteX217" fmla="*/ 3846982 w 11819168"/>
                  <a:gd name="connsiteY217" fmla="*/ 187141 h 610641"/>
                  <a:gd name="connsiteX218" fmla="*/ 3823371 w 11819168"/>
                  <a:gd name="connsiteY218" fmla="*/ 204340 h 610641"/>
                  <a:gd name="connsiteX219" fmla="*/ 3822192 w 11819168"/>
                  <a:gd name="connsiteY219" fmla="*/ 204711 h 610641"/>
                  <a:gd name="connsiteX220" fmla="*/ 3798540 w 11819168"/>
                  <a:gd name="connsiteY220" fmla="*/ 218615 h 610641"/>
                  <a:gd name="connsiteX221" fmla="*/ 3797198 w 11819168"/>
                  <a:gd name="connsiteY221" fmla="*/ 218986 h 610641"/>
                  <a:gd name="connsiteX222" fmla="*/ 3772693 w 11819168"/>
                  <a:gd name="connsiteY222" fmla="*/ 232627 h 610641"/>
                  <a:gd name="connsiteX223" fmla="*/ 3772164 w 11819168"/>
                  <a:gd name="connsiteY223" fmla="*/ 232846 h 610641"/>
                  <a:gd name="connsiteX224" fmla="*/ 3746114 w 11819168"/>
                  <a:gd name="connsiteY224" fmla="*/ 247011 h 610641"/>
                  <a:gd name="connsiteX225" fmla="*/ 3720226 w 11819168"/>
                  <a:gd name="connsiteY225" fmla="*/ 261504 h 610641"/>
                  <a:gd name="connsiteX226" fmla="*/ 3718845 w 11819168"/>
                  <a:gd name="connsiteY226" fmla="*/ 261875 h 610641"/>
                  <a:gd name="connsiteX227" fmla="*/ 3693079 w 11819168"/>
                  <a:gd name="connsiteY227" fmla="*/ 275669 h 610641"/>
                  <a:gd name="connsiteX228" fmla="*/ 3659754 w 11819168"/>
                  <a:gd name="connsiteY228" fmla="*/ 274709 h 610641"/>
                  <a:gd name="connsiteX229" fmla="*/ 3657803 w 11819168"/>
                  <a:gd name="connsiteY229" fmla="*/ 275145 h 610641"/>
                  <a:gd name="connsiteX230" fmla="*/ 3600907 w 11819168"/>
                  <a:gd name="connsiteY230" fmla="*/ 307427 h 610641"/>
                  <a:gd name="connsiteX231" fmla="*/ 3571403 w 11819168"/>
                  <a:gd name="connsiteY231" fmla="*/ 322771 h 610641"/>
                  <a:gd name="connsiteX232" fmla="*/ 3541045 w 11819168"/>
                  <a:gd name="connsiteY232" fmla="*/ 340734 h 610641"/>
                  <a:gd name="connsiteX233" fmla="*/ 3510240 w 11819168"/>
                  <a:gd name="connsiteY233" fmla="*/ 368083 h 610641"/>
                  <a:gd name="connsiteX234" fmla="*/ 3478703 w 11819168"/>
                  <a:gd name="connsiteY234" fmla="*/ 394296 h 610641"/>
                  <a:gd name="connsiteX235" fmla="*/ 3446516 w 11819168"/>
                  <a:gd name="connsiteY235" fmla="*/ 420030 h 610641"/>
                  <a:gd name="connsiteX236" fmla="*/ 3413557 w 11819168"/>
                  <a:gd name="connsiteY236" fmla="*/ 445392 h 610641"/>
                  <a:gd name="connsiteX237" fmla="*/ 3379826 w 11819168"/>
                  <a:gd name="connsiteY237" fmla="*/ 470493 h 610641"/>
                  <a:gd name="connsiteX238" fmla="*/ 3345363 w 11819168"/>
                  <a:gd name="connsiteY238" fmla="*/ 495375 h 610641"/>
                  <a:gd name="connsiteX239" fmla="*/ 3310778 w 11819168"/>
                  <a:gd name="connsiteY239" fmla="*/ 519188 h 610641"/>
                  <a:gd name="connsiteX240" fmla="*/ 2941889 w 11819168"/>
                  <a:gd name="connsiteY240" fmla="*/ 515346 h 610641"/>
                  <a:gd name="connsiteX241" fmla="*/ 2756977 w 11819168"/>
                  <a:gd name="connsiteY241" fmla="*/ 513644 h 610641"/>
                  <a:gd name="connsiteX242" fmla="*/ 2572228 w 11819168"/>
                  <a:gd name="connsiteY242" fmla="*/ 513011 h 610641"/>
                  <a:gd name="connsiteX243" fmla="*/ 2387641 w 11819168"/>
                  <a:gd name="connsiteY243" fmla="*/ 511090 h 610641"/>
                  <a:gd name="connsiteX244" fmla="*/ 2203176 w 11819168"/>
                  <a:gd name="connsiteY244" fmla="*/ 508056 h 610641"/>
                  <a:gd name="connsiteX245" fmla="*/ 1650594 w 11819168"/>
                  <a:gd name="connsiteY245" fmla="*/ 497078 h 610641"/>
                  <a:gd name="connsiteX246" fmla="*/ 1466576 w 11819168"/>
                  <a:gd name="connsiteY246" fmla="*/ 492865 h 610641"/>
                  <a:gd name="connsiteX247" fmla="*/ 1282680 w 11819168"/>
                  <a:gd name="connsiteY247" fmla="*/ 491686 h 610641"/>
                  <a:gd name="connsiteX248" fmla="*/ 1098987 w 11819168"/>
                  <a:gd name="connsiteY248" fmla="*/ 490988 h 610641"/>
                  <a:gd name="connsiteX249" fmla="*/ 915375 w 11819168"/>
                  <a:gd name="connsiteY249" fmla="*/ 488063 h 610641"/>
                  <a:gd name="connsiteX250" fmla="*/ 731886 w 11819168"/>
                  <a:gd name="connsiteY250" fmla="*/ 486950 h 610641"/>
                  <a:gd name="connsiteX251" fmla="*/ 548518 w 11819168"/>
                  <a:gd name="connsiteY251" fmla="*/ 485357 h 610641"/>
                  <a:gd name="connsiteX252" fmla="*/ 365272 w 11819168"/>
                  <a:gd name="connsiteY252" fmla="*/ 484331 h 610641"/>
                  <a:gd name="connsiteX253" fmla="*/ 182189 w 11819168"/>
                  <a:gd name="connsiteY253" fmla="*/ 482519 h 610641"/>
                  <a:gd name="connsiteX254" fmla="*/ 180726 w 11819168"/>
                  <a:gd name="connsiteY254" fmla="*/ 482781 h 610641"/>
                  <a:gd name="connsiteX255" fmla="*/ 107005 w 11819168"/>
                  <a:gd name="connsiteY255" fmla="*/ 509737 h 610641"/>
                  <a:gd name="connsiteX256" fmla="*/ 31496 w 11819168"/>
                  <a:gd name="connsiteY256" fmla="*/ 536693 h 610641"/>
                  <a:gd name="connsiteX257" fmla="*/ 0 w 11819168"/>
                  <a:gd name="connsiteY257" fmla="*/ 547519 h 610641"/>
                  <a:gd name="connsiteX258" fmla="*/ 0 w 11819168"/>
                  <a:gd name="connsiteY258" fmla="*/ 550880 h 610641"/>
                  <a:gd name="connsiteX259" fmla="*/ 34219 w 11819168"/>
                  <a:gd name="connsiteY259" fmla="*/ 539094 h 610641"/>
                  <a:gd name="connsiteX260" fmla="*/ 109769 w 11819168"/>
                  <a:gd name="connsiteY260" fmla="*/ 512138 h 610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Lst>
                <a:rect l="l" t="t" r="r" b="b"/>
                <a:pathLst>
                  <a:path w="11819168" h="610641">
                    <a:moveTo>
                      <a:pt x="109444" y="512007"/>
                    </a:moveTo>
                    <a:lnTo>
                      <a:pt x="182514" y="485204"/>
                    </a:lnTo>
                    <a:lnTo>
                      <a:pt x="364866" y="487016"/>
                    </a:lnTo>
                    <a:lnTo>
                      <a:pt x="548071" y="488041"/>
                    </a:lnTo>
                    <a:lnTo>
                      <a:pt x="731479" y="489635"/>
                    </a:lnTo>
                    <a:lnTo>
                      <a:pt x="914928" y="490748"/>
                    </a:lnTo>
                    <a:lnTo>
                      <a:pt x="1098540" y="493629"/>
                    </a:lnTo>
                    <a:lnTo>
                      <a:pt x="1214608" y="494109"/>
                    </a:lnTo>
                    <a:lnTo>
                      <a:pt x="1466088" y="495550"/>
                    </a:lnTo>
                    <a:lnTo>
                      <a:pt x="1650025" y="499762"/>
                    </a:lnTo>
                    <a:lnTo>
                      <a:pt x="2202688" y="510741"/>
                    </a:lnTo>
                    <a:lnTo>
                      <a:pt x="2387194" y="513775"/>
                    </a:lnTo>
                    <a:lnTo>
                      <a:pt x="2571821" y="515696"/>
                    </a:lnTo>
                    <a:lnTo>
                      <a:pt x="2756571" y="516329"/>
                    </a:lnTo>
                    <a:lnTo>
                      <a:pt x="2941401" y="517988"/>
                    </a:lnTo>
                    <a:lnTo>
                      <a:pt x="3311591" y="521873"/>
                    </a:lnTo>
                    <a:cubicBezTo>
                      <a:pt x="3312120" y="521829"/>
                      <a:pt x="3313095" y="521720"/>
                      <a:pt x="3313582" y="521349"/>
                    </a:cubicBezTo>
                    <a:lnTo>
                      <a:pt x="3348939" y="496990"/>
                    </a:lnTo>
                    <a:lnTo>
                      <a:pt x="3383524" y="472064"/>
                    </a:lnTo>
                    <a:lnTo>
                      <a:pt x="3417255" y="446964"/>
                    </a:lnTo>
                    <a:lnTo>
                      <a:pt x="3450296" y="421492"/>
                    </a:lnTo>
                    <a:lnTo>
                      <a:pt x="3482523" y="395759"/>
                    </a:lnTo>
                    <a:lnTo>
                      <a:pt x="3514141" y="369436"/>
                    </a:lnTo>
                    <a:lnTo>
                      <a:pt x="3544702" y="342371"/>
                    </a:lnTo>
                    <a:lnTo>
                      <a:pt x="3574654" y="324626"/>
                    </a:lnTo>
                    <a:lnTo>
                      <a:pt x="3604118" y="309348"/>
                    </a:lnTo>
                    <a:lnTo>
                      <a:pt x="3660282" y="277481"/>
                    </a:lnTo>
                    <a:lnTo>
                      <a:pt x="3693607" y="278398"/>
                    </a:lnTo>
                    <a:cubicBezTo>
                      <a:pt x="3694339" y="278398"/>
                      <a:pt x="3694989" y="278288"/>
                      <a:pt x="3695517" y="278027"/>
                    </a:cubicBezTo>
                    <a:lnTo>
                      <a:pt x="3721242" y="264167"/>
                    </a:lnTo>
                    <a:cubicBezTo>
                      <a:pt x="3721811" y="264123"/>
                      <a:pt x="3722340" y="264014"/>
                      <a:pt x="3722746" y="263796"/>
                    </a:cubicBezTo>
                    <a:lnTo>
                      <a:pt x="3745098" y="251376"/>
                    </a:lnTo>
                    <a:lnTo>
                      <a:pt x="3774928" y="234963"/>
                    </a:lnTo>
                    <a:cubicBezTo>
                      <a:pt x="3775172" y="234897"/>
                      <a:pt x="3775334" y="234854"/>
                      <a:pt x="3775537" y="234744"/>
                    </a:cubicBezTo>
                    <a:lnTo>
                      <a:pt x="3799677" y="221256"/>
                    </a:lnTo>
                    <a:cubicBezTo>
                      <a:pt x="3800246" y="221190"/>
                      <a:pt x="3800775" y="221037"/>
                      <a:pt x="3801181" y="220841"/>
                    </a:cubicBezTo>
                    <a:lnTo>
                      <a:pt x="3824793" y="206981"/>
                    </a:lnTo>
                    <a:cubicBezTo>
                      <a:pt x="3825443" y="206872"/>
                      <a:pt x="3826053" y="206719"/>
                      <a:pt x="3826378" y="206457"/>
                    </a:cubicBezTo>
                    <a:lnTo>
                      <a:pt x="3850193" y="189083"/>
                    </a:lnTo>
                    <a:cubicBezTo>
                      <a:pt x="3850477" y="188974"/>
                      <a:pt x="3850803" y="188865"/>
                      <a:pt x="3851046" y="188669"/>
                    </a:cubicBezTo>
                    <a:lnTo>
                      <a:pt x="3875065" y="171076"/>
                    </a:lnTo>
                    <a:lnTo>
                      <a:pt x="3897132" y="157435"/>
                    </a:lnTo>
                    <a:cubicBezTo>
                      <a:pt x="3897742" y="157391"/>
                      <a:pt x="3898270" y="157217"/>
                      <a:pt x="3898677" y="156955"/>
                    </a:cubicBezTo>
                    <a:lnTo>
                      <a:pt x="3921841" y="142571"/>
                    </a:lnTo>
                    <a:lnTo>
                      <a:pt x="3943584" y="129890"/>
                    </a:lnTo>
                    <a:cubicBezTo>
                      <a:pt x="3943990" y="129824"/>
                      <a:pt x="3944315" y="129737"/>
                      <a:pt x="3944641" y="129519"/>
                    </a:cubicBezTo>
                    <a:lnTo>
                      <a:pt x="3967033" y="115833"/>
                    </a:lnTo>
                    <a:lnTo>
                      <a:pt x="3987069" y="102301"/>
                    </a:lnTo>
                    <a:cubicBezTo>
                      <a:pt x="3987922" y="102301"/>
                      <a:pt x="3988653" y="102039"/>
                      <a:pt x="3989101" y="101668"/>
                    </a:cubicBezTo>
                    <a:lnTo>
                      <a:pt x="4010640" y="82439"/>
                    </a:lnTo>
                    <a:lnTo>
                      <a:pt x="4032017" y="59259"/>
                    </a:lnTo>
                    <a:lnTo>
                      <a:pt x="4052865" y="32674"/>
                    </a:lnTo>
                    <a:cubicBezTo>
                      <a:pt x="4052865" y="32674"/>
                      <a:pt x="4053109" y="32303"/>
                      <a:pt x="4053109" y="32303"/>
                    </a:cubicBezTo>
                    <a:lnTo>
                      <a:pt x="4072534" y="4758"/>
                    </a:lnTo>
                    <a:lnTo>
                      <a:pt x="4181734" y="3689"/>
                    </a:lnTo>
                    <a:lnTo>
                      <a:pt x="4321861" y="2728"/>
                    </a:lnTo>
                    <a:lnTo>
                      <a:pt x="4462353" y="6090"/>
                    </a:lnTo>
                    <a:lnTo>
                      <a:pt x="4602643" y="3470"/>
                    </a:lnTo>
                    <a:lnTo>
                      <a:pt x="4742932" y="5238"/>
                    </a:lnTo>
                    <a:lnTo>
                      <a:pt x="4882490" y="9866"/>
                    </a:lnTo>
                    <a:lnTo>
                      <a:pt x="5022251" y="14995"/>
                    </a:lnTo>
                    <a:lnTo>
                      <a:pt x="5162377" y="21390"/>
                    </a:lnTo>
                    <a:lnTo>
                      <a:pt x="5302748" y="26192"/>
                    </a:lnTo>
                    <a:lnTo>
                      <a:pt x="5443728" y="37018"/>
                    </a:lnTo>
                    <a:lnTo>
                      <a:pt x="5585968" y="50987"/>
                    </a:lnTo>
                    <a:lnTo>
                      <a:pt x="5729590" y="58823"/>
                    </a:lnTo>
                    <a:lnTo>
                      <a:pt x="5874228" y="64738"/>
                    </a:lnTo>
                    <a:lnTo>
                      <a:pt x="6019312" y="66920"/>
                    </a:lnTo>
                    <a:lnTo>
                      <a:pt x="6165454" y="63995"/>
                    </a:lnTo>
                    <a:lnTo>
                      <a:pt x="6311961" y="55745"/>
                    </a:lnTo>
                    <a:lnTo>
                      <a:pt x="6458022" y="44504"/>
                    </a:lnTo>
                    <a:lnTo>
                      <a:pt x="6599205" y="34159"/>
                    </a:lnTo>
                    <a:lnTo>
                      <a:pt x="6736812" y="31059"/>
                    </a:lnTo>
                    <a:lnTo>
                      <a:pt x="6883766" y="46294"/>
                    </a:lnTo>
                    <a:lnTo>
                      <a:pt x="6891203" y="56574"/>
                    </a:lnTo>
                    <a:cubicBezTo>
                      <a:pt x="6891487" y="56989"/>
                      <a:pt x="6892097" y="57317"/>
                      <a:pt x="6892870" y="57426"/>
                    </a:cubicBezTo>
                    <a:lnTo>
                      <a:pt x="7170278" y="96582"/>
                    </a:lnTo>
                    <a:lnTo>
                      <a:pt x="7306584" y="116990"/>
                    </a:lnTo>
                    <a:lnTo>
                      <a:pt x="7325035" y="145823"/>
                    </a:lnTo>
                    <a:lnTo>
                      <a:pt x="7333163" y="156955"/>
                    </a:lnTo>
                    <a:lnTo>
                      <a:pt x="7341007" y="178061"/>
                    </a:lnTo>
                    <a:lnTo>
                      <a:pt x="7348566" y="201132"/>
                    </a:lnTo>
                    <a:lnTo>
                      <a:pt x="7356206" y="221539"/>
                    </a:lnTo>
                    <a:lnTo>
                      <a:pt x="7364253" y="241685"/>
                    </a:lnTo>
                    <a:lnTo>
                      <a:pt x="7372868" y="261024"/>
                    </a:lnTo>
                    <a:lnTo>
                      <a:pt x="7382094" y="277393"/>
                    </a:lnTo>
                    <a:lnTo>
                      <a:pt x="7391928" y="290970"/>
                    </a:lnTo>
                    <a:lnTo>
                      <a:pt x="7403023" y="305310"/>
                    </a:lnTo>
                    <a:lnTo>
                      <a:pt x="7426025" y="329493"/>
                    </a:lnTo>
                    <a:lnTo>
                      <a:pt x="7438217" y="340319"/>
                    </a:lnTo>
                    <a:lnTo>
                      <a:pt x="7450409" y="347500"/>
                    </a:lnTo>
                    <a:lnTo>
                      <a:pt x="7462520" y="353524"/>
                    </a:lnTo>
                    <a:lnTo>
                      <a:pt x="7487920" y="375264"/>
                    </a:lnTo>
                    <a:lnTo>
                      <a:pt x="7501007" y="384802"/>
                    </a:lnTo>
                    <a:cubicBezTo>
                      <a:pt x="7501494" y="385173"/>
                      <a:pt x="7502470" y="385391"/>
                      <a:pt x="7503079" y="385391"/>
                    </a:cubicBezTo>
                    <a:lnTo>
                      <a:pt x="7676612" y="383361"/>
                    </a:lnTo>
                    <a:lnTo>
                      <a:pt x="7850063" y="379629"/>
                    </a:lnTo>
                    <a:lnTo>
                      <a:pt x="8023799" y="380480"/>
                    </a:lnTo>
                    <a:lnTo>
                      <a:pt x="8197738" y="380742"/>
                    </a:lnTo>
                    <a:lnTo>
                      <a:pt x="8371556" y="379564"/>
                    </a:lnTo>
                    <a:lnTo>
                      <a:pt x="8545698" y="379564"/>
                    </a:lnTo>
                    <a:lnTo>
                      <a:pt x="8718824" y="377534"/>
                    </a:lnTo>
                    <a:lnTo>
                      <a:pt x="8744834" y="389909"/>
                    </a:lnTo>
                    <a:lnTo>
                      <a:pt x="8772794" y="410055"/>
                    </a:lnTo>
                    <a:lnTo>
                      <a:pt x="8801283" y="429503"/>
                    </a:lnTo>
                    <a:lnTo>
                      <a:pt x="8830543" y="448470"/>
                    </a:lnTo>
                    <a:lnTo>
                      <a:pt x="8860414" y="467393"/>
                    </a:lnTo>
                    <a:lnTo>
                      <a:pt x="8890772" y="486099"/>
                    </a:lnTo>
                    <a:lnTo>
                      <a:pt x="8921943" y="510021"/>
                    </a:lnTo>
                    <a:lnTo>
                      <a:pt x="8954211" y="540512"/>
                    </a:lnTo>
                    <a:lnTo>
                      <a:pt x="8987130" y="569564"/>
                    </a:lnTo>
                    <a:cubicBezTo>
                      <a:pt x="8987618" y="570000"/>
                      <a:pt x="8988430" y="570262"/>
                      <a:pt x="8989324" y="570262"/>
                    </a:cubicBezTo>
                    <a:lnTo>
                      <a:pt x="9183095" y="572248"/>
                    </a:lnTo>
                    <a:lnTo>
                      <a:pt x="9377070" y="573209"/>
                    </a:lnTo>
                    <a:lnTo>
                      <a:pt x="9571045" y="573034"/>
                    </a:lnTo>
                    <a:lnTo>
                      <a:pt x="9765223" y="573209"/>
                    </a:lnTo>
                    <a:lnTo>
                      <a:pt x="9949282" y="573536"/>
                    </a:lnTo>
                    <a:lnTo>
                      <a:pt x="10153986" y="574234"/>
                    </a:lnTo>
                    <a:lnTo>
                      <a:pt x="10348570" y="574715"/>
                    </a:lnTo>
                    <a:lnTo>
                      <a:pt x="10738104" y="573449"/>
                    </a:lnTo>
                    <a:lnTo>
                      <a:pt x="10933054" y="573340"/>
                    </a:lnTo>
                    <a:lnTo>
                      <a:pt x="11128126" y="574082"/>
                    </a:lnTo>
                    <a:lnTo>
                      <a:pt x="11518839" y="577596"/>
                    </a:lnTo>
                    <a:lnTo>
                      <a:pt x="11713789" y="579953"/>
                    </a:lnTo>
                    <a:lnTo>
                      <a:pt x="11781252" y="600732"/>
                    </a:lnTo>
                    <a:lnTo>
                      <a:pt x="11809618" y="610641"/>
                    </a:lnTo>
                    <a:lnTo>
                      <a:pt x="11819169" y="610641"/>
                    </a:lnTo>
                    <a:lnTo>
                      <a:pt x="11783852" y="598331"/>
                    </a:lnTo>
                    <a:lnTo>
                      <a:pt x="11715699" y="577290"/>
                    </a:lnTo>
                    <a:cubicBezTo>
                      <a:pt x="11715415" y="577181"/>
                      <a:pt x="11714886" y="577116"/>
                      <a:pt x="11714521" y="577116"/>
                    </a:cubicBezTo>
                    <a:lnTo>
                      <a:pt x="11518961" y="574780"/>
                    </a:lnTo>
                    <a:lnTo>
                      <a:pt x="11128248" y="571266"/>
                    </a:lnTo>
                    <a:lnTo>
                      <a:pt x="10933095" y="570524"/>
                    </a:lnTo>
                    <a:lnTo>
                      <a:pt x="10738145" y="570633"/>
                    </a:lnTo>
                    <a:lnTo>
                      <a:pt x="10348610" y="571899"/>
                    </a:lnTo>
                    <a:lnTo>
                      <a:pt x="10154147" y="571419"/>
                    </a:lnTo>
                    <a:lnTo>
                      <a:pt x="9959686" y="570720"/>
                    </a:lnTo>
                    <a:lnTo>
                      <a:pt x="9765426" y="570393"/>
                    </a:lnTo>
                    <a:lnTo>
                      <a:pt x="9571167" y="570284"/>
                    </a:lnTo>
                    <a:lnTo>
                      <a:pt x="9377192" y="570458"/>
                    </a:lnTo>
                    <a:lnTo>
                      <a:pt x="9183340" y="569433"/>
                    </a:lnTo>
                    <a:lnTo>
                      <a:pt x="8990868" y="567468"/>
                    </a:lnTo>
                    <a:lnTo>
                      <a:pt x="8958722" y="539116"/>
                    </a:lnTo>
                    <a:lnTo>
                      <a:pt x="8926373" y="508537"/>
                    </a:lnTo>
                    <a:lnTo>
                      <a:pt x="8894836" y="484396"/>
                    </a:lnTo>
                    <a:lnTo>
                      <a:pt x="8864397" y="465582"/>
                    </a:lnTo>
                    <a:lnTo>
                      <a:pt x="8834526" y="446724"/>
                    </a:lnTo>
                    <a:lnTo>
                      <a:pt x="8805469" y="427757"/>
                    </a:lnTo>
                    <a:lnTo>
                      <a:pt x="8776980" y="408375"/>
                    </a:lnTo>
                    <a:lnTo>
                      <a:pt x="8748695" y="388076"/>
                    </a:lnTo>
                    <a:lnTo>
                      <a:pt x="8721587" y="375176"/>
                    </a:lnTo>
                    <a:cubicBezTo>
                      <a:pt x="8721100" y="374958"/>
                      <a:pt x="8720491" y="374805"/>
                      <a:pt x="8719881" y="374805"/>
                    </a:cubicBezTo>
                    <a:lnTo>
                      <a:pt x="8719799" y="374805"/>
                    </a:lnTo>
                    <a:lnTo>
                      <a:pt x="8545779" y="376835"/>
                    </a:lnTo>
                    <a:lnTo>
                      <a:pt x="8371759" y="376835"/>
                    </a:lnTo>
                    <a:lnTo>
                      <a:pt x="8197820" y="378014"/>
                    </a:lnTo>
                    <a:lnTo>
                      <a:pt x="8024084" y="377752"/>
                    </a:lnTo>
                    <a:lnTo>
                      <a:pt x="7850266" y="376944"/>
                    </a:lnTo>
                    <a:lnTo>
                      <a:pt x="7676734" y="380677"/>
                    </a:lnTo>
                    <a:lnTo>
                      <a:pt x="7504502" y="382641"/>
                    </a:lnTo>
                    <a:lnTo>
                      <a:pt x="7492310" y="373736"/>
                    </a:lnTo>
                    <a:lnTo>
                      <a:pt x="7466828" y="351887"/>
                    </a:lnTo>
                    <a:cubicBezTo>
                      <a:pt x="7466828" y="351887"/>
                      <a:pt x="7466543" y="351669"/>
                      <a:pt x="7466340" y="351626"/>
                    </a:cubicBezTo>
                    <a:lnTo>
                      <a:pt x="7454230" y="345558"/>
                    </a:lnTo>
                    <a:lnTo>
                      <a:pt x="7442444" y="338682"/>
                    </a:lnTo>
                    <a:lnTo>
                      <a:pt x="7430740" y="328140"/>
                    </a:lnTo>
                    <a:lnTo>
                      <a:pt x="7407819" y="304153"/>
                    </a:lnTo>
                    <a:lnTo>
                      <a:pt x="7396806" y="289987"/>
                    </a:lnTo>
                    <a:lnTo>
                      <a:pt x="7387092" y="276499"/>
                    </a:lnTo>
                    <a:lnTo>
                      <a:pt x="7377948" y="260347"/>
                    </a:lnTo>
                    <a:lnTo>
                      <a:pt x="7369414" y="241118"/>
                    </a:lnTo>
                    <a:lnTo>
                      <a:pt x="7361367" y="221037"/>
                    </a:lnTo>
                    <a:lnTo>
                      <a:pt x="7353727" y="200630"/>
                    </a:lnTo>
                    <a:lnTo>
                      <a:pt x="7346208" y="177603"/>
                    </a:lnTo>
                    <a:lnTo>
                      <a:pt x="7338284" y="156234"/>
                    </a:lnTo>
                    <a:lnTo>
                      <a:pt x="7330034" y="144885"/>
                    </a:lnTo>
                    <a:lnTo>
                      <a:pt x="7311177" y="115419"/>
                    </a:lnTo>
                    <a:cubicBezTo>
                      <a:pt x="7310892" y="115004"/>
                      <a:pt x="7310079" y="114633"/>
                      <a:pt x="7309307" y="114524"/>
                    </a:cubicBezTo>
                    <a:lnTo>
                      <a:pt x="7173773" y="94225"/>
                    </a:lnTo>
                    <a:lnTo>
                      <a:pt x="6895673" y="54959"/>
                    </a:lnTo>
                    <a:lnTo>
                      <a:pt x="6888114" y="44613"/>
                    </a:lnTo>
                    <a:cubicBezTo>
                      <a:pt x="6887830" y="44133"/>
                      <a:pt x="6887139" y="43806"/>
                      <a:pt x="6886245" y="43762"/>
                    </a:cubicBezTo>
                    <a:lnTo>
                      <a:pt x="6745752" y="29051"/>
                    </a:lnTo>
                    <a:lnTo>
                      <a:pt x="6737340" y="28309"/>
                    </a:lnTo>
                    <a:lnTo>
                      <a:pt x="6599042" y="31452"/>
                    </a:lnTo>
                    <a:lnTo>
                      <a:pt x="6457575" y="41732"/>
                    </a:lnTo>
                    <a:lnTo>
                      <a:pt x="6311636" y="52973"/>
                    </a:lnTo>
                    <a:lnTo>
                      <a:pt x="6165373" y="61223"/>
                    </a:lnTo>
                    <a:lnTo>
                      <a:pt x="6019556" y="64214"/>
                    </a:lnTo>
                    <a:lnTo>
                      <a:pt x="5874715" y="61966"/>
                    </a:lnTo>
                    <a:lnTo>
                      <a:pt x="5730281" y="56051"/>
                    </a:lnTo>
                    <a:lnTo>
                      <a:pt x="5586903" y="48280"/>
                    </a:lnTo>
                    <a:lnTo>
                      <a:pt x="5444785" y="34311"/>
                    </a:lnTo>
                    <a:lnTo>
                      <a:pt x="5303520" y="23442"/>
                    </a:lnTo>
                    <a:lnTo>
                      <a:pt x="5163028" y="18640"/>
                    </a:lnTo>
                    <a:lnTo>
                      <a:pt x="5022901" y="12245"/>
                    </a:lnTo>
                    <a:lnTo>
                      <a:pt x="4883099" y="7137"/>
                    </a:lnTo>
                    <a:lnTo>
                      <a:pt x="4743379" y="2510"/>
                    </a:lnTo>
                    <a:lnTo>
                      <a:pt x="4602846" y="808"/>
                    </a:lnTo>
                    <a:lnTo>
                      <a:pt x="4462598" y="3361"/>
                    </a:lnTo>
                    <a:lnTo>
                      <a:pt x="4322145" y="0"/>
                    </a:lnTo>
                    <a:lnTo>
                      <a:pt x="4181897" y="960"/>
                    </a:lnTo>
                    <a:lnTo>
                      <a:pt x="4071193" y="2030"/>
                    </a:lnTo>
                    <a:cubicBezTo>
                      <a:pt x="4070299" y="2095"/>
                      <a:pt x="4069446" y="2292"/>
                      <a:pt x="4068999" y="2772"/>
                    </a:cubicBezTo>
                    <a:lnTo>
                      <a:pt x="4048435" y="31648"/>
                    </a:lnTo>
                    <a:lnTo>
                      <a:pt x="4027709" y="58124"/>
                    </a:lnTo>
                    <a:lnTo>
                      <a:pt x="4007226" y="80453"/>
                    </a:lnTo>
                    <a:lnTo>
                      <a:pt x="3985809" y="99638"/>
                    </a:lnTo>
                    <a:cubicBezTo>
                      <a:pt x="3985158" y="99682"/>
                      <a:pt x="3984549" y="99856"/>
                      <a:pt x="3984142" y="100118"/>
                    </a:cubicBezTo>
                    <a:lnTo>
                      <a:pt x="3963416" y="114087"/>
                    </a:lnTo>
                    <a:lnTo>
                      <a:pt x="3941755" y="127402"/>
                    </a:lnTo>
                    <a:cubicBezTo>
                      <a:pt x="3941389" y="127445"/>
                      <a:pt x="3941105" y="127554"/>
                      <a:pt x="3940820" y="127729"/>
                    </a:cubicBezTo>
                    <a:lnTo>
                      <a:pt x="3918387" y="140781"/>
                    </a:lnTo>
                    <a:lnTo>
                      <a:pt x="3895954" y="154750"/>
                    </a:lnTo>
                    <a:cubicBezTo>
                      <a:pt x="3895344" y="154816"/>
                      <a:pt x="3894816" y="154968"/>
                      <a:pt x="3894409" y="155230"/>
                    </a:cubicBezTo>
                    <a:lnTo>
                      <a:pt x="3871448" y="169396"/>
                    </a:lnTo>
                    <a:lnTo>
                      <a:pt x="3847836" y="186726"/>
                    </a:lnTo>
                    <a:cubicBezTo>
                      <a:pt x="3847552" y="186835"/>
                      <a:pt x="3847226" y="186944"/>
                      <a:pt x="3846982" y="187141"/>
                    </a:cubicBezTo>
                    <a:lnTo>
                      <a:pt x="3823371" y="204340"/>
                    </a:lnTo>
                    <a:cubicBezTo>
                      <a:pt x="3822924" y="204406"/>
                      <a:pt x="3822477" y="204558"/>
                      <a:pt x="3822192" y="204711"/>
                    </a:cubicBezTo>
                    <a:lnTo>
                      <a:pt x="3798540" y="218615"/>
                    </a:lnTo>
                    <a:cubicBezTo>
                      <a:pt x="3798052" y="218680"/>
                      <a:pt x="3797564" y="218789"/>
                      <a:pt x="3797198" y="218986"/>
                    </a:cubicBezTo>
                    <a:lnTo>
                      <a:pt x="3772693" y="232627"/>
                    </a:lnTo>
                    <a:cubicBezTo>
                      <a:pt x="3772693" y="232627"/>
                      <a:pt x="3772286" y="232780"/>
                      <a:pt x="3772164" y="232846"/>
                    </a:cubicBezTo>
                    <a:lnTo>
                      <a:pt x="3746114" y="247011"/>
                    </a:lnTo>
                    <a:lnTo>
                      <a:pt x="3720226" y="261504"/>
                    </a:lnTo>
                    <a:cubicBezTo>
                      <a:pt x="3719739" y="261504"/>
                      <a:pt x="3719251" y="261657"/>
                      <a:pt x="3718845" y="261875"/>
                    </a:cubicBezTo>
                    <a:lnTo>
                      <a:pt x="3693079" y="275669"/>
                    </a:lnTo>
                    <a:lnTo>
                      <a:pt x="3659754" y="274709"/>
                    </a:lnTo>
                    <a:cubicBezTo>
                      <a:pt x="3658982" y="274709"/>
                      <a:pt x="3658332" y="274862"/>
                      <a:pt x="3657803" y="275145"/>
                    </a:cubicBezTo>
                    <a:lnTo>
                      <a:pt x="3600907" y="307427"/>
                    </a:lnTo>
                    <a:lnTo>
                      <a:pt x="3571403" y="322771"/>
                    </a:lnTo>
                    <a:lnTo>
                      <a:pt x="3541045" y="340734"/>
                    </a:lnTo>
                    <a:lnTo>
                      <a:pt x="3510240" y="368083"/>
                    </a:lnTo>
                    <a:lnTo>
                      <a:pt x="3478703" y="394296"/>
                    </a:lnTo>
                    <a:lnTo>
                      <a:pt x="3446516" y="420030"/>
                    </a:lnTo>
                    <a:lnTo>
                      <a:pt x="3413557" y="445392"/>
                    </a:lnTo>
                    <a:lnTo>
                      <a:pt x="3379826" y="470493"/>
                    </a:lnTo>
                    <a:lnTo>
                      <a:pt x="3345363" y="495375"/>
                    </a:lnTo>
                    <a:lnTo>
                      <a:pt x="3310778" y="519188"/>
                    </a:lnTo>
                    <a:lnTo>
                      <a:pt x="2941889" y="515346"/>
                    </a:lnTo>
                    <a:lnTo>
                      <a:pt x="2756977" y="513644"/>
                    </a:lnTo>
                    <a:lnTo>
                      <a:pt x="2572228" y="513011"/>
                    </a:lnTo>
                    <a:lnTo>
                      <a:pt x="2387641" y="511090"/>
                    </a:lnTo>
                    <a:lnTo>
                      <a:pt x="2203176" y="508056"/>
                    </a:lnTo>
                    <a:lnTo>
                      <a:pt x="1650594" y="497078"/>
                    </a:lnTo>
                    <a:lnTo>
                      <a:pt x="1466576" y="492865"/>
                    </a:lnTo>
                    <a:lnTo>
                      <a:pt x="1282680" y="491686"/>
                    </a:lnTo>
                    <a:lnTo>
                      <a:pt x="1098987" y="490988"/>
                    </a:lnTo>
                    <a:lnTo>
                      <a:pt x="915375" y="488063"/>
                    </a:lnTo>
                    <a:lnTo>
                      <a:pt x="731886" y="486950"/>
                    </a:lnTo>
                    <a:lnTo>
                      <a:pt x="548518" y="485357"/>
                    </a:lnTo>
                    <a:lnTo>
                      <a:pt x="365272" y="484331"/>
                    </a:lnTo>
                    <a:lnTo>
                      <a:pt x="182189" y="482519"/>
                    </a:lnTo>
                    <a:cubicBezTo>
                      <a:pt x="181742" y="482585"/>
                      <a:pt x="181173" y="482628"/>
                      <a:pt x="180726" y="482781"/>
                    </a:cubicBezTo>
                    <a:lnTo>
                      <a:pt x="107005" y="509737"/>
                    </a:lnTo>
                    <a:lnTo>
                      <a:pt x="31496" y="536693"/>
                    </a:lnTo>
                    <a:lnTo>
                      <a:pt x="0" y="547519"/>
                    </a:lnTo>
                    <a:lnTo>
                      <a:pt x="0" y="550880"/>
                    </a:lnTo>
                    <a:lnTo>
                      <a:pt x="34219" y="539094"/>
                    </a:lnTo>
                    <a:lnTo>
                      <a:pt x="109769" y="5121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1" name="Freeform: Shape 260">
                <a:extLst>
                  <a:ext uri="{FF2B5EF4-FFF2-40B4-BE49-F238E27FC236}">
                    <a16:creationId xmlns:a16="http://schemas.microsoft.com/office/drawing/2014/main" id="{F0529863-3A77-4619-BC2B-E12200E072F6}"/>
                  </a:ext>
                </a:extLst>
              </p:cNvPr>
              <p:cNvSpPr/>
              <p:nvPr/>
            </p:nvSpPr>
            <p:spPr>
              <a:xfrm>
                <a:off x="11617910" y="5796690"/>
                <a:ext cx="574171" cy="14614"/>
              </a:xfrm>
              <a:custGeom>
                <a:avLst/>
                <a:gdLst>
                  <a:gd name="connsiteX0" fmla="*/ 574090 w 574171"/>
                  <a:gd name="connsiteY0" fmla="*/ 11842 h 14614"/>
                  <a:gd name="connsiteX1" fmla="*/ 573602 w 574171"/>
                  <a:gd name="connsiteY1" fmla="*/ 11799 h 14614"/>
                  <a:gd name="connsiteX2" fmla="*/ 503458 w 574171"/>
                  <a:gd name="connsiteY2" fmla="*/ 10205 h 14614"/>
                  <a:gd name="connsiteX3" fmla="*/ 433394 w 574171"/>
                  <a:gd name="connsiteY3" fmla="*/ 8328 h 14614"/>
                  <a:gd name="connsiteX4" fmla="*/ 363169 w 574171"/>
                  <a:gd name="connsiteY4" fmla="*/ 6626 h 14614"/>
                  <a:gd name="connsiteX5" fmla="*/ 223163 w 574171"/>
                  <a:gd name="connsiteY5" fmla="*/ 4814 h 14614"/>
                  <a:gd name="connsiteX6" fmla="*/ 153100 w 574171"/>
                  <a:gd name="connsiteY6" fmla="*/ 3592 h 14614"/>
                  <a:gd name="connsiteX7" fmla="*/ 83159 w 574171"/>
                  <a:gd name="connsiteY7" fmla="*/ 2195 h 14614"/>
                  <a:gd name="connsiteX8" fmla="*/ 13217 w 574171"/>
                  <a:gd name="connsiteY8" fmla="*/ 340 h 14614"/>
                  <a:gd name="connsiteX9" fmla="*/ 2691 w 574171"/>
                  <a:gd name="connsiteY9" fmla="*/ 12 h 14614"/>
                  <a:gd name="connsiteX10" fmla="*/ 9 w 574171"/>
                  <a:gd name="connsiteY10" fmla="*/ 1344 h 14614"/>
                  <a:gd name="connsiteX11" fmla="*/ 2407 w 574171"/>
                  <a:gd name="connsiteY11" fmla="*/ 2784 h 14614"/>
                  <a:gd name="connsiteX12" fmla="*/ 82996 w 574171"/>
                  <a:gd name="connsiteY12" fmla="*/ 4967 h 14614"/>
                  <a:gd name="connsiteX13" fmla="*/ 153059 w 574171"/>
                  <a:gd name="connsiteY13" fmla="*/ 6407 h 14614"/>
                  <a:gd name="connsiteX14" fmla="*/ 223122 w 574171"/>
                  <a:gd name="connsiteY14" fmla="*/ 7630 h 14614"/>
                  <a:gd name="connsiteX15" fmla="*/ 363128 w 574171"/>
                  <a:gd name="connsiteY15" fmla="*/ 9398 h 14614"/>
                  <a:gd name="connsiteX16" fmla="*/ 433273 w 574171"/>
                  <a:gd name="connsiteY16" fmla="*/ 11100 h 14614"/>
                  <a:gd name="connsiteX17" fmla="*/ 503336 w 574171"/>
                  <a:gd name="connsiteY17" fmla="*/ 13021 h 14614"/>
                  <a:gd name="connsiteX18" fmla="*/ 573481 w 574171"/>
                  <a:gd name="connsiteY18" fmla="*/ 14614 h 14614"/>
                  <a:gd name="connsiteX19" fmla="*/ 574171 w 574171"/>
                  <a:gd name="connsiteY19" fmla="*/ 14614 h 14614"/>
                  <a:gd name="connsiteX20" fmla="*/ 574171 w 574171"/>
                  <a:gd name="connsiteY20" fmla="*/ 11842 h 1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4171" h="14614">
                    <a:moveTo>
                      <a:pt x="574090" y="11842"/>
                    </a:moveTo>
                    <a:lnTo>
                      <a:pt x="573602" y="11799"/>
                    </a:lnTo>
                    <a:lnTo>
                      <a:pt x="503458" y="10205"/>
                    </a:lnTo>
                    <a:lnTo>
                      <a:pt x="433394" y="8328"/>
                    </a:lnTo>
                    <a:lnTo>
                      <a:pt x="363169" y="6626"/>
                    </a:lnTo>
                    <a:lnTo>
                      <a:pt x="223163" y="4814"/>
                    </a:lnTo>
                    <a:lnTo>
                      <a:pt x="153100" y="3592"/>
                    </a:lnTo>
                    <a:lnTo>
                      <a:pt x="83159" y="2195"/>
                    </a:lnTo>
                    <a:lnTo>
                      <a:pt x="13217" y="340"/>
                    </a:lnTo>
                    <a:lnTo>
                      <a:pt x="2691" y="12"/>
                    </a:lnTo>
                    <a:cubicBezTo>
                      <a:pt x="1391" y="-97"/>
                      <a:pt x="91" y="536"/>
                      <a:pt x="9" y="1344"/>
                    </a:cubicBezTo>
                    <a:cubicBezTo>
                      <a:pt x="-113" y="2086"/>
                      <a:pt x="985" y="2784"/>
                      <a:pt x="2407" y="2784"/>
                    </a:cubicBezTo>
                    <a:lnTo>
                      <a:pt x="82996" y="4967"/>
                    </a:lnTo>
                    <a:lnTo>
                      <a:pt x="153059" y="6407"/>
                    </a:lnTo>
                    <a:lnTo>
                      <a:pt x="223122" y="7630"/>
                    </a:lnTo>
                    <a:lnTo>
                      <a:pt x="363128" y="9398"/>
                    </a:lnTo>
                    <a:lnTo>
                      <a:pt x="433273" y="11100"/>
                    </a:lnTo>
                    <a:lnTo>
                      <a:pt x="503336" y="13021"/>
                    </a:lnTo>
                    <a:lnTo>
                      <a:pt x="573481" y="14614"/>
                    </a:lnTo>
                    <a:lnTo>
                      <a:pt x="574171" y="14614"/>
                    </a:lnTo>
                    <a:lnTo>
                      <a:pt x="574171" y="1184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2" name="Freeform: Shape 261">
                <a:extLst>
                  <a:ext uri="{FF2B5EF4-FFF2-40B4-BE49-F238E27FC236}">
                    <a16:creationId xmlns:a16="http://schemas.microsoft.com/office/drawing/2014/main" id="{420281E2-1C92-462D-BDEC-E41290A96247}"/>
                  </a:ext>
                </a:extLst>
              </p:cNvPr>
              <p:cNvSpPr/>
              <p:nvPr/>
            </p:nvSpPr>
            <p:spPr>
              <a:xfrm>
                <a:off x="5721340" y="6088588"/>
                <a:ext cx="123952" cy="2990"/>
              </a:xfrm>
              <a:custGeom>
                <a:avLst/>
                <a:gdLst>
                  <a:gd name="connsiteX0" fmla="*/ 121432 w 123952"/>
                  <a:gd name="connsiteY0" fmla="*/ 2990 h 2990"/>
                  <a:gd name="connsiteX1" fmla="*/ 121392 w 123952"/>
                  <a:gd name="connsiteY1" fmla="*/ 2990 h 2990"/>
                  <a:gd name="connsiteX2" fmla="*/ 2520 w 123952"/>
                  <a:gd name="connsiteY2" fmla="*/ 2837 h 2990"/>
                  <a:gd name="connsiteX3" fmla="*/ 0 w 123952"/>
                  <a:gd name="connsiteY3" fmla="*/ 1397 h 2990"/>
                  <a:gd name="connsiteX4" fmla="*/ 2520 w 123952"/>
                  <a:gd name="connsiteY4" fmla="*/ 0 h 2990"/>
                  <a:gd name="connsiteX5" fmla="*/ 2520 w 123952"/>
                  <a:gd name="connsiteY5" fmla="*/ 0 h 2990"/>
                  <a:gd name="connsiteX6" fmla="*/ 121432 w 123952"/>
                  <a:gd name="connsiteY6" fmla="*/ 175 h 2990"/>
                  <a:gd name="connsiteX7" fmla="*/ 123952 w 123952"/>
                  <a:gd name="connsiteY7" fmla="*/ 1615 h 2990"/>
                  <a:gd name="connsiteX8" fmla="*/ 121432 w 123952"/>
                  <a:gd name="connsiteY8" fmla="*/ 2990 h 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952" h="2990">
                    <a:moveTo>
                      <a:pt x="121432" y="2990"/>
                    </a:moveTo>
                    <a:lnTo>
                      <a:pt x="121392" y="2990"/>
                    </a:lnTo>
                    <a:lnTo>
                      <a:pt x="2520" y="2837"/>
                    </a:lnTo>
                    <a:cubicBezTo>
                      <a:pt x="1138" y="2837"/>
                      <a:pt x="0" y="2204"/>
                      <a:pt x="0" y="1397"/>
                    </a:cubicBezTo>
                    <a:cubicBezTo>
                      <a:pt x="0" y="655"/>
                      <a:pt x="1138" y="0"/>
                      <a:pt x="2520" y="0"/>
                    </a:cubicBezTo>
                    <a:lnTo>
                      <a:pt x="2520" y="0"/>
                    </a:lnTo>
                    <a:lnTo>
                      <a:pt x="121432" y="175"/>
                    </a:lnTo>
                    <a:cubicBezTo>
                      <a:pt x="122814" y="175"/>
                      <a:pt x="123952" y="808"/>
                      <a:pt x="123952" y="1615"/>
                    </a:cubicBezTo>
                    <a:cubicBezTo>
                      <a:pt x="123952" y="2357"/>
                      <a:pt x="122814" y="2990"/>
                      <a:pt x="121432" y="29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3" name="Freeform: Shape 262">
                <a:extLst>
                  <a:ext uri="{FF2B5EF4-FFF2-40B4-BE49-F238E27FC236}">
                    <a16:creationId xmlns:a16="http://schemas.microsoft.com/office/drawing/2014/main" id="{1C364F07-C26F-4689-ADF9-5299481D0A83}"/>
                  </a:ext>
                </a:extLst>
              </p:cNvPr>
              <p:cNvSpPr/>
              <p:nvPr/>
            </p:nvSpPr>
            <p:spPr>
              <a:xfrm>
                <a:off x="4837623" y="5719688"/>
                <a:ext cx="37863" cy="99276"/>
              </a:xfrm>
              <a:custGeom>
                <a:avLst/>
                <a:gdLst>
                  <a:gd name="connsiteX0" fmla="*/ 2519 w 37863"/>
                  <a:gd name="connsiteY0" fmla="*/ 99277 h 99276"/>
                  <a:gd name="connsiteX1" fmla="*/ 2072 w 37863"/>
                  <a:gd name="connsiteY1" fmla="*/ 99233 h 99276"/>
                  <a:gd name="connsiteX2" fmla="*/ 40 w 37863"/>
                  <a:gd name="connsiteY2" fmla="*/ 97640 h 99276"/>
                  <a:gd name="connsiteX3" fmla="*/ 12598 w 37863"/>
                  <a:gd name="connsiteY3" fmla="*/ 59530 h 99276"/>
                  <a:gd name="connsiteX4" fmla="*/ 20807 w 37863"/>
                  <a:gd name="connsiteY4" fmla="*/ 40672 h 99276"/>
                  <a:gd name="connsiteX5" fmla="*/ 23977 w 37863"/>
                  <a:gd name="connsiteY5" fmla="*/ 31942 h 99276"/>
                  <a:gd name="connsiteX6" fmla="*/ 32796 w 37863"/>
                  <a:gd name="connsiteY6" fmla="*/ 1188 h 99276"/>
                  <a:gd name="connsiteX7" fmla="*/ 35722 w 37863"/>
                  <a:gd name="connsiteY7" fmla="*/ 10 h 99276"/>
                  <a:gd name="connsiteX8" fmla="*/ 37835 w 37863"/>
                  <a:gd name="connsiteY8" fmla="*/ 1668 h 99276"/>
                  <a:gd name="connsiteX9" fmla="*/ 28894 w 37863"/>
                  <a:gd name="connsiteY9" fmla="*/ 32466 h 99276"/>
                  <a:gd name="connsiteX10" fmla="*/ 24830 w 37863"/>
                  <a:gd name="connsiteY10" fmla="*/ 43335 h 99276"/>
                  <a:gd name="connsiteX11" fmla="*/ 17475 w 37863"/>
                  <a:gd name="connsiteY11" fmla="*/ 60120 h 99276"/>
                  <a:gd name="connsiteX12" fmla="*/ 4998 w 37863"/>
                  <a:gd name="connsiteY12" fmla="*/ 98120 h 99276"/>
                  <a:gd name="connsiteX13" fmla="*/ 2478 w 37863"/>
                  <a:gd name="connsiteY13" fmla="*/ 99277 h 9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863" h="99276">
                    <a:moveTo>
                      <a:pt x="2519" y="99277"/>
                    </a:moveTo>
                    <a:cubicBezTo>
                      <a:pt x="2519" y="99277"/>
                      <a:pt x="2235" y="99233"/>
                      <a:pt x="2072" y="99233"/>
                    </a:cubicBezTo>
                    <a:cubicBezTo>
                      <a:pt x="690" y="99124"/>
                      <a:pt x="-204" y="98382"/>
                      <a:pt x="40" y="97640"/>
                    </a:cubicBezTo>
                    <a:lnTo>
                      <a:pt x="12598" y="59530"/>
                    </a:lnTo>
                    <a:lnTo>
                      <a:pt x="20807" y="40672"/>
                    </a:lnTo>
                    <a:lnTo>
                      <a:pt x="23977" y="31942"/>
                    </a:lnTo>
                    <a:lnTo>
                      <a:pt x="32796" y="1188"/>
                    </a:lnTo>
                    <a:cubicBezTo>
                      <a:pt x="33040" y="446"/>
                      <a:pt x="34259" y="-78"/>
                      <a:pt x="35722" y="10"/>
                    </a:cubicBezTo>
                    <a:cubicBezTo>
                      <a:pt x="37104" y="162"/>
                      <a:pt x="38038" y="861"/>
                      <a:pt x="37835" y="1668"/>
                    </a:cubicBezTo>
                    <a:lnTo>
                      <a:pt x="28894" y="32466"/>
                    </a:lnTo>
                    <a:lnTo>
                      <a:pt x="24830" y="43335"/>
                    </a:lnTo>
                    <a:lnTo>
                      <a:pt x="17475" y="60120"/>
                    </a:lnTo>
                    <a:lnTo>
                      <a:pt x="4998" y="98120"/>
                    </a:lnTo>
                    <a:cubicBezTo>
                      <a:pt x="4754" y="98818"/>
                      <a:pt x="3657" y="99277"/>
                      <a:pt x="2478" y="9927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4" name="Freeform: Shape 263">
                <a:extLst>
                  <a:ext uri="{FF2B5EF4-FFF2-40B4-BE49-F238E27FC236}">
                    <a16:creationId xmlns:a16="http://schemas.microsoft.com/office/drawing/2014/main" id="{2F958833-2E1F-4771-8ADA-4495617C0420}"/>
                  </a:ext>
                </a:extLst>
              </p:cNvPr>
              <p:cNvSpPr/>
              <p:nvPr/>
            </p:nvSpPr>
            <p:spPr>
              <a:xfrm>
                <a:off x="-121" y="5919580"/>
                <a:ext cx="5066110" cy="581726"/>
              </a:xfrm>
              <a:custGeom>
                <a:avLst/>
                <a:gdLst>
                  <a:gd name="connsiteX0" fmla="*/ 5064638 w 5066110"/>
                  <a:gd name="connsiteY0" fmla="*/ 152398 h 581726"/>
                  <a:gd name="connsiteX1" fmla="*/ 4955236 w 5066110"/>
                  <a:gd name="connsiteY1" fmla="*/ 131663 h 581726"/>
                  <a:gd name="connsiteX2" fmla="*/ 4952635 w 5066110"/>
                  <a:gd name="connsiteY2" fmla="*/ 131991 h 581726"/>
                  <a:gd name="connsiteX3" fmla="*/ 4938735 w 5066110"/>
                  <a:gd name="connsiteY3" fmla="*/ 139499 h 581726"/>
                  <a:gd name="connsiteX4" fmla="*/ 4814499 w 5066110"/>
                  <a:gd name="connsiteY4" fmla="*/ 136683 h 581726"/>
                  <a:gd name="connsiteX5" fmla="*/ 4687905 w 5066110"/>
                  <a:gd name="connsiteY5" fmla="*/ 125552 h 581726"/>
                  <a:gd name="connsiteX6" fmla="*/ 4561150 w 5066110"/>
                  <a:gd name="connsiteY6" fmla="*/ 109466 h 581726"/>
                  <a:gd name="connsiteX7" fmla="*/ 4435734 w 5066110"/>
                  <a:gd name="connsiteY7" fmla="*/ 94012 h 581726"/>
                  <a:gd name="connsiteX8" fmla="*/ 4312595 w 5066110"/>
                  <a:gd name="connsiteY8" fmla="*/ 83841 h 581726"/>
                  <a:gd name="connsiteX9" fmla="*/ 4192301 w 5066110"/>
                  <a:gd name="connsiteY9" fmla="*/ 79956 h 581726"/>
                  <a:gd name="connsiteX10" fmla="*/ 4074282 w 5066110"/>
                  <a:gd name="connsiteY10" fmla="*/ 79629 h 581726"/>
                  <a:gd name="connsiteX11" fmla="*/ 3958011 w 5066110"/>
                  <a:gd name="connsiteY11" fmla="*/ 86242 h 581726"/>
                  <a:gd name="connsiteX12" fmla="*/ 3842268 w 5066110"/>
                  <a:gd name="connsiteY12" fmla="*/ 95671 h 581726"/>
                  <a:gd name="connsiteX13" fmla="*/ 3840440 w 5066110"/>
                  <a:gd name="connsiteY13" fmla="*/ 96413 h 581726"/>
                  <a:gd name="connsiteX14" fmla="*/ 3822924 w 5066110"/>
                  <a:gd name="connsiteY14" fmla="*/ 114377 h 581726"/>
                  <a:gd name="connsiteX15" fmla="*/ 3706653 w 5066110"/>
                  <a:gd name="connsiteY15" fmla="*/ 123696 h 581726"/>
                  <a:gd name="connsiteX16" fmla="*/ 3588472 w 5066110"/>
                  <a:gd name="connsiteY16" fmla="*/ 134675 h 581726"/>
                  <a:gd name="connsiteX17" fmla="*/ 3469152 w 5066110"/>
                  <a:gd name="connsiteY17" fmla="*/ 141114 h 581726"/>
                  <a:gd name="connsiteX18" fmla="*/ 3349102 w 5066110"/>
                  <a:gd name="connsiteY18" fmla="*/ 146069 h 581726"/>
                  <a:gd name="connsiteX19" fmla="*/ 3228117 w 5066110"/>
                  <a:gd name="connsiteY19" fmla="*/ 143777 h 581726"/>
                  <a:gd name="connsiteX20" fmla="*/ 3106359 w 5066110"/>
                  <a:gd name="connsiteY20" fmla="*/ 130179 h 581726"/>
                  <a:gd name="connsiteX21" fmla="*/ 3105668 w 5066110"/>
                  <a:gd name="connsiteY21" fmla="*/ 130135 h 581726"/>
                  <a:gd name="connsiteX22" fmla="*/ 2983870 w 5066110"/>
                  <a:gd name="connsiteY22" fmla="*/ 134828 h 581726"/>
                  <a:gd name="connsiteX23" fmla="*/ 2862113 w 5066110"/>
                  <a:gd name="connsiteY23" fmla="*/ 134894 h 581726"/>
                  <a:gd name="connsiteX24" fmla="*/ 2740477 w 5066110"/>
                  <a:gd name="connsiteY24" fmla="*/ 131969 h 581726"/>
                  <a:gd name="connsiteX25" fmla="*/ 2618964 w 5066110"/>
                  <a:gd name="connsiteY25" fmla="*/ 125203 h 581726"/>
                  <a:gd name="connsiteX26" fmla="*/ 2497613 w 5066110"/>
                  <a:gd name="connsiteY26" fmla="*/ 115293 h 581726"/>
                  <a:gd name="connsiteX27" fmla="*/ 2376424 w 5066110"/>
                  <a:gd name="connsiteY27" fmla="*/ 101171 h 581726"/>
                  <a:gd name="connsiteX28" fmla="*/ 2270963 w 5066110"/>
                  <a:gd name="connsiteY28" fmla="*/ 84758 h 581726"/>
                  <a:gd name="connsiteX29" fmla="*/ 2253285 w 5066110"/>
                  <a:gd name="connsiteY29" fmla="*/ 84540 h 581726"/>
                  <a:gd name="connsiteX30" fmla="*/ 2223130 w 5066110"/>
                  <a:gd name="connsiteY30" fmla="*/ 82204 h 581726"/>
                  <a:gd name="connsiteX31" fmla="*/ 2175500 w 5066110"/>
                  <a:gd name="connsiteY31" fmla="*/ 77512 h 581726"/>
                  <a:gd name="connsiteX32" fmla="*/ 2102998 w 5066110"/>
                  <a:gd name="connsiteY32" fmla="*/ 69152 h 581726"/>
                  <a:gd name="connsiteX33" fmla="*/ 2040494 w 5066110"/>
                  <a:gd name="connsiteY33" fmla="*/ 60574 h 581726"/>
                  <a:gd name="connsiteX34" fmla="*/ 2007575 w 5066110"/>
                  <a:gd name="connsiteY34" fmla="*/ 55838 h 581726"/>
                  <a:gd name="connsiteX35" fmla="*/ 1965391 w 5066110"/>
                  <a:gd name="connsiteY35" fmla="*/ 53437 h 581726"/>
                  <a:gd name="connsiteX36" fmla="*/ 1899676 w 5066110"/>
                  <a:gd name="connsiteY36" fmla="*/ 48417 h 581726"/>
                  <a:gd name="connsiteX37" fmla="*/ 1898904 w 5066110"/>
                  <a:gd name="connsiteY37" fmla="*/ 48417 h 581726"/>
                  <a:gd name="connsiteX38" fmla="*/ 1890939 w 5066110"/>
                  <a:gd name="connsiteY38" fmla="*/ 49115 h 581726"/>
                  <a:gd name="connsiteX39" fmla="*/ 1770238 w 5066110"/>
                  <a:gd name="connsiteY39" fmla="*/ 37831 h 581726"/>
                  <a:gd name="connsiteX40" fmla="*/ 1649334 w 5066110"/>
                  <a:gd name="connsiteY40" fmla="*/ 28402 h 581726"/>
                  <a:gd name="connsiteX41" fmla="*/ 1534810 w 5066110"/>
                  <a:gd name="connsiteY41" fmla="*/ 15284 h 581726"/>
                  <a:gd name="connsiteX42" fmla="*/ 1407688 w 5066110"/>
                  <a:gd name="connsiteY42" fmla="*/ 49 h 581726"/>
                  <a:gd name="connsiteX43" fmla="*/ 1406591 w 5066110"/>
                  <a:gd name="connsiteY43" fmla="*/ 49 h 581726"/>
                  <a:gd name="connsiteX44" fmla="*/ 1285118 w 5066110"/>
                  <a:gd name="connsiteY44" fmla="*/ 16048 h 581726"/>
                  <a:gd name="connsiteX45" fmla="*/ 1283493 w 5066110"/>
                  <a:gd name="connsiteY45" fmla="*/ 16746 h 581726"/>
                  <a:gd name="connsiteX46" fmla="*/ 1202050 w 5066110"/>
                  <a:gd name="connsiteY46" fmla="*/ 100364 h 581726"/>
                  <a:gd name="connsiteX47" fmla="*/ 1160435 w 5066110"/>
                  <a:gd name="connsiteY47" fmla="*/ 135374 h 581726"/>
                  <a:gd name="connsiteX48" fmla="*/ 1118250 w 5066110"/>
                  <a:gd name="connsiteY48" fmla="*/ 170449 h 581726"/>
                  <a:gd name="connsiteX49" fmla="*/ 1075578 w 5066110"/>
                  <a:gd name="connsiteY49" fmla="*/ 200657 h 581726"/>
                  <a:gd name="connsiteX50" fmla="*/ 1032337 w 5066110"/>
                  <a:gd name="connsiteY50" fmla="*/ 225495 h 581726"/>
                  <a:gd name="connsiteX51" fmla="*/ 988365 w 5066110"/>
                  <a:gd name="connsiteY51" fmla="*/ 246973 h 581726"/>
                  <a:gd name="connsiteX52" fmla="*/ 898063 w 5066110"/>
                  <a:gd name="connsiteY52" fmla="*/ 285977 h 581726"/>
                  <a:gd name="connsiteX53" fmla="*/ 851733 w 5066110"/>
                  <a:gd name="connsiteY53" fmla="*/ 308305 h 581726"/>
                  <a:gd name="connsiteX54" fmla="*/ 804631 w 5066110"/>
                  <a:gd name="connsiteY54" fmla="*/ 331332 h 581726"/>
                  <a:gd name="connsiteX55" fmla="*/ 756757 w 5066110"/>
                  <a:gd name="connsiteY55" fmla="*/ 353443 h 581726"/>
                  <a:gd name="connsiteX56" fmla="*/ 707989 w 5066110"/>
                  <a:gd name="connsiteY56" fmla="*/ 375182 h 581726"/>
                  <a:gd name="connsiteX57" fmla="*/ 658490 w 5066110"/>
                  <a:gd name="connsiteY57" fmla="*/ 397881 h 581726"/>
                  <a:gd name="connsiteX58" fmla="*/ 556931 w 5066110"/>
                  <a:gd name="connsiteY58" fmla="*/ 440028 h 581726"/>
                  <a:gd name="connsiteX59" fmla="*/ 504830 w 5066110"/>
                  <a:gd name="connsiteY59" fmla="*/ 456922 h 581726"/>
                  <a:gd name="connsiteX60" fmla="*/ 451836 w 5066110"/>
                  <a:gd name="connsiteY60" fmla="*/ 472375 h 581726"/>
                  <a:gd name="connsiteX61" fmla="*/ 397703 w 5066110"/>
                  <a:gd name="connsiteY61" fmla="*/ 487087 h 581726"/>
                  <a:gd name="connsiteX62" fmla="*/ 342636 w 5066110"/>
                  <a:gd name="connsiteY62" fmla="*/ 503500 h 581726"/>
                  <a:gd name="connsiteX63" fmla="*/ 286675 w 5066110"/>
                  <a:gd name="connsiteY63" fmla="*/ 520394 h 581726"/>
                  <a:gd name="connsiteX64" fmla="*/ 229697 w 5066110"/>
                  <a:gd name="connsiteY64" fmla="*/ 534734 h 581726"/>
                  <a:gd name="connsiteX65" fmla="*/ 171663 w 5066110"/>
                  <a:gd name="connsiteY65" fmla="*/ 547415 h 581726"/>
                  <a:gd name="connsiteX66" fmla="*/ 112532 w 5066110"/>
                  <a:gd name="connsiteY66" fmla="*/ 559136 h 581726"/>
                  <a:gd name="connsiteX67" fmla="*/ 52263 w 5066110"/>
                  <a:gd name="connsiteY67" fmla="*/ 570224 h 581726"/>
                  <a:gd name="connsiteX68" fmla="*/ 0 w 5066110"/>
                  <a:gd name="connsiteY68" fmla="*/ 578802 h 581726"/>
                  <a:gd name="connsiteX69" fmla="*/ 0 w 5066110"/>
                  <a:gd name="connsiteY69" fmla="*/ 581726 h 581726"/>
                  <a:gd name="connsiteX70" fmla="*/ 53767 w 5066110"/>
                  <a:gd name="connsiteY70" fmla="*/ 572887 h 581726"/>
                  <a:gd name="connsiteX71" fmla="*/ 114198 w 5066110"/>
                  <a:gd name="connsiteY71" fmla="*/ 561799 h 581726"/>
                  <a:gd name="connsiteX72" fmla="*/ 173492 w 5066110"/>
                  <a:gd name="connsiteY72" fmla="*/ 550012 h 581726"/>
                  <a:gd name="connsiteX73" fmla="*/ 231729 w 5066110"/>
                  <a:gd name="connsiteY73" fmla="*/ 537288 h 581726"/>
                  <a:gd name="connsiteX74" fmla="*/ 288991 w 5066110"/>
                  <a:gd name="connsiteY74" fmla="*/ 522904 h 581726"/>
                  <a:gd name="connsiteX75" fmla="*/ 345115 w 5066110"/>
                  <a:gd name="connsiteY75" fmla="*/ 506010 h 581726"/>
                  <a:gd name="connsiteX76" fmla="*/ 400101 w 5066110"/>
                  <a:gd name="connsiteY76" fmla="*/ 489597 h 581726"/>
                  <a:gd name="connsiteX77" fmla="*/ 454152 w 5066110"/>
                  <a:gd name="connsiteY77" fmla="*/ 474885 h 581726"/>
                  <a:gd name="connsiteX78" fmla="*/ 507350 w 5066110"/>
                  <a:gd name="connsiteY78" fmla="*/ 459389 h 581726"/>
                  <a:gd name="connsiteX79" fmla="*/ 559735 w 5066110"/>
                  <a:gd name="connsiteY79" fmla="*/ 442386 h 581726"/>
                  <a:gd name="connsiteX80" fmla="*/ 661619 w 5066110"/>
                  <a:gd name="connsiteY80" fmla="*/ 400064 h 581726"/>
                  <a:gd name="connsiteX81" fmla="*/ 711241 w 5066110"/>
                  <a:gd name="connsiteY81" fmla="*/ 377365 h 581726"/>
                  <a:gd name="connsiteX82" fmla="*/ 760009 w 5066110"/>
                  <a:gd name="connsiteY82" fmla="*/ 355625 h 581726"/>
                  <a:gd name="connsiteX83" fmla="*/ 807964 w 5066110"/>
                  <a:gd name="connsiteY83" fmla="*/ 333471 h 581726"/>
                  <a:gd name="connsiteX84" fmla="*/ 855106 w 5066110"/>
                  <a:gd name="connsiteY84" fmla="*/ 310444 h 581726"/>
                  <a:gd name="connsiteX85" fmla="*/ 901273 w 5066110"/>
                  <a:gd name="connsiteY85" fmla="*/ 288159 h 581726"/>
                  <a:gd name="connsiteX86" fmla="*/ 991616 w 5066110"/>
                  <a:gd name="connsiteY86" fmla="*/ 249155 h 581726"/>
                  <a:gd name="connsiteX87" fmla="*/ 1035751 w 5066110"/>
                  <a:gd name="connsiteY87" fmla="*/ 227525 h 581726"/>
                  <a:gd name="connsiteX88" fmla="*/ 1079358 w 5066110"/>
                  <a:gd name="connsiteY88" fmla="*/ 202468 h 581726"/>
                  <a:gd name="connsiteX89" fmla="*/ 1122314 w 5066110"/>
                  <a:gd name="connsiteY89" fmla="*/ 172086 h 581726"/>
                  <a:gd name="connsiteX90" fmla="*/ 1164580 w 5066110"/>
                  <a:gd name="connsiteY90" fmla="*/ 136923 h 581726"/>
                  <a:gd name="connsiteX91" fmla="*/ 1206317 w 5066110"/>
                  <a:gd name="connsiteY91" fmla="*/ 101804 h 581726"/>
                  <a:gd name="connsiteX92" fmla="*/ 1287394 w 5066110"/>
                  <a:gd name="connsiteY92" fmla="*/ 18624 h 581726"/>
                  <a:gd name="connsiteX93" fmla="*/ 1407201 w 5066110"/>
                  <a:gd name="connsiteY93" fmla="*/ 2908 h 581726"/>
                  <a:gd name="connsiteX94" fmla="*/ 1527454 w 5066110"/>
                  <a:gd name="connsiteY94" fmla="*/ 17358 h 581726"/>
                  <a:gd name="connsiteX95" fmla="*/ 1648480 w 5066110"/>
                  <a:gd name="connsiteY95" fmla="*/ 31217 h 581726"/>
                  <a:gd name="connsiteX96" fmla="*/ 1769425 w 5066110"/>
                  <a:gd name="connsiteY96" fmla="*/ 40646 h 581726"/>
                  <a:gd name="connsiteX97" fmla="*/ 1890451 w 5066110"/>
                  <a:gd name="connsiteY97" fmla="*/ 51996 h 581726"/>
                  <a:gd name="connsiteX98" fmla="*/ 1891304 w 5066110"/>
                  <a:gd name="connsiteY98" fmla="*/ 51996 h 581726"/>
                  <a:gd name="connsiteX99" fmla="*/ 1899351 w 5066110"/>
                  <a:gd name="connsiteY99" fmla="*/ 51298 h 581726"/>
                  <a:gd name="connsiteX100" fmla="*/ 1958442 w 5066110"/>
                  <a:gd name="connsiteY100" fmla="*/ 55881 h 581726"/>
                  <a:gd name="connsiteX101" fmla="*/ 2006600 w 5066110"/>
                  <a:gd name="connsiteY101" fmla="*/ 58653 h 581726"/>
                  <a:gd name="connsiteX102" fmla="*/ 2039193 w 5066110"/>
                  <a:gd name="connsiteY102" fmla="*/ 63346 h 581726"/>
                  <a:gd name="connsiteX103" fmla="*/ 2101860 w 5066110"/>
                  <a:gd name="connsiteY103" fmla="*/ 71924 h 581726"/>
                  <a:gd name="connsiteX104" fmla="*/ 2174484 w 5066110"/>
                  <a:gd name="connsiteY104" fmla="*/ 80349 h 581726"/>
                  <a:gd name="connsiteX105" fmla="*/ 2222317 w 5066110"/>
                  <a:gd name="connsiteY105" fmla="*/ 85042 h 581726"/>
                  <a:gd name="connsiteX106" fmla="*/ 2252879 w 5066110"/>
                  <a:gd name="connsiteY106" fmla="*/ 87399 h 581726"/>
                  <a:gd name="connsiteX107" fmla="*/ 2270191 w 5066110"/>
                  <a:gd name="connsiteY107" fmla="*/ 87617 h 581726"/>
                  <a:gd name="connsiteX108" fmla="*/ 2375205 w 5066110"/>
                  <a:gd name="connsiteY108" fmla="*/ 103965 h 581726"/>
                  <a:gd name="connsiteX109" fmla="*/ 2496678 w 5066110"/>
                  <a:gd name="connsiteY109" fmla="*/ 118131 h 581726"/>
                  <a:gd name="connsiteX110" fmla="*/ 2618313 w 5066110"/>
                  <a:gd name="connsiteY110" fmla="*/ 128084 h 581726"/>
                  <a:gd name="connsiteX111" fmla="*/ 2740030 w 5066110"/>
                  <a:gd name="connsiteY111" fmla="*/ 134806 h 581726"/>
                  <a:gd name="connsiteX112" fmla="*/ 2861910 w 5066110"/>
                  <a:gd name="connsiteY112" fmla="*/ 137753 h 581726"/>
                  <a:gd name="connsiteX113" fmla="*/ 2983911 w 5066110"/>
                  <a:gd name="connsiteY113" fmla="*/ 137687 h 581726"/>
                  <a:gd name="connsiteX114" fmla="*/ 3105546 w 5066110"/>
                  <a:gd name="connsiteY114" fmla="*/ 133060 h 581726"/>
                  <a:gd name="connsiteX115" fmla="*/ 3227385 w 5066110"/>
                  <a:gd name="connsiteY115" fmla="*/ 146658 h 581726"/>
                  <a:gd name="connsiteX116" fmla="*/ 3349061 w 5066110"/>
                  <a:gd name="connsiteY116" fmla="*/ 149015 h 581726"/>
                  <a:gd name="connsiteX117" fmla="*/ 3469396 w 5066110"/>
                  <a:gd name="connsiteY117" fmla="*/ 144061 h 581726"/>
                  <a:gd name="connsiteX118" fmla="*/ 3588959 w 5066110"/>
                  <a:gd name="connsiteY118" fmla="*/ 137600 h 581726"/>
                  <a:gd name="connsiteX119" fmla="*/ 3707262 w 5066110"/>
                  <a:gd name="connsiteY119" fmla="*/ 126578 h 581726"/>
                  <a:gd name="connsiteX120" fmla="*/ 3824752 w 5066110"/>
                  <a:gd name="connsiteY120" fmla="*/ 117192 h 581726"/>
                  <a:gd name="connsiteX121" fmla="*/ 3826622 w 5066110"/>
                  <a:gd name="connsiteY121" fmla="*/ 116450 h 581726"/>
                  <a:gd name="connsiteX122" fmla="*/ 3844138 w 5066110"/>
                  <a:gd name="connsiteY122" fmla="*/ 98487 h 581726"/>
                  <a:gd name="connsiteX123" fmla="*/ 3958417 w 5066110"/>
                  <a:gd name="connsiteY123" fmla="*/ 89101 h 581726"/>
                  <a:gd name="connsiteX124" fmla="*/ 4074363 w 5066110"/>
                  <a:gd name="connsiteY124" fmla="*/ 82488 h 581726"/>
                  <a:gd name="connsiteX125" fmla="*/ 4191975 w 5066110"/>
                  <a:gd name="connsiteY125" fmla="*/ 82859 h 581726"/>
                  <a:gd name="connsiteX126" fmla="*/ 4311945 w 5066110"/>
                  <a:gd name="connsiteY126" fmla="*/ 86744 h 581726"/>
                  <a:gd name="connsiteX127" fmla="*/ 4434637 w 5066110"/>
                  <a:gd name="connsiteY127" fmla="*/ 96872 h 581726"/>
                  <a:gd name="connsiteX128" fmla="*/ 4559849 w 5066110"/>
                  <a:gd name="connsiteY128" fmla="*/ 112325 h 581726"/>
                  <a:gd name="connsiteX129" fmla="*/ 4686808 w 5066110"/>
                  <a:gd name="connsiteY129" fmla="*/ 128433 h 581726"/>
                  <a:gd name="connsiteX130" fmla="*/ 4813849 w 5066110"/>
                  <a:gd name="connsiteY130" fmla="*/ 139608 h 581726"/>
                  <a:gd name="connsiteX131" fmla="*/ 4939467 w 5066110"/>
                  <a:gd name="connsiteY131" fmla="*/ 142424 h 581726"/>
                  <a:gd name="connsiteX132" fmla="*/ 4941336 w 5066110"/>
                  <a:gd name="connsiteY132" fmla="*/ 142009 h 581726"/>
                  <a:gd name="connsiteX133" fmla="*/ 4954870 w 5066110"/>
                  <a:gd name="connsiteY133" fmla="*/ 134763 h 581726"/>
                  <a:gd name="connsiteX134" fmla="*/ 5062769 w 5066110"/>
                  <a:gd name="connsiteY134" fmla="*/ 155170 h 581726"/>
                  <a:gd name="connsiteX135" fmla="*/ 5065980 w 5066110"/>
                  <a:gd name="connsiteY135" fmla="*/ 154319 h 581726"/>
                  <a:gd name="connsiteX136" fmla="*/ 5064395 w 5066110"/>
                  <a:gd name="connsiteY136" fmla="*/ 152508 h 58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5066110" h="581726">
                    <a:moveTo>
                      <a:pt x="5064638" y="152398"/>
                    </a:moveTo>
                    <a:lnTo>
                      <a:pt x="4955236" y="131663"/>
                    </a:lnTo>
                    <a:cubicBezTo>
                      <a:pt x="4954342" y="131489"/>
                      <a:pt x="4953326" y="131620"/>
                      <a:pt x="4952635" y="131991"/>
                    </a:cubicBezTo>
                    <a:lnTo>
                      <a:pt x="4938735" y="139499"/>
                    </a:lnTo>
                    <a:lnTo>
                      <a:pt x="4814499" y="136683"/>
                    </a:lnTo>
                    <a:lnTo>
                      <a:pt x="4687905" y="125552"/>
                    </a:lnTo>
                    <a:lnTo>
                      <a:pt x="4561150" y="109466"/>
                    </a:lnTo>
                    <a:lnTo>
                      <a:pt x="4435734" y="94012"/>
                    </a:lnTo>
                    <a:lnTo>
                      <a:pt x="4312595" y="83841"/>
                    </a:lnTo>
                    <a:lnTo>
                      <a:pt x="4192301" y="79956"/>
                    </a:lnTo>
                    <a:lnTo>
                      <a:pt x="4074282" y="79629"/>
                    </a:lnTo>
                    <a:lnTo>
                      <a:pt x="3958011" y="86242"/>
                    </a:lnTo>
                    <a:lnTo>
                      <a:pt x="3842268" y="95671"/>
                    </a:lnTo>
                    <a:cubicBezTo>
                      <a:pt x="3841496" y="95780"/>
                      <a:pt x="3840765" y="96042"/>
                      <a:pt x="3840440" y="96413"/>
                    </a:cubicBezTo>
                    <a:lnTo>
                      <a:pt x="3822924" y="114377"/>
                    </a:lnTo>
                    <a:lnTo>
                      <a:pt x="3706653" y="123696"/>
                    </a:lnTo>
                    <a:lnTo>
                      <a:pt x="3588472" y="134675"/>
                    </a:lnTo>
                    <a:lnTo>
                      <a:pt x="3469152" y="141114"/>
                    </a:lnTo>
                    <a:lnTo>
                      <a:pt x="3349102" y="146069"/>
                    </a:lnTo>
                    <a:lnTo>
                      <a:pt x="3228117" y="143777"/>
                    </a:lnTo>
                    <a:lnTo>
                      <a:pt x="3106359" y="130179"/>
                    </a:lnTo>
                    <a:cubicBezTo>
                      <a:pt x="3106115" y="130135"/>
                      <a:pt x="3105872" y="130135"/>
                      <a:pt x="3105668" y="130135"/>
                    </a:cubicBezTo>
                    <a:lnTo>
                      <a:pt x="2983870" y="134828"/>
                    </a:lnTo>
                    <a:lnTo>
                      <a:pt x="2862113" y="134894"/>
                    </a:lnTo>
                    <a:lnTo>
                      <a:pt x="2740477" y="131969"/>
                    </a:lnTo>
                    <a:lnTo>
                      <a:pt x="2618964" y="125203"/>
                    </a:lnTo>
                    <a:lnTo>
                      <a:pt x="2497613" y="115293"/>
                    </a:lnTo>
                    <a:lnTo>
                      <a:pt x="2376424" y="101171"/>
                    </a:lnTo>
                    <a:lnTo>
                      <a:pt x="2270963" y="84758"/>
                    </a:lnTo>
                    <a:lnTo>
                      <a:pt x="2253285" y="84540"/>
                    </a:lnTo>
                    <a:lnTo>
                      <a:pt x="2223130" y="82204"/>
                    </a:lnTo>
                    <a:lnTo>
                      <a:pt x="2175500" y="77512"/>
                    </a:lnTo>
                    <a:lnTo>
                      <a:pt x="2102998" y="69152"/>
                    </a:lnTo>
                    <a:lnTo>
                      <a:pt x="2040494" y="60574"/>
                    </a:lnTo>
                    <a:lnTo>
                      <a:pt x="2007575" y="55838"/>
                    </a:lnTo>
                    <a:lnTo>
                      <a:pt x="1965391" y="53437"/>
                    </a:lnTo>
                    <a:lnTo>
                      <a:pt x="1899676" y="48417"/>
                    </a:lnTo>
                    <a:cubicBezTo>
                      <a:pt x="1899432" y="48351"/>
                      <a:pt x="1899189" y="48417"/>
                      <a:pt x="1898904" y="48417"/>
                    </a:cubicBezTo>
                    <a:lnTo>
                      <a:pt x="1890939" y="49115"/>
                    </a:lnTo>
                    <a:lnTo>
                      <a:pt x="1770238" y="37831"/>
                    </a:lnTo>
                    <a:lnTo>
                      <a:pt x="1649334" y="28402"/>
                    </a:lnTo>
                    <a:lnTo>
                      <a:pt x="1534810" y="15284"/>
                    </a:lnTo>
                    <a:lnTo>
                      <a:pt x="1407688" y="49"/>
                    </a:lnTo>
                    <a:cubicBezTo>
                      <a:pt x="1407323" y="-16"/>
                      <a:pt x="1406957" y="-16"/>
                      <a:pt x="1406591" y="49"/>
                    </a:cubicBezTo>
                    <a:lnTo>
                      <a:pt x="1285118" y="16048"/>
                    </a:lnTo>
                    <a:cubicBezTo>
                      <a:pt x="1284427" y="16092"/>
                      <a:pt x="1283818" y="16375"/>
                      <a:pt x="1283493" y="16746"/>
                    </a:cubicBezTo>
                    <a:lnTo>
                      <a:pt x="1202050" y="100364"/>
                    </a:lnTo>
                    <a:lnTo>
                      <a:pt x="1160435" y="135374"/>
                    </a:lnTo>
                    <a:lnTo>
                      <a:pt x="1118250" y="170449"/>
                    </a:lnTo>
                    <a:lnTo>
                      <a:pt x="1075578" y="200657"/>
                    </a:lnTo>
                    <a:lnTo>
                      <a:pt x="1032337" y="225495"/>
                    </a:lnTo>
                    <a:lnTo>
                      <a:pt x="988365" y="246973"/>
                    </a:lnTo>
                    <a:lnTo>
                      <a:pt x="898063" y="285977"/>
                    </a:lnTo>
                    <a:lnTo>
                      <a:pt x="851733" y="308305"/>
                    </a:lnTo>
                    <a:lnTo>
                      <a:pt x="804631" y="331332"/>
                    </a:lnTo>
                    <a:lnTo>
                      <a:pt x="756757" y="353443"/>
                    </a:lnTo>
                    <a:lnTo>
                      <a:pt x="707989" y="375182"/>
                    </a:lnTo>
                    <a:lnTo>
                      <a:pt x="658490" y="397881"/>
                    </a:lnTo>
                    <a:lnTo>
                      <a:pt x="556931" y="440028"/>
                    </a:lnTo>
                    <a:lnTo>
                      <a:pt x="504830" y="456922"/>
                    </a:lnTo>
                    <a:lnTo>
                      <a:pt x="451836" y="472375"/>
                    </a:lnTo>
                    <a:lnTo>
                      <a:pt x="397703" y="487087"/>
                    </a:lnTo>
                    <a:lnTo>
                      <a:pt x="342636" y="503500"/>
                    </a:lnTo>
                    <a:lnTo>
                      <a:pt x="286675" y="520394"/>
                    </a:lnTo>
                    <a:lnTo>
                      <a:pt x="229697" y="534734"/>
                    </a:lnTo>
                    <a:lnTo>
                      <a:pt x="171663" y="547415"/>
                    </a:lnTo>
                    <a:lnTo>
                      <a:pt x="112532" y="559136"/>
                    </a:lnTo>
                    <a:lnTo>
                      <a:pt x="52263" y="570224"/>
                    </a:lnTo>
                    <a:lnTo>
                      <a:pt x="0" y="578802"/>
                    </a:lnTo>
                    <a:lnTo>
                      <a:pt x="0" y="581726"/>
                    </a:lnTo>
                    <a:lnTo>
                      <a:pt x="53767" y="572887"/>
                    </a:lnTo>
                    <a:lnTo>
                      <a:pt x="114198" y="561799"/>
                    </a:lnTo>
                    <a:lnTo>
                      <a:pt x="173492" y="550012"/>
                    </a:lnTo>
                    <a:lnTo>
                      <a:pt x="231729" y="537288"/>
                    </a:lnTo>
                    <a:lnTo>
                      <a:pt x="288991" y="522904"/>
                    </a:lnTo>
                    <a:lnTo>
                      <a:pt x="345115" y="506010"/>
                    </a:lnTo>
                    <a:lnTo>
                      <a:pt x="400101" y="489597"/>
                    </a:lnTo>
                    <a:lnTo>
                      <a:pt x="454152" y="474885"/>
                    </a:lnTo>
                    <a:lnTo>
                      <a:pt x="507350" y="459389"/>
                    </a:lnTo>
                    <a:lnTo>
                      <a:pt x="559735" y="442386"/>
                    </a:lnTo>
                    <a:lnTo>
                      <a:pt x="661619" y="400064"/>
                    </a:lnTo>
                    <a:lnTo>
                      <a:pt x="711241" y="377365"/>
                    </a:lnTo>
                    <a:lnTo>
                      <a:pt x="760009" y="355625"/>
                    </a:lnTo>
                    <a:lnTo>
                      <a:pt x="807964" y="333471"/>
                    </a:lnTo>
                    <a:lnTo>
                      <a:pt x="855106" y="310444"/>
                    </a:lnTo>
                    <a:lnTo>
                      <a:pt x="901273" y="288159"/>
                    </a:lnTo>
                    <a:lnTo>
                      <a:pt x="991616" y="249155"/>
                    </a:lnTo>
                    <a:lnTo>
                      <a:pt x="1035751" y="227525"/>
                    </a:lnTo>
                    <a:lnTo>
                      <a:pt x="1079358" y="202468"/>
                    </a:lnTo>
                    <a:lnTo>
                      <a:pt x="1122314" y="172086"/>
                    </a:lnTo>
                    <a:lnTo>
                      <a:pt x="1164580" y="136923"/>
                    </a:lnTo>
                    <a:lnTo>
                      <a:pt x="1206317" y="101804"/>
                    </a:lnTo>
                    <a:lnTo>
                      <a:pt x="1287394" y="18624"/>
                    </a:lnTo>
                    <a:lnTo>
                      <a:pt x="1407201" y="2908"/>
                    </a:lnTo>
                    <a:lnTo>
                      <a:pt x="1527454" y="17358"/>
                    </a:lnTo>
                    <a:lnTo>
                      <a:pt x="1648480" y="31217"/>
                    </a:lnTo>
                    <a:lnTo>
                      <a:pt x="1769425" y="40646"/>
                    </a:lnTo>
                    <a:lnTo>
                      <a:pt x="1890451" y="51996"/>
                    </a:lnTo>
                    <a:lnTo>
                      <a:pt x="1891304" y="51996"/>
                    </a:lnTo>
                    <a:lnTo>
                      <a:pt x="1899351" y="51298"/>
                    </a:lnTo>
                    <a:lnTo>
                      <a:pt x="1958442" y="55881"/>
                    </a:lnTo>
                    <a:lnTo>
                      <a:pt x="2006600" y="58653"/>
                    </a:lnTo>
                    <a:lnTo>
                      <a:pt x="2039193" y="63346"/>
                    </a:lnTo>
                    <a:lnTo>
                      <a:pt x="2101860" y="71924"/>
                    </a:lnTo>
                    <a:lnTo>
                      <a:pt x="2174484" y="80349"/>
                    </a:lnTo>
                    <a:lnTo>
                      <a:pt x="2222317" y="85042"/>
                    </a:lnTo>
                    <a:lnTo>
                      <a:pt x="2252879" y="87399"/>
                    </a:lnTo>
                    <a:lnTo>
                      <a:pt x="2270191" y="87617"/>
                    </a:lnTo>
                    <a:lnTo>
                      <a:pt x="2375205" y="103965"/>
                    </a:lnTo>
                    <a:lnTo>
                      <a:pt x="2496678" y="118131"/>
                    </a:lnTo>
                    <a:lnTo>
                      <a:pt x="2618313" y="128084"/>
                    </a:lnTo>
                    <a:lnTo>
                      <a:pt x="2740030" y="134806"/>
                    </a:lnTo>
                    <a:lnTo>
                      <a:pt x="2861910" y="137753"/>
                    </a:lnTo>
                    <a:lnTo>
                      <a:pt x="2983911" y="137687"/>
                    </a:lnTo>
                    <a:lnTo>
                      <a:pt x="3105546" y="133060"/>
                    </a:lnTo>
                    <a:lnTo>
                      <a:pt x="3227385" y="146658"/>
                    </a:lnTo>
                    <a:lnTo>
                      <a:pt x="3349061" y="149015"/>
                    </a:lnTo>
                    <a:lnTo>
                      <a:pt x="3469396" y="144061"/>
                    </a:lnTo>
                    <a:lnTo>
                      <a:pt x="3588959" y="137600"/>
                    </a:lnTo>
                    <a:lnTo>
                      <a:pt x="3707262" y="126578"/>
                    </a:lnTo>
                    <a:lnTo>
                      <a:pt x="3824752" y="117192"/>
                    </a:lnTo>
                    <a:cubicBezTo>
                      <a:pt x="3825525" y="117083"/>
                      <a:pt x="3826216" y="116821"/>
                      <a:pt x="3826622" y="116450"/>
                    </a:cubicBezTo>
                    <a:lnTo>
                      <a:pt x="3844138" y="98487"/>
                    </a:lnTo>
                    <a:lnTo>
                      <a:pt x="3958417" y="89101"/>
                    </a:lnTo>
                    <a:lnTo>
                      <a:pt x="4074363" y="82488"/>
                    </a:lnTo>
                    <a:lnTo>
                      <a:pt x="4191975" y="82859"/>
                    </a:lnTo>
                    <a:lnTo>
                      <a:pt x="4311945" y="86744"/>
                    </a:lnTo>
                    <a:lnTo>
                      <a:pt x="4434637" y="96872"/>
                    </a:lnTo>
                    <a:lnTo>
                      <a:pt x="4559849" y="112325"/>
                    </a:lnTo>
                    <a:lnTo>
                      <a:pt x="4686808" y="128433"/>
                    </a:lnTo>
                    <a:lnTo>
                      <a:pt x="4813849" y="139608"/>
                    </a:lnTo>
                    <a:lnTo>
                      <a:pt x="4939467" y="142424"/>
                    </a:lnTo>
                    <a:cubicBezTo>
                      <a:pt x="4940158" y="142424"/>
                      <a:pt x="4940849" y="142271"/>
                      <a:pt x="4941336" y="142009"/>
                    </a:cubicBezTo>
                    <a:lnTo>
                      <a:pt x="4954870" y="134763"/>
                    </a:lnTo>
                    <a:lnTo>
                      <a:pt x="5062769" y="155170"/>
                    </a:lnTo>
                    <a:cubicBezTo>
                      <a:pt x="5064070" y="155432"/>
                      <a:pt x="5065492" y="155061"/>
                      <a:pt x="5065980" y="154319"/>
                    </a:cubicBezTo>
                    <a:cubicBezTo>
                      <a:pt x="5066427" y="153577"/>
                      <a:pt x="5065695" y="152769"/>
                      <a:pt x="5064395" y="15250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5" name="Freeform: Shape 264">
                <a:extLst>
                  <a:ext uri="{FF2B5EF4-FFF2-40B4-BE49-F238E27FC236}">
                    <a16:creationId xmlns:a16="http://schemas.microsoft.com/office/drawing/2014/main" id="{A11EF59A-8DCF-4822-8F81-841819FDCA74}"/>
                  </a:ext>
                </a:extLst>
              </p:cNvPr>
              <p:cNvSpPr/>
              <p:nvPr/>
            </p:nvSpPr>
            <p:spPr>
              <a:xfrm>
                <a:off x="11570646" y="5789792"/>
                <a:ext cx="621353" cy="16709"/>
              </a:xfrm>
              <a:custGeom>
                <a:avLst/>
                <a:gdLst>
                  <a:gd name="connsiteX0" fmla="*/ 621354 w 621353"/>
                  <a:gd name="connsiteY0" fmla="*/ 13894 h 16709"/>
                  <a:gd name="connsiteX1" fmla="*/ 499515 w 621353"/>
                  <a:gd name="connsiteY1" fmla="*/ 11449 h 16709"/>
                  <a:gd name="connsiteX2" fmla="*/ 360405 w 621353"/>
                  <a:gd name="connsiteY2" fmla="*/ 7783 h 16709"/>
                  <a:gd name="connsiteX3" fmla="*/ 290950 w 621353"/>
                  <a:gd name="connsiteY3" fmla="*/ 6342 h 16709"/>
                  <a:gd name="connsiteX4" fmla="*/ 221700 w 621353"/>
                  <a:gd name="connsiteY4" fmla="*/ 5229 h 16709"/>
                  <a:gd name="connsiteX5" fmla="*/ 82874 w 621353"/>
                  <a:gd name="connsiteY5" fmla="*/ 2304 h 16709"/>
                  <a:gd name="connsiteX6" fmla="*/ 13420 w 621353"/>
                  <a:gd name="connsiteY6" fmla="*/ 383 h 16709"/>
                  <a:gd name="connsiteX7" fmla="*/ 2691 w 621353"/>
                  <a:gd name="connsiteY7" fmla="*/ 12 h 16709"/>
                  <a:gd name="connsiteX8" fmla="*/ 9 w 621353"/>
                  <a:gd name="connsiteY8" fmla="*/ 1344 h 16709"/>
                  <a:gd name="connsiteX9" fmla="*/ 2366 w 621353"/>
                  <a:gd name="connsiteY9" fmla="*/ 2828 h 16709"/>
                  <a:gd name="connsiteX10" fmla="*/ 82630 w 621353"/>
                  <a:gd name="connsiteY10" fmla="*/ 5076 h 16709"/>
                  <a:gd name="connsiteX11" fmla="*/ 221457 w 621353"/>
                  <a:gd name="connsiteY11" fmla="*/ 8066 h 16709"/>
                  <a:gd name="connsiteX12" fmla="*/ 290788 w 621353"/>
                  <a:gd name="connsiteY12" fmla="*/ 9179 h 16709"/>
                  <a:gd name="connsiteX13" fmla="*/ 360120 w 621353"/>
                  <a:gd name="connsiteY13" fmla="*/ 10620 h 16709"/>
                  <a:gd name="connsiteX14" fmla="*/ 499149 w 621353"/>
                  <a:gd name="connsiteY14" fmla="*/ 14243 h 16709"/>
                  <a:gd name="connsiteX15" fmla="*/ 568685 w 621353"/>
                  <a:gd name="connsiteY15" fmla="*/ 15749 h 16709"/>
                  <a:gd name="connsiteX16" fmla="*/ 621272 w 621353"/>
                  <a:gd name="connsiteY16" fmla="*/ 16710 h 16709"/>
                  <a:gd name="connsiteX17" fmla="*/ 621272 w 621353"/>
                  <a:gd name="connsiteY17" fmla="*/ 13938 h 16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21353" h="16709">
                    <a:moveTo>
                      <a:pt x="621354" y="13894"/>
                    </a:moveTo>
                    <a:lnTo>
                      <a:pt x="499515" y="11449"/>
                    </a:lnTo>
                    <a:lnTo>
                      <a:pt x="360405" y="7783"/>
                    </a:lnTo>
                    <a:lnTo>
                      <a:pt x="290950" y="6342"/>
                    </a:lnTo>
                    <a:lnTo>
                      <a:pt x="221700" y="5229"/>
                    </a:lnTo>
                    <a:lnTo>
                      <a:pt x="82874" y="2304"/>
                    </a:lnTo>
                    <a:lnTo>
                      <a:pt x="13420" y="383"/>
                    </a:lnTo>
                    <a:lnTo>
                      <a:pt x="2691" y="12"/>
                    </a:lnTo>
                    <a:cubicBezTo>
                      <a:pt x="1106" y="-97"/>
                      <a:pt x="9" y="536"/>
                      <a:pt x="9" y="1344"/>
                    </a:cubicBezTo>
                    <a:cubicBezTo>
                      <a:pt x="-113" y="2129"/>
                      <a:pt x="985" y="2784"/>
                      <a:pt x="2366" y="2828"/>
                    </a:cubicBezTo>
                    <a:lnTo>
                      <a:pt x="82630" y="5076"/>
                    </a:lnTo>
                    <a:lnTo>
                      <a:pt x="221457" y="8066"/>
                    </a:lnTo>
                    <a:lnTo>
                      <a:pt x="290788" y="9179"/>
                    </a:lnTo>
                    <a:lnTo>
                      <a:pt x="360120" y="10620"/>
                    </a:lnTo>
                    <a:lnTo>
                      <a:pt x="499149" y="14243"/>
                    </a:lnTo>
                    <a:lnTo>
                      <a:pt x="568685" y="15749"/>
                    </a:lnTo>
                    <a:lnTo>
                      <a:pt x="621272" y="16710"/>
                    </a:lnTo>
                    <a:lnTo>
                      <a:pt x="621272" y="139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6" name="Freeform: Shape 265">
                <a:extLst>
                  <a:ext uri="{FF2B5EF4-FFF2-40B4-BE49-F238E27FC236}">
                    <a16:creationId xmlns:a16="http://schemas.microsoft.com/office/drawing/2014/main" id="{B46FEF92-230D-4489-BC3A-F52F677BC470}"/>
                  </a:ext>
                </a:extLst>
              </p:cNvPr>
              <p:cNvSpPr/>
              <p:nvPr/>
            </p:nvSpPr>
            <p:spPr>
              <a:xfrm>
                <a:off x="6193811" y="5872658"/>
                <a:ext cx="55243" cy="209927"/>
              </a:xfrm>
              <a:custGeom>
                <a:avLst/>
                <a:gdLst>
                  <a:gd name="connsiteX0" fmla="*/ 2529 w 55243"/>
                  <a:gd name="connsiteY0" fmla="*/ 209928 h 209927"/>
                  <a:gd name="connsiteX1" fmla="*/ 2367 w 55243"/>
                  <a:gd name="connsiteY1" fmla="*/ 209928 h 209927"/>
                  <a:gd name="connsiteX2" fmla="*/ 9 w 55243"/>
                  <a:gd name="connsiteY2" fmla="*/ 208443 h 209927"/>
                  <a:gd name="connsiteX3" fmla="*/ 9844 w 55243"/>
                  <a:gd name="connsiteY3" fmla="*/ 126921 h 209927"/>
                  <a:gd name="connsiteX4" fmla="*/ 11917 w 55243"/>
                  <a:gd name="connsiteY4" fmla="*/ 120941 h 209927"/>
                  <a:gd name="connsiteX5" fmla="*/ 28986 w 55243"/>
                  <a:gd name="connsiteY5" fmla="*/ 81937 h 209927"/>
                  <a:gd name="connsiteX6" fmla="*/ 40284 w 55243"/>
                  <a:gd name="connsiteY6" fmla="*/ 57251 h 209927"/>
                  <a:gd name="connsiteX7" fmla="*/ 44754 w 55243"/>
                  <a:gd name="connsiteY7" fmla="*/ 46643 h 209927"/>
                  <a:gd name="connsiteX8" fmla="*/ 47721 w 55243"/>
                  <a:gd name="connsiteY8" fmla="*/ 38546 h 209927"/>
                  <a:gd name="connsiteX9" fmla="*/ 50200 w 55243"/>
                  <a:gd name="connsiteY9" fmla="*/ 1397 h 209927"/>
                  <a:gd name="connsiteX10" fmla="*/ 52760 w 55243"/>
                  <a:gd name="connsiteY10" fmla="*/ 0 h 209927"/>
                  <a:gd name="connsiteX11" fmla="*/ 55239 w 55243"/>
                  <a:gd name="connsiteY11" fmla="*/ 1441 h 209927"/>
                  <a:gd name="connsiteX12" fmla="*/ 52760 w 55243"/>
                  <a:gd name="connsiteY12" fmla="*/ 38851 h 209927"/>
                  <a:gd name="connsiteX13" fmla="*/ 49672 w 55243"/>
                  <a:gd name="connsiteY13" fmla="*/ 47211 h 209927"/>
                  <a:gd name="connsiteX14" fmla="*/ 39674 w 55243"/>
                  <a:gd name="connsiteY14" fmla="*/ 70063 h 209927"/>
                  <a:gd name="connsiteX15" fmla="*/ 23703 w 55243"/>
                  <a:gd name="connsiteY15" fmla="*/ 105400 h 209927"/>
                  <a:gd name="connsiteX16" fmla="*/ 14762 w 55243"/>
                  <a:gd name="connsiteY16" fmla="*/ 127205 h 209927"/>
                  <a:gd name="connsiteX17" fmla="*/ 5049 w 55243"/>
                  <a:gd name="connsiteY17" fmla="*/ 208640 h 209927"/>
                  <a:gd name="connsiteX18" fmla="*/ 2529 w 55243"/>
                  <a:gd name="connsiteY18" fmla="*/ 209906 h 20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5243" h="209927">
                    <a:moveTo>
                      <a:pt x="2529" y="209928"/>
                    </a:moveTo>
                    <a:lnTo>
                      <a:pt x="2367" y="209928"/>
                    </a:lnTo>
                    <a:cubicBezTo>
                      <a:pt x="985" y="209928"/>
                      <a:pt x="-112" y="209229"/>
                      <a:pt x="9" y="208443"/>
                    </a:cubicBezTo>
                    <a:lnTo>
                      <a:pt x="9844" y="126921"/>
                    </a:lnTo>
                    <a:lnTo>
                      <a:pt x="11917" y="120941"/>
                    </a:lnTo>
                    <a:lnTo>
                      <a:pt x="28986" y="81937"/>
                    </a:lnTo>
                    <a:lnTo>
                      <a:pt x="40284" y="57251"/>
                    </a:lnTo>
                    <a:lnTo>
                      <a:pt x="44754" y="46643"/>
                    </a:lnTo>
                    <a:lnTo>
                      <a:pt x="47721" y="38546"/>
                    </a:lnTo>
                    <a:lnTo>
                      <a:pt x="50200" y="1397"/>
                    </a:lnTo>
                    <a:cubicBezTo>
                      <a:pt x="50200" y="589"/>
                      <a:pt x="51582" y="65"/>
                      <a:pt x="52760" y="0"/>
                    </a:cubicBezTo>
                    <a:cubicBezTo>
                      <a:pt x="54264" y="65"/>
                      <a:pt x="55321" y="698"/>
                      <a:pt x="55239" y="1441"/>
                    </a:cubicBezTo>
                    <a:lnTo>
                      <a:pt x="52760" y="38851"/>
                    </a:lnTo>
                    <a:lnTo>
                      <a:pt x="49672" y="47211"/>
                    </a:lnTo>
                    <a:lnTo>
                      <a:pt x="39674" y="70063"/>
                    </a:lnTo>
                    <a:lnTo>
                      <a:pt x="23703" y="105400"/>
                    </a:lnTo>
                    <a:lnTo>
                      <a:pt x="14762" y="127205"/>
                    </a:lnTo>
                    <a:lnTo>
                      <a:pt x="5049" y="208640"/>
                    </a:lnTo>
                    <a:cubicBezTo>
                      <a:pt x="4968" y="209382"/>
                      <a:pt x="3870" y="209906"/>
                      <a:pt x="2529" y="2099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7" name="Freeform: Shape 266">
                <a:extLst>
                  <a:ext uri="{FF2B5EF4-FFF2-40B4-BE49-F238E27FC236}">
                    <a16:creationId xmlns:a16="http://schemas.microsoft.com/office/drawing/2014/main" id="{11328599-6B23-474B-91C2-C34ECC0C6FB6}"/>
                  </a:ext>
                </a:extLst>
              </p:cNvPr>
              <p:cNvSpPr/>
              <p:nvPr/>
            </p:nvSpPr>
            <p:spPr>
              <a:xfrm>
                <a:off x="4981457" y="5977688"/>
                <a:ext cx="7210542" cy="803260"/>
              </a:xfrm>
              <a:custGeom>
                <a:avLst/>
                <a:gdLst>
                  <a:gd name="connsiteX0" fmla="*/ 7210543 w 7210542"/>
                  <a:gd name="connsiteY0" fmla="*/ 800401 h 803260"/>
                  <a:gd name="connsiteX1" fmla="*/ 7154785 w 7210542"/>
                  <a:gd name="connsiteY1" fmla="*/ 799921 h 803260"/>
                  <a:gd name="connsiteX2" fmla="*/ 7087810 w 7210542"/>
                  <a:gd name="connsiteY2" fmla="*/ 782918 h 803260"/>
                  <a:gd name="connsiteX3" fmla="*/ 7086794 w 7210542"/>
                  <a:gd name="connsiteY3" fmla="*/ 782809 h 803260"/>
                  <a:gd name="connsiteX4" fmla="*/ 6904320 w 7210542"/>
                  <a:gd name="connsiteY4" fmla="*/ 780299 h 803260"/>
                  <a:gd name="connsiteX5" fmla="*/ 6818489 w 7210542"/>
                  <a:gd name="connsiteY5" fmla="*/ 779557 h 803260"/>
                  <a:gd name="connsiteX6" fmla="*/ 6756391 w 7210542"/>
                  <a:gd name="connsiteY6" fmla="*/ 761855 h 803260"/>
                  <a:gd name="connsiteX7" fmla="*/ 6755090 w 7210542"/>
                  <a:gd name="connsiteY7" fmla="*/ 761703 h 803260"/>
                  <a:gd name="connsiteX8" fmla="*/ 6660237 w 7210542"/>
                  <a:gd name="connsiteY8" fmla="*/ 760742 h 803260"/>
                  <a:gd name="connsiteX9" fmla="*/ 6480242 w 7210542"/>
                  <a:gd name="connsiteY9" fmla="*/ 760480 h 803260"/>
                  <a:gd name="connsiteX10" fmla="*/ 6300451 w 7210542"/>
                  <a:gd name="connsiteY10" fmla="*/ 760524 h 803260"/>
                  <a:gd name="connsiteX11" fmla="*/ 6121269 w 7210542"/>
                  <a:gd name="connsiteY11" fmla="*/ 758298 h 803260"/>
                  <a:gd name="connsiteX12" fmla="*/ 6067705 w 7210542"/>
                  <a:gd name="connsiteY12" fmla="*/ 740771 h 803260"/>
                  <a:gd name="connsiteX13" fmla="*/ 6066405 w 7210542"/>
                  <a:gd name="connsiteY13" fmla="*/ 740553 h 803260"/>
                  <a:gd name="connsiteX14" fmla="*/ 5889376 w 7210542"/>
                  <a:gd name="connsiteY14" fmla="*/ 737737 h 803260"/>
                  <a:gd name="connsiteX15" fmla="*/ 5838983 w 7210542"/>
                  <a:gd name="connsiteY15" fmla="*/ 720254 h 803260"/>
                  <a:gd name="connsiteX16" fmla="*/ 5788955 w 7210542"/>
                  <a:gd name="connsiteY16" fmla="*/ 702509 h 803260"/>
                  <a:gd name="connsiteX17" fmla="*/ 5740146 w 7210542"/>
                  <a:gd name="connsiteY17" fmla="*/ 685681 h 803260"/>
                  <a:gd name="connsiteX18" fmla="*/ 5692435 w 7210542"/>
                  <a:gd name="connsiteY18" fmla="*/ 669900 h 803260"/>
                  <a:gd name="connsiteX19" fmla="*/ 5691134 w 7210542"/>
                  <a:gd name="connsiteY19" fmla="*/ 669747 h 803260"/>
                  <a:gd name="connsiteX20" fmla="*/ 5521869 w 7210542"/>
                  <a:gd name="connsiteY20" fmla="*/ 669311 h 803260"/>
                  <a:gd name="connsiteX21" fmla="*/ 5476719 w 7210542"/>
                  <a:gd name="connsiteY21" fmla="*/ 664094 h 803260"/>
                  <a:gd name="connsiteX22" fmla="*/ 5309240 w 7210542"/>
                  <a:gd name="connsiteY22" fmla="*/ 664465 h 803260"/>
                  <a:gd name="connsiteX23" fmla="*/ 5266975 w 7210542"/>
                  <a:gd name="connsiteY23" fmla="*/ 661431 h 803260"/>
                  <a:gd name="connsiteX24" fmla="*/ 5101571 w 7210542"/>
                  <a:gd name="connsiteY24" fmla="*/ 662763 h 803260"/>
                  <a:gd name="connsiteX25" fmla="*/ 5061703 w 7210542"/>
                  <a:gd name="connsiteY25" fmla="*/ 658616 h 803260"/>
                  <a:gd name="connsiteX26" fmla="*/ 4898371 w 7210542"/>
                  <a:gd name="connsiteY26" fmla="*/ 658725 h 803260"/>
                  <a:gd name="connsiteX27" fmla="*/ 4862039 w 7210542"/>
                  <a:gd name="connsiteY27" fmla="*/ 644232 h 803260"/>
                  <a:gd name="connsiteX28" fmla="*/ 4860535 w 7210542"/>
                  <a:gd name="connsiteY28" fmla="*/ 643970 h 803260"/>
                  <a:gd name="connsiteX29" fmla="*/ 4536878 w 7210542"/>
                  <a:gd name="connsiteY29" fmla="*/ 643184 h 803260"/>
                  <a:gd name="connsiteX30" fmla="*/ 3613171 w 7210542"/>
                  <a:gd name="connsiteY30" fmla="*/ 238630 h 803260"/>
                  <a:gd name="connsiteX31" fmla="*/ 3611789 w 7210542"/>
                  <a:gd name="connsiteY31" fmla="*/ 238368 h 803260"/>
                  <a:gd name="connsiteX32" fmla="*/ 3496696 w 7210542"/>
                  <a:gd name="connsiteY32" fmla="*/ 234111 h 803260"/>
                  <a:gd name="connsiteX33" fmla="*/ 3481213 w 7210542"/>
                  <a:gd name="connsiteY33" fmla="*/ 230903 h 803260"/>
                  <a:gd name="connsiteX34" fmla="*/ 3479750 w 7210542"/>
                  <a:gd name="connsiteY34" fmla="*/ 230794 h 803260"/>
                  <a:gd name="connsiteX35" fmla="*/ 3138130 w 7210542"/>
                  <a:gd name="connsiteY35" fmla="*/ 230161 h 803260"/>
                  <a:gd name="connsiteX36" fmla="*/ 3074731 w 7210542"/>
                  <a:gd name="connsiteY36" fmla="*/ 195479 h 803260"/>
                  <a:gd name="connsiteX37" fmla="*/ 3072943 w 7210542"/>
                  <a:gd name="connsiteY37" fmla="*/ 195064 h 803260"/>
                  <a:gd name="connsiteX38" fmla="*/ 2963784 w 7210542"/>
                  <a:gd name="connsiteY38" fmla="*/ 194889 h 803260"/>
                  <a:gd name="connsiteX39" fmla="*/ 2639233 w 7210542"/>
                  <a:gd name="connsiteY39" fmla="*/ 5238 h 803260"/>
                  <a:gd name="connsiteX40" fmla="*/ 2637364 w 7210542"/>
                  <a:gd name="connsiteY40" fmla="*/ 4824 h 803260"/>
                  <a:gd name="connsiteX41" fmla="*/ 2285340 w 7210542"/>
                  <a:gd name="connsiteY41" fmla="*/ 4300 h 803260"/>
                  <a:gd name="connsiteX42" fmla="*/ 2280666 w 7210542"/>
                  <a:gd name="connsiteY42" fmla="*/ 633 h 803260"/>
                  <a:gd name="connsiteX43" fmla="*/ 2278472 w 7210542"/>
                  <a:gd name="connsiteY43" fmla="*/ 0 h 803260"/>
                  <a:gd name="connsiteX44" fmla="*/ 2193047 w 7210542"/>
                  <a:gd name="connsiteY44" fmla="*/ 2074 h 803260"/>
                  <a:gd name="connsiteX45" fmla="*/ 2024960 w 7210542"/>
                  <a:gd name="connsiteY45" fmla="*/ 10586 h 803260"/>
                  <a:gd name="connsiteX46" fmla="*/ 1972168 w 7210542"/>
                  <a:gd name="connsiteY46" fmla="*/ 14951 h 803260"/>
                  <a:gd name="connsiteX47" fmla="*/ 1943192 w 7210542"/>
                  <a:gd name="connsiteY47" fmla="*/ 19382 h 803260"/>
                  <a:gd name="connsiteX48" fmla="*/ 1028711 w 7210542"/>
                  <a:gd name="connsiteY48" fmla="*/ 65894 h 803260"/>
                  <a:gd name="connsiteX49" fmla="*/ 932516 w 7210542"/>
                  <a:gd name="connsiteY49" fmla="*/ 68295 h 803260"/>
                  <a:gd name="connsiteX50" fmla="*/ 170556 w 7210542"/>
                  <a:gd name="connsiteY50" fmla="*/ 67182 h 803260"/>
                  <a:gd name="connsiteX51" fmla="*/ 170556 w 7210542"/>
                  <a:gd name="connsiteY51" fmla="*/ 67182 h 803260"/>
                  <a:gd name="connsiteX52" fmla="*/ 168524 w 7210542"/>
                  <a:gd name="connsiteY52" fmla="*/ 67706 h 803260"/>
                  <a:gd name="connsiteX53" fmla="*/ 162225 w 7210542"/>
                  <a:gd name="connsiteY53" fmla="*/ 72290 h 803260"/>
                  <a:gd name="connsiteX54" fmla="*/ 68428 w 7210542"/>
                  <a:gd name="connsiteY54" fmla="*/ 72180 h 803260"/>
                  <a:gd name="connsiteX55" fmla="*/ 3160 w 7210542"/>
                  <a:gd name="connsiteY55" fmla="*/ 63079 h 803260"/>
                  <a:gd name="connsiteX56" fmla="*/ 72 w 7210542"/>
                  <a:gd name="connsiteY56" fmla="*/ 64105 h 803260"/>
                  <a:gd name="connsiteX57" fmla="*/ 1900 w 7210542"/>
                  <a:gd name="connsiteY57" fmla="*/ 65807 h 803260"/>
                  <a:gd name="connsiteX58" fmla="*/ 67818 w 7210542"/>
                  <a:gd name="connsiteY58" fmla="*/ 74974 h 803260"/>
                  <a:gd name="connsiteX59" fmla="*/ 163526 w 7210542"/>
                  <a:gd name="connsiteY59" fmla="*/ 75127 h 803260"/>
                  <a:gd name="connsiteX60" fmla="*/ 163526 w 7210542"/>
                  <a:gd name="connsiteY60" fmla="*/ 75127 h 803260"/>
                  <a:gd name="connsiteX61" fmla="*/ 165517 w 7210542"/>
                  <a:gd name="connsiteY61" fmla="*/ 74538 h 803260"/>
                  <a:gd name="connsiteX62" fmla="*/ 171816 w 7210542"/>
                  <a:gd name="connsiteY62" fmla="*/ 69998 h 803260"/>
                  <a:gd name="connsiteX63" fmla="*/ 932678 w 7210542"/>
                  <a:gd name="connsiteY63" fmla="*/ 71111 h 803260"/>
                  <a:gd name="connsiteX64" fmla="*/ 1029076 w 7210542"/>
                  <a:gd name="connsiteY64" fmla="*/ 68710 h 803260"/>
                  <a:gd name="connsiteX65" fmla="*/ 1944208 w 7210542"/>
                  <a:gd name="connsiteY65" fmla="*/ 22088 h 803260"/>
                  <a:gd name="connsiteX66" fmla="*/ 1973266 w 7210542"/>
                  <a:gd name="connsiteY66" fmla="*/ 17723 h 803260"/>
                  <a:gd name="connsiteX67" fmla="*/ 2025569 w 7210542"/>
                  <a:gd name="connsiteY67" fmla="*/ 13358 h 803260"/>
                  <a:gd name="connsiteX68" fmla="*/ 2193453 w 7210542"/>
                  <a:gd name="connsiteY68" fmla="*/ 4889 h 803260"/>
                  <a:gd name="connsiteX69" fmla="*/ 2277293 w 7210542"/>
                  <a:gd name="connsiteY69" fmla="*/ 2859 h 803260"/>
                  <a:gd name="connsiteX70" fmla="*/ 2281967 w 7210542"/>
                  <a:gd name="connsiteY70" fmla="*/ 6548 h 803260"/>
                  <a:gd name="connsiteX71" fmla="*/ 2284040 w 7210542"/>
                  <a:gd name="connsiteY71" fmla="*/ 7137 h 803260"/>
                  <a:gd name="connsiteX72" fmla="*/ 2636266 w 7210542"/>
                  <a:gd name="connsiteY72" fmla="*/ 7683 h 803260"/>
                  <a:gd name="connsiteX73" fmla="*/ 2960818 w 7210542"/>
                  <a:gd name="connsiteY73" fmla="*/ 197334 h 803260"/>
                  <a:gd name="connsiteX74" fmla="*/ 2962606 w 7210542"/>
                  <a:gd name="connsiteY74" fmla="*/ 197748 h 803260"/>
                  <a:gd name="connsiteX75" fmla="*/ 3071846 w 7210542"/>
                  <a:gd name="connsiteY75" fmla="*/ 197901 h 803260"/>
                  <a:gd name="connsiteX76" fmla="*/ 3135244 w 7210542"/>
                  <a:gd name="connsiteY76" fmla="*/ 232649 h 803260"/>
                  <a:gd name="connsiteX77" fmla="*/ 3137033 w 7210542"/>
                  <a:gd name="connsiteY77" fmla="*/ 233020 h 803260"/>
                  <a:gd name="connsiteX78" fmla="*/ 3479831 w 7210542"/>
                  <a:gd name="connsiteY78" fmla="*/ 233653 h 803260"/>
                  <a:gd name="connsiteX79" fmla="*/ 3495315 w 7210542"/>
                  <a:gd name="connsiteY79" fmla="*/ 236862 h 803260"/>
                  <a:gd name="connsiteX80" fmla="*/ 3496006 w 7210542"/>
                  <a:gd name="connsiteY80" fmla="*/ 236927 h 803260"/>
                  <a:gd name="connsiteX81" fmla="*/ 3610610 w 7210542"/>
                  <a:gd name="connsiteY81" fmla="*/ 241183 h 803260"/>
                  <a:gd name="connsiteX82" fmla="*/ 4534439 w 7210542"/>
                  <a:gd name="connsiteY82" fmla="*/ 645738 h 803260"/>
                  <a:gd name="connsiteX83" fmla="*/ 4536024 w 7210542"/>
                  <a:gd name="connsiteY83" fmla="*/ 646066 h 803260"/>
                  <a:gd name="connsiteX84" fmla="*/ 4859763 w 7210542"/>
                  <a:gd name="connsiteY84" fmla="*/ 646873 h 803260"/>
                  <a:gd name="connsiteX85" fmla="*/ 4896095 w 7210542"/>
                  <a:gd name="connsiteY85" fmla="*/ 661366 h 803260"/>
                  <a:gd name="connsiteX86" fmla="*/ 4897599 w 7210542"/>
                  <a:gd name="connsiteY86" fmla="*/ 661628 h 803260"/>
                  <a:gd name="connsiteX87" fmla="*/ 5061214 w 7210542"/>
                  <a:gd name="connsiteY87" fmla="*/ 661453 h 803260"/>
                  <a:gd name="connsiteX88" fmla="*/ 5101082 w 7210542"/>
                  <a:gd name="connsiteY88" fmla="*/ 665600 h 803260"/>
                  <a:gd name="connsiteX89" fmla="*/ 5266690 w 7210542"/>
                  <a:gd name="connsiteY89" fmla="*/ 664269 h 803260"/>
                  <a:gd name="connsiteX90" fmla="*/ 5308957 w 7210542"/>
                  <a:gd name="connsiteY90" fmla="*/ 667368 h 803260"/>
                  <a:gd name="connsiteX91" fmla="*/ 5476149 w 7210542"/>
                  <a:gd name="connsiteY91" fmla="*/ 666954 h 803260"/>
                  <a:gd name="connsiteX92" fmla="*/ 5521301 w 7210542"/>
                  <a:gd name="connsiteY92" fmla="*/ 672170 h 803260"/>
                  <a:gd name="connsiteX93" fmla="*/ 5690485 w 7210542"/>
                  <a:gd name="connsiteY93" fmla="*/ 672607 h 803260"/>
                  <a:gd name="connsiteX94" fmla="*/ 5737505 w 7210542"/>
                  <a:gd name="connsiteY94" fmla="*/ 688169 h 803260"/>
                  <a:gd name="connsiteX95" fmla="*/ 5786314 w 7210542"/>
                  <a:gd name="connsiteY95" fmla="*/ 705019 h 803260"/>
                  <a:gd name="connsiteX96" fmla="*/ 5836220 w 7210542"/>
                  <a:gd name="connsiteY96" fmla="*/ 722699 h 803260"/>
                  <a:gd name="connsiteX97" fmla="*/ 5887344 w 7210542"/>
                  <a:gd name="connsiteY97" fmla="*/ 740378 h 803260"/>
                  <a:gd name="connsiteX98" fmla="*/ 5888645 w 7210542"/>
                  <a:gd name="connsiteY98" fmla="*/ 740596 h 803260"/>
                  <a:gd name="connsiteX99" fmla="*/ 6065633 w 7210542"/>
                  <a:gd name="connsiteY99" fmla="*/ 743434 h 803260"/>
                  <a:gd name="connsiteX100" fmla="*/ 6119318 w 7210542"/>
                  <a:gd name="connsiteY100" fmla="*/ 760961 h 803260"/>
                  <a:gd name="connsiteX101" fmla="*/ 6120497 w 7210542"/>
                  <a:gd name="connsiteY101" fmla="*/ 761179 h 803260"/>
                  <a:gd name="connsiteX102" fmla="*/ 6300369 w 7210542"/>
                  <a:gd name="connsiteY102" fmla="*/ 763471 h 803260"/>
                  <a:gd name="connsiteX103" fmla="*/ 6480242 w 7210542"/>
                  <a:gd name="connsiteY103" fmla="*/ 763405 h 803260"/>
                  <a:gd name="connsiteX104" fmla="*/ 6660115 w 7210542"/>
                  <a:gd name="connsiteY104" fmla="*/ 763623 h 803260"/>
                  <a:gd name="connsiteX105" fmla="*/ 6754359 w 7210542"/>
                  <a:gd name="connsiteY105" fmla="*/ 764584 h 803260"/>
                  <a:gd name="connsiteX106" fmla="*/ 6816172 w 7210542"/>
                  <a:gd name="connsiteY106" fmla="*/ 782176 h 803260"/>
                  <a:gd name="connsiteX107" fmla="*/ 6816782 w 7210542"/>
                  <a:gd name="connsiteY107" fmla="*/ 782329 h 803260"/>
                  <a:gd name="connsiteX108" fmla="*/ 6817878 w 7210542"/>
                  <a:gd name="connsiteY108" fmla="*/ 782481 h 803260"/>
                  <a:gd name="connsiteX109" fmla="*/ 6904199 w 7210542"/>
                  <a:gd name="connsiteY109" fmla="*/ 783223 h 803260"/>
                  <a:gd name="connsiteX110" fmla="*/ 7086063 w 7210542"/>
                  <a:gd name="connsiteY110" fmla="*/ 785668 h 803260"/>
                  <a:gd name="connsiteX111" fmla="*/ 7153119 w 7210542"/>
                  <a:gd name="connsiteY111" fmla="*/ 802671 h 803260"/>
                  <a:gd name="connsiteX112" fmla="*/ 7154135 w 7210542"/>
                  <a:gd name="connsiteY112" fmla="*/ 802846 h 803260"/>
                  <a:gd name="connsiteX113" fmla="*/ 7210502 w 7210542"/>
                  <a:gd name="connsiteY113" fmla="*/ 803260 h 803260"/>
                  <a:gd name="connsiteX114" fmla="*/ 7210502 w 7210542"/>
                  <a:gd name="connsiteY114" fmla="*/ 800488 h 803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7210542" h="803260">
                    <a:moveTo>
                      <a:pt x="7210543" y="800401"/>
                    </a:moveTo>
                    <a:lnTo>
                      <a:pt x="7154785" y="799921"/>
                    </a:lnTo>
                    <a:lnTo>
                      <a:pt x="7087810" y="782918"/>
                    </a:lnTo>
                    <a:cubicBezTo>
                      <a:pt x="7087525" y="782809"/>
                      <a:pt x="7087118" y="782809"/>
                      <a:pt x="7086794" y="782809"/>
                    </a:cubicBezTo>
                    <a:lnTo>
                      <a:pt x="6904320" y="780299"/>
                    </a:lnTo>
                    <a:lnTo>
                      <a:pt x="6818489" y="779557"/>
                    </a:lnTo>
                    <a:lnTo>
                      <a:pt x="6756391" y="761855"/>
                    </a:lnTo>
                    <a:cubicBezTo>
                      <a:pt x="6755984" y="761746"/>
                      <a:pt x="6755578" y="761703"/>
                      <a:pt x="6755090" y="761703"/>
                    </a:cubicBezTo>
                    <a:lnTo>
                      <a:pt x="6660237" y="760742"/>
                    </a:lnTo>
                    <a:lnTo>
                      <a:pt x="6480242" y="760480"/>
                    </a:lnTo>
                    <a:lnTo>
                      <a:pt x="6300451" y="760524"/>
                    </a:lnTo>
                    <a:lnTo>
                      <a:pt x="6121269" y="758298"/>
                    </a:lnTo>
                    <a:lnTo>
                      <a:pt x="6067705" y="740771"/>
                    </a:lnTo>
                    <a:cubicBezTo>
                      <a:pt x="6067298" y="740618"/>
                      <a:pt x="6066893" y="740553"/>
                      <a:pt x="6066405" y="740553"/>
                    </a:cubicBezTo>
                    <a:lnTo>
                      <a:pt x="5889376" y="737737"/>
                    </a:lnTo>
                    <a:lnTo>
                      <a:pt x="5838983" y="720254"/>
                    </a:lnTo>
                    <a:lnTo>
                      <a:pt x="5788955" y="702509"/>
                    </a:lnTo>
                    <a:lnTo>
                      <a:pt x="5740146" y="685681"/>
                    </a:lnTo>
                    <a:lnTo>
                      <a:pt x="5692435" y="669900"/>
                    </a:lnTo>
                    <a:cubicBezTo>
                      <a:pt x="5692029" y="669791"/>
                      <a:pt x="5691663" y="669747"/>
                      <a:pt x="5691134" y="669747"/>
                    </a:cubicBezTo>
                    <a:lnTo>
                      <a:pt x="5521869" y="669311"/>
                    </a:lnTo>
                    <a:lnTo>
                      <a:pt x="5476719" y="664094"/>
                    </a:lnTo>
                    <a:lnTo>
                      <a:pt x="5309240" y="664465"/>
                    </a:lnTo>
                    <a:lnTo>
                      <a:pt x="5266975" y="661431"/>
                    </a:lnTo>
                    <a:lnTo>
                      <a:pt x="5101571" y="662763"/>
                    </a:lnTo>
                    <a:lnTo>
                      <a:pt x="5061703" y="658616"/>
                    </a:lnTo>
                    <a:lnTo>
                      <a:pt x="4898371" y="658725"/>
                    </a:lnTo>
                    <a:lnTo>
                      <a:pt x="4862039" y="644232"/>
                    </a:lnTo>
                    <a:cubicBezTo>
                      <a:pt x="4861632" y="644079"/>
                      <a:pt x="4861144" y="643970"/>
                      <a:pt x="4860535" y="643970"/>
                    </a:cubicBezTo>
                    <a:lnTo>
                      <a:pt x="4536878" y="643184"/>
                    </a:lnTo>
                    <a:lnTo>
                      <a:pt x="3613171" y="238630"/>
                    </a:lnTo>
                    <a:cubicBezTo>
                      <a:pt x="3612764" y="238477"/>
                      <a:pt x="3612277" y="238368"/>
                      <a:pt x="3611789" y="238368"/>
                    </a:cubicBezTo>
                    <a:lnTo>
                      <a:pt x="3496696" y="234111"/>
                    </a:lnTo>
                    <a:lnTo>
                      <a:pt x="3481213" y="230903"/>
                    </a:lnTo>
                    <a:cubicBezTo>
                      <a:pt x="3480928" y="230859"/>
                      <a:pt x="3480035" y="230794"/>
                      <a:pt x="3479750" y="230794"/>
                    </a:cubicBezTo>
                    <a:lnTo>
                      <a:pt x="3138130" y="230161"/>
                    </a:lnTo>
                    <a:lnTo>
                      <a:pt x="3074731" y="195479"/>
                    </a:lnTo>
                    <a:cubicBezTo>
                      <a:pt x="3074244" y="195217"/>
                      <a:pt x="3073635" y="195064"/>
                      <a:pt x="3072943" y="195064"/>
                    </a:cubicBezTo>
                    <a:lnTo>
                      <a:pt x="2963784" y="194889"/>
                    </a:lnTo>
                    <a:lnTo>
                      <a:pt x="2639233" y="5238"/>
                    </a:lnTo>
                    <a:cubicBezTo>
                      <a:pt x="2638746" y="4976"/>
                      <a:pt x="2638055" y="4824"/>
                      <a:pt x="2637364" y="4824"/>
                    </a:cubicBezTo>
                    <a:lnTo>
                      <a:pt x="2285340" y="4300"/>
                    </a:lnTo>
                    <a:lnTo>
                      <a:pt x="2280666" y="633"/>
                    </a:lnTo>
                    <a:cubicBezTo>
                      <a:pt x="2280179" y="218"/>
                      <a:pt x="2279366" y="0"/>
                      <a:pt x="2278472" y="0"/>
                    </a:cubicBezTo>
                    <a:lnTo>
                      <a:pt x="2193047" y="2074"/>
                    </a:lnTo>
                    <a:lnTo>
                      <a:pt x="2024960" y="10586"/>
                    </a:lnTo>
                    <a:lnTo>
                      <a:pt x="1972168" y="14951"/>
                    </a:lnTo>
                    <a:lnTo>
                      <a:pt x="1943192" y="19382"/>
                    </a:lnTo>
                    <a:lnTo>
                      <a:pt x="1028711" y="65894"/>
                    </a:lnTo>
                    <a:lnTo>
                      <a:pt x="932516" y="68295"/>
                    </a:lnTo>
                    <a:lnTo>
                      <a:pt x="170556" y="67182"/>
                    </a:lnTo>
                    <a:lnTo>
                      <a:pt x="170556" y="67182"/>
                    </a:lnTo>
                    <a:cubicBezTo>
                      <a:pt x="169744" y="67182"/>
                      <a:pt x="169012" y="67335"/>
                      <a:pt x="168524" y="67706"/>
                    </a:cubicBezTo>
                    <a:lnTo>
                      <a:pt x="162225" y="72290"/>
                    </a:lnTo>
                    <a:lnTo>
                      <a:pt x="68428" y="72180"/>
                    </a:lnTo>
                    <a:lnTo>
                      <a:pt x="3160" y="63079"/>
                    </a:lnTo>
                    <a:cubicBezTo>
                      <a:pt x="1819" y="62860"/>
                      <a:pt x="437" y="63341"/>
                      <a:pt x="72" y="64105"/>
                    </a:cubicBezTo>
                    <a:cubicBezTo>
                      <a:pt x="-254" y="64847"/>
                      <a:pt x="559" y="65589"/>
                      <a:pt x="1900" y="65807"/>
                    </a:cubicBezTo>
                    <a:lnTo>
                      <a:pt x="67818" y="74974"/>
                    </a:lnTo>
                    <a:lnTo>
                      <a:pt x="163526" y="75127"/>
                    </a:lnTo>
                    <a:lnTo>
                      <a:pt x="163526" y="75127"/>
                    </a:lnTo>
                    <a:cubicBezTo>
                      <a:pt x="164298" y="75127"/>
                      <a:pt x="165070" y="74909"/>
                      <a:pt x="165517" y="74538"/>
                    </a:cubicBezTo>
                    <a:lnTo>
                      <a:pt x="171816" y="69998"/>
                    </a:lnTo>
                    <a:lnTo>
                      <a:pt x="932678" y="71111"/>
                    </a:lnTo>
                    <a:lnTo>
                      <a:pt x="1029076" y="68710"/>
                    </a:lnTo>
                    <a:lnTo>
                      <a:pt x="1944208" y="22088"/>
                    </a:lnTo>
                    <a:lnTo>
                      <a:pt x="1973266" y="17723"/>
                    </a:lnTo>
                    <a:lnTo>
                      <a:pt x="2025569" y="13358"/>
                    </a:lnTo>
                    <a:lnTo>
                      <a:pt x="2193453" y="4889"/>
                    </a:lnTo>
                    <a:lnTo>
                      <a:pt x="2277293" y="2859"/>
                    </a:lnTo>
                    <a:lnTo>
                      <a:pt x="2281967" y="6548"/>
                    </a:lnTo>
                    <a:cubicBezTo>
                      <a:pt x="2282455" y="6919"/>
                      <a:pt x="2283267" y="7137"/>
                      <a:pt x="2284040" y="7137"/>
                    </a:cubicBezTo>
                    <a:lnTo>
                      <a:pt x="2636266" y="7683"/>
                    </a:lnTo>
                    <a:lnTo>
                      <a:pt x="2960818" y="197334"/>
                    </a:lnTo>
                    <a:cubicBezTo>
                      <a:pt x="2961305" y="197596"/>
                      <a:pt x="2961915" y="197748"/>
                      <a:pt x="2962606" y="197748"/>
                    </a:cubicBezTo>
                    <a:lnTo>
                      <a:pt x="3071846" y="197901"/>
                    </a:lnTo>
                    <a:lnTo>
                      <a:pt x="3135244" y="232649"/>
                    </a:lnTo>
                    <a:cubicBezTo>
                      <a:pt x="3135732" y="232867"/>
                      <a:pt x="3136342" y="233020"/>
                      <a:pt x="3137033" y="233020"/>
                    </a:cubicBezTo>
                    <a:lnTo>
                      <a:pt x="3479831" y="233653"/>
                    </a:lnTo>
                    <a:lnTo>
                      <a:pt x="3495315" y="236862"/>
                    </a:lnTo>
                    <a:cubicBezTo>
                      <a:pt x="3495315" y="236862"/>
                      <a:pt x="3495802" y="236927"/>
                      <a:pt x="3496006" y="236927"/>
                    </a:cubicBezTo>
                    <a:lnTo>
                      <a:pt x="3610610" y="241183"/>
                    </a:lnTo>
                    <a:lnTo>
                      <a:pt x="4534439" y="645738"/>
                    </a:lnTo>
                    <a:cubicBezTo>
                      <a:pt x="4534926" y="645956"/>
                      <a:pt x="4535455" y="646066"/>
                      <a:pt x="4536024" y="646066"/>
                    </a:cubicBezTo>
                    <a:lnTo>
                      <a:pt x="4859763" y="646873"/>
                    </a:lnTo>
                    <a:lnTo>
                      <a:pt x="4896095" y="661366"/>
                    </a:lnTo>
                    <a:cubicBezTo>
                      <a:pt x="4896583" y="661519"/>
                      <a:pt x="4897070" y="661628"/>
                      <a:pt x="4897599" y="661628"/>
                    </a:cubicBezTo>
                    <a:lnTo>
                      <a:pt x="5061214" y="661453"/>
                    </a:lnTo>
                    <a:lnTo>
                      <a:pt x="5101082" y="665600"/>
                    </a:lnTo>
                    <a:lnTo>
                      <a:pt x="5266690" y="664269"/>
                    </a:lnTo>
                    <a:lnTo>
                      <a:pt x="5308957" y="667368"/>
                    </a:lnTo>
                    <a:lnTo>
                      <a:pt x="5476149" y="666954"/>
                    </a:lnTo>
                    <a:lnTo>
                      <a:pt x="5521301" y="672170"/>
                    </a:lnTo>
                    <a:lnTo>
                      <a:pt x="5690485" y="672607"/>
                    </a:lnTo>
                    <a:lnTo>
                      <a:pt x="5737505" y="688169"/>
                    </a:lnTo>
                    <a:lnTo>
                      <a:pt x="5786314" y="705019"/>
                    </a:lnTo>
                    <a:lnTo>
                      <a:pt x="5836220" y="722699"/>
                    </a:lnTo>
                    <a:lnTo>
                      <a:pt x="5887344" y="740378"/>
                    </a:lnTo>
                    <a:cubicBezTo>
                      <a:pt x="5887751" y="740553"/>
                      <a:pt x="5888117" y="740596"/>
                      <a:pt x="5888645" y="740596"/>
                    </a:cubicBezTo>
                    <a:lnTo>
                      <a:pt x="6065633" y="743434"/>
                    </a:lnTo>
                    <a:lnTo>
                      <a:pt x="6119318" y="760961"/>
                    </a:lnTo>
                    <a:cubicBezTo>
                      <a:pt x="6119725" y="761113"/>
                      <a:pt x="6120090" y="761179"/>
                      <a:pt x="6120497" y="761179"/>
                    </a:cubicBezTo>
                    <a:lnTo>
                      <a:pt x="6300369" y="763471"/>
                    </a:lnTo>
                    <a:lnTo>
                      <a:pt x="6480242" y="763405"/>
                    </a:lnTo>
                    <a:lnTo>
                      <a:pt x="6660115" y="763623"/>
                    </a:lnTo>
                    <a:lnTo>
                      <a:pt x="6754359" y="764584"/>
                    </a:lnTo>
                    <a:lnTo>
                      <a:pt x="6816172" y="782176"/>
                    </a:lnTo>
                    <a:lnTo>
                      <a:pt x="6816782" y="782329"/>
                    </a:lnTo>
                    <a:cubicBezTo>
                      <a:pt x="6817188" y="782438"/>
                      <a:pt x="6817473" y="782481"/>
                      <a:pt x="6817878" y="782481"/>
                    </a:cubicBezTo>
                    <a:lnTo>
                      <a:pt x="6904199" y="783223"/>
                    </a:lnTo>
                    <a:lnTo>
                      <a:pt x="7086063" y="785668"/>
                    </a:lnTo>
                    <a:lnTo>
                      <a:pt x="7153119" y="802671"/>
                    </a:lnTo>
                    <a:cubicBezTo>
                      <a:pt x="7153443" y="802780"/>
                      <a:pt x="7153809" y="802780"/>
                      <a:pt x="7154135" y="802846"/>
                    </a:cubicBezTo>
                    <a:lnTo>
                      <a:pt x="7210502" y="803260"/>
                    </a:lnTo>
                    <a:lnTo>
                      <a:pt x="7210502" y="80048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8" name="Freeform: Shape 267">
                <a:extLst>
                  <a:ext uri="{FF2B5EF4-FFF2-40B4-BE49-F238E27FC236}">
                    <a16:creationId xmlns:a16="http://schemas.microsoft.com/office/drawing/2014/main" id="{8825EF83-4B5E-4BBC-8720-51443C6BE21F}"/>
                  </a:ext>
                </a:extLst>
              </p:cNvPr>
              <p:cNvSpPr/>
              <p:nvPr/>
            </p:nvSpPr>
            <p:spPr>
              <a:xfrm>
                <a:off x="11423497" y="5773217"/>
                <a:ext cx="768502" cy="15627"/>
              </a:xfrm>
              <a:custGeom>
                <a:avLst/>
                <a:gdLst>
                  <a:gd name="connsiteX0" fmla="*/ 768503 w 768502"/>
                  <a:gd name="connsiteY0" fmla="*/ 11284 h 15627"/>
                  <a:gd name="connsiteX1" fmla="*/ 756879 w 768502"/>
                  <a:gd name="connsiteY1" fmla="*/ 11328 h 15627"/>
                  <a:gd name="connsiteX2" fmla="*/ 745094 w 768502"/>
                  <a:gd name="connsiteY2" fmla="*/ 12878 h 15627"/>
                  <a:gd name="connsiteX3" fmla="*/ 676047 w 768502"/>
                  <a:gd name="connsiteY3" fmla="*/ 12725 h 15627"/>
                  <a:gd name="connsiteX4" fmla="*/ 541326 w 768502"/>
                  <a:gd name="connsiteY4" fmla="*/ 10542 h 15627"/>
                  <a:gd name="connsiteX5" fmla="*/ 406563 w 768502"/>
                  <a:gd name="connsiteY5" fmla="*/ 8032 h 15627"/>
                  <a:gd name="connsiteX6" fmla="*/ 339101 w 768502"/>
                  <a:gd name="connsiteY6" fmla="*/ 6548 h 15627"/>
                  <a:gd name="connsiteX7" fmla="*/ 137201 w 768502"/>
                  <a:gd name="connsiteY7" fmla="*/ 3034 h 15627"/>
                  <a:gd name="connsiteX8" fmla="*/ 2683 w 768502"/>
                  <a:gd name="connsiteY8" fmla="*/ 0 h 15627"/>
                  <a:gd name="connsiteX9" fmla="*/ 2602 w 768502"/>
                  <a:gd name="connsiteY9" fmla="*/ 0 h 15627"/>
                  <a:gd name="connsiteX10" fmla="*/ 0 w 768502"/>
                  <a:gd name="connsiteY10" fmla="*/ 1331 h 15627"/>
                  <a:gd name="connsiteX11" fmla="*/ 2479 w 768502"/>
                  <a:gd name="connsiteY11" fmla="*/ 2816 h 15627"/>
                  <a:gd name="connsiteX12" fmla="*/ 136998 w 768502"/>
                  <a:gd name="connsiteY12" fmla="*/ 5849 h 15627"/>
                  <a:gd name="connsiteX13" fmla="*/ 338898 w 768502"/>
                  <a:gd name="connsiteY13" fmla="*/ 9364 h 15627"/>
                  <a:gd name="connsiteX14" fmla="*/ 406359 w 768502"/>
                  <a:gd name="connsiteY14" fmla="*/ 10848 h 15627"/>
                  <a:gd name="connsiteX15" fmla="*/ 473659 w 768502"/>
                  <a:gd name="connsiteY15" fmla="*/ 12114 h 15627"/>
                  <a:gd name="connsiteX16" fmla="*/ 676047 w 768502"/>
                  <a:gd name="connsiteY16" fmla="*/ 15475 h 15627"/>
                  <a:gd name="connsiteX17" fmla="*/ 745582 w 768502"/>
                  <a:gd name="connsiteY17" fmla="*/ 15628 h 15627"/>
                  <a:gd name="connsiteX18" fmla="*/ 757490 w 768502"/>
                  <a:gd name="connsiteY18" fmla="*/ 14078 h 15627"/>
                  <a:gd name="connsiteX19" fmla="*/ 768503 w 768502"/>
                  <a:gd name="connsiteY19" fmla="*/ 14034 h 15627"/>
                  <a:gd name="connsiteX20" fmla="*/ 768503 w 768502"/>
                  <a:gd name="connsiteY20" fmla="*/ 11262 h 1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8502" h="15627">
                    <a:moveTo>
                      <a:pt x="768503" y="11284"/>
                    </a:moveTo>
                    <a:lnTo>
                      <a:pt x="756879" y="11328"/>
                    </a:lnTo>
                    <a:lnTo>
                      <a:pt x="745094" y="12878"/>
                    </a:lnTo>
                    <a:lnTo>
                      <a:pt x="676047" y="12725"/>
                    </a:lnTo>
                    <a:lnTo>
                      <a:pt x="541326" y="10542"/>
                    </a:lnTo>
                    <a:lnTo>
                      <a:pt x="406563" y="8032"/>
                    </a:lnTo>
                    <a:lnTo>
                      <a:pt x="339101" y="6548"/>
                    </a:lnTo>
                    <a:lnTo>
                      <a:pt x="137201" y="3034"/>
                    </a:lnTo>
                    <a:lnTo>
                      <a:pt x="2683" y="0"/>
                    </a:lnTo>
                    <a:lnTo>
                      <a:pt x="2602" y="0"/>
                    </a:lnTo>
                    <a:cubicBezTo>
                      <a:pt x="1219" y="0"/>
                      <a:pt x="122" y="589"/>
                      <a:pt x="0" y="1331"/>
                    </a:cubicBezTo>
                    <a:cubicBezTo>
                      <a:pt x="0" y="2139"/>
                      <a:pt x="1097" y="2772"/>
                      <a:pt x="2479" y="2816"/>
                    </a:cubicBezTo>
                    <a:lnTo>
                      <a:pt x="136998" y="5849"/>
                    </a:lnTo>
                    <a:lnTo>
                      <a:pt x="338898" y="9364"/>
                    </a:lnTo>
                    <a:lnTo>
                      <a:pt x="406359" y="10848"/>
                    </a:lnTo>
                    <a:lnTo>
                      <a:pt x="473659" y="12114"/>
                    </a:lnTo>
                    <a:lnTo>
                      <a:pt x="676047" y="15475"/>
                    </a:lnTo>
                    <a:lnTo>
                      <a:pt x="745582" y="15628"/>
                    </a:lnTo>
                    <a:lnTo>
                      <a:pt x="757490" y="14078"/>
                    </a:lnTo>
                    <a:lnTo>
                      <a:pt x="768503" y="14034"/>
                    </a:lnTo>
                    <a:lnTo>
                      <a:pt x="768503" y="1126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69" name="Freeform: Shape 268">
                <a:extLst>
                  <a:ext uri="{FF2B5EF4-FFF2-40B4-BE49-F238E27FC236}">
                    <a16:creationId xmlns:a16="http://schemas.microsoft.com/office/drawing/2014/main" id="{CD82CCEF-29A6-427E-899C-67B8AF02FE3B}"/>
                  </a:ext>
                </a:extLst>
              </p:cNvPr>
              <p:cNvSpPr/>
              <p:nvPr/>
            </p:nvSpPr>
            <p:spPr>
              <a:xfrm>
                <a:off x="81" y="5994821"/>
                <a:ext cx="3830805" cy="202506"/>
              </a:xfrm>
              <a:custGeom>
                <a:avLst/>
                <a:gdLst>
                  <a:gd name="connsiteX0" fmla="*/ 3827760 w 3830805"/>
                  <a:gd name="connsiteY0" fmla="*/ 0 h 202506"/>
                  <a:gd name="connsiteX1" fmla="*/ 3768994 w 3830805"/>
                  <a:gd name="connsiteY1" fmla="*/ 5981 h 202506"/>
                  <a:gd name="connsiteX2" fmla="*/ 3650366 w 3830805"/>
                  <a:gd name="connsiteY2" fmla="*/ 18596 h 202506"/>
                  <a:gd name="connsiteX3" fmla="*/ 3648781 w 3830805"/>
                  <a:gd name="connsiteY3" fmla="*/ 19120 h 202506"/>
                  <a:gd name="connsiteX4" fmla="*/ 3628096 w 3830805"/>
                  <a:gd name="connsiteY4" fmla="*/ 34420 h 202506"/>
                  <a:gd name="connsiteX5" fmla="*/ 3608019 w 3830805"/>
                  <a:gd name="connsiteY5" fmla="*/ 46141 h 202506"/>
                  <a:gd name="connsiteX6" fmla="*/ 3371535 w 3830805"/>
                  <a:gd name="connsiteY6" fmla="*/ 59565 h 202506"/>
                  <a:gd name="connsiteX7" fmla="*/ 3370113 w 3830805"/>
                  <a:gd name="connsiteY7" fmla="*/ 59892 h 202506"/>
                  <a:gd name="connsiteX8" fmla="*/ 3347354 w 3830805"/>
                  <a:gd name="connsiteY8" fmla="*/ 71133 h 202506"/>
                  <a:gd name="connsiteX9" fmla="*/ 3324393 w 3830805"/>
                  <a:gd name="connsiteY9" fmla="*/ 80933 h 202506"/>
                  <a:gd name="connsiteX10" fmla="*/ 3301187 w 3830805"/>
                  <a:gd name="connsiteY10" fmla="*/ 89292 h 202506"/>
                  <a:gd name="connsiteX11" fmla="*/ 3287207 w 3830805"/>
                  <a:gd name="connsiteY11" fmla="*/ 91584 h 202506"/>
                  <a:gd name="connsiteX12" fmla="*/ 3253517 w 3830805"/>
                  <a:gd name="connsiteY12" fmla="*/ 91169 h 202506"/>
                  <a:gd name="connsiteX13" fmla="*/ 3227426 w 3830805"/>
                  <a:gd name="connsiteY13" fmla="*/ 92348 h 202506"/>
                  <a:gd name="connsiteX14" fmla="*/ 3128142 w 3830805"/>
                  <a:gd name="connsiteY14" fmla="*/ 85887 h 202506"/>
                  <a:gd name="connsiteX15" fmla="*/ 3002443 w 3830805"/>
                  <a:gd name="connsiteY15" fmla="*/ 76568 h 202506"/>
                  <a:gd name="connsiteX16" fmla="*/ 3000126 w 3830805"/>
                  <a:gd name="connsiteY16" fmla="*/ 77048 h 202506"/>
                  <a:gd name="connsiteX17" fmla="*/ 2973751 w 3830805"/>
                  <a:gd name="connsiteY17" fmla="*/ 95011 h 202506"/>
                  <a:gd name="connsiteX18" fmla="*/ 2848051 w 3830805"/>
                  <a:gd name="connsiteY18" fmla="*/ 95426 h 202506"/>
                  <a:gd name="connsiteX19" fmla="*/ 2846141 w 3830805"/>
                  <a:gd name="connsiteY19" fmla="*/ 95971 h 202506"/>
                  <a:gd name="connsiteX20" fmla="*/ 2817653 w 3830805"/>
                  <a:gd name="connsiteY20" fmla="*/ 115048 h 202506"/>
                  <a:gd name="connsiteX21" fmla="*/ 2789245 w 3830805"/>
                  <a:gd name="connsiteY21" fmla="*/ 130501 h 202506"/>
                  <a:gd name="connsiteX22" fmla="*/ 2661351 w 3830805"/>
                  <a:gd name="connsiteY22" fmla="*/ 134168 h 202506"/>
                  <a:gd name="connsiteX23" fmla="*/ 2532563 w 3830805"/>
                  <a:gd name="connsiteY23" fmla="*/ 134386 h 202506"/>
                  <a:gd name="connsiteX24" fmla="*/ 2404019 w 3830805"/>
                  <a:gd name="connsiteY24" fmla="*/ 132945 h 202506"/>
                  <a:gd name="connsiteX25" fmla="*/ 2275271 w 3830805"/>
                  <a:gd name="connsiteY25" fmla="*/ 123844 h 202506"/>
                  <a:gd name="connsiteX26" fmla="*/ 2146645 w 3830805"/>
                  <a:gd name="connsiteY26" fmla="*/ 119850 h 202506"/>
                  <a:gd name="connsiteX27" fmla="*/ 2018345 w 3830805"/>
                  <a:gd name="connsiteY27" fmla="*/ 117492 h 202506"/>
                  <a:gd name="connsiteX28" fmla="*/ 1890004 w 3830805"/>
                  <a:gd name="connsiteY28" fmla="*/ 108063 h 202506"/>
                  <a:gd name="connsiteX29" fmla="*/ 1761500 w 3830805"/>
                  <a:gd name="connsiteY29" fmla="*/ 98460 h 202506"/>
                  <a:gd name="connsiteX30" fmla="*/ 1633200 w 3830805"/>
                  <a:gd name="connsiteY30" fmla="*/ 94574 h 202506"/>
                  <a:gd name="connsiteX31" fmla="*/ 1632509 w 3830805"/>
                  <a:gd name="connsiteY31" fmla="*/ 94574 h 202506"/>
                  <a:gd name="connsiteX32" fmla="*/ 1503721 w 3830805"/>
                  <a:gd name="connsiteY32" fmla="*/ 109918 h 202506"/>
                  <a:gd name="connsiteX33" fmla="*/ 1375054 w 3830805"/>
                  <a:gd name="connsiteY33" fmla="*/ 127663 h 202506"/>
                  <a:gd name="connsiteX34" fmla="*/ 1253216 w 3830805"/>
                  <a:gd name="connsiteY34" fmla="*/ 142746 h 202506"/>
                  <a:gd name="connsiteX35" fmla="*/ 1117925 w 3830805"/>
                  <a:gd name="connsiteY35" fmla="*/ 156278 h 202506"/>
                  <a:gd name="connsiteX36" fmla="*/ 989503 w 3830805"/>
                  <a:gd name="connsiteY36" fmla="*/ 171360 h 202506"/>
                  <a:gd name="connsiteX37" fmla="*/ 861284 w 3830805"/>
                  <a:gd name="connsiteY37" fmla="*/ 184369 h 202506"/>
                  <a:gd name="connsiteX38" fmla="*/ 733064 w 3830805"/>
                  <a:gd name="connsiteY38" fmla="*/ 190502 h 202506"/>
                  <a:gd name="connsiteX39" fmla="*/ 605008 w 3830805"/>
                  <a:gd name="connsiteY39" fmla="*/ 195828 h 202506"/>
                  <a:gd name="connsiteX40" fmla="*/ 477073 w 3830805"/>
                  <a:gd name="connsiteY40" fmla="*/ 198927 h 202506"/>
                  <a:gd name="connsiteX41" fmla="*/ 349220 w 3830805"/>
                  <a:gd name="connsiteY41" fmla="*/ 199669 h 202506"/>
                  <a:gd name="connsiteX42" fmla="*/ 221407 w 3830805"/>
                  <a:gd name="connsiteY42" fmla="*/ 199254 h 202506"/>
                  <a:gd name="connsiteX43" fmla="*/ 93838 w 3830805"/>
                  <a:gd name="connsiteY43" fmla="*/ 197290 h 202506"/>
                  <a:gd name="connsiteX44" fmla="*/ 0 w 3830805"/>
                  <a:gd name="connsiteY44" fmla="*/ 192925 h 202506"/>
                  <a:gd name="connsiteX45" fmla="*/ 0 w 3830805"/>
                  <a:gd name="connsiteY45" fmla="*/ 195740 h 202506"/>
                  <a:gd name="connsiteX46" fmla="*/ 93553 w 3830805"/>
                  <a:gd name="connsiteY46" fmla="*/ 200106 h 202506"/>
                  <a:gd name="connsiteX47" fmla="*/ 221325 w 3830805"/>
                  <a:gd name="connsiteY47" fmla="*/ 202026 h 202506"/>
                  <a:gd name="connsiteX48" fmla="*/ 349179 w 3830805"/>
                  <a:gd name="connsiteY48" fmla="*/ 202507 h 202506"/>
                  <a:gd name="connsiteX49" fmla="*/ 477154 w 3830805"/>
                  <a:gd name="connsiteY49" fmla="*/ 201765 h 202506"/>
                  <a:gd name="connsiteX50" fmla="*/ 605252 w 3830805"/>
                  <a:gd name="connsiteY50" fmla="*/ 198622 h 202506"/>
                  <a:gd name="connsiteX51" fmla="*/ 733389 w 3830805"/>
                  <a:gd name="connsiteY51" fmla="*/ 193340 h 202506"/>
                  <a:gd name="connsiteX52" fmla="*/ 861893 w 3830805"/>
                  <a:gd name="connsiteY52" fmla="*/ 187206 h 202506"/>
                  <a:gd name="connsiteX53" fmla="*/ 990397 w 3830805"/>
                  <a:gd name="connsiteY53" fmla="*/ 174154 h 202506"/>
                  <a:gd name="connsiteX54" fmla="*/ 1118901 w 3830805"/>
                  <a:gd name="connsiteY54" fmla="*/ 159072 h 202506"/>
                  <a:gd name="connsiteX55" fmla="*/ 1249558 w 3830805"/>
                  <a:gd name="connsiteY55" fmla="*/ 146129 h 202506"/>
                  <a:gd name="connsiteX56" fmla="*/ 1376192 w 3830805"/>
                  <a:gd name="connsiteY56" fmla="*/ 130457 h 202506"/>
                  <a:gd name="connsiteX57" fmla="*/ 1504818 w 3830805"/>
                  <a:gd name="connsiteY57" fmla="*/ 112712 h 202506"/>
                  <a:gd name="connsiteX58" fmla="*/ 1633200 w 3830805"/>
                  <a:gd name="connsiteY58" fmla="*/ 97434 h 202506"/>
                  <a:gd name="connsiteX59" fmla="*/ 1761013 w 3830805"/>
                  <a:gd name="connsiteY59" fmla="*/ 101319 h 202506"/>
                  <a:gd name="connsiteX60" fmla="*/ 1889232 w 3830805"/>
                  <a:gd name="connsiteY60" fmla="*/ 110922 h 202506"/>
                  <a:gd name="connsiteX61" fmla="*/ 2017857 w 3830805"/>
                  <a:gd name="connsiteY61" fmla="*/ 120308 h 202506"/>
                  <a:gd name="connsiteX62" fmla="*/ 2146361 w 3830805"/>
                  <a:gd name="connsiteY62" fmla="*/ 122665 h 202506"/>
                  <a:gd name="connsiteX63" fmla="*/ 2274743 w 3830805"/>
                  <a:gd name="connsiteY63" fmla="*/ 126659 h 202506"/>
                  <a:gd name="connsiteX64" fmla="*/ 2403572 w 3830805"/>
                  <a:gd name="connsiteY64" fmla="*/ 135827 h 202506"/>
                  <a:gd name="connsiteX65" fmla="*/ 2532401 w 3830805"/>
                  <a:gd name="connsiteY65" fmla="*/ 137267 h 202506"/>
                  <a:gd name="connsiteX66" fmla="*/ 2661392 w 3830805"/>
                  <a:gd name="connsiteY66" fmla="*/ 137005 h 202506"/>
                  <a:gd name="connsiteX67" fmla="*/ 2790343 w 3830805"/>
                  <a:gd name="connsiteY67" fmla="*/ 133338 h 202506"/>
                  <a:gd name="connsiteX68" fmla="*/ 2792049 w 3830805"/>
                  <a:gd name="connsiteY68" fmla="*/ 132967 h 202506"/>
                  <a:gd name="connsiteX69" fmla="*/ 2821310 w 3830805"/>
                  <a:gd name="connsiteY69" fmla="*/ 117034 h 202506"/>
                  <a:gd name="connsiteX70" fmla="*/ 2849230 w 3830805"/>
                  <a:gd name="connsiteY70" fmla="*/ 98329 h 202506"/>
                  <a:gd name="connsiteX71" fmla="*/ 2974889 w 3830805"/>
                  <a:gd name="connsiteY71" fmla="*/ 97914 h 202506"/>
                  <a:gd name="connsiteX72" fmla="*/ 2976880 w 3830805"/>
                  <a:gd name="connsiteY72" fmla="*/ 97390 h 202506"/>
                  <a:gd name="connsiteX73" fmla="*/ 3003133 w 3830805"/>
                  <a:gd name="connsiteY73" fmla="*/ 79536 h 202506"/>
                  <a:gd name="connsiteX74" fmla="*/ 3127533 w 3830805"/>
                  <a:gd name="connsiteY74" fmla="*/ 88812 h 202506"/>
                  <a:gd name="connsiteX75" fmla="*/ 3227304 w 3830805"/>
                  <a:gd name="connsiteY75" fmla="*/ 95251 h 202506"/>
                  <a:gd name="connsiteX76" fmla="*/ 3253639 w 3830805"/>
                  <a:gd name="connsiteY76" fmla="*/ 94094 h 202506"/>
                  <a:gd name="connsiteX77" fmla="*/ 3287451 w 3830805"/>
                  <a:gd name="connsiteY77" fmla="*/ 94465 h 202506"/>
                  <a:gd name="connsiteX78" fmla="*/ 3288183 w 3830805"/>
                  <a:gd name="connsiteY78" fmla="*/ 94422 h 202506"/>
                  <a:gd name="connsiteX79" fmla="*/ 3302935 w 3830805"/>
                  <a:gd name="connsiteY79" fmla="*/ 92064 h 202506"/>
                  <a:gd name="connsiteX80" fmla="*/ 3303585 w 3830805"/>
                  <a:gd name="connsiteY80" fmla="*/ 91846 h 202506"/>
                  <a:gd name="connsiteX81" fmla="*/ 3327319 w 3830805"/>
                  <a:gd name="connsiteY81" fmla="*/ 83312 h 202506"/>
                  <a:gd name="connsiteX82" fmla="*/ 3350565 w 3830805"/>
                  <a:gd name="connsiteY82" fmla="*/ 73359 h 202506"/>
                  <a:gd name="connsiteX83" fmla="*/ 3372876 w 3830805"/>
                  <a:gd name="connsiteY83" fmla="*/ 62380 h 202506"/>
                  <a:gd name="connsiteX84" fmla="*/ 3609482 w 3830805"/>
                  <a:gd name="connsiteY84" fmla="*/ 48957 h 202506"/>
                  <a:gd name="connsiteX85" fmla="*/ 3611067 w 3830805"/>
                  <a:gd name="connsiteY85" fmla="*/ 48542 h 202506"/>
                  <a:gd name="connsiteX86" fmla="*/ 3631997 w 3830805"/>
                  <a:gd name="connsiteY86" fmla="*/ 36341 h 202506"/>
                  <a:gd name="connsiteX87" fmla="*/ 3652276 w 3830805"/>
                  <a:gd name="connsiteY87" fmla="*/ 21368 h 202506"/>
                  <a:gd name="connsiteX88" fmla="*/ 3766678 w 3830805"/>
                  <a:gd name="connsiteY88" fmla="*/ 9167 h 202506"/>
                  <a:gd name="connsiteX89" fmla="*/ 3828735 w 3830805"/>
                  <a:gd name="connsiteY89" fmla="*/ 2881 h 202506"/>
                  <a:gd name="connsiteX90" fmla="*/ 3830767 w 3830805"/>
                  <a:gd name="connsiteY90" fmla="*/ 1222 h 202506"/>
                  <a:gd name="connsiteX91" fmla="*/ 3827801 w 3830805"/>
                  <a:gd name="connsiteY91" fmla="*/ 109 h 2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830805" h="202506">
                    <a:moveTo>
                      <a:pt x="3827760" y="0"/>
                    </a:moveTo>
                    <a:lnTo>
                      <a:pt x="3768994" y="5981"/>
                    </a:lnTo>
                    <a:lnTo>
                      <a:pt x="3650366" y="18596"/>
                    </a:lnTo>
                    <a:cubicBezTo>
                      <a:pt x="3649716" y="18640"/>
                      <a:pt x="3649188" y="18858"/>
                      <a:pt x="3648781" y="19120"/>
                    </a:cubicBezTo>
                    <a:lnTo>
                      <a:pt x="3628096" y="34420"/>
                    </a:lnTo>
                    <a:lnTo>
                      <a:pt x="3608019" y="46141"/>
                    </a:lnTo>
                    <a:lnTo>
                      <a:pt x="3371535" y="59565"/>
                    </a:lnTo>
                    <a:cubicBezTo>
                      <a:pt x="3371007" y="59565"/>
                      <a:pt x="3370479" y="59674"/>
                      <a:pt x="3370113" y="59892"/>
                    </a:cubicBezTo>
                    <a:lnTo>
                      <a:pt x="3347354" y="71133"/>
                    </a:lnTo>
                    <a:lnTo>
                      <a:pt x="3324393" y="80933"/>
                    </a:lnTo>
                    <a:lnTo>
                      <a:pt x="3301187" y="89292"/>
                    </a:lnTo>
                    <a:lnTo>
                      <a:pt x="3287207" y="91584"/>
                    </a:lnTo>
                    <a:lnTo>
                      <a:pt x="3253517" y="91169"/>
                    </a:lnTo>
                    <a:lnTo>
                      <a:pt x="3227426" y="92348"/>
                    </a:lnTo>
                    <a:lnTo>
                      <a:pt x="3128142" y="85887"/>
                    </a:lnTo>
                    <a:lnTo>
                      <a:pt x="3002443" y="76568"/>
                    </a:lnTo>
                    <a:cubicBezTo>
                      <a:pt x="3001549" y="76502"/>
                      <a:pt x="3000655" y="76677"/>
                      <a:pt x="3000126" y="77048"/>
                    </a:cubicBezTo>
                    <a:lnTo>
                      <a:pt x="2973751" y="95011"/>
                    </a:lnTo>
                    <a:lnTo>
                      <a:pt x="2848051" y="95426"/>
                    </a:lnTo>
                    <a:cubicBezTo>
                      <a:pt x="2847320" y="95426"/>
                      <a:pt x="2846629" y="95644"/>
                      <a:pt x="2846141" y="95971"/>
                    </a:cubicBezTo>
                    <a:lnTo>
                      <a:pt x="2817653" y="115048"/>
                    </a:lnTo>
                    <a:lnTo>
                      <a:pt x="2789245" y="130501"/>
                    </a:lnTo>
                    <a:lnTo>
                      <a:pt x="2661351" y="134168"/>
                    </a:lnTo>
                    <a:lnTo>
                      <a:pt x="2532563" y="134386"/>
                    </a:lnTo>
                    <a:lnTo>
                      <a:pt x="2404019" y="132945"/>
                    </a:lnTo>
                    <a:lnTo>
                      <a:pt x="2275271" y="123844"/>
                    </a:lnTo>
                    <a:lnTo>
                      <a:pt x="2146645" y="119850"/>
                    </a:lnTo>
                    <a:lnTo>
                      <a:pt x="2018345" y="117492"/>
                    </a:lnTo>
                    <a:lnTo>
                      <a:pt x="1890004" y="108063"/>
                    </a:lnTo>
                    <a:lnTo>
                      <a:pt x="1761500" y="98460"/>
                    </a:lnTo>
                    <a:lnTo>
                      <a:pt x="1633200" y="94574"/>
                    </a:lnTo>
                    <a:lnTo>
                      <a:pt x="1632509" y="94574"/>
                    </a:lnTo>
                    <a:lnTo>
                      <a:pt x="1503721" y="109918"/>
                    </a:lnTo>
                    <a:lnTo>
                      <a:pt x="1375054" y="127663"/>
                    </a:lnTo>
                    <a:lnTo>
                      <a:pt x="1253216" y="142746"/>
                    </a:lnTo>
                    <a:lnTo>
                      <a:pt x="1117925" y="156278"/>
                    </a:lnTo>
                    <a:lnTo>
                      <a:pt x="989503" y="171360"/>
                    </a:lnTo>
                    <a:lnTo>
                      <a:pt x="861284" y="184369"/>
                    </a:lnTo>
                    <a:lnTo>
                      <a:pt x="733064" y="190502"/>
                    </a:lnTo>
                    <a:lnTo>
                      <a:pt x="605008" y="195828"/>
                    </a:lnTo>
                    <a:lnTo>
                      <a:pt x="477073" y="198927"/>
                    </a:lnTo>
                    <a:lnTo>
                      <a:pt x="349220" y="199669"/>
                    </a:lnTo>
                    <a:lnTo>
                      <a:pt x="221407" y="199254"/>
                    </a:lnTo>
                    <a:lnTo>
                      <a:pt x="93838" y="197290"/>
                    </a:lnTo>
                    <a:lnTo>
                      <a:pt x="0" y="192925"/>
                    </a:lnTo>
                    <a:lnTo>
                      <a:pt x="0" y="195740"/>
                    </a:lnTo>
                    <a:lnTo>
                      <a:pt x="93553" y="200106"/>
                    </a:lnTo>
                    <a:lnTo>
                      <a:pt x="221325" y="202026"/>
                    </a:lnTo>
                    <a:lnTo>
                      <a:pt x="349179" y="202507"/>
                    </a:lnTo>
                    <a:lnTo>
                      <a:pt x="477154" y="201765"/>
                    </a:lnTo>
                    <a:lnTo>
                      <a:pt x="605252" y="198622"/>
                    </a:lnTo>
                    <a:lnTo>
                      <a:pt x="733389" y="193340"/>
                    </a:lnTo>
                    <a:lnTo>
                      <a:pt x="861893" y="187206"/>
                    </a:lnTo>
                    <a:lnTo>
                      <a:pt x="990397" y="174154"/>
                    </a:lnTo>
                    <a:lnTo>
                      <a:pt x="1118901" y="159072"/>
                    </a:lnTo>
                    <a:lnTo>
                      <a:pt x="1249558" y="146129"/>
                    </a:lnTo>
                    <a:lnTo>
                      <a:pt x="1376192" y="130457"/>
                    </a:lnTo>
                    <a:lnTo>
                      <a:pt x="1504818" y="112712"/>
                    </a:lnTo>
                    <a:lnTo>
                      <a:pt x="1633200" y="97434"/>
                    </a:lnTo>
                    <a:lnTo>
                      <a:pt x="1761013" y="101319"/>
                    </a:lnTo>
                    <a:lnTo>
                      <a:pt x="1889232" y="110922"/>
                    </a:lnTo>
                    <a:lnTo>
                      <a:pt x="2017857" y="120308"/>
                    </a:lnTo>
                    <a:lnTo>
                      <a:pt x="2146361" y="122665"/>
                    </a:lnTo>
                    <a:lnTo>
                      <a:pt x="2274743" y="126659"/>
                    </a:lnTo>
                    <a:lnTo>
                      <a:pt x="2403572" y="135827"/>
                    </a:lnTo>
                    <a:lnTo>
                      <a:pt x="2532401" y="137267"/>
                    </a:lnTo>
                    <a:lnTo>
                      <a:pt x="2661392" y="137005"/>
                    </a:lnTo>
                    <a:lnTo>
                      <a:pt x="2790343" y="133338"/>
                    </a:lnTo>
                    <a:cubicBezTo>
                      <a:pt x="2790993" y="133338"/>
                      <a:pt x="2791602" y="133186"/>
                      <a:pt x="2792049" y="132967"/>
                    </a:cubicBezTo>
                    <a:lnTo>
                      <a:pt x="2821310" y="117034"/>
                    </a:lnTo>
                    <a:lnTo>
                      <a:pt x="2849230" y="98329"/>
                    </a:lnTo>
                    <a:lnTo>
                      <a:pt x="2974889" y="97914"/>
                    </a:lnTo>
                    <a:cubicBezTo>
                      <a:pt x="2975701" y="97914"/>
                      <a:pt x="2976393" y="97696"/>
                      <a:pt x="2976880" y="97390"/>
                    </a:cubicBezTo>
                    <a:lnTo>
                      <a:pt x="3003133" y="79536"/>
                    </a:lnTo>
                    <a:lnTo>
                      <a:pt x="3127533" y="88812"/>
                    </a:lnTo>
                    <a:lnTo>
                      <a:pt x="3227304" y="95251"/>
                    </a:lnTo>
                    <a:lnTo>
                      <a:pt x="3253639" y="94094"/>
                    </a:lnTo>
                    <a:lnTo>
                      <a:pt x="3287451" y="94465"/>
                    </a:lnTo>
                    <a:cubicBezTo>
                      <a:pt x="3287695" y="94531"/>
                      <a:pt x="3287939" y="94465"/>
                      <a:pt x="3288183" y="94422"/>
                    </a:cubicBezTo>
                    <a:lnTo>
                      <a:pt x="3302935" y="92064"/>
                    </a:lnTo>
                    <a:cubicBezTo>
                      <a:pt x="3303179" y="92021"/>
                      <a:pt x="3303382" y="91955"/>
                      <a:pt x="3303585" y="91846"/>
                    </a:cubicBezTo>
                    <a:lnTo>
                      <a:pt x="3327319" y="83312"/>
                    </a:lnTo>
                    <a:lnTo>
                      <a:pt x="3350565" y="73359"/>
                    </a:lnTo>
                    <a:lnTo>
                      <a:pt x="3372876" y="62380"/>
                    </a:lnTo>
                    <a:lnTo>
                      <a:pt x="3609482" y="48957"/>
                    </a:lnTo>
                    <a:cubicBezTo>
                      <a:pt x="3610092" y="48957"/>
                      <a:pt x="3610661" y="48804"/>
                      <a:pt x="3611067" y="48542"/>
                    </a:cubicBezTo>
                    <a:lnTo>
                      <a:pt x="3631997" y="36341"/>
                    </a:lnTo>
                    <a:lnTo>
                      <a:pt x="3652276" y="21368"/>
                    </a:lnTo>
                    <a:lnTo>
                      <a:pt x="3766678" y="9167"/>
                    </a:lnTo>
                    <a:lnTo>
                      <a:pt x="3828735" y="2881"/>
                    </a:lnTo>
                    <a:cubicBezTo>
                      <a:pt x="3830076" y="2728"/>
                      <a:pt x="3831011" y="2030"/>
                      <a:pt x="3830767" y="1222"/>
                    </a:cubicBezTo>
                    <a:cubicBezTo>
                      <a:pt x="3830523" y="480"/>
                      <a:pt x="3829182" y="0"/>
                      <a:pt x="3827801" y="10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0" name="Freeform: Shape 269">
                <a:extLst>
                  <a:ext uri="{FF2B5EF4-FFF2-40B4-BE49-F238E27FC236}">
                    <a16:creationId xmlns:a16="http://schemas.microsoft.com/office/drawing/2014/main" id="{DB4B5FC5-FD39-4E13-B6A2-EB8F75480025}"/>
                  </a:ext>
                </a:extLst>
              </p:cNvPr>
              <p:cNvSpPr/>
              <p:nvPr/>
            </p:nvSpPr>
            <p:spPr>
              <a:xfrm>
                <a:off x="-121" y="5508027"/>
                <a:ext cx="4165628" cy="766545"/>
              </a:xfrm>
              <a:custGeom>
                <a:avLst/>
                <a:gdLst>
                  <a:gd name="connsiteX0" fmla="*/ 4164990 w 4165628"/>
                  <a:gd name="connsiteY0" fmla="*/ 24901 h 766545"/>
                  <a:gd name="connsiteX1" fmla="*/ 4140972 w 4165628"/>
                  <a:gd name="connsiteY1" fmla="*/ 12220 h 766545"/>
                  <a:gd name="connsiteX2" fmla="*/ 4111183 w 4165628"/>
                  <a:gd name="connsiteY2" fmla="*/ 281 h 766545"/>
                  <a:gd name="connsiteX3" fmla="*/ 4107648 w 4165628"/>
                  <a:gd name="connsiteY3" fmla="*/ 608 h 766545"/>
                  <a:gd name="connsiteX4" fmla="*/ 4108176 w 4165628"/>
                  <a:gd name="connsiteY4" fmla="*/ 2529 h 766545"/>
                  <a:gd name="connsiteX5" fmla="*/ 4137680 w 4165628"/>
                  <a:gd name="connsiteY5" fmla="*/ 14403 h 766545"/>
                  <a:gd name="connsiteX6" fmla="*/ 4160358 w 4165628"/>
                  <a:gd name="connsiteY6" fmla="*/ 26342 h 766545"/>
                  <a:gd name="connsiteX7" fmla="*/ 4155481 w 4165628"/>
                  <a:gd name="connsiteY7" fmla="*/ 35356 h 766545"/>
                  <a:gd name="connsiteX8" fmla="*/ 4152392 w 4165628"/>
                  <a:gd name="connsiteY8" fmla="*/ 38281 h 766545"/>
                  <a:gd name="connsiteX9" fmla="*/ 4146784 w 4165628"/>
                  <a:gd name="connsiteY9" fmla="*/ 45374 h 766545"/>
                  <a:gd name="connsiteX10" fmla="*/ 4137518 w 4165628"/>
                  <a:gd name="connsiteY10" fmla="*/ 56462 h 766545"/>
                  <a:gd name="connsiteX11" fmla="*/ 4124025 w 4165628"/>
                  <a:gd name="connsiteY11" fmla="*/ 67965 h 766545"/>
                  <a:gd name="connsiteX12" fmla="*/ 4104721 w 4165628"/>
                  <a:gd name="connsiteY12" fmla="*/ 93131 h 766545"/>
                  <a:gd name="connsiteX13" fmla="*/ 4080703 w 4165628"/>
                  <a:gd name="connsiteY13" fmla="*/ 127333 h 766545"/>
                  <a:gd name="connsiteX14" fmla="*/ 4054816 w 4165628"/>
                  <a:gd name="connsiteY14" fmla="*/ 162234 h 766545"/>
                  <a:gd name="connsiteX15" fmla="*/ 4028806 w 4165628"/>
                  <a:gd name="connsiteY15" fmla="*/ 196545 h 766545"/>
                  <a:gd name="connsiteX16" fmla="*/ 4005479 w 4165628"/>
                  <a:gd name="connsiteY16" fmla="*/ 218503 h 766545"/>
                  <a:gd name="connsiteX17" fmla="*/ 3984793 w 4165628"/>
                  <a:gd name="connsiteY17" fmla="*/ 225858 h 766545"/>
                  <a:gd name="connsiteX18" fmla="*/ 3984143 w 4165628"/>
                  <a:gd name="connsiteY18" fmla="*/ 226185 h 766545"/>
                  <a:gd name="connsiteX19" fmla="*/ 3963579 w 4165628"/>
                  <a:gd name="connsiteY19" fmla="*/ 240853 h 766545"/>
                  <a:gd name="connsiteX20" fmla="*/ 3963132 w 4165628"/>
                  <a:gd name="connsiteY20" fmla="*/ 241333 h 766545"/>
                  <a:gd name="connsiteX21" fmla="*/ 3942649 w 4165628"/>
                  <a:gd name="connsiteY21" fmla="*/ 283589 h 766545"/>
                  <a:gd name="connsiteX22" fmla="*/ 3926515 w 4165628"/>
                  <a:gd name="connsiteY22" fmla="*/ 317857 h 766545"/>
                  <a:gd name="connsiteX23" fmla="*/ 3895791 w 4165628"/>
                  <a:gd name="connsiteY23" fmla="*/ 368538 h 766545"/>
                  <a:gd name="connsiteX24" fmla="*/ 3880226 w 4165628"/>
                  <a:gd name="connsiteY24" fmla="*/ 386392 h 766545"/>
                  <a:gd name="connsiteX25" fmla="*/ 3864580 w 4165628"/>
                  <a:gd name="connsiteY25" fmla="*/ 401431 h 766545"/>
                  <a:gd name="connsiteX26" fmla="*/ 3849055 w 4165628"/>
                  <a:gd name="connsiteY26" fmla="*/ 412715 h 766545"/>
                  <a:gd name="connsiteX27" fmla="*/ 3833328 w 4165628"/>
                  <a:gd name="connsiteY27" fmla="*/ 419852 h 766545"/>
                  <a:gd name="connsiteX28" fmla="*/ 3817966 w 4165628"/>
                  <a:gd name="connsiteY28" fmla="*/ 424283 h 766545"/>
                  <a:gd name="connsiteX29" fmla="*/ 3716447 w 4165628"/>
                  <a:gd name="connsiteY29" fmla="*/ 405796 h 766545"/>
                  <a:gd name="connsiteX30" fmla="*/ 3613912 w 4165628"/>
                  <a:gd name="connsiteY30" fmla="*/ 387942 h 766545"/>
                  <a:gd name="connsiteX31" fmla="*/ 3511662 w 4165628"/>
                  <a:gd name="connsiteY31" fmla="*/ 372380 h 766545"/>
                  <a:gd name="connsiteX32" fmla="*/ 3410956 w 4165628"/>
                  <a:gd name="connsiteY32" fmla="*/ 351863 h 766545"/>
                  <a:gd name="connsiteX33" fmla="*/ 3311672 w 4165628"/>
                  <a:gd name="connsiteY33" fmla="*/ 329752 h 766545"/>
                  <a:gd name="connsiteX34" fmla="*/ 3214136 w 4165628"/>
                  <a:gd name="connsiteY34" fmla="*/ 311746 h 766545"/>
                  <a:gd name="connsiteX35" fmla="*/ 3117982 w 4165628"/>
                  <a:gd name="connsiteY35" fmla="*/ 290901 h 766545"/>
                  <a:gd name="connsiteX36" fmla="*/ 3022885 w 4165628"/>
                  <a:gd name="connsiteY36" fmla="*/ 273636 h 766545"/>
                  <a:gd name="connsiteX37" fmla="*/ 2927665 w 4165628"/>
                  <a:gd name="connsiteY37" fmla="*/ 251941 h 766545"/>
                  <a:gd name="connsiteX38" fmla="*/ 2830617 w 4165628"/>
                  <a:gd name="connsiteY38" fmla="*/ 234414 h 766545"/>
                  <a:gd name="connsiteX39" fmla="*/ 2730764 w 4165628"/>
                  <a:gd name="connsiteY39" fmla="*/ 222104 h 766545"/>
                  <a:gd name="connsiteX40" fmla="*/ 2627539 w 4165628"/>
                  <a:gd name="connsiteY40" fmla="*/ 212413 h 766545"/>
                  <a:gd name="connsiteX41" fmla="*/ 2521672 w 4165628"/>
                  <a:gd name="connsiteY41" fmla="*/ 204839 h 766545"/>
                  <a:gd name="connsiteX42" fmla="*/ 2413732 w 4165628"/>
                  <a:gd name="connsiteY42" fmla="*/ 190565 h 766545"/>
                  <a:gd name="connsiteX43" fmla="*/ 2304979 w 4165628"/>
                  <a:gd name="connsiteY43" fmla="*/ 179695 h 766545"/>
                  <a:gd name="connsiteX44" fmla="*/ 2303719 w 4165628"/>
                  <a:gd name="connsiteY44" fmla="*/ 179760 h 766545"/>
                  <a:gd name="connsiteX45" fmla="*/ 2291608 w 4165628"/>
                  <a:gd name="connsiteY45" fmla="*/ 181834 h 766545"/>
                  <a:gd name="connsiteX46" fmla="*/ 2290064 w 4165628"/>
                  <a:gd name="connsiteY46" fmla="*/ 182576 h 766545"/>
                  <a:gd name="connsiteX47" fmla="*/ 2262266 w 4165628"/>
                  <a:gd name="connsiteY47" fmla="*/ 212893 h 766545"/>
                  <a:gd name="connsiteX48" fmla="*/ 2238126 w 4165628"/>
                  <a:gd name="connsiteY48" fmla="*/ 239762 h 766545"/>
                  <a:gd name="connsiteX49" fmla="*/ 2209109 w 4165628"/>
                  <a:gd name="connsiteY49" fmla="*/ 261392 h 766545"/>
                  <a:gd name="connsiteX50" fmla="*/ 2207321 w 4165628"/>
                  <a:gd name="connsiteY50" fmla="*/ 261544 h 766545"/>
                  <a:gd name="connsiteX51" fmla="*/ 2205492 w 4165628"/>
                  <a:gd name="connsiteY51" fmla="*/ 262134 h 766545"/>
                  <a:gd name="connsiteX52" fmla="*/ 2180946 w 4165628"/>
                  <a:gd name="connsiteY52" fmla="*/ 281909 h 766545"/>
                  <a:gd name="connsiteX53" fmla="*/ 2149490 w 4165628"/>
                  <a:gd name="connsiteY53" fmla="*/ 302971 h 766545"/>
                  <a:gd name="connsiteX54" fmla="*/ 2121815 w 4165628"/>
                  <a:gd name="connsiteY54" fmla="*/ 320978 h 766545"/>
                  <a:gd name="connsiteX55" fmla="*/ 2091578 w 4165628"/>
                  <a:gd name="connsiteY55" fmla="*/ 347039 h 766545"/>
                  <a:gd name="connsiteX56" fmla="*/ 2091416 w 4165628"/>
                  <a:gd name="connsiteY56" fmla="*/ 347039 h 766545"/>
                  <a:gd name="connsiteX57" fmla="*/ 2089465 w 4165628"/>
                  <a:gd name="connsiteY57" fmla="*/ 347454 h 766545"/>
                  <a:gd name="connsiteX58" fmla="*/ 2061180 w 4165628"/>
                  <a:gd name="connsiteY58" fmla="*/ 362798 h 766545"/>
                  <a:gd name="connsiteX59" fmla="*/ 1952021 w 4165628"/>
                  <a:gd name="connsiteY59" fmla="*/ 352125 h 766545"/>
                  <a:gd name="connsiteX60" fmla="*/ 1844568 w 4165628"/>
                  <a:gd name="connsiteY60" fmla="*/ 343329 h 766545"/>
                  <a:gd name="connsiteX61" fmla="*/ 1737157 w 4165628"/>
                  <a:gd name="connsiteY61" fmla="*/ 333572 h 766545"/>
                  <a:gd name="connsiteX62" fmla="*/ 1629461 w 4165628"/>
                  <a:gd name="connsiteY62" fmla="*/ 322113 h 766545"/>
                  <a:gd name="connsiteX63" fmla="*/ 1522009 w 4165628"/>
                  <a:gd name="connsiteY63" fmla="*/ 320040 h 766545"/>
                  <a:gd name="connsiteX64" fmla="*/ 1307145 w 4165628"/>
                  <a:gd name="connsiteY64" fmla="*/ 312422 h 766545"/>
                  <a:gd name="connsiteX65" fmla="*/ 1199815 w 4165628"/>
                  <a:gd name="connsiteY65" fmla="*/ 309650 h 766545"/>
                  <a:gd name="connsiteX66" fmla="*/ 1197823 w 4165628"/>
                  <a:gd name="connsiteY66" fmla="*/ 310130 h 766545"/>
                  <a:gd name="connsiteX67" fmla="*/ 1162507 w 4165628"/>
                  <a:gd name="connsiteY67" fmla="*/ 331193 h 766545"/>
                  <a:gd name="connsiteX68" fmla="*/ 1055787 w 4165628"/>
                  <a:gd name="connsiteY68" fmla="*/ 326915 h 766545"/>
                  <a:gd name="connsiteX69" fmla="*/ 947887 w 4165628"/>
                  <a:gd name="connsiteY69" fmla="*/ 320258 h 766545"/>
                  <a:gd name="connsiteX70" fmla="*/ 945612 w 4165628"/>
                  <a:gd name="connsiteY70" fmla="*/ 320738 h 766545"/>
                  <a:gd name="connsiteX71" fmla="*/ 907735 w 4165628"/>
                  <a:gd name="connsiteY71" fmla="*/ 346472 h 766545"/>
                  <a:gd name="connsiteX72" fmla="*/ 869615 w 4165628"/>
                  <a:gd name="connsiteY72" fmla="*/ 363845 h 766545"/>
                  <a:gd name="connsiteX73" fmla="*/ 831210 w 4165628"/>
                  <a:gd name="connsiteY73" fmla="*/ 374017 h 766545"/>
                  <a:gd name="connsiteX74" fmla="*/ 791383 w 4165628"/>
                  <a:gd name="connsiteY74" fmla="*/ 378818 h 766545"/>
                  <a:gd name="connsiteX75" fmla="*/ 773176 w 4165628"/>
                  <a:gd name="connsiteY75" fmla="*/ 383031 h 766545"/>
                  <a:gd name="connsiteX76" fmla="*/ 692871 w 4165628"/>
                  <a:gd name="connsiteY76" fmla="*/ 380412 h 766545"/>
                  <a:gd name="connsiteX77" fmla="*/ 691733 w 4165628"/>
                  <a:gd name="connsiteY77" fmla="*/ 380521 h 766545"/>
                  <a:gd name="connsiteX78" fmla="*/ 648371 w 4165628"/>
                  <a:gd name="connsiteY78" fmla="*/ 390867 h 766545"/>
                  <a:gd name="connsiteX79" fmla="*/ 647233 w 4165628"/>
                  <a:gd name="connsiteY79" fmla="*/ 391412 h 766545"/>
                  <a:gd name="connsiteX80" fmla="*/ 602447 w 4165628"/>
                  <a:gd name="connsiteY80" fmla="*/ 431748 h 766545"/>
                  <a:gd name="connsiteX81" fmla="*/ 510764 w 4165628"/>
                  <a:gd name="connsiteY81" fmla="*/ 510934 h 766545"/>
                  <a:gd name="connsiteX82" fmla="*/ 463946 w 4165628"/>
                  <a:gd name="connsiteY82" fmla="*/ 546577 h 766545"/>
                  <a:gd name="connsiteX83" fmla="*/ 416479 w 4165628"/>
                  <a:gd name="connsiteY83" fmla="*/ 581849 h 766545"/>
                  <a:gd name="connsiteX84" fmla="*/ 368402 w 4165628"/>
                  <a:gd name="connsiteY84" fmla="*/ 612908 h 766545"/>
                  <a:gd name="connsiteX85" fmla="*/ 319593 w 4165628"/>
                  <a:gd name="connsiteY85" fmla="*/ 639602 h 766545"/>
                  <a:gd name="connsiteX86" fmla="*/ 270134 w 4165628"/>
                  <a:gd name="connsiteY86" fmla="*/ 665074 h 766545"/>
                  <a:gd name="connsiteX87" fmla="*/ 219903 w 4165628"/>
                  <a:gd name="connsiteY87" fmla="*/ 686289 h 766545"/>
                  <a:gd name="connsiteX88" fmla="*/ 168859 w 4165628"/>
                  <a:gd name="connsiteY88" fmla="*/ 705889 h 766545"/>
                  <a:gd name="connsiteX89" fmla="*/ 116962 w 4165628"/>
                  <a:gd name="connsiteY89" fmla="*/ 723743 h 766545"/>
                  <a:gd name="connsiteX90" fmla="*/ 64130 w 4165628"/>
                  <a:gd name="connsiteY90" fmla="*/ 741379 h 766545"/>
                  <a:gd name="connsiteX91" fmla="*/ 0 w 4165628"/>
                  <a:gd name="connsiteY91" fmla="*/ 763228 h 766545"/>
                  <a:gd name="connsiteX92" fmla="*/ 0 w 4165628"/>
                  <a:gd name="connsiteY92" fmla="*/ 766545 h 766545"/>
                  <a:gd name="connsiteX93" fmla="*/ 66772 w 4165628"/>
                  <a:gd name="connsiteY93" fmla="*/ 743780 h 766545"/>
                  <a:gd name="connsiteX94" fmla="*/ 119604 w 4165628"/>
                  <a:gd name="connsiteY94" fmla="*/ 726144 h 766545"/>
                  <a:gd name="connsiteX95" fmla="*/ 171663 w 4165628"/>
                  <a:gd name="connsiteY95" fmla="*/ 708246 h 766545"/>
                  <a:gd name="connsiteX96" fmla="*/ 222910 w 4165628"/>
                  <a:gd name="connsiteY96" fmla="*/ 688581 h 766545"/>
                  <a:gd name="connsiteX97" fmla="*/ 273426 w 4165628"/>
                  <a:gd name="connsiteY97" fmla="*/ 667256 h 766545"/>
                  <a:gd name="connsiteX98" fmla="*/ 323129 w 4165628"/>
                  <a:gd name="connsiteY98" fmla="*/ 641632 h 766545"/>
                  <a:gd name="connsiteX99" fmla="*/ 372181 w 4165628"/>
                  <a:gd name="connsiteY99" fmla="*/ 614829 h 766545"/>
                  <a:gd name="connsiteX100" fmla="*/ 420502 w 4165628"/>
                  <a:gd name="connsiteY100" fmla="*/ 583595 h 766545"/>
                  <a:gd name="connsiteX101" fmla="*/ 468132 w 4165628"/>
                  <a:gd name="connsiteY101" fmla="*/ 548214 h 766545"/>
                  <a:gd name="connsiteX102" fmla="*/ 515071 w 4165628"/>
                  <a:gd name="connsiteY102" fmla="*/ 512462 h 766545"/>
                  <a:gd name="connsiteX103" fmla="*/ 606796 w 4165628"/>
                  <a:gd name="connsiteY103" fmla="*/ 433232 h 766545"/>
                  <a:gd name="connsiteX104" fmla="*/ 651256 w 4165628"/>
                  <a:gd name="connsiteY104" fmla="*/ 393268 h 766545"/>
                  <a:gd name="connsiteX105" fmla="*/ 693278 w 4165628"/>
                  <a:gd name="connsiteY105" fmla="*/ 383249 h 766545"/>
                  <a:gd name="connsiteX106" fmla="*/ 773582 w 4165628"/>
                  <a:gd name="connsiteY106" fmla="*/ 385847 h 766545"/>
                  <a:gd name="connsiteX107" fmla="*/ 774720 w 4165628"/>
                  <a:gd name="connsiteY107" fmla="*/ 385738 h 766545"/>
                  <a:gd name="connsiteX108" fmla="*/ 793008 w 4165628"/>
                  <a:gd name="connsiteY108" fmla="*/ 381459 h 766545"/>
                  <a:gd name="connsiteX109" fmla="*/ 832957 w 4165628"/>
                  <a:gd name="connsiteY109" fmla="*/ 376614 h 766545"/>
                  <a:gd name="connsiteX110" fmla="*/ 872460 w 4165628"/>
                  <a:gd name="connsiteY110" fmla="*/ 366181 h 766545"/>
                  <a:gd name="connsiteX111" fmla="*/ 911393 w 4165628"/>
                  <a:gd name="connsiteY111" fmla="*/ 348436 h 766545"/>
                  <a:gd name="connsiteX112" fmla="*/ 948822 w 4165628"/>
                  <a:gd name="connsiteY112" fmla="*/ 323117 h 766545"/>
                  <a:gd name="connsiteX113" fmla="*/ 1055461 w 4165628"/>
                  <a:gd name="connsiteY113" fmla="*/ 329731 h 766545"/>
                  <a:gd name="connsiteX114" fmla="*/ 1163442 w 4165628"/>
                  <a:gd name="connsiteY114" fmla="*/ 333987 h 766545"/>
                  <a:gd name="connsiteX115" fmla="*/ 1165474 w 4165628"/>
                  <a:gd name="connsiteY115" fmla="*/ 333572 h 766545"/>
                  <a:gd name="connsiteX116" fmla="*/ 1200831 w 4165628"/>
                  <a:gd name="connsiteY116" fmla="*/ 312531 h 766545"/>
                  <a:gd name="connsiteX117" fmla="*/ 1306942 w 4165628"/>
                  <a:gd name="connsiteY117" fmla="*/ 315238 h 766545"/>
                  <a:gd name="connsiteX118" fmla="*/ 1521846 w 4165628"/>
                  <a:gd name="connsiteY118" fmla="*/ 322855 h 766545"/>
                  <a:gd name="connsiteX119" fmla="*/ 1628933 w 4165628"/>
                  <a:gd name="connsiteY119" fmla="*/ 324885 h 766545"/>
                  <a:gd name="connsiteX120" fmla="*/ 1736344 w 4165628"/>
                  <a:gd name="connsiteY120" fmla="*/ 336344 h 766545"/>
                  <a:gd name="connsiteX121" fmla="*/ 1843837 w 4165628"/>
                  <a:gd name="connsiteY121" fmla="*/ 346101 h 766545"/>
                  <a:gd name="connsiteX122" fmla="*/ 1951289 w 4165628"/>
                  <a:gd name="connsiteY122" fmla="*/ 354897 h 766545"/>
                  <a:gd name="connsiteX123" fmla="*/ 2061627 w 4165628"/>
                  <a:gd name="connsiteY123" fmla="*/ 365657 h 766545"/>
                  <a:gd name="connsiteX124" fmla="*/ 2063862 w 4165628"/>
                  <a:gd name="connsiteY124" fmla="*/ 365286 h 766545"/>
                  <a:gd name="connsiteX125" fmla="*/ 2092228 w 4165628"/>
                  <a:gd name="connsiteY125" fmla="*/ 349876 h 766545"/>
                  <a:gd name="connsiteX126" fmla="*/ 2092716 w 4165628"/>
                  <a:gd name="connsiteY126" fmla="*/ 349876 h 766545"/>
                  <a:gd name="connsiteX127" fmla="*/ 2095033 w 4165628"/>
                  <a:gd name="connsiteY127" fmla="*/ 349244 h 766545"/>
                  <a:gd name="connsiteX128" fmla="*/ 2125838 w 4165628"/>
                  <a:gd name="connsiteY128" fmla="*/ 322593 h 766545"/>
                  <a:gd name="connsiteX129" fmla="*/ 2153311 w 4165628"/>
                  <a:gd name="connsiteY129" fmla="*/ 304739 h 766545"/>
                  <a:gd name="connsiteX130" fmla="*/ 2182775 w 4165628"/>
                  <a:gd name="connsiteY130" fmla="*/ 285030 h 766545"/>
                  <a:gd name="connsiteX131" fmla="*/ 2184969 w 4165628"/>
                  <a:gd name="connsiteY131" fmla="*/ 283589 h 766545"/>
                  <a:gd name="connsiteX132" fmla="*/ 2185416 w 4165628"/>
                  <a:gd name="connsiteY132" fmla="*/ 283218 h 766545"/>
                  <a:gd name="connsiteX133" fmla="*/ 2209028 w 4165628"/>
                  <a:gd name="connsiteY133" fmla="*/ 264251 h 766545"/>
                  <a:gd name="connsiteX134" fmla="*/ 2210776 w 4165628"/>
                  <a:gd name="connsiteY134" fmla="*/ 264142 h 766545"/>
                  <a:gd name="connsiteX135" fmla="*/ 2212564 w 4165628"/>
                  <a:gd name="connsiteY135" fmla="*/ 263553 h 766545"/>
                  <a:gd name="connsiteX136" fmla="*/ 2242434 w 4165628"/>
                  <a:gd name="connsiteY136" fmla="*/ 241158 h 766545"/>
                  <a:gd name="connsiteX137" fmla="*/ 2266859 w 4165628"/>
                  <a:gd name="connsiteY137" fmla="*/ 214137 h 766545"/>
                  <a:gd name="connsiteX138" fmla="*/ 2294128 w 4165628"/>
                  <a:gd name="connsiteY138" fmla="*/ 184300 h 766545"/>
                  <a:gd name="connsiteX139" fmla="*/ 2304654 w 4165628"/>
                  <a:gd name="connsiteY139" fmla="*/ 182489 h 766545"/>
                  <a:gd name="connsiteX140" fmla="*/ 2412634 w 4165628"/>
                  <a:gd name="connsiteY140" fmla="*/ 193249 h 766545"/>
                  <a:gd name="connsiteX141" fmla="*/ 2520737 w 4165628"/>
                  <a:gd name="connsiteY141" fmla="*/ 207524 h 766545"/>
                  <a:gd name="connsiteX142" fmla="*/ 2626767 w 4165628"/>
                  <a:gd name="connsiteY142" fmla="*/ 215141 h 766545"/>
                  <a:gd name="connsiteX143" fmla="*/ 2729748 w 4165628"/>
                  <a:gd name="connsiteY143" fmla="*/ 224832 h 766545"/>
                  <a:gd name="connsiteX144" fmla="*/ 2829276 w 4165628"/>
                  <a:gd name="connsiteY144" fmla="*/ 237099 h 766545"/>
                  <a:gd name="connsiteX145" fmla="*/ 2925918 w 4165628"/>
                  <a:gd name="connsiteY145" fmla="*/ 254582 h 766545"/>
                  <a:gd name="connsiteX146" fmla="*/ 3021056 w 4165628"/>
                  <a:gd name="connsiteY146" fmla="*/ 276212 h 766545"/>
                  <a:gd name="connsiteX147" fmla="*/ 3116194 w 4165628"/>
                  <a:gd name="connsiteY147" fmla="*/ 293542 h 766545"/>
                  <a:gd name="connsiteX148" fmla="*/ 3212348 w 4165628"/>
                  <a:gd name="connsiteY148" fmla="*/ 314321 h 766545"/>
                  <a:gd name="connsiteX149" fmla="*/ 3309884 w 4165628"/>
                  <a:gd name="connsiteY149" fmla="*/ 332393 h 766545"/>
                  <a:gd name="connsiteX150" fmla="*/ 3409046 w 4165628"/>
                  <a:gd name="connsiteY150" fmla="*/ 354504 h 766545"/>
                  <a:gd name="connsiteX151" fmla="*/ 3509996 w 4165628"/>
                  <a:gd name="connsiteY151" fmla="*/ 375021 h 766545"/>
                  <a:gd name="connsiteX152" fmla="*/ 3612368 w 4165628"/>
                  <a:gd name="connsiteY152" fmla="*/ 390627 h 766545"/>
                  <a:gd name="connsiteX153" fmla="*/ 3714740 w 4165628"/>
                  <a:gd name="connsiteY153" fmla="*/ 408481 h 766545"/>
                  <a:gd name="connsiteX154" fmla="*/ 3817275 w 4165628"/>
                  <a:gd name="connsiteY154" fmla="*/ 427121 h 766545"/>
                  <a:gd name="connsiteX155" fmla="*/ 3819225 w 4165628"/>
                  <a:gd name="connsiteY155" fmla="*/ 427011 h 766545"/>
                  <a:gd name="connsiteX156" fmla="*/ 3835969 w 4165628"/>
                  <a:gd name="connsiteY156" fmla="*/ 422166 h 766545"/>
                  <a:gd name="connsiteX157" fmla="*/ 3852550 w 4165628"/>
                  <a:gd name="connsiteY157" fmla="*/ 414658 h 766545"/>
                  <a:gd name="connsiteX158" fmla="*/ 3868684 w 4165628"/>
                  <a:gd name="connsiteY158" fmla="*/ 402980 h 766545"/>
                  <a:gd name="connsiteX159" fmla="*/ 3884615 w 4165628"/>
                  <a:gd name="connsiteY159" fmla="*/ 387680 h 766545"/>
                  <a:gd name="connsiteX160" fmla="*/ 3900343 w 4165628"/>
                  <a:gd name="connsiteY160" fmla="*/ 369564 h 766545"/>
                  <a:gd name="connsiteX161" fmla="*/ 3931270 w 4165628"/>
                  <a:gd name="connsiteY161" fmla="*/ 318621 h 766545"/>
                  <a:gd name="connsiteX162" fmla="*/ 3947445 w 4165628"/>
                  <a:gd name="connsiteY162" fmla="*/ 284310 h 766545"/>
                  <a:gd name="connsiteX163" fmla="*/ 3967846 w 4165628"/>
                  <a:gd name="connsiteY163" fmla="*/ 242315 h 766545"/>
                  <a:gd name="connsiteX164" fmla="*/ 3987800 w 4165628"/>
                  <a:gd name="connsiteY164" fmla="*/ 228084 h 766545"/>
                  <a:gd name="connsiteX165" fmla="*/ 4008567 w 4165628"/>
                  <a:gd name="connsiteY165" fmla="*/ 220620 h 766545"/>
                  <a:gd name="connsiteX166" fmla="*/ 4009421 w 4165628"/>
                  <a:gd name="connsiteY166" fmla="*/ 220183 h 766545"/>
                  <a:gd name="connsiteX167" fmla="*/ 4033236 w 4165628"/>
                  <a:gd name="connsiteY167" fmla="*/ 197811 h 766545"/>
                  <a:gd name="connsiteX168" fmla="*/ 4059327 w 4165628"/>
                  <a:gd name="connsiteY168" fmla="*/ 163281 h 766545"/>
                  <a:gd name="connsiteX169" fmla="*/ 4085296 w 4165628"/>
                  <a:gd name="connsiteY169" fmla="*/ 128381 h 766545"/>
                  <a:gd name="connsiteX170" fmla="*/ 4109314 w 4165628"/>
                  <a:gd name="connsiteY170" fmla="*/ 94179 h 766545"/>
                  <a:gd name="connsiteX171" fmla="*/ 4128415 w 4165628"/>
                  <a:gd name="connsiteY171" fmla="*/ 69296 h 766545"/>
                  <a:gd name="connsiteX172" fmla="*/ 4141866 w 4165628"/>
                  <a:gd name="connsiteY172" fmla="*/ 57794 h 766545"/>
                  <a:gd name="connsiteX173" fmla="*/ 4151336 w 4165628"/>
                  <a:gd name="connsiteY173" fmla="*/ 46553 h 766545"/>
                  <a:gd name="connsiteX174" fmla="*/ 4156781 w 4165628"/>
                  <a:gd name="connsiteY174" fmla="*/ 39569 h 766545"/>
                  <a:gd name="connsiteX175" fmla="*/ 4159951 w 4165628"/>
                  <a:gd name="connsiteY175" fmla="*/ 36491 h 766545"/>
                  <a:gd name="connsiteX176" fmla="*/ 4165519 w 4165628"/>
                  <a:gd name="connsiteY176" fmla="*/ 26364 h 766545"/>
                  <a:gd name="connsiteX177" fmla="*/ 4164828 w 4165628"/>
                  <a:gd name="connsiteY177" fmla="*/ 24923 h 766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4165628" h="766545">
                    <a:moveTo>
                      <a:pt x="4164990" y="24901"/>
                    </a:moveTo>
                    <a:lnTo>
                      <a:pt x="4140972" y="12220"/>
                    </a:lnTo>
                    <a:lnTo>
                      <a:pt x="4111183" y="281"/>
                    </a:lnTo>
                    <a:cubicBezTo>
                      <a:pt x="4110086" y="-199"/>
                      <a:pt x="4108501" y="-47"/>
                      <a:pt x="4107648" y="608"/>
                    </a:cubicBezTo>
                    <a:cubicBezTo>
                      <a:pt x="4106794" y="1198"/>
                      <a:pt x="4107079" y="2114"/>
                      <a:pt x="4108176" y="2529"/>
                    </a:cubicBezTo>
                    <a:lnTo>
                      <a:pt x="4137680" y="14403"/>
                    </a:lnTo>
                    <a:lnTo>
                      <a:pt x="4160358" y="26342"/>
                    </a:lnTo>
                    <a:lnTo>
                      <a:pt x="4155481" y="35356"/>
                    </a:lnTo>
                    <a:lnTo>
                      <a:pt x="4152392" y="38281"/>
                    </a:lnTo>
                    <a:lnTo>
                      <a:pt x="4146784" y="45374"/>
                    </a:lnTo>
                    <a:lnTo>
                      <a:pt x="4137518" y="56462"/>
                    </a:lnTo>
                    <a:lnTo>
                      <a:pt x="4124025" y="67965"/>
                    </a:lnTo>
                    <a:lnTo>
                      <a:pt x="4104721" y="93131"/>
                    </a:lnTo>
                    <a:lnTo>
                      <a:pt x="4080703" y="127333"/>
                    </a:lnTo>
                    <a:lnTo>
                      <a:pt x="4054816" y="162234"/>
                    </a:lnTo>
                    <a:lnTo>
                      <a:pt x="4028806" y="196545"/>
                    </a:lnTo>
                    <a:lnTo>
                      <a:pt x="4005479" y="218503"/>
                    </a:lnTo>
                    <a:lnTo>
                      <a:pt x="3984793" y="225858"/>
                    </a:lnTo>
                    <a:cubicBezTo>
                      <a:pt x="3984549" y="225967"/>
                      <a:pt x="3984346" y="226076"/>
                      <a:pt x="3984143" y="226185"/>
                    </a:cubicBezTo>
                    <a:lnTo>
                      <a:pt x="3963579" y="240853"/>
                    </a:lnTo>
                    <a:cubicBezTo>
                      <a:pt x="3963579" y="240853"/>
                      <a:pt x="3963213" y="241180"/>
                      <a:pt x="3963132" y="241333"/>
                    </a:cubicBezTo>
                    <a:lnTo>
                      <a:pt x="3942649" y="283589"/>
                    </a:lnTo>
                    <a:lnTo>
                      <a:pt x="3926515" y="317857"/>
                    </a:lnTo>
                    <a:lnTo>
                      <a:pt x="3895791" y="368538"/>
                    </a:lnTo>
                    <a:lnTo>
                      <a:pt x="3880226" y="386392"/>
                    </a:lnTo>
                    <a:lnTo>
                      <a:pt x="3864580" y="401431"/>
                    </a:lnTo>
                    <a:lnTo>
                      <a:pt x="3849055" y="412715"/>
                    </a:lnTo>
                    <a:lnTo>
                      <a:pt x="3833328" y="419852"/>
                    </a:lnTo>
                    <a:lnTo>
                      <a:pt x="3817966" y="424283"/>
                    </a:lnTo>
                    <a:lnTo>
                      <a:pt x="3716447" y="405796"/>
                    </a:lnTo>
                    <a:lnTo>
                      <a:pt x="3613912" y="387942"/>
                    </a:lnTo>
                    <a:lnTo>
                      <a:pt x="3511662" y="372380"/>
                    </a:lnTo>
                    <a:lnTo>
                      <a:pt x="3410956" y="351863"/>
                    </a:lnTo>
                    <a:lnTo>
                      <a:pt x="3311672" y="329752"/>
                    </a:lnTo>
                    <a:lnTo>
                      <a:pt x="3214136" y="311746"/>
                    </a:lnTo>
                    <a:lnTo>
                      <a:pt x="3117982" y="290901"/>
                    </a:lnTo>
                    <a:lnTo>
                      <a:pt x="3022885" y="273636"/>
                    </a:lnTo>
                    <a:lnTo>
                      <a:pt x="2927665" y="251941"/>
                    </a:lnTo>
                    <a:lnTo>
                      <a:pt x="2830617" y="234414"/>
                    </a:lnTo>
                    <a:lnTo>
                      <a:pt x="2730764" y="222104"/>
                    </a:lnTo>
                    <a:lnTo>
                      <a:pt x="2627539" y="212413"/>
                    </a:lnTo>
                    <a:lnTo>
                      <a:pt x="2521672" y="204839"/>
                    </a:lnTo>
                    <a:lnTo>
                      <a:pt x="2413732" y="190565"/>
                    </a:lnTo>
                    <a:lnTo>
                      <a:pt x="2304979" y="179695"/>
                    </a:lnTo>
                    <a:cubicBezTo>
                      <a:pt x="2304573" y="179629"/>
                      <a:pt x="2304126" y="179695"/>
                      <a:pt x="2303719" y="179760"/>
                    </a:cubicBezTo>
                    <a:lnTo>
                      <a:pt x="2291608" y="181834"/>
                    </a:lnTo>
                    <a:cubicBezTo>
                      <a:pt x="2290958" y="181943"/>
                      <a:pt x="2290389" y="182205"/>
                      <a:pt x="2290064" y="182576"/>
                    </a:cubicBezTo>
                    <a:lnTo>
                      <a:pt x="2262266" y="212893"/>
                    </a:lnTo>
                    <a:lnTo>
                      <a:pt x="2238126" y="239762"/>
                    </a:lnTo>
                    <a:lnTo>
                      <a:pt x="2209109" y="261392"/>
                    </a:lnTo>
                    <a:lnTo>
                      <a:pt x="2207321" y="261544"/>
                    </a:lnTo>
                    <a:cubicBezTo>
                      <a:pt x="2206590" y="261544"/>
                      <a:pt x="2205939" y="261806"/>
                      <a:pt x="2205492" y="262134"/>
                    </a:cubicBezTo>
                    <a:lnTo>
                      <a:pt x="2180946" y="281909"/>
                    </a:lnTo>
                    <a:lnTo>
                      <a:pt x="2149490" y="302971"/>
                    </a:lnTo>
                    <a:lnTo>
                      <a:pt x="2121815" y="320978"/>
                    </a:lnTo>
                    <a:lnTo>
                      <a:pt x="2091578" y="347039"/>
                    </a:lnTo>
                    <a:lnTo>
                      <a:pt x="2091416" y="347039"/>
                    </a:lnTo>
                    <a:cubicBezTo>
                      <a:pt x="2090684" y="346974"/>
                      <a:pt x="2089993" y="347148"/>
                      <a:pt x="2089465" y="347454"/>
                    </a:cubicBezTo>
                    <a:lnTo>
                      <a:pt x="2061180" y="362798"/>
                    </a:lnTo>
                    <a:lnTo>
                      <a:pt x="1952021" y="352125"/>
                    </a:lnTo>
                    <a:lnTo>
                      <a:pt x="1844568" y="343329"/>
                    </a:lnTo>
                    <a:lnTo>
                      <a:pt x="1737157" y="333572"/>
                    </a:lnTo>
                    <a:lnTo>
                      <a:pt x="1629461" y="322113"/>
                    </a:lnTo>
                    <a:lnTo>
                      <a:pt x="1522009" y="320040"/>
                    </a:lnTo>
                    <a:lnTo>
                      <a:pt x="1307145" y="312422"/>
                    </a:lnTo>
                    <a:lnTo>
                      <a:pt x="1199815" y="309650"/>
                    </a:lnTo>
                    <a:cubicBezTo>
                      <a:pt x="1199043" y="309650"/>
                      <a:pt x="1198311" y="309825"/>
                      <a:pt x="1197823" y="310130"/>
                    </a:cubicBezTo>
                    <a:lnTo>
                      <a:pt x="1162507" y="331193"/>
                    </a:lnTo>
                    <a:lnTo>
                      <a:pt x="1055787" y="326915"/>
                    </a:lnTo>
                    <a:lnTo>
                      <a:pt x="947887" y="320258"/>
                    </a:lnTo>
                    <a:cubicBezTo>
                      <a:pt x="946993" y="320214"/>
                      <a:pt x="946140" y="320367"/>
                      <a:pt x="945612" y="320738"/>
                    </a:cubicBezTo>
                    <a:lnTo>
                      <a:pt x="907735" y="346472"/>
                    </a:lnTo>
                    <a:lnTo>
                      <a:pt x="869615" y="363845"/>
                    </a:lnTo>
                    <a:lnTo>
                      <a:pt x="831210" y="374017"/>
                    </a:lnTo>
                    <a:lnTo>
                      <a:pt x="791383" y="378818"/>
                    </a:lnTo>
                    <a:lnTo>
                      <a:pt x="773176" y="383031"/>
                    </a:lnTo>
                    <a:lnTo>
                      <a:pt x="692871" y="380412"/>
                    </a:lnTo>
                    <a:cubicBezTo>
                      <a:pt x="692465" y="380412"/>
                      <a:pt x="692099" y="380477"/>
                      <a:pt x="691733" y="380521"/>
                    </a:cubicBezTo>
                    <a:lnTo>
                      <a:pt x="648371" y="390867"/>
                    </a:lnTo>
                    <a:cubicBezTo>
                      <a:pt x="647924" y="390976"/>
                      <a:pt x="647476" y="391129"/>
                      <a:pt x="647233" y="391412"/>
                    </a:cubicBezTo>
                    <a:lnTo>
                      <a:pt x="602447" y="431748"/>
                    </a:lnTo>
                    <a:lnTo>
                      <a:pt x="510764" y="510934"/>
                    </a:lnTo>
                    <a:lnTo>
                      <a:pt x="463946" y="546577"/>
                    </a:lnTo>
                    <a:lnTo>
                      <a:pt x="416479" y="581849"/>
                    </a:lnTo>
                    <a:lnTo>
                      <a:pt x="368402" y="612908"/>
                    </a:lnTo>
                    <a:lnTo>
                      <a:pt x="319593" y="639602"/>
                    </a:lnTo>
                    <a:lnTo>
                      <a:pt x="270134" y="665074"/>
                    </a:lnTo>
                    <a:lnTo>
                      <a:pt x="219903" y="686289"/>
                    </a:lnTo>
                    <a:lnTo>
                      <a:pt x="168859" y="705889"/>
                    </a:lnTo>
                    <a:lnTo>
                      <a:pt x="116962" y="723743"/>
                    </a:lnTo>
                    <a:lnTo>
                      <a:pt x="64130" y="741379"/>
                    </a:lnTo>
                    <a:lnTo>
                      <a:pt x="0" y="763228"/>
                    </a:lnTo>
                    <a:lnTo>
                      <a:pt x="0" y="766545"/>
                    </a:lnTo>
                    <a:lnTo>
                      <a:pt x="66772" y="743780"/>
                    </a:lnTo>
                    <a:lnTo>
                      <a:pt x="119604" y="726144"/>
                    </a:lnTo>
                    <a:lnTo>
                      <a:pt x="171663" y="708246"/>
                    </a:lnTo>
                    <a:lnTo>
                      <a:pt x="222910" y="688581"/>
                    </a:lnTo>
                    <a:lnTo>
                      <a:pt x="273426" y="667256"/>
                    </a:lnTo>
                    <a:lnTo>
                      <a:pt x="323129" y="641632"/>
                    </a:lnTo>
                    <a:lnTo>
                      <a:pt x="372181" y="614829"/>
                    </a:lnTo>
                    <a:lnTo>
                      <a:pt x="420502" y="583595"/>
                    </a:lnTo>
                    <a:lnTo>
                      <a:pt x="468132" y="548214"/>
                    </a:lnTo>
                    <a:lnTo>
                      <a:pt x="515071" y="512462"/>
                    </a:lnTo>
                    <a:lnTo>
                      <a:pt x="606796" y="433232"/>
                    </a:lnTo>
                    <a:lnTo>
                      <a:pt x="651256" y="393268"/>
                    </a:lnTo>
                    <a:lnTo>
                      <a:pt x="693278" y="383249"/>
                    </a:lnTo>
                    <a:lnTo>
                      <a:pt x="773582" y="385847"/>
                    </a:lnTo>
                    <a:cubicBezTo>
                      <a:pt x="773948" y="385847"/>
                      <a:pt x="774314" y="385781"/>
                      <a:pt x="774720" y="385738"/>
                    </a:cubicBezTo>
                    <a:lnTo>
                      <a:pt x="793008" y="381459"/>
                    </a:lnTo>
                    <a:lnTo>
                      <a:pt x="832957" y="376614"/>
                    </a:lnTo>
                    <a:lnTo>
                      <a:pt x="872460" y="366181"/>
                    </a:lnTo>
                    <a:lnTo>
                      <a:pt x="911393" y="348436"/>
                    </a:lnTo>
                    <a:lnTo>
                      <a:pt x="948822" y="323117"/>
                    </a:lnTo>
                    <a:lnTo>
                      <a:pt x="1055461" y="329731"/>
                    </a:lnTo>
                    <a:lnTo>
                      <a:pt x="1163442" y="333987"/>
                    </a:lnTo>
                    <a:cubicBezTo>
                      <a:pt x="1164336" y="334096"/>
                      <a:pt x="1164986" y="333878"/>
                      <a:pt x="1165474" y="333572"/>
                    </a:cubicBezTo>
                    <a:lnTo>
                      <a:pt x="1200831" y="312531"/>
                    </a:lnTo>
                    <a:lnTo>
                      <a:pt x="1306942" y="315238"/>
                    </a:lnTo>
                    <a:lnTo>
                      <a:pt x="1521846" y="322855"/>
                    </a:lnTo>
                    <a:lnTo>
                      <a:pt x="1628933" y="324885"/>
                    </a:lnTo>
                    <a:lnTo>
                      <a:pt x="1736344" y="336344"/>
                    </a:lnTo>
                    <a:lnTo>
                      <a:pt x="1843837" y="346101"/>
                    </a:lnTo>
                    <a:lnTo>
                      <a:pt x="1951289" y="354897"/>
                    </a:lnTo>
                    <a:lnTo>
                      <a:pt x="2061627" y="365657"/>
                    </a:lnTo>
                    <a:cubicBezTo>
                      <a:pt x="2062399" y="365766"/>
                      <a:pt x="2063252" y="365613"/>
                      <a:pt x="2063862" y="365286"/>
                    </a:cubicBezTo>
                    <a:lnTo>
                      <a:pt x="2092228" y="349876"/>
                    </a:lnTo>
                    <a:lnTo>
                      <a:pt x="2092716" y="349876"/>
                    </a:lnTo>
                    <a:cubicBezTo>
                      <a:pt x="2093610" y="349920"/>
                      <a:pt x="2094545" y="349658"/>
                      <a:pt x="2095033" y="349244"/>
                    </a:cubicBezTo>
                    <a:lnTo>
                      <a:pt x="2125838" y="322593"/>
                    </a:lnTo>
                    <a:lnTo>
                      <a:pt x="2153311" y="304739"/>
                    </a:lnTo>
                    <a:lnTo>
                      <a:pt x="2182775" y="285030"/>
                    </a:lnTo>
                    <a:lnTo>
                      <a:pt x="2184969" y="283589"/>
                    </a:lnTo>
                    <a:cubicBezTo>
                      <a:pt x="2184969" y="283589"/>
                      <a:pt x="2185376" y="283262"/>
                      <a:pt x="2185416" y="283218"/>
                    </a:cubicBezTo>
                    <a:lnTo>
                      <a:pt x="2209028" y="264251"/>
                    </a:lnTo>
                    <a:lnTo>
                      <a:pt x="2210776" y="264142"/>
                    </a:lnTo>
                    <a:cubicBezTo>
                      <a:pt x="2211466" y="264098"/>
                      <a:pt x="2212117" y="263880"/>
                      <a:pt x="2212564" y="263553"/>
                    </a:cubicBezTo>
                    <a:lnTo>
                      <a:pt x="2242434" y="241158"/>
                    </a:lnTo>
                    <a:lnTo>
                      <a:pt x="2266859" y="214137"/>
                    </a:lnTo>
                    <a:lnTo>
                      <a:pt x="2294128" y="184300"/>
                    </a:lnTo>
                    <a:lnTo>
                      <a:pt x="2304654" y="182489"/>
                    </a:lnTo>
                    <a:lnTo>
                      <a:pt x="2412634" y="193249"/>
                    </a:lnTo>
                    <a:lnTo>
                      <a:pt x="2520737" y="207524"/>
                    </a:lnTo>
                    <a:lnTo>
                      <a:pt x="2626767" y="215141"/>
                    </a:lnTo>
                    <a:lnTo>
                      <a:pt x="2729748" y="224832"/>
                    </a:lnTo>
                    <a:lnTo>
                      <a:pt x="2829276" y="237099"/>
                    </a:lnTo>
                    <a:lnTo>
                      <a:pt x="2925918" y="254582"/>
                    </a:lnTo>
                    <a:lnTo>
                      <a:pt x="3021056" y="276212"/>
                    </a:lnTo>
                    <a:lnTo>
                      <a:pt x="3116194" y="293542"/>
                    </a:lnTo>
                    <a:lnTo>
                      <a:pt x="3212348" y="314321"/>
                    </a:lnTo>
                    <a:lnTo>
                      <a:pt x="3309884" y="332393"/>
                    </a:lnTo>
                    <a:lnTo>
                      <a:pt x="3409046" y="354504"/>
                    </a:lnTo>
                    <a:lnTo>
                      <a:pt x="3509996" y="375021"/>
                    </a:lnTo>
                    <a:lnTo>
                      <a:pt x="3612368" y="390627"/>
                    </a:lnTo>
                    <a:lnTo>
                      <a:pt x="3714740" y="408481"/>
                    </a:lnTo>
                    <a:lnTo>
                      <a:pt x="3817275" y="427121"/>
                    </a:lnTo>
                    <a:cubicBezTo>
                      <a:pt x="3817925" y="427230"/>
                      <a:pt x="3818616" y="427230"/>
                      <a:pt x="3819225" y="427011"/>
                    </a:cubicBezTo>
                    <a:lnTo>
                      <a:pt x="3835969" y="422166"/>
                    </a:lnTo>
                    <a:lnTo>
                      <a:pt x="3852550" y="414658"/>
                    </a:lnTo>
                    <a:lnTo>
                      <a:pt x="3868684" y="402980"/>
                    </a:lnTo>
                    <a:lnTo>
                      <a:pt x="3884615" y="387680"/>
                    </a:lnTo>
                    <a:lnTo>
                      <a:pt x="3900343" y="369564"/>
                    </a:lnTo>
                    <a:lnTo>
                      <a:pt x="3931270" y="318621"/>
                    </a:lnTo>
                    <a:lnTo>
                      <a:pt x="3947445" y="284310"/>
                    </a:lnTo>
                    <a:lnTo>
                      <a:pt x="3967846" y="242315"/>
                    </a:lnTo>
                    <a:lnTo>
                      <a:pt x="3987800" y="228084"/>
                    </a:lnTo>
                    <a:lnTo>
                      <a:pt x="4008567" y="220620"/>
                    </a:lnTo>
                    <a:cubicBezTo>
                      <a:pt x="4008933" y="220511"/>
                      <a:pt x="4009217" y="220358"/>
                      <a:pt x="4009421" y="220183"/>
                    </a:cubicBezTo>
                    <a:lnTo>
                      <a:pt x="4033236" y="197811"/>
                    </a:lnTo>
                    <a:lnTo>
                      <a:pt x="4059327" y="163281"/>
                    </a:lnTo>
                    <a:lnTo>
                      <a:pt x="4085296" y="128381"/>
                    </a:lnTo>
                    <a:lnTo>
                      <a:pt x="4109314" y="94179"/>
                    </a:lnTo>
                    <a:lnTo>
                      <a:pt x="4128415" y="69296"/>
                    </a:lnTo>
                    <a:lnTo>
                      <a:pt x="4141866" y="57794"/>
                    </a:lnTo>
                    <a:lnTo>
                      <a:pt x="4151336" y="46553"/>
                    </a:lnTo>
                    <a:lnTo>
                      <a:pt x="4156781" y="39569"/>
                    </a:lnTo>
                    <a:lnTo>
                      <a:pt x="4159951" y="36491"/>
                    </a:lnTo>
                    <a:lnTo>
                      <a:pt x="4165519" y="26364"/>
                    </a:lnTo>
                    <a:cubicBezTo>
                      <a:pt x="4165803" y="25840"/>
                      <a:pt x="4165519" y="25294"/>
                      <a:pt x="4164828" y="2492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1" name="Freeform: Shape 270">
                <a:extLst>
                  <a:ext uri="{FF2B5EF4-FFF2-40B4-BE49-F238E27FC236}">
                    <a16:creationId xmlns:a16="http://schemas.microsoft.com/office/drawing/2014/main" id="{E8986669-D538-4EC0-BA4E-1A6F57B1B512}"/>
                  </a:ext>
                </a:extLst>
              </p:cNvPr>
              <p:cNvSpPr/>
              <p:nvPr/>
            </p:nvSpPr>
            <p:spPr>
              <a:xfrm>
                <a:off x="11446783" y="5770379"/>
                <a:ext cx="745216" cy="15038"/>
              </a:xfrm>
              <a:custGeom>
                <a:avLst/>
                <a:gdLst>
                  <a:gd name="connsiteX0" fmla="*/ 745216 w 745216"/>
                  <a:gd name="connsiteY0" fmla="*/ 11503 h 15038"/>
                  <a:gd name="connsiteX1" fmla="*/ 708600 w 745216"/>
                  <a:gd name="connsiteY1" fmla="*/ 11612 h 15038"/>
                  <a:gd name="connsiteX2" fmla="*/ 698684 w 745216"/>
                  <a:gd name="connsiteY2" fmla="*/ 12201 h 15038"/>
                  <a:gd name="connsiteX3" fmla="*/ 675072 w 745216"/>
                  <a:gd name="connsiteY3" fmla="*/ 9800 h 15038"/>
                  <a:gd name="connsiteX4" fmla="*/ 673202 w 745216"/>
                  <a:gd name="connsiteY4" fmla="*/ 10018 h 15038"/>
                  <a:gd name="connsiteX5" fmla="*/ 671414 w 745216"/>
                  <a:gd name="connsiteY5" fmla="*/ 10717 h 15038"/>
                  <a:gd name="connsiteX6" fmla="*/ 603545 w 745216"/>
                  <a:gd name="connsiteY6" fmla="*/ 10608 h 15038"/>
                  <a:gd name="connsiteX7" fmla="*/ 536773 w 745216"/>
                  <a:gd name="connsiteY7" fmla="*/ 9538 h 15038"/>
                  <a:gd name="connsiteX8" fmla="*/ 136023 w 745216"/>
                  <a:gd name="connsiteY8" fmla="*/ 1921 h 15038"/>
                  <a:gd name="connsiteX9" fmla="*/ 2683 w 745216"/>
                  <a:gd name="connsiteY9" fmla="*/ 0 h 15038"/>
                  <a:gd name="connsiteX10" fmla="*/ 2561 w 745216"/>
                  <a:gd name="connsiteY10" fmla="*/ 0 h 15038"/>
                  <a:gd name="connsiteX11" fmla="*/ 0 w 745216"/>
                  <a:gd name="connsiteY11" fmla="*/ 1331 h 15038"/>
                  <a:gd name="connsiteX12" fmla="*/ 2479 w 745216"/>
                  <a:gd name="connsiteY12" fmla="*/ 2772 h 15038"/>
                  <a:gd name="connsiteX13" fmla="*/ 135901 w 745216"/>
                  <a:gd name="connsiteY13" fmla="*/ 4736 h 15038"/>
                  <a:gd name="connsiteX14" fmla="*/ 469758 w 745216"/>
                  <a:gd name="connsiteY14" fmla="*/ 11175 h 15038"/>
                  <a:gd name="connsiteX15" fmla="*/ 603504 w 745216"/>
                  <a:gd name="connsiteY15" fmla="*/ 13423 h 15038"/>
                  <a:gd name="connsiteX16" fmla="*/ 672064 w 745216"/>
                  <a:gd name="connsiteY16" fmla="*/ 13532 h 15038"/>
                  <a:gd name="connsiteX17" fmla="*/ 672064 w 745216"/>
                  <a:gd name="connsiteY17" fmla="*/ 13532 h 15038"/>
                  <a:gd name="connsiteX18" fmla="*/ 673528 w 745216"/>
                  <a:gd name="connsiteY18" fmla="*/ 13271 h 15038"/>
                  <a:gd name="connsiteX19" fmla="*/ 675112 w 745216"/>
                  <a:gd name="connsiteY19" fmla="*/ 12681 h 15038"/>
                  <a:gd name="connsiteX20" fmla="*/ 698033 w 745216"/>
                  <a:gd name="connsiteY20" fmla="*/ 14973 h 15038"/>
                  <a:gd name="connsiteX21" fmla="*/ 698724 w 745216"/>
                  <a:gd name="connsiteY21" fmla="*/ 15038 h 15038"/>
                  <a:gd name="connsiteX22" fmla="*/ 708844 w 745216"/>
                  <a:gd name="connsiteY22" fmla="*/ 14449 h 15038"/>
                  <a:gd name="connsiteX23" fmla="*/ 745176 w 745216"/>
                  <a:gd name="connsiteY23" fmla="*/ 14275 h 15038"/>
                  <a:gd name="connsiteX24" fmla="*/ 745176 w 745216"/>
                  <a:gd name="connsiteY24" fmla="*/ 11503 h 15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5216" h="15038">
                    <a:moveTo>
                      <a:pt x="745216" y="11503"/>
                    </a:moveTo>
                    <a:lnTo>
                      <a:pt x="708600" y="11612"/>
                    </a:lnTo>
                    <a:lnTo>
                      <a:pt x="698684" y="12201"/>
                    </a:lnTo>
                    <a:lnTo>
                      <a:pt x="675072" y="9800"/>
                    </a:lnTo>
                    <a:cubicBezTo>
                      <a:pt x="674381" y="9735"/>
                      <a:pt x="673689" y="9866"/>
                      <a:pt x="673202" y="10018"/>
                    </a:cubicBezTo>
                    <a:lnTo>
                      <a:pt x="671414" y="10717"/>
                    </a:lnTo>
                    <a:lnTo>
                      <a:pt x="603545" y="10608"/>
                    </a:lnTo>
                    <a:lnTo>
                      <a:pt x="536773" y="9538"/>
                    </a:lnTo>
                    <a:lnTo>
                      <a:pt x="136023" y="1921"/>
                    </a:lnTo>
                    <a:lnTo>
                      <a:pt x="2683" y="0"/>
                    </a:lnTo>
                    <a:lnTo>
                      <a:pt x="2561" y="0"/>
                    </a:lnTo>
                    <a:cubicBezTo>
                      <a:pt x="1179" y="0"/>
                      <a:pt x="81" y="589"/>
                      <a:pt x="0" y="1331"/>
                    </a:cubicBezTo>
                    <a:cubicBezTo>
                      <a:pt x="0" y="2139"/>
                      <a:pt x="1097" y="2772"/>
                      <a:pt x="2479" y="2772"/>
                    </a:cubicBezTo>
                    <a:lnTo>
                      <a:pt x="135901" y="4736"/>
                    </a:lnTo>
                    <a:lnTo>
                      <a:pt x="469758" y="11175"/>
                    </a:lnTo>
                    <a:lnTo>
                      <a:pt x="603504" y="13423"/>
                    </a:lnTo>
                    <a:lnTo>
                      <a:pt x="672064" y="13532"/>
                    </a:lnTo>
                    <a:lnTo>
                      <a:pt x="672064" y="13532"/>
                    </a:lnTo>
                    <a:cubicBezTo>
                      <a:pt x="672633" y="13532"/>
                      <a:pt x="673162" y="13423"/>
                      <a:pt x="673528" y="13271"/>
                    </a:cubicBezTo>
                    <a:lnTo>
                      <a:pt x="675112" y="12681"/>
                    </a:lnTo>
                    <a:lnTo>
                      <a:pt x="698033" y="14973"/>
                    </a:lnTo>
                    <a:cubicBezTo>
                      <a:pt x="698358" y="15038"/>
                      <a:pt x="698521" y="15038"/>
                      <a:pt x="698724" y="15038"/>
                    </a:cubicBezTo>
                    <a:lnTo>
                      <a:pt x="708844" y="14449"/>
                    </a:lnTo>
                    <a:lnTo>
                      <a:pt x="745176" y="14275"/>
                    </a:lnTo>
                    <a:lnTo>
                      <a:pt x="745176" y="1150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2" name="Freeform: Shape 271">
                <a:extLst>
                  <a:ext uri="{FF2B5EF4-FFF2-40B4-BE49-F238E27FC236}">
                    <a16:creationId xmlns:a16="http://schemas.microsoft.com/office/drawing/2014/main" id="{24A851C9-CA77-43BF-AB79-A7BDCAA4F928}"/>
                  </a:ext>
                </a:extLst>
              </p:cNvPr>
              <p:cNvSpPr/>
              <p:nvPr/>
            </p:nvSpPr>
            <p:spPr>
              <a:xfrm>
                <a:off x="12093570" y="5777735"/>
                <a:ext cx="98429" cy="4299"/>
              </a:xfrm>
              <a:custGeom>
                <a:avLst/>
                <a:gdLst>
                  <a:gd name="connsiteX0" fmla="*/ 98430 w 98429"/>
                  <a:gd name="connsiteY0" fmla="*/ 1484 h 4299"/>
                  <a:gd name="connsiteX1" fmla="*/ 2682 w 98429"/>
                  <a:gd name="connsiteY1" fmla="*/ 0 h 4299"/>
                  <a:gd name="connsiteX2" fmla="*/ 2560 w 98429"/>
                  <a:gd name="connsiteY2" fmla="*/ 0 h 4299"/>
                  <a:gd name="connsiteX3" fmla="*/ 0 w 98429"/>
                  <a:gd name="connsiteY3" fmla="*/ 1331 h 4299"/>
                  <a:gd name="connsiteX4" fmla="*/ 2478 w 98429"/>
                  <a:gd name="connsiteY4" fmla="*/ 2816 h 4299"/>
                  <a:gd name="connsiteX5" fmla="*/ 98430 w 98429"/>
                  <a:gd name="connsiteY5" fmla="*/ 4300 h 4299"/>
                  <a:gd name="connsiteX6" fmla="*/ 98430 w 98429"/>
                  <a:gd name="connsiteY6" fmla="*/ 1484 h 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429" h="4299">
                    <a:moveTo>
                      <a:pt x="98430" y="1484"/>
                    </a:moveTo>
                    <a:lnTo>
                      <a:pt x="2682" y="0"/>
                    </a:lnTo>
                    <a:lnTo>
                      <a:pt x="2560" y="0"/>
                    </a:lnTo>
                    <a:cubicBezTo>
                      <a:pt x="1179" y="0"/>
                      <a:pt x="81" y="589"/>
                      <a:pt x="0" y="1331"/>
                    </a:cubicBezTo>
                    <a:cubicBezTo>
                      <a:pt x="0" y="2139"/>
                      <a:pt x="1097" y="2772"/>
                      <a:pt x="2478" y="2816"/>
                    </a:cubicBezTo>
                    <a:lnTo>
                      <a:pt x="98430" y="4300"/>
                    </a:lnTo>
                    <a:lnTo>
                      <a:pt x="98430" y="148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3" name="Freeform: Shape 272">
                <a:extLst>
                  <a:ext uri="{FF2B5EF4-FFF2-40B4-BE49-F238E27FC236}">
                    <a16:creationId xmlns:a16="http://schemas.microsoft.com/office/drawing/2014/main" id="{AEFA58A5-9FB3-4DFB-B995-DB85BAEF3A9A}"/>
                  </a:ext>
                </a:extLst>
              </p:cNvPr>
              <p:cNvSpPr/>
              <p:nvPr/>
            </p:nvSpPr>
            <p:spPr>
              <a:xfrm>
                <a:off x="12045248" y="5772867"/>
                <a:ext cx="146751" cy="5020"/>
              </a:xfrm>
              <a:custGeom>
                <a:avLst/>
                <a:gdLst>
                  <a:gd name="connsiteX0" fmla="*/ 146751 w 146751"/>
                  <a:gd name="connsiteY0" fmla="*/ 2248 h 5020"/>
                  <a:gd name="connsiteX1" fmla="*/ 106478 w 146751"/>
                  <a:gd name="connsiteY1" fmla="*/ 1659 h 5020"/>
                  <a:gd name="connsiteX2" fmla="*/ 2683 w 146751"/>
                  <a:gd name="connsiteY2" fmla="*/ 0 h 5020"/>
                  <a:gd name="connsiteX3" fmla="*/ 0 w 146751"/>
                  <a:gd name="connsiteY3" fmla="*/ 1331 h 5020"/>
                  <a:gd name="connsiteX4" fmla="*/ 2479 w 146751"/>
                  <a:gd name="connsiteY4" fmla="*/ 2837 h 5020"/>
                  <a:gd name="connsiteX5" fmla="*/ 146751 w 146751"/>
                  <a:gd name="connsiteY5" fmla="*/ 5020 h 5020"/>
                  <a:gd name="connsiteX6" fmla="*/ 146751 w 146751"/>
                  <a:gd name="connsiteY6" fmla="*/ 2248 h 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751" h="5020">
                    <a:moveTo>
                      <a:pt x="146751" y="2248"/>
                    </a:moveTo>
                    <a:lnTo>
                      <a:pt x="106478" y="1659"/>
                    </a:lnTo>
                    <a:lnTo>
                      <a:pt x="2683" y="0"/>
                    </a:lnTo>
                    <a:cubicBezTo>
                      <a:pt x="975" y="0"/>
                      <a:pt x="81" y="589"/>
                      <a:pt x="0" y="1331"/>
                    </a:cubicBezTo>
                    <a:cubicBezTo>
                      <a:pt x="0" y="2139"/>
                      <a:pt x="1097" y="2772"/>
                      <a:pt x="2479" y="2837"/>
                    </a:cubicBezTo>
                    <a:lnTo>
                      <a:pt x="146751" y="5020"/>
                    </a:lnTo>
                    <a:lnTo>
                      <a:pt x="146751" y="224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4" name="Freeform: Shape 273">
                <a:extLst>
                  <a:ext uri="{FF2B5EF4-FFF2-40B4-BE49-F238E27FC236}">
                    <a16:creationId xmlns:a16="http://schemas.microsoft.com/office/drawing/2014/main" id="{CC70F02E-FD12-42E7-AE5A-333ED7E6B4E1}"/>
                  </a:ext>
                </a:extLst>
              </p:cNvPr>
              <p:cNvSpPr/>
              <p:nvPr/>
            </p:nvSpPr>
            <p:spPr>
              <a:xfrm>
                <a:off x="11997732" y="5768131"/>
                <a:ext cx="194267" cy="5805"/>
              </a:xfrm>
              <a:custGeom>
                <a:avLst/>
                <a:gdLst>
                  <a:gd name="connsiteX0" fmla="*/ 194268 w 194267"/>
                  <a:gd name="connsiteY0" fmla="*/ 3034 h 5805"/>
                  <a:gd name="connsiteX1" fmla="*/ 2569 w 194267"/>
                  <a:gd name="connsiteY1" fmla="*/ 0 h 5805"/>
                  <a:gd name="connsiteX2" fmla="*/ 2488 w 194267"/>
                  <a:gd name="connsiteY2" fmla="*/ 0 h 5805"/>
                  <a:gd name="connsiteX3" fmla="*/ 8 w 194267"/>
                  <a:gd name="connsiteY3" fmla="*/ 1331 h 5805"/>
                  <a:gd name="connsiteX4" fmla="*/ 2488 w 194267"/>
                  <a:gd name="connsiteY4" fmla="*/ 2772 h 5805"/>
                  <a:gd name="connsiteX5" fmla="*/ 170656 w 194267"/>
                  <a:gd name="connsiteY5" fmla="*/ 5369 h 5805"/>
                  <a:gd name="connsiteX6" fmla="*/ 194268 w 194267"/>
                  <a:gd name="connsiteY6" fmla="*/ 5806 h 5805"/>
                  <a:gd name="connsiteX7" fmla="*/ 194268 w 194267"/>
                  <a:gd name="connsiteY7" fmla="*/ 3034 h 5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267" h="5805">
                    <a:moveTo>
                      <a:pt x="194268" y="3034"/>
                    </a:moveTo>
                    <a:lnTo>
                      <a:pt x="2569" y="0"/>
                    </a:lnTo>
                    <a:lnTo>
                      <a:pt x="2488" y="0"/>
                    </a:lnTo>
                    <a:cubicBezTo>
                      <a:pt x="1187" y="0"/>
                      <a:pt x="8" y="589"/>
                      <a:pt x="8" y="1331"/>
                    </a:cubicBezTo>
                    <a:cubicBezTo>
                      <a:pt x="-114" y="2139"/>
                      <a:pt x="1106" y="2772"/>
                      <a:pt x="2488" y="2772"/>
                    </a:cubicBezTo>
                    <a:lnTo>
                      <a:pt x="170656" y="5369"/>
                    </a:lnTo>
                    <a:lnTo>
                      <a:pt x="194268" y="5806"/>
                    </a:lnTo>
                    <a:lnTo>
                      <a:pt x="194268" y="303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5" name="Freeform: Shape 274">
                <a:extLst>
                  <a:ext uri="{FF2B5EF4-FFF2-40B4-BE49-F238E27FC236}">
                    <a16:creationId xmlns:a16="http://schemas.microsoft.com/office/drawing/2014/main" id="{571C412B-BC21-4D08-9DAA-DBB721DAF409}"/>
                  </a:ext>
                </a:extLst>
              </p:cNvPr>
              <p:cNvSpPr/>
              <p:nvPr/>
            </p:nvSpPr>
            <p:spPr>
              <a:xfrm>
                <a:off x="11905040" y="5765905"/>
                <a:ext cx="286959" cy="6417"/>
              </a:xfrm>
              <a:custGeom>
                <a:avLst/>
                <a:gdLst>
                  <a:gd name="connsiteX0" fmla="*/ 286959 w 286959"/>
                  <a:gd name="connsiteY0" fmla="*/ 3623 h 6417"/>
                  <a:gd name="connsiteX1" fmla="*/ 174428 w 286959"/>
                  <a:gd name="connsiteY1" fmla="*/ 1812 h 6417"/>
                  <a:gd name="connsiteX2" fmla="*/ 71852 w 286959"/>
                  <a:gd name="connsiteY2" fmla="*/ 0 h 6417"/>
                  <a:gd name="connsiteX3" fmla="*/ 70145 w 286959"/>
                  <a:gd name="connsiteY3" fmla="*/ 327 h 6417"/>
                  <a:gd name="connsiteX4" fmla="*/ 68764 w 286959"/>
                  <a:gd name="connsiteY4" fmla="*/ 851 h 6417"/>
                  <a:gd name="connsiteX5" fmla="*/ 2602 w 286959"/>
                  <a:gd name="connsiteY5" fmla="*/ 589 h 6417"/>
                  <a:gd name="connsiteX6" fmla="*/ 2602 w 286959"/>
                  <a:gd name="connsiteY6" fmla="*/ 589 h 6417"/>
                  <a:gd name="connsiteX7" fmla="*/ 0 w 286959"/>
                  <a:gd name="connsiteY7" fmla="*/ 1986 h 6417"/>
                  <a:gd name="connsiteX8" fmla="*/ 2602 w 286959"/>
                  <a:gd name="connsiteY8" fmla="*/ 3361 h 6417"/>
                  <a:gd name="connsiteX9" fmla="*/ 69658 w 286959"/>
                  <a:gd name="connsiteY9" fmla="*/ 3689 h 6417"/>
                  <a:gd name="connsiteX10" fmla="*/ 71242 w 286959"/>
                  <a:gd name="connsiteY10" fmla="*/ 3427 h 6417"/>
                  <a:gd name="connsiteX11" fmla="*/ 72502 w 286959"/>
                  <a:gd name="connsiteY11" fmla="*/ 2837 h 6417"/>
                  <a:gd name="connsiteX12" fmla="*/ 286919 w 286959"/>
                  <a:gd name="connsiteY12" fmla="*/ 6417 h 6417"/>
                  <a:gd name="connsiteX13" fmla="*/ 286919 w 286959"/>
                  <a:gd name="connsiteY13" fmla="*/ 3645 h 6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6959" h="6417">
                    <a:moveTo>
                      <a:pt x="286959" y="3623"/>
                    </a:moveTo>
                    <a:lnTo>
                      <a:pt x="174428" y="1812"/>
                    </a:lnTo>
                    <a:lnTo>
                      <a:pt x="71852" y="0"/>
                    </a:lnTo>
                    <a:cubicBezTo>
                      <a:pt x="71283" y="0"/>
                      <a:pt x="70674" y="109"/>
                      <a:pt x="70145" y="327"/>
                    </a:cubicBezTo>
                    <a:lnTo>
                      <a:pt x="68764" y="851"/>
                    </a:lnTo>
                    <a:lnTo>
                      <a:pt x="2602" y="589"/>
                    </a:lnTo>
                    <a:lnTo>
                      <a:pt x="2602" y="589"/>
                    </a:lnTo>
                    <a:cubicBezTo>
                      <a:pt x="1219" y="589"/>
                      <a:pt x="0" y="1179"/>
                      <a:pt x="0" y="1986"/>
                    </a:cubicBezTo>
                    <a:cubicBezTo>
                      <a:pt x="0" y="2728"/>
                      <a:pt x="1097" y="3361"/>
                      <a:pt x="2602" y="3361"/>
                    </a:cubicBezTo>
                    <a:lnTo>
                      <a:pt x="69658" y="3689"/>
                    </a:lnTo>
                    <a:cubicBezTo>
                      <a:pt x="70063" y="3689"/>
                      <a:pt x="70755" y="3580"/>
                      <a:pt x="71242" y="3427"/>
                    </a:cubicBezTo>
                    <a:lnTo>
                      <a:pt x="72502" y="2837"/>
                    </a:lnTo>
                    <a:lnTo>
                      <a:pt x="286919" y="6417"/>
                    </a:lnTo>
                    <a:lnTo>
                      <a:pt x="286919" y="364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6" name="Freeform: Shape 275">
                <a:extLst>
                  <a:ext uri="{FF2B5EF4-FFF2-40B4-BE49-F238E27FC236}">
                    <a16:creationId xmlns:a16="http://schemas.microsoft.com/office/drawing/2014/main" id="{00B680CB-8DF4-49C9-B4C3-8B753DEF5F84}"/>
                  </a:ext>
                </a:extLst>
              </p:cNvPr>
              <p:cNvSpPr/>
              <p:nvPr/>
            </p:nvSpPr>
            <p:spPr>
              <a:xfrm>
                <a:off x="11687373" y="5759378"/>
                <a:ext cx="259918" cy="5260"/>
              </a:xfrm>
              <a:custGeom>
                <a:avLst/>
                <a:gdLst>
                  <a:gd name="connsiteX0" fmla="*/ 67462 w 259918"/>
                  <a:gd name="connsiteY0" fmla="*/ 5238 h 5260"/>
                  <a:gd name="connsiteX1" fmla="*/ 2478 w 259918"/>
                  <a:gd name="connsiteY1" fmla="*/ 4234 h 5260"/>
                  <a:gd name="connsiteX2" fmla="*/ 0 w 259918"/>
                  <a:gd name="connsiteY2" fmla="*/ 2794 h 5260"/>
                  <a:gd name="connsiteX3" fmla="*/ 2560 w 259918"/>
                  <a:gd name="connsiteY3" fmla="*/ 1397 h 5260"/>
                  <a:gd name="connsiteX4" fmla="*/ 2560 w 259918"/>
                  <a:gd name="connsiteY4" fmla="*/ 1397 h 5260"/>
                  <a:gd name="connsiteX5" fmla="*/ 67462 w 259918"/>
                  <a:gd name="connsiteY5" fmla="*/ 2423 h 5260"/>
                  <a:gd name="connsiteX6" fmla="*/ 130657 w 259918"/>
                  <a:gd name="connsiteY6" fmla="*/ 1899 h 5260"/>
                  <a:gd name="connsiteX7" fmla="*/ 193975 w 259918"/>
                  <a:gd name="connsiteY7" fmla="*/ 568 h 5260"/>
                  <a:gd name="connsiteX8" fmla="*/ 196657 w 259918"/>
                  <a:gd name="connsiteY8" fmla="*/ 44 h 5260"/>
                  <a:gd name="connsiteX9" fmla="*/ 197550 w 259918"/>
                  <a:gd name="connsiteY9" fmla="*/ 0 h 5260"/>
                  <a:gd name="connsiteX10" fmla="*/ 234574 w 259918"/>
                  <a:gd name="connsiteY10" fmla="*/ 480 h 5260"/>
                  <a:gd name="connsiteX11" fmla="*/ 257698 w 259918"/>
                  <a:gd name="connsiteY11" fmla="*/ 2183 h 5260"/>
                  <a:gd name="connsiteX12" fmla="*/ 259893 w 259918"/>
                  <a:gd name="connsiteY12" fmla="*/ 3776 h 5260"/>
                  <a:gd name="connsiteX13" fmla="*/ 257007 w 259918"/>
                  <a:gd name="connsiteY13" fmla="*/ 4998 h 5260"/>
                  <a:gd name="connsiteX14" fmla="*/ 234208 w 259918"/>
                  <a:gd name="connsiteY14" fmla="*/ 3296 h 5260"/>
                  <a:gd name="connsiteX15" fmla="*/ 197876 w 259918"/>
                  <a:gd name="connsiteY15" fmla="*/ 2816 h 5260"/>
                  <a:gd name="connsiteX16" fmla="*/ 195315 w 259918"/>
                  <a:gd name="connsiteY16" fmla="*/ 3296 h 5260"/>
                  <a:gd name="connsiteX17" fmla="*/ 194543 w 259918"/>
                  <a:gd name="connsiteY17" fmla="*/ 3405 h 5260"/>
                  <a:gd name="connsiteX18" fmla="*/ 130861 w 259918"/>
                  <a:gd name="connsiteY18" fmla="*/ 4736 h 5260"/>
                  <a:gd name="connsiteX19" fmla="*/ 67543 w 259918"/>
                  <a:gd name="connsiteY19" fmla="*/ 5260 h 5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9918" h="5260">
                    <a:moveTo>
                      <a:pt x="67462" y="5238"/>
                    </a:moveTo>
                    <a:lnTo>
                      <a:pt x="2478" y="4234"/>
                    </a:lnTo>
                    <a:cubicBezTo>
                      <a:pt x="1097" y="4169"/>
                      <a:pt x="0" y="3536"/>
                      <a:pt x="0" y="2794"/>
                    </a:cubicBezTo>
                    <a:cubicBezTo>
                      <a:pt x="0" y="1986"/>
                      <a:pt x="1179" y="1397"/>
                      <a:pt x="2560" y="1397"/>
                    </a:cubicBezTo>
                    <a:lnTo>
                      <a:pt x="2560" y="1397"/>
                    </a:lnTo>
                    <a:lnTo>
                      <a:pt x="67462" y="2423"/>
                    </a:lnTo>
                    <a:lnTo>
                      <a:pt x="130657" y="1899"/>
                    </a:lnTo>
                    <a:lnTo>
                      <a:pt x="193975" y="568"/>
                    </a:lnTo>
                    <a:lnTo>
                      <a:pt x="196657" y="44"/>
                    </a:lnTo>
                    <a:cubicBezTo>
                      <a:pt x="196941" y="0"/>
                      <a:pt x="197145" y="0"/>
                      <a:pt x="197550" y="0"/>
                    </a:cubicBezTo>
                    <a:lnTo>
                      <a:pt x="234574" y="480"/>
                    </a:lnTo>
                    <a:lnTo>
                      <a:pt x="257698" y="2183"/>
                    </a:lnTo>
                    <a:cubicBezTo>
                      <a:pt x="259080" y="2292"/>
                      <a:pt x="260096" y="3034"/>
                      <a:pt x="259893" y="3776"/>
                    </a:cubicBezTo>
                    <a:cubicBezTo>
                      <a:pt x="259689" y="4518"/>
                      <a:pt x="258429" y="5107"/>
                      <a:pt x="257007" y="4998"/>
                    </a:cubicBezTo>
                    <a:lnTo>
                      <a:pt x="234208" y="3296"/>
                    </a:lnTo>
                    <a:lnTo>
                      <a:pt x="197876" y="2816"/>
                    </a:lnTo>
                    <a:lnTo>
                      <a:pt x="195315" y="3296"/>
                    </a:lnTo>
                    <a:cubicBezTo>
                      <a:pt x="194991" y="3361"/>
                      <a:pt x="194828" y="3405"/>
                      <a:pt x="194543" y="3405"/>
                    </a:cubicBezTo>
                    <a:lnTo>
                      <a:pt x="130861" y="4736"/>
                    </a:lnTo>
                    <a:lnTo>
                      <a:pt x="67543" y="52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7" name="Freeform: Shape 276">
                <a:extLst>
                  <a:ext uri="{FF2B5EF4-FFF2-40B4-BE49-F238E27FC236}">
                    <a16:creationId xmlns:a16="http://schemas.microsoft.com/office/drawing/2014/main" id="{CFF840C6-1AB9-4F6B-9333-323D9C3F6DEB}"/>
                  </a:ext>
                </a:extLst>
              </p:cNvPr>
              <p:cNvSpPr/>
              <p:nvPr/>
            </p:nvSpPr>
            <p:spPr>
              <a:xfrm>
                <a:off x="5325070" y="5462607"/>
                <a:ext cx="102232" cy="24551"/>
              </a:xfrm>
              <a:custGeom>
                <a:avLst/>
                <a:gdLst>
                  <a:gd name="connsiteX0" fmla="*/ 99679 w 102232"/>
                  <a:gd name="connsiteY0" fmla="*/ 24551 h 24551"/>
                  <a:gd name="connsiteX1" fmla="*/ 98704 w 102232"/>
                  <a:gd name="connsiteY1" fmla="*/ 24442 h 24551"/>
                  <a:gd name="connsiteX2" fmla="*/ 22626 w 102232"/>
                  <a:gd name="connsiteY2" fmla="*/ 6697 h 24551"/>
                  <a:gd name="connsiteX3" fmla="*/ 1737 w 102232"/>
                  <a:gd name="connsiteY3" fmla="*/ 2747 h 24551"/>
                  <a:gd name="connsiteX4" fmla="*/ 152 w 102232"/>
                  <a:gd name="connsiteY4" fmla="*/ 935 h 24551"/>
                  <a:gd name="connsiteX5" fmla="*/ 3362 w 102232"/>
                  <a:gd name="connsiteY5" fmla="*/ 84 h 24551"/>
                  <a:gd name="connsiteX6" fmla="*/ 24454 w 102232"/>
                  <a:gd name="connsiteY6" fmla="*/ 4034 h 24551"/>
                  <a:gd name="connsiteX7" fmla="*/ 100695 w 102232"/>
                  <a:gd name="connsiteY7" fmla="*/ 21888 h 24551"/>
                  <a:gd name="connsiteX8" fmla="*/ 102036 w 102232"/>
                  <a:gd name="connsiteY8" fmla="*/ 23700 h 24551"/>
                  <a:gd name="connsiteX9" fmla="*/ 99720 w 102232"/>
                  <a:gd name="connsiteY9" fmla="*/ 24551 h 24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2" h="24551">
                    <a:moveTo>
                      <a:pt x="99679" y="24551"/>
                    </a:moveTo>
                    <a:cubicBezTo>
                      <a:pt x="99313" y="24551"/>
                      <a:pt x="99029" y="24551"/>
                      <a:pt x="98704" y="24442"/>
                    </a:cubicBezTo>
                    <a:lnTo>
                      <a:pt x="22626" y="6697"/>
                    </a:lnTo>
                    <a:lnTo>
                      <a:pt x="1737" y="2747"/>
                    </a:lnTo>
                    <a:cubicBezTo>
                      <a:pt x="396" y="2485"/>
                      <a:pt x="-336" y="1677"/>
                      <a:pt x="152" y="935"/>
                    </a:cubicBezTo>
                    <a:cubicBezTo>
                      <a:pt x="599" y="193"/>
                      <a:pt x="2021" y="-178"/>
                      <a:pt x="3362" y="84"/>
                    </a:cubicBezTo>
                    <a:lnTo>
                      <a:pt x="24454" y="4034"/>
                    </a:lnTo>
                    <a:lnTo>
                      <a:pt x="100695" y="21888"/>
                    </a:lnTo>
                    <a:cubicBezTo>
                      <a:pt x="101996" y="22150"/>
                      <a:pt x="102565" y="23002"/>
                      <a:pt x="102036" y="23700"/>
                    </a:cubicBezTo>
                    <a:cubicBezTo>
                      <a:pt x="101630" y="24224"/>
                      <a:pt x="100695" y="24551"/>
                      <a:pt x="99720" y="2455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8" name="Freeform: Shape 277">
                <a:extLst>
                  <a:ext uri="{FF2B5EF4-FFF2-40B4-BE49-F238E27FC236}">
                    <a16:creationId xmlns:a16="http://schemas.microsoft.com/office/drawing/2014/main" id="{56FEB59E-8BF5-4B5F-903F-8A0E32B43B62}"/>
                  </a:ext>
                </a:extLst>
              </p:cNvPr>
              <p:cNvSpPr/>
              <p:nvPr/>
            </p:nvSpPr>
            <p:spPr>
              <a:xfrm>
                <a:off x="11928080" y="5762652"/>
                <a:ext cx="263919" cy="6242"/>
              </a:xfrm>
              <a:custGeom>
                <a:avLst/>
                <a:gdLst>
                  <a:gd name="connsiteX0" fmla="*/ 263920 w 263919"/>
                  <a:gd name="connsiteY0" fmla="*/ 3514 h 6242"/>
                  <a:gd name="connsiteX1" fmla="*/ 2564 w 263919"/>
                  <a:gd name="connsiteY1" fmla="*/ 0 h 6242"/>
                  <a:gd name="connsiteX2" fmla="*/ 4 w 263919"/>
                  <a:gd name="connsiteY2" fmla="*/ 1331 h 6242"/>
                  <a:gd name="connsiteX3" fmla="*/ 2482 w 263919"/>
                  <a:gd name="connsiteY3" fmla="*/ 2837 h 6242"/>
                  <a:gd name="connsiteX4" fmla="*/ 263920 w 263919"/>
                  <a:gd name="connsiteY4" fmla="*/ 6242 h 6242"/>
                  <a:gd name="connsiteX5" fmla="*/ 263920 w 263919"/>
                  <a:gd name="connsiteY5" fmla="*/ 3536 h 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919" h="6242">
                    <a:moveTo>
                      <a:pt x="263920" y="3514"/>
                    </a:moveTo>
                    <a:lnTo>
                      <a:pt x="2564" y="0"/>
                    </a:lnTo>
                    <a:cubicBezTo>
                      <a:pt x="1385" y="65"/>
                      <a:pt x="4" y="589"/>
                      <a:pt x="4" y="1331"/>
                    </a:cubicBezTo>
                    <a:cubicBezTo>
                      <a:pt x="-77" y="2139"/>
                      <a:pt x="1101" y="2772"/>
                      <a:pt x="2482" y="2837"/>
                    </a:cubicBezTo>
                    <a:lnTo>
                      <a:pt x="263920" y="6242"/>
                    </a:lnTo>
                    <a:lnTo>
                      <a:pt x="263920" y="353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79" name="Freeform: Shape 278">
                <a:extLst>
                  <a:ext uri="{FF2B5EF4-FFF2-40B4-BE49-F238E27FC236}">
                    <a16:creationId xmlns:a16="http://schemas.microsoft.com/office/drawing/2014/main" id="{892BE1D3-7C11-4130-9455-599AD9E4F9D5}"/>
                  </a:ext>
                </a:extLst>
              </p:cNvPr>
              <p:cNvSpPr/>
              <p:nvPr/>
            </p:nvSpPr>
            <p:spPr>
              <a:xfrm>
                <a:off x="8355597" y="6789093"/>
                <a:ext cx="102480" cy="113777"/>
              </a:xfrm>
              <a:custGeom>
                <a:avLst/>
                <a:gdLst>
                  <a:gd name="connsiteX0" fmla="*/ 25509 w 102480"/>
                  <a:gd name="connsiteY0" fmla="*/ 34285 h 113777"/>
                  <a:gd name="connsiteX1" fmla="*/ 51396 w 102480"/>
                  <a:gd name="connsiteY1" fmla="*/ 65017 h 113777"/>
                  <a:gd name="connsiteX2" fmla="*/ 77893 w 102480"/>
                  <a:gd name="connsiteY2" fmla="*/ 94374 h 113777"/>
                  <a:gd name="connsiteX3" fmla="*/ 96629 w 102480"/>
                  <a:gd name="connsiteY3" fmla="*/ 113778 h 113777"/>
                  <a:gd name="connsiteX4" fmla="*/ 102481 w 102480"/>
                  <a:gd name="connsiteY4" fmla="*/ 113778 h 113777"/>
                  <a:gd name="connsiteX5" fmla="*/ 82446 w 102480"/>
                  <a:gd name="connsiteY5" fmla="*/ 93042 h 113777"/>
                  <a:gd name="connsiteX6" fmla="*/ 55948 w 102480"/>
                  <a:gd name="connsiteY6" fmla="*/ 63795 h 113777"/>
                  <a:gd name="connsiteX7" fmla="*/ 30141 w 102480"/>
                  <a:gd name="connsiteY7" fmla="*/ 33107 h 113777"/>
                  <a:gd name="connsiteX8" fmla="*/ 4863 w 102480"/>
                  <a:gd name="connsiteY8" fmla="*/ 869 h 113777"/>
                  <a:gd name="connsiteX9" fmla="*/ 1571 w 102480"/>
                  <a:gd name="connsiteY9" fmla="*/ 127 h 113777"/>
                  <a:gd name="connsiteX10" fmla="*/ 190 w 102480"/>
                  <a:gd name="connsiteY10" fmla="*/ 1982 h 113777"/>
                  <a:gd name="connsiteX11" fmla="*/ 25509 w 102480"/>
                  <a:gd name="connsiteY11" fmla="*/ 34285 h 11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480" h="113777">
                    <a:moveTo>
                      <a:pt x="25509" y="34285"/>
                    </a:moveTo>
                    <a:lnTo>
                      <a:pt x="51396" y="65017"/>
                    </a:lnTo>
                    <a:lnTo>
                      <a:pt x="77893" y="94374"/>
                    </a:lnTo>
                    <a:lnTo>
                      <a:pt x="96629" y="113778"/>
                    </a:lnTo>
                    <a:lnTo>
                      <a:pt x="102481" y="113778"/>
                    </a:lnTo>
                    <a:lnTo>
                      <a:pt x="82446" y="93042"/>
                    </a:lnTo>
                    <a:lnTo>
                      <a:pt x="55948" y="63795"/>
                    </a:lnTo>
                    <a:lnTo>
                      <a:pt x="30141" y="33107"/>
                    </a:lnTo>
                    <a:lnTo>
                      <a:pt x="4863" y="869"/>
                    </a:lnTo>
                    <a:cubicBezTo>
                      <a:pt x="4376" y="127"/>
                      <a:pt x="2791" y="-201"/>
                      <a:pt x="1571" y="127"/>
                    </a:cubicBezTo>
                    <a:cubicBezTo>
                      <a:pt x="272" y="454"/>
                      <a:pt x="-339" y="1240"/>
                      <a:pt x="190" y="1982"/>
                    </a:cubicBezTo>
                    <a:lnTo>
                      <a:pt x="25509" y="342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0" name="Freeform: Shape 279">
                <a:extLst>
                  <a:ext uri="{FF2B5EF4-FFF2-40B4-BE49-F238E27FC236}">
                    <a16:creationId xmlns:a16="http://schemas.microsoft.com/office/drawing/2014/main" id="{5DE665A1-F4B9-4170-B69D-FD7DFD2D4035}"/>
                  </a:ext>
                </a:extLst>
              </p:cNvPr>
              <p:cNvSpPr/>
              <p:nvPr/>
            </p:nvSpPr>
            <p:spPr>
              <a:xfrm>
                <a:off x="1618325" y="5703323"/>
                <a:ext cx="262695" cy="59503"/>
              </a:xfrm>
              <a:custGeom>
                <a:avLst/>
                <a:gdLst>
                  <a:gd name="connsiteX0" fmla="*/ 2560 w 262695"/>
                  <a:gd name="connsiteY0" fmla="*/ 59482 h 59503"/>
                  <a:gd name="connsiteX1" fmla="*/ 1219 w 262695"/>
                  <a:gd name="connsiteY1" fmla="*/ 59264 h 59503"/>
                  <a:gd name="connsiteX2" fmla="*/ 366 w 262695"/>
                  <a:gd name="connsiteY2" fmla="*/ 57343 h 59503"/>
                  <a:gd name="connsiteX3" fmla="*/ 32634 w 262695"/>
                  <a:gd name="connsiteY3" fmla="*/ 27659 h 59503"/>
                  <a:gd name="connsiteX4" fmla="*/ 33162 w 262695"/>
                  <a:gd name="connsiteY4" fmla="*/ 27288 h 59503"/>
                  <a:gd name="connsiteX5" fmla="*/ 64618 w 262695"/>
                  <a:gd name="connsiteY5" fmla="*/ 12904 h 59503"/>
                  <a:gd name="connsiteX6" fmla="*/ 65756 w 262695"/>
                  <a:gd name="connsiteY6" fmla="*/ 12642 h 59503"/>
                  <a:gd name="connsiteX7" fmla="*/ 96561 w 262695"/>
                  <a:gd name="connsiteY7" fmla="*/ 9346 h 59503"/>
                  <a:gd name="connsiteX8" fmla="*/ 201453 w 262695"/>
                  <a:gd name="connsiteY8" fmla="*/ 4763 h 59503"/>
                  <a:gd name="connsiteX9" fmla="*/ 230144 w 262695"/>
                  <a:gd name="connsiteY9" fmla="*/ 2646 h 59503"/>
                  <a:gd name="connsiteX10" fmla="*/ 259771 w 262695"/>
                  <a:gd name="connsiteY10" fmla="*/ 26 h 59503"/>
                  <a:gd name="connsiteX11" fmla="*/ 262656 w 262695"/>
                  <a:gd name="connsiteY11" fmla="*/ 1205 h 59503"/>
                  <a:gd name="connsiteX12" fmla="*/ 260584 w 262695"/>
                  <a:gd name="connsiteY12" fmla="*/ 2798 h 59503"/>
                  <a:gd name="connsiteX13" fmla="*/ 230876 w 262695"/>
                  <a:gd name="connsiteY13" fmla="*/ 5396 h 59503"/>
                  <a:gd name="connsiteX14" fmla="*/ 202022 w 262695"/>
                  <a:gd name="connsiteY14" fmla="*/ 7535 h 59503"/>
                  <a:gd name="connsiteX15" fmla="*/ 97333 w 262695"/>
                  <a:gd name="connsiteY15" fmla="*/ 12118 h 59503"/>
                  <a:gd name="connsiteX16" fmla="*/ 67422 w 262695"/>
                  <a:gd name="connsiteY16" fmla="*/ 15327 h 59503"/>
                  <a:gd name="connsiteX17" fmla="*/ 36820 w 262695"/>
                  <a:gd name="connsiteY17" fmla="*/ 29340 h 59503"/>
                  <a:gd name="connsiteX18" fmla="*/ 4755 w 262695"/>
                  <a:gd name="connsiteY18" fmla="*/ 58805 h 59503"/>
                  <a:gd name="connsiteX19" fmla="*/ 2642 w 262695"/>
                  <a:gd name="connsiteY19" fmla="*/ 59504 h 59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2695" h="59503">
                    <a:moveTo>
                      <a:pt x="2560" y="59482"/>
                    </a:moveTo>
                    <a:cubicBezTo>
                      <a:pt x="2113" y="59482"/>
                      <a:pt x="1626" y="59373"/>
                      <a:pt x="1219" y="59264"/>
                    </a:cubicBezTo>
                    <a:cubicBezTo>
                      <a:pt x="41" y="58849"/>
                      <a:pt x="-366" y="57998"/>
                      <a:pt x="366" y="57343"/>
                    </a:cubicBezTo>
                    <a:lnTo>
                      <a:pt x="32634" y="27659"/>
                    </a:lnTo>
                    <a:cubicBezTo>
                      <a:pt x="32797" y="27506"/>
                      <a:pt x="32919" y="27397"/>
                      <a:pt x="33162" y="27288"/>
                    </a:cubicBezTo>
                    <a:lnTo>
                      <a:pt x="64618" y="12904"/>
                    </a:lnTo>
                    <a:cubicBezTo>
                      <a:pt x="64984" y="12795"/>
                      <a:pt x="65349" y="12686"/>
                      <a:pt x="65756" y="12642"/>
                    </a:cubicBezTo>
                    <a:lnTo>
                      <a:pt x="96561" y="9346"/>
                    </a:lnTo>
                    <a:lnTo>
                      <a:pt x="201453" y="4763"/>
                    </a:lnTo>
                    <a:lnTo>
                      <a:pt x="230144" y="2646"/>
                    </a:lnTo>
                    <a:lnTo>
                      <a:pt x="259771" y="26"/>
                    </a:lnTo>
                    <a:cubicBezTo>
                      <a:pt x="261153" y="-126"/>
                      <a:pt x="262453" y="398"/>
                      <a:pt x="262656" y="1205"/>
                    </a:cubicBezTo>
                    <a:cubicBezTo>
                      <a:pt x="262900" y="1947"/>
                      <a:pt x="261966" y="2689"/>
                      <a:pt x="260584" y="2798"/>
                    </a:cubicBezTo>
                    <a:lnTo>
                      <a:pt x="230876" y="5396"/>
                    </a:lnTo>
                    <a:lnTo>
                      <a:pt x="202022" y="7535"/>
                    </a:lnTo>
                    <a:lnTo>
                      <a:pt x="97333" y="12118"/>
                    </a:lnTo>
                    <a:lnTo>
                      <a:pt x="67422" y="15327"/>
                    </a:lnTo>
                    <a:lnTo>
                      <a:pt x="36820" y="29340"/>
                    </a:lnTo>
                    <a:lnTo>
                      <a:pt x="4755" y="58805"/>
                    </a:lnTo>
                    <a:cubicBezTo>
                      <a:pt x="4308" y="59242"/>
                      <a:pt x="3455" y="59504"/>
                      <a:pt x="2642" y="5950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1" name="Freeform: Shape 280">
                <a:extLst>
                  <a:ext uri="{FF2B5EF4-FFF2-40B4-BE49-F238E27FC236}">
                    <a16:creationId xmlns:a16="http://schemas.microsoft.com/office/drawing/2014/main" id="{AA57032C-9FD4-4136-880A-1178B58B49E5}"/>
                  </a:ext>
                </a:extLst>
              </p:cNvPr>
              <p:cNvSpPr/>
              <p:nvPr/>
            </p:nvSpPr>
            <p:spPr>
              <a:xfrm>
                <a:off x="10283581" y="5684382"/>
                <a:ext cx="1908418" cy="309827"/>
              </a:xfrm>
              <a:custGeom>
                <a:avLst/>
                <a:gdLst>
                  <a:gd name="connsiteX0" fmla="*/ 1908419 w 1908418"/>
                  <a:gd name="connsiteY0" fmla="*/ 306226 h 309827"/>
                  <a:gd name="connsiteX1" fmla="*/ 1898909 w 1908418"/>
                  <a:gd name="connsiteY1" fmla="*/ 306968 h 309827"/>
                  <a:gd name="connsiteX2" fmla="*/ 1863674 w 1908418"/>
                  <a:gd name="connsiteY2" fmla="*/ 295990 h 309827"/>
                  <a:gd name="connsiteX3" fmla="*/ 1827748 w 1908418"/>
                  <a:gd name="connsiteY3" fmla="*/ 280689 h 309827"/>
                  <a:gd name="connsiteX4" fmla="*/ 1795399 w 1908418"/>
                  <a:gd name="connsiteY4" fmla="*/ 262726 h 309827"/>
                  <a:gd name="connsiteX5" fmla="*/ 1793896 w 1908418"/>
                  <a:gd name="connsiteY5" fmla="*/ 262355 h 309827"/>
                  <a:gd name="connsiteX6" fmla="*/ 1782882 w 1908418"/>
                  <a:gd name="connsiteY6" fmla="*/ 261547 h 309827"/>
                  <a:gd name="connsiteX7" fmla="*/ 1769795 w 1908418"/>
                  <a:gd name="connsiteY7" fmla="*/ 261285 h 309827"/>
                  <a:gd name="connsiteX8" fmla="*/ 1660149 w 1908418"/>
                  <a:gd name="connsiteY8" fmla="*/ 256549 h 309827"/>
                  <a:gd name="connsiteX9" fmla="*/ 1640723 w 1908418"/>
                  <a:gd name="connsiteY9" fmla="*/ 256702 h 309827"/>
                  <a:gd name="connsiteX10" fmla="*/ 1615445 w 1908418"/>
                  <a:gd name="connsiteY10" fmla="*/ 252162 h 309827"/>
                  <a:gd name="connsiteX11" fmla="*/ 1614673 w 1908418"/>
                  <a:gd name="connsiteY11" fmla="*/ 252053 h 309827"/>
                  <a:gd name="connsiteX12" fmla="*/ 1530955 w 1908418"/>
                  <a:gd name="connsiteY12" fmla="*/ 253864 h 309827"/>
                  <a:gd name="connsiteX13" fmla="*/ 1524290 w 1908418"/>
                  <a:gd name="connsiteY13" fmla="*/ 254017 h 309827"/>
                  <a:gd name="connsiteX14" fmla="*/ 1523802 w 1908418"/>
                  <a:gd name="connsiteY14" fmla="*/ 253908 h 309827"/>
                  <a:gd name="connsiteX15" fmla="*/ 1492347 w 1908418"/>
                  <a:gd name="connsiteY15" fmla="*/ 251791 h 309827"/>
                  <a:gd name="connsiteX16" fmla="*/ 1461379 w 1908418"/>
                  <a:gd name="connsiteY16" fmla="*/ 248954 h 309827"/>
                  <a:gd name="connsiteX17" fmla="*/ 1430330 w 1908418"/>
                  <a:gd name="connsiteY17" fmla="*/ 243519 h 309827"/>
                  <a:gd name="connsiteX18" fmla="*/ 1429517 w 1908418"/>
                  <a:gd name="connsiteY18" fmla="*/ 243453 h 309827"/>
                  <a:gd name="connsiteX19" fmla="*/ 1339825 w 1908418"/>
                  <a:gd name="connsiteY19" fmla="*/ 244043 h 309827"/>
                  <a:gd name="connsiteX20" fmla="*/ 1160440 w 1908418"/>
                  <a:gd name="connsiteY20" fmla="*/ 246378 h 309827"/>
                  <a:gd name="connsiteX21" fmla="*/ 1071438 w 1908418"/>
                  <a:gd name="connsiteY21" fmla="*/ 250525 h 309827"/>
                  <a:gd name="connsiteX22" fmla="*/ 982234 w 1908418"/>
                  <a:gd name="connsiteY22" fmla="*/ 251595 h 309827"/>
                  <a:gd name="connsiteX23" fmla="*/ 925297 w 1908418"/>
                  <a:gd name="connsiteY23" fmla="*/ 253668 h 309827"/>
                  <a:gd name="connsiteX24" fmla="*/ 887705 w 1908418"/>
                  <a:gd name="connsiteY24" fmla="*/ 251900 h 309827"/>
                  <a:gd name="connsiteX25" fmla="*/ 873196 w 1908418"/>
                  <a:gd name="connsiteY25" fmla="*/ 245461 h 309827"/>
                  <a:gd name="connsiteX26" fmla="*/ 871408 w 1908418"/>
                  <a:gd name="connsiteY26" fmla="*/ 245134 h 309827"/>
                  <a:gd name="connsiteX27" fmla="*/ 782203 w 1908418"/>
                  <a:gd name="connsiteY27" fmla="*/ 248124 h 309827"/>
                  <a:gd name="connsiteX28" fmla="*/ 765256 w 1908418"/>
                  <a:gd name="connsiteY28" fmla="*/ 235748 h 309827"/>
                  <a:gd name="connsiteX29" fmla="*/ 751763 w 1908418"/>
                  <a:gd name="connsiteY29" fmla="*/ 217567 h 309827"/>
                  <a:gd name="connsiteX30" fmla="*/ 742458 w 1908418"/>
                  <a:gd name="connsiteY30" fmla="*/ 197421 h 309827"/>
                  <a:gd name="connsiteX31" fmla="*/ 740750 w 1908418"/>
                  <a:gd name="connsiteY31" fmla="*/ 168479 h 309827"/>
                  <a:gd name="connsiteX32" fmla="*/ 744042 w 1908418"/>
                  <a:gd name="connsiteY32" fmla="*/ 134539 h 309827"/>
                  <a:gd name="connsiteX33" fmla="*/ 749813 w 1908418"/>
                  <a:gd name="connsiteY33" fmla="*/ 97827 h 309827"/>
                  <a:gd name="connsiteX34" fmla="*/ 753795 w 1908418"/>
                  <a:gd name="connsiteY34" fmla="*/ 62446 h 309827"/>
                  <a:gd name="connsiteX35" fmla="*/ 750829 w 1908418"/>
                  <a:gd name="connsiteY35" fmla="*/ 36188 h 309827"/>
                  <a:gd name="connsiteX36" fmla="*/ 750747 w 1908418"/>
                  <a:gd name="connsiteY36" fmla="*/ 35817 h 309827"/>
                  <a:gd name="connsiteX37" fmla="*/ 738150 w 1908418"/>
                  <a:gd name="connsiteY37" fmla="*/ 15628 h 309827"/>
                  <a:gd name="connsiteX38" fmla="*/ 737378 w 1908418"/>
                  <a:gd name="connsiteY38" fmla="*/ 14995 h 309827"/>
                  <a:gd name="connsiteX39" fmla="*/ 714741 w 1908418"/>
                  <a:gd name="connsiteY39" fmla="*/ 5129 h 309827"/>
                  <a:gd name="connsiteX40" fmla="*/ 713562 w 1908418"/>
                  <a:gd name="connsiteY40" fmla="*/ 4867 h 309827"/>
                  <a:gd name="connsiteX41" fmla="*/ 681700 w 1908418"/>
                  <a:gd name="connsiteY41" fmla="*/ 2510 h 309827"/>
                  <a:gd name="connsiteX42" fmla="*/ 584571 w 1908418"/>
                  <a:gd name="connsiteY42" fmla="*/ 0 h 309827"/>
                  <a:gd name="connsiteX43" fmla="*/ 474924 w 1908418"/>
                  <a:gd name="connsiteY43" fmla="*/ 6395 h 309827"/>
                  <a:gd name="connsiteX44" fmla="*/ 462123 w 1908418"/>
                  <a:gd name="connsiteY44" fmla="*/ 8098 h 309827"/>
                  <a:gd name="connsiteX45" fmla="*/ 444851 w 1908418"/>
                  <a:gd name="connsiteY45" fmla="*/ 9014 h 309827"/>
                  <a:gd name="connsiteX46" fmla="*/ 433634 w 1908418"/>
                  <a:gd name="connsiteY46" fmla="*/ 10302 h 309827"/>
                  <a:gd name="connsiteX47" fmla="*/ 432943 w 1908418"/>
                  <a:gd name="connsiteY47" fmla="*/ 10455 h 309827"/>
                  <a:gd name="connsiteX48" fmla="*/ 429489 w 1908418"/>
                  <a:gd name="connsiteY48" fmla="*/ 11634 h 309827"/>
                  <a:gd name="connsiteX49" fmla="*/ 416281 w 1908418"/>
                  <a:gd name="connsiteY49" fmla="*/ 14144 h 309827"/>
                  <a:gd name="connsiteX50" fmla="*/ 377592 w 1908418"/>
                  <a:gd name="connsiteY50" fmla="*/ 19251 h 309827"/>
                  <a:gd name="connsiteX51" fmla="*/ 357555 w 1908418"/>
                  <a:gd name="connsiteY51" fmla="*/ 20953 h 309827"/>
                  <a:gd name="connsiteX52" fmla="*/ 351988 w 1908418"/>
                  <a:gd name="connsiteY52" fmla="*/ 20626 h 309827"/>
                  <a:gd name="connsiteX53" fmla="*/ 351094 w 1908418"/>
                  <a:gd name="connsiteY53" fmla="*/ 20626 h 309827"/>
                  <a:gd name="connsiteX54" fmla="*/ 348493 w 1908418"/>
                  <a:gd name="connsiteY54" fmla="*/ 20997 h 309827"/>
                  <a:gd name="connsiteX55" fmla="*/ 336708 w 1908418"/>
                  <a:gd name="connsiteY55" fmla="*/ 23660 h 309827"/>
                  <a:gd name="connsiteX56" fmla="*/ 328376 w 1908418"/>
                  <a:gd name="connsiteY56" fmla="*/ 26061 h 309827"/>
                  <a:gd name="connsiteX57" fmla="*/ 304845 w 1908418"/>
                  <a:gd name="connsiteY57" fmla="*/ 27916 h 309827"/>
                  <a:gd name="connsiteX58" fmla="*/ 304277 w 1908418"/>
                  <a:gd name="connsiteY58" fmla="*/ 27327 h 309827"/>
                  <a:gd name="connsiteX59" fmla="*/ 300781 w 1908418"/>
                  <a:gd name="connsiteY59" fmla="*/ 26781 h 309827"/>
                  <a:gd name="connsiteX60" fmla="*/ 291637 w 1908418"/>
                  <a:gd name="connsiteY60" fmla="*/ 29553 h 309827"/>
                  <a:gd name="connsiteX61" fmla="*/ 279445 w 1908418"/>
                  <a:gd name="connsiteY61" fmla="*/ 31146 h 309827"/>
                  <a:gd name="connsiteX62" fmla="*/ 274772 w 1908418"/>
                  <a:gd name="connsiteY62" fmla="*/ 30033 h 309827"/>
                  <a:gd name="connsiteX63" fmla="*/ 273309 w 1908418"/>
                  <a:gd name="connsiteY63" fmla="*/ 29924 h 309827"/>
                  <a:gd name="connsiteX64" fmla="*/ 247909 w 1908418"/>
                  <a:gd name="connsiteY64" fmla="*/ 32914 h 309827"/>
                  <a:gd name="connsiteX65" fmla="*/ 246406 w 1908418"/>
                  <a:gd name="connsiteY65" fmla="*/ 33504 h 309827"/>
                  <a:gd name="connsiteX66" fmla="*/ 243114 w 1908418"/>
                  <a:gd name="connsiteY66" fmla="*/ 36057 h 309827"/>
                  <a:gd name="connsiteX67" fmla="*/ 230434 w 1908418"/>
                  <a:gd name="connsiteY67" fmla="*/ 40008 h 309827"/>
                  <a:gd name="connsiteX68" fmla="*/ 203123 w 1908418"/>
                  <a:gd name="connsiteY68" fmla="*/ 41339 h 309827"/>
                  <a:gd name="connsiteX69" fmla="*/ 201132 w 1908418"/>
                  <a:gd name="connsiteY69" fmla="*/ 39899 h 309827"/>
                  <a:gd name="connsiteX70" fmla="*/ 198450 w 1908418"/>
                  <a:gd name="connsiteY70" fmla="*/ 39375 h 309827"/>
                  <a:gd name="connsiteX71" fmla="*/ 173944 w 1908418"/>
                  <a:gd name="connsiteY71" fmla="*/ 43107 h 309827"/>
                  <a:gd name="connsiteX72" fmla="*/ 172075 w 1908418"/>
                  <a:gd name="connsiteY72" fmla="*/ 44286 h 309827"/>
                  <a:gd name="connsiteX73" fmla="*/ 171871 w 1908418"/>
                  <a:gd name="connsiteY73" fmla="*/ 45617 h 309827"/>
                  <a:gd name="connsiteX74" fmla="*/ 151024 w 1908418"/>
                  <a:gd name="connsiteY74" fmla="*/ 48608 h 309827"/>
                  <a:gd name="connsiteX75" fmla="*/ 148666 w 1908418"/>
                  <a:gd name="connsiteY75" fmla="*/ 47538 h 309827"/>
                  <a:gd name="connsiteX76" fmla="*/ 146390 w 1908418"/>
                  <a:gd name="connsiteY76" fmla="*/ 47276 h 309827"/>
                  <a:gd name="connsiteX77" fmla="*/ 139726 w 1908418"/>
                  <a:gd name="connsiteY77" fmla="*/ 48346 h 309827"/>
                  <a:gd name="connsiteX78" fmla="*/ 138750 w 1908418"/>
                  <a:gd name="connsiteY78" fmla="*/ 48608 h 309827"/>
                  <a:gd name="connsiteX79" fmla="*/ 133386 w 1908418"/>
                  <a:gd name="connsiteY79" fmla="*/ 51118 h 309827"/>
                  <a:gd name="connsiteX80" fmla="*/ 113269 w 1908418"/>
                  <a:gd name="connsiteY80" fmla="*/ 53257 h 309827"/>
                  <a:gd name="connsiteX81" fmla="*/ 106523 w 1908418"/>
                  <a:gd name="connsiteY81" fmla="*/ 53104 h 309827"/>
                  <a:gd name="connsiteX82" fmla="*/ 105547 w 1908418"/>
                  <a:gd name="connsiteY82" fmla="*/ 53148 h 309827"/>
                  <a:gd name="connsiteX83" fmla="*/ 98314 w 1908418"/>
                  <a:gd name="connsiteY83" fmla="*/ 54741 h 309827"/>
                  <a:gd name="connsiteX84" fmla="*/ 63810 w 1908418"/>
                  <a:gd name="connsiteY84" fmla="*/ 59172 h 309827"/>
                  <a:gd name="connsiteX85" fmla="*/ 40889 w 1908418"/>
                  <a:gd name="connsiteY85" fmla="*/ 59172 h 309827"/>
                  <a:gd name="connsiteX86" fmla="*/ 2769 w 1908418"/>
                  <a:gd name="connsiteY86" fmla="*/ 57033 h 309827"/>
                  <a:gd name="connsiteX87" fmla="*/ 5 w 1908418"/>
                  <a:gd name="connsiteY87" fmla="*/ 58255 h 309827"/>
                  <a:gd name="connsiteX88" fmla="*/ 2281 w 1908418"/>
                  <a:gd name="connsiteY88" fmla="*/ 59805 h 309827"/>
                  <a:gd name="connsiteX89" fmla="*/ 40563 w 1908418"/>
                  <a:gd name="connsiteY89" fmla="*/ 61944 h 309827"/>
                  <a:gd name="connsiteX90" fmla="*/ 64257 w 1908418"/>
                  <a:gd name="connsiteY90" fmla="*/ 61944 h 309827"/>
                  <a:gd name="connsiteX91" fmla="*/ 99776 w 1908418"/>
                  <a:gd name="connsiteY91" fmla="*/ 57404 h 309827"/>
                  <a:gd name="connsiteX92" fmla="*/ 106807 w 1908418"/>
                  <a:gd name="connsiteY92" fmla="*/ 55854 h 309827"/>
                  <a:gd name="connsiteX93" fmla="*/ 113554 w 1908418"/>
                  <a:gd name="connsiteY93" fmla="*/ 56029 h 309827"/>
                  <a:gd name="connsiteX94" fmla="*/ 135092 w 1908418"/>
                  <a:gd name="connsiteY94" fmla="*/ 53846 h 309827"/>
                  <a:gd name="connsiteX95" fmla="*/ 136271 w 1908418"/>
                  <a:gd name="connsiteY95" fmla="*/ 53519 h 309827"/>
                  <a:gd name="connsiteX96" fmla="*/ 141636 w 1908418"/>
                  <a:gd name="connsiteY96" fmla="*/ 50965 h 309827"/>
                  <a:gd name="connsiteX97" fmla="*/ 146471 w 1908418"/>
                  <a:gd name="connsiteY97" fmla="*/ 50223 h 309827"/>
                  <a:gd name="connsiteX98" fmla="*/ 148870 w 1908418"/>
                  <a:gd name="connsiteY98" fmla="*/ 51292 h 309827"/>
                  <a:gd name="connsiteX99" fmla="*/ 151024 w 1908418"/>
                  <a:gd name="connsiteY99" fmla="*/ 51554 h 309827"/>
                  <a:gd name="connsiteX100" fmla="*/ 174838 w 1908418"/>
                  <a:gd name="connsiteY100" fmla="*/ 48149 h 309827"/>
                  <a:gd name="connsiteX101" fmla="*/ 176748 w 1908418"/>
                  <a:gd name="connsiteY101" fmla="*/ 46927 h 309827"/>
                  <a:gd name="connsiteX102" fmla="*/ 177033 w 1908418"/>
                  <a:gd name="connsiteY102" fmla="*/ 45596 h 309827"/>
                  <a:gd name="connsiteX103" fmla="*/ 198043 w 1908418"/>
                  <a:gd name="connsiteY103" fmla="*/ 42343 h 309827"/>
                  <a:gd name="connsiteX104" fmla="*/ 199832 w 1908418"/>
                  <a:gd name="connsiteY104" fmla="*/ 43675 h 309827"/>
                  <a:gd name="connsiteX105" fmla="*/ 202107 w 1908418"/>
                  <a:gd name="connsiteY105" fmla="*/ 44264 h 309827"/>
                  <a:gd name="connsiteX106" fmla="*/ 231369 w 1908418"/>
                  <a:gd name="connsiteY106" fmla="*/ 42824 h 309827"/>
                  <a:gd name="connsiteX107" fmla="*/ 232344 w 1908418"/>
                  <a:gd name="connsiteY107" fmla="*/ 42649 h 309827"/>
                  <a:gd name="connsiteX108" fmla="*/ 246039 w 1908418"/>
                  <a:gd name="connsiteY108" fmla="*/ 38437 h 309827"/>
                  <a:gd name="connsiteX109" fmla="*/ 246933 w 1908418"/>
                  <a:gd name="connsiteY109" fmla="*/ 37956 h 309827"/>
                  <a:gd name="connsiteX110" fmla="*/ 249900 w 1908418"/>
                  <a:gd name="connsiteY110" fmla="*/ 35599 h 309827"/>
                  <a:gd name="connsiteX111" fmla="*/ 273390 w 1908418"/>
                  <a:gd name="connsiteY111" fmla="*/ 32827 h 309827"/>
                  <a:gd name="connsiteX112" fmla="*/ 278064 w 1908418"/>
                  <a:gd name="connsiteY112" fmla="*/ 33940 h 309827"/>
                  <a:gd name="connsiteX113" fmla="*/ 279649 w 1908418"/>
                  <a:gd name="connsiteY113" fmla="*/ 33984 h 309827"/>
                  <a:gd name="connsiteX114" fmla="*/ 293060 w 1908418"/>
                  <a:gd name="connsiteY114" fmla="*/ 32281 h 309827"/>
                  <a:gd name="connsiteX115" fmla="*/ 293751 w 1908418"/>
                  <a:gd name="connsiteY115" fmla="*/ 32129 h 309827"/>
                  <a:gd name="connsiteX116" fmla="*/ 300985 w 1908418"/>
                  <a:gd name="connsiteY116" fmla="*/ 29946 h 309827"/>
                  <a:gd name="connsiteX117" fmla="*/ 301270 w 1908418"/>
                  <a:gd name="connsiteY117" fmla="*/ 30164 h 309827"/>
                  <a:gd name="connsiteX118" fmla="*/ 303870 w 1908418"/>
                  <a:gd name="connsiteY118" fmla="*/ 30863 h 309827"/>
                  <a:gd name="connsiteX119" fmla="*/ 329474 w 1908418"/>
                  <a:gd name="connsiteY119" fmla="*/ 28789 h 309827"/>
                  <a:gd name="connsiteX120" fmla="*/ 330245 w 1908418"/>
                  <a:gd name="connsiteY120" fmla="*/ 28680 h 309827"/>
                  <a:gd name="connsiteX121" fmla="*/ 338699 w 1908418"/>
                  <a:gd name="connsiteY121" fmla="*/ 26235 h 309827"/>
                  <a:gd name="connsiteX122" fmla="*/ 349916 w 1908418"/>
                  <a:gd name="connsiteY122" fmla="*/ 23682 h 309827"/>
                  <a:gd name="connsiteX123" fmla="*/ 351785 w 1908418"/>
                  <a:gd name="connsiteY123" fmla="*/ 23464 h 309827"/>
                  <a:gd name="connsiteX124" fmla="*/ 357555 w 1908418"/>
                  <a:gd name="connsiteY124" fmla="*/ 23725 h 309827"/>
                  <a:gd name="connsiteX125" fmla="*/ 378364 w 1908418"/>
                  <a:gd name="connsiteY125" fmla="*/ 22023 h 309827"/>
                  <a:gd name="connsiteX126" fmla="*/ 417581 w 1908418"/>
                  <a:gd name="connsiteY126" fmla="*/ 16850 h 309827"/>
                  <a:gd name="connsiteX127" fmla="*/ 431480 w 1908418"/>
                  <a:gd name="connsiteY127" fmla="*/ 14144 h 309827"/>
                  <a:gd name="connsiteX128" fmla="*/ 435138 w 1908418"/>
                  <a:gd name="connsiteY128" fmla="*/ 12965 h 309827"/>
                  <a:gd name="connsiteX129" fmla="*/ 443388 w 1908418"/>
                  <a:gd name="connsiteY129" fmla="*/ 11939 h 309827"/>
                  <a:gd name="connsiteX130" fmla="*/ 460538 w 1908418"/>
                  <a:gd name="connsiteY130" fmla="*/ 10979 h 309827"/>
                  <a:gd name="connsiteX131" fmla="*/ 475696 w 1908418"/>
                  <a:gd name="connsiteY131" fmla="*/ 9167 h 309827"/>
                  <a:gd name="connsiteX132" fmla="*/ 584652 w 1908418"/>
                  <a:gd name="connsiteY132" fmla="*/ 2816 h 309827"/>
                  <a:gd name="connsiteX133" fmla="*/ 681091 w 1908418"/>
                  <a:gd name="connsiteY133" fmla="*/ 5326 h 309827"/>
                  <a:gd name="connsiteX134" fmla="*/ 712059 w 1908418"/>
                  <a:gd name="connsiteY134" fmla="*/ 7552 h 309827"/>
                  <a:gd name="connsiteX135" fmla="*/ 733475 w 1908418"/>
                  <a:gd name="connsiteY135" fmla="*/ 16937 h 309827"/>
                  <a:gd name="connsiteX136" fmla="*/ 745789 w 1908418"/>
                  <a:gd name="connsiteY136" fmla="*/ 36559 h 309827"/>
                  <a:gd name="connsiteX137" fmla="*/ 748675 w 1908418"/>
                  <a:gd name="connsiteY137" fmla="*/ 62446 h 309827"/>
                  <a:gd name="connsiteX138" fmla="*/ 744692 w 1908418"/>
                  <a:gd name="connsiteY138" fmla="*/ 97630 h 309827"/>
                  <a:gd name="connsiteX139" fmla="*/ 738922 w 1908418"/>
                  <a:gd name="connsiteY139" fmla="*/ 134342 h 309827"/>
                  <a:gd name="connsiteX140" fmla="*/ 735629 w 1908418"/>
                  <a:gd name="connsiteY140" fmla="*/ 168501 h 309827"/>
                  <a:gd name="connsiteX141" fmla="*/ 737418 w 1908418"/>
                  <a:gd name="connsiteY141" fmla="*/ 197814 h 309827"/>
                  <a:gd name="connsiteX142" fmla="*/ 746846 w 1908418"/>
                  <a:gd name="connsiteY142" fmla="*/ 218484 h 309827"/>
                  <a:gd name="connsiteX143" fmla="*/ 760624 w 1908418"/>
                  <a:gd name="connsiteY143" fmla="*/ 236971 h 309827"/>
                  <a:gd name="connsiteX144" fmla="*/ 760907 w 1908418"/>
                  <a:gd name="connsiteY144" fmla="*/ 237298 h 309827"/>
                  <a:gd name="connsiteX145" fmla="*/ 778871 w 1908418"/>
                  <a:gd name="connsiteY145" fmla="*/ 250416 h 309827"/>
                  <a:gd name="connsiteX146" fmla="*/ 781066 w 1908418"/>
                  <a:gd name="connsiteY146" fmla="*/ 250940 h 309827"/>
                  <a:gd name="connsiteX147" fmla="*/ 870757 w 1908418"/>
                  <a:gd name="connsiteY147" fmla="*/ 247949 h 309827"/>
                  <a:gd name="connsiteX148" fmla="*/ 884941 w 1908418"/>
                  <a:gd name="connsiteY148" fmla="*/ 254345 h 309827"/>
                  <a:gd name="connsiteX149" fmla="*/ 886323 w 1908418"/>
                  <a:gd name="connsiteY149" fmla="*/ 254672 h 309827"/>
                  <a:gd name="connsiteX150" fmla="*/ 925216 w 1908418"/>
                  <a:gd name="connsiteY150" fmla="*/ 256484 h 309827"/>
                  <a:gd name="connsiteX151" fmla="*/ 982477 w 1908418"/>
                  <a:gd name="connsiteY151" fmla="*/ 254410 h 309827"/>
                  <a:gd name="connsiteX152" fmla="*/ 1071682 w 1908418"/>
                  <a:gd name="connsiteY152" fmla="*/ 253341 h 309827"/>
                  <a:gd name="connsiteX153" fmla="*/ 1160684 w 1908418"/>
                  <a:gd name="connsiteY153" fmla="*/ 249194 h 309827"/>
                  <a:gd name="connsiteX154" fmla="*/ 1339866 w 1908418"/>
                  <a:gd name="connsiteY154" fmla="*/ 246793 h 309827"/>
                  <a:gd name="connsiteX155" fmla="*/ 1429070 w 1908418"/>
                  <a:gd name="connsiteY155" fmla="*/ 246269 h 309827"/>
                  <a:gd name="connsiteX156" fmla="*/ 1460119 w 1908418"/>
                  <a:gd name="connsiteY156" fmla="*/ 251660 h 309827"/>
                  <a:gd name="connsiteX157" fmla="*/ 1491493 w 1908418"/>
                  <a:gd name="connsiteY157" fmla="*/ 254585 h 309827"/>
                  <a:gd name="connsiteX158" fmla="*/ 1522948 w 1908418"/>
                  <a:gd name="connsiteY158" fmla="*/ 256724 h 309827"/>
                  <a:gd name="connsiteX159" fmla="*/ 1523843 w 1908418"/>
                  <a:gd name="connsiteY159" fmla="*/ 256767 h 309827"/>
                  <a:gd name="connsiteX160" fmla="*/ 1614347 w 1908418"/>
                  <a:gd name="connsiteY160" fmla="*/ 254847 h 309827"/>
                  <a:gd name="connsiteX161" fmla="*/ 1639545 w 1908418"/>
                  <a:gd name="connsiteY161" fmla="*/ 259430 h 309827"/>
                  <a:gd name="connsiteX162" fmla="*/ 1640317 w 1908418"/>
                  <a:gd name="connsiteY162" fmla="*/ 259496 h 309827"/>
                  <a:gd name="connsiteX163" fmla="*/ 1660067 w 1908418"/>
                  <a:gd name="connsiteY163" fmla="*/ 259277 h 309827"/>
                  <a:gd name="connsiteX164" fmla="*/ 1755328 w 1908418"/>
                  <a:gd name="connsiteY164" fmla="*/ 263381 h 309827"/>
                  <a:gd name="connsiteX165" fmla="*/ 1769512 w 1908418"/>
                  <a:gd name="connsiteY165" fmla="*/ 264079 h 309827"/>
                  <a:gd name="connsiteX166" fmla="*/ 1782394 w 1908418"/>
                  <a:gd name="connsiteY166" fmla="*/ 264341 h 309827"/>
                  <a:gd name="connsiteX167" fmla="*/ 1792432 w 1908418"/>
                  <a:gd name="connsiteY167" fmla="*/ 265040 h 309827"/>
                  <a:gd name="connsiteX168" fmla="*/ 1824457 w 1908418"/>
                  <a:gd name="connsiteY168" fmla="*/ 282741 h 309827"/>
                  <a:gd name="connsiteX169" fmla="*/ 1860789 w 1908418"/>
                  <a:gd name="connsiteY169" fmla="*/ 298303 h 309827"/>
                  <a:gd name="connsiteX170" fmla="*/ 1897121 w 1908418"/>
                  <a:gd name="connsiteY170" fmla="*/ 309609 h 309827"/>
                  <a:gd name="connsiteX171" fmla="*/ 1898706 w 1908418"/>
                  <a:gd name="connsiteY171" fmla="*/ 309828 h 309827"/>
                  <a:gd name="connsiteX172" fmla="*/ 1908419 w 1908418"/>
                  <a:gd name="connsiteY172" fmla="*/ 309020 h 309827"/>
                  <a:gd name="connsiteX173" fmla="*/ 1908419 w 1908418"/>
                  <a:gd name="connsiteY173" fmla="*/ 306204 h 30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1908418" h="309827">
                    <a:moveTo>
                      <a:pt x="1908419" y="306226"/>
                    </a:moveTo>
                    <a:lnTo>
                      <a:pt x="1898909" y="306968"/>
                    </a:lnTo>
                    <a:lnTo>
                      <a:pt x="1863674" y="295990"/>
                    </a:lnTo>
                    <a:lnTo>
                      <a:pt x="1827748" y="280689"/>
                    </a:lnTo>
                    <a:lnTo>
                      <a:pt x="1795399" y="262726"/>
                    </a:lnTo>
                    <a:cubicBezTo>
                      <a:pt x="1794993" y="262508"/>
                      <a:pt x="1794505" y="262399"/>
                      <a:pt x="1793896" y="262355"/>
                    </a:cubicBezTo>
                    <a:lnTo>
                      <a:pt x="1782882" y="261547"/>
                    </a:lnTo>
                    <a:lnTo>
                      <a:pt x="1769795" y="261285"/>
                    </a:lnTo>
                    <a:lnTo>
                      <a:pt x="1660149" y="256549"/>
                    </a:lnTo>
                    <a:lnTo>
                      <a:pt x="1640723" y="256702"/>
                    </a:lnTo>
                    <a:lnTo>
                      <a:pt x="1615445" y="252162"/>
                    </a:lnTo>
                    <a:cubicBezTo>
                      <a:pt x="1615445" y="252162"/>
                      <a:pt x="1614958" y="252118"/>
                      <a:pt x="1614673" y="252053"/>
                    </a:cubicBezTo>
                    <a:lnTo>
                      <a:pt x="1530955" y="253864"/>
                    </a:lnTo>
                    <a:lnTo>
                      <a:pt x="1524290" y="254017"/>
                    </a:lnTo>
                    <a:cubicBezTo>
                      <a:pt x="1524290" y="254017"/>
                      <a:pt x="1523883" y="253908"/>
                      <a:pt x="1523802" y="253908"/>
                    </a:cubicBezTo>
                    <a:lnTo>
                      <a:pt x="1492347" y="251791"/>
                    </a:lnTo>
                    <a:lnTo>
                      <a:pt x="1461379" y="248954"/>
                    </a:lnTo>
                    <a:lnTo>
                      <a:pt x="1430330" y="243519"/>
                    </a:lnTo>
                    <a:cubicBezTo>
                      <a:pt x="1430046" y="243519"/>
                      <a:pt x="1429842" y="243453"/>
                      <a:pt x="1429517" y="243453"/>
                    </a:cubicBezTo>
                    <a:lnTo>
                      <a:pt x="1339825" y="244043"/>
                    </a:lnTo>
                    <a:lnTo>
                      <a:pt x="1160440" y="246378"/>
                    </a:lnTo>
                    <a:lnTo>
                      <a:pt x="1071438" y="250525"/>
                    </a:lnTo>
                    <a:lnTo>
                      <a:pt x="982234" y="251595"/>
                    </a:lnTo>
                    <a:lnTo>
                      <a:pt x="925297" y="253668"/>
                    </a:lnTo>
                    <a:lnTo>
                      <a:pt x="887705" y="251900"/>
                    </a:lnTo>
                    <a:lnTo>
                      <a:pt x="873196" y="245461"/>
                    </a:lnTo>
                    <a:cubicBezTo>
                      <a:pt x="872708" y="245199"/>
                      <a:pt x="872099" y="245090"/>
                      <a:pt x="871408" y="245134"/>
                    </a:cubicBezTo>
                    <a:lnTo>
                      <a:pt x="782203" y="248124"/>
                    </a:lnTo>
                    <a:lnTo>
                      <a:pt x="765256" y="235748"/>
                    </a:lnTo>
                    <a:lnTo>
                      <a:pt x="751763" y="217567"/>
                    </a:lnTo>
                    <a:lnTo>
                      <a:pt x="742458" y="197421"/>
                    </a:lnTo>
                    <a:lnTo>
                      <a:pt x="740750" y="168479"/>
                    </a:lnTo>
                    <a:lnTo>
                      <a:pt x="744042" y="134539"/>
                    </a:lnTo>
                    <a:lnTo>
                      <a:pt x="749813" y="97827"/>
                    </a:lnTo>
                    <a:lnTo>
                      <a:pt x="753795" y="62446"/>
                    </a:lnTo>
                    <a:lnTo>
                      <a:pt x="750829" y="36188"/>
                    </a:lnTo>
                    <a:cubicBezTo>
                      <a:pt x="750829" y="36036"/>
                      <a:pt x="750829" y="35926"/>
                      <a:pt x="750747" y="35817"/>
                    </a:cubicBezTo>
                    <a:lnTo>
                      <a:pt x="738150" y="15628"/>
                    </a:lnTo>
                    <a:cubicBezTo>
                      <a:pt x="737946" y="15410"/>
                      <a:pt x="737661" y="15213"/>
                      <a:pt x="737378" y="14995"/>
                    </a:cubicBezTo>
                    <a:lnTo>
                      <a:pt x="714741" y="5129"/>
                    </a:lnTo>
                    <a:cubicBezTo>
                      <a:pt x="714334" y="4976"/>
                      <a:pt x="713928" y="4867"/>
                      <a:pt x="713562" y="4867"/>
                    </a:cubicBezTo>
                    <a:lnTo>
                      <a:pt x="681700" y="2510"/>
                    </a:lnTo>
                    <a:lnTo>
                      <a:pt x="584571" y="0"/>
                    </a:lnTo>
                    <a:lnTo>
                      <a:pt x="474924" y="6395"/>
                    </a:lnTo>
                    <a:lnTo>
                      <a:pt x="462123" y="8098"/>
                    </a:lnTo>
                    <a:lnTo>
                      <a:pt x="444851" y="9014"/>
                    </a:lnTo>
                    <a:lnTo>
                      <a:pt x="433634" y="10302"/>
                    </a:lnTo>
                    <a:cubicBezTo>
                      <a:pt x="433634" y="10302"/>
                      <a:pt x="433146" y="10346"/>
                      <a:pt x="432943" y="10455"/>
                    </a:cubicBezTo>
                    <a:lnTo>
                      <a:pt x="429489" y="11634"/>
                    </a:lnTo>
                    <a:lnTo>
                      <a:pt x="416281" y="14144"/>
                    </a:lnTo>
                    <a:lnTo>
                      <a:pt x="377592" y="19251"/>
                    </a:lnTo>
                    <a:lnTo>
                      <a:pt x="357555" y="20953"/>
                    </a:lnTo>
                    <a:lnTo>
                      <a:pt x="351988" y="20626"/>
                    </a:lnTo>
                    <a:lnTo>
                      <a:pt x="351094" y="20626"/>
                    </a:lnTo>
                    <a:lnTo>
                      <a:pt x="348493" y="20997"/>
                    </a:lnTo>
                    <a:lnTo>
                      <a:pt x="336708" y="23660"/>
                    </a:lnTo>
                    <a:lnTo>
                      <a:pt x="328376" y="26061"/>
                    </a:lnTo>
                    <a:lnTo>
                      <a:pt x="304845" y="27916"/>
                    </a:lnTo>
                    <a:lnTo>
                      <a:pt x="304277" y="27327"/>
                    </a:lnTo>
                    <a:cubicBezTo>
                      <a:pt x="303586" y="26628"/>
                      <a:pt x="302001" y="26410"/>
                      <a:pt x="300781" y="26781"/>
                    </a:cubicBezTo>
                    <a:lnTo>
                      <a:pt x="291637" y="29553"/>
                    </a:lnTo>
                    <a:lnTo>
                      <a:pt x="279445" y="31146"/>
                    </a:lnTo>
                    <a:lnTo>
                      <a:pt x="274772" y="30033"/>
                    </a:lnTo>
                    <a:cubicBezTo>
                      <a:pt x="274284" y="29924"/>
                      <a:pt x="273797" y="29881"/>
                      <a:pt x="273309" y="29924"/>
                    </a:cubicBezTo>
                    <a:lnTo>
                      <a:pt x="247909" y="32914"/>
                    </a:lnTo>
                    <a:cubicBezTo>
                      <a:pt x="247300" y="33024"/>
                      <a:pt x="246731" y="33176"/>
                      <a:pt x="246406" y="33504"/>
                    </a:cubicBezTo>
                    <a:lnTo>
                      <a:pt x="243114" y="36057"/>
                    </a:lnTo>
                    <a:lnTo>
                      <a:pt x="230434" y="40008"/>
                    </a:lnTo>
                    <a:lnTo>
                      <a:pt x="203123" y="41339"/>
                    </a:lnTo>
                    <a:lnTo>
                      <a:pt x="201132" y="39899"/>
                    </a:lnTo>
                    <a:cubicBezTo>
                      <a:pt x="200523" y="39419"/>
                      <a:pt x="199426" y="39200"/>
                      <a:pt x="198450" y="39375"/>
                    </a:cubicBezTo>
                    <a:lnTo>
                      <a:pt x="173944" y="43107"/>
                    </a:lnTo>
                    <a:cubicBezTo>
                      <a:pt x="172969" y="43282"/>
                      <a:pt x="172156" y="43740"/>
                      <a:pt x="172075" y="44286"/>
                    </a:cubicBezTo>
                    <a:lnTo>
                      <a:pt x="171871" y="45617"/>
                    </a:lnTo>
                    <a:lnTo>
                      <a:pt x="151024" y="48608"/>
                    </a:lnTo>
                    <a:lnTo>
                      <a:pt x="148666" y="47538"/>
                    </a:lnTo>
                    <a:cubicBezTo>
                      <a:pt x="148057" y="47276"/>
                      <a:pt x="147163" y="47167"/>
                      <a:pt x="146390" y="47276"/>
                    </a:cubicBezTo>
                    <a:lnTo>
                      <a:pt x="139726" y="48346"/>
                    </a:lnTo>
                    <a:cubicBezTo>
                      <a:pt x="139319" y="48389"/>
                      <a:pt x="139035" y="48455"/>
                      <a:pt x="138750" y="48608"/>
                    </a:cubicBezTo>
                    <a:lnTo>
                      <a:pt x="133386" y="51118"/>
                    </a:lnTo>
                    <a:lnTo>
                      <a:pt x="113269" y="53257"/>
                    </a:lnTo>
                    <a:lnTo>
                      <a:pt x="106523" y="53104"/>
                    </a:lnTo>
                    <a:cubicBezTo>
                      <a:pt x="106116" y="53038"/>
                      <a:pt x="105831" y="53104"/>
                      <a:pt x="105547" y="53148"/>
                    </a:cubicBezTo>
                    <a:lnTo>
                      <a:pt x="98314" y="54741"/>
                    </a:lnTo>
                    <a:lnTo>
                      <a:pt x="63810" y="59172"/>
                    </a:lnTo>
                    <a:lnTo>
                      <a:pt x="40889" y="59172"/>
                    </a:lnTo>
                    <a:lnTo>
                      <a:pt x="2769" y="57033"/>
                    </a:lnTo>
                    <a:cubicBezTo>
                      <a:pt x="1183" y="56880"/>
                      <a:pt x="208" y="57513"/>
                      <a:pt x="5" y="58255"/>
                    </a:cubicBezTo>
                    <a:cubicBezTo>
                      <a:pt x="-77" y="59041"/>
                      <a:pt x="899" y="59739"/>
                      <a:pt x="2281" y="59805"/>
                    </a:cubicBezTo>
                    <a:lnTo>
                      <a:pt x="40563" y="61944"/>
                    </a:lnTo>
                    <a:lnTo>
                      <a:pt x="64257" y="61944"/>
                    </a:lnTo>
                    <a:lnTo>
                      <a:pt x="99776" y="57404"/>
                    </a:lnTo>
                    <a:lnTo>
                      <a:pt x="106807" y="55854"/>
                    </a:lnTo>
                    <a:lnTo>
                      <a:pt x="113554" y="56029"/>
                    </a:lnTo>
                    <a:lnTo>
                      <a:pt x="135092" y="53846"/>
                    </a:lnTo>
                    <a:cubicBezTo>
                      <a:pt x="135499" y="53802"/>
                      <a:pt x="135865" y="53693"/>
                      <a:pt x="136271" y="53519"/>
                    </a:cubicBezTo>
                    <a:lnTo>
                      <a:pt x="141636" y="50965"/>
                    </a:lnTo>
                    <a:lnTo>
                      <a:pt x="146471" y="50223"/>
                    </a:lnTo>
                    <a:lnTo>
                      <a:pt x="148870" y="51292"/>
                    </a:lnTo>
                    <a:cubicBezTo>
                      <a:pt x="149479" y="51554"/>
                      <a:pt x="150251" y="51663"/>
                      <a:pt x="151024" y="51554"/>
                    </a:cubicBezTo>
                    <a:lnTo>
                      <a:pt x="174838" y="48149"/>
                    </a:lnTo>
                    <a:cubicBezTo>
                      <a:pt x="175813" y="47997"/>
                      <a:pt x="176627" y="47516"/>
                      <a:pt x="176748" y="46927"/>
                    </a:cubicBezTo>
                    <a:lnTo>
                      <a:pt x="177033" y="45596"/>
                    </a:lnTo>
                    <a:lnTo>
                      <a:pt x="198043" y="42343"/>
                    </a:lnTo>
                    <a:lnTo>
                      <a:pt x="199832" y="43675"/>
                    </a:lnTo>
                    <a:cubicBezTo>
                      <a:pt x="200319" y="44046"/>
                      <a:pt x="201132" y="44264"/>
                      <a:pt x="202107" y="44264"/>
                    </a:cubicBezTo>
                    <a:lnTo>
                      <a:pt x="231369" y="42824"/>
                    </a:lnTo>
                    <a:cubicBezTo>
                      <a:pt x="231653" y="42824"/>
                      <a:pt x="232060" y="42780"/>
                      <a:pt x="232344" y="42649"/>
                    </a:cubicBezTo>
                    <a:lnTo>
                      <a:pt x="246039" y="38437"/>
                    </a:lnTo>
                    <a:cubicBezTo>
                      <a:pt x="246446" y="38327"/>
                      <a:pt x="246731" y="38175"/>
                      <a:pt x="246933" y="37956"/>
                    </a:cubicBezTo>
                    <a:lnTo>
                      <a:pt x="249900" y="35599"/>
                    </a:lnTo>
                    <a:lnTo>
                      <a:pt x="273390" y="32827"/>
                    </a:lnTo>
                    <a:lnTo>
                      <a:pt x="278064" y="33940"/>
                    </a:lnTo>
                    <a:cubicBezTo>
                      <a:pt x="278551" y="34049"/>
                      <a:pt x="279162" y="34093"/>
                      <a:pt x="279649" y="33984"/>
                    </a:cubicBezTo>
                    <a:lnTo>
                      <a:pt x="293060" y="32281"/>
                    </a:lnTo>
                    <a:cubicBezTo>
                      <a:pt x="293345" y="32238"/>
                      <a:pt x="293547" y="32172"/>
                      <a:pt x="293751" y="32129"/>
                    </a:cubicBezTo>
                    <a:lnTo>
                      <a:pt x="300985" y="29946"/>
                    </a:lnTo>
                    <a:lnTo>
                      <a:pt x="301270" y="30164"/>
                    </a:lnTo>
                    <a:cubicBezTo>
                      <a:pt x="301879" y="30644"/>
                      <a:pt x="302773" y="30906"/>
                      <a:pt x="303870" y="30863"/>
                    </a:cubicBezTo>
                    <a:lnTo>
                      <a:pt x="329474" y="28789"/>
                    </a:lnTo>
                    <a:cubicBezTo>
                      <a:pt x="329758" y="28789"/>
                      <a:pt x="330043" y="28746"/>
                      <a:pt x="330245" y="28680"/>
                    </a:cubicBezTo>
                    <a:lnTo>
                      <a:pt x="338699" y="26235"/>
                    </a:lnTo>
                    <a:lnTo>
                      <a:pt x="349916" y="23682"/>
                    </a:lnTo>
                    <a:lnTo>
                      <a:pt x="351785" y="23464"/>
                    </a:lnTo>
                    <a:lnTo>
                      <a:pt x="357555" y="23725"/>
                    </a:lnTo>
                    <a:lnTo>
                      <a:pt x="378364" y="22023"/>
                    </a:lnTo>
                    <a:lnTo>
                      <a:pt x="417581" y="16850"/>
                    </a:lnTo>
                    <a:lnTo>
                      <a:pt x="431480" y="14144"/>
                    </a:lnTo>
                    <a:lnTo>
                      <a:pt x="435138" y="12965"/>
                    </a:lnTo>
                    <a:lnTo>
                      <a:pt x="443388" y="11939"/>
                    </a:lnTo>
                    <a:lnTo>
                      <a:pt x="460538" y="10979"/>
                    </a:lnTo>
                    <a:lnTo>
                      <a:pt x="475696" y="9167"/>
                    </a:lnTo>
                    <a:lnTo>
                      <a:pt x="584652" y="2816"/>
                    </a:lnTo>
                    <a:lnTo>
                      <a:pt x="681091" y="5326"/>
                    </a:lnTo>
                    <a:lnTo>
                      <a:pt x="712059" y="7552"/>
                    </a:lnTo>
                    <a:lnTo>
                      <a:pt x="733475" y="16937"/>
                    </a:lnTo>
                    <a:lnTo>
                      <a:pt x="745789" y="36559"/>
                    </a:lnTo>
                    <a:lnTo>
                      <a:pt x="748675" y="62446"/>
                    </a:lnTo>
                    <a:lnTo>
                      <a:pt x="744692" y="97630"/>
                    </a:lnTo>
                    <a:lnTo>
                      <a:pt x="738922" y="134342"/>
                    </a:lnTo>
                    <a:lnTo>
                      <a:pt x="735629" y="168501"/>
                    </a:lnTo>
                    <a:lnTo>
                      <a:pt x="737418" y="197814"/>
                    </a:lnTo>
                    <a:lnTo>
                      <a:pt x="746846" y="218484"/>
                    </a:lnTo>
                    <a:lnTo>
                      <a:pt x="760624" y="236971"/>
                    </a:lnTo>
                    <a:cubicBezTo>
                      <a:pt x="760624" y="236971"/>
                      <a:pt x="760827" y="237189"/>
                      <a:pt x="760907" y="237298"/>
                    </a:cubicBezTo>
                    <a:lnTo>
                      <a:pt x="778871" y="250416"/>
                    </a:lnTo>
                    <a:cubicBezTo>
                      <a:pt x="779480" y="250787"/>
                      <a:pt x="780252" y="251005"/>
                      <a:pt x="781066" y="250940"/>
                    </a:cubicBezTo>
                    <a:lnTo>
                      <a:pt x="870757" y="247949"/>
                    </a:lnTo>
                    <a:lnTo>
                      <a:pt x="884941" y="254345"/>
                    </a:lnTo>
                    <a:cubicBezTo>
                      <a:pt x="885348" y="254563"/>
                      <a:pt x="885835" y="254672"/>
                      <a:pt x="886323" y="254672"/>
                    </a:cubicBezTo>
                    <a:lnTo>
                      <a:pt x="925216" y="256484"/>
                    </a:lnTo>
                    <a:lnTo>
                      <a:pt x="982477" y="254410"/>
                    </a:lnTo>
                    <a:lnTo>
                      <a:pt x="1071682" y="253341"/>
                    </a:lnTo>
                    <a:lnTo>
                      <a:pt x="1160684" y="249194"/>
                    </a:lnTo>
                    <a:lnTo>
                      <a:pt x="1339866" y="246793"/>
                    </a:lnTo>
                    <a:lnTo>
                      <a:pt x="1429070" y="246269"/>
                    </a:lnTo>
                    <a:lnTo>
                      <a:pt x="1460119" y="251660"/>
                    </a:lnTo>
                    <a:lnTo>
                      <a:pt x="1491493" y="254585"/>
                    </a:lnTo>
                    <a:lnTo>
                      <a:pt x="1522948" y="256724"/>
                    </a:lnTo>
                    <a:cubicBezTo>
                      <a:pt x="1523233" y="256767"/>
                      <a:pt x="1523558" y="256767"/>
                      <a:pt x="1523843" y="256767"/>
                    </a:cubicBezTo>
                    <a:lnTo>
                      <a:pt x="1614347" y="254847"/>
                    </a:lnTo>
                    <a:lnTo>
                      <a:pt x="1639545" y="259430"/>
                    </a:lnTo>
                    <a:cubicBezTo>
                      <a:pt x="1639829" y="259496"/>
                      <a:pt x="1640032" y="259496"/>
                      <a:pt x="1640317" y="259496"/>
                    </a:cubicBezTo>
                    <a:lnTo>
                      <a:pt x="1660067" y="259277"/>
                    </a:lnTo>
                    <a:lnTo>
                      <a:pt x="1755328" y="263381"/>
                    </a:lnTo>
                    <a:lnTo>
                      <a:pt x="1769512" y="264079"/>
                    </a:lnTo>
                    <a:lnTo>
                      <a:pt x="1782394" y="264341"/>
                    </a:lnTo>
                    <a:lnTo>
                      <a:pt x="1792432" y="265040"/>
                    </a:lnTo>
                    <a:lnTo>
                      <a:pt x="1824457" y="282741"/>
                    </a:lnTo>
                    <a:lnTo>
                      <a:pt x="1860789" y="298303"/>
                    </a:lnTo>
                    <a:lnTo>
                      <a:pt x="1897121" y="309609"/>
                    </a:lnTo>
                    <a:cubicBezTo>
                      <a:pt x="1897609" y="309762"/>
                      <a:pt x="1898218" y="309828"/>
                      <a:pt x="1898706" y="309828"/>
                    </a:cubicBezTo>
                    <a:lnTo>
                      <a:pt x="1908419" y="309020"/>
                    </a:lnTo>
                    <a:lnTo>
                      <a:pt x="1908419" y="3062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2" name="Freeform: Shape 281">
                <a:extLst>
                  <a:ext uri="{FF2B5EF4-FFF2-40B4-BE49-F238E27FC236}">
                    <a16:creationId xmlns:a16="http://schemas.microsoft.com/office/drawing/2014/main" id="{682D51A6-7B95-4CA0-8172-E9578EE3F09E}"/>
                  </a:ext>
                </a:extLst>
              </p:cNvPr>
              <p:cNvSpPr/>
              <p:nvPr/>
            </p:nvSpPr>
            <p:spPr>
              <a:xfrm>
                <a:off x="11707123" y="5744907"/>
                <a:ext cx="484876" cy="4910"/>
              </a:xfrm>
              <a:custGeom>
                <a:avLst/>
                <a:gdLst>
                  <a:gd name="connsiteX0" fmla="*/ 484876 w 484876"/>
                  <a:gd name="connsiteY0" fmla="*/ 2074 h 4910"/>
                  <a:gd name="connsiteX1" fmla="*/ 2561 w 484876"/>
                  <a:gd name="connsiteY1" fmla="*/ 0 h 4910"/>
                  <a:gd name="connsiteX2" fmla="*/ 2479 w 484876"/>
                  <a:gd name="connsiteY2" fmla="*/ 0 h 4910"/>
                  <a:gd name="connsiteX3" fmla="*/ 0 w 484876"/>
                  <a:gd name="connsiteY3" fmla="*/ 1375 h 4910"/>
                  <a:gd name="connsiteX4" fmla="*/ 2479 w 484876"/>
                  <a:gd name="connsiteY4" fmla="*/ 2816 h 4910"/>
                  <a:gd name="connsiteX5" fmla="*/ 347635 w 484876"/>
                  <a:gd name="connsiteY5" fmla="*/ 4584 h 4910"/>
                  <a:gd name="connsiteX6" fmla="*/ 484876 w 484876"/>
                  <a:gd name="connsiteY6" fmla="*/ 4911 h 4910"/>
                  <a:gd name="connsiteX7" fmla="*/ 484876 w 484876"/>
                  <a:gd name="connsiteY7" fmla="*/ 2095 h 4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4876" h="4910">
                    <a:moveTo>
                      <a:pt x="484876" y="2074"/>
                    </a:moveTo>
                    <a:lnTo>
                      <a:pt x="2561" y="0"/>
                    </a:lnTo>
                    <a:lnTo>
                      <a:pt x="2479" y="0"/>
                    </a:lnTo>
                    <a:cubicBezTo>
                      <a:pt x="1097" y="0"/>
                      <a:pt x="0" y="589"/>
                      <a:pt x="0" y="1375"/>
                    </a:cubicBezTo>
                    <a:cubicBezTo>
                      <a:pt x="0" y="2161"/>
                      <a:pt x="1097" y="2816"/>
                      <a:pt x="2479" y="2816"/>
                    </a:cubicBezTo>
                    <a:lnTo>
                      <a:pt x="347635" y="4584"/>
                    </a:lnTo>
                    <a:lnTo>
                      <a:pt x="484876" y="4911"/>
                    </a:lnTo>
                    <a:lnTo>
                      <a:pt x="484876" y="209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3" name="Freeform: Shape 282">
                <a:extLst>
                  <a:ext uri="{FF2B5EF4-FFF2-40B4-BE49-F238E27FC236}">
                    <a16:creationId xmlns:a16="http://schemas.microsoft.com/office/drawing/2014/main" id="{A987D64B-7BC1-46BB-9284-D39E6127F444}"/>
                  </a:ext>
                </a:extLst>
              </p:cNvPr>
              <p:cNvSpPr/>
              <p:nvPr/>
            </p:nvSpPr>
            <p:spPr>
              <a:xfrm>
                <a:off x="11623243" y="5829769"/>
                <a:ext cx="369727" cy="13510"/>
              </a:xfrm>
              <a:custGeom>
                <a:avLst/>
                <a:gdLst>
                  <a:gd name="connsiteX0" fmla="*/ 367223 w 369727"/>
                  <a:gd name="connsiteY0" fmla="*/ 13511 h 13510"/>
                  <a:gd name="connsiteX1" fmla="*/ 366939 w 369727"/>
                  <a:gd name="connsiteY1" fmla="*/ 13511 h 13510"/>
                  <a:gd name="connsiteX2" fmla="*/ 315163 w 369727"/>
                  <a:gd name="connsiteY2" fmla="*/ 10520 h 13510"/>
                  <a:gd name="connsiteX3" fmla="*/ 242417 w 369727"/>
                  <a:gd name="connsiteY3" fmla="*/ 8971 h 13510"/>
                  <a:gd name="connsiteX4" fmla="*/ 166095 w 369727"/>
                  <a:gd name="connsiteY4" fmla="*/ 5719 h 13510"/>
                  <a:gd name="connsiteX5" fmla="*/ 90302 w 369727"/>
                  <a:gd name="connsiteY5" fmla="*/ 4540 h 13510"/>
                  <a:gd name="connsiteX6" fmla="*/ 64089 w 369727"/>
                  <a:gd name="connsiteY6" fmla="*/ 2990 h 13510"/>
                  <a:gd name="connsiteX7" fmla="*/ 2560 w 369727"/>
                  <a:gd name="connsiteY7" fmla="*/ 2816 h 13510"/>
                  <a:gd name="connsiteX8" fmla="*/ 0 w 369727"/>
                  <a:gd name="connsiteY8" fmla="*/ 1441 h 13510"/>
                  <a:gd name="connsiteX9" fmla="*/ 2560 w 369727"/>
                  <a:gd name="connsiteY9" fmla="*/ 0 h 13510"/>
                  <a:gd name="connsiteX10" fmla="*/ 2560 w 369727"/>
                  <a:gd name="connsiteY10" fmla="*/ 0 h 13510"/>
                  <a:gd name="connsiteX11" fmla="*/ 64373 w 369727"/>
                  <a:gd name="connsiteY11" fmla="*/ 153 h 13510"/>
                  <a:gd name="connsiteX12" fmla="*/ 90587 w 369727"/>
                  <a:gd name="connsiteY12" fmla="*/ 1746 h 13510"/>
                  <a:gd name="connsiteX13" fmla="*/ 166380 w 369727"/>
                  <a:gd name="connsiteY13" fmla="*/ 2925 h 13510"/>
                  <a:gd name="connsiteX14" fmla="*/ 242702 w 369727"/>
                  <a:gd name="connsiteY14" fmla="*/ 6133 h 13510"/>
                  <a:gd name="connsiteX15" fmla="*/ 315407 w 369727"/>
                  <a:gd name="connsiteY15" fmla="*/ 7683 h 13510"/>
                  <a:gd name="connsiteX16" fmla="*/ 367507 w 369727"/>
                  <a:gd name="connsiteY16" fmla="*/ 10673 h 13510"/>
                  <a:gd name="connsiteX17" fmla="*/ 369702 w 369727"/>
                  <a:gd name="connsiteY17" fmla="*/ 12223 h 13510"/>
                  <a:gd name="connsiteX18" fmla="*/ 367223 w 369727"/>
                  <a:gd name="connsiteY18" fmla="*/ 13511 h 13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9727" h="13510">
                    <a:moveTo>
                      <a:pt x="367223" y="13511"/>
                    </a:moveTo>
                    <a:lnTo>
                      <a:pt x="366939" y="13511"/>
                    </a:lnTo>
                    <a:lnTo>
                      <a:pt x="315163" y="10520"/>
                    </a:lnTo>
                    <a:lnTo>
                      <a:pt x="242417" y="8971"/>
                    </a:lnTo>
                    <a:lnTo>
                      <a:pt x="166095" y="5719"/>
                    </a:lnTo>
                    <a:lnTo>
                      <a:pt x="90302" y="4540"/>
                    </a:lnTo>
                    <a:lnTo>
                      <a:pt x="64089" y="2990"/>
                    </a:lnTo>
                    <a:lnTo>
                      <a:pt x="2560" y="2816"/>
                    </a:lnTo>
                    <a:cubicBezTo>
                      <a:pt x="1179" y="2816"/>
                      <a:pt x="0" y="2183"/>
                      <a:pt x="0" y="1441"/>
                    </a:cubicBezTo>
                    <a:cubicBezTo>
                      <a:pt x="0" y="633"/>
                      <a:pt x="1179" y="0"/>
                      <a:pt x="2560" y="0"/>
                    </a:cubicBezTo>
                    <a:lnTo>
                      <a:pt x="2560" y="0"/>
                    </a:lnTo>
                    <a:lnTo>
                      <a:pt x="64373" y="153"/>
                    </a:lnTo>
                    <a:lnTo>
                      <a:pt x="90587" y="1746"/>
                    </a:lnTo>
                    <a:lnTo>
                      <a:pt x="166380" y="2925"/>
                    </a:lnTo>
                    <a:lnTo>
                      <a:pt x="242702" y="6133"/>
                    </a:lnTo>
                    <a:lnTo>
                      <a:pt x="315407" y="7683"/>
                    </a:lnTo>
                    <a:lnTo>
                      <a:pt x="367507" y="10673"/>
                    </a:lnTo>
                    <a:cubicBezTo>
                      <a:pt x="368889" y="10782"/>
                      <a:pt x="369905" y="11481"/>
                      <a:pt x="369702" y="12223"/>
                    </a:cubicBezTo>
                    <a:cubicBezTo>
                      <a:pt x="369580" y="12965"/>
                      <a:pt x="368523" y="13511"/>
                      <a:pt x="367223" y="1351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4" name="Freeform: Shape 283">
                <a:extLst>
                  <a:ext uri="{FF2B5EF4-FFF2-40B4-BE49-F238E27FC236}">
                    <a16:creationId xmlns:a16="http://schemas.microsoft.com/office/drawing/2014/main" id="{DDCD5C22-0182-44CA-AAC8-8E8700F67D1A}"/>
                  </a:ext>
                </a:extLst>
              </p:cNvPr>
              <p:cNvSpPr/>
              <p:nvPr/>
            </p:nvSpPr>
            <p:spPr>
              <a:xfrm>
                <a:off x="11685950" y="5743052"/>
                <a:ext cx="506049" cy="4670"/>
              </a:xfrm>
              <a:custGeom>
                <a:avLst/>
                <a:gdLst>
                  <a:gd name="connsiteX0" fmla="*/ 506049 w 506049"/>
                  <a:gd name="connsiteY0" fmla="*/ 2008 h 4670"/>
                  <a:gd name="connsiteX1" fmla="*/ 469514 w 506049"/>
                  <a:gd name="connsiteY1" fmla="*/ 1964 h 4670"/>
                  <a:gd name="connsiteX2" fmla="*/ 2479 w 506049"/>
                  <a:gd name="connsiteY2" fmla="*/ 0 h 4670"/>
                  <a:gd name="connsiteX3" fmla="*/ 2479 w 506049"/>
                  <a:gd name="connsiteY3" fmla="*/ 0 h 4670"/>
                  <a:gd name="connsiteX4" fmla="*/ 0 w 506049"/>
                  <a:gd name="connsiteY4" fmla="*/ 1375 h 4670"/>
                  <a:gd name="connsiteX5" fmla="*/ 2479 w 506049"/>
                  <a:gd name="connsiteY5" fmla="*/ 2816 h 4670"/>
                  <a:gd name="connsiteX6" fmla="*/ 284561 w 506049"/>
                  <a:gd name="connsiteY6" fmla="*/ 4191 h 4670"/>
                  <a:gd name="connsiteX7" fmla="*/ 506009 w 506049"/>
                  <a:gd name="connsiteY7" fmla="*/ 4671 h 4670"/>
                  <a:gd name="connsiteX8" fmla="*/ 506009 w 506049"/>
                  <a:gd name="connsiteY8" fmla="*/ 2008 h 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6049" h="4670">
                    <a:moveTo>
                      <a:pt x="506049" y="2008"/>
                    </a:moveTo>
                    <a:lnTo>
                      <a:pt x="469514" y="1964"/>
                    </a:lnTo>
                    <a:lnTo>
                      <a:pt x="2479" y="0"/>
                    </a:lnTo>
                    <a:lnTo>
                      <a:pt x="2479" y="0"/>
                    </a:lnTo>
                    <a:cubicBezTo>
                      <a:pt x="1097" y="0"/>
                      <a:pt x="0" y="633"/>
                      <a:pt x="0" y="1375"/>
                    </a:cubicBezTo>
                    <a:cubicBezTo>
                      <a:pt x="0" y="2183"/>
                      <a:pt x="1097" y="2816"/>
                      <a:pt x="2479" y="2816"/>
                    </a:cubicBezTo>
                    <a:lnTo>
                      <a:pt x="284561" y="4191"/>
                    </a:lnTo>
                    <a:lnTo>
                      <a:pt x="506009" y="4671"/>
                    </a:lnTo>
                    <a:lnTo>
                      <a:pt x="506009" y="200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5" name="Freeform: Shape 284">
                <a:extLst>
                  <a:ext uri="{FF2B5EF4-FFF2-40B4-BE49-F238E27FC236}">
                    <a16:creationId xmlns:a16="http://schemas.microsoft.com/office/drawing/2014/main" id="{A6AA79DF-C81F-4F93-8A97-26CA8EAEC04A}"/>
                  </a:ext>
                </a:extLst>
              </p:cNvPr>
              <p:cNvSpPr/>
              <p:nvPr/>
            </p:nvSpPr>
            <p:spPr>
              <a:xfrm>
                <a:off x="5243186" y="5448785"/>
                <a:ext cx="124625" cy="518731"/>
              </a:xfrm>
              <a:custGeom>
                <a:avLst/>
                <a:gdLst>
                  <a:gd name="connsiteX0" fmla="*/ 75574 w 124625"/>
                  <a:gd name="connsiteY0" fmla="*/ 518688 h 518731"/>
                  <a:gd name="connsiteX1" fmla="*/ 75127 w 124625"/>
                  <a:gd name="connsiteY1" fmla="*/ 518688 h 518731"/>
                  <a:gd name="connsiteX2" fmla="*/ 73054 w 124625"/>
                  <a:gd name="connsiteY2" fmla="*/ 517029 h 518731"/>
                  <a:gd name="connsiteX3" fmla="*/ 83214 w 124625"/>
                  <a:gd name="connsiteY3" fmla="*/ 484006 h 518731"/>
                  <a:gd name="connsiteX4" fmla="*/ 430 w 124625"/>
                  <a:gd name="connsiteY4" fmla="*/ 413877 h 518731"/>
                  <a:gd name="connsiteX5" fmla="*/ 24 w 124625"/>
                  <a:gd name="connsiteY5" fmla="*/ 412873 h 518731"/>
                  <a:gd name="connsiteX6" fmla="*/ 10265 w 124625"/>
                  <a:gd name="connsiteY6" fmla="*/ 383931 h 518731"/>
                  <a:gd name="connsiteX7" fmla="*/ 19125 w 124625"/>
                  <a:gd name="connsiteY7" fmla="*/ 355425 h 518731"/>
                  <a:gd name="connsiteX8" fmla="*/ 26237 w 124625"/>
                  <a:gd name="connsiteY8" fmla="*/ 324410 h 518731"/>
                  <a:gd name="connsiteX9" fmla="*/ 31073 w 124625"/>
                  <a:gd name="connsiteY9" fmla="*/ 299353 h 518731"/>
                  <a:gd name="connsiteX10" fmla="*/ 33836 w 124625"/>
                  <a:gd name="connsiteY10" fmla="*/ 276501 h 518731"/>
                  <a:gd name="connsiteX11" fmla="*/ 34771 w 124625"/>
                  <a:gd name="connsiteY11" fmla="*/ 249698 h 518731"/>
                  <a:gd name="connsiteX12" fmla="*/ 36153 w 124625"/>
                  <a:gd name="connsiteY12" fmla="*/ 244219 h 518731"/>
                  <a:gd name="connsiteX13" fmla="*/ 37453 w 124625"/>
                  <a:gd name="connsiteY13" fmla="*/ 236449 h 518731"/>
                  <a:gd name="connsiteX14" fmla="*/ 39445 w 124625"/>
                  <a:gd name="connsiteY14" fmla="*/ 232346 h 518731"/>
                  <a:gd name="connsiteX15" fmla="*/ 42371 w 124625"/>
                  <a:gd name="connsiteY15" fmla="*/ 200151 h 518731"/>
                  <a:gd name="connsiteX16" fmla="*/ 44931 w 124625"/>
                  <a:gd name="connsiteY16" fmla="*/ 179787 h 518731"/>
                  <a:gd name="connsiteX17" fmla="*/ 48142 w 124625"/>
                  <a:gd name="connsiteY17" fmla="*/ 161715 h 518731"/>
                  <a:gd name="connsiteX18" fmla="*/ 54847 w 124625"/>
                  <a:gd name="connsiteY18" fmla="*/ 118564 h 518731"/>
                  <a:gd name="connsiteX19" fmla="*/ 58627 w 124625"/>
                  <a:gd name="connsiteY19" fmla="*/ 100928 h 518731"/>
                  <a:gd name="connsiteX20" fmla="*/ 63057 w 124625"/>
                  <a:gd name="connsiteY20" fmla="*/ 86588 h 518731"/>
                  <a:gd name="connsiteX21" fmla="*/ 68421 w 124625"/>
                  <a:gd name="connsiteY21" fmla="*/ 73099 h 518731"/>
                  <a:gd name="connsiteX22" fmla="*/ 74802 w 124625"/>
                  <a:gd name="connsiteY22" fmla="*/ 60898 h 518731"/>
                  <a:gd name="connsiteX23" fmla="*/ 96585 w 124625"/>
                  <a:gd name="connsiteY23" fmla="*/ 23858 h 518731"/>
                  <a:gd name="connsiteX24" fmla="*/ 96910 w 124625"/>
                  <a:gd name="connsiteY24" fmla="*/ 23487 h 518731"/>
                  <a:gd name="connsiteX25" fmla="*/ 103290 w 124625"/>
                  <a:gd name="connsiteY25" fmla="*/ 18380 h 518731"/>
                  <a:gd name="connsiteX26" fmla="*/ 109427 w 124625"/>
                  <a:gd name="connsiteY26" fmla="*/ 14058 h 518731"/>
                  <a:gd name="connsiteX27" fmla="*/ 114832 w 124625"/>
                  <a:gd name="connsiteY27" fmla="*/ 7881 h 518731"/>
                  <a:gd name="connsiteX28" fmla="*/ 119709 w 124625"/>
                  <a:gd name="connsiteY28" fmla="*/ 897 h 518731"/>
                  <a:gd name="connsiteX29" fmla="*/ 122960 w 124625"/>
                  <a:gd name="connsiteY29" fmla="*/ 89 h 518731"/>
                  <a:gd name="connsiteX30" fmla="*/ 124464 w 124625"/>
                  <a:gd name="connsiteY30" fmla="*/ 1901 h 518731"/>
                  <a:gd name="connsiteX31" fmla="*/ 119465 w 124625"/>
                  <a:gd name="connsiteY31" fmla="*/ 8995 h 518731"/>
                  <a:gd name="connsiteX32" fmla="*/ 113735 w 124625"/>
                  <a:gd name="connsiteY32" fmla="*/ 15543 h 518731"/>
                  <a:gd name="connsiteX33" fmla="*/ 107435 w 124625"/>
                  <a:gd name="connsiteY33" fmla="*/ 20082 h 518731"/>
                  <a:gd name="connsiteX34" fmla="*/ 101299 w 124625"/>
                  <a:gd name="connsiteY34" fmla="*/ 24928 h 518731"/>
                  <a:gd name="connsiteX35" fmla="*/ 79678 w 124625"/>
                  <a:gd name="connsiteY35" fmla="*/ 61684 h 518731"/>
                  <a:gd name="connsiteX36" fmla="*/ 73379 w 124625"/>
                  <a:gd name="connsiteY36" fmla="*/ 73776 h 518731"/>
                  <a:gd name="connsiteX37" fmla="*/ 68015 w 124625"/>
                  <a:gd name="connsiteY37" fmla="*/ 87090 h 518731"/>
                  <a:gd name="connsiteX38" fmla="*/ 63666 w 124625"/>
                  <a:gd name="connsiteY38" fmla="*/ 101277 h 518731"/>
                  <a:gd name="connsiteX39" fmla="*/ 59887 w 124625"/>
                  <a:gd name="connsiteY39" fmla="*/ 118804 h 518731"/>
                  <a:gd name="connsiteX40" fmla="*/ 53262 w 124625"/>
                  <a:gd name="connsiteY40" fmla="*/ 161977 h 518731"/>
                  <a:gd name="connsiteX41" fmla="*/ 50052 w 124625"/>
                  <a:gd name="connsiteY41" fmla="*/ 180049 h 518731"/>
                  <a:gd name="connsiteX42" fmla="*/ 47491 w 124625"/>
                  <a:gd name="connsiteY42" fmla="*/ 200304 h 518731"/>
                  <a:gd name="connsiteX43" fmla="*/ 44525 w 124625"/>
                  <a:gd name="connsiteY43" fmla="*/ 232760 h 518731"/>
                  <a:gd name="connsiteX44" fmla="*/ 42533 w 124625"/>
                  <a:gd name="connsiteY44" fmla="*/ 236973 h 518731"/>
                  <a:gd name="connsiteX45" fmla="*/ 41314 w 124625"/>
                  <a:gd name="connsiteY45" fmla="*/ 244547 h 518731"/>
                  <a:gd name="connsiteX46" fmla="*/ 39932 w 124625"/>
                  <a:gd name="connsiteY46" fmla="*/ 249938 h 518731"/>
                  <a:gd name="connsiteX47" fmla="*/ 39038 w 124625"/>
                  <a:gd name="connsiteY47" fmla="*/ 276632 h 518731"/>
                  <a:gd name="connsiteX48" fmla="*/ 36234 w 124625"/>
                  <a:gd name="connsiteY48" fmla="*/ 299593 h 518731"/>
                  <a:gd name="connsiteX49" fmla="*/ 31398 w 124625"/>
                  <a:gd name="connsiteY49" fmla="*/ 324737 h 518731"/>
                  <a:gd name="connsiteX50" fmla="*/ 24245 w 124625"/>
                  <a:gd name="connsiteY50" fmla="*/ 355862 h 518731"/>
                  <a:gd name="connsiteX51" fmla="*/ 15345 w 124625"/>
                  <a:gd name="connsiteY51" fmla="*/ 384433 h 518731"/>
                  <a:gd name="connsiteX52" fmla="*/ 5348 w 124625"/>
                  <a:gd name="connsiteY52" fmla="*/ 412829 h 518731"/>
                  <a:gd name="connsiteX53" fmla="*/ 88131 w 124625"/>
                  <a:gd name="connsiteY53" fmla="*/ 482958 h 518731"/>
                  <a:gd name="connsiteX54" fmla="*/ 88457 w 124625"/>
                  <a:gd name="connsiteY54" fmla="*/ 483984 h 518731"/>
                  <a:gd name="connsiteX55" fmla="*/ 78134 w 124625"/>
                  <a:gd name="connsiteY55" fmla="*/ 517553 h 518731"/>
                  <a:gd name="connsiteX56" fmla="*/ 75655 w 124625"/>
                  <a:gd name="connsiteY56" fmla="*/ 518732 h 51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24625" h="518731">
                    <a:moveTo>
                      <a:pt x="75574" y="518688"/>
                    </a:moveTo>
                    <a:lnTo>
                      <a:pt x="75127" y="518688"/>
                    </a:lnTo>
                    <a:cubicBezTo>
                      <a:pt x="73745" y="518535"/>
                      <a:pt x="72810" y="517837"/>
                      <a:pt x="73054" y="517029"/>
                    </a:cubicBezTo>
                    <a:lnTo>
                      <a:pt x="83214" y="484006"/>
                    </a:lnTo>
                    <a:lnTo>
                      <a:pt x="430" y="413877"/>
                    </a:lnTo>
                    <a:cubicBezTo>
                      <a:pt x="65" y="413615"/>
                      <a:pt x="-57" y="413244"/>
                      <a:pt x="24" y="412873"/>
                    </a:cubicBezTo>
                    <a:lnTo>
                      <a:pt x="10265" y="383931"/>
                    </a:lnTo>
                    <a:lnTo>
                      <a:pt x="19125" y="355425"/>
                    </a:lnTo>
                    <a:lnTo>
                      <a:pt x="26237" y="324410"/>
                    </a:lnTo>
                    <a:lnTo>
                      <a:pt x="31073" y="299353"/>
                    </a:lnTo>
                    <a:lnTo>
                      <a:pt x="33836" y="276501"/>
                    </a:lnTo>
                    <a:lnTo>
                      <a:pt x="34771" y="249698"/>
                    </a:lnTo>
                    <a:lnTo>
                      <a:pt x="36153" y="244219"/>
                    </a:lnTo>
                    <a:lnTo>
                      <a:pt x="37453" y="236449"/>
                    </a:lnTo>
                    <a:lnTo>
                      <a:pt x="39445" y="232346"/>
                    </a:lnTo>
                    <a:lnTo>
                      <a:pt x="42371" y="200151"/>
                    </a:lnTo>
                    <a:lnTo>
                      <a:pt x="44931" y="179787"/>
                    </a:lnTo>
                    <a:lnTo>
                      <a:pt x="48142" y="161715"/>
                    </a:lnTo>
                    <a:lnTo>
                      <a:pt x="54847" y="118564"/>
                    </a:lnTo>
                    <a:lnTo>
                      <a:pt x="58627" y="100928"/>
                    </a:lnTo>
                    <a:lnTo>
                      <a:pt x="63057" y="86588"/>
                    </a:lnTo>
                    <a:lnTo>
                      <a:pt x="68421" y="73099"/>
                    </a:lnTo>
                    <a:lnTo>
                      <a:pt x="74802" y="60898"/>
                    </a:lnTo>
                    <a:lnTo>
                      <a:pt x="96585" y="23858"/>
                    </a:lnTo>
                    <a:cubicBezTo>
                      <a:pt x="96625" y="23749"/>
                      <a:pt x="96788" y="23597"/>
                      <a:pt x="96910" y="23487"/>
                    </a:cubicBezTo>
                    <a:lnTo>
                      <a:pt x="103290" y="18380"/>
                    </a:lnTo>
                    <a:lnTo>
                      <a:pt x="109427" y="14058"/>
                    </a:lnTo>
                    <a:lnTo>
                      <a:pt x="114832" y="7881"/>
                    </a:lnTo>
                    <a:lnTo>
                      <a:pt x="119709" y="897"/>
                    </a:lnTo>
                    <a:cubicBezTo>
                      <a:pt x="120196" y="155"/>
                      <a:pt x="121700" y="-173"/>
                      <a:pt x="122960" y="89"/>
                    </a:cubicBezTo>
                    <a:cubicBezTo>
                      <a:pt x="124301" y="351"/>
                      <a:pt x="124951" y="1202"/>
                      <a:pt x="124464" y="1901"/>
                    </a:cubicBezTo>
                    <a:lnTo>
                      <a:pt x="119465" y="8995"/>
                    </a:lnTo>
                    <a:lnTo>
                      <a:pt x="113735" y="15543"/>
                    </a:lnTo>
                    <a:lnTo>
                      <a:pt x="107435" y="20082"/>
                    </a:lnTo>
                    <a:lnTo>
                      <a:pt x="101299" y="24928"/>
                    </a:lnTo>
                    <a:lnTo>
                      <a:pt x="79678" y="61684"/>
                    </a:lnTo>
                    <a:lnTo>
                      <a:pt x="73379" y="73776"/>
                    </a:lnTo>
                    <a:lnTo>
                      <a:pt x="68015" y="87090"/>
                    </a:lnTo>
                    <a:lnTo>
                      <a:pt x="63666" y="101277"/>
                    </a:lnTo>
                    <a:lnTo>
                      <a:pt x="59887" y="118804"/>
                    </a:lnTo>
                    <a:lnTo>
                      <a:pt x="53262" y="161977"/>
                    </a:lnTo>
                    <a:lnTo>
                      <a:pt x="50052" y="180049"/>
                    </a:lnTo>
                    <a:lnTo>
                      <a:pt x="47491" y="200304"/>
                    </a:lnTo>
                    <a:lnTo>
                      <a:pt x="44525" y="232760"/>
                    </a:lnTo>
                    <a:lnTo>
                      <a:pt x="42533" y="236973"/>
                    </a:lnTo>
                    <a:lnTo>
                      <a:pt x="41314" y="244547"/>
                    </a:lnTo>
                    <a:lnTo>
                      <a:pt x="39932" y="249938"/>
                    </a:lnTo>
                    <a:lnTo>
                      <a:pt x="39038" y="276632"/>
                    </a:lnTo>
                    <a:lnTo>
                      <a:pt x="36234" y="299593"/>
                    </a:lnTo>
                    <a:lnTo>
                      <a:pt x="31398" y="324737"/>
                    </a:lnTo>
                    <a:lnTo>
                      <a:pt x="24245" y="355862"/>
                    </a:lnTo>
                    <a:lnTo>
                      <a:pt x="15345" y="384433"/>
                    </a:lnTo>
                    <a:lnTo>
                      <a:pt x="5348" y="412829"/>
                    </a:lnTo>
                    <a:lnTo>
                      <a:pt x="88131" y="482958"/>
                    </a:lnTo>
                    <a:cubicBezTo>
                      <a:pt x="88457" y="483220"/>
                      <a:pt x="88578" y="483613"/>
                      <a:pt x="88457" y="483984"/>
                    </a:cubicBezTo>
                    <a:lnTo>
                      <a:pt x="78134" y="517553"/>
                    </a:lnTo>
                    <a:cubicBezTo>
                      <a:pt x="77931" y="518251"/>
                      <a:pt x="76834" y="518732"/>
                      <a:pt x="75655" y="51873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6" name="Freeform: Shape 285">
                <a:extLst>
                  <a:ext uri="{FF2B5EF4-FFF2-40B4-BE49-F238E27FC236}">
                    <a16:creationId xmlns:a16="http://schemas.microsoft.com/office/drawing/2014/main" id="{4F281F4D-F7DF-454B-B068-2F0DFDCCC3A1}"/>
                  </a:ext>
                </a:extLst>
              </p:cNvPr>
              <p:cNvSpPr/>
              <p:nvPr/>
            </p:nvSpPr>
            <p:spPr>
              <a:xfrm>
                <a:off x="11536883" y="5742288"/>
                <a:ext cx="149238" cy="5282"/>
              </a:xfrm>
              <a:custGeom>
                <a:avLst/>
                <a:gdLst>
                  <a:gd name="connsiteX0" fmla="*/ 146710 w 149238"/>
                  <a:gd name="connsiteY0" fmla="*/ 5282 h 5282"/>
                  <a:gd name="connsiteX1" fmla="*/ 146304 w 149238"/>
                  <a:gd name="connsiteY1" fmla="*/ 5282 h 5282"/>
                  <a:gd name="connsiteX2" fmla="*/ 125292 w 149238"/>
                  <a:gd name="connsiteY2" fmla="*/ 3427 h 5282"/>
                  <a:gd name="connsiteX3" fmla="*/ 2560 w 149238"/>
                  <a:gd name="connsiteY3" fmla="*/ 2837 h 5282"/>
                  <a:gd name="connsiteX4" fmla="*/ 0 w 149238"/>
                  <a:gd name="connsiteY4" fmla="*/ 1441 h 5282"/>
                  <a:gd name="connsiteX5" fmla="*/ 2560 w 149238"/>
                  <a:gd name="connsiteY5" fmla="*/ 0 h 5282"/>
                  <a:gd name="connsiteX6" fmla="*/ 2560 w 149238"/>
                  <a:gd name="connsiteY6" fmla="*/ 0 h 5282"/>
                  <a:gd name="connsiteX7" fmla="*/ 125699 w 149238"/>
                  <a:gd name="connsiteY7" fmla="*/ 633 h 5282"/>
                  <a:gd name="connsiteX8" fmla="*/ 147117 w 149238"/>
                  <a:gd name="connsiteY8" fmla="*/ 2445 h 5282"/>
                  <a:gd name="connsiteX9" fmla="*/ 149189 w 149238"/>
                  <a:gd name="connsiteY9" fmla="*/ 4103 h 5282"/>
                  <a:gd name="connsiteX10" fmla="*/ 146710 w 149238"/>
                  <a:gd name="connsiteY10" fmla="*/ 5260 h 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9238" h="5282">
                    <a:moveTo>
                      <a:pt x="146710" y="5282"/>
                    </a:moveTo>
                    <a:lnTo>
                      <a:pt x="146304" y="5282"/>
                    </a:lnTo>
                    <a:lnTo>
                      <a:pt x="125292" y="3427"/>
                    </a:lnTo>
                    <a:lnTo>
                      <a:pt x="2560" y="2837"/>
                    </a:lnTo>
                    <a:cubicBezTo>
                      <a:pt x="1057" y="2837"/>
                      <a:pt x="0" y="2205"/>
                      <a:pt x="0" y="1441"/>
                    </a:cubicBezTo>
                    <a:cubicBezTo>
                      <a:pt x="0" y="655"/>
                      <a:pt x="1179" y="0"/>
                      <a:pt x="2560" y="0"/>
                    </a:cubicBezTo>
                    <a:lnTo>
                      <a:pt x="2560" y="0"/>
                    </a:lnTo>
                    <a:lnTo>
                      <a:pt x="125699" y="633"/>
                    </a:lnTo>
                    <a:lnTo>
                      <a:pt x="147117" y="2445"/>
                    </a:lnTo>
                    <a:cubicBezTo>
                      <a:pt x="148499" y="2597"/>
                      <a:pt x="149474" y="3296"/>
                      <a:pt x="149189" y="4103"/>
                    </a:cubicBezTo>
                    <a:cubicBezTo>
                      <a:pt x="148986" y="4802"/>
                      <a:pt x="147889" y="5260"/>
                      <a:pt x="146710" y="52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7" name="Freeform: Shape 286">
                <a:extLst>
                  <a:ext uri="{FF2B5EF4-FFF2-40B4-BE49-F238E27FC236}">
                    <a16:creationId xmlns:a16="http://schemas.microsoft.com/office/drawing/2014/main" id="{71973456-E1FB-4632-AE6A-75470987D56A}"/>
                  </a:ext>
                </a:extLst>
              </p:cNvPr>
              <p:cNvSpPr/>
              <p:nvPr/>
            </p:nvSpPr>
            <p:spPr>
              <a:xfrm>
                <a:off x="11352295" y="5740520"/>
                <a:ext cx="355031" cy="8796"/>
              </a:xfrm>
              <a:custGeom>
                <a:avLst/>
                <a:gdLst>
                  <a:gd name="connsiteX0" fmla="*/ 352431 w 355031"/>
                  <a:gd name="connsiteY0" fmla="*/ 8796 h 8796"/>
                  <a:gd name="connsiteX1" fmla="*/ 352431 w 355031"/>
                  <a:gd name="connsiteY1" fmla="*/ 8796 h 8796"/>
                  <a:gd name="connsiteX2" fmla="*/ 290414 w 355031"/>
                  <a:gd name="connsiteY2" fmla="*/ 8425 h 8796"/>
                  <a:gd name="connsiteX3" fmla="*/ 166584 w 355031"/>
                  <a:gd name="connsiteY3" fmla="*/ 2772 h 8796"/>
                  <a:gd name="connsiteX4" fmla="*/ 125782 w 355031"/>
                  <a:gd name="connsiteY4" fmla="*/ 4278 h 8796"/>
                  <a:gd name="connsiteX5" fmla="*/ 2561 w 355031"/>
                  <a:gd name="connsiteY5" fmla="*/ 3689 h 8796"/>
                  <a:gd name="connsiteX6" fmla="*/ 0 w 355031"/>
                  <a:gd name="connsiteY6" fmla="*/ 2248 h 8796"/>
                  <a:gd name="connsiteX7" fmla="*/ 2561 w 355031"/>
                  <a:gd name="connsiteY7" fmla="*/ 873 h 8796"/>
                  <a:gd name="connsiteX8" fmla="*/ 2561 w 355031"/>
                  <a:gd name="connsiteY8" fmla="*/ 873 h 8796"/>
                  <a:gd name="connsiteX9" fmla="*/ 125619 w 355031"/>
                  <a:gd name="connsiteY9" fmla="*/ 1506 h 8796"/>
                  <a:gd name="connsiteX10" fmla="*/ 166584 w 355031"/>
                  <a:gd name="connsiteY10" fmla="*/ 0 h 8796"/>
                  <a:gd name="connsiteX11" fmla="*/ 290617 w 355031"/>
                  <a:gd name="connsiteY11" fmla="*/ 5609 h 8796"/>
                  <a:gd name="connsiteX12" fmla="*/ 352552 w 355031"/>
                  <a:gd name="connsiteY12" fmla="*/ 6024 h 8796"/>
                  <a:gd name="connsiteX13" fmla="*/ 355031 w 355031"/>
                  <a:gd name="connsiteY13" fmla="*/ 7399 h 8796"/>
                  <a:gd name="connsiteX14" fmla="*/ 352431 w 355031"/>
                  <a:gd name="connsiteY14" fmla="*/ 8796 h 8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031" h="8796">
                    <a:moveTo>
                      <a:pt x="352431" y="8796"/>
                    </a:moveTo>
                    <a:lnTo>
                      <a:pt x="352431" y="8796"/>
                    </a:lnTo>
                    <a:lnTo>
                      <a:pt x="290414" y="8425"/>
                    </a:lnTo>
                    <a:lnTo>
                      <a:pt x="166584" y="2772"/>
                    </a:lnTo>
                    <a:lnTo>
                      <a:pt x="125782" y="4278"/>
                    </a:lnTo>
                    <a:lnTo>
                      <a:pt x="2561" y="3689"/>
                    </a:lnTo>
                    <a:cubicBezTo>
                      <a:pt x="1057" y="3689"/>
                      <a:pt x="0" y="3056"/>
                      <a:pt x="0" y="2248"/>
                    </a:cubicBezTo>
                    <a:cubicBezTo>
                      <a:pt x="0" y="1506"/>
                      <a:pt x="1179" y="873"/>
                      <a:pt x="2561" y="873"/>
                    </a:cubicBezTo>
                    <a:lnTo>
                      <a:pt x="2561" y="873"/>
                    </a:lnTo>
                    <a:lnTo>
                      <a:pt x="125619" y="1506"/>
                    </a:lnTo>
                    <a:lnTo>
                      <a:pt x="166584" y="0"/>
                    </a:lnTo>
                    <a:lnTo>
                      <a:pt x="290617" y="5609"/>
                    </a:lnTo>
                    <a:lnTo>
                      <a:pt x="352552" y="6024"/>
                    </a:lnTo>
                    <a:cubicBezTo>
                      <a:pt x="353934" y="6024"/>
                      <a:pt x="355031" y="6657"/>
                      <a:pt x="355031" y="7399"/>
                    </a:cubicBezTo>
                    <a:cubicBezTo>
                      <a:pt x="355031" y="8207"/>
                      <a:pt x="353853" y="8796"/>
                      <a:pt x="352431" y="87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8" name="Freeform: Shape 287">
                <a:extLst>
                  <a:ext uri="{FF2B5EF4-FFF2-40B4-BE49-F238E27FC236}">
                    <a16:creationId xmlns:a16="http://schemas.microsoft.com/office/drawing/2014/main" id="{34028D1F-4E64-42B1-9DB7-EB6F1815288C}"/>
                  </a:ext>
                </a:extLst>
              </p:cNvPr>
              <p:cNvSpPr/>
              <p:nvPr/>
            </p:nvSpPr>
            <p:spPr>
              <a:xfrm>
                <a:off x="11652193" y="5837002"/>
                <a:ext cx="539806" cy="32381"/>
              </a:xfrm>
              <a:custGeom>
                <a:avLst/>
                <a:gdLst>
                  <a:gd name="connsiteX0" fmla="*/ 539807 w 539806"/>
                  <a:gd name="connsiteY0" fmla="*/ 29610 h 32381"/>
                  <a:gd name="connsiteX1" fmla="*/ 525420 w 539806"/>
                  <a:gd name="connsiteY1" fmla="*/ 29086 h 32381"/>
                  <a:gd name="connsiteX2" fmla="*/ 445441 w 539806"/>
                  <a:gd name="connsiteY2" fmla="*/ 26794 h 32381"/>
                  <a:gd name="connsiteX3" fmla="*/ 415977 w 539806"/>
                  <a:gd name="connsiteY3" fmla="*/ 23869 h 32381"/>
                  <a:gd name="connsiteX4" fmla="*/ 357821 w 539806"/>
                  <a:gd name="connsiteY4" fmla="*/ 18849 h 32381"/>
                  <a:gd name="connsiteX5" fmla="*/ 279020 w 539806"/>
                  <a:gd name="connsiteY5" fmla="*/ 17081 h 32381"/>
                  <a:gd name="connsiteX6" fmla="*/ 250654 w 539806"/>
                  <a:gd name="connsiteY6" fmla="*/ 14462 h 32381"/>
                  <a:gd name="connsiteX7" fmla="*/ 172259 w 539806"/>
                  <a:gd name="connsiteY7" fmla="*/ 12018 h 32381"/>
                  <a:gd name="connsiteX8" fmla="*/ 144664 w 539806"/>
                  <a:gd name="connsiteY8" fmla="*/ 9508 h 32381"/>
                  <a:gd name="connsiteX9" fmla="*/ 2790 w 539806"/>
                  <a:gd name="connsiteY9" fmla="*/ 13 h 32381"/>
                  <a:gd name="connsiteX10" fmla="*/ 26 w 539806"/>
                  <a:gd name="connsiteY10" fmla="*/ 1235 h 32381"/>
                  <a:gd name="connsiteX11" fmla="*/ 2221 w 539806"/>
                  <a:gd name="connsiteY11" fmla="*/ 2829 h 32381"/>
                  <a:gd name="connsiteX12" fmla="*/ 144014 w 539806"/>
                  <a:gd name="connsiteY12" fmla="*/ 12301 h 32381"/>
                  <a:gd name="connsiteX13" fmla="*/ 171689 w 539806"/>
                  <a:gd name="connsiteY13" fmla="*/ 14746 h 32381"/>
                  <a:gd name="connsiteX14" fmla="*/ 250043 w 539806"/>
                  <a:gd name="connsiteY14" fmla="*/ 17191 h 32381"/>
                  <a:gd name="connsiteX15" fmla="*/ 278410 w 539806"/>
                  <a:gd name="connsiteY15" fmla="*/ 19853 h 32381"/>
                  <a:gd name="connsiteX16" fmla="*/ 357293 w 539806"/>
                  <a:gd name="connsiteY16" fmla="*/ 21556 h 32381"/>
                  <a:gd name="connsiteX17" fmla="*/ 415042 w 539806"/>
                  <a:gd name="connsiteY17" fmla="*/ 26576 h 32381"/>
                  <a:gd name="connsiteX18" fmla="*/ 444791 w 539806"/>
                  <a:gd name="connsiteY18" fmla="*/ 29501 h 32381"/>
                  <a:gd name="connsiteX19" fmla="*/ 525055 w 539806"/>
                  <a:gd name="connsiteY19" fmla="*/ 31858 h 32381"/>
                  <a:gd name="connsiteX20" fmla="*/ 539725 w 539806"/>
                  <a:gd name="connsiteY20" fmla="*/ 32382 h 32381"/>
                  <a:gd name="connsiteX21" fmla="*/ 539725 w 539806"/>
                  <a:gd name="connsiteY21" fmla="*/ 29566 h 3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9806" h="32381">
                    <a:moveTo>
                      <a:pt x="539807" y="29610"/>
                    </a:moveTo>
                    <a:lnTo>
                      <a:pt x="525420" y="29086"/>
                    </a:lnTo>
                    <a:lnTo>
                      <a:pt x="445441" y="26794"/>
                    </a:lnTo>
                    <a:lnTo>
                      <a:pt x="415977" y="23869"/>
                    </a:lnTo>
                    <a:lnTo>
                      <a:pt x="357821" y="18849"/>
                    </a:lnTo>
                    <a:lnTo>
                      <a:pt x="279020" y="17081"/>
                    </a:lnTo>
                    <a:lnTo>
                      <a:pt x="250654" y="14462"/>
                    </a:lnTo>
                    <a:lnTo>
                      <a:pt x="172259" y="12018"/>
                    </a:lnTo>
                    <a:lnTo>
                      <a:pt x="144664" y="9508"/>
                    </a:lnTo>
                    <a:lnTo>
                      <a:pt x="2790" y="13"/>
                    </a:lnTo>
                    <a:cubicBezTo>
                      <a:pt x="1408" y="-96"/>
                      <a:pt x="107" y="493"/>
                      <a:pt x="26" y="1235"/>
                    </a:cubicBezTo>
                    <a:cubicBezTo>
                      <a:pt x="-177" y="2043"/>
                      <a:pt x="839" y="2720"/>
                      <a:pt x="2221" y="2829"/>
                    </a:cubicBezTo>
                    <a:lnTo>
                      <a:pt x="144014" y="12301"/>
                    </a:lnTo>
                    <a:lnTo>
                      <a:pt x="171689" y="14746"/>
                    </a:lnTo>
                    <a:lnTo>
                      <a:pt x="250043" y="17191"/>
                    </a:lnTo>
                    <a:lnTo>
                      <a:pt x="278410" y="19853"/>
                    </a:lnTo>
                    <a:lnTo>
                      <a:pt x="357293" y="21556"/>
                    </a:lnTo>
                    <a:lnTo>
                      <a:pt x="415042" y="26576"/>
                    </a:lnTo>
                    <a:lnTo>
                      <a:pt x="444791" y="29501"/>
                    </a:lnTo>
                    <a:lnTo>
                      <a:pt x="525055" y="31858"/>
                    </a:lnTo>
                    <a:lnTo>
                      <a:pt x="539725" y="32382"/>
                    </a:lnTo>
                    <a:lnTo>
                      <a:pt x="539725" y="2956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89" name="Freeform: Shape 288">
                <a:extLst>
                  <a:ext uri="{FF2B5EF4-FFF2-40B4-BE49-F238E27FC236}">
                    <a16:creationId xmlns:a16="http://schemas.microsoft.com/office/drawing/2014/main" id="{1ECE69B2-F3F9-46B3-9336-EC9D739B01E8}"/>
                  </a:ext>
                </a:extLst>
              </p:cNvPr>
              <p:cNvSpPr/>
              <p:nvPr/>
            </p:nvSpPr>
            <p:spPr>
              <a:xfrm>
                <a:off x="11664940" y="5741219"/>
                <a:ext cx="527059" cy="4518"/>
              </a:xfrm>
              <a:custGeom>
                <a:avLst/>
                <a:gdLst>
                  <a:gd name="connsiteX0" fmla="*/ 527060 w 527059"/>
                  <a:gd name="connsiteY0" fmla="*/ 1659 h 4518"/>
                  <a:gd name="connsiteX1" fmla="*/ 2601 w 527059"/>
                  <a:gd name="connsiteY1" fmla="*/ 0 h 4518"/>
                  <a:gd name="connsiteX2" fmla="*/ 2601 w 527059"/>
                  <a:gd name="connsiteY2" fmla="*/ 0 h 4518"/>
                  <a:gd name="connsiteX3" fmla="*/ 0 w 527059"/>
                  <a:gd name="connsiteY3" fmla="*/ 1375 h 4518"/>
                  <a:gd name="connsiteX4" fmla="*/ 2601 w 527059"/>
                  <a:gd name="connsiteY4" fmla="*/ 2772 h 4518"/>
                  <a:gd name="connsiteX5" fmla="*/ 283586 w 527059"/>
                  <a:gd name="connsiteY5" fmla="*/ 3994 h 4518"/>
                  <a:gd name="connsiteX6" fmla="*/ 527060 w 527059"/>
                  <a:gd name="connsiteY6" fmla="*/ 4518 h 4518"/>
                  <a:gd name="connsiteX7" fmla="*/ 527060 w 527059"/>
                  <a:gd name="connsiteY7" fmla="*/ 1637 h 4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59" h="4518">
                    <a:moveTo>
                      <a:pt x="527060" y="1659"/>
                    </a:moveTo>
                    <a:lnTo>
                      <a:pt x="2601" y="0"/>
                    </a:lnTo>
                    <a:lnTo>
                      <a:pt x="2601" y="0"/>
                    </a:lnTo>
                    <a:cubicBezTo>
                      <a:pt x="1219" y="0"/>
                      <a:pt x="122" y="589"/>
                      <a:pt x="0" y="1375"/>
                    </a:cubicBezTo>
                    <a:cubicBezTo>
                      <a:pt x="0" y="2117"/>
                      <a:pt x="1179" y="2772"/>
                      <a:pt x="2601" y="2772"/>
                    </a:cubicBezTo>
                    <a:lnTo>
                      <a:pt x="283586" y="3994"/>
                    </a:lnTo>
                    <a:lnTo>
                      <a:pt x="527060" y="4518"/>
                    </a:lnTo>
                    <a:lnTo>
                      <a:pt x="527060" y="16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0" name="Freeform: Shape 289">
                <a:extLst>
                  <a:ext uri="{FF2B5EF4-FFF2-40B4-BE49-F238E27FC236}">
                    <a16:creationId xmlns:a16="http://schemas.microsoft.com/office/drawing/2014/main" id="{6FF9FC83-A6E7-4FC6-B8E0-2A6FA585F6AF}"/>
                  </a:ext>
                </a:extLst>
              </p:cNvPr>
              <p:cNvSpPr/>
              <p:nvPr/>
            </p:nvSpPr>
            <p:spPr>
              <a:xfrm>
                <a:off x="11332667" y="5739669"/>
                <a:ext cx="461182" cy="16959"/>
              </a:xfrm>
              <a:custGeom>
                <a:avLst/>
                <a:gdLst>
                  <a:gd name="connsiteX0" fmla="*/ 458581 w 461182"/>
                  <a:gd name="connsiteY0" fmla="*/ 16959 h 16959"/>
                  <a:gd name="connsiteX1" fmla="*/ 458581 w 461182"/>
                  <a:gd name="connsiteY1" fmla="*/ 16959 h 16959"/>
                  <a:gd name="connsiteX2" fmla="*/ 395548 w 461182"/>
                  <a:gd name="connsiteY2" fmla="*/ 16326 h 16959"/>
                  <a:gd name="connsiteX3" fmla="*/ 206533 w 461182"/>
                  <a:gd name="connsiteY3" fmla="*/ 7792 h 16959"/>
                  <a:gd name="connsiteX4" fmla="*/ 145003 w 461182"/>
                  <a:gd name="connsiteY4" fmla="*/ 5129 h 16959"/>
                  <a:gd name="connsiteX5" fmla="*/ 124683 w 461182"/>
                  <a:gd name="connsiteY5" fmla="*/ 3361 h 16959"/>
                  <a:gd name="connsiteX6" fmla="*/ 2560 w 461182"/>
                  <a:gd name="connsiteY6" fmla="*/ 2837 h 16959"/>
                  <a:gd name="connsiteX7" fmla="*/ 0 w 461182"/>
                  <a:gd name="connsiteY7" fmla="*/ 1397 h 16959"/>
                  <a:gd name="connsiteX8" fmla="*/ 2560 w 461182"/>
                  <a:gd name="connsiteY8" fmla="*/ 0 h 16959"/>
                  <a:gd name="connsiteX9" fmla="*/ 125090 w 461182"/>
                  <a:gd name="connsiteY9" fmla="*/ 524 h 16959"/>
                  <a:gd name="connsiteX10" fmla="*/ 145653 w 461182"/>
                  <a:gd name="connsiteY10" fmla="*/ 2335 h 16959"/>
                  <a:gd name="connsiteX11" fmla="*/ 331988 w 461182"/>
                  <a:gd name="connsiteY11" fmla="*/ 10499 h 16959"/>
                  <a:gd name="connsiteX12" fmla="*/ 395793 w 461182"/>
                  <a:gd name="connsiteY12" fmla="*/ 13532 h 16959"/>
                  <a:gd name="connsiteX13" fmla="*/ 458703 w 461182"/>
                  <a:gd name="connsiteY13" fmla="*/ 14165 h 16959"/>
                  <a:gd name="connsiteX14" fmla="*/ 461183 w 461182"/>
                  <a:gd name="connsiteY14" fmla="*/ 15562 h 16959"/>
                  <a:gd name="connsiteX15" fmla="*/ 458622 w 461182"/>
                  <a:gd name="connsiteY15" fmla="*/ 16937 h 16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1182" h="16959">
                    <a:moveTo>
                      <a:pt x="458581" y="16959"/>
                    </a:moveTo>
                    <a:lnTo>
                      <a:pt x="458581" y="16959"/>
                    </a:lnTo>
                    <a:lnTo>
                      <a:pt x="395548" y="16326"/>
                    </a:lnTo>
                    <a:lnTo>
                      <a:pt x="206533" y="7792"/>
                    </a:lnTo>
                    <a:lnTo>
                      <a:pt x="145003" y="5129"/>
                    </a:lnTo>
                    <a:lnTo>
                      <a:pt x="124683" y="3361"/>
                    </a:lnTo>
                    <a:lnTo>
                      <a:pt x="2560" y="2837"/>
                    </a:lnTo>
                    <a:cubicBezTo>
                      <a:pt x="1179" y="2837"/>
                      <a:pt x="0" y="2205"/>
                      <a:pt x="0" y="1397"/>
                    </a:cubicBezTo>
                    <a:cubicBezTo>
                      <a:pt x="0" y="589"/>
                      <a:pt x="1381" y="0"/>
                      <a:pt x="2560" y="0"/>
                    </a:cubicBezTo>
                    <a:lnTo>
                      <a:pt x="125090" y="524"/>
                    </a:lnTo>
                    <a:lnTo>
                      <a:pt x="145653" y="2335"/>
                    </a:lnTo>
                    <a:lnTo>
                      <a:pt x="331988" y="10499"/>
                    </a:lnTo>
                    <a:lnTo>
                      <a:pt x="395793" y="13532"/>
                    </a:lnTo>
                    <a:lnTo>
                      <a:pt x="458703" y="14165"/>
                    </a:lnTo>
                    <a:cubicBezTo>
                      <a:pt x="460085" y="14165"/>
                      <a:pt x="461183" y="14798"/>
                      <a:pt x="461183" y="15562"/>
                    </a:cubicBezTo>
                    <a:cubicBezTo>
                      <a:pt x="461183" y="16348"/>
                      <a:pt x="460004" y="16937"/>
                      <a:pt x="458622" y="1693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1" name="Freeform: Shape 290">
                <a:extLst>
                  <a:ext uri="{FF2B5EF4-FFF2-40B4-BE49-F238E27FC236}">
                    <a16:creationId xmlns:a16="http://schemas.microsoft.com/office/drawing/2014/main" id="{C994A72E-1969-427E-8B82-92AB97959E1E}"/>
                  </a:ext>
                </a:extLst>
              </p:cNvPr>
              <p:cNvSpPr/>
              <p:nvPr/>
            </p:nvSpPr>
            <p:spPr>
              <a:xfrm>
                <a:off x="11679529" y="5739473"/>
                <a:ext cx="512470" cy="4278"/>
              </a:xfrm>
              <a:custGeom>
                <a:avLst/>
                <a:gdLst>
                  <a:gd name="connsiteX0" fmla="*/ 512471 w 512470"/>
                  <a:gd name="connsiteY0" fmla="*/ 1331 h 4278"/>
                  <a:gd name="connsiteX1" fmla="*/ 2561 w 512470"/>
                  <a:gd name="connsiteY1" fmla="*/ 0 h 4278"/>
                  <a:gd name="connsiteX2" fmla="*/ 2561 w 512470"/>
                  <a:gd name="connsiteY2" fmla="*/ 0 h 4278"/>
                  <a:gd name="connsiteX3" fmla="*/ 0 w 512470"/>
                  <a:gd name="connsiteY3" fmla="*/ 1441 h 4278"/>
                  <a:gd name="connsiteX4" fmla="*/ 2479 w 512470"/>
                  <a:gd name="connsiteY4" fmla="*/ 2837 h 4278"/>
                  <a:gd name="connsiteX5" fmla="*/ 185847 w 512470"/>
                  <a:gd name="connsiteY5" fmla="*/ 3536 h 4278"/>
                  <a:gd name="connsiteX6" fmla="*/ 512471 w 512470"/>
                  <a:gd name="connsiteY6" fmla="*/ 4278 h 4278"/>
                  <a:gd name="connsiteX7" fmla="*/ 512471 w 512470"/>
                  <a:gd name="connsiteY7" fmla="*/ 1353 h 4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2470" h="4278">
                    <a:moveTo>
                      <a:pt x="512471" y="1331"/>
                    </a:moveTo>
                    <a:lnTo>
                      <a:pt x="2561" y="0"/>
                    </a:lnTo>
                    <a:lnTo>
                      <a:pt x="2561" y="0"/>
                    </a:lnTo>
                    <a:cubicBezTo>
                      <a:pt x="1179" y="0"/>
                      <a:pt x="0" y="633"/>
                      <a:pt x="0" y="1441"/>
                    </a:cubicBezTo>
                    <a:cubicBezTo>
                      <a:pt x="0" y="2183"/>
                      <a:pt x="1097" y="2837"/>
                      <a:pt x="2479" y="2837"/>
                    </a:cubicBezTo>
                    <a:lnTo>
                      <a:pt x="185847" y="3536"/>
                    </a:lnTo>
                    <a:lnTo>
                      <a:pt x="512471" y="4278"/>
                    </a:lnTo>
                    <a:lnTo>
                      <a:pt x="512471" y="135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2" name="Freeform: Shape 291">
                <a:extLst>
                  <a:ext uri="{FF2B5EF4-FFF2-40B4-BE49-F238E27FC236}">
                    <a16:creationId xmlns:a16="http://schemas.microsoft.com/office/drawing/2014/main" id="{68729BF2-312D-4752-BE10-B7B50C90169D}"/>
                  </a:ext>
                </a:extLst>
              </p:cNvPr>
              <p:cNvSpPr/>
              <p:nvPr/>
            </p:nvSpPr>
            <p:spPr>
              <a:xfrm>
                <a:off x="11496239" y="5738728"/>
                <a:ext cx="189914" cy="8842"/>
              </a:xfrm>
              <a:custGeom>
                <a:avLst/>
                <a:gdLst>
                  <a:gd name="connsiteX0" fmla="*/ 187354 w 189914"/>
                  <a:gd name="connsiteY0" fmla="*/ 8842 h 8842"/>
                  <a:gd name="connsiteX1" fmla="*/ 187354 w 189914"/>
                  <a:gd name="connsiteY1" fmla="*/ 8842 h 8842"/>
                  <a:gd name="connsiteX2" fmla="*/ 125541 w 189914"/>
                  <a:gd name="connsiteY2" fmla="*/ 8471 h 8842"/>
                  <a:gd name="connsiteX3" fmla="*/ 2401 w 189914"/>
                  <a:gd name="connsiteY3" fmla="*/ 2774 h 8842"/>
                  <a:gd name="connsiteX4" fmla="*/ 4 w 189914"/>
                  <a:gd name="connsiteY4" fmla="*/ 1290 h 8842"/>
                  <a:gd name="connsiteX5" fmla="*/ 2767 w 189914"/>
                  <a:gd name="connsiteY5" fmla="*/ 3 h 8842"/>
                  <a:gd name="connsiteX6" fmla="*/ 125703 w 189914"/>
                  <a:gd name="connsiteY6" fmla="*/ 5656 h 8842"/>
                  <a:gd name="connsiteX7" fmla="*/ 187313 w 189914"/>
                  <a:gd name="connsiteY7" fmla="*/ 6027 h 8842"/>
                  <a:gd name="connsiteX8" fmla="*/ 189915 w 189914"/>
                  <a:gd name="connsiteY8" fmla="*/ 7467 h 8842"/>
                  <a:gd name="connsiteX9" fmla="*/ 187313 w 189914"/>
                  <a:gd name="connsiteY9" fmla="*/ 8842 h 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914" h="8842">
                    <a:moveTo>
                      <a:pt x="187354" y="8842"/>
                    </a:moveTo>
                    <a:lnTo>
                      <a:pt x="187354" y="8842"/>
                    </a:lnTo>
                    <a:lnTo>
                      <a:pt x="125541" y="8471"/>
                    </a:lnTo>
                    <a:lnTo>
                      <a:pt x="2401" y="2774"/>
                    </a:lnTo>
                    <a:cubicBezTo>
                      <a:pt x="1020" y="2709"/>
                      <a:pt x="-77" y="2032"/>
                      <a:pt x="4" y="1290"/>
                    </a:cubicBezTo>
                    <a:cubicBezTo>
                      <a:pt x="208" y="483"/>
                      <a:pt x="1385" y="-41"/>
                      <a:pt x="2767" y="3"/>
                    </a:cubicBezTo>
                    <a:lnTo>
                      <a:pt x="125703" y="5656"/>
                    </a:lnTo>
                    <a:lnTo>
                      <a:pt x="187313" y="6027"/>
                    </a:lnTo>
                    <a:cubicBezTo>
                      <a:pt x="188695" y="6027"/>
                      <a:pt x="189915" y="6660"/>
                      <a:pt x="189915" y="7467"/>
                    </a:cubicBezTo>
                    <a:cubicBezTo>
                      <a:pt x="189793" y="8209"/>
                      <a:pt x="188736" y="8842"/>
                      <a:pt x="187313" y="884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3" name="Freeform: Shape 292">
                <a:extLst>
                  <a:ext uri="{FF2B5EF4-FFF2-40B4-BE49-F238E27FC236}">
                    <a16:creationId xmlns:a16="http://schemas.microsoft.com/office/drawing/2014/main" id="{55BE849F-1ECF-483D-97E5-FF177E08BD80}"/>
                  </a:ext>
                </a:extLst>
              </p:cNvPr>
              <p:cNvSpPr/>
              <p:nvPr/>
            </p:nvSpPr>
            <p:spPr>
              <a:xfrm>
                <a:off x="11374160" y="5738119"/>
                <a:ext cx="313577" cy="14296"/>
              </a:xfrm>
              <a:custGeom>
                <a:avLst/>
                <a:gdLst>
                  <a:gd name="connsiteX0" fmla="*/ 310937 w 313577"/>
                  <a:gd name="connsiteY0" fmla="*/ 14296 h 14296"/>
                  <a:gd name="connsiteX1" fmla="*/ 310937 w 313577"/>
                  <a:gd name="connsiteY1" fmla="*/ 14296 h 14296"/>
                  <a:gd name="connsiteX2" fmla="*/ 248432 w 313577"/>
                  <a:gd name="connsiteY2" fmla="*/ 13816 h 14296"/>
                  <a:gd name="connsiteX3" fmla="*/ 185725 w 313577"/>
                  <a:gd name="connsiteY3" fmla="*/ 11001 h 14296"/>
                  <a:gd name="connsiteX4" fmla="*/ 124033 w 313577"/>
                  <a:gd name="connsiteY4" fmla="*/ 5871 h 14296"/>
                  <a:gd name="connsiteX5" fmla="*/ 63520 w 313577"/>
                  <a:gd name="connsiteY5" fmla="*/ 3099 h 14296"/>
                  <a:gd name="connsiteX6" fmla="*/ 2601 w 313577"/>
                  <a:gd name="connsiteY6" fmla="*/ 2837 h 14296"/>
                  <a:gd name="connsiteX7" fmla="*/ 0 w 313577"/>
                  <a:gd name="connsiteY7" fmla="*/ 1397 h 14296"/>
                  <a:gd name="connsiteX8" fmla="*/ 2601 w 313577"/>
                  <a:gd name="connsiteY8" fmla="*/ 0 h 14296"/>
                  <a:gd name="connsiteX9" fmla="*/ 2601 w 313577"/>
                  <a:gd name="connsiteY9" fmla="*/ 0 h 14296"/>
                  <a:gd name="connsiteX10" fmla="*/ 63723 w 313577"/>
                  <a:gd name="connsiteY10" fmla="*/ 262 h 14296"/>
                  <a:gd name="connsiteX11" fmla="*/ 124643 w 313577"/>
                  <a:gd name="connsiteY11" fmla="*/ 3078 h 14296"/>
                  <a:gd name="connsiteX12" fmla="*/ 186375 w 313577"/>
                  <a:gd name="connsiteY12" fmla="*/ 8207 h 14296"/>
                  <a:gd name="connsiteX13" fmla="*/ 248676 w 313577"/>
                  <a:gd name="connsiteY13" fmla="*/ 10979 h 14296"/>
                  <a:gd name="connsiteX14" fmla="*/ 311099 w 313577"/>
                  <a:gd name="connsiteY14" fmla="*/ 11459 h 14296"/>
                  <a:gd name="connsiteX15" fmla="*/ 313578 w 313577"/>
                  <a:gd name="connsiteY15" fmla="*/ 12899 h 14296"/>
                  <a:gd name="connsiteX16" fmla="*/ 311018 w 313577"/>
                  <a:gd name="connsiteY16" fmla="*/ 14275 h 1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3577" h="14296">
                    <a:moveTo>
                      <a:pt x="310937" y="14296"/>
                    </a:moveTo>
                    <a:lnTo>
                      <a:pt x="310937" y="14296"/>
                    </a:lnTo>
                    <a:lnTo>
                      <a:pt x="248432" y="13816"/>
                    </a:lnTo>
                    <a:lnTo>
                      <a:pt x="185725" y="11001"/>
                    </a:lnTo>
                    <a:lnTo>
                      <a:pt x="124033" y="5871"/>
                    </a:lnTo>
                    <a:lnTo>
                      <a:pt x="63520" y="3099"/>
                    </a:lnTo>
                    <a:lnTo>
                      <a:pt x="2601" y="2837"/>
                    </a:lnTo>
                    <a:cubicBezTo>
                      <a:pt x="1219" y="2837"/>
                      <a:pt x="0" y="2183"/>
                      <a:pt x="0" y="1397"/>
                    </a:cubicBezTo>
                    <a:cubicBezTo>
                      <a:pt x="122" y="589"/>
                      <a:pt x="1179" y="0"/>
                      <a:pt x="2601" y="0"/>
                    </a:cubicBezTo>
                    <a:lnTo>
                      <a:pt x="2601" y="0"/>
                    </a:lnTo>
                    <a:lnTo>
                      <a:pt x="63723" y="262"/>
                    </a:lnTo>
                    <a:lnTo>
                      <a:pt x="124643" y="3078"/>
                    </a:lnTo>
                    <a:lnTo>
                      <a:pt x="186375" y="8207"/>
                    </a:lnTo>
                    <a:lnTo>
                      <a:pt x="248676" y="10979"/>
                    </a:lnTo>
                    <a:lnTo>
                      <a:pt x="311099" y="11459"/>
                    </a:lnTo>
                    <a:cubicBezTo>
                      <a:pt x="312481" y="11503"/>
                      <a:pt x="313578" y="12157"/>
                      <a:pt x="313578" y="12899"/>
                    </a:cubicBezTo>
                    <a:cubicBezTo>
                      <a:pt x="313578" y="13707"/>
                      <a:pt x="312399" y="14275"/>
                      <a:pt x="311018" y="142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4" name="Freeform: Shape 293">
                <a:extLst>
                  <a:ext uri="{FF2B5EF4-FFF2-40B4-BE49-F238E27FC236}">
                    <a16:creationId xmlns:a16="http://schemas.microsoft.com/office/drawing/2014/main" id="{8EA0ED54-E9F5-460C-8B9F-D002DC3F1BB2}"/>
                  </a:ext>
                </a:extLst>
              </p:cNvPr>
              <p:cNvSpPr/>
              <p:nvPr/>
            </p:nvSpPr>
            <p:spPr>
              <a:xfrm>
                <a:off x="5472957" y="5476865"/>
                <a:ext cx="6719042" cy="1231444"/>
              </a:xfrm>
              <a:custGeom>
                <a:avLst/>
                <a:gdLst>
                  <a:gd name="connsiteX0" fmla="*/ 6719042 w 6719042"/>
                  <a:gd name="connsiteY0" fmla="*/ 1228541 h 1231444"/>
                  <a:gd name="connsiteX1" fmla="*/ 6689985 w 6719042"/>
                  <a:gd name="connsiteY1" fmla="*/ 1221120 h 1231444"/>
                  <a:gd name="connsiteX2" fmla="*/ 6625896 w 6719042"/>
                  <a:gd name="connsiteY2" fmla="*/ 1204226 h 1231444"/>
                  <a:gd name="connsiteX3" fmla="*/ 6563066 w 6719042"/>
                  <a:gd name="connsiteY3" fmla="*/ 1187115 h 1231444"/>
                  <a:gd name="connsiteX4" fmla="*/ 6501252 w 6719042"/>
                  <a:gd name="connsiteY4" fmla="*/ 1169588 h 1231444"/>
                  <a:gd name="connsiteX5" fmla="*/ 6440943 w 6719042"/>
                  <a:gd name="connsiteY5" fmla="*/ 1156579 h 1231444"/>
                  <a:gd name="connsiteX6" fmla="*/ 6324753 w 6719042"/>
                  <a:gd name="connsiteY6" fmla="*/ 1139314 h 1231444"/>
                  <a:gd name="connsiteX7" fmla="*/ 6324144 w 6719042"/>
                  <a:gd name="connsiteY7" fmla="*/ 1139249 h 1231444"/>
                  <a:gd name="connsiteX8" fmla="*/ 6160649 w 6719042"/>
                  <a:gd name="connsiteY8" fmla="*/ 1138921 h 1231444"/>
                  <a:gd name="connsiteX9" fmla="*/ 5997438 w 6719042"/>
                  <a:gd name="connsiteY9" fmla="*/ 1141213 h 1231444"/>
                  <a:gd name="connsiteX10" fmla="*/ 5834106 w 6719042"/>
                  <a:gd name="connsiteY10" fmla="*/ 1141693 h 1231444"/>
                  <a:gd name="connsiteX11" fmla="*/ 5671384 w 6719042"/>
                  <a:gd name="connsiteY11" fmla="*/ 1142501 h 1231444"/>
                  <a:gd name="connsiteX12" fmla="*/ 5622290 w 6719042"/>
                  <a:gd name="connsiteY12" fmla="*/ 1133596 h 1231444"/>
                  <a:gd name="connsiteX13" fmla="*/ 5621518 w 6719042"/>
                  <a:gd name="connsiteY13" fmla="*/ 1133530 h 1231444"/>
                  <a:gd name="connsiteX14" fmla="*/ 5138309 w 6719042"/>
                  <a:gd name="connsiteY14" fmla="*/ 1132308 h 1231444"/>
                  <a:gd name="connsiteX15" fmla="*/ 4467302 w 6719042"/>
                  <a:gd name="connsiteY15" fmla="*/ 914785 h 1231444"/>
                  <a:gd name="connsiteX16" fmla="*/ 3757484 w 6719042"/>
                  <a:gd name="connsiteY16" fmla="*/ 684580 h 1231444"/>
                  <a:gd name="connsiteX17" fmla="*/ 3756183 w 6719042"/>
                  <a:gd name="connsiteY17" fmla="*/ 684362 h 1231444"/>
                  <a:gd name="connsiteX18" fmla="*/ 3429438 w 6719042"/>
                  <a:gd name="connsiteY18" fmla="*/ 683947 h 1231444"/>
                  <a:gd name="connsiteX19" fmla="*/ 2943952 w 6719042"/>
                  <a:gd name="connsiteY19" fmla="*/ 506869 h 1231444"/>
                  <a:gd name="connsiteX20" fmla="*/ 2942570 w 6719042"/>
                  <a:gd name="connsiteY20" fmla="*/ 506650 h 1231444"/>
                  <a:gd name="connsiteX21" fmla="*/ 2588149 w 6719042"/>
                  <a:gd name="connsiteY21" fmla="*/ 506126 h 1231444"/>
                  <a:gd name="connsiteX22" fmla="*/ 2420265 w 6719042"/>
                  <a:gd name="connsiteY22" fmla="*/ 510273 h 1231444"/>
                  <a:gd name="connsiteX23" fmla="*/ 2243359 w 6719042"/>
                  <a:gd name="connsiteY23" fmla="*/ 510012 h 1231444"/>
                  <a:gd name="connsiteX24" fmla="*/ 2236125 w 6719042"/>
                  <a:gd name="connsiteY24" fmla="*/ 506061 h 1231444"/>
                  <a:gd name="connsiteX25" fmla="*/ 2234337 w 6719042"/>
                  <a:gd name="connsiteY25" fmla="*/ 505624 h 1231444"/>
                  <a:gd name="connsiteX26" fmla="*/ 2147042 w 6719042"/>
                  <a:gd name="connsiteY26" fmla="*/ 505515 h 1231444"/>
                  <a:gd name="connsiteX27" fmla="*/ 2111726 w 6719042"/>
                  <a:gd name="connsiteY27" fmla="*/ 484889 h 1231444"/>
                  <a:gd name="connsiteX28" fmla="*/ 2105102 w 6719042"/>
                  <a:gd name="connsiteY28" fmla="*/ 480000 h 1231444"/>
                  <a:gd name="connsiteX29" fmla="*/ 2098071 w 6719042"/>
                  <a:gd name="connsiteY29" fmla="*/ 459047 h 1231444"/>
                  <a:gd name="connsiteX30" fmla="*/ 2091243 w 6719042"/>
                  <a:gd name="connsiteY30" fmla="*/ 448177 h 1231444"/>
                  <a:gd name="connsiteX31" fmla="*/ 2070801 w 6719042"/>
                  <a:gd name="connsiteY31" fmla="*/ 401970 h 1231444"/>
                  <a:gd name="connsiteX32" fmla="*/ 2064055 w 6719042"/>
                  <a:gd name="connsiteY32" fmla="*/ 388481 h 1231444"/>
                  <a:gd name="connsiteX33" fmla="*/ 2057593 w 6719042"/>
                  <a:gd name="connsiteY33" fmla="*/ 378616 h 1231444"/>
                  <a:gd name="connsiteX34" fmla="*/ 2051172 w 6719042"/>
                  <a:gd name="connsiteY34" fmla="*/ 364276 h 1231444"/>
                  <a:gd name="connsiteX35" fmla="*/ 2044630 w 6719042"/>
                  <a:gd name="connsiteY35" fmla="*/ 345854 h 1231444"/>
                  <a:gd name="connsiteX36" fmla="*/ 2038289 w 6719042"/>
                  <a:gd name="connsiteY36" fmla="*/ 325337 h 1231444"/>
                  <a:gd name="connsiteX37" fmla="*/ 2032722 w 6719042"/>
                  <a:gd name="connsiteY37" fmla="*/ 301634 h 1231444"/>
                  <a:gd name="connsiteX38" fmla="*/ 2027479 w 6719042"/>
                  <a:gd name="connsiteY38" fmla="*/ 274721 h 1231444"/>
                  <a:gd name="connsiteX39" fmla="*/ 2006062 w 6719042"/>
                  <a:gd name="connsiteY39" fmla="*/ 144592 h 1231444"/>
                  <a:gd name="connsiteX40" fmla="*/ 2000128 w 6719042"/>
                  <a:gd name="connsiteY40" fmla="*/ 120932 h 1231444"/>
                  <a:gd name="connsiteX41" fmla="*/ 1994276 w 6719042"/>
                  <a:gd name="connsiteY41" fmla="*/ 111503 h 1231444"/>
                  <a:gd name="connsiteX42" fmla="*/ 1988018 w 6719042"/>
                  <a:gd name="connsiteY42" fmla="*/ 100633 h 1231444"/>
                  <a:gd name="connsiteX43" fmla="*/ 1986351 w 6719042"/>
                  <a:gd name="connsiteY43" fmla="*/ 99716 h 1231444"/>
                  <a:gd name="connsiteX44" fmla="*/ 1911940 w 6719042"/>
                  <a:gd name="connsiteY44" fmla="*/ 87886 h 1231444"/>
                  <a:gd name="connsiteX45" fmla="*/ 1838625 w 6719042"/>
                  <a:gd name="connsiteY45" fmla="*/ 83783 h 1231444"/>
                  <a:gd name="connsiteX46" fmla="*/ 1765514 w 6719042"/>
                  <a:gd name="connsiteY46" fmla="*/ 84045 h 1231444"/>
                  <a:gd name="connsiteX47" fmla="*/ 1692402 w 6719042"/>
                  <a:gd name="connsiteY47" fmla="*/ 91400 h 1231444"/>
                  <a:gd name="connsiteX48" fmla="*/ 1617910 w 6719042"/>
                  <a:gd name="connsiteY48" fmla="*/ 102314 h 1231444"/>
                  <a:gd name="connsiteX49" fmla="*/ 1541710 w 6719042"/>
                  <a:gd name="connsiteY49" fmla="*/ 119251 h 1231444"/>
                  <a:gd name="connsiteX50" fmla="*/ 1464412 w 6719042"/>
                  <a:gd name="connsiteY50" fmla="*/ 140837 h 1231444"/>
                  <a:gd name="connsiteX51" fmla="*/ 1385448 w 6719042"/>
                  <a:gd name="connsiteY51" fmla="*/ 157251 h 1231444"/>
                  <a:gd name="connsiteX52" fmla="*/ 1305469 w 6719042"/>
                  <a:gd name="connsiteY52" fmla="*/ 169867 h 1231444"/>
                  <a:gd name="connsiteX53" fmla="*/ 1226709 w 6719042"/>
                  <a:gd name="connsiteY53" fmla="*/ 177484 h 1231444"/>
                  <a:gd name="connsiteX54" fmla="*/ 1150305 w 6719042"/>
                  <a:gd name="connsiteY54" fmla="*/ 175345 h 1231444"/>
                  <a:gd name="connsiteX55" fmla="*/ 1076300 w 6719042"/>
                  <a:gd name="connsiteY55" fmla="*/ 167990 h 1231444"/>
                  <a:gd name="connsiteX56" fmla="*/ 1003879 w 6719042"/>
                  <a:gd name="connsiteY56" fmla="*/ 154501 h 1231444"/>
                  <a:gd name="connsiteX57" fmla="*/ 934710 w 6719042"/>
                  <a:gd name="connsiteY57" fmla="*/ 151467 h 1231444"/>
                  <a:gd name="connsiteX58" fmla="*/ 866557 w 6719042"/>
                  <a:gd name="connsiteY58" fmla="*/ 143806 h 1231444"/>
                  <a:gd name="connsiteX59" fmla="*/ 798200 w 6719042"/>
                  <a:gd name="connsiteY59" fmla="*/ 131016 h 1231444"/>
                  <a:gd name="connsiteX60" fmla="*/ 727243 w 6719042"/>
                  <a:gd name="connsiteY60" fmla="*/ 119622 h 1231444"/>
                  <a:gd name="connsiteX61" fmla="*/ 652790 w 6719042"/>
                  <a:gd name="connsiteY61" fmla="*/ 108272 h 1231444"/>
                  <a:gd name="connsiteX62" fmla="*/ 573339 w 6719042"/>
                  <a:gd name="connsiteY62" fmla="*/ 92077 h 1231444"/>
                  <a:gd name="connsiteX63" fmla="*/ 500512 w 6719042"/>
                  <a:gd name="connsiteY63" fmla="*/ 79068 h 1231444"/>
                  <a:gd name="connsiteX64" fmla="*/ 400741 w 6719042"/>
                  <a:gd name="connsiteY64" fmla="*/ 60581 h 1231444"/>
                  <a:gd name="connsiteX65" fmla="*/ 311333 w 6719042"/>
                  <a:gd name="connsiteY65" fmla="*/ 47267 h 1231444"/>
                  <a:gd name="connsiteX66" fmla="*/ 224770 w 6719042"/>
                  <a:gd name="connsiteY66" fmla="*/ 40392 h 1231444"/>
                  <a:gd name="connsiteX67" fmla="*/ 140483 w 6719042"/>
                  <a:gd name="connsiteY67" fmla="*/ 28343 h 1231444"/>
                  <a:gd name="connsiteX68" fmla="*/ 99843 w 6719042"/>
                  <a:gd name="connsiteY68" fmla="*/ 19984 h 1231444"/>
                  <a:gd name="connsiteX69" fmla="*/ 60422 w 6719042"/>
                  <a:gd name="connsiteY69" fmla="*/ 9485 h 1231444"/>
                  <a:gd name="connsiteX70" fmla="*/ 3241 w 6719042"/>
                  <a:gd name="connsiteY70" fmla="*/ 56 h 1231444"/>
                  <a:gd name="connsiteX71" fmla="*/ 112 w 6719042"/>
                  <a:gd name="connsiteY71" fmla="*/ 1017 h 1231444"/>
                  <a:gd name="connsiteX72" fmla="*/ 1778 w 6719042"/>
                  <a:gd name="connsiteY72" fmla="*/ 2785 h 1231444"/>
                  <a:gd name="connsiteX73" fmla="*/ 58593 w 6719042"/>
                  <a:gd name="connsiteY73" fmla="*/ 12170 h 1231444"/>
                  <a:gd name="connsiteX74" fmla="*/ 97892 w 6719042"/>
                  <a:gd name="connsiteY74" fmla="*/ 22603 h 1231444"/>
                  <a:gd name="connsiteX75" fmla="*/ 139020 w 6719042"/>
                  <a:gd name="connsiteY75" fmla="*/ 31028 h 1231444"/>
                  <a:gd name="connsiteX76" fmla="*/ 223795 w 6719042"/>
                  <a:gd name="connsiteY76" fmla="*/ 43186 h 1231444"/>
                  <a:gd name="connsiteX77" fmla="*/ 310358 w 6719042"/>
                  <a:gd name="connsiteY77" fmla="*/ 50061 h 1231444"/>
                  <a:gd name="connsiteX78" fmla="*/ 399238 w 6719042"/>
                  <a:gd name="connsiteY78" fmla="*/ 63331 h 1231444"/>
                  <a:gd name="connsiteX79" fmla="*/ 487426 w 6719042"/>
                  <a:gd name="connsiteY79" fmla="*/ 79680 h 1231444"/>
                  <a:gd name="connsiteX80" fmla="*/ 571592 w 6719042"/>
                  <a:gd name="connsiteY80" fmla="*/ 94762 h 1231444"/>
                  <a:gd name="connsiteX81" fmla="*/ 651206 w 6719042"/>
                  <a:gd name="connsiteY81" fmla="*/ 110957 h 1231444"/>
                  <a:gd name="connsiteX82" fmla="*/ 725821 w 6719042"/>
                  <a:gd name="connsiteY82" fmla="*/ 122350 h 1231444"/>
                  <a:gd name="connsiteX83" fmla="*/ 796575 w 6719042"/>
                  <a:gd name="connsiteY83" fmla="*/ 133700 h 1231444"/>
                  <a:gd name="connsiteX84" fmla="*/ 865216 w 6719042"/>
                  <a:gd name="connsiteY84" fmla="*/ 146534 h 1231444"/>
                  <a:gd name="connsiteX85" fmla="*/ 933857 w 6719042"/>
                  <a:gd name="connsiteY85" fmla="*/ 154304 h 1231444"/>
                  <a:gd name="connsiteX86" fmla="*/ 1002823 w 6719042"/>
                  <a:gd name="connsiteY86" fmla="*/ 157295 h 1231444"/>
                  <a:gd name="connsiteX87" fmla="*/ 1074959 w 6719042"/>
                  <a:gd name="connsiteY87" fmla="*/ 170718 h 1231444"/>
                  <a:gd name="connsiteX88" fmla="*/ 1149655 w 6719042"/>
                  <a:gd name="connsiteY88" fmla="*/ 178183 h 1231444"/>
                  <a:gd name="connsiteX89" fmla="*/ 1227034 w 6719042"/>
                  <a:gd name="connsiteY89" fmla="*/ 180322 h 1231444"/>
                  <a:gd name="connsiteX90" fmla="*/ 1306485 w 6719042"/>
                  <a:gd name="connsiteY90" fmla="*/ 172639 h 1231444"/>
                  <a:gd name="connsiteX91" fmla="*/ 1386952 w 6719042"/>
                  <a:gd name="connsiteY91" fmla="*/ 159892 h 1231444"/>
                  <a:gd name="connsiteX92" fmla="*/ 1466403 w 6719042"/>
                  <a:gd name="connsiteY92" fmla="*/ 143369 h 1231444"/>
                  <a:gd name="connsiteX93" fmla="*/ 1543701 w 6719042"/>
                  <a:gd name="connsiteY93" fmla="*/ 121783 h 1231444"/>
                  <a:gd name="connsiteX94" fmla="*/ 1619413 w 6719042"/>
                  <a:gd name="connsiteY94" fmla="*/ 104933 h 1231444"/>
                  <a:gd name="connsiteX95" fmla="*/ 1693418 w 6719042"/>
                  <a:gd name="connsiteY95" fmla="*/ 94107 h 1231444"/>
                  <a:gd name="connsiteX96" fmla="*/ 1765961 w 6719042"/>
                  <a:gd name="connsiteY96" fmla="*/ 86751 h 1231444"/>
                  <a:gd name="connsiteX97" fmla="*/ 1838382 w 6719042"/>
                  <a:gd name="connsiteY97" fmla="*/ 86533 h 1231444"/>
                  <a:gd name="connsiteX98" fmla="*/ 1910924 w 6719042"/>
                  <a:gd name="connsiteY98" fmla="*/ 90571 h 1231444"/>
                  <a:gd name="connsiteX99" fmla="*/ 1983629 w 6719042"/>
                  <a:gd name="connsiteY99" fmla="*/ 102139 h 1231444"/>
                  <a:gd name="connsiteX100" fmla="*/ 1989399 w 6719042"/>
                  <a:gd name="connsiteY100" fmla="*/ 112267 h 1231444"/>
                  <a:gd name="connsiteX101" fmla="*/ 1995130 w 6719042"/>
                  <a:gd name="connsiteY101" fmla="*/ 121477 h 1231444"/>
                  <a:gd name="connsiteX102" fmla="*/ 2000982 w 6719042"/>
                  <a:gd name="connsiteY102" fmla="*/ 144810 h 1231444"/>
                  <a:gd name="connsiteX103" fmla="*/ 2012077 w 6719042"/>
                  <a:gd name="connsiteY103" fmla="*/ 214131 h 1231444"/>
                  <a:gd name="connsiteX104" fmla="*/ 2022399 w 6719042"/>
                  <a:gd name="connsiteY104" fmla="*/ 274874 h 1231444"/>
                  <a:gd name="connsiteX105" fmla="*/ 2027642 w 6719042"/>
                  <a:gd name="connsiteY105" fmla="*/ 301830 h 1231444"/>
                  <a:gd name="connsiteX106" fmla="*/ 2033291 w 6719042"/>
                  <a:gd name="connsiteY106" fmla="*/ 325643 h 1231444"/>
                  <a:gd name="connsiteX107" fmla="*/ 2039630 w 6719042"/>
                  <a:gd name="connsiteY107" fmla="*/ 346269 h 1231444"/>
                  <a:gd name="connsiteX108" fmla="*/ 2046174 w 6719042"/>
                  <a:gd name="connsiteY108" fmla="*/ 364821 h 1231444"/>
                  <a:gd name="connsiteX109" fmla="*/ 2052717 w 6719042"/>
                  <a:gd name="connsiteY109" fmla="*/ 379314 h 1231444"/>
                  <a:gd name="connsiteX110" fmla="*/ 2059178 w 6719042"/>
                  <a:gd name="connsiteY110" fmla="*/ 389223 h 1231444"/>
                  <a:gd name="connsiteX111" fmla="*/ 2065803 w 6719042"/>
                  <a:gd name="connsiteY111" fmla="*/ 402603 h 1231444"/>
                  <a:gd name="connsiteX112" fmla="*/ 2079417 w 6719042"/>
                  <a:gd name="connsiteY112" fmla="*/ 432615 h 1231444"/>
                  <a:gd name="connsiteX113" fmla="*/ 2086366 w 6719042"/>
                  <a:gd name="connsiteY113" fmla="*/ 448854 h 1231444"/>
                  <a:gd name="connsiteX114" fmla="*/ 2093113 w 6719042"/>
                  <a:gd name="connsiteY114" fmla="*/ 459614 h 1231444"/>
                  <a:gd name="connsiteX115" fmla="*/ 2100265 w 6719042"/>
                  <a:gd name="connsiteY115" fmla="*/ 480720 h 1231444"/>
                  <a:gd name="connsiteX116" fmla="*/ 2100753 w 6719042"/>
                  <a:gd name="connsiteY116" fmla="*/ 481310 h 1231444"/>
                  <a:gd name="connsiteX117" fmla="*/ 2107906 w 6719042"/>
                  <a:gd name="connsiteY117" fmla="*/ 486592 h 1231444"/>
                  <a:gd name="connsiteX118" fmla="*/ 2144116 w 6719042"/>
                  <a:gd name="connsiteY118" fmla="*/ 507742 h 1231444"/>
                  <a:gd name="connsiteX119" fmla="*/ 2145985 w 6719042"/>
                  <a:gd name="connsiteY119" fmla="*/ 508222 h 1231444"/>
                  <a:gd name="connsiteX120" fmla="*/ 2233280 w 6719042"/>
                  <a:gd name="connsiteY120" fmla="*/ 508331 h 1231444"/>
                  <a:gd name="connsiteX121" fmla="*/ 2240636 w 6719042"/>
                  <a:gd name="connsiteY121" fmla="*/ 512325 h 1231444"/>
                  <a:gd name="connsiteX122" fmla="*/ 2242424 w 6719042"/>
                  <a:gd name="connsiteY122" fmla="*/ 512696 h 1231444"/>
                  <a:gd name="connsiteX123" fmla="*/ 2420428 w 6719042"/>
                  <a:gd name="connsiteY123" fmla="*/ 512958 h 1231444"/>
                  <a:gd name="connsiteX124" fmla="*/ 2588311 w 6719042"/>
                  <a:gd name="connsiteY124" fmla="*/ 508789 h 1231444"/>
                  <a:gd name="connsiteX125" fmla="*/ 2941920 w 6719042"/>
                  <a:gd name="connsiteY125" fmla="*/ 509269 h 1231444"/>
                  <a:gd name="connsiteX126" fmla="*/ 3427324 w 6719042"/>
                  <a:gd name="connsiteY126" fmla="*/ 686348 h 1231444"/>
                  <a:gd name="connsiteX127" fmla="*/ 3428706 w 6719042"/>
                  <a:gd name="connsiteY127" fmla="*/ 686610 h 1231444"/>
                  <a:gd name="connsiteX128" fmla="*/ 3755533 w 6719042"/>
                  <a:gd name="connsiteY128" fmla="*/ 687025 h 1231444"/>
                  <a:gd name="connsiteX129" fmla="*/ 5136358 w 6719042"/>
                  <a:gd name="connsiteY129" fmla="*/ 1134753 h 1231444"/>
                  <a:gd name="connsiteX130" fmla="*/ 5137658 w 6719042"/>
                  <a:gd name="connsiteY130" fmla="*/ 1134971 h 1231444"/>
                  <a:gd name="connsiteX131" fmla="*/ 5621153 w 6719042"/>
                  <a:gd name="connsiteY131" fmla="*/ 1136193 h 1231444"/>
                  <a:gd name="connsiteX132" fmla="*/ 5670246 w 6719042"/>
                  <a:gd name="connsiteY132" fmla="*/ 1145098 h 1231444"/>
                  <a:gd name="connsiteX133" fmla="*/ 5671018 w 6719042"/>
                  <a:gd name="connsiteY133" fmla="*/ 1145142 h 1231444"/>
                  <a:gd name="connsiteX134" fmla="*/ 5671018 w 6719042"/>
                  <a:gd name="connsiteY134" fmla="*/ 1145142 h 1231444"/>
                  <a:gd name="connsiteX135" fmla="*/ 5997560 w 6719042"/>
                  <a:gd name="connsiteY135" fmla="*/ 1143876 h 1231444"/>
                  <a:gd name="connsiteX136" fmla="*/ 6160770 w 6719042"/>
                  <a:gd name="connsiteY136" fmla="*/ 1141584 h 1231444"/>
                  <a:gd name="connsiteX137" fmla="*/ 6323778 w 6719042"/>
                  <a:gd name="connsiteY137" fmla="*/ 1141912 h 1231444"/>
                  <a:gd name="connsiteX138" fmla="*/ 6439358 w 6719042"/>
                  <a:gd name="connsiteY138" fmla="*/ 1159067 h 1231444"/>
                  <a:gd name="connsiteX139" fmla="*/ 6499179 w 6719042"/>
                  <a:gd name="connsiteY139" fmla="*/ 1171967 h 1231444"/>
                  <a:gd name="connsiteX140" fmla="*/ 6560790 w 6719042"/>
                  <a:gd name="connsiteY140" fmla="*/ 1189494 h 1231444"/>
                  <a:gd name="connsiteX141" fmla="*/ 6623579 w 6719042"/>
                  <a:gd name="connsiteY141" fmla="*/ 1206606 h 1231444"/>
                  <a:gd name="connsiteX142" fmla="*/ 6687790 w 6719042"/>
                  <a:gd name="connsiteY142" fmla="*/ 1223499 h 1231444"/>
                  <a:gd name="connsiteX143" fmla="*/ 6719042 w 6719042"/>
                  <a:gd name="connsiteY143" fmla="*/ 1231444 h 1231444"/>
                  <a:gd name="connsiteX144" fmla="*/ 6719042 w 6719042"/>
                  <a:gd name="connsiteY144" fmla="*/ 1228345 h 123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6719042" h="1231444">
                    <a:moveTo>
                      <a:pt x="6719042" y="1228541"/>
                    </a:moveTo>
                    <a:lnTo>
                      <a:pt x="6689985" y="1221120"/>
                    </a:lnTo>
                    <a:lnTo>
                      <a:pt x="6625896" y="1204226"/>
                    </a:lnTo>
                    <a:lnTo>
                      <a:pt x="6563066" y="1187115"/>
                    </a:lnTo>
                    <a:lnTo>
                      <a:pt x="6501252" y="1169588"/>
                    </a:lnTo>
                    <a:lnTo>
                      <a:pt x="6440943" y="1156579"/>
                    </a:lnTo>
                    <a:lnTo>
                      <a:pt x="6324753" y="1139314"/>
                    </a:lnTo>
                    <a:cubicBezTo>
                      <a:pt x="6324753" y="1139314"/>
                      <a:pt x="6324346" y="1139249"/>
                      <a:pt x="6324144" y="1139249"/>
                    </a:cubicBezTo>
                    <a:lnTo>
                      <a:pt x="6160649" y="1138921"/>
                    </a:lnTo>
                    <a:lnTo>
                      <a:pt x="5997438" y="1141213"/>
                    </a:lnTo>
                    <a:lnTo>
                      <a:pt x="5834106" y="1141693"/>
                    </a:lnTo>
                    <a:lnTo>
                      <a:pt x="5671384" y="1142501"/>
                    </a:lnTo>
                    <a:lnTo>
                      <a:pt x="5622290" y="1133596"/>
                    </a:lnTo>
                    <a:cubicBezTo>
                      <a:pt x="5622290" y="1133596"/>
                      <a:pt x="5621803" y="1133530"/>
                      <a:pt x="5621518" y="1133530"/>
                    </a:cubicBezTo>
                    <a:lnTo>
                      <a:pt x="5138309" y="1132308"/>
                    </a:lnTo>
                    <a:lnTo>
                      <a:pt x="4467302" y="914785"/>
                    </a:lnTo>
                    <a:lnTo>
                      <a:pt x="3757484" y="684580"/>
                    </a:lnTo>
                    <a:cubicBezTo>
                      <a:pt x="3757077" y="684427"/>
                      <a:pt x="3756590" y="684362"/>
                      <a:pt x="3756183" y="684362"/>
                    </a:cubicBezTo>
                    <a:lnTo>
                      <a:pt x="3429438" y="683947"/>
                    </a:lnTo>
                    <a:lnTo>
                      <a:pt x="2943952" y="506869"/>
                    </a:lnTo>
                    <a:cubicBezTo>
                      <a:pt x="2943545" y="506716"/>
                      <a:pt x="2943058" y="506650"/>
                      <a:pt x="2942570" y="506650"/>
                    </a:cubicBezTo>
                    <a:lnTo>
                      <a:pt x="2588149" y="506126"/>
                    </a:lnTo>
                    <a:lnTo>
                      <a:pt x="2420265" y="510273"/>
                    </a:lnTo>
                    <a:lnTo>
                      <a:pt x="2243359" y="510012"/>
                    </a:lnTo>
                    <a:lnTo>
                      <a:pt x="2236125" y="506061"/>
                    </a:lnTo>
                    <a:cubicBezTo>
                      <a:pt x="2235638" y="505799"/>
                      <a:pt x="2235028" y="505624"/>
                      <a:pt x="2234337" y="505624"/>
                    </a:cubicBezTo>
                    <a:lnTo>
                      <a:pt x="2147042" y="505515"/>
                    </a:lnTo>
                    <a:lnTo>
                      <a:pt x="2111726" y="484889"/>
                    </a:lnTo>
                    <a:lnTo>
                      <a:pt x="2105102" y="480000"/>
                    </a:lnTo>
                    <a:lnTo>
                      <a:pt x="2098071" y="459047"/>
                    </a:lnTo>
                    <a:lnTo>
                      <a:pt x="2091243" y="448177"/>
                    </a:lnTo>
                    <a:lnTo>
                      <a:pt x="2070801" y="401970"/>
                    </a:lnTo>
                    <a:lnTo>
                      <a:pt x="2064055" y="388481"/>
                    </a:lnTo>
                    <a:lnTo>
                      <a:pt x="2057593" y="378616"/>
                    </a:lnTo>
                    <a:lnTo>
                      <a:pt x="2051172" y="364276"/>
                    </a:lnTo>
                    <a:lnTo>
                      <a:pt x="2044630" y="345854"/>
                    </a:lnTo>
                    <a:lnTo>
                      <a:pt x="2038289" y="325337"/>
                    </a:lnTo>
                    <a:lnTo>
                      <a:pt x="2032722" y="301634"/>
                    </a:lnTo>
                    <a:lnTo>
                      <a:pt x="2027479" y="274721"/>
                    </a:lnTo>
                    <a:lnTo>
                      <a:pt x="2006062" y="144592"/>
                    </a:lnTo>
                    <a:lnTo>
                      <a:pt x="2000128" y="120932"/>
                    </a:lnTo>
                    <a:lnTo>
                      <a:pt x="1994276" y="111503"/>
                    </a:lnTo>
                    <a:lnTo>
                      <a:pt x="1988018" y="100633"/>
                    </a:lnTo>
                    <a:cubicBezTo>
                      <a:pt x="1987814" y="100218"/>
                      <a:pt x="1987124" y="99825"/>
                      <a:pt x="1986351" y="99716"/>
                    </a:cubicBezTo>
                    <a:lnTo>
                      <a:pt x="1911940" y="87886"/>
                    </a:lnTo>
                    <a:lnTo>
                      <a:pt x="1838625" y="83783"/>
                    </a:lnTo>
                    <a:lnTo>
                      <a:pt x="1765514" y="84045"/>
                    </a:lnTo>
                    <a:lnTo>
                      <a:pt x="1692402" y="91400"/>
                    </a:lnTo>
                    <a:lnTo>
                      <a:pt x="1617910" y="102314"/>
                    </a:lnTo>
                    <a:lnTo>
                      <a:pt x="1541710" y="119251"/>
                    </a:lnTo>
                    <a:lnTo>
                      <a:pt x="1464412" y="140837"/>
                    </a:lnTo>
                    <a:lnTo>
                      <a:pt x="1385448" y="157251"/>
                    </a:lnTo>
                    <a:lnTo>
                      <a:pt x="1305469" y="169867"/>
                    </a:lnTo>
                    <a:lnTo>
                      <a:pt x="1226709" y="177484"/>
                    </a:lnTo>
                    <a:lnTo>
                      <a:pt x="1150305" y="175345"/>
                    </a:lnTo>
                    <a:lnTo>
                      <a:pt x="1076300" y="167990"/>
                    </a:lnTo>
                    <a:lnTo>
                      <a:pt x="1003879" y="154501"/>
                    </a:lnTo>
                    <a:lnTo>
                      <a:pt x="934710" y="151467"/>
                    </a:lnTo>
                    <a:lnTo>
                      <a:pt x="866557" y="143806"/>
                    </a:lnTo>
                    <a:lnTo>
                      <a:pt x="798200" y="131016"/>
                    </a:lnTo>
                    <a:lnTo>
                      <a:pt x="727243" y="119622"/>
                    </a:lnTo>
                    <a:lnTo>
                      <a:pt x="652790" y="108272"/>
                    </a:lnTo>
                    <a:lnTo>
                      <a:pt x="573339" y="92077"/>
                    </a:lnTo>
                    <a:lnTo>
                      <a:pt x="500512" y="79068"/>
                    </a:lnTo>
                    <a:lnTo>
                      <a:pt x="400741" y="60581"/>
                    </a:lnTo>
                    <a:lnTo>
                      <a:pt x="311333" y="47267"/>
                    </a:lnTo>
                    <a:lnTo>
                      <a:pt x="224770" y="40392"/>
                    </a:lnTo>
                    <a:lnTo>
                      <a:pt x="140483" y="28343"/>
                    </a:lnTo>
                    <a:lnTo>
                      <a:pt x="99843" y="19984"/>
                    </a:lnTo>
                    <a:lnTo>
                      <a:pt x="60422" y="9485"/>
                    </a:lnTo>
                    <a:lnTo>
                      <a:pt x="3241" y="56"/>
                    </a:lnTo>
                    <a:cubicBezTo>
                      <a:pt x="1900" y="-162"/>
                      <a:pt x="518" y="275"/>
                      <a:pt x="112" y="1017"/>
                    </a:cubicBezTo>
                    <a:cubicBezTo>
                      <a:pt x="-294" y="1759"/>
                      <a:pt x="437" y="2523"/>
                      <a:pt x="1778" y="2785"/>
                    </a:cubicBezTo>
                    <a:lnTo>
                      <a:pt x="58593" y="12170"/>
                    </a:lnTo>
                    <a:lnTo>
                      <a:pt x="97892" y="22603"/>
                    </a:lnTo>
                    <a:lnTo>
                      <a:pt x="139020" y="31028"/>
                    </a:lnTo>
                    <a:lnTo>
                      <a:pt x="223795" y="43186"/>
                    </a:lnTo>
                    <a:lnTo>
                      <a:pt x="310358" y="50061"/>
                    </a:lnTo>
                    <a:lnTo>
                      <a:pt x="399238" y="63331"/>
                    </a:lnTo>
                    <a:lnTo>
                      <a:pt x="487426" y="79680"/>
                    </a:lnTo>
                    <a:lnTo>
                      <a:pt x="571592" y="94762"/>
                    </a:lnTo>
                    <a:lnTo>
                      <a:pt x="651206" y="110957"/>
                    </a:lnTo>
                    <a:lnTo>
                      <a:pt x="725821" y="122350"/>
                    </a:lnTo>
                    <a:lnTo>
                      <a:pt x="796575" y="133700"/>
                    </a:lnTo>
                    <a:lnTo>
                      <a:pt x="865216" y="146534"/>
                    </a:lnTo>
                    <a:lnTo>
                      <a:pt x="933857" y="154304"/>
                    </a:lnTo>
                    <a:lnTo>
                      <a:pt x="1002823" y="157295"/>
                    </a:lnTo>
                    <a:lnTo>
                      <a:pt x="1074959" y="170718"/>
                    </a:lnTo>
                    <a:lnTo>
                      <a:pt x="1149655" y="178183"/>
                    </a:lnTo>
                    <a:lnTo>
                      <a:pt x="1227034" y="180322"/>
                    </a:lnTo>
                    <a:lnTo>
                      <a:pt x="1306485" y="172639"/>
                    </a:lnTo>
                    <a:lnTo>
                      <a:pt x="1386952" y="159892"/>
                    </a:lnTo>
                    <a:lnTo>
                      <a:pt x="1466403" y="143369"/>
                    </a:lnTo>
                    <a:lnTo>
                      <a:pt x="1543701" y="121783"/>
                    </a:lnTo>
                    <a:lnTo>
                      <a:pt x="1619413" y="104933"/>
                    </a:lnTo>
                    <a:lnTo>
                      <a:pt x="1693418" y="94107"/>
                    </a:lnTo>
                    <a:lnTo>
                      <a:pt x="1765961" y="86751"/>
                    </a:lnTo>
                    <a:lnTo>
                      <a:pt x="1838382" y="86533"/>
                    </a:lnTo>
                    <a:lnTo>
                      <a:pt x="1910924" y="90571"/>
                    </a:lnTo>
                    <a:lnTo>
                      <a:pt x="1983629" y="102139"/>
                    </a:lnTo>
                    <a:lnTo>
                      <a:pt x="1989399" y="112267"/>
                    </a:lnTo>
                    <a:lnTo>
                      <a:pt x="1995130" y="121477"/>
                    </a:lnTo>
                    <a:lnTo>
                      <a:pt x="2000982" y="144810"/>
                    </a:lnTo>
                    <a:lnTo>
                      <a:pt x="2012077" y="214131"/>
                    </a:lnTo>
                    <a:lnTo>
                      <a:pt x="2022399" y="274874"/>
                    </a:lnTo>
                    <a:lnTo>
                      <a:pt x="2027642" y="301830"/>
                    </a:lnTo>
                    <a:lnTo>
                      <a:pt x="2033291" y="325643"/>
                    </a:lnTo>
                    <a:lnTo>
                      <a:pt x="2039630" y="346269"/>
                    </a:lnTo>
                    <a:lnTo>
                      <a:pt x="2046174" y="364821"/>
                    </a:lnTo>
                    <a:lnTo>
                      <a:pt x="2052717" y="379314"/>
                    </a:lnTo>
                    <a:lnTo>
                      <a:pt x="2059178" y="389223"/>
                    </a:lnTo>
                    <a:lnTo>
                      <a:pt x="2065803" y="402603"/>
                    </a:lnTo>
                    <a:lnTo>
                      <a:pt x="2079417" y="432615"/>
                    </a:lnTo>
                    <a:lnTo>
                      <a:pt x="2086366" y="448854"/>
                    </a:lnTo>
                    <a:lnTo>
                      <a:pt x="2093113" y="459614"/>
                    </a:lnTo>
                    <a:lnTo>
                      <a:pt x="2100265" y="480720"/>
                    </a:lnTo>
                    <a:cubicBezTo>
                      <a:pt x="2100347" y="480939"/>
                      <a:pt x="2100469" y="481091"/>
                      <a:pt x="2100753" y="481310"/>
                    </a:cubicBezTo>
                    <a:lnTo>
                      <a:pt x="2107906" y="486592"/>
                    </a:lnTo>
                    <a:lnTo>
                      <a:pt x="2144116" y="507742"/>
                    </a:lnTo>
                    <a:cubicBezTo>
                      <a:pt x="2144604" y="508069"/>
                      <a:pt x="2145294" y="508222"/>
                      <a:pt x="2145985" y="508222"/>
                    </a:cubicBezTo>
                    <a:lnTo>
                      <a:pt x="2233280" y="508331"/>
                    </a:lnTo>
                    <a:lnTo>
                      <a:pt x="2240636" y="512325"/>
                    </a:lnTo>
                    <a:cubicBezTo>
                      <a:pt x="2241124" y="512543"/>
                      <a:pt x="2241734" y="512696"/>
                      <a:pt x="2242424" y="512696"/>
                    </a:cubicBezTo>
                    <a:lnTo>
                      <a:pt x="2420428" y="512958"/>
                    </a:lnTo>
                    <a:lnTo>
                      <a:pt x="2588311" y="508789"/>
                    </a:lnTo>
                    <a:lnTo>
                      <a:pt x="2941920" y="509269"/>
                    </a:lnTo>
                    <a:lnTo>
                      <a:pt x="3427324" y="686348"/>
                    </a:lnTo>
                    <a:cubicBezTo>
                      <a:pt x="3427730" y="686523"/>
                      <a:pt x="3428218" y="686610"/>
                      <a:pt x="3428706" y="686610"/>
                    </a:cubicBezTo>
                    <a:lnTo>
                      <a:pt x="3755533" y="687025"/>
                    </a:lnTo>
                    <a:lnTo>
                      <a:pt x="5136358" y="1134753"/>
                    </a:lnTo>
                    <a:cubicBezTo>
                      <a:pt x="5136764" y="1134905"/>
                      <a:pt x="5137130" y="1134971"/>
                      <a:pt x="5137658" y="1134971"/>
                    </a:cubicBezTo>
                    <a:lnTo>
                      <a:pt x="5621153" y="1136193"/>
                    </a:lnTo>
                    <a:lnTo>
                      <a:pt x="5670246" y="1145098"/>
                    </a:lnTo>
                    <a:cubicBezTo>
                      <a:pt x="5670530" y="1145142"/>
                      <a:pt x="5670734" y="1145142"/>
                      <a:pt x="5671018" y="1145142"/>
                    </a:cubicBezTo>
                    <a:lnTo>
                      <a:pt x="5671018" y="1145142"/>
                    </a:lnTo>
                    <a:lnTo>
                      <a:pt x="5997560" y="1143876"/>
                    </a:lnTo>
                    <a:lnTo>
                      <a:pt x="6160770" y="1141584"/>
                    </a:lnTo>
                    <a:lnTo>
                      <a:pt x="6323778" y="1141912"/>
                    </a:lnTo>
                    <a:lnTo>
                      <a:pt x="6439358" y="1159067"/>
                    </a:lnTo>
                    <a:lnTo>
                      <a:pt x="6499179" y="1171967"/>
                    </a:lnTo>
                    <a:lnTo>
                      <a:pt x="6560790" y="1189494"/>
                    </a:lnTo>
                    <a:lnTo>
                      <a:pt x="6623579" y="1206606"/>
                    </a:lnTo>
                    <a:lnTo>
                      <a:pt x="6687790" y="1223499"/>
                    </a:lnTo>
                    <a:lnTo>
                      <a:pt x="6719042" y="1231444"/>
                    </a:lnTo>
                    <a:lnTo>
                      <a:pt x="6719042" y="122834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5" name="Freeform: Shape 294">
                <a:extLst>
                  <a:ext uri="{FF2B5EF4-FFF2-40B4-BE49-F238E27FC236}">
                    <a16:creationId xmlns:a16="http://schemas.microsoft.com/office/drawing/2014/main" id="{76875CDD-85E1-4880-A00D-02EA7417B80D}"/>
                  </a:ext>
                </a:extLst>
              </p:cNvPr>
              <p:cNvSpPr/>
              <p:nvPr/>
            </p:nvSpPr>
            <p:spPr>
              <a:xfrm>
                <a:off x="11602964" y="5735522"/>
                <a:ext cx="589035" cy="4212"/>
              </a:xfrm>
              <a:custGeom>
                <a:avLst/>
                <a:gdLst>
                  <a:gd name="connsiteX0" fmla="*/ 589036 w 589035"/>
                  <a:gd name="connsiteY0" fmla="*/ 1375 h 4212"/>
                  <a:gd name="connsiteX1" fmla="*/ 2560 w 589035"/>
                  <a:gd name="connsiteY1" fmla="*/ 0 h 4212"/>
                  <a:gd name="connsiteX2" fmla="*/ 2560 w 589035"/>
                  <a:gd name="connsiteY2" fmla="*/ 0 h 4212"/>
                  <a:gd name="connsiteX3" fmla="*/ 0 w 589035"/>
                  <a:gd name="connsiteY3" fmla="*/ 1375 h 4212"/>
                  <a:gd name="connsiteX4" fmla="*/ 2560 w 589035"/>
                  <a:gd name="connsiteY4" fmla="*/ 2816 h 4212"/>
                  <a:gd name="connsiteX5" fmla="*/ 589036 w 589035"/>
                  <a:gd name="connsiteY5" fmla="*/ 4213 h 4212"/>
                  <a:gd name="connsiteX6" fmla="*/ 589036 w 589035"/>
                  <a:gd name="connsiteY6" fmla="*/ 1375 h 4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035" h="4212">
                    <a:moveTo>
                      <a:pt x="589036" y="1375"/>
                    </a:moveTo>
                    <a:lnTo>
                      <a:pt x="2560" y="0"/>
                    </a:lnTo>
                    <a:lnTo>
                      <a:pt x="2560" y="0"/>
                    </a:lnTo>
                    <a:cubicBezTo>
                      <a:pt x="1179" y="0"/>
                      <a:pt x="0" y="633"/>
                      <a:pt x="0" y="1375"/>
                    </a:cubicBezTo>
                    <a:cubicBezTo>
                      <a:pt x="0" y="2183"/>
                      <a:pt x="1219" y="2816"/>
                      <a:pt x="2560" y="2816"/>
                    </a:cubicBezTo>
                    <a:lnTo>
                      <a:pt x="589036" y="4213"/>
                    </a:lnTo>
                    <a:lnTo>
                      <a:pt x="589036" y="13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6" name="Freeform: Shape 295">
                <a:extLst>
                  <a:ext uri="{FF2B5EF4-FFF2-40B4-BE49-F238E27FC236}">
                    <a16:creationId xmlns:a16="http://schemas.microsoft.com/office/drawing/2014/main" id="{2F56E7F8-522D-448D-B3B1-CC7E9B6D6355}"/>
                  </a:ext>
                </a:extLst>
              </p:cNvPr>
              <p:cNvSpPr/>
              <p:nvPr/>
            </p:nvSpPr>
            <p:spPr>
              <a:xfrm>
                <a:off x="11582603" y="5733601"/>
                <a:ext cx="609396" cy="4147"/>
              </a:xfrm>
              <a:custGeom>
                <a:avLst/>
                <a:gdLst>
                  <a:gd name="connsiteX0" fmla="*/ 609397 w 609396"/>
                  <a:gd name="connsiteY0" fmla="*/ 1331 h 4147"/>
                  <a:gd name="connsiteX1" fmla="*/ 2560 w 609396"/>
                  <a:gd name="connsiteY1" fmla="*/ 0 h 4147"/>
                  <a:gd name="connsiteX2" fmla="*/ 2560 w 609396"/>
                  <a:gd name="connsiteY2" fmla="*/ 0 h 4147"/>
                  <a:gd name="connsiteX3" fmla="*/ 0 w 609396"/>
                  <a:gd name="connsiteY3" fmla="*/ 1441 h 4147"/>
                  <a:gd name="connsiteX4" fmla="*/ 2560 w 609396"/>
                  <a:gd name="connsiteY4" fmla="*/ 2816 h 4147"/>
                  <a:gd name="connsiteX5" fmla="*/ 609397 w 609396"/>
                  <a:gd name="connsiteY5" fmla="*/ 4147 h 4147"/>
                  <a:gd name="connsiteX6" fmla="*/ 609397 w 609396"/>
                  <a:gd name="connsiteY6" fmla="*/ 131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396" h="4147">
                    <a:moveTo>
                      <a:pt x="609397" y="1331"/>
                    </a:moveTo>
                    <a:lnTo>
                      <a:pt x="2560" y="0"/>
                    </a:lnTo>
                    <a:lnTo>
                      <a:pt x="2560" y="0"/>
                    </a:lnTo>
                    <a:cubicBezTo>
                      <a:pt x="1179" y="0"/>
                      <a:pt x="81" y="633"/>
                      <a:pt x="0" y="1441"/>
                    </a:cubicBezTo>
                    <a:cubicBezTo>
                      <a:pt x="0" y="2183"/>
                      <a:pt x="1179" y="2816"/>
                      <a:pt x="2560" y="2816"/>
                    </a:cubicBezTo>
                    <a:lnTo>
                      <a:pt x="609397" y="4147"/>
                    </a:lnTo>
                    <a:lnTo>
                      <a:pt x="609397" y="13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7" name="Freeform: Shape 296">
                <a:extLst>
                  <a:ext uri="{FF2B5EF4-FFF2-40B4-BE49-F238E27FC236}">
                    <a16:creationId xmlns:a16="http://schemas.microsoft.com/office/drawing/2014/main" id="{A5CB6B5A-53A6-4A34-A513-93E44CFE935B}"/>
                  </a:ext>
                </a:extLst>
              </p:cNvPr>
              <p:cNvSpPr/>
              <p:nvPr/>
            </p:nvSpPr>
            <p:spPr>
              <a:xfrm>
                <a:off x="8591662" y="5708860"/>
                <a:ext cx="377067" cy="20594"/>
              </a:xfrm>
              <a:custGeom>
                <a:avLst/>
                <a:gdLst>
                  <a:gd name="connsiteX0" fmla="*/ 280578 w 377067"/>
                  <a:gd name="connsiteY0" fmla="*/ 20595 h 20594"/>
                  <a:gd name="connsiteX1" fmla="*/ 221447 w 377067"/>
                  <a:gd name="connsiteY1" fmla="*/ 19853 h 20594"/>
                  <a:gd name="connsiteX2" fmla="*/ 98511 w 377067"/>
                  <a:gd name="connsiteY2" fmla="*/ 13981 h 20594"/>
                  <a:gd name="connsiteX3" fmla="*/ 97617 w 377067"/>
                  <a:gd name="connsiteY3" fmla="*/ 13828 h 20594"/>
                  <a:gd name="connsiteX4" fmla="*/ 73233 w 377067"/>
                  <a:gd name="connsiteY4" fmla="*/ 7106 h 20594"/>
                  <a:gd name="connsiteX5" fmla="*/ 62219 w 377067"/>
                  <a:gd name="connsiteY5" fmla="*/ 4552 h 20594"/>
                  <a:gd name="connsiteX6" fmla="*/ 2478 w 377067"/>
                  <a:gd name="connsiteY6" fmla="*/ 2784 h 20594"/>
                  <a:gd name="connsiteX7" fmla="*/ 0 w 377067"/>
                  <a:gd name="connsiteY7" fmla="*/ 1344 h 20594"/>
                  <a:gd name="connsiteX8" fmla="*/ 2682 w 377067"/>
                  <a:gd name="connsiteY8" fmla="*/ 12 h 20594"/>
                  <a:gd name="connsiteX9" fmla="*/ 62911 w 377067"/>
                  <a:gd name="connsiteY9" fmla="*/ 1780 h 20594"/>
                  <a:gd name="connsiteX10" fmla="*/ 63805 w 377067"/>
                  <a:gd name="connsiteY10" fmla="*/ 1889 h 20594"/>
                  <a:gd name="connsiteX11" fmla="*/ 75427 w 377067"/>
                  <a:gd name="connsiteY11" fmla="*/ 4596 h 20594"/>
                  <a:gd name="connsiteX12" fmla="*/ 99446 w 377067"/>
                  <a:gd name="connsiteY12" fmla="*/ 11209 h 20594"/>
                  <a:gd name="connsiteX13" fmla="*/ 221772 w 377067"/>
                  <a:gd name="connsiteY13" fmla="*/ 17015 h 20594"/>
                  <a:gd name="connsiteX14" fmla="*/ 280618 w 377067"/>
                  <a:gd name="connsiteY14" fmla="*/ 17801 h 20594"/>
                  <a:gd name="connsiteX15" fmla="*/ 338165 w 377067"/>
                  <a:gd name="connsiteY15" fmla="*/ 16644 h 20594"/>
                  <a:gd name="connsiteX16" fmla="*/ 374375 w 377067"/>
                  <a:gd name="connsiteY16" fmla="*/ 14942 h 20594"/>
                  <a:gd name="connsiteX17" fmla="*/ 377058 w 377067"/>
                  <a:gd name="connsiteY17" fmla="*/ 16208 h 20594"/>
                  <a:gd name="connsiteX18" fmla="*/ 374782 w 377067"/>
                  <a:gd name="connsiteY18" fmla="*/ 17692 h 20594"/>
                  <a:gd name="connsiteX19" fmla="*/ 338450 w 377067"/>
                  <a:gd name="connsiteY19" fmla="*/ 19394 h 20594"/>
                  <a:gd name="connsiteX20" fmla="*/ 280618 w 377067"/>
                  <a:gd name="connsiteY20" fmla="*/ 20573 h 2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77067" h="20594">
                    <a:moveTo>
                      <a:pt x="280578" y="20595"/>
                    </a:moveTo>
                    <a:lnTo>
                      <a:pt x="221447" y="19853"/>
                    </a:lnTo>
                    <a:lnTo>
                      <a:pt x="98511" y="13981"/>
                    </a:lnTo>
                    <a:cubicBezTo>
                      <a:pt x="98227" y="13981"/>
                      <a:pt x="97901" y="13938"/>
                      <a:pt x="97617" y="13828"/>
                    </a:cubicBezTo>
                    <a:lnTo>
                      <a:pt x="73233" y="7106"/>
                    </a:lnTo>
                    <a:lnTo>
                      <a:pt x="62219" y="4552"/>
                    </a:lnTo>
                    <a:lnTo>
                      <a:pt x="2478" y="2784"/>
                    </a:lnTo>
                    <a:cubicBezTo>
                      <a:pt x="975" y="2784"/>
                      <a:pt x="0" y="2086"/>
                      <a:pt x="0" y="1344"/>
                    </a:cubicBezTo>
                    <a:cubicBezTo>
                      <a:pt x="122" y="536"/>
                      <a:pt x="1300" y="-97"/>
                      <a:pt x="2682" y="12"/>
                    </a:cubicBezTo>
                    <a:lnTo>
                      <a:pt x="62911" y="1780"/>
                    </a:lnTo>
                    <a:cubicBezTo>
                      <a:pt x="63194" y="1780"/>
                      <a:pt x="63520" y="1780"/>
                      <a:pt x="63805" y="1889"/>
                    </a:cubicBezTo>
                    <a:lnTo>
                      <a:pt x="75427" y="4596"/>
                    </a:lnTo>
                    <a:lnTo>
                      <a:pt x="99446" y="11209"/>
                    </a:lnTo>
                    <a:lnTo>
                      <a:pt x="221772" y="17015"/>
                    </a:lnTo>
                    <a:lnTo>
                      <a:pt x="280618" y="17801"/>
                    </a:lnTo>
                    <a:lnTo>
                      <a:pt x="338165" y="16644"/>
                    </a:lnTo>
                    <a:lnTo>
                      <a:pt x="374375" y="14942"/>
                    </a:lnTo>
                    <a:cubicBezTo>
                      <a:pt x="375879" y="14876"/>
                      <a:pt x="376936" y="15422"/>
                      <a:pt x="377058" y="16208"/>
                    </a:cubicBezTo>
                    <a:cubicBezTo>
                      <a:pt x="377179" y="16950"/>
                      <a:pt x="376163" y="17648"/>
                      <a:pt x="374782" y="17692"/>
                    </a:cubicBezTo>
                    <a:lnTo>
                      <a:pt x="338450" y="19394"/>
                    </a:lnTo>
                    <a:lnTo>
                      <a:pt x="280618" y="2057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8" name="Freeform: Shape 297">
                <a:extLst>
                  <a:ext uri="{FF2B5EF4-FFF2-40B4-BE49-F238E27FC236}">
                    <a16:creationId xmlns:a16="http://schemas.microsoft.com/office/drawing/2014/main" id="{6A516034-53D6-465A-B3D3-A674CAA763D4}"/>
                  </a:ext>
                </a:extLst>
              </p:cNvPr>
              <p:cNvSpPr/>
              <p:nvPr/>
            </p:nvSpPr>
            <p:spPr>
              <a:xfrm>
                <a:off x="9582703" y="5713071"/>
                <a:ext cx="843633" cy="22450"/>
              </a:xfrm>
              <a:custGeom>
                <a:avLst/>
                <a:gdLst>
                  <a:gd name="connsiteX0" fmla="*/ 841131 w 843633"/>
                  <a:gd name="connsiteY0" fmla="*/ 22451 h 22450"/>
                  <a:gd name="connsiteX1" fmla="*/ 840440 w 843633"/>
                  <a:gd name="connsiteY1" fmla="*/ 22407 h 22450"/>
                  <a:gd name="connsiteX2" fmla="*/ 831905 w 843633"/>
                  <a:gd name="connsiteY2" fmla="*/ 21119 h 22450"/>
                  <a:gd name="connsiteX3" fmla="*/ 635858 w 843633"/>
                  <a:gd name="connsiteY3" fmla="*/ 17431 h 22450"/>
                  <a:gd name="connsiteX4" fmla="*/ 441396 w 843633"/>
                  <a:gd name="connsiteY4" fmla="*/ 14768 h 22450"/>
                  <a:gd name="connsiteX5" fmla="*/ 376697 w 843633"/>
                  <a:gd name="connsiteY5" fmla="*/ 14069 h 22450"/>
                  <a:gd name="connsiteX6" fmla="*/ 312079 w 843633"/>
                  <a:gd name="connsiteY6" fmla="*/ 14135 h 22450"/>
                  <a:gd name="connsiteX7" fmla="*/ 247990 w 843633"/>
                  <a:gd name="connsiteY7" fmla="*/ 13807 h 22450"/>
                  <a:gd name="connsiteX8" fmla="*/ 185079 w 843633"/>
                  <a:gd name="connsiteY8" fmla="*/ 12803 h 22450"/>
                  <a:gd name="connsiteX9" fmla="*/ 162361 w 843633"/>
                  <a:gd name="connsiteY9" fmla="*/ 11952 h 22450"/>
                  <a:gd name="connsiteX10" fmla="*/ 161671 w 843633"/>
                  <a:gd name="connsiteY10" fmla="*/ 11887 h 22450"/>
                  <a:gd name="connsiteX11" fmla="*/ 123063 w 843633"/>
                  <a:gd name="connsiteY11" fmla="*/ 10490 h 22450"/>
                  <a:gd name="connsiteX12" fmla="*/ 62225 w 843633"/>
                  <a:gd name="connsiteY12" fmla="*/ 6823 h 22450"/>
                  <a:gd name="connsiteX13" fmla="*/ 2281 w 843633"/>
                  <a:gd name="connsiteY13" fmla="*/ 2829 h 22450"/>
                  <a:gd name="connsiteX14" fmla="*/ 5 w 843633"/>
                  <a:gd name="connsiteY14" fmla="*/ 1235 h 22450"/>
                  <a:gd name="connsiteX15" fmla="*/ 2890 w 843633"/>
                  <a:gd name="connsiteY15" fmla="*/ 13 h 22450"/>
                  <a:gd name="connsiteX16" fmla="*/ 62712 w 843633"/>
                  <a:gd name="connsiteY16" fmla="*/ 4007 h 22450"/>
                  <a:gd name="connsiteX17" fmla="*/ 123551 w 843633"/>
                  <a:gd name="connsiteY17" fmla="*/ 7674 h 22450"/>
                  <a:gd name="connsiteX18" fmla="*/ 162443 w 843633"/>
                  <a:gd name="connsiteY18" fmla="*/ 9049 h 22450"/>
                  <a:gd name="connsiteX19" fmla="*/ 163134 w 843633"/>
                  <a:gd name="connsiteY19" fmla="*/ 9158 h 22450"/>
                  <a:gd name="connsiteX20" fmla="*/ 185364 w 843633"/>
                  <a:gd name="connsiteY20" fmla="*/ 9944 h 22450"/>
                  <a:gd name="connsiteX21" fmla="*/ 248071 w 843633"/>
                  <a:gd name="connsiteY21" fmla="*/ 10970 h 22450"/>
                  <a:gd name="connsiteX22" fmla="*/ 312039 w 843633"/>
                  <a:gd name="connsiteY22" fmla="*/ 11297 h 22450"/>
                  <a:gd name="connsiteX23" fmla="*/ 376737 w 843633"/>
                  <a:gd name="connsiteY23" fmla="*/ 11254 h 22450"/>
                  <a:gd name="connsiteX24" fmla="*/ 506095 w 843633"/>
                  <a:gd name="connsiteY24" fmla="*/ 12738 h 22450"/>
                  <a:gd name="connsiteX25" fmla="*/ 635980 w 843633"/>
                  <a:gd name="connsiteY25" fmla="*/ 14659 h 22450"/>
                  <a:gd name="connsiteX26" fmla="*/ 832638 w 843633"/>
                  <a:gd name="connsiteY26" fmla="*/ 18326 h 22450"/>
                  <a:gd name="connsiteX27" fmla="*/ 841741 w 843633"/>
                  <a:gd name="connsiteY27" fmla="*/ 19701 h 22450"/>
                  <a:gd name="connsiteX28" fmla="*/ 843529 w 843633"/>
                  <a:gd name="connsiteY28" fmla="*/ 21403 h 22450"/>
                  <a:gd name="connsiteX29" fmla="*/ 841049 w 843633"/>
                  <a:gd name="connsiteY29" fmla="*/ 22407 h 2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43633" h="22450">
                    <a:moveTo>
                      <a:pt x="841131" y="22451"/>
                    </a:moveTo>
                    <a:cubicBezTo>
                      <a:pt x="840928" y="22451"/>
                      <a:pt x="840725" y="22451"/>
                      <a:pt x="840440" y="22407"/>
                    </a:cubicBezTo>
                    <a:lnTo>
                      <a:pt x="831905" y="21119"/>
                    </a:lnTo>
                    <a:lnTo>
                      <a:pt x="635858" y="17431"/>
                    </a:lnTo>
                    <a:lnTo>
                      <a:pt x="441396" y="14768"/>
                    </a:lnTo>
                    <a:lnTo>
                      <a:pt x="376697" y="14069"/>
                    </a:lnTo>
                    <a:lnTo>
                      <a:pt x="312079" y="14135"/>
                    </a:lnTo>
                    <a:lnTo>
                      <a:pt x="247990" y="13807"/>
                    </a:lnTo>
                    <a:lnTo>
                      <a:pt x="185079" y="12803"/>
                    </a:lnTo>
                    <a:lnTo>
                      <a:pt x="162361" y="11952"/>
                    </a:lnTo>
                    <a:cubicBezTo>
                      <a:pt x="162361" y="11952"/>
                      <a:pt x="161956" y="11887"/>
                      <a:pt x="161671" y="11887"/>
                    </a:cubicBezTo>
                    <a:lnTo>
                      <a:pt x="123063" y="10490"/>
                    </a:lnTo>
                    <a:lnTo>
                      <a:pt x="62225" y="6823"/>
                    </a:lnTo>
                    <a:lnTo>
                      <a:pt x="2281" y="2829"/>
                    </a:lnTo>
                    <a:cubicBezTo>
                      <a:pt x="899" y="2720"/>
                      <a:pt x="-77" y="2021"/>
                      <a:pt x="5" y="1235"/>
                    </a:cubicBezTo>
                    <a:cubicBezTo>
                      <a:pt x="208" y="493"/>
                      <a:pt x="1387" y="-96"/>
                      <a:pt x="2890" y="13"/>
                    </a:cubicBezTo>
                    <a:lnTo>
                      <a:pt x="62712" y="4007"/>
                    </a:lnTo>
                    <a:lnTo>
                      <a:pt x="123551" y="7674"/>
                    </a:lnTo>
                    <a:lnTo>
                      <a:pt x="162443" y="9049"/>
                    </a:lnTo>
                    <a:cubicBezTo>
                      <a:pt x="162443" y="9049"/>
                      <a:pt x="162850" y="9115"/>
                      <a:pt x="163134" y="9158"/>
                    </a:cubicBezTo>
                    <a:lnTo>
                      <a:pt x="185364" y="9944"/>
                    </a:lnTo>
                    <a:lnTo>
                      <a:pt x="248071" y="10970"/>
                    </a:lnTo>
                    <a:lnTo>
                      <a:pt x="312039" y="11297"/>
                    </a:lnTo>
                    <a:lnTo>
                      <a:pt x="376737" y="11254"/>
                    </a:lnTo>
                    <a:lnTo>
                      <a:pt x="506095" y="12738"/>
                    </a:lnTo>
                    <a:lnTo>
                      <a:pt x="635980" y="14659"/>
                    </a:lnTo>
                    <a:lnTo>
                      <a:pt x="832638" y="18326"/>
                    </a:lnTo>
                    <a:lnTo>
                      <a:pt x="841741" y="19701"/>
                    </a:lnTo>
                    <a:cubicBezTo>
                      <a:pt x="843122" y="19919"/>
                      <a:pt x="843936" y="20661"/>
                      <a:pt x="843529" y="21403"/>
                    </a:cubicBezTo>
                    <a:cubicBezTo>
                      <a:pt x="843244" y="22036"/>
                      <a:pt x="842228" y="22407"/>
                      <a:pt x="841049" y="2240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299" name="Freeform: Shape 298">
                <a:extLst>
                  <a:ext uri="{FF2B5EF4-FFF2-40B4-BE49-F238E27FC236}">
                    <a16:creationId xmlns:a16="http://schemas.microsoft.com/office/drawing/2014/main" id="{211537D9-7785-44FE-985C-E68FCA87427B}"/>
                  </a:ext>
                </a:extLst>
              </p:cNvPr>
              <p:cNvSpPr/>
              <p:nvPr/>
            </p:nvSpPr>
            <p:spPr>
              <a:xfrm>
                <a:off x="6851944" y="6113580"/>
                <a:ext cx="1406225" cy="5129"/>
              </a:xfrm>
              <a:custGeom>
                <a:avLst/>
                <a:gdLst>
                  <a:gd name="connsiteX0" fmla="*/ 1403746 w 1406225"/>
                  <a:gd name="connsiteY0" fmla="*/ 5129 h 5129"/>
                  <a:gd name="connsiteX1" fmla="*/ 1403665 w 1406225"/>
                  <a:gd name="connsiteY1" fmla="*/ 5129 h 5129"/>
                  <a:gd name="connsiteX2" fmla="*/ 2479 w 1406225"/>
                  <a:gd name="connsiteY2" fmla="*/ 2837 h 5129"/>
                  <a:gd name="connsiteX3" fmla="*/ 0 w 1406225"/>
                  <a:gd name="connsiteY3" fmla="*/ 1441 h 5129"/>
                  <a:gd name="connsiteX4" fmla="*/ 2479 w 1406225"/>
                  <a:gd name="connsiteY4" fmla="*/ 0 h 5129"/>
                  <a:gd name="connsiteX5" fmla="*/ 2560 w 1406225"/>
                  <a:gd name="connsiteY5" fmla="*/ 0 h 5129"/>
                  <a:gd name="connsiteX6" fmla="*/ 1403746 w 1406225"/>
                  <a:gd name="connsiteY6" fmla="*/ 2292 h 5129"/>
                  <a:gd name="connsiteX7" fmla="*/ 1406225 w 1406225"/>
                  <a:gd name="connsiteY7" fmla="*/ 3732 h 5129"/>
                  <a:gd name="connsiteX8" fmla="*/ 1403746 w 1406225"/>
                  <a:gd name="connsiteY8" fmla="*/ 5129 h 5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6225" h="5129">
                    <a:moveTo>
                      <a:pt x="1403746" y="5129"/>
                    </a:moveTo>
                    <a:lnTo>
                      <a:pt x="1403665" y="5129"/>
                    </a:lnTo>
                    <a:lnTo>
                      <a:pt x="2479" y="2837"/>
                    </a:lnTo>
                    <a:cubicBezTo>
                      <a:pt x="1097" y="2837"/>
                      <a:pt x="0" y="2205"/>
                      <a:pt x="0" y="1441"/>
                    </a:cubicBezTo>
                    <a:cubicBezTo>
                      <a:pt x="0" y="655"/>
                      <a:pt x="1097" y="0"/>
                      <a:pt x="2479" y="0"/>
                    </a:cubicBezTo>
                    <a:lnTo>
                      <a:pt x="2560" y="0"/>
                    </a:lnTo>
                    <a:lnTo>
                      <a:pt x="1403746" y="2292"/>
                    </a:lnTo>
                    <a:cubicBezTo>
                      <a:pt x="1405128" y="2292"/>
                      <a:pt x="1406225" y="2947"/>
                      <a:pt x="1406225" y="3732"/>
                    </a:cubicBezTo>
                    <a:cubicBezTo>
                      <a:pt x="1406225" y="4474"/>
                      <a:pt x="1405128" y="5129"/>
                      <a:pt x="1403746" y="512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0" name="Freeform: Shape 299">
                <a:extLst>
                  <a:ext uri="{FF2B5EF4-FFF2-40B4-BE49-F238E27FC236}">
                    <a16:creationId xmlns:a16="http://schemas.microsoft.com/office/drawing/2014/main" id="{BFE25A0C-083D-47B7-A4FD-6DDFE801A079}"/>
                  </a:ext>
                </a:extLst>
              </p:cNvPr>
              <p:cNvSpPr/>
              <p:nvPr/>
            </p:nvSpPr>
            <p:spPr>
              <a:xfrm>
                <a:off x="11542487" y="5729760"/>
                <a:ext cx="649512" cy="4125"/>
              </a:xfrm>
              <a:custGeom>
                <a:avLst/>
                <a:gdLst>
                  <a:gd name="connsiteX0" fmla="*/ 649513 w 649512"/>
                  <a:gd name="connsiteY0" fmla="*/ 1288 h 4125"/>
                  <a:gd name="connsiteX1" fmla="*/ 2483 w 649512"/>
                  <a:gd name="connsiteY1" fmla="*/ 0 h 4125"/>
                  <a:gd name="connsiteX2" fmla="*/ 2483 w 649512"/>
                  <a:gd name="connsiteY2" fmla="*/ 0 h 4125"/>
                  <a:gd name="connsiteX3" fmla="*/ 4 w 649512"/>
                  <a:gd name="connsiteY3" fmla="*/ 1397 h 4125"/>
                  <a:gd name="connsiteX4" fmla="*/ 2483 w 649512"/>
                  <a:gd name="connsiteY4" fmla="*/ 2837 h 4125"/>
                  <a:gd name="connsiteX5" fmla="*/ 649513 w 649512"/>
                  <a:gd name="connsiteY5" fmla="*/ 4125 h 4125"/>
                  <a:gd name="connsiteX6" fmla="*/ 649513 w 649512"/>
                  <a:gd name="connsiteY6" fmla="*/ 1310 h 4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9512" h="4125">
                    <a:moveTo>
                      <a:pt x="649513" y="1288"/>
                    </a:moveTo>
                    <a:lnTo>
                      <a:pt x="2483" y="0"/>
                    </a:lnTo>
                    <a:lnTo>
                      <a:pt x="2483" y="0"/>
                    </a:lnTo>
                    <a:cubicBezTo>
                      <a:pt x="1101" y="0"/>
                      <a:pt x="4" y="633"/>
                      <a:pt x="4" y="1397"/>
                    </a:cubicBezTo>
                    <a:cubicBezTo>
                      <a:pt x="-77" y="2183"/>
                      <a:pt x="1101" y="2837"/>
                      <a:pt x="2483" y="2837"/>
                    </a:cubicBezTo>
                    <a:lnTo>
                      <a:pt x="649513" y="4125"/>
                    </a:lnTo>
                    <a:lnTo>
                      <a:pt x="649513" y="13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1" name="Freeform: Shape 300">
                <a:extLst>
                  <a:ext uri="{FF2B5EF4-FFF2-40B4-BE49-F238E27FC236}">
                    <a16:creationId xmlns:a16="http://schemas.microsoft.com/office/drawing/2014/main" id="{7897D41D-C7B5-48CB-94E4-91994F7DEFC4}"/>
                  </a:ext>
                </a:extLst>
              </p:cNvPr>
              <p:cNvSpPr/>
              <p:nvPr/>
            </p:nvSpPr>
            <p:spPr>
              <a:xfrm>
                <a:off x="11557122" y="5727944"/>
                <a:ext cx="634877" cy="3998"/>
              </a:xfrm>
              <a:custGeom>
                <a:avLst/>
                <a:gdLst>
                  <a:gd name="connsiteX0" fmla="*/ 634878 w 634877"/>
                  <a:gd name="connsiteY0" fmla="*/ 1183 h 3998"/>
                  <a:gd name="connsiteX1" fmla="*/ 2560 w 634877"/>
                  <a:gd name="connsiteY1" fmla="*/ 4 h 3998"/>
                  <a:gd name="connsiteX2" fmla="*/ 0 w 634877"/>
                  <a:gd name="connsiteY2" fmla="*/ 1379 h 3998"/>
                  <a:gd name="connsiteX3" fmla="*/ 2560 w 634877"/>
                  <a:gd name="connsiteY3" fmla="*/ 2820 h 3998"/>
                  <a:gd name="connsiteX4" fmla="*/ 634878 w 634877"/>
                  <a:gd name="connsiteY4" fmla="*/ 3999 h 3998"/>
                  <a:gd name="connsiteX5" fmla="*/ 634878 w 634877"/>
                  <a:gd name="connsiteY5" fmla="*/ 1183 h 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4877" h="3998">
                    <a:moveTo>
                      <a:pt x="634878" y="1183"/>
                    </a:moveTo>
                    <a:lnTo>
                      <a:pt x="2560" y="4"/>
                    </a:lnTo>
                    <a:cubicBezTo>
                      <a:pt x="853" y="-61"/>
                      <a:pt x="0" y="637"/>
                      <a:pt x="0" y="1379"/>
                    </a:cubicBezTo>
                    <a:cubicBezTo>
                      <a:pt x="0" y="2187"/>
                      <a:pt x="1179" y="2820"/>
                      <a:pt x="2560" y="2820"/>
                    </a:cubicBezTo>
                    <a:lnTo>
                      <a:pt x="634878" y="3999"/>
                    </a:lnTo>
                    <a:lnTo>
                      <a:pt x="634878" y="118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2" name="Freeform: Shape 301">
                <a:extLst>
                  <a:ext uri="{FF2B5EF4-FFF2-40B4-BE49-F238E27FC236}">
                    <a16:creationId xmlns:a16="http://schemas.microsoft.com/office/drawing/2014/main" id="{998C38BF-CC8A-4EA1-84A8-AE2C50D25BDB}"/>
                  </a:ext>
                </a:extLst>
              </p:cNvPr>
              <p:cNvSpPr/>
              <p:nvPr/>
            </p:nvSpPr>
            <p:spPr>
              <a:xfrm>
                <a:off x="9536962" y="5707516"/>
                <a:ext cx="923777" cy="22811"/>
              </a:xfrm>
              <a:custGeom>
                <a:avLst/>
                <a:gdLst>
                  <a:gd name="connsiteX0" fmla="*/ 921173 w 923777"/>
                  <a:gd name="connsiteY0" fmla="*/ 22790 h 22811"/>
                  <a:gd name="connsiteX1" fmla="*/ 921051 w 923777"/>
                  <a:gd name="connsiteY1" fmla="*/ 22790 h 22811"/>
                  <a:gd name="connsiteX2" fmla="*/ 908167 w 923777"/>
                  <a:gd name="connsiteY2" fmla="*/ 22571 h 22811"/>
                  <a:gd name="connsiteX3" fmla="*/ 889839 w 923777"/>
                  <a:gd name="connsiteY3" fmla="*/ 19756 h 22811"/>
                  <a:gd name="connsiteX4" fmla="*/ 828432 w 923777"/>
                  <a:gd name="connsiteY4" fmla="*/ 16831 h 22811"/>
                  <a:gd name="connsiteX5" fmla="*/ 792221 w 923777"/>
                  <a:gd name="connsiteY5" fmla="*/ 13470 h 22811"/>
                  <a:gd name="connsiteX6" fmla="*/ 729027 w 923777"/>
                  <a:gd name="connsiteY6" fmla="*/ 12138 h 22811"/>
                  <a:gd name="connsiteX7" fmla="*/ 704195 w 923777"/>
                  <a:gd name="connsiteY7" fmla="*/ 11920 h 22811"/>
                  <a:gd name="connsiteX8" fmla="*/ 685867 w 923777"/>
                  <a:gd name="connsiteY8" fmla="*/ 12771 h 22811"/>
                  <a:gd name="connsiteX9" fmla="*/ 617795 w 923777"/>
                  <a:gd name="connsiteY9" fmla="*/ 13579 h 22811"/>
                  <a:gd name="connsiteX10" fmla="*/ 554112 w 923777"/>
                  <a:gd name="connsiteY10" fmla="*/ 13099 h 22811"/>
                  <a:gd name="connsiteX11" fmla="*/ 490430 w 923777"/>
                  <a:gd name="connsiteY11" fmla="*/ 12182 h 22811"/>
                  <a:gd name="connsiteX12" fmla="*/ 426827 w 923777"/>
                  <a:gd name="connsiteY12" fmla="*/ 11702 h 22811"/>
                  <a:gd name="connsiteX13" fmla="*/ 363145 w 923777"/>
                  <a:gd name="connsiteY13" fmla="*/ 10741 h 22811"/>
                  <a:gd name="connsiteX14" fmla="*/ 362453 w 923777"/>
                  <a:gd name="connsiteY14" fmla="*/ 10698 h 22811"/>
                  <a:gd name="connsiteX15" fmla="*/ 347864 w 923777"/>
                  <a:gd name="connsiteY15" fmla="*/ 8253 h 22811"/>
                  <a:gd name="connsiteX16" fmla="*/ 333762 w 923777"/>
                  <a:gd name="connsiteY16" fmla="*/ 6703 h 22811"/>
                  <a:gd name="connsiteX17" fmla="*/ 148525 w 923777"/>
                  <a:gd name="connsiteY17" fmla="*/ 8515 h 22811"/>
                  <a:gd name="connsiteX18" fmla="*/ 128205 w 923777"/>
                  <a:gd name="connsiteY18" fmla="*/ 7249 h 22811"/>
                  <a:gd name="connsiteX19" fmla="*/ 112030 w 923777"/>
                  <a:gd name="connsiteY19" fmla="*/ 7031 h 22811"/>
                  <a:gd name="connsiteX20" fmla="*/ 94880 w 923777"/>
                  <a:gd name="connsiteY20" fmla="*/ 8406 h 22811"/>
                  <a:gd name="connsiteX21" fmla="*/ 42698 w 923777"/>
                  <a:gd name="connsiteY21" fmla="*/ 5961 h 22811"/>
                  <a:gd name="connsiteX22" fmla="*/ 35058 w 923777"/>
                  <a:gd name="connsiteY22" fmla="*/ 5372 h 22811"/>
                  <a:gd name="connsiteX23" fmla="*/ 2221 w 923777"/>
                  <a:gd name="connsiteY23" fmla="*/ 2818 h 22811"/>
                  <a:gd name="connsiteX24" fmla="*/ 26 w 923777"/>
                  <a:gd name="connsiteY24" fmla="*/ 1225 h 22811"/>
                  <a:gd name="connsiteX25" fmla="*/ 2911 w 923777"/>
                  <a:gd name="connsiteY25" fmla="*/ 3 h 22811"/>
                  <a:gd name="connsiteX26" fmla="*/ 44486 w 923777"/>
                  <a:gd name="connsiteY26" fmla="*/ 3255 h 22811"/>
                  <a:gd name="connsiteX27" fmla="*/ 94677 w 923777"/>
                  <a:gd name="connsiteY27" fmla="*/ 5612 h 22811"/>
                  <a:gd name="connsiteX28" fmla="*/ 111745 w 923777"/>
                  <a:gd name="connsiteY28" fmla="*/ 4281 h 22811"/>
                  <a:gd name="connsiteX29" fmla="*/ 128611 w 923777"/>
                  <a:gd name="connsiteY29" fmla="*/ 4434 h 22811"/>
                  <a:gd name="connsiteX30" fmla="*/ 148850 w 923777"/>
                  <a:gd name="connsiteY30" fmla="*/ 5721 h 22811"/>
                  <a:gd name="connsiteX31" fmla="*/ 334290 w 923777"/>
                  <a:gd name="connsiteY31" fmla="*/ 3910 h 22811"/>
                  <a:gd name="connsiteX32" fmla="*/ 349165 w 923777"/>
                  <a:gd name="connsiteY32" fmla="*/ 5547 h 22811"/>
                  <a:gd name="connsiteX33" fmla="*/ 363551 w 923777"/>
                  <a:gd name="connsiteY33" fmla="*/ 7991 h 22811"/>
                  <a:gd name="connsiteX34" fmla="*/ 426949 w 923777"/>
                  <a:gd name="connsiteY34" fmla="*/ 8908 h 22811"/>
                  <a:gd name="connsiteX35" fmla="*/ 490551 w 923777"/>
                  <a:gd name="connsiteY35" fmla="*/ 9388 h 22811"/>
                  <a:gd name="connsiteX36" fmla="*/ 554234 w 923777"/>
                  <a:gd name="connsiteY36" fmla="*/ 10349 h 22811"/>
                  <a:gd name="connsiteX37" fmla="*/ 617835 w 923777"/>
                  <a:gd name="connsiteY37" fmla="*/ 10763 h 22811"/>
                  <a:gd name="connsiteX38" fmla="*/ 685704 w 923777"/>
                  <a:gd name="connsiteY38" fmla="*/ 10021 h 22811"/>
                  <a:gd name="connsiteX39" fmla="*/ 704155 w 923777"/>
                  <a:gd name="connsiteY39" fmla="*/ 9104 h 22811"/>
                  <a:gd name="connsiteX40" fmla="*/ 729149 w 923777"/>
                  <a:gd name="connsiteY40" fmla="*/ 9366 h 22811"/>
                  <a:gd name="connsiteX41" fmla="*/ 792750 w 923777"/>
                  <a:gd name="connsiteY41" fmla="*/ 10698 h 22811"/>
                  <a:gd name="connsiteX42" fmla="*/ 829082 w 923777"/>
                  <a:gd name="connsiteY42" fmla="*/ 14059 h 22811"/>
                  <a:gd name="connsiteX43" fmla="*/ 890814 w 923777"/>
                  <a:gd name="connsiteY43" fmla="*/ 17049 h 22811"/>
                  <a:gd name="connsiteX44" fmla="*/ 908981 w 923777"/>
                  <a:gd name="connsiteY44" fmla="*/ 19865 h 22811"/>
                  <a:gd name="connsiteX45" fmla="*/ 921375 w 923777"/>
                  <a:gd name="connsiteY45" fmla="*/ 20039 h 22811"/>
                  <a:gd name="connsiteX46" fmla="*/ 923773 w 923777"/>
                  <a:gd name="connsiteY46" fmla="*/ 21480 h 22811"/>
                  <a:gd name="connsiteX47" fmla="*/ 921294 w 923777"/>
                  <a:gd name="connsiteY47" fmla="*/ 22811 h 22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23777" h="22811">
                    <a:moveTo>
                      <a:pt x="921173" y="22790"/>
                    </a:moveTo>
                    <a:lnTo>
                      <a:pt x="921051" y="22790"/>
                    </a:lnTo>
                    <a:lnTo>
                      <a:pt x="908167" y="22571"/>
                    </a:lnTo>
                    <a:lnTo>
                      <a:pt x="889839" y="19756"/>
                    </a:lnTo>
                    <a:lnTo>
                      <a:pt x="828432" y="16831"/>
                    </a:lnTo>
                    <a:lnTo>
                      <a:pt x="792221" y="13470"/>
                    </a:lnTo>
                    <a:lnTo>
                      <a:pt x="729027" y="12138"/>
                    </a:lnTo>
                    <a:lnTo>
                      <a:pt x="704195" y="11920"/>
                    </a:lnTo>
                    <a:lnTo>
                      <a:pt x="685867" y="12771"/>
                    </a:lnTo>
                    <a:lnTo>
                      <a:pt x="617795" y="13579"/>
                    </a:lnTo>
                    <a:lnTo>
                      <a:pt x="554112" y="13099"/>
                    </a:lnTo>
                    <a:lnTo>
                      <a:pt x="490430" y="12182"/>
                    </a:lnTo>
                    <a:lnTo>
                      <a:pt x="426827" y="11702"/>
                    </a:lnTo>
                    <a:lnTo>
                      <a:pt x="363145" y="10741"/>
                    </a:lnTo>
                    <a:cubicBezTo>
                      <a:pt x="362860" y="10741"/>
                      <a:pt x="362657" y="10741"/>
                      <a:pt x="362453" y="10698"/>
                    </a:cubicBezTo>
                    <a:lnTo>
                      <a:pt x="347864" y="8253"/>
                    </a:lnTo>
                    <a:lnTo>
                      <a:pt x="333762" y="6703"/>
                    </a:lnTo>
                    <a:lnTo>
                      <a:pt x="148525" y="8515"/>
                    </a:lnTo>
                    <a:lnTo>
                      <a:pt x="128205" y="7249"/>
                    </a:lnTo>
                    <a:lnTo>
                      <a:pt x="112030" y="7031"/>
                    </a:lnTo>
                    <a:lnTo>
                      <a:pt x="94880" y="8406"/>
                    </a:lnTo>
                    <a:lnTo>
                      <a:pt x="42698" y="5961"/>
                    </a:lnTo>
                    <a:lnTo>
                      <a:pt x="35058" y="5372"/>
                    </a:lnTo>
                    <a:lnTo>
                      <a:pt x="2221" y="2818"/>
                    </a:lnTo>
                    <a:cubicBezTo>
                      <a:pt x="839" y="2709"/>
                      <a:pt x="-177" y="1967"/>
                      <a:pt x="26" y="1225"/>
                    </a:cubicBezTo>
                    <a:cubicBezTo>
                      <a:pt x="229" y="439"/>
                      <a:pt x="1530" y="-41"/>
                      <a:pt x="2911" y="3"/>
                    </a:cubicBezTo>
                    <a:lnTo>
                      <a:pt x="44486" y="3255"/>
                    </a:lnTo>
                    <a:lnTo>
                      <a:pt x="94677" y="5612"/>
                    </a:lnTo>
                    <a:lnTo>
                      <a:pt x="111745" y="4281"/>
                    </a:lnTo>
                    <a:lnTo>
                      <a:pt x="128611" y="4434"/>
                    </a:lnTo>
                    <a:lnTo>
                      <a:pt x="148850" y="5721"/>
                    </a:lnTo>
                    <a:lnTo>
                      <a:pt x="334290" y="3910"/>
                    </a:lnTo>
                    <a:lnTo>
                      <a:pt x="349165" y="5547"/>
                    </a:lnTo>
                    <a:lnTo>
                      <a:pt x="363551" y="7991"/>
                    </a:lnTo>
                    <a:lnTo>
                      <a:pt x="426949" y="8908"/>
                    </a:lnTo>
                    <a:lnTo>
                      <a:pt x="490551" y="9388"/>
                    </a:lnTo>
                    <a:lnTo>
                      <a:pt x="554234" y="10349"/>
                    </a:lnTo>
                    <a:lnTo>
                      <a:pt x="617835" y="10763"/>
                    </a:lnTo>
                    <a:lnTo>
                      <a:pt x="685704" y="10021"/>
                    </a:lnTo>
                    <a:lnTo>
                      <a:pt x="704155" y="9104"/>
                    </a:lnTo>
                    <a:lnTo>
                      <a:pt x="729149" y="9366"/>
                    </a:lnTo>
                    <a:lnTo>
                      <a:pt x="792750" y="10698"/>
                    </a:lnTo>
                    <a:lnTo>
                      <a:pt x="829082" y="14059"/>
                    </a:lnTo>
                    <a:lnTo>
                      <a:pt x="890814" y="17049"/>
                    </a:lnTo>
                    <a:lnTo>
                      <a:pt x="908981" y="19865"/>
                    </a:lnTo>
                    <a:lnTo>
                      <a:pt x="921375" y="20039"/>
                    </a:lnTo>
                    <a:cubicBezTo>
                      <a:pt x="922757" y="20039"/>
                      <a:pt x="923855" y="20672"/>
                      <a:pt x="923773" y="21480"/>
                    </a:cubicBezTo>
                    <a:cubicBezTo>
                      <a:pt x="923773" y="22222"/>
                      <a:pt x="922676" y="22811"/>
                      <a:pt x="921294" y="2281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3" name="Freeform: Shape 302">
                <a:extLst>
                  <a:ext uri="{FF2B5EF4-FFF2-40B4-BE49-F238E27FC236}">
                    <a16:creationId xmlns:a16="http://schemas.microsoft.com/office/drawing/2014/main" id="{73A16EB6-7523-4CF6-A2DA-D5DE801D82E0}"/>
                  </a:ext>
                </a:extLst>
              </p:cNvPr>
              <p:cNvSpPr/>
              <p:nvPr/>
            </p:nvSpPr>
            <p:spPr>
              <a:xfrm>
                <a:off x="11502826" y="5726028"/>
                <a:ext cx="689173" cy="4016"/>
              </a:xfrm>
              <a:custGeom>
                <a:avLst/>
                <a:gdLst>
                  <a:gd name="connsiteX0" fmla="*/ 689173 w 689173"/>
                  <a:gd name="connsiteY0" fmla="*/ 1179 h 4016"/>
                  <a:gd name="connsiteX1" fmla="*/ 2561 w 689173"/>
                  <a:gd name="connsiteY1" fmla="*/ 0 h 4016"/>
                  <a:gd name="connsiteX2" fmla="*/ 2561 w 689173"/>
                  <a:gd name="connsiteY2" fmla="*/ 0 h 4016"/>
                  <a:gd name="connsiteX3" fmla="*/ 0 w 689173"/>
                  <a:gd name="connsiteY3" fmla="*/ 1441 h 4016"/>
                  <a:gd name="connsiteX4" fmla="*/ 2479 w 689173"/>
                  <a:gd name="connsiteY4" fmla="*/ 2837 h 4016"/>
                  <a:gd name="connsiteX5" fmla="*/ 689173 w 689173"/>
                  <a:gd name="connsiteY5" fmla="*/ 4016 h 4016"/>
                  <a:gd name="connsiteX6" fmla="*/ 689173 w 689173"/>
                  <a:gd name="connsiteY6" fmla="*/ 1200 h 4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73" h="4016">
                    <a:moveTo>
                      <a:pt x="689173" y="1179"/>
                    </a:moveTo>
                    <a:lnTo>
                      <a:pt x="2561" y="0"/>
                    </a:lnTo>
                    <a:lnTo>
                      <a:pt x="2561" y="0"/>
                    </a:lnTo>
                    <a:cubicBezTo>
                      <a:pt x="1057" y="0"/>
                      <a:pt x="0" y="633"/>
                      <a:pt x="0" y="1441"/>
                    </a:cubicBezTo>
                    <a:cubicBezTo>
                      <a:pt x="0" y="2183"/>
                      <a:pt x="1097" y="2837"/>
                      <a:pt x="2479" y="2837"/>
                    </a:cubicBezTo>
                    <a:lnTo>
                      <a:pt x="689173" y="4016"/>
                    </a:lnTo>
                    <a:lnTo>
                      <a:pt x="689173" y="120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4" name="Freeform: Shape 303">
                <a:extLst>
                  <a:ext uri="{FF2B5EF4-FFF2-40B4-BE49-F238E27FC236}">
                    <a16:creationId xmlns:a16="http://schemas.microsoft.com/office/drawing/2014/main" id="{CC2F72D1-32B1-4AFD-98D0-A57F5C7CCE78}"/>
                  </a:ext>
                </a:extLst>
              </p:cNvPr>
              <p:cNvSpPr/>
              <p:nvPr/>
            </p:nvSpPr>
            <p:spPr>
              <a:xfrm>
                <a:off x="11517457" y="5724325"/>
                <a:ext cx="657474" cy="3797"/>
              </a:xfrm>
              <a:custGeom>
                <a:avLst/>
                <a:gdLst>
                  <a:gd name="connsiteX0" fmla="*/ 654873 w 657474"/>
                  <a:gd name="connsiteY0" fmla="*/ 3798 h 3797"/>
                  <a:gd name="connsiteX1" fmla="*/ 654873 w 657474"/>
                  <a:gd name="connsiteY1" fmla="*/ 3798 h 3797"/>
                  <a:gd name="connsiteX2" fmla="*/ 2601 w 657474"/>
                  <a:gd name="connsiteY2" fmla="*/ 2837 h 3797"/>
                  <a:gd name="connsiteX3" fmla="*/ 0 w 657474"/>
                  <a:gd name="connsiteY3" fmla="*/ 1441 h 3797"/>
                  <a:gd name="connsiteX4" fmla="*/ 2601 w 657474"/>
                  <a:gd name="connsiteY4" fmla="*/ 0 h 3797"/>
                  <a:gd name="connsiteX5" fmla="*/ 2601 w 657474"/>
                  <a:gd name="connsiteY5" fmla="*/ 0 h 3797"/>
                  <a:gd name="connsiteX6" fmla="*/ 654873 w 657474"/>
                  <a:gd name="connsiteY6" fmla="*/ 960 h 3797"/>
                  <a:gd name="connsiteX7" fmla="*/ 657474 w 657474"/>
                  <a:gd name="connsiteY7" fmla="*/ 2401 h 3797"/>
                  <a:gd name="connsiteX8" fmla="*/ 654873 w 657474"/>
                  <a:gd name="connsiteY8" fmla="*/ 3776 h 3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7474" h="3797">
                    <a:moveTo>
                      <a:pt x="654873" y="3798"/>
                    </a:moveTo>
                    <a:lnTo>
                      <a:pt x="654873" y="3798"/>
                    </a:lnTo>
                    <a:lnTo>
                      <a:pt x="2601" y="2837"/>
                    </a:lnTo>
                    <a:cubicBezTo>
                      <a:pt x="1219" y="2837"/>
                      <a:pt x="0" y="2205"/>
                      <a:pt x="0" y="1441"/>
                    </a:cubicBezTo>
                    <a:cubicBezTo>
                      <a:pt x="122" y="655"/>
                      <a:pt x="1179" y="0"/>
                      <a:pt x="2601" y="0"/>
                    </a:cubicBezTo>
                    <a:lnTo>
                      <a:pt x="2601" y="0"/>
                    </a:lnTo>
                    <a:lnTo>
                      <a:pt x="654873" y="960"/>
                    </a:lnTo>
                    <a:cubicBezTo>
                      <a:pt x="656377" y="960"/>
                      <a:pt x="657474" y="1593"/>
                      <a:pt x="657474" y="2401"/>
                    </a:cubicBezTo>
                    <a:cubicBezTo>
                      <a:pt x="657474" y="3143"/>
                      <a:pt x="656377" y="3776"/>
                      <a:pt x="654873" y="377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5" name="Freeform: Shape 304">
                <a:extLst>
                  <a:ext uri="{FF2B5EF4-FFF2-40B4-BE49-F238E27FC236}">
                    <a16:creationId xmlns:a16="http://schemas.microsoft.com/office/drawing/2014/main" id="{01CF7B79-08A1-45B3-9B5E-AF6EE7FEB743}"/>
                  </a:ext>
                </a:extLst>
              </p:cNvPr>
              <p:cNvSpPr/>
              <p:nvPr/>
            </p:nvSpPr>
            <p:spPr>
              <a:xfrm>
                <a:off x="11463853" y="5722470"/>
                <a:ext cx="689172" cy="3732"/>
              </a:xfrm>
              <a:custGeom>
                <a:avLst/>
                <a:gdLst>
                  <a:gd name="connsiteX0" fmla="*/ 686572 w 689172"/>
                  <a:gd name="connsiteY0" fmla="*/ 3732 h 3732"/>
                  <a:gd name="connsiteX1" fmla="*/ 686572 w 689172"/>
                  <a:gd name="connsiteY1" fmla="*/ 3732 h 3732"/>
                  <a:gd name="connsiteX2" fmla="*/ 2560 w 689172"/>
                  <a:gd name="connsiteY2" fmla="*/ 2772 h 3732"/>
                  <a:gd name="connsiteX3" fmla="*/ 0 w 689172"/>
                  <a:gd name="connsiteY3" fmla="*/ 1375 h 3732"/>
                  <a:gd name="connsiteX4" fmla="*/ 2560 w 689172"/>
                  <a:gd name="connsiteY4" fmla="*/ 0 h 3732"/>
                  <a:gd name="connsiteX5" fmla="*/ 2560 w 689172"/>
                  <a:gd name="connsiteY5" fmla="*/ 0 h 3732"/>
                  <a:gd name="connsiteX6" fmla="*/ 686572 w 689172"/>
                  <a:gd name="connsiteY6" fmla="*/ 895 h 3732"/>
                  <a:gd name="connsiteX7" fmla="*/ 689172 w 689172"/>
                  <a:gd name="connsiteY7" fmla="*/ 2292 h 3732"/>
                  <a:gd name="connsiteX8" fmla="*/ 686572 w 689172"/>
                  <a:gd name="connsiteY8" fmla="*/ 3732 h 3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9172" h="3732">
                    <a:moveTo>
                      <a:pt x="686572" y="3732"/>
                    </a:moveTo>
                    <a:lnTo>
                      <a:pt x="686572" y="3732"/>
                    </a:lnTo>
                    <a:lnTo>
                      <a:pt x="2560" y="2772"/>
                    </a:lnTo>
                    <a:cubicBezTo>
                      <a:pt x="1179" y="2772"/>
                      <a:pt x="0" y="2183"/>
                      <a:pt x="0" y="1375"/>
                    </a:cubicBezTo>
                    <a:cubicBezTo>
                      <a:pt x="122" y="567"/>
                      <a:pt x="1179" y="0"/>
                      <a:pt x="2560" y="0"/>
                    </a:cubicBezTo>
                    <a:lnTo>
                      <a:pt x="2560" y="0"/>
                    </a:lnTo>
                    <a:lnTo>
                      <a:pt x="686572" y="895"/>
                    </a:lnTo>
                    <a:cubicBezTo>
                      <a:pt x="687954" y="895"/>
                      <a:pt x="689172" y="1528"/>
                      <a:pt x="689172" y="2292"/>
                    </a:cubicBezTo>
                    <a:cubicBezTo>
                      <a:pt x="689172" y="3078"/>
                      <a:pt x="687995" y="3732"/>
                      <a:pt x="686572" y="373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6" name="Freeform: Shape 305">
                <a:extLst>
                  <a:ext uri="{FF2B5EF4-FFF2-40B4-BE49-F238E27FC236}">
                    <a16:creationId xmlns:a16="http://schemas.microsoft.com/office/drawing/2014/main" id="{D2532480-D83D-4A91-970D-6176DB98B388}"/>
                  </a:ext>
                </a:extLst>
              </p:cNvPr>
              <p:cNvSpPr/>
              <p:nvPr/>
            </p:nvSpPr>
            <p:spPr>
              <a:xfrm>
                <a:off x="11444590" y="5720658"/>
                <a:ext cx="686490" cy="3623"/>
              </a:xfrm>
              <a:custGeom>
                <a:avLst/>
                <a:gdLst>
                  <a:gd name="connsiteX0" fmla="*/ 684011 w 686490"/>
                  <a:gd name="connsiteY0" fmla="*/ 3623 h 3623"/>
                  <a:gd name="connsiteX1" fmla="*/ 684011 w 686490"/>
                  <a:gd name="connsiteY1" fmla="*/ 3623 h 3623"/>
                  <a:gd name="connsiteX2" fmla="*/ 2478 w 686490"/>
                  <a:gd name="connsiteY2" fmla="*/ 2772 h 3623"/>
                  <a:gd name="connsiteX3" fmla="*/ 0 w 686490"/>
                  <a:gd name="connsiteY3" fmla="*/ 1397 h 3623"/>
                  <a:gd name="connsiteX4" fmla="*/ 2478 w 686490"/>
                  <a:gd name="connsiteY4" fmla="*/ 0 h 3623"/>
                  <a:gd name="connsiteX5" fmla="*/ 2478 w 686490"/>
                  <a:gd name="connsiteY5" fmla="*/ 0 h 3623"/>
                  <a:gd name="connsiteX6" fmla="*/ 684011 w 686490"/>
                  <a:gd name="connsiteY6" fmla="*/ 808 h 3623"/>
                  <a:gd name="connsiteX7" fmla="*/ 686491 w 686490"/>
                  <a:gd name="connsiteY7" fmla="*/ 2183 h 3623"/>
                  <a:gd name="connsiteX8" fmla="*/ 684011 w 686490"/>
                  <a:gd name="connsiteY8" fmla="*/ 3623 h 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6490" h="3623">
                    <a:moveTo>
                      <a:pt x="684011" y="3623"/>
                    </a:moveTo>
                    <a:lnTo>
                      <a:pt x="684011" y="3623"/>
                    </a:lnTo>
                    <a:lnTo>
                      <a:pt x="2478" y="2772"/>
                    </a:lnTo>
                    <a:cubicBezTo>
                      <a:pt x="1097" y="2772"/>
                      <a:pt x="0" y="2183"/>
                      <a:pt x="0" y="1397"/>
                    </a:cubicBezTo>
                    <a:cubicBezTo>
                      <a:pt x="0" y="611"/>
                      <a:pt x="1097" y="0"/>
                      <a:pt x="2478" y="0"/>
                    </a:cubicBezTo>
                    <a:lnTo>
                      <a:pt x="2478" y="0"/>
                    </a:lnTo>
                    <a:lnTo>
                      <a:pt x="684011" y="808"/>
                    </a:lnTo>
                    <a:cubicBezTo>
                      <a:pt x="685393" y="808"/>
                      <a:pt x="686491" y="1441"/>
                      <a:pt x="686491" y="2183"/>
                    </a:cubicBezTo>
                    <a:cubicBezTo>
                      <a:pt x="686491" y="2990"/>
                      <a:pt x="685393" y="3623"/>
                      <a:pt x="684011" y="362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7" name="Freeform: Shape 306">
                <a:extLst>
                  <a:ext uri="{FF2B5EF4-FFF2-40B4-BE49-F238E27FC236}">
                    <a16:creationId xmlns:a16="http://schemas.microsoft.com/office/drawing/2014/main" id="{7DC7D9F4-37F3-4354-AA66-F4711C98D985}"/>
                  </a:ext>
                </a:extLst>
              </p:cNvPr>
              <p:cNvSpPr/>
              <p:nvPr/>
            </p:nvSpPr>
            <p:spPr>
              <a:xfrm>
                <a:off x="11425488" y="5718781"/>
                <a:ext cx="683890" cy="3579"/>
              </a:xfrm>
              <a:custGeom>
                <a:avLst/>
                <a:gdLst>
                  <a:gd name="connsiteX0" fmla="*/ 681290 w 683890"/>
                  <a:gd name="connsiteY0" fmla="*/ 3580 h 3579"/>
                  <a:gd name="connsiteX1" fmla="*/ 681290 w 683890"/>
                  <a:gd name="connsiteY1" fmla="*/ 3580 h 3579"/>
                  <a:gd name="connsiteX2" fmla="*/ 2561 w 683890"/>
                  <a:gd name="connsiteY2" fmla="*/ 2837 h 3579"/>
                  <a:gd name="connsiteX3" fmla="*/ 0 w 683890"/>
                  <a:gd name="connsiteY3" fmla="*/ 1441 h 3579"/>
                  <a:gd name="connsiteX4" fmla="*/ 2561 w 683890"/>
                  <a:gd name="connsiteY4" fmla="*/ 0 h 3579"/>
                  <a:gd name="connsiteX5" fmla="*/ 2561 w 683890"/>
                  <a:gd name="connsiteY5" fmla="*/ 0 h 3579"/>
                  <a:gd name="connsiteX6" fmla="*/ 681290 w 683890"/>
                  <a:gd name="connsiteY6" fmla="*/ 742 h 3579"/>
                  <a:gd name="connsiteX7" fmla="*/ 683890 w 683890"/>
                  <a:gd name="connsiteY7" fmla="*/ 2183 h 3579"/>
                  <a:gd name="connsiteX8" fmla="*/ 681290 w 683890"/>
                  <a:gd name="connsiteY8" fmla="*/ 3558 h 3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3890" h="3579">
                    <a:moveTo>
                      <a:pt x="681290" y="3580"/>
                    </a:moveTo>
                    <a:lnTo>
                      <a:pt x="681290" y="3580"/>
                    </a:lnTo>
                    <a:lnTo>
                      <a:pt x="2561" y="2837"/>
                    </a:lnTo>
                    <a:cubicBezTo>
                      <a:pt x="1057" y="2837"/>
                      <a:pt x="0" y="2183"/>
                      <a:pt x="0" y="1441"/>
                    </a:cubicBezTo>
                    <a:cubicBezTo>
                      <a:pt x="0" y="633"/>
                      <a:pt x="1179" y="0"/>
                      <a:pt x="2561" y="0"/>
                    </a:cubicBezTo>
                    <a:lnTo>
                      <a:pt x="2561" y="0"/>
                    </a:lnTo>
                    <a:lnTo>
                      <a:pt x="681290" y="742"/>
                    </a:lnTo>
                    <a:cubicBezTo>
                      <a:pt x="682793" y="742"/>
                      <a:pt x="683890" y="1375"/>
                      <a:pt x="683890" y="2183"/>
                    </a:cubicBezTo>
                    <a:cubicBezTo>
                      <a:pt x="683890" y="2925"/>
                      <a:pt x="682793" y="3558"/>
                      <a:pt x="681290" y="355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8" name="Freeform: Shape 307">
                <a:extLst>
                  <a:ext uri="{FF2B5EF4-FFF2-40B4-BE49-F238E27FC236}">
                    <a16:creationId xmlns:a16="http://schemas.microsoft.com/office/drawing/2014/main" id="{0DB2B636-A6D5-4F30-A2D1-F8489B919E61}"/>
                  </a:ext>
                </a:extLst>
              </p:cNvPr>
              <p:cNvSpPr/>
              <p:nvPr/>
            </p:nvSpPr>
            <p:spPr>
              <a:xfrm>
                <a:off x="-40" y="5886003"/>
                <a:ext cx="279737" cy="15465"/>
              </a:xfrm>
              <a:custGeom>
                <a:avLst/>
                <a:gdLst>
                  <a:gd name="connsiteX0" fmla="*/ 276393 w 279737"/>
                  <a:gd name="connsiteY0" fmla="*/ 56 h 15465"/>
                  <a:gd name="connsiteX1" fmla="*/ 225633 w 279737"/>
                  <a:gd name="connsiteY1" fmla="*/ 2304 h 15465"/>
                  <a:gd name="connsiteX2" fmla="*/ 173004 w 279737"/>
                  <a:gd name="connsiteY2" fmla="*/ 6080 h 15465"/>
                  <a:gd name="connsiteX3" fmla="*/ 127325 w 279737"/>
                  <a:gd name="connsiteY3" fmla="*/ 9071 h 15465"/>
                  <a:gd name="connsiteX4" fmla="*/ 106355 w 279737"/>
                  <a:gd name="connsiteY4" fmla="*/ 9769 h 15465"/>
                  <a:gd name="connsiteX5" fmla="*/ 104323 w 279737"/>
                  <a:gd name="connsiteY5" fmla="*/ 9333 h 15465"/>
                  <a:gd name="connsiteX6" fmla="*/ 103063 w 279737"/>
                  <a:gd name="connsiteY6" fmla="*/ 9223 h 15465"/>
                  <a:gd name="connsiteX7" fmla="*/ 55717 w 279737"/>
                  <a:gd name="connsiteY7" fmla="*/ 12519 h 15465"/>
                  <a:gd name="connsiteX8" fmla="*/ 0 w 279737"/>
                  <a:gd name="connsiteY8" fmla="*/ 12628 h 15465"/>
                  <a:gd name="connsiteX9" fmla="*/ 0 w 279737"/>
                  <a:gd name="connsiteY9" fmla="*/ 15466 h 15465"/>
                  <a:gd name="connsiteX10" fmla="*/ 56043 w 279737"/>
                  <a:gd name="connsiteY10" fmla="*/ 15357 h 15465"/>
                  <a:gd name="connsiteX11" fmla="*/ 102982 w 279737"/>
                  <a:gd name="connsiteY11" fmla="*/ 12105 h 15465"/>
                  <a:gd name="connsiteX12" fmla="*/ 104973 w 279737"/>
                  <a:gd name="connsiteY12" fmla="*/ 12541 h 15465"/>
                  <a:gd name="connsiteX13" fmla="*/ 106070 w 279737"/>
                  <a:gd name="connsiteY13" fmla="*/ 12650 h 15465"/>
                  <a:gd name="connsiteX14" fmla="*/ 127772 w 279737"/>
                  <a:gd name="connsiteY14" fmla="*/ 11908 h 15465"/>
                  <a:gd name="connsiteX15" fmla="*/ 173655 w 279737"/>
                  <a:gd name="connsiteY15" fmla="*/ 8874 h 15465"/>
                  <a:gd name="connsiteX16" fmla="*/ 221529 w 279737"/>
                  <a:gd name="connsiteY16" fmla="*/ 5295 h 15465"/>
                  <a:gd name="connsiteX17" fmla="*/ 276515 w 279737"/>
                  <a:gd name="connsiteY17" fmla="*/ 3047 h 15465"/>
                  <a:gd name="connsiteX18" fmla="*/ 277937 w 279737"/>
                  <a:gd name="connsiteY18" fmla="*/ 2785 h 15465"/>
                  <a:gd name="connsiteX19" fmla="*/ 279644 w 279737"/>
                  <a:gd name="connsiteY19" fmla="*/ 1017 h 15465"/>
                  <a:gd name="connsiteX20" fmla="*/ 276393 w 279737"/>
                  <a:gd name="connsiteY20" fmla="*/ 56 h 1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79737" h="15465">
                    <a:moveTo>
                      <a:pt x="276393" y="56"/>
                    </a:moveTo>
                    <a:lnTo>
                      <a:pt x="225633" y="2304"/>
                    </a:lnTo>
                    <a:lnTo>
                      <a:pt x="173004" y="6080"/>
                    </a:lnTo>
                    <a:lnTo>
                      <a:pt x="127325" y="9071"/>
                    </a:lnTo>
                    <a:lnTo>
                      <a:pt x="106355" y="9769"/>
                    </a:lnTo>
                    <a:lnTo>
                      <a:pt x="104323" y="9333"/>
                    </a:lnTo>
                    <a:cubicBezTo>
                      <a:pt x="103916" y="9223"/>
                      <a:pt x="103469" y="9223"/>
                      <a:pt x="103063" y="9223"/>
                    </a:cubicBezTo>
                    <a:lnTo>
                      <a:pt x="55717" y="12519"/>
                    </a:lnTo>
                    <a:lnTo>
                      <a:pt x="0" y="12628"/>
                    </a:lnTo>
                    <a:lnTo>
                      <a:pt x="0" y="15466"/>
                    </a:lnTo>
                    <a:lnTo>
                      <a:pt x="56043" y="15357"/>
                    </a:lnTo>
                    <a:lnTo>
                      <a:pt x="102982" y="12105"/>
                    </a:lnTo>
                    <a:lnTo>
                      <a:pt x="104973" y="12541"/>
                    </a:lnTo>
                    <a:cubicBezTo>
                      <a:pt x="105339" y="12585"/>
                      <a:pt x="105664" y="12650"/>
                      <a:pt x="106070" y="12650"/>
                    </a:cubicBezTo>
                    <a:lnTo>
                      <a:pt x="127772" y="11908"/>
                    </a:lnTo>
                    <a:lnTo>
                      <a:pt x="173655" y="8874"/>
                    </a:lnTo>
                    <a:lnTo>
                      <a:pt x="221529" y="5295"/>
                    </a:lnTo>
                    <a:lnTo>
                      <a:pt x="276515" y="3047"/>
                    </a:lnTo>
                    <a:lnTo>
                      <a:pt x="277937" y="2785"/>
                    </a:lnTo>
                    <a:cubicBezTo>
                      <a:pt x="279278" y="2523"/>
                      <a:pt x="280010" y="1715"/>
                      <a:pt x="279644" y="1017"/>
                    </a:cubicBezTo>
                    <a:cubicBezTo>
                      <a:pt x="279197" y="275"/>
                      <a:pt x="277734" y="-162"/>
                      <a:pt x="276393" y="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09" name="Freeform: Shape 308">
                <a:extLst>
                  <a:ext uri="{FF2B5EF4-FFF2-40B4-BE49-F238E27FC236}">
                    <a16:creationId xmlns:a16="http://schemas.microsoft.com/office/drawing/2014/main" id="{603B1D58-9983-4791-BCF6-82AF0857E6BA}"/>
                  </a:ext>
                </a:extLst>
              </p:cNvPr>
              <p:cNvSpPr/>
              <p:nvPr/>
            </p:nvSpPr>
            <p:spPr>
              <a:xfrm>
                <a:off x="11387531" y="5715180"/>
                <a:ext cx="678932" cy="3470"/>
              </a:xfrm>
              <a:custGeom>
                <a:avLst/>
                <a:gdLst>
                  <a:gd name="connsiteX0" fmla="*/ 676371 w 678932"/>
                  <a:gd name="connsiteY0" fmla="*/ 3449 h 3470"/>
                  <a:gd name="connsiteX1" fmla="*/ 676371 w 678932"/>
                  <a:gd name="connsiteY1" fmla="*/ 3449 h 3470"/>
                  <a:gd name="connsiteX2" fmla="*/ 2478 w 678932"/>
                  <a:gd name="connsiteY2" fmla="*/ 2816 h 3470"/>
                  <a:gd name="connsiteX3" fmla="*/ 0 w 678932"/>
                  <a:gd name="connsiteY3" fmla="*/ 1441 h 3470"/>
                  <a:gd name="connsiteX4" fmla="*/ 2478 w 678932"/>
                  <a:gd name="connsiteY4" fmla="*/ 0 h 3470"/>
                  <a:gd name="connsiteX5" fmla="*/ 2478 w 678932"/>
                  <a:gd name="connsiteY5" fmla="*/ 0 h 3470"/>
                  <a:gd name="connsiteX6" fmla="*/ 676371 w 678932"/>
                  <a:gd name="connsiteY6" fmla="*/ 633 h 3470"/>
                  <a:gd name="connsiteX7" fmla="*/ 678932 w 678932"/>
                  <a:gd name="connsiteY7" fmla="*/ 2030 h 3470"/>
                  <a:gd name="connsiteX8" fmla="*/ 676371 w 678932"/>
                  <a:gd name="connsiteY8" fmla="*/ 3470 h 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932" h="3470">
                    <a:moveTo>
                      <a:pt x="676371" y="3449"/>
                    </a:moveTo>
                    <a:lnTo>
                      <a:pt x="676371" y="3449"/>
                    </a:lnTo>
                    <a:lnTo>
                      <a:pt x="2478" y="2816"/>
                    </a:lnTo>
                    <a:cubicBezTo>
                      <a:pt x="1097" y="2816"/>
                      <a:pt x="0" y="2183"/>
                      <a:pt x="0" y="1441"/>
                    </a:cubicBezTo>
                    <a:cubicBezTo>
                      <a:pt x="0" y="633"/>
                      <a:pt x="1097" y="0"/>
                      <a:pt x="2478" y="0"/>
                    </a:cubicBezTo>
                    <a:lnTo>
                      <a:pt x="2478" y="0"/>
                    </a:lnTo>
                    <a:lnTo>
                      <a:pt x="676371" y="633"/>
                    </a:lnTo>
                    <a:cubicBezTo>
                      <a:pt x="677753" y="633"/>
                      <a:pt x="678932" y="1266"/>
                      <a:pt x="678932" y="2030"/>
                    </a:cubicBezTo>
                    <a:cubicBezTo>
                      <a:pt x="678932" y="2837"/>
                      <a:pt x="677753" y="3470"/>
                      <a:pt x="676371" y="347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0" name="Freeform: Shape 309">
                <a:extLst>
                  <a:ext uri="{FF2B5EF4-FFF2-40B4-BE49-F238E27FC236}">
                    <a16:creationId xmlns:a16="http://schemas.microsoft.com/office/drawing/2014/main" id="{AB9C6F91-D003-4D6F-8B6E-2C254E781EB2}"/>
                  </a:ext>
                </a:extLst>
              </p:cNvPr>
              <p:cNvSpPr/>
              <p:nvPr/>
            </p:nvSpPr>
            <p:spPr>
              <a:xfrm>
                <a:off x="11368755" y="5713346"/>
                <a:ext cx="676412" cy="3426"/>
              </a:xfrm>
              <a:custGeom>
                <a:avLst/>
                <a:gdLst>
                  <a:gd name="connsiteX0" fmla="*/ 673933 w 676412"/>
                  <a:gd name="connsiteY0" fmla="*/ 3427 h 3426"/>
                  <a:gd name="connsiteX1" fmla="*/ 673933 w 676412"/>
                  <a:gd name="connsiteY1" fmla="*/ 3427 h 3426"/>
                  <a:gd name="connsiteX2" fmla="*/ 2602 w 676412"/>
                  <a:gd name="connsiteY2" fmla="*/ 2837 h 3426"/>
                  <a:gd name="connsiteX3" fmla="*/ 0 w 676412"/>
                  <a:gd name="connsiteY3" fmla="*/ 1397 h 3426"/>
                  <a:gd name="connsiteX4" fmla="*/ 2602 w 676412"/>
                  <a:gd name="connsiteY4" fmla="*/ 0 h 3426"/>
                  <a:gd name="connsiteX5" fmla="*/ 2602 w 676412"/>
                  <a:gd name="connsiteY5" fmla="*/ 0 h 3426"/>
                  <a:gd name="connsiteX6" fmla="*/ 673933 w 676412"/>
                  <a:gd name="connsiteY6" fmla="*/ 589 h 3426"/>
                  <a:gd name="connsiteX7" fmla="*/ 676413 w 676412"/>
                  <a:gd name="connsiteY7" fmla="*/ 2030 h 3426"/>
                  <a:gd name="connsiteX8" fmla="*/ 673933 w 676412"/>
                  <a:gd name="connsiteY8" fmla="*/ 3405 h 3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6412" h="3426">
                    <a:moveTo>
                      <a:pt x="673933" y="3427"/>
                    </a:moveTo>
                    <a:lnTo>
                      <a:pt x="673933" y="3427"/>
                    </a:lnTo>
                    <a:lnTo>
                      <a:pt x="2602" y="2837"/>
                    </a:lnTo>
                    <a:cubicBezTo>
                      <a:pt x="1219" y="2837"/>
                      <a:pt x="0" y="2183"/>
                      <a:pt x="0" y="1397"/>
                    </a:cubicBezTo>
                    <a:cubicBezTo>
                      <a:pt x="0" y="655"/>
                      <a:pt x="1179" y="0"/>
                      <a:pt x="2602" y="0"/>
                    </a:cubicBezTo>
                    <a:lnTo>
                      <a:pt x="2602" y="0"/>
                    </a:lnTo>
                    <a:lnTo>
                      <a:pt x="673933" y="589"/>
                    </a:lnTo>
                    <a:cubicBezTo>
                      <a:pt x="675316" y="589"/>
                      <a:pt x="676413" y="1222"/>
                      <a:pt x="676413" y="2030"/>
                    </a:cubicBezTo>
                    <a:cubicBezTo>
                      <a:pt x="676413" y="2772"/>
                      <a:pt x="675316" y="3405"/>
                      <a:pt x="673933" y="340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1" name="Freeform: Shape 310">
                <a:extLst>
                  <a:ext uri="{FF2B5EF4-FFF2-40B4-BE49-F238E27FC236}">
                    <a16:creationId xmlns:a16="http://schemas.microsoft.com/office/drawing/2014/main" id="{13102BCD-A839-4149-B763-3C04AF877391}"/>
                  </a:ext>
                </a:extLst>
              </p:cNvPr>
              <p:cNvSpPr/>
              <p:nvPr/>
            </p:nvSpPr>
            <p:spPr>
              <a:xfrm>
                <a:off x="11303406" y="5759505"/>
                <a:ext cx="719328" cy="15719"/>
              </a:xfrm>
              <a:custGeom>
                <a:avLst/>
                <a:gdLst>
                  <a:gd name="connsiteX0" fmla="*/ 716727 w 719328"/>
                  <a:gd name="connsiteY0" fmla="*/ 15720 h 15719"/>
                  <a:gd name="connsiteX1" fmla="*/ 716645 w 719328"/>
                  <a:gd name="connsiteY1" fmla="*/ 15720 h 15719"/>
                  <a:gd name="connsiteX2" fmla="*/ 650849 w 719328"/>
                  <a:gd name="connsiteY2" fmla="*/ 14650 h 15719"/>
                  <a:gd name="connsiteX3" fmla="*/ 585175 w 719328"/>
                  <a:gd name="connsiteY3" fmla="*/ 13319 h 15719"/>
                  <a:gd name="connsiteX4" fmla="*/ 322559 w 719328"/>
                  <a:gd name="connsiteY4" fmla="*/ 9106 h 15719"/>
                  <a:gd name="connsiteX5" fmla="*/ 256885 w 719328"/>
                  <a:gd name="connsiteY5" fmla="*/ 7731 h 15719"/>
                  <a:gd name="connsiteX6" fmla="*/ 191292 w 719328"/>
                  <a:gd name="connsiteY6" fmla="*/ 6072 h 15719"/>
                  <a:gd name="connsiteX7" fmla="*/ 125618 w 719328"/>
                  <a:gd name="connsiteY7" fmla="*/ 4741 h 15719"/>
                  <a:gd name="connsiteX8" fmla="*/ 60025 w 719328"/>
                  <a:gd name="connsiteY8" fmla="*/ 3824 h 15719"/>
                  <a:gd name="connsiteX9" fmla="*/ 2478 w 719328"/>
                  <a:gd name="connsiteY9" fmla="*/ 2820 h 15719"/>
                  <a:gd name="connsiteX10" fmla="*/ 0 w 719328"/>
                  <a:gd name="connsiteY10" fmla="*/ 1336 h 15719"/>
                  <a:gd name="connsiteX11" fmla="*/ 2682 w 719328"/>
                  <a:gd name="connsiteY11" fmla="*/ 5 h 15719"/>
                  <a:gd name="connsiteX12" fmla="*/ 60228 w 719328"/>
                  <a:gd name="connsiteY12" fmla="*/ 1030 h 15719"/>
                  <a:gd name="connsiteX13" fmla="*/ 125821 w 719328"/>
                  <a:gd name="connsiteY13" fmla="*/ 1947 h 15719"/>
                  <a:gd name="connsiteX14" fmla="*/ 191495 w 719328"/>
                  <a:gd name="connsiteY14" fmla="*/ 3279 h 15719"/>
                  <a:gd name="connsiteX15" fmla="*/ 257089 w 719328"/>
                  <a:gd name="connsiteY15" fmla="*/ 4915 h 15719"/>
                  <a:gd name="connsiteX16" fmla="*/ 322763 w 719328"/>
                  <a:gd name="connsiteY16" fmla="*/ 6312 h 15719"/>
                  <a:gd name="connsiteX17" fmla="*/ 585378 w 719328"/>
                  <a:gd name="connsiteY17" fmla="*/ 10569 h 15719"/>
                  <a:gd name="connsiteX18" fmla="*/ 651053 w 719328"/>
                  <a:gd name="connsiteY18" fmla="*/ 11835 h 15719"/>
                  <a:gd name="connsiteX19" fmla="*/ 716849 w 719328"/>
                  <a:gd name="connsiteY19" fmla="*/ 12904 h 15719"/>
                  <a:gd name="connsiteX20" fmla="*/ 719328 w 719328"/>
                  <a:gd name="connsiteY20" fmla="*/ 14345 h 15719"/>
                  <a:gd name="connsiteX21" fmla="*/ 716727 w 719328"/>
                  <a:gd name="connsiteY21" fmla="*/ 15720 h 1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19328" h="15719">
                    <a:moveTo>
                      <a:pt x="716727" y="15720"/>
                    </a:moveTo>
                    <a:lnTo>
                      <a:pt x="716645" y="15720"/>
                    </a:lnTo>
                    <a:lnTo>
                      <a:pt x="650849" y="14650"/>
                    </a:lnTo>
                    <a:lnTo>
                      <a:pt x="585175" y="13319"/>
                    </a:lnTo>
                    <a:lnTo>
                      <a:pt x="322559" y="9106"/>
                    </a:lnTo>
                    <a:lnTo>
                      <a:pt x="256885" y="7731"/>
                    </a:lnTo>
                    <a:lnTo>
                      <a:pt x="191292" y="6072"/>
                    </a:lnTo>
                    <a:lnTo>
                      <a:pt x="125618" y="4741"/>
                    </a:lnTo>
                    <a:lnTo>
                      <a:pt x="60025" y="3824"/>
                    </a:lnTo>
                    <a:lnTo>
                      <a:pt x="2478" y="2820"/>
                    </a:lnTo>
                    <a:cubicBezTo>
                      <a:pt x="1097" y="2777"/>
                      <a:pt x="0" y="2122"/>
                      <a:pt x="0" y="1336"/>
                    </a:cubicBezTo>
                    <a:cubicBezTo>
                      <a:pt x="81" y="594"/>
                      <a:pt x="1300" y="-61"/>
                      <a:pt x="2682" y="5"/>
                    </a:cubicBezTo>
                    <a:lnTo>
                      <a:pt x="60228" y="1030"/>
                    </a:lnTo>
                    <a:lnTo>
                      <a:pt x="125821" y="1947"/>
                    </a:lnTo>
                    <a:lnTo>
                      <a:pt x="191495" y="3279"/>
                    </a:lnTo>
                    <a:lnTo>
                      <a:pt x="257089" y="4915"/>
                    </a:lnTo>
                    <a:lnTo>
                      <a:pt x="322763" y="6312"/>
                    </a:lnTo>
                    <a:lnTo>
                      <a:pt x="585378" y="10569"/>
                    </a:lnTo>
                    <a:lnTo>
                      <a:pt x="651053" y="11835"/>
                    </a:lnTo>
                    <a:lnTo>
                      <a:pt x="716849" y="12904"/>
                    </a:lnTo>
                    <a:cubicBezTo>
                      <a:pt x="718231" y="12948"/>
                      <a:pt x="719328" y="13602"/>
                      <a:pt x="719328" y="14345"/>
                    </a:cubicBezTo>
                    <a:cubicBezTo>
                      <a:pt x="719206" y="15130"/>
                      <a:pt x="718149" y="15720"/>
                      <a:pt x="716727" y="1572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2" name="Freeform: Shape 311">
                <a:extLst>
                  <a:ext uri="{FF2B5EF4-FFF2-40B4-BE49-F238E27FC236}">
                    <a16:creationId xmlns:a16="http://schemas.microsoft.com/office/drawing/2014/main" id="{C8706992-7090-4EC5-A5EB-F22C1F2B9249}"/>
                  </a:ext>
                </a:extLst>
              </p:cNvPr>
              <p:cNvSpPr/>
              <p:nvPr/>
            </p:nvSpPr>
            <p:spPr>
              <a:xfrm>
                <a:off x="9119616" y="6512874"/>
                <a:ext cx="3072384" cy="9974"/>
              </a:xfrm>
              <a:custGeom>
                <a:avLst/>
                <a:gdLst>
                  <a:gd name="connsiteX0" fmla="*/ 3072384 w 3072384"/>
                  <a:gd name="connsiteY0" fmla="*/ 7137 h 9974"/>
                  <a:gd name="connsiteX1" fmla="*/ 2560 w 3072384"/>
                  <a:gd name="connsiteY1" fmla="*/ 0 h 9974"/>
                  <a:gd name="connsiteX2" fmla="*/ 2560 w 3072384"/>
                  <a:gd name="connsiteY2" fmla="*/ 0 h 9974"/>
                  <a:gd name="connsiteX3" fmla="*/ 0 w 3072384"/>
                  <a:gd name="connsiteY3" fmla="*/ 1375 h 9974"/>
                  <a:gd name="connsiteX4" fmla="*/ 2560 w 3072384"/>
                  <a:gd name="connsiteY4" fmla="*/ 2772 h 9974"/>
                  <a:gd name="connsiteX5" fmla="*/ 3072384 w 3072384"/>
                  <a:gd name="connsiteY5" fmla="*/ 9975 h 9974"/>
                  <a:gd name="connsiteX6" fmla="*/ 3072384 w 3072384"/>
                  <a:gd name="connsiteY6" fmla="*/ 7159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72384" h="9974">
                    <a:moveTo>
                      <a:pt x="3072384" y="7137"/>
                    </a:moveTo>
                    <a:lnTo>
                      <a:pt x="2560" y="0"/>
                    </a:lnTo>
                    <a:lnTo>
                      <a:pt x="2560" y="0"/>
                    </a:lnTo>
                    <a:cubicBezTo>
                      <a:pt x="1179" y="0"/>
                      <a:pt x="0" y="589"/>
                      <a:pt x="0" y="1375"/>
                    </a:cubicBezTo>
                    <a:cubicBezTo>
                      <a:pt x="0" y="2117"/>
                      <a:pt x="1097" y="2772"/>
                      <a:pt x="2560" y="2772"/>
                    </a:cubicBezTo>
                    <a:lnTo>
                      <a:pt x="3072384" y="9975"/>
                    </a:lnTo>
                    <a:lnTo>
                      <a:pt x="3072384" y="715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3" name="Freeform: Shape 312">
                <a:extLst>
                  <a:ext uri="{FF2B5EF4-FFF2-40B4-BE49-F238E27FC236}">
                    <a16:creationId xmlns:a16="http://schemas.microsoft.com/office/drawing/2014/main" id="{5E1EB33B-B439-46DF-8D70-AD41D84EED15}"/>
                  </a:ext>
                </a:extLst>
              </p:cNvPr>
              <p:cNvSpPr/>
              <p:nvPr/>
            </p:nvSpPr>
            <p:spPr>
              <a:xfrm>
                <a:off x="3781907" y="6080205"/>
                <a:ext cx="446689" cy="199016"/>
              </a:xfrm>
              <a:custGeom>
                <a:avLst/>
                <a:gdLst>
                  <a:gd name="connsiteX0" fmla="*/ 2530 w 446689"/>
                  <a:gd name="connsiteY0" fmla="*/ 199016 h 199016"/>
                  <a:gd name="connsiteX1" fmla="*/ 1554 w 446689"/>
                  <a:gd name="connsiteY1" fmla="*/ 198907 h 199016"/>
                  <a:gd name="connsiteX2" fmla="*/ 213 w 446689"/>
                  <a:gd name="connsiteY2" fmla="*/ 197052 h 199016"/>
                  <a:gd name="connsiteX3" fmla="*/ 22728 w 446689"/>
                  <a:gd name="connsiteY3" fmla="*/ 167957 h 199016"/>
                  <a:gd name="connsiteX4" fmla="*/ 44836 w 446689"/>
                  <a:gd name="connsiteY4" fmla="*/ 142224 h 199016"/>
                  <a:gd name="connsiteX5" fmla="*/ 66497 w 446689"/>
                  <a:gd name="connsiteY5" fmla="*/ 114613 h 199016"/>
                  <a:gd name="connsiteX6" fmla="*/ 87833 w 446689"/>
                  <a:gd name="connsiteY6" fmla="*/ 81939 h 199016"/>
                  <a:gd name="connsiteX7" fmla="*/ 108885 w 446689"/>
                  <a:gd name="connsiteY7" fmla="*/ 57275 h 199016"/>
                  <a:gd name="connsiteX8" fmla="*/ 109576 w 446689"/>
                  <a:gd name="connsiteY8" fmla="*/ 56795 h 199016"/>
                  <a:gd name="connsiteX9" fmla="*/ 130018 w 446689"/>
                  <a:gd name="connsiteY9" fmla="*/ 47628 h 199016"/>
                  <a:gd name="connsiteX10" fmla="*/ 131724 w 446689"/>
                  <a:gd name="connsiteY10" fmla="*/ 47366 h 199016"/>
                  <a:gd name="connsiteX11" fmla="*/ 263398 w 446689"/>
                  <a:gd name="connsiteY11" fmla="*/ 50465 h 199016"/>
                  <a:gd name="connsiteX12" fmla="*/ 393812 w 446689"/>
                  <a:gd name="connsiteY12" fmla="*/ 51207 h 199016"/>
                  <a:gd name="connsiteX13" fmla="*/ 410637 w 446689"/>
                  <a:gd name="connsiteY13" fmla="*/ 38788 h 199016"/>
                  <a:gd name="connsiteX14" fmla="*/ 426649 w 446689"/>
                  <a:gd name="connsiteY14" fmla="*/ 22702 h 199016"/>
                  <a:gd name="connsiteX15" fmla="*/ 441767 w 446689"/>
                  <a:gd name="connsiteY15" fmla="*/ 897 h 199016"/>
                  <a:gd name="connsiteX16" fmla="*/ 445099 w 446689"/>
                  <a:gd name="connsiteY16" fmla="*/ 89 h 199016"/>
                  <a:gd name="connsiteX17" fmla="*/ 446522 w 446689"/>
                  <a:gd name="connsiteY17" fmla="*/ 1901 h 199016"/>
                  <a:gd name="connsiteX18" fmla="*/ 431241 w 446689"/>
                  <a:gd name="connsiteY18" fmla="*/ 23858 h 199016"/>
                  <a:gd name="connsiteX19" fmla="*/ 414823 w 446689"/>
                  <a:gd name="connsiteY19" fmla="*/ 40272 h 199016"/>
                  <a:gd name="connsiteX20" fmla="*/ 397063 w 446689"/>
                  <a:gd name="connsiteY20" fmla="*/ 53433 h 199016"/>
                  <a:gd name="connsiteX21" fmla="*/ 395031 w 446689"/>
                  <a:gd name="connsiteY21" fmla="*/ 54023 h 199016"/>
                  <a:gd name="connsiteX22" fmla="*/ 263276 w 446689"/>
                  <a:gd name="connsiteY22" fmla="*/ 53281 h 199016"/>
                  <a:gd name="connsiteX23" fmla="*/ 132456 w 446689"/>
                  <a:gd name="connsiteY23" fmla="*/ 50181 h 199016"/>
                  <a:gd name="connsiteX24" fmla="*/ 113274 w 446689"/>
                  <a:gd name="connsiteY24" fmla="*/ 58759 h 199016"/>
                  <a:gd name="connsiteX25" fmla="*/ 92588 w 446689"/>
                  <a:gd name="connsiteY25" fmla="*/ 83008 h 199016"/>
                  <a:gd name="connsiteX26" fmla="*/ 71252 w 446689"/>
                  <a:gd name="connsiteY26" fmla="*/ 115683 h 199016"/>
                  <a:gd name="connsiteX27" fmla="*/ 49469 w 446689"/>
                  <a:gd name="connsiteY27" fmla="*/ 143381 h 199016"/>
                  <a:gd name="connsiteX28" fmla="*/ 27361 w 446689"/>
                  <a:gd name="connsiteY28" fmla="*/ 169114 h 199016"/>
                  <a:gd name="connsiteX29" fmla="*/ 4887 w 446689"/>
                  <a:gd name="connsiteY29" fmla="*/ 198165 h 199016"/>
                  <a:gd name="connsiteX30" fmla="*/ 2570 w 446689"/>
                  <a:gd name="connsiteY30" fmla="*/ 199016 h 199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6689" h="199016">
                    <a:moveTo>
                      <a:pt x="2530" y="199016"/>
                    </a:moveTo>
                    <a:cubicBezTo>
                      <a:pt x="2164" y="199016"/>
                      <a:pt x="1880" y="198951"/>
                      <a:pt x="1554" y="198907"/>
                    </a:cubicBezTo>
                    <a:cubicBezTo>
                      <a:pt x="254" y="198580"/>
                      <a:pt x="-356" y="197729"/>
                      <a:pt x="213" y="197052"/>
                    </a:cubicBezTo>
                    <a:lnTo>
                      <a:pt x="22728" y="167957"/>
                    </a:lnTo>
                    <a:lnTo>
                      <a:pt x="44836" y="142224"/>
                    </a:lnTo>
                    <a:lnTo>
                      <a:pt x="66497" y="114613"/>
                    </a:lnTo>
                    <a:lnTo>
                      <a:pt x="87833" y="81939"/>
                    </a:lnTo>
                    <a:lnTo>
                      <a:pt x="108885" y="57275"/>
                    </a:lnTo>
                    <a:cubicBezTo>
                      <a:pt x="109047" y="57122"/>
                      <a:pt x="109291" y="56947"/>
                      <a:pt x="109576" y="56795"/>
                    </a:cubicBezTo>
                    <a:lnTo>
                      <a:pt x="130018" y="47628"/>
                    </a:lnTo>
                    <a:cubicBezTo>
                      <a:pt x="130505" y="47409"/>
                      <a:pt x="131115" y="47366"/>
                      <a:pt x="131724" y="47366"/>
                    </a:cubicBezTo>
                    <a:lnTo>
                      <a:pt x="263398" y="50465"/>
                    </a:lnTo>
                    <a:lnTo>
                      <a:pt x="393812" y="51207"/>
                    </a:lnTo>
                    <a:lnTo>
                      <a:pt x="410637" y="38788"/>
                    </a:lnTo>
                    <a:lnTo>
                      <a:pt x="426649" y="22702"/>
                    </a:lnTo>
                    <a:lnTo>
                      <a:pt x="441767" y="897"/>
                    </a:lnTo>
                    <a:cubicBezTo>
                      <a:pt x="442296" y="155"/>
                      <a:pt x="443799" y="-173"/>
                      <a:pt x="445099" y="89"/>
                    </a:cubicBezTo>
                    <a:cubicBezTo>
                      <a:pt x="446400" y="351"/>
                      <a:pt x="447009" y="1159"/>
                      <a:pt x="446522" y="1901"/>
                    </a:cubicBezTo>
                    <a:lnTo>
                      <a:pt x="431241" y="23858"/>
                    </a:lnTo>
                    <a:lnTo>
                      <a:pt x="414823" y="40272"/>
                    </a:lnTo>
                    <a:lnTo>
                      <a:pt x="397063" y="53433"/>
                    </a:lnTo>
                    <a:cubicBezTo>
                      <a:pt x="396576" y="53804"/>
                      <a:pt x="395762" y="53957"/>
                      <a:pt x="395031" y="54023"/>
                    </a:cubicBezTo>
                    <a:lnTo>
                      <a:pt x="263276" y="53281"/>
                    </a:lnTo>
                    <a:lnTo>
                      <a:pt x="132456" y="50181"/>
                    </a:lnTo>
                    <a:lnTo>
                      <a:pt x="113274" y="58759"/>
                    </a:lnTo>
                    <a:lnTo>
                      <a:pt x="92588" y="83008"/>
                    </a:lnTo>
                    <a:lnTo>
                      <a:pt x="71252" y="115683"/>
                    </a:lnTo>
                    <a:lnTo>
                      <a:pt x="49469" y="143381"/>
                    </a:lnTo>
                    <a:lnTo>
                      <a:pt x="27361" y="169114"/>
                    </a:lnTo>
                    <a:lnTo>
                      <a:pt x="4887" y="198165"/>
                    </a:lnTo>
                    <a:cubicBezTo>
                      <a:pt x="4481" y="198689"/>
                      <a:pt x="3546" y="199016"/>
                      <a:pt x="2570" y="1990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4" name="Freeform: Shape 313">
                <a:extLst>
                  <a:ext uri="{FF2B5EF4-FFF2-40B4-BE49-F238E27FC236}">
                    <a16:creationId xmlns:a16="http://schemas.microsoft.com/office/drawing/2014/main" id="{3F045580-F6B5-4A40-914C-62C49BBB94E5}"/>
                  </a:ext>
                </a:extLst>
              </p:cNvPr>
              <p:cNvSpPr/>
              <p:nvPr/>
            </p:nvSpPr>
            <p:spPr>
              <a:xfrm>
                <a:off x="7772446" y="6749487"/>
                <a:ext cx="97489" cy="153405"/>
              </a:xfrm>
              <a:custGeom>
                <a:avLst/>
                <a:gdLst>
                  <a:gd name="connsiteX0" fmla="*/ 36366 w 97489"/>
                  <a:gd name="connsiteY0" fmla="*/ 65313 h 153405"/>
                  <a:gd name="connsiteX1" fmla="*/ 55142 w 97489"/>
                  <a:gd name="connsiteY1" fmla="*/ 96700 h 153405"/>
                  <a:gd name="connsiteX2" fmla="*/ 74365 w 97489"/>
                  <a:gd name="connsiteY2" fmla="*/ 127235 h 153405"/>
                  <a:gd name="connsiteX3" fmla="*/ 92043 w 97489"/>
                  <a:gd name="connsiteY3" fmla="*/ 153405 h 153405"/>
                  <a:gd name="connsiteX4" fmla="*/ 97489 w 97489"/>
                  <a:gd name="connsiteY4" fmla="*/ 153405 h 153405"/>
                  <a:gd name="connsiteX5" fmla="*/ 79120 w 97489"/>
                  <a:gd name="connsiteY5" fmla="*/ 126275 h 153405"/>
                  <a:gd name="connsiteX6" fmla="*/ 59856 w 97489"/>
                  <a:gd name="connsiteY6" fmla="*/ 95783 h 153405"/>
                  <a:gd name="connsiteX7" fmla="*/ 41203 w 97489"/>
                  <a:gd name="connsiteY7" fmla="*/ 64462 h 153405"/>
                  <a:gd name="connsiteX8" fmla="*/ 22833 w 97489"/>
                  <a:gd name="connsiteY8" fmla="*/ 30849 h 153405"/>
                  <a:gd name="connsiteX9" fmla="*/ 4952 w 97489"/>
                  <a:gd name="connsiteY9" fmla="*/ 969 h 153405"/>
                  <a:gd name="connsiteX10" fmla="*/ 1782 w 97489"/>
                  <a:gd name="connsiteY10" fmla="*/ 52 h 153405"/>
                  <a:gd name="connsiteX11" fmla="*/ 116 w 97489"/>
                  <a:gd name="connsiteY11" fmla="*/ 1864 h 153405"/>
                  <a:gd name="connsiteX12" fmla="*/ 17957 w 97489"/>
                  <a:gd name="connsiteY12" fmla="*/ 31701 h 153405"/>
                  <a:gd name="connsiteX13" fmla="*/ 36326 w 97489"/>
                  <a:gd name="connsiteY13" fmla="*/ 65313 h 15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89" h="153405">
                    <a:moveTo>
                      <a:pt x="36366" y="65313"/>
                    </a:moveTo>
                    <a:lnTo>
                      <a:pt x="55142" y="96700"/>
                    </a:lnTo>
                    <a:lnTo>
                      <a:pt x="74365" y="127235"/>
                    </a:lnTo>
                    <a:lnTo>
                      <a:pt x="92043" y="153405"/>
                    </a:lnTo>
                    <a:lnTo>
                      <a:pt x="97489" y="153405"/>
                    </a:lnTo>
                    <a:lnTo>
                      <a:pt x="79120" y="126275"/>
                    </a:lnTo>
                    <a:lnTo>
                      <a:pt x="59856" y="95783"/>
                    </a:lnTo>
                    <a:lnTo>
                      <a:pt x="41203" y="64462"/>
                    </a:lnTo>
                    <a:lnTo>
                      <a:pt x="22833" y="30849"/>
                    </a:lnTo>
                    <a:lnTo>
                      <a:pt x="4952" y="969"/>
                    </a:lnTo>
                    <a:cubicBezTo>
                      <a:pt x="4464" y="227"/>
                      <a:pt x="3082" y="-144"/>
                      <a:pt x="1782" y="52"/>
                    </a:cubicBezTo>
                    <a:cubicBezTo>
                      <a:pt x="400" y="314"/>
                      <a:pt x="-291" y="1122"/>
                      <a:pt x="116" y="1864"/>
                    </a:cubicBezTo>
                    <a:lnTo>
                      <a:pt x="17957" y="31701"/>
                    </a:lnTo>
                    <a:lnTo>
                      <a:pt x="36326" y="6531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5" name="Freeform: Shape 314">
                <a:extLst>
                  <a:ext uri="{FF2B5EF4-FFF2-40B4-BE49-F238E27FC236}">
                    <a16:creationId xmlns:a16="http://schemas.microsoft.com/office/drawing/2014/main" id="{C5339F5D-1067-4CCA-833D-3FF91C45BC9E}"/>
                  </a:ext>
                </a:extLst>
              </p:cNvPr>
              <p:cNvSpPr/>
              <p:nvPr/>
            </p:nvSpPr>
            <p:spPr>
              <a:xfrm>
                <a:off x="0" y="5894288"/>
                <a:ext cx="1009050" cy="50419"/>
              </a:xfrm>
              <a:custGeom>
                <a:avLst/>
                <a:gdLst>
                  <a:gd name="connsiteX0" fmla="*/ 1006368 w 1009050"/>
                  <a:gd name="connsiteY0" fmla="*/ 22 h 50419"/>
                  <a:gd name="connsiteX1" fmla="*/ 938012 w 1009050"/>
                  <a:gd name="connsiteY1" fmla="*/ 1091 h 50419"/>
                  <a:gd name="connsiteX2" fmla="*/ 930981 w 1009050"/>
                  <a:gd name="connsiteY2" fmla="*/ 1048 h 50419"/>
                  <a:gd name="connsiteX3" fmla="*/ 928055 w 1009050"/>
                  <a:gd name="connsiteY3" fmla="*/ 786 h 50419"/>
                  <a:gd name="connsiteX4" fmla="*/ 887253 w 1009050"/>
                  <a:gd name="connsiteY4" fmla="*/ 1899 h 50419"/>
                  <a:gd name="connsiteX5" fmla="*/ 885424 w 1009050"/>
                  <a:gd name="connsiteY5" fmla="*/ 2423 h 50419"/>
                  <a:gd name="connsiteX6" fmla="*/ 843402 w 1009050"/>
                  <a:gd name="connsiteY6" fmla="*/ 31365 h 50419"/>
                  <a:gd name="connsiteX7" fmla="*/ 724408 w 1009050"/>
                  <a:gd name="connsiteY7" fmla="*/ 37498 h 50419"/>
                  <a:gd name="connsiteX8" fmla="*/ 604561 w 1009050"/>
                  <a:gd name="connsiteY8" fmla="*/ 44810 h 50419"/>
                  <a:gd name="connsiteX9" fmla="*/ 484876 w 1009050"/>
                  <a:gd name="connsiteY9" fmla="*/ 47626 h 50419"/>
                  <a:gd name="connsiteX10" fmla="*/ 365191 w 1009050"/>
                  <a:gd name="connsiteY10" fmla="*/ 46294 h 50419"/>
                  <a:gd name="connsiteX11" fmla="*/ 245709 w 1009050"/>
                  <a:gd name="connsiteY11" fmla="*/ 44002 h 50419"/>
                  <a:gd name="connsiteX12" fmla="*/ 6828 w 1009050"/>
                  <a:gd name="connsiteY12" fmla="*/ 32587 h 50419"/>
                  <a:gd name="connsiteX13" fmla="*/ 4592 w 1009050"/>
                  <a:gd name="connsiteY13" fmla="*/ 33176 h 50419"/>
                  <a:gd name="connsiteX14" fmla="*/ 0 w 1009050"/>
                  <a:gd name="connsiteY14" fmla="*/ 36472 h 50419"/>
                  <a:gd name="connsiteX15" fmla="*/ 0 w 1009050"/>
                  <a:gd name="connsiteY15" fmla="*/ 41056 h 50419"/>
                  <a:gd name="connsiteX16" fmla="*/ 7803 w 1009050"/>
                  <a:gd name="connsiteY16" fmla="*/ 35446 h 50419"/>
                  <a:gd name="connsiteX17" fmla="*/ 245384 w 1009050"/>
                  <a:gd name="connsiteY17" fmla="*/ 46796 h 50419"/>
                  <a:gd name="connsiteX18" fmla="*/ 365028 w 1009050"/>
                  <a:gd name="connsiteY18" fmla="*/ 49088 h 50419"/>
                  <a:gd name="connsiteX19" fmla="*/ 484876 w 1009050"/>
                  <a:gd name="connsiteY19" fmla="*/ 50419 h 50419"/>
                  <a:gd name="connsiteX20" fmla="*/ 604886 w 1009050"/>
                  <a:gd name="connsiteY20" fmla="*/ 47538 h 50419"/>
                  <a:gd name="connsiteX21" fmla="*/ 724896 w 1009050"/>
                  <a:gd name="connsiteY21" fmla="*/ 40292 h 50419"/>
                  <a:gd name="connsiteX22" fmla="*/ 844946 w 1009050"/>
                  <a:gd name="connsiteY22" fmla="*/ 34115 h 50419"/>
                  <a:gd name="connsiteX23" fmla="*/ 846694 w 1009050"/>
                  <a:gd name="connsiteY23" fmla="*/ 33569 h 50419"/>
                  <a:gd name="connsiteX24" fmla="*/ 888675 w 1009050"/>
                  <a:gd name="connsiteY24" fmla="*/ 4649 h 50419"/>
                  <a:gd name="connsiteX25" fmla="*/ 927730 w 1009050"/>
                  <a:gd name="connsiteY25" fmla="*/ 3580 h 50419"/>
                  <a:gd name="connsiteX26" fmla="*/ 930493 w 1009050"/>
                  <a:gd name="connsiteY26" fmla="*/ 3841 h 50419"/>
                  <a:gd name="connsiteX27" fmla="*/ 938093 w 1009050"/>
                  <a:gd name="connsiteY27" fmla="*/ 3885 h 50419"/>
                  <a:gd name="connsiteX28" fmla="*/ 1006572 w 1009050"/>
                  <a:gd name="connsiteY28" fmla="*/ 2772 h 50419"/>
                  <a:gd name="connsiteX29" fmla="*/ 1009051 w 1009050"/>
                  <a:gd name="connsiteY29" fmla="*/ 1331 h 50419"/>
                  <a:gd name="connsiteX30" fmla="*/ 1006409 w 1009050"/>
                  <a:gd name="connsiteY30" fmla="*/ 0 h 5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050" h="50419">
                    <a:moveTo>
                      <a:pt x="1006368" y="22"/>
                    </a:moveTo>
                    <a:lnTo>
                      <a:pt x="938012" y="1091"/>
                    </a:lnTo>
                    <a:lnTo>
                      <a:pt x="930981" y="1048"/>
                    </a:lnTo>
                    <a:lnTo>
                      <a:pt x="928055" y="786"/>
                    </a:lnTo>
                    <a:lnTo>
                      <a:pt x="887253" y="1899"/>
                    </a:lnTo>
                    <a:cubicBezTo>
                      <a:pt x="886521" y="1899"/>
                      <a:pt x="885871" y="2117"/>
                      <a:pt x="885424" y="2423"/>
                    </a:cubicBezTo>
                    <a:lnTo>
                      <a:pt x="843402" y="31365"/>
                    </a:lnTo>
                    <a:lnTo>
                      <a:pt x="724408" y="37498"/>
                    </a:lnTo>
                    <a:lnTo>
                      <a:pt x="604561" y="44810"/>
                    </a:lnTo>
                    <a:lnTo>
                      <a:pt x="484876" y="47626"/>
                    </a:lnTo>
                    <a:lnTo>
                      <a:pt x="365191" y="46294"/>
                    </a:lnTo>
                    <a:lnTo>
                      <a:pt x="245709" y="44002"/>
                    </a:lnTo>
                    <a:lnTo>
                      <a:pt x="6828" y="32587"/>
                    </a:lnTo>
                    <a:cubicBezTo>
                      <a:pt x="5933" y="32522"/>
                      <a:pt x="5080" y="32740"/>
                      <a:pt x="4592" y="33176"/>
                    </a:cubicBezTo>
                    <a:lnTo>
                      <a:pt x="0" y="36472"/>
                    </a:lnTo>
                    <a:lnTo>
                      <a:pt x="0" y="41056"/>
                    </a:lnTo>
                    <a:lnTo>
                      <a:pt x="7803" y="35446"/>
                    </a:lnTo>
                    <a:lnTo>
                      <a:pt x="245384" y="46796"/>
                    </a:lnTo>
                    <a:lnTo>
                      <a:pt x="365028" y="49088"/>
                    </a:lnTo>
                    <a:lnTo>
                      <a:pt x="484876" y="50419"/>
                    </a:lnTo>
                    <a:lnTo>
                      <a:pt x="604886" y="47538"/>
                    </a:lnTo>
                    <a:lnTo>
                      <a:pt x="724896" y="40292"/>
                    </a:lnTo>
                    <a:lnTo>
                      <a:pt x="844946" y="34115"/>
                    </a:lnTo>
                    <a:cubicBezTo>
                      <a:pt x="845637" y="34049"/>
                      <a:pt x="846287" y="33853"/>
                      <a:pt x="846694" y="33569"/>
                    </a:cubicBezTo>
                    <a:lnTo>
                      <a:pt x="888675" y="4649"/>
                    </a:lnTo>
                    <a:lnTo>
                      <a:pt x="927730" y="3580"/>
                    </a:lnTo>
                    <a:lnTo>
                      <a:pt x="930493" y="3841"/>
                    </a:lnTo>
                    <a:lnTo>
                      <a:pt x="938093" y="3885"/>
                    </a:lnTo>
                    <a:lnTo>
                      <a:pt x="1006572" y="2772"/>
                    </a:lnTo>
                    <a:cubicBezTo>
                      <a:pt x="1007953" y="2772"/>
                      <a:pt x="1009051" y="2139"/>
                      <a:pt x="1009051" y="1331"/>
                    </a:cubicBezTo>
                    <a:cubicBezTo>
                      <a:pt x="1009010" y="589"/>
                      <a:pt x="1007791" y="0"/>
                      <a:pt x="1006409" y="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6" name="Freeform: Shape 315">
                <a:extLst>
                  <a:ext uri="{FF2B5EF4-FFF2-40B4-BE49-F238E27FC236}">
                    <a16:creationId xmlns:a16="http://schemas.microsoft.com/office/drawing/2014/main" id="{44EFA7C0-68C9-456D-92A3-F8FBEB7B7498}"/>
                  </a:ext>
                </a:extLst>
              </p:cNvPr>
              <p:cNvSpPr/>
              <p:nvPr/>
            </p:nvSpPr>
            <p:spPr>
              <a:xfrm>
                <a:off x="3877109" y="5971788"/>
                <a:ext cx="350375" cy="358528"/>
              </a:xfrm>
              <a:custGeom>
                <a:avLst/>
                <a:gdLst>
                  <a:gd name="connsiteX0" fmla="*/ 2547 w 350375"/>
                  <a:gd name="connsiteY0" fmla="*/ 358529 h 358528"/>
                  <a:gd name="connsiteX1" fmla="*/ 1572 w 350375"/>
                  <a:gd name="connsiteY1" fmla="*/ 358420 h 358528"/>
                  <a:gd name="connsiteX2" fmla="*/ 231 w 350375"/>
                  <a:gd name="connsiteY2" fmla="*/ 356564 h 358528"/>
                  <a:gd name="connsiteX3" fmla="*/ 43878 w 350375"/>
                  <a:gd name="connsiteY3" fmla="*/ 299772 h 358528"/>
                  <a:gd name="connsiteX4" fmla="*/ 65173 w 350375"/>
                  <a:gd name="connsiteY4" fmla="*/ 272598 h 358528"/>
                  <a:gd name="connsiteX5" fmla="*/ 86062 w 350375"/>
                  <a:gd name="connsiteY5" fmla="*/ 250051 h 358528"/>
                  <a:gd name="connsiteX6" fmla="*/ 106504 w 350375"/>
                  <a:gd name="connsiteY6" fmla="*/ 223510 h 358528"/>
                  <a:gd name="connsiteX7" fmla="*/ 126621 w 350375"/>
                  <a:gd name="connsiteY7" fmla="*/ 191905 h 358528"/>
                  <a:gd name="connsiteX8" fmla="*/ 146535 w 350375"/>
                  <a:gd name="connsiteY8" fmla="*/ 168311 h 358528"/>
                  <a:gd name="connsiteX9" fmla="*/ 147226 w 350375"/>
                  <a:gd name="connsiteY9" fmla="*/ 167830 h 358528"/>
                  <a:gd name="connsiteX10" fmla="*/ 166530 w 350375"/>
                  <a:gd name="connsiteY10" fmla="*/ 159187 h 358528"/>
                  <a:gd name="connsiteX11" fmla="*/ 184899 w 350375"/>
                  <a:gd name="connsiteY11" fmla="*/ 145960 h 358528"/>
                  <a:gd name="connsiteX12" fmla="*/ 202090 w 350375"/>
                  <a:gd name="connsiteY12" fmla="*/ 128957 h 358528"/>
                  <a:gd name="connsiteX13" fmla="*/ 218427 w 350375"/>
                  <a:gd name="connsiteY13" fmla="*/ 107698 h 358528"/>
                  <a:gd name="connsiteX14" fmla="*/ 219646 w 350375"/>
                  <a:gd name="connsiteY14" fmla="*/ 106956 h 358528"/>
                  <a:gd name="connsiteX15" fmla="*/ 236024 w 350375"/>
                  <a:gd name="connsiteY15" fmla="*/ 102525 h 358528"/>
                  <a:gd name="connsiteX16" fmla="*/ 236959 w 350375"/>
                  <a:gd name="connsiteY16" fmla="*/ 102373 h 358528"/>
                  <a:gd name="connsiteX17" fmla="*/ 248663 w 350375"/>
                  <a:gd name="connsiteY17" fmla="*/ 101892 h 358528"/>
                  <a:gd name="connsiteX18" fmla="*/ 260896 w 350375"/>
                  <a:gd name="connsiteY18" fmla="*/ 94319 h 358528"/>
                  <a:gd name="connsiteX19" fmla="*/ 273291 w 350375"/>
                  <a:gd name="connsiteY19" fmla="*/ 81114 h 358528"/>
                  <a:gd name="connsiteX20" fmla="*/ 298691 w 350375"/>
                  <a:gd name="connsiteY20" fmla="*/ 43856 h 358528"/>
                  <a:gd name="connsiteX21" fmla="*/ 312834 w 350375"/>
                  <a:gd name="connsiteY21" fmla="*/ 28512 h 358528"/>
                  <a:gd name="connsiteX22" fmla="*/ 328480 w 350375"/>
                  <a:gd name="connsiteY22" fmla="*/ 13953 h 358528"/>
                  <a:gd name="connsiteX23" fmla="*/ 345752 w 350375"/>
                  <a:gd name="connsiteY23" fmla="*/ 574 h 358528"/>
                  <a:gd name="connsiteX24" fmla="*/ 349328 w 350375"/>
                  <a:gd name="connsiteY24" fmla="*/ 246 h 358528"/>
                  <a:gd name="connsiteX25" fmla="*/ 349897 w 350375"/>
                  <a:gd name="connsiteY25" fmla="*/ 2211 h 358528"/>
                  <a:gd name="connsiteX26" fmla="*/ 332747 w 350375"/>
                  <a:gd name="connsiteY26" fmla="*/ 15481 h 358528"/>
                  <a:gd name="connsiteX27" fmla="*/ 317385 w 350375"/>
                  <a:gd name="connsiteY27" fmla="*/ 29821 h 358528"/>
                  <a:gd name="connsiteX28" fmla="*/ 303405 w 350375"/>
                  <a:gd name="connsiteY28" fmla="*/ 44947 h 358528"/>
                  <a:gd name="connsiteX29" fmla="*/ 278005 w 350375"/>
                  <a:gd name="connsiteY29" fmla="*/ 82249 h 358528"/>
                  <a:gd name="connsiteX30" fmla="*/ 265325 w 350375"/>
                  <a:gd name="connsiteY30" fmla="*/ 95781 h 358528"/>
                  <a:gd name="connsiteX31" fmla="*/ 264960 w 350375"/>
                  <a:gd name="connsiteY31" fmla="*/ 96043 h 358528"/>
                  <a:gd name="connsiteX32" fmla="*/ 251874 w 350375"/>
                  <a:gd name="connsiteY32" fmla="*/ 104141 h 358528"/>
                  <a:gd name="connsiteX33" fmla="*/ 250126 w 350375"/>
                  <a:gd name="connsiteY33" fmla="*/ 104621 h 358528"/>
                  <a:gd name="connsiteX34" fmla="*/ 237893 w 350375"/>
                  <a:gd name="connsiteY34" fmla="*/ 105145 h 358528"/>
                  <a:gd name="connsiteX35" fmla="*/ 222816 w 350375"/>
                  <a:gd name="connsiteY35" fmla="*/ 109182 h 358528"/>
                  <a:gd name="connsiteX36" fmla="*/ 206682 w 350375"/>
                  <a:gd name="connsiteY36" fmla="*/ 130136 h 358528"/>
                  <a:gd name="connsiteX37" fmla="*/ 189166 w 350375"/>
                  <a:gd name="connsiteY37" fmla="*/ 147444 h 358528"/>
                  <a:gd name="connsiteX38" fmla="*/ 170228 w 350375"/>
                  <a:gd name="connsiteY38" fmla="*/ 161086 h 358528"/>
                  <a:gd name="connsiteX39" fmla="*/ 150964 w 350375"/>
                  <a:gd name="connsiteY39" fmla="*/ 169729 h 358528"/>
                  <a:gd name="connsiteX40" fmla="*/ 131417 w 350375"/>
                  <a:gd name="connsiteY40" fmla="*/ 192909 h 358528"/>
                  <a:gd name="connsiteX41" fmla="*/ 111259 w 350375"/>
                  <a:gd name="connsiteY41" fmla="*/ 224448 h 358528"/>
                  <a:gd name="connsiteX42" fmla="*/ 90736 w 350375"/>
                  <a:gd name="connsiteY42" fmla="*/ 251142 h 358528"/>
                  <a:gd name="connsiteX43" fmla="*/ 69806 w 350375"/>
                  <a:gd name="connsiteY43" fmla="*/ 273689 h 358528"/>
                  <a:gd name="connsiteX44" fmla="*/ 27012 w 350375"/>
                  <a:gd name="connsiteY44" fmla="*/ 328779 h 358528"/>
                  <a:gd name="connsiteX45" fmla="*/ 4986 w 350375"/>
                  <a:gd name="connsiteY45" fmla="*/ 357612 h 358528"/>
                  <a:gd name="connsiteX46" fmla="*/ 2669 w 350375"/>
                  <a:gd name="connsiteY46" fmla="*/ 358463 h 35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50375" h="358528">
                    <a:moveTo>
                      <a:pt x="2547" y="358529"/>
                    </a:moveTo>
                    <a:cubicBezTo>
                      <a:pt x="2181" y="358529"/>
                      <a:pt x="1856" y="358485"/>
                      <a:pt x="1572" y="358420"/>
                    </a:cubicBezTo>
                    <a:cubicBezTo>
                      <a:pt x="271" y="358092"/>
                      <a:pt x="-379" y="357241"/>
                      <a:pt x="231" y="356564"/>
                    </a:cubicBezTo>
                    <a:lnTo>
                      <a:pt x="43878" y="299772"/>
                    </a:lnTo>
                    <a:lnTo>
                      <a:pt x="65173" y="272598"/>
                    </a:lnTo>
                    <a:lnTo>
                      <a:pt x="86062" y="250051"/>
                    </a:lnTo>
                    <a:lnTo>
                      <a:pt x="106504" y="223510"/>
                    </a:lnTo>
                    <a:lnTo>
                      <a:pt x="126621" y="191905"/>
                    </a:lnTo>
                    <a:lnTo>
                      <a:pt x="146535" y="168311"/>
                    </a:lnTo>
                    <a:cubicBezTo>
                      <a:pt x="146697" y="168158"/>
                      <a:pt x="146941" y="167983"/>
                      <a:pt x="147226" y="167830"/>
                    </a:cubicBezTo>
                    <a:lnTo>
                      <a:pt x="166530" y="159187"/>
                    </a:lnTo>
                    <a:lnTo>
                      <a:pt x="184899" y="145960"/>
                    </a:lnTo>
                    <a:lnTo>
                      <a:pt x="202090" y="128957"/>
                    </a:lnTo>
                    <a:lnTo>
                      <a:pt x="218427" y="107698"/>
                    </a:lnTo>
                    <a:cubicBezTo>
                      <a:pt x="218671" y="107371"/>
                      <a:pt x="219118" y="107109"/>
                      <a:pt x="219646" y="106956"/>
                    </a:cubicBezTo>
                    <a:lnTo>
                      <a:pt x="236024" y="102525"/>
                    </a:lnTo>
                    <a:cubicBezTo>
                      <a:pt x="236308" y="102416"/>
                      <a:pt x="236634" y="102416"/>
                      <a:pt x="236959" y="102373"/>
                    </a:cubicBezTo>
                    <a:lnTo>
                      <a:pt x="248663" y="101892"/>
                    </a:lnTo>
                    <a:lnTo>
                      <a:pt x="260896" y="94319"/>
                    </a:lnTo>
                    <a:lnTo>
                      <a:pt x="273291" y="81114"/>
                    </a:lnTo>
                    <a:lnTo>
                      <a:pt x="298691" y="43856"/>
                    </a:lnTo>
                    <a:lnTo>
                      <a:pt x="312834" y="28512"/>
                    </a:lnTo>
                    <a:lnTo>
                      <a:pt x="328480" y="13953"/>
                    </a:lnTo>
                    <a:lnTo>
                      <a:pt x="345752" y="574"/>
                    </a:lnTo>
                    <a:cubicBezTo>
                      <a:pt x="346606" y="-59"/>
                      <a:pt x="348190" y="-168"/>
                      <a:pt x="349328" y="246"/>
                    </a:cubicBezTo>
                    <a:cubicBezTo>
                      <a:pt x="350466" y="726"/>
                      <a:pt x="350710" y="1578"/>
                      <a:pt x="349897" y="2211"/>
                    </a:cubicBezTo>
                    <a:lnTo>
                      <a:pt x="332747" y="15481"/>
                    </a:lnTo>
                    <a:lnTo>
                      <a:pt x="317385" y="29821"/>
                    </a:lnTo>
                    <a:lnTo>
                      <a:pt x="303405" y="44947"/>
                    </a:lnTo>
                    <a:lnTo>
                      <a:pt x="278005" y="82249"/>
                    </a:lnTo>
                    <a:lnTo>
                      <a:pt x="265325" y="95781"/>
                    </a:lnTo>
                    <a:cubicBezTo>
                      <a:pt x="265325" y="95781"/>
                      <a:pt x="265122" y="95934"/>
                      <a:pt x="264960" y="96043"/>
                    </a:cubicBezTo>
                    <a:lnTo>
                      <a:pt x="251874" y="104141"/>
                    </a:lnTo>
                    <a:cubicBezTo>
                      <a:pt x="251427" y="104402"/>
                      <a:pt x="250776" y="104555"/>
                      <a:pt x="250126" y="104621"/>
                    </a:cubicBezTo>
                    <a:lnTo>
                      <a:pt x="237893" y="105145"/>
                    </a:lnTo>
                    <a:lnTo>
                      <a:pt x="222816" y="109182"/>
                    </a:lnTo>
                    <a:lnTo>
                      <a:pt x="206682" y="130136"/>
                    </a:lnTo>
                    <a:lnTo>
                      <a:pt x="189166" y="147444"/>
                    </a:lnTo>
                    <a:lnTo>
                      <a:pt x="170228" y="161086"/>
                    </a:lnTo>
                    <a:lnTo>
                      <a:pt x="150964" y="169729"/>
                    </a:lnTo>
                    <a:lnTo>
                      <a:pt x="131417" y="192909"/>
                    </a:lnTo>
                    <a:lnTo>
                      <a:pt x="111259" y="224448"/>
                    </a:lnTo>
                    <a:lnTo>
                      <a:pt x="90736" y="251142"/>
                    </a:lnTo>
                    <a:lnTo>
                      <a:pt x="69806" y="273689"/>
                    </a:lnTo>
                    <a:lnTo>
                      <a:pt x="27012" y="328779"/>
                    </a:lnTo>
                    <a:lnTo>
                      <a:pt x="4986" y="357612"/>
                    </a:lnTo>
                    <a:cubicBezTo>
                      <a:pt x="4579" y="358136"/>
                      <a:pt x="3644" y="358463"/>
                      <a:pt x="2669" y="3584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7" name="Freeform: Shape 316">
                <a:extLst>
                  <a:ext uri="{FF2B5EF4-FFF2-40B4-BE49-F238E27FC236}">
                    <a16:creationId xmlns:a16="http://schemas.microsoft.com/office/drawing/2014/main" id="{438CF8BB-0CF9-419E-9CB8-714EABB673A6}"/>
                  </a:ext>
                </a:extLst>
              </p:cNvPr>
              <p:cNvSpPr/>
              <p:nvPr/>
            </p:nvSpPr>
            <p:spPr>
              <a:xfrm>
                <a:off x="11650390" y="5699377"/>
                <a:ext cx="230347" cy="2990"/>
              </a:xfrm>
              <a:custGeom>
                <a:avLst/>
                <a:gdLst>
                  <a:gd name="connsiteX0" fmla="*/ 227869 w 230347"/>
                  <a:gd name="connsiteY0" fmla="*/ 2990 h 2990"/>
                  <a:gd name="connsiteX1" fmla="*/ 227869 w 230347"/>
                  <a:gd name="connsiteY1" fmla="*/ 2990 h 2990"/>
                  <a:gd name="connsiteX2" fmla="*/ 2561 w 230347"/>
                  <a:gd name="connsiteY2" fmla="*/ 2837 h 2990"/>
                  <a:gd name="connsiteX3" fmla="*/ 0 w 230347"/>
                  <a:gd name="connsiteY3" fmla="*/ 1397 h 2990"/>
                  <a:gd name="connsiteX4" fmla="*/ 2561 w 230347"/>
                  <a:gd name="connsiteY4" fmla="*/ 0 h 2990"/>
                  <a:gd name="connsiteX5" fmla="*/ 2561 w 230347"/>
                  <a:gd name="connsiteY5" fmla="*/ 0 h 2990"/>
                  <a:gd name="connsiteX6" fmla="*/ 227869 w 230347"/>
                  <a:gd name="connsiteY6" fmla="*/ 218 h 2990"/>
                  <a:gd name="connsiteX7" fmla="*/ 230347 w 230347"/>
                  <a:gd name="connsiteY7" fmla="*/ 1615 h 2990"/>
                  <a:gd name="connsiteX8" fmla="*/ 227869 w 230347"/>
                  <a:gd name="connsiteY8" fmla="*/ 2990 h 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347" h="2990">
                    <a:moveTo>
                      <a:pt x="227869" y="2990"/>
                    </a:moveTo>
                    <a:lnTo>
                      <a:pt x="227869" y="2990"/>
                    </a:lnTo>
                    <a:lnTo>
                      <a:pt x="2561" y="2837"/>
                    </a:lnTo>
                    <a:cubicBezTo>
                      <a:pt x="1057" y="2837"/>
                      <a:pt x="0" y="2204"/>
                      <a:pt x="0" y="1397"/>
                    </a:cubicBezTo>
                    <a:cubicBezTo>
                      <a:pt x="0" y="655"/>
                      <a:pt x="1097" y="0"/>
                      <a:pt x="2561" y="0"/>
                    </a:cubicBezTo>
                    <a:lnTo>
                      <a:pt x="2561" y="0"/>
                    </a:lnTo>
                    <a:lnTo>
                      <a:pt x="227869" y="218"/>
                    </a:lnTo>
                    <a:cubicBezTo>
                      <a:pt x="229250" y="218"/>
                      <a:pt x="230347" y="808"/>
                      <a:pt x="230347" y="1615"/>
                    </a:cubicBezTo>
                    <a:cubicBezTo>
                      <a:pt x="230347" y="2423"/>
                      <a:pt x="229250" y="2990"/>
                      <a:pt x="227869" y="29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8" name="Freeform: Shape 317">
                <a:extLst>
                  <a:ext uri="{FF2B5EF4-FFF2-40B4-BE49-F238E27FC236}">
                    <a16:creationId xmlns:a16="http://schemas.microsoft.com/office/drawing/2014/main" id="{EBC4E68A-2135-4610-9B6A-D2F7CF9D1607}"/>
                  </a:ext>
                </a:extLst>
              </p:cNvPr>
              <p:cNvSpPr/>
              <p:nvPr/>
            </p:nvSpPr>
            <p:spPr>
              <a:xfrm>
                <a:off x="11963959" y="5939557"/>
                <a:ext cx="228040" cy="5172"/>
              </a:xfrm>
              <a:custGeom>
                <a:avLst/>
                <a:gdLst>
                  <a:gd name="connsiteX0" fmla="*/ 228041 w 228040"/>
                  <a:gd name="connsiteY0" fmla="*/ 917 h 5172"/>
                  <a:gd name="connsiteX1" fmla="*/ 150540 w 228040"/>
                  <a:gd name="connsiteY1" fmla="*/ 0 h 5172"/>
                  <a:gd name="connsiteX2" fmla="*/ 58653 w 228040"/>
                  <a:gd name="connsiteY2" fmla="*/ 1550 h 5172"/>
                  <a:gd name="connsiteX3" fmla="*/ 2489 w 228040"/>
                  <a:gd name="connsiteY3" fmla="*/ 2357 h 5172"/>
                  <a:gd name="connsiteX4" fmla="*/ 9 w 228040"/>
                  <a:gd name="connsiteY4" fmla="*/ 3798 h 5172"/>
                  <a:gd name="connsiteX5" fmla="*/ 2489 w 228040"/>
                  <a:gd name="connsiteY5" fmla="*/ 5173 h 5172"/>
                  <a:gd name="connsiteX6" fmla="*/ 2570 w 228040"/>
                  <a:gd name="connsiteY6" fmla="*/ 5173 h 5172"/>
                  <a:gd name="connsiteX7" fmla="*/ 150499 w 228040"/>
                  <a:gd name="connsiteY7" fmla="*/ 2837 h 5172"/>
                  <a:gd name="connsiteX8" fmla="*/ 228000 w 228040"/>
                  <a:gd name="connsiteY8" fmla="*/ 3754 h 5172"/>
                  <a:gd name="connsiteX9" fmla="*/ 228000 w 228040"/>
                  <a:gd name="connsiteY9" fmla="*/ 917 h 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040" h="5172">
                    <a:moveTo>
                      <a:pt x="228041" y="917"/>
                    </a:moveTo>
                    <a:lnTo>
                      <a:pt x="150540" y="0"/>
                    </a:lnTo>
                    <a:lnTo>
                      <a:pt x="58653" y="1550"/>
                    </a:lnTo>
                    <a:lnTo>
                      <a:pt x="2489" y="2357"/>
                    </a:lnTo>
                    <a:cubicBezTo>
                      <a:pt x="984" y="2357"/>
                      <a:pt x="-112" y="2990"/>
                      <a:pt x="9" y="3798"/>
                    </a:cubicBezTo>
                    <a:cubicBezTo>
                      <a:pt x="9" y="4540"/>
                      <a:pt x="1106" y="5173"/>
                      <a:pt x="2489" y="5173"/>
                    </a:cubicBezTo>
                    <a:lnTo>
                      <a:pt x="2570" y="5173"/>
                    </a:lnTo>
                    <a:lnTo>
                      <a:pt x="150499" y="2837"/>
                    </a:lnTo>
                    <a:lnTo>
                      <a:pt x="228000" y="3754"/>
                    </a:lnTo>
                    <a:lnTo>
                      <a:pt x="228000" y="91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19" name="Freeform: Shape 318">
                <a:extLst>
                  <a:ext uri="{FF2B5EF4-FFF2-40B4-BE49-F238E27FC236}">
                    <a16:creationId xmlns:a16="http://schemas.microsoft.com/office/drawing/2014/main" id="{170C091A-03F2-4021-84B9-30DA447177B3}"/>
                  </a:ext>
                </a:extLst>
              </p:cNvPr>
              <p:cNvSpPr/>
              <p:nvPr/>
            </p:nvSpPr>
            <p:spPr>
              <a:xfrm>
                <a:off x="9473711" y="5698810"/>
                <a:ext cx="1164064" cy="13707"/>
              </a:xfrm>
              <a:custGeom>
                <a:avLst/>
                <a:gdLst>
                  <a:gd name="connsiteX0" fmla="*/ 545390 w 1164064"/>
                  <a:gd name="connsiteY0" fmla="*/ 13685 h 13707"/>
                  <a:gd name="connsiteX1" fmla="*/ 544698 w 1164064"/>
                  <a:gd name="connsiteY1" fmla="*/ 13642 h 13707"/>
                  <a:gd name="connsiteX2" fmla="*/ 533603 w 1164064"/>
                  <a:gd name="connsiteY2" fmla="*/ 11721 h 13707"/>
                  <a:gd name="connsiteX3" fmla="*/ 531816 w 1164064"/>
                  <a:gd name="connsiteY3" fmla="*/ 12201 h 13707"/>
                  <a:gd name="connsiteX4" fmla="*/ 473659 w 1164064"/>
                  <a:gd name="connsiteY4" fmla="*/ 12790 h 13707"/>
                  <a:gd name="connsiteX5" fmla="*/ 446675 w 1164064"/>
                  <a:gd name="connsiteY5" fmla="*/ 9800 h 13707"/>
                  <a:gd name="connsiteX6" fmla="*/ 105462 w 1164064"/>
                  <a:gd name="connsiteY6" fmla="*/ 8883 h 13707"/>
                  <a:gd name="connsiteX7" fmla="*/ 69658 w 1164064"/>
                  <a:gd name="connsiteY7" fmla="*/ 4453 h 13707"/>
                  <a:gd name="connsiteX8" fmla="*/ 58034 w 1164064"/>
                  <a:gd name="connsiteY8" fmla="*/ 2903 h 13707"/>
                  <a:gd name="connsiteX9" fmla="*/ 2479 w 1164064"/>
                  <a:gd name="connsiteY9" fmla="*/ 2837 h 13707"/>
                  <a:gd name="connsiteX10" fmla="*/ 0 w 1164064"/>
                  <a:gd name="connsiteY10" fmla="*/ 1397 h 13707"/>
                  <a:gd name="connsiteX11" fmla="*/ 2479 w 1164064"/>
                  <a:gd name="connsiteY11" fmla="*/ 0 h 13707"/>
                  <a:gd name="connsiteX12" fmla="*/ 2561 w 1164064"/>
                  <a:gd name="connsiteY12" fmla="*/ 0 h 13707"/>
                  <a:gd name="connsiteX13" fmla="*/ 58644 w 1164064"/>
                  <a:gd name="connsiteY13" fmla="*/ 109 h 13707"/>
                  <a:gd name="connsiteX14" fmla="*/ 106071 w 1164064"/>
                  <a:gd name="connsiteY14" fmla="*/ 6090 h 13707"/>
                  <a:gd name="connsiteX15" fmla="*/ 447284 w 1164064"/>
                  <a:gd name="connsiteY15" fmla="*/ 7006 h 13707"/>
                  <a:gd name="connsiteX16" fmla="*/ 474188 w 1164064"/>
                  <a:gd name="connsiteY16" fmla="*/ 9997 h 13707"/>
                  <a:gd name="connsiteX17" fmla="*/ 530637 w 1164064"/>
                  <a:gd name="connsiteY17" fmla="*/ 9254 h 13707"/>
                  <a:gd name="connsiteX18" fmla="*/ 533400 w 1164064"/>
                  <a:gd name="connsiteY18" fmla="*/ 8731 h 13707"/>
                  <a:gd name="connsiteX19" fmla="*/ 545592 w 1164064"/>
                  <a:gd name="connsiteY19" fmla="*/ 10870 h 13707"/>
                  <a:gd name="connsiteX20" fmla="*/ 560101 w 1164064"/>
                  <a:gd name="connsiteY20" fmla="*/ 9473 h 13707"/>
                  <a:gd name="connsiteX21" fmla="*/ 617931 w 1164064"/>
                  <a:gd name="connsiteY21" fmla="*/ 7290 h 13707"/>
                  <a:gd name="connsiteX22" fmla="*/ 1074726 w 1164064"/>
                  <a:gd name="connsiteY22" fmla="*/ 8141 h 13707"/>
                  <a:gd name="connsiteX23" fmla="*/ 1090697 w 1164064"/>
                  <a:gd name="connsiteY23" fmla="*/ 9844 h 13707"/>
                  <a:gd name="connsiteX24" fmla="*/ 1131662 w 1164064"/>
                  <a:gd name="connsiteY24" fmla="*/ 9036 h 13707"/>
                  <a:gd name="connsiteX25" fmla="*/ 1145276 w 1164064"/>
                  <a:gd name="connsiteY25" fmla="*/ 6744 h 13707"/>
                  <a:gd name="connsiteX26" fmla="*/ 1146251 w 1164064"/>
                  <a:gd name="connsiteY26" fmla="*/ 5631 h 13707"/>
                  <a:gd name="connsiteX27" fmla="*/ 1149016 w 1164064"/>
                  <a:gd name="connsiteY27" fmla="*/ 4845 h 13707"/>
                  <a:gd name="connsiteX28" fmla="*/ 1162020 w 1164064"/>
                  <a:gd name="connsiteY28" fmla="*/ 6286 h 13707"/>
                  <a:gd name="connsiteX29" fmla="*/ 1164012 w 1164064"/>
                  <a:gd name="connsiteY29" fmla="*/ 7945 h 13707"/>
                  <a:gd name="connsiteX30" fmla="*/ 1161045 w 1164064"/>
                  <a:gd name="connsiteY30" fmla="*/ 9058 h 13707"/>
                  <a:gd name="connsiteX31" fmla="*/ 1149910 w 1164064"/>
                  <a:gd name="connsiteY31" fmla="*/ 7836 h 13707"/>
                  <a:gd name="connsiteX32" fmla="*/ 1149422 w 1164064"/>
                  <a:gd name="connsiteY32" fmla="*/ 8534 h 13707"/>
                  <a:gd name="connsiteX33" fmla="*/ 1147837 w 1164064"/>
                  <a:gd name="connsiteY33" fmla="*/ 9276 h 13707"/>
                  <a:gd name="connsiteX34" fmla="*/ 1132760 w 1164064"/>
                  <a:gd name="connsiteY34" fmla="*/ 11786 h 13707"/>
                  <a:gd name="connsiteX35" fmla="*/ 1132150 w 1164064"/>
                  <a:gd name="connsiteY35" fmla="*/ 11895 h 13707"/>
                  <a:gd name="connsiteX36" fmla="*/ 1090290 w 1164064"/>
                  <a:gd name="connsiteY36" fmla="*/ 12638 h 13707"/>
                  <a:gd name="connsiteX37" fmla="*/ 1074238 w 1164064"/>
                  <a:gd name="connsiteY37" fmla="*/ 10935 h 13707"/>
                  <a:gd name="connsiteX38" fmla="*/ 618135 w 1164064"/>
                  <a:gd name="connsiteY38" fmla="*/ 10127 h 13707"/>
                  <a:gd name="connsiteX39" fmla="*/ 560711 w 1164064"/>
                  <a:gd name="connsiteY39" fmla="*/ 12267 h 13707"/>
                  <a:gd name="connsiteX40" fmla="*/ 545917 w 1164064"/>
                  <a:gd name="connsiteY40" fmla="*/ 13707 h 13707"/>
                  <a:gd name="connsiteX41" fmla="*/ 545430 w 1164064"/>
                  <a:gd name="connsiteY41" fmla="*/ 13707 h 13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64064" h="13707">
                    <a:moveTo>
                      <a:pt x="545390" y="13685"/>
                    </a:moveTo>
                    <a:cubicBezTo>
                      <a:pt x="545390" y="13685"/>
                      <a:pt x="544901" y="13685"/>
                      <a:pt x="544698" y="13642"/>
                    </a:cubicBezTo>
                    <a:lnTo>
                      <a:pt x="533603" y="11721"/>
                    </a:lnTo>
                    <a:cubicBezTo>
                      <a:pt x="533116" y="12048"/>
                      <a:pt x="532506" y="12201"/>
                      <a:pt x="531816" y="12201"/>
                    </a:cubicBezTo>
                    <a:lnTo>
                      <a:pt x="473659" y="12790"/>
                    </a:lnTo>
                    <a:lnTo>
                      <a:pt x="446675" y="9800"/>
                    </a:lnTo>
                    <a:lnTo>
                      <a:pt x="105462" y="8883"/>
                    </a:lnTo>
                    <a:lnTo>
                      <a:pt x="69658" y="4453"/>
                    </a:lnTo>
                    <a:lnTo>
                      <a:pt x="58034" y="2903"/>
                    </a:lnTo>
                    <a:lnTo>
                      <a:pt x="2479" y="2837"/>
                    </a:lnTo>
                    <a:cubicBezTo>
                      <a:pt x="1097" y="2837"/>
                      <a:pt x="0" y="2204"/>
                      <a:pt x="0" y="1397"/>
                    </a:cubicBezTo>
                    <a:cubicBezTo>
                      <a:pt x="0" y="655"/>
                      <a:pt x="1097" y="0"/>
                      <a:pt x="2479" y="0"/>
                    </a:cubicBezTo>
                    <a:lnTo>
                      <a:pt x="2561" y="0"/>
                    </a:lnTo>
                    <a:lnTo>
                      <a:pt x="58644" y="109"/>
                    </a:lnTo>
                    <a:lnTo>
                      <a:pt x="106071" y="6090"/>
                    </a:lnTo>
                    <a:lnTo>
                      <a:pt x="447284" y="7006"/>
                    </a:lnTo>
                    <a:lnTo>
                      <a:pt x="474188" y="9997"/>
                    </a:lnTo>
                    <a:lnTo>
                      <a:pt x="530637" y="9254"/>
                    </a:lnTo>
                    <a:cubicBezTo>
                      <a:pt x="531206" y="8774"/>
                      <a:pt x="532304" y="8556"/>
                      <a:pt x="533400" y="8731"/>
                    </a:cubicBezTo>
                    <a:lnTo>
                      <a:pt x="545592" y="10870"/>
                    </a:lnTo>
                    <a:lnTo>
                      <a:pt x="560101" y="9473"/>
                    </a:lnTo>
                    <a:lnTo>
                      <a:pt x="617931" y="7290"/>
                    </a:lnTo>
                    <a:lnTo>
                      <a:pt x="1074726" y="8141"/>
                    </a:lnTo>
                    <a:lnTo>
                      <a:pt x="1090697" y="9844"/>
                    </a:lnTo>
                    <a:lnTo>
                      <a:pt x="1131662" y="9036"/>
                    </a:lnTo>
                    <a:lnTo>
                      <a:pt x="1145276" y="6744"/>
                    </a:lnTo>
                    <a:lnTo>
                      <a:pt x="1146251" y="5631"/>
                    </a:lnTo>
                    <a:cubicBezTo>
                      <a:pt x="1146658" y="5042"/>
                      <a:pt x="1147837" y="4736"/>
                      <a:pt x="1149016" y="4845"/>
                    </a:cubicBezTo>
                    <a:lnTo>
                      <a:pt x="1162020" y="6286"/>
                    </a:lnTo>
                    <a:cubicBezTo>
                      <a:pt x="1163401" y="6461"/>
                      <a:pt x="1164296" y="7203"/>
                      <a:pt x="1164012" y="7945"/>
                    </a:cubicBezTo>
                    <a:cubicBezTo>
                      <a:pt x="1163727" y="8687"/>
                      <a:pt x="1162507" y="9211"/>
                      <a:pt x="1161045" y="9058"/>
                    </a:cubicBezTo>
                    <a:lnTo>
                      <a:pt x="1149910" y="7836"/>
                    </a:lnTo>
                    <a:lnTo>
                      <a:pt x="1149422" y="8534"/>
                    </a:lnTo>
                    <a:cubicBezTo>
                      <a:pt x="1149137" y="8905"/>
                      <a:pt x="1148528" y="9189"/>
                      <a:pt x="1147837" y="9276"/>
                    </a:cubicBezTo>
                    <a:lnTo>
                      <a:pt x="1132760" y="11786"/>
                    </a:lnTo>
                    <a:cubicBezTo>
                      <a:pt x="1132760" y="11786"/>
                      <a:pt x="1132353" y="11830"/>
                      <a:pt x="1132150" y="11895"/>
                    </a:cubicBezTo>
                    <a:lnTo>
                      <a:pt x="1090290" y="12638"/>
                    </a:lnTo>
                    <a:lnTo>
                      <a:pt x="1074238" y="10935"/>
                    </a:lnTo>
                    <a:lnTo>
                      <a:pt x="618135" y="10127"/>
                    </a:lnTo>
                    <a:lnTo>
                      <a:pt x="560711" y="12267"/>
                    </a:lnTo>
                    <a:lnTo>
                      <a:pt x="545917" y="13707"/>
                    </a:lnTo>
                    <a:lnTo>
                      <a:pt x="545430" y="1370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0" name="Freeform: Shape 319">
                <a:extLst>
                  <a:ext uri="{FF2B5EF4-FFF2-40B4-BE49-F238E27FC236}">
                    <a16:creationId xmlns:a16="http://schemas.microsoft.com/office/drawing/2014/main" id="{E3C3407D-BA63-4881-8E9A-389A40F84603}"/>
                  </a:ext>
                </a:extLst>
              </p:cNvPr>
              <p:cNvSpPr/>
              <p:nvPr/>
            </p:nvSpPr>
            <p:spPr>
              <a:xfrm>
                <a:off x="11704969" y="5694270"/>
                <a:ext cx="155964" cy="6395"/>
              </a:xfrm>
              <a:custGeom>
                <a:avLst/>
                <a:gdLst>
                  <a:gd name="connsiteX0" fmla="*/ 153457 w 155964"/>
                  <a:gd name="connsiteY0" fmla="*/ 6395 h 6395"/>
                  <a:gd name="connsiteX1" fmla="*/ 153051 w 155964"/>
                  <a:gd name="connsiteY1" fmla="*/ 6330 h 6395"/>
                  <a:gd name="connsiteX2" fmla="*/ 113670 w 155964"/>
                  <a:gd name="connsiteY2" fmla="*/ 2925 h 6395"/>
                  <a:gd name="connsiteX3" fmla="*/ 2561 w 155964"/>
                  <a:gd name="connsiteY3" fmla="*/ 2816 h 6395"/>
                  <a:gd name="connsiteX4" fmla="*/ 0 w 155964"/>
                  <a:gd name="connsiteY4" fmla="*/ 1441 h 6395"/>
                  <a:gd name="connsiteX5" fmla="*/ 2561 w 155964"/>
                  <a:gd name="connsiteY5" fmla="*/ 0 h 6395"/>
                  <a:gd name="connsiteX6" fmla="*/ 2561 w 155964"/>
                  <a:gd name="connsiteY6" fmla="*/ 0 h 6395"/>
                  <a:gd name="connsiteX7" fmla="*/ 114077 w 155964"/>
                  <a:gd name="connsiteY7" fmla="*/ 109 h 6395"/>
                  <a:gd name="connsiteX8" fmla="*/ 153863 w 155964"/>
                  <a:gd name="connsiteY8" fmla="*/ 3580 h 6395"/>
                  <a:gd name="connsiteX9" fmla="*/ 155936 w 155964"/>
                  <a:gd name="connsiteY9" fmla="*/ 5173 h 6395"/>
                  <a:gd name="connsiteX10" fmla="*/ 153457 w 155964"/>
                  <a:gd name="connsiteY10" fmla="*/ 6395 h 6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964" h="6395">
                    <a:moveTo>
                      <a:pt x="153457" y="6395"/>
                    </a:moveTo>
                    <a:cubicBezTo>
                      <a:pt x="153457" y="6395"/>
                      <a:pt x="153173" y="6395"/>
                      <a:pt x="153051" y="6330"/>
                    </a:cubicBezTo>
                    <a:lnTo>
                      <a:pt x="113670" y="2925"/>
                    </a:lnTo>
                    <a:lnTo>
                      <a:pt x="2561" y="2816"/>
                    </a:lnTo>
                    <a:cubicBezTo>
                      <a:pt x="1179" y="2816"/>
                      <a:pt x="0" y="2226"/>
                      <a:pt x="0" y="1441"/>
                    </a:cubicBezTo>
                    <a:cubicBezTo>
                      <a:pt x="0" y="655"/>
                      <a:pt x="1179" y="0"/>
                      <a:pt x="2561" y="0"/>
                    </a:cubicBezTo>
                    <a:lnTo>
                      <a:pt x="2561" y="0"/>
                    </a:lnTo>
                    <a:lnTo>
                      <a:pt x="114077" y="109"/>
                    </a:lnTo>
                    <a:lnTo>
                      <a:pt x="153863" y="3580"/>
                    </a:lnTo>
                    <a:cubicBezTo>
                      <a:pt x="155246" y="3689"/>
                      <a:pt x="156140" y="4431"/>
                      <a:pt x="155936" y="5173"/>
                    </a:cubicBezTo>
                    <a:cubicBezTo>
                      <a:pt x="155733" y="5871"/>
                      <a:pt x="154635" y="6395"/>
                      <a:pt x="153457" y="639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1" name="Freeform: Shape 320">
                <a:extLst>
                  <a:ext uri="{FF2B5EF4-FFF2-40B4-BE49-F238E27FC236}">
                    <a16:creationId xmlns:a16="http://schemas.microsoft.com/office/drawing/2014/main" id="{4423C137-8B20-44DA-9CBC-2A342F46DC45}"/>
                  </a:ext>
                </a:extLst>
              </p:cNvPr>
              <p:cNvSpPr/>
              <p:nvPr/>
            </p:nvSpPr>
            <p:spPr>
              <a:xfrm>
                <a:off x="11537736" y="5694183"/>
                <a:ext cx="383276" cy="11720"/>
              </a:xfrm>
              <a:custGeom>
                <a:avLst/>
                <a:gdLst>
                  <a:gd name="connsiteX0" fmla="*/ 380715 w 383276"/>
                  <a:gd name="connsiteY0" fmla="*/ 11721 h 11720"/>
                  <a:gd name="connsiteX1" fmla="*/ 380715 w 383276"/>
                  <a:gd name="connsiteY1" fmla="*/ 11721 h 11720"/>
                  <a:gd name="connsiteX2" fmla="*/ 153701 w 383276"/>
                  <a:gd name="connsiteY2" fmla="*/ 11503 h 11720"/>
                  <a:gd name="connsiteX3" fmla="*/ 133949 w 383276"/>
                  <a:gd name="connsiteY3" fmla="*/ 9735 h 11720"/>
                  <a:gd name="connsiteX4" fmla="*/ 113995 w 383276"/>
                  <a:gd name="connsiteY4" fmla="*/ 5413 h 11720"/>
                  <a:gd name="connsiteX5" fmla="*/ 58156 w 383276"/>
                  <a:gd name="connsiteY5" fmla="*/ 2816 h 11720"/>
                  <a:gd name="connsiteX6" fmla="*/ 2601 w 383276"/>
                  <a:gd name="connsiteY6" fmla="*/ 2816 h 11720"/>
                  <a:gd name="connsiteX7" fmla="*/ 0 w 383276"/>
                  <a:gd name="connsiteY7" fmla="*/ 1375 h 11720"/>
                  <a:gd name="connsiteX8" fmla="*/ 2601 w 383276"/>
                  <a:gd name="connsiteY8" fmla="*/ 0 h 11720"/>
                  <a:gd name="connsiteX9" fmla="*/ 2601 w 383276"/>
                  <a:gd name="connsiteY9" fmla="*/ 0 h 11720"/>
                  <a:gd name="connsiteX10" fmla="*/ 58359 w 383276"/>
                  <a:gd name="connsiteY10" fmla="*/ 44 h 11720"/>
                  <a:gd name="connsiteX11" fmla="*/ 114808 w 383276"/>
                  <a:gd name="connsiteY11" fmla="*/ 2663 h 11720"/>
                  <a:gd name="connsiteX12" fmla="*/ 115580 w 383276"/>
                  <a:gd name="connsiteY12" fmla="*/ 2772 h 11720"/>
                  <a:gd name="connsiteX13" fmla="*/ 135331 w 383276"/>
                  <a:gd name="connsiteY13" fmla="*/ 7028 h 11720"/>
                  <a:gd name="connsiteX14" fmla="*/ 154066 w 383276"/>
                  <a:gd name="connsiteY14" fmla="*/ 8731 h 11720"/>
                  <a:gd name="connsiteX15" fmla="*/ 380675 w 383276"/>
                  <a:gd name="connsiteY15" fmla="*/ 8883 h 11720"/>
                  <a:gd name="connsiteX16" fmla="*/ 383276 w 383276"/>
                  <a:gd name="connsiteY16" fmla="*/ 10324 h 11720"/>
                  <a:gd name="connsiteX17" fmla="*/ 380675 w 383276"/>
                  <a:gd name="connsiteY17" fmla="*/ 11699 h 1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3276" h="11720">
                    <a:moveTo>
                      <a:pt x="380715" y="11721"/>
                    </a:moveTo>
                    <a:lnTo>
                      <a:pt x="380715" y="11721"/>
                    </a:lnTo>
                    <a:lnTo>
                      <a:pt x="153701" y="11503"/>
                    </a:lnTo>
                    <a:lnTo>
                      <a:pt x="133949" y="9735"/>
                    </a:lnTo>
                    <a:lnTo>
                      <a:pt x="113995" y="5413"/>
                    </a:lnTo>
                    <a:lnTo>
                      <a:pt x="58156" y="2816"/>
                    </a:lnTo>
                    <a:lnTo>
                      <a:pt x="2601" y="2816"/>
                    </a:lnTo>
                    <a:cubicBezTo>
                      <a:pt x="1219" y="2816"/>
                      <a:pt x="0" y="2183"/>
                      <a:pt x="0" y="1375"/>
                    </a:cubicBezTo>
                    <a:cubicBezTo>
                      <a:pt x="0" y="633"/>
                      <a:pt x="1219" y="0"/>
                      <a:pt x="2601" y="0"/>
                    </a:cubicBezTo>
                    <a:lnTo>
                      <a:pt x="2601" y="0"/>
                    </a:lnTo>
                    <a:lnTo>
                      <a:pt x="58359" y="44"/>
                    </a:lnTo>
                    <a:lnTo>
                      <a:pt x="114808" y="2663"/>
                    </a:lnTo>
                    <a:cubicBezTo>
                      <a:pt x="115133" y="2663"/>
                      <a:pt x="115295" y="2706"/>
                      <a:pt x="115580" y="2772"/>
                    </a:cubicBezTo>
                    <a:lnTo>
                      <a:pt x="135331" y="7028"/>
                    </a:lnTo>
                    <a:lnTo>
                      <a:pt x="154066" y="8731"/>
                    </a:lnTo>
                    <a:lnTo>
                      <a:pt x="380675" y="8883"/>
                    </a:lnTo>
                    <a:cubicBezTo>
                      <a:pt x="382179" y="8883"/>
                      <a:pt x="383276" y="9516"/>
                      <a:pt x="383276" y="10324"/>
                    </a:cubicBezTo>
                    <a:cubicBezTo>
                      <a:pt x="383276" y="11066"/>
                      <a:pt x="382097" y="11699"/>
                      <a:pt x="380675" y="1169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2" name="Freeform: Shape 321">
                <a:extLst>
                  <a:ext uri="{FF2B5EF4-FFF2-40B4-BE49-F238E27FC236}">
                    <a16:creationId xmlns:a16="http://schemas.microsoft.com/office/drawing/2014/main" id="{5DFC148B-F92C-4377-AD39-D0CE35637BA3}"/>
                  </a:ext>
                </a:extLst>
              </p:cNvPr>
              <p:cNvSpPr/>
              <p:nvPr/>
            </p:nvSpPr>
            <p:spPr>
              <a:xfrm>
                <a:off x="11426463" y="5694052"/>
                <a:ext cx="535270" cy="15409"/>
              </a:xfrm>
              <a:custGeom>
                <a:avLst/>
                <a:gdLst>
                  <a:gd name="connsiteX0" fmla="*/ 532791 w 535270"/>
                  <a:gd name="connsiteY0" fmla="*/ 15410 h 15409"/>
                  <a:gd name="connsiteX1" fmla="*/ 532791 w 535270"/>
                  <a:gd name="connsiteY1" fmla="*/ 15410 h 15409"/>
                  <a:gd name="connsiteX2" fmla="*/ 304191 w 535270"/>
                  <a:gd name="connsiteY2" fmla="*/ 15191 h 15409"/>
                  <a:gd name="connsiteX3" fmla="*/ 284156 w 535270"/>
                  <a:gd name="connsiteY3" fmla="*/ 13380 h 15409"/>
                  <a:gd name="connsiteX4" fmla="*/ 227584 w 535270"/>
                  <a:gd name="connsiteY4" fmla="*/ 13380 h 15409"/>
                  <a:gd name="connsiteX5" fmla="*/ 207834 w 535270"/>
                  <a:gd name="connsiteY5" fmla="*/ 11568 h 15409"/>
                  <a:gd name="connsiteX6" fmla="*/ 151587 w 535270"/>
                  <a:gd name="connsiteY6" fmla="*/ 11568 h 15409"/>
                  <a:gd name="connsiteX7" fmla="*/ 150612 w 535270"/>
                  <a:gd name="connsiteY7" fmla="*/ 11459 h 15409"/>
                  <a:gd name="connsiteX8" fmla="*/ 113386 w 535270"/>
                  <a:gd name="connsiteY8" fmla="*/ 2925 h 15409"/>
                  <a:gd name="connsiteX9" fmla="*/ 2561 w 535270"/>
                  <a:gd name="connsiteY9" fmla="*/ 2816 h 15409"/>
                  <a:gd name="connsiteX10" fmla="*/ 0 w 535270"/>
                  <a:gd name="connsiteY10" fmla="*/ 1375 h 15409"/>
                  <a:gd name="connsiteX11" fmla="*/ 2561 w 535270"/>
                  <a:gd name="connsiteY11" fmla="*/ 0 h 15409"/>
                  <a:gd name="connsiteX12" fmla="*/ 2561 w 535270"/>
                  <a:gd name="connsiteY12" fmla="*/ 0 h 15409"/>
                  <a:gd name="connsiteX13" fmla="*/ 113873 w 535270"/>
                  <a:gd name="connsiteY13" fmla="*/ 109 h 15409"/>
                  <a:gd name="connsiteX14" fmla="*/ 114849 w 535270"/>
                  <a:gd name="connsiteY14" fmla="*/ 218 h 15409"/>
                  <a:gd name="connsiteX15" fmla="*/ 152035 w 535270"/>
                  <a:gd name="connsiteY15" fmla="*/ 8731 h 15409"/>
                  <a:gd name="connsiteX16" fmla="*/ 208200 w 535270"/>
                  <a:gd name="connsiteY16" fmla="*/ 8796 h 15409"/>
                  <a:gd name="connsiteX17" fmla="*/ 227950 w 535270"/>
                  <a:gd name="connsiteY17" fmla="*/ 10564 h 15409"/>
                  <a:gd name="connsiteX18" fmla="*/ 284480 w 535270"/>
                  <a:gd name="connsiteY18" fmla="*/ 10608 h 15409"/>
                  <a:gd name="connsiteX19" fmla="*/ 304516 w 535270"/>
                  <a:gd name="connsiteY19" fmla="*/ 12419 h 15409"/>
                  <a:gd name="connsiteX20" fmla="*/ 532709 w 535270"/>
                  <a:gd name="connsiteY20" fmla="*/ 12572 h 15409"/>
                  <a:gd name="connsiteX21" fmla="*/ 535270 w 535270"/>
                  <a:gd name="connsiteY21" fmla="*/ 14013 h 15409"/>
                  <a:gd name="connsiteX22" fmla="*/ 532709 w 535270"/>
                  <a:gd name="connsiteY22" fmla="*/ 15410 h 1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35270" h="15409">
                    <a:moveTo>
                      <a:pt x="532791" y="15410"/>
                    </a:moveTo>
                    <a:lnTo>
                      <a:pt x="532791" y="15410"/>
                    </a:lnTo>
                    <a:lnTo>
                      <a:pt x="304191" y="15191"/>
                    </a:lnTo>
                    <a:lnTo>
                      <a:pt x="284156" y="13380"/>
                    </a:lnTo>
                    <a:lnTo>
                      <a:pt x="227584" y="13380"/>
                    </a:lnTo>
                    <a:lnTo>
                      <a:pt x="207834" y="11568"/>
                    </a:lnTo>
                    <a:lnTo>
                      <a:pt x="151587" y="11568"/>
                    </a:lnTo>
                    <a:cubicBezTo>
                      <a:pt x="151304" y="11568"/>
                      <a:pt x="150978" y="11503"/>
                      <a:pt x="150612" y="11459"/>
                    </a:cubicBezTo>
                    <a:lnTo>
                      <a:pt x="113386" y="2925"/>
                    </a:lnTo>
                    <a:lnTo>
                      <a:pt x="2561" y="2816"/>
                    </a:lnTo>
                    <a:cubicBezTo>
                      <a:pt x="1179" y="2816"/>
                      <a:pt x="0" y="2183"/>
                      <a:pt x="0" y="1375"/>
                    </a:cubicBezTo>
                    <a:cubicBezTo>
                      <a:pt x="0" y="633"/>
                      <a:pt x="1179" y="0"/>
                      <a:pt x="2561" y="0"/>
                    </a:cubicBezTo>
                    <a:lnTo>
                      <a:pt x="2561" y="0"/>
                    </a:lnTo>
                    <a:lnTo>
                      <a:pt x="113873" y="109"/>
                    </a:lnTo>
                    <a:cubicBezTo>
                      <a:pt x="114199" y="109"/>
                      <a:pt x="114565" y="109"/>
                      <a:pt x="114849" y="218"/>
                    </a:cubicBezTo>
                    <a:lnTo>
                      <a:pt x="152035" y="8731"/>
                    </a:lnTo>
                    <a:lnTo>
                      <a:pt x="208200" y="8796"/>
                    </a:lnTo>
                    <a:lnTo>
                      <a:pt x="227950" y="10564"/>
                    </a:lnTo>
                    <a:lnTo>
                      <a:pt x="284480" y="10608"/>
                    </a:lnTo>
                    <a:lnTo>
                      <a:pt x="304516" y="12419"/>
                    </a:lnTo>
                    <a:lnTo>
                      <a:pt x="532709" y="12572"/>
                    </a:lnTo>
                    <a:cubicBezTo>
                      <a:pt x="534173" y="12572"/>
                      <a:pt x="535270" y="13227"/>
                      <a:pt x="535270" y="14013"/>
                    </a:cubicBezTo>
                    <a:cubicBezTo>
                      <a:pt x="535270" y="14755"/>
                      <a:pt x="534173" y="15410"/>
                      <a:pt x="532709" y="1541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3" name="Freeform: Shape 322">
                <a:extLst>
                  <a:ext uri="{FF2B5EF4-FFF2-40B4-BE49-F238E27FC236}">
                    <a16:creationId xmlns:a16="http://schemas.microsoft.com/office/drawing/2014/main" id="{EC33A2AB-FB4B-4D07-A1DF-D1DD5D7626C4}"/>
                  </a:ext>
                </a:extLst>
              </p:cNvPr>
              <p:cNvSpPr/>
              <p:nvPr/>
            </p:nvSpPr>
            <p:spPr>
              <a:xfrm>
                <a:off x="6664955" y="6094360"/>
                <a:ext cx="43459" cy="218474"/>
              </a:xfrm>
              <a:custGeom>
                <a:avLst/>
                <a:gdLst>
                  <a:gd name="connsiteX0" fmla="*/ 40848 w 43459"/>
                  <a:gd name="connsiteY0" fmla="*/ 218474 h 218474"/>
                  <a:gd name="connsiteX1" fmla="*/ 38572 w 43459"/>
                  <a:gd name="connsiteY1" fmla="*/ 217623 h 218474"/>
                  <a:gd name="connsiteX2" fmla="*/ 32435 w 43459"/>
                  <a:gd name="connsiteY2" fmla="*/ 209787 h 218474"/>
                  <a:gd name="connsiteX3" fmla="*/ 26989 w 43459"/>
                  <a:gd name="connsiteY3" fmla="*/ 191671 h 218474"/>
                  <a:gd name="connsiteX4" fmla="*/ 22316 w 43459"/>
                  <a:gd name="connsiteY4" fmla="*/ 169561 h 218474"/>
                  <a:gd name="connsiteX5" fmla="*/ 18739 w 43459"/>
                  <a:gd name="connsiteY5" fmla="*/ 135839 h 218474"/>
                  <a:gd name="connsiteX6" fmla="*/ 15488 w 43459"/>
                  <a:gd name="connsiteY6" fmla="*/ 108228 h 218474"/>
                  <a:gd name="connsiteX7" fmla="*/ 9230 w 43459"/>
                  <a:gd name="connsiteY7" fmla="*/ 80683 h 218474"/>
                  <a:gd name="connsiteX8" fmla="*/ 6182 w 43459"/>
                  <a:gd name="connsiteY8" fmla="*/ 59053 h 218474"/>
                  <a:gd name="connsiteX9" fmla="*/ 3093 w 43459"/>
                  <a:gd name="connsiteY9" fmla="*/ 32316 h 218474"/>
                  <a:gd name="connsiteX10" fmla="*/ 4 w 43459"/>
                  <a:gd name="connsiteY10" fmla="*/ 1518 h 218474"/>
                  <a:gd name="connsiteX11" fmla="*/ 2402 w 43459"/>
                  <a:gd name="connsiteY11" fmla="*/ 12 h 218474"/>
                  <a:gd name="connsiteX12" fmla="*/ 5084 w 43459"/>
                  <a:gd name="connsiteY12" fmla="*/ 1344 h 218474"/>
                  <a:gd name="connsiteX13" fmla="*/ 8173 w 43459"/>
                  <a:gd name="connsiteY13" fmla="*/ 32141 h 218474"/>
                  <a:gd name="connsiteX14" fmla="*/ 11262 w 43459"/>
                  <a:gd name="connsiteY14" fmla="*/ 58835 h 218474"/>
                  <a:gd name="connsiteX15" fmla="*/ 14310 w 43459"/>
                  <a:gd name="connsiteY15" fmla="*/ 80378 h 218474"/>
                  <a:gd name="connsiteX16" fmla="*/ 17398 w 43459"/>
                  <a:gd name="connsiteY16" fmla="*/ 93277 h 218474"/>
                  <a:gd name="connsiteX17" fmla="*/ 20568 w 43459"/>
                  <a:gd name="connsiteY17" fmla="*/ 107988 h 218474"/>
                  <a:gd name="connsiteX18" fmla="*/ 23860 w 43459"/>
                  <a:gd name="connsiteY18" fmla="*/ 135686 h 218474"/>
                  <a:gd name="connsiteX19" fmla="*/ 27436 w 43459"/>
                  <a:gd name="connsiteY19" fmla="*/ 169364 h 218474"/>
                  <a:gd name="connsiteX20" fmla="*/ 32110 w 43459"/>
                  <a:gd name="connsiteY20" fmla="*/ 191256 h 218474"/>
                  <a:gd name="connsiteX21" fmla="*/ 37352 w 43459"/>
                  <a:gd name="connsiteY21" fmla="*/ 209001 h 218474"/>
                  <a:gd name="connsiteX22" fmla="*/ 43286 w 43459"/>
                  <a:gd name="connsiteY22" fmla="*/ 216510 h 218474"/>
                  <a:gd name="connsiteX23" fmla="*/ 41904 w 43459"/>
                  <a:gd name="connsiteY23" fmla="*/ 218321 h 218474"/>
                  <a:gd name="connsiteX24" fmla="*/ 40929 w 43459"/>
                  <a:gd name="connsiteY24" fmla="*/ 218474 h 21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3459" h="218474">
                    <a:moveTo>
                      <a:pt x="40848" y="218474"/>
                    </a:moveTo>
                    <a:cubicBezTo>
                      <a:pt x="39832" y="218474"/>
                      <a:pt x="38937" y="218147"/>
                      <a:pt x="38572" y="217623"/>
                    </a:cubicBezTo>
                    <a:lnTo>
                      <a:pt x="32435" y="209787"/>
                    </a:lnTo>
                    <a:lnTo>
                      <a:pt x="26989" y="191671"/>
                    </a:lnTo>
                    <a:lnTo>
                      <a:pt x="22316" y="169561"/>
                    </a:lnTo>
                    <a:lnTo>
                      <a:pt x="18739" y="135839"/>
                    </a:lnTo>
                    <a:lnTo>
                      <a:pt x="15488" y="108228"/>
                    </a:lnTo>
                    <a:lnTo>
                      <a:pt x="9230" y="80683"/>
                    </a:lnTo>
                    <a:lnTo>
                      <a:pt x="6182" y="59053"/>
                    </a:lnTo>
                    <a:lnTo>
                      <a:pt x="3093" y="32316"/>
                    </a:lnTo>
                    <a:lnTo>
                      <a:pt x="4" y="1518"/>
                    </a:lnTo>
                    <a:cubicBezTo>
                      <a:pt x="-77" y="711"/>
                      <a:pt x="980" y="78"/>
                      <a:pt x="2402" y="12"/>
                    </a:cubicBezTo>
                    <a:cubicBezTo>
                      <a:pt x="4190" y="-97"/>
                      <a:pt x="4962" y="536"/>
                      <a:pt x="5084" y="1344"/>
                    </a:cubicBezTo>
                    <a:lnTo>
                      <a:pt x="8173" y="32141"/>
                    </a:lnTo>
                    <a:lnTo>
                      <a:pt x="11262" y="58835"/>
                    </a:lnTo>
                    <a:lnTo>
                      <a:pt x="14310" y="80378"/>
                    </a:lnTo>
                    <a:lnTo>
                      <a:pt x="17398" y="93277"/>
                    </a:lnTo>
                    <a:lnTo>
                      <a:pt x="20568" y="107988"/>
                    </a:lnTo>
                    <a:lnTo>
                      <a:pt x="23860" y="135686"/>
                    </a:lnTo>
                    <a:lnTo>
                      <a:pt x="27436" y="169364"/>
                    </a:lnTo>
                    <a:lnTo>
                      <a:pt x="32110" y="191256"/>
                    </a:lnTo>
                    <a:lnTo>
                      <a:pt x="37352" y="209001"/>
                    </a:lnTo>
                    <a:lnTo>
                      <a:pt x="43286" y="216510"/>
                    </a:lnTo>
                    <a:cubicBezTo>
                      <a:pt x="43774" y="217208"/>
                      <a:pt x="43205" y="217994"/>
                      <a:pt x="41904" y="218321"/>
                    </a:cubicBezTo>
                    <a:cubicBezTo>
                      <a:pt x="41620" y="218430"/>
                      <a:pt x="41335" y="218474"/>
                      <a:pt x="40929" y="21847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4" name="Freeform: Shape 323">
                <a:extLst>
                  <a:ext uri="{FF2B5EF4-FFF2-40B4-BE49-F238E27FC236}">
                    <a16:creationId xmlns:a16="http://schemas.microsoft.com/office/drawing/2014/main" id="{8CD53540-E1FF-49FE-B671-F3CD9145C7D3}"/>
                  </a:ext>
                </a:extLst>
              </p:cNvPr>
              <p:cNvSpPr/>
              <p:nvPr/>
            </p:nvSpPr>
            <p:spPr>
              <a:xfrm>
                <a:off x="8775755" y="5711389"/>
                <a:ext cx="1232250" cy="30157"/>
              </a:xfrm>
              <a:custGeom>
                <a:avLst/>
                <a:gdLst>
                  <a:gd name="connsiteX0" fmla="*/ 78725 w 1232250"/>
                  <a:gd name="connsiteY0" fmla="*/ 30158 h 30157"/>
                  <a:gd name="connsiteX1" fmla="*/ 77953 w 1232250"/>
                  <a:gd name="connsiteY1" fmla="*/ 30049 h 30157"/>
                  <a:gd name="connsiteX2" fmla="*/ 57226 w 1232250"/>
                  <a:gd name="connsiteY2" fmla="*/ 26098 h 30157"/>
                  <a:gd name="connsiteX3" fmla="*/ 2769 w 1232250"/>
                  <a:gd name="connsiteY3" fmla="*/ 28870 h 30157"/>
                  <a:gd name="connsiteX4" fmla="*/ 5 w 1232250"/>
                  <a:gd name="connsiteY4" fmla="*/ 27582 h 30157"/>
                  <a:gd name="connsiteX5" fmla="*/ 2281 w 1232250"/>
                  <a:gd name="connsiteY5" fmla="*/ 26032 h 30157"/>
                  <a:gd name="connsiteX6" fmla="*/ 57348 w 1232250"/>
                  <a:gd name="connsiteY6" fmla="*/ 23260 h 30157"/>
                  <a:gd name="connsiteX7" fmla="*/ 58445 w 1232250"/>
                  <a:gd name="connsiteY7" fmla="*/ 23304 h 30157"/>
                  <a:gd name="connsiteX8" fmla="*/ 79091 w 1232250"/>
                  <a:gd name="connsiteY8" fmla="*/ 27255 h 30157"/>
                  <a:gd name="connsiteX9" fmla="*/ 145455 w 1232250"/>
                  <a:gd name="connsiteY9" fmla="*/ 23195 h 30157"/>
                  <a:gd name="connsiteX10" fmla="*/ 210439 w 1232250"/>
                  <a:gd name="connsiteY10" fmla="*/ 18502 h 30157"/>
                  <a:gd name="connsiteX11" fmla="*/ 211130 w 1232250"/>
                  <a:gd name="connsiteY11" fmla="*/ 18502 h 30157"/>
                  <a:gd name="connsiteX12" fmla="*/ 212106 w 1232250"/>
                  <a:gd name="connsiteY12" fmla="*/ 18655 h 30157"/>
                  <a:gd name="connsiteX13" fmla="*/ 222509 w 1232250"/>
                  <a:gd name="connsiteY13" fmla="*/ 21274 h 30157"/>
                  <a:gd name="connsiteX14" fmla="*/ 224216 w 1232250"/>
                  <a:gd name="connsiteY14" fmla="*/ 21165 h 30157"/>
                  <a:gd name="connsiteX15" fmla="*/ 293264 w 1232250"/>
                  <a:gd name="connsiteY15" fmla="*/ 14617 h 30157"/>
                  <a:gd name="connsiteX16" fmla="*/ 362717 w 1232250"/>
                  <a:gd name="connsiteY16" fmla="*/ 6781 h 30157"/>
                  <a:gd name="connsiteX17" fmla="*/ 431886 w 1232250"/>
                  <a:gd name="connsiteY17" fmla="*/ 15 h 30157"/>
                  <a:gd name="connsiteX18" fmla="*/ 433675 w 1232250"/>
                  <a:gd name="connsiteY18" fmla="*/ 233 h 30157"/>
                  <a:gd name="connsiteX19" fmla="*/ 443591 w 1232250"/>
                  <a:gd name="connsiteY19" fmla="*/ 3638 h 30157"/>
                  <a:gd name="connsiteX20" fmla="*/ 452206 w 1232250"/>
                  <a:gd name="connsiteY20" fmla="*/ 8375 h 30157"/>
                  <a:gd name="connsiteX21" fmla="*/ 518571 w 1232250"/>
                  <a:gd name="connsiteY21" fmla="*/ 4490 h 30157"/>
                  <a:gd name="connsiteX22" fmla="*/ 584733 w 1232250"/>
                  <a:gd name="connsiteY22" fmla="*/ 2634 h 30157"/>
                  <a:gd name="connsiteX23" fmla="*/ 649026 w 1232250"/>
                  <a:gd name="connsiteY23" fmla="*/ 3486 h 30157"/>
                  <a:gd name="connsiteX24" fmla="*/ 711530 w 1232250"/>
                  <a:gd name="connsiteY24" fmla="*/ 5668 h 30157"/>
                  <a:gd name="connsiteX25" fmla="*/ 773060 w 1232250"/>
                  <a:gd name="connsiteY25" fmla="*/ 9226 h 30157"/>
                  <a:gd name="connsiteX26" fmla="*/ 834100 w 1232250"/>
                  <a:gd name="connsiteY26" fmla="*/ 13220 h 30157"/>
                  <a:gd name="connsiteX27" fmla="*/ 895304 w 1232250"/>
                  <a:gd name="connsiteY27" fmla="*/ 15839 h 30157"/>
                  <a:gd name="connsiteX28" fmla="*/ 957402 w 1232250"/>
                  <a:gd name="connsiteY28" fmla="*/ 17324 h 30157"/>
                  <a:gd name="connsiteX29" fmla="*/ 1020313 w 1232250"/>
                  <a:gd name="connsiteY29" fmla="*/ 18349 h 30157"/>
                  <a:gd name="connsiteX30" fmla="*/ 1083996 w 1232250"/>
                  <a:gd name="connsiteY30" fmla="*/ 19201 h 30157"/>
                  <a:gd name="connsiteX31" fmla="*/ 1229649 w 1232250"/>
                  <a:gd name="connsiteY31" fmla="*/ 20161 h 30157"/>
                  <a:gd name="connsiteX32" fmla="*/ 1232251 w 1232250"/>
                  <a:gd name="connsiteY32" fmla="*/ 21536 h 30157"/>
                  <a:gd name="connsiteX33" fmla="*/ 1229649 w 1232250"/>
                  <a:gd name="connsiteY33" fmla="*/ 22977 h 30157"/>
                  <a:gd name="connsiteX34" fmla="*/ 1083915 w 1232250"/>
                  <a:gd name="connsiteY34" fmla="*/ 21973 h 30157"/>
                  <a:gd name="connsiteX35" fmla="*/ 957199 w 1232250"/>
                  <a:gd name="connsiteY35" fmla="*/ 20161 h 30157"/>
                  <a:gd name="connsiteX36" fmla="*/ 894980 w 1232250"/>
                  <a:gd name="connsiteY36" fmla="*/ 18655 h 30157"/>
                  <a:gd name="connsiteX37" fmla="*/ 833572 w 1232250"/>
                  <a:gd name="connsiteY37" fmla="*/ 16058 h 30157"/>
                  <a:gd name="connsiteX38" fmla="*/ 772449 w 1232250"/>
                  <a:gd name="connsiteY38" fmla="*/ 12063 h 30157"/>
                  <a:gd name="connsiteX39" fmla="*/ 711124 w 1232250"/>
                  <a:gd name="connsiteY39" fmla="*/ 8506 h 30157"/>
                  <a:gd name="connsiteX40" fmla="*/ 648823 w 1232250"/>
                  <a:gd name="connsiteY40" fmla="*/ 6323 h 30157"/>
                  <a:gd name="connsiteX41" fmla="*/ 584733 w 1232250"/>
                  <a:gd name="connsiteY41" fmla="*/ 5472 h 30157"/>
                  <a:gd name="connsiteX42" fmla="*/ 518938 w 1232250"/>
                  <a:gd name="connsiteY42" fmla="*/ 7327 h 30157"/>
                  <a:gd name="connsiteX43" fmla="*/ 451475 w 1232250"/>
                  <a:gd name="connsiteY43" fmla="*/ 11278 h 30157"/>
                  <a:gd name="connsiteX44" fmla="*/ 449402 w 1232250"/>
                  <a:gd name="connsiteY44" fmla="*/ 10863 h 30157"/>
                  <a:gd name="connsiteX45" fmla="*/ 440380 w 1232250"/>
                  <a:gd name="connsiteY45" fmla="*/ 5908 h 30157"/>
                  <a:gd name="connsiteX46" fmla="*/ 431764 w 1232250"/>
                  <a:gd name="connsiteY46" fmla="*/ 2918 h 30157"/>
                  <a:gd name="connsiteX47" fmla="*/ 363612 w 1232250"/>
                  <a:gd name="connsiteY47" fmla="*/ 9575 h 30157"/>
                  <a:gd name="connsiteX48" fmla="*/ 294157 w 1232250"/>
                  <a:gd name="connsiteY48" fmla="*/ 17411 h 30157"/>
                  <a:gd name="connsiteX49" fmla="*/ 222428 w 1232250"/>
                  <a:gd name="connsiteY49" fmla="*/ 24177 h 30157"/>
                  <a:gd name="connsiteX50" fmla="*/ 221046 w 1232250"/>
                  <a:gd name="connsiteY50" fmla="*/ 24024 h 30157"/>
                  <a:gd name="connsiteX51" fmla="*/ 210520 w 1232250"/>
                  <a:gd name="connsiteY51" fmla="*/ 21362 h 30157"/>
                  <a:gd name="connsiteX52" fmla="*/ 146025 w 1232250"/>
                  <a:gd name="connsiteY52" fmla="*/ 26054 h 30157"/>
                  <a:gd name="connsiteX53" fmla="*/ 79050 w 1232250"/>
                  <a:gd name="connsiteY53" fmla="*/ 30092 h 30157"/>
                  <a:gd name="connsiteX54" fmla="*/ 78765 w 1232250"/>
                  <a:gd name="connsiteY54" fmla="*/ 30136 h 3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232250" h="30157">
                    <a:moveTo>
                      <a:pt x="78725" y="30158"/>
                    </a:moveTo>
                    <a:cubicBezTo>
                      <a:pt x="78440" y="30158"/>
                      <a:pt x="78116" y="30114"/>
                      <a:pt x="77953" y="30049"/>
                    </a:cubicBezTo>
                    <a:lnTo>
                      <a:pt x="57226" y="26098"/>
                    </a:lnTo>
                    <a:lnTo>
                      <a:pt x="2769" y="28870"/>
                    </a:lnTo>
                    <a:cubicBezTo>
                      <a:pt x="1183" y="28914"/>
                      <a:pt x="86" y="28346"/>
                      <a:pt x="5" y="27582"/>
                    </a:cubicBezTo>
                    <a:cubicBezTo>
                      <a:pt x="-76" y="26796"/>
                      <a:pt x="900" y="26142"/>
                      <a:pt x="2281" y="26032"/>
                    </a:cubicBezTo>
                    <a:lnTo>
                      <a:pt x="57348" y="23260"/>
                    </a:lnTo>
                    <a:cubicBezTo>
                      <a:pt x="57755" y="23260"/>
                      <a:pt x="58120" y="23260"/>
                      <a:pt x="58445" y="23304"/>
                    </a:cubicBezTo>
                    <a:lnTo>
                      <a:pt x="79091" y="27255"/>
                    </a:lnTo>
                    <a:lnTo>
                      <a:pt x="145455" y="23195"/>
                    </a:lnTo>
                    <a:lnTo>
                      <a:pt x="210439" y="18502"/>
                    </a:lnTo>
                    <a:lnTo>
                      <a:pt x="211130" y="18502"/>
                    </a:lnTo>
                    <a:cubicBezTo>
                      <a:pt x="211414" y="18546"/>
                      <a:pt x="211902" y="18611"/>
                      <a:pt x="212106" y="18655"/>
                    </a:cubicBezTo>
                    <a:lnTo>
                      <a:pt x="222509" y="21274"/>
                    </a:lnTo>
                    <a:lnTo>
                      <a:pt x="224216" y="21165"/>
                    </a:lnTo>
                    <a:lnTo>
                      <a:pt x="293264" y="14617"/>
                    </a:lnTo>
                    <a:lnTo>
                      <a:pt x="362717" y="6781"/>
                    </a:lnTo>
                    <a:lnTo>
                      <a:pt x="431886" y="15"/>
                    </a:lnTo>
                    <a:cubicBezTo>
                      <a:pt x="432456" y="-28"/>
                      <a:pt x="433187" y="15"/>
                      <a:pt x="433675" y="233"/>
                    </a:cubicBezTo>
                    <a:lnTo>
                      <a:pt x="443591" y="3638"/>
                    </a:lnTo>
                    <a:lnTo>
                      <a:pt x="452206" y="8375"/>
                    </a:lnTo>
                    <a:lnTo>
                      <a:pt x="518571" y="4490"/>
                    </a:lnTo>
                    <a:lnTo>
                      <a:pt x="584733" y="2634"/>
                    </a:lnTo>
                    <a:lnTo>
                      <a:pt x="649026" y="3486"/>
                    </a:lnTo>
                    <a:lnTo>
                      <a:pt x="711530" y="5668"/>
                    </a:lnTo>
                    <a:lnTo>
                      <a:pt x="773060" y="9226"/>
                    </a:lnTo>
                    <a:lnTo>
                      <a:pt x="834100" y="13220"/>
                    </a:lnTo>
                    <a:lnTo>
                      <a:pt x="895304" y="15839"/>
                    </a:lnTo>
                    <a:lnTo>
                      <a:pt x="957402" y="17324"/>
                    </a:lnTo>
                    <a:lnTo>
                      <a:pt x="1020313" y="18349"/>
                    </a:lnTo>
                    <a:lnTo>
                      <a:pt x="1083996" y="19201"/>
                    </a:lnTo>
                    <a:lnTo>
                      <a:pt x="1229649" y="20161"/>
                    </a:lnTo>
                    <a:cubicBezTo>
                      <a:pt x="1231154" y="20161"/>
                      <a:pt x="1232251" y="20794"/>
                      <a:pt x="1232251" y="21536"/>
                    </a:cubicBezTo>
                    <a:cubicBezTo>
                      <a:pt x="1232129" y="22344"/>
                      <a:pt x="1230950" y="22824"/>
                      <a:pt x="1229649" y="22977"/>
                    </a:cubicBezTo>
                    <a:lnTo>
                      <a:pt x="1083915" y="21973"/>
                    </a:lnTo>
                    <a:lnTo>
                      <a:pt x="957199" y="20161"/>
                    </a:lnTo>
                    <a:lnTo>
                      <a:pt x="894980" y="18655"/>
                    </a:lnTo>
                    <a:lnTo>
                      <a:pt x="833572" y="16058"/>
                    </a:lnTo>
                    <a:lnTo>
                      <a:pt x="772449" y="12063"/>
                    </a:lnTo>
                    <a:lnTo>
                      <a:pt x="711124" y="8506"/>
                    </a:lnTo>
                    <a:lnTo>
                      <a:pt x="648823" y="6323"/>
                    </a:lnTo>
                    <a:lnTo>
                      <a:pt x="584733" y="5472"/>
                    </a:lnTo>
                    <a:lnTo>
                      <a:pt x="518938" y="7327"/>
                    </a:lnTo>
                    <a:lnTo>
                      <a:pt x="451475" y="11278"/>
                    </a:lnTo>
                    <a:cubicBezTo>
                      <a:pt x="450703" y="11321"/>
                      <a:pt x="449890" y="11169"/>
                      <a:pt x="449402" y="10863"/>
                    </a:cubicBezTo>
                    <a:lnTo>
                      <a:pt x="440380" y="5908"/>
                    </a:lnTo>
                    <a:lnTo>
                      <a:pt x="431764" y="2918"/>
                    </a:lnTo>
                    <a:lnTo>
                      <a:pt x="363612" y="9575"/>
                    </a:lnTo>
                    <a:lnTo>
                      <a:pt x="294157" y="17411"/>
                    </a:lnTo>
                    <a:lnTo>
                      <a:pt x="222428" y="24177"/>
                    </a:lnTo>
                    <a:cubicBezTo>
                      <a:pt x="221940" y="24177"/>
                      <a:pt x="221533" y="24134"/>
                      <a:pt x="221046" y="24024"/>
                    </a:cubicBezTo>
                    <a:lnTo>
                      <a:pt x="210520" y="21362"/>
                    </a:lnTo>
                    <a:lnTo>
                      <a:pt x="146025" y="26054"/>
                    </a:lnTo>
                    <a:lnTo>
                      <a:pt x="79050" y="30092"/>
                    </a:lnTo>
                    <a:cubicBezTo>
                      <a:pt x="79050" y="30092"/>
                      <a:pt x="78847" y="30136"/>
                      <a:pt x="78765" y="301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5" name="Freeform: Shape 324">
                <a:extLst>
                  <a:ext uri="{FF2B5EF4-FFF2-40B4-BE49-F238E27FC236}">
                    <a16:creationId xmlns:a16="http://schemas.microsoft.com/office/drawing/2014/main" id="{67CFAEB0-CE83-40E8-A75A-E6444FA00796}"/>
                  </a:ext>
                </a:extLst>
              </p:cNvPr>
              <p:cNvSpPr/>
              <p:nvPr/>
            </p:nvSpPr>
            <p:spPr>
              <a:xfrm>
                <a:off x="10811739" y="5729825"/>
                <a:ext cx="78563" cy="212284"/>
              </a:xfrm>
              <a:custGeom>
                <a:avLst/>
                <a:gdLst>
                  <a:gd name="connsiteX0" fmla="*/ 76042 w 78563"/>
                  <a:gd name="connsiteY0" fmla="*/ 212285 h 212284"/>
                  <a:gd name="connsiteX1" fmla="*/ 74538 w 78563"/>
                  <a:gd name="connsiteY1" fmla="*/ 212067 h 212284"/>
                  <a:gd name="connsiteX2" fmla="*/ 69865 w 78563"/>
                  <a:gd name="connsiteY2" fmla="*/ 210255 h 212284"/>
                  <a:gd name="connsiteX3" fmla="*/ 47837 w 78563"/>
                  <a:gd name="connsiteY3" fmla="*/ 199167 h 212284"/>
                  <a:gd name="connsiteX4" fmla="*/ 47350 w 78563"/>
                  <a:gd name="connsiteY4" fmla="*/ 198796 h 212284"/>
                  <a:gd name="connsiteX5" fmla="*/ 30565 w 78563"/>
                  <a:gd name="connsiteY5" fmla="*/ 182055 h 212284"/>
                  <a:gd name="connsiteX6" fmla="*/ 17073 w 78563"/>
                  <a:gd name="connsiteY6" fmla="*/ 160250 h 212284"/>
                  <a:gd name="connsiteX7" fmla="*/ 9432 w 78563"/>
                  <a:gd name="connsiteY7" fmla="*/ 133338 h 212284"/>
                  <a:gd name="connsiteX8" fmla="*/ 5857 w 78563"/>
                  <a:gd name="connsiteY8" fmla="*/ 101843 h 212284"/>
                  <a:gd name="connsiteX9" fmla="*/ 4475 w 78563"/>
                  <a:gd name="connsiteY9" fmla="*/ 31932 h 212284"/>
                  <a:gd name="connsiteX10" fmla="*/ 5 w 78563"/>
                  <a:gd name="connsiteY10" fmla="*/ 1506 h 212284"/>
                  <a:gd name="connsiteX11" fmla="*/ 2402 w 78563"/>
                  <a:gd name="connsiteY11" fmla="*/ 0 h 212284"/>
                  <a:gd name="connsiteX12" fmla="*/ 5085 w 78563"/>
                  <a:gd name="connsiteY12" fmla="*/ 1288 h 212284"/>
                  <a:gd name="connsiteX13" fmla="*/ 9555 w 78563"/>
                  <a:gd name="connsiteY13" fmla="*/ 31823 h 212284"/>
                  <a:gd name="connsiteX14" fmla="*/ 11059 w 78563"/>
                  <a:gd name="connsiteY14" fmla="*/ 101734 h 212284"/>
                  <a:gd name="connsiteX15" fmla="*/ 14512 w 78563"/>
                  <a:gd name="connsiteY15" fmla="*/ 133011 h 212284"/>
                  <a:gd name="connsiteX16" fmla="*/ 21950 w 78563"/>
                  <a:gd name="connsiteY16" fmla="*/ 159552 h 212284"/>
                  <a:gd name="connsiteX17" fmla="*/ 35117 w 78563"/>
                  <a:gd name="connsiteY17" fmla="*/ 180920 h 212284"/>
                  <a:gd name="connsiteX18" fmla="*/ 51495 w 78563"/>
                  <a:gd name="connsiteY18" fmla="*/ 197225 h 212284"/>
                  <a:gd name="connsiteX19" fmla="*/ 73035 w 78563"/>
                  <a:gd name="connsiteY19" fmla="*/ 207985 h 212284"/>
                  <a:gd name="connsiteX20" fmla="*/ 77423 w 78563"/>
                  <a:gd name="connsiteY20" fmla="*/ 209753 h 212284"/>
                  <a:gd name="connsiteX21" fmla="*/ 78115 w 78563"/>
                  <a:gd name="connsiteY21" fmla="*/ 211674 h 212284"/>
                  <a:gd name="connsiteX22" fmla="*/ 76042 w 78563"/>
                  <a:gd name="connsiteY22" fmla="*/ 212263 h 21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8563" h="212284">
                    <a:moveTo>
                      <a:pt x="76042" y="212285"/>
                    </a:moveTo>
                    <a:cubicBezTo>
                      <a:pt x="75554" y="212285"/>
                      <a:pt x="74945" y="212241"/>
                      <a:pt x="74538" y="212067"/>
                    </a:cubicBezTo>
                    <a:lnTo>
                      <a:pt x="69865" y="210255"/>
                    </a:lnTo>
                    <a:lnTo>
                      <a:pt x="47837" y="199167"/>
                    </a:lnTo>
                    <a:cubicBezTo>
                      <a:pt x="47837" y="199167"/>
                      <a:pt x="47431" y="198949"/>
                      <a:pt x="47350" y="198796"/>
                    </a:cubicBezTo>
                    <a:lnTo>
                      <a:pt x="30565" y="182055"/>
                    </a:lnTo>
                    <a:lnTo>
                      <a:pt x="17073" y="160250"/>
                    </a:lnTo>
                    <a:lnTo>
                      <a:pt x="9432" y="133338"/>
                    </a:lnTo>
                    <a:lnTo>
                      <a:pt x="5857" y="101843"/>
                    </a:lnTo>
                    <a:lnTo>
                      <a:pt x="4475" y="31932"/>
                    </a:lnTo>
                    <a:lnTo>
                      <a:pt x="5" y="1506"/>
                    </a:lnTo>
                    <a:cubicBezTo>
                      <a:pt x="-77" y="764"/>
                      <a:pt x="899" y="65"/>
                      <a:pt x="2402" y="0"/>
                    </a:cubicBezTo>
                    <a:cubicBezTo>
                      <a:pt x="3703" y="0"/>
                      <a:pt x="5003" y="524"/>
                      <a:pt x="5085" y="1288"/>
                    </a:cubicBezTo>
                    <a:lnTo>
                      <a:pt x="9555" y="31823"/>
                    </a:lnTo>
                    <a:lnTo>
                      <a:pt x="11059" y="101734"/>
                    </a:lnTo>
                    <a:lnTo>
                      <a:pt x="14512" y="133011"/>
                    </a:lnTo>
                    <a:lnTo>
                      <a:pt x="21950" y="159552"/>
                    </a:lnTo>
                    <a:lnTo>
                      <a:pt x="35117" y="180920"/>
                    </a:lnTo>
                    <a:lnTo>
                      <a:pt x="51495" y="197225"/>
                    </a:lnTo>
                    <a:lnTo>
                      <a:pt x="73035" y="207985"/>
                    </a:lnTo>
                    <a:lnTo>
                      <a:pt x="77423" y="209753"/>
                    </a:lnTo>
                    <a:cubicBezTo>
                      <a:pt x="78602" y="210168"/>
                      <a:pt x="78927" y="211019"/>
                      <a:pt x="78115" y="211674"/>
                    </a:cubicBezTo>
                    <a:cubicBezTo>
                      <a:pt x="77627" y="212088"/>
                      <a:pt x="76814" y="212263"/>
                      <a:pt x="76042" y="2122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6" name="Freeform: Shape 325">
                <a:extLst>
                  <a:ext uri="{FF2B5EF4-FFF2-40B4-BE49-F238E27FC236}">
                    <a16:creationId xmlns:a16="http://schemas.microsoft.com/office/drawing/2014/main" id="{3CFB1A17-D05D-4844-B9A3-14167F6EDB4E}"/>
                  </a:ext>
                </a:extLst>
              </p:cNvPr>
              <p:cNvSpPr/>
              <p:nvPr/>
            </p:nvSpPr>
            <p:spPr>
              <a:xfrm>
                <a:off x="4452843" y="5560179"/>
                <a:ext cx="114805" cy="8981"/>
              </a:xfrm>
              <a:custGeom>
                <a:avLst/>
                <a:gdLst>
                  <a:gd name="connsiteX0" fmla="*/ 2520 w 114805"/>
                  <a:gd name="connsiteY0" fmla="*/ 8982 h 8981"/>
                  <a:gd name="connsiteX1" fmla="*/ 0 w 114805"/>
                  <a:gd name="connsiteY1" fmla="*/ 7650 h 8981"/>
                  <a:gd name="connsiteX2" fmla="*/ 2438 w 114805"/>
                  <a:gd name="connsiteY2" fmla="*/ 6166 h 8981"/>
                  <a:gd name="connsiteX3" fmla="*/ 57627 w 114805"/>
                  <a:gd name="connsiteY3" fmla="*/ 4878 h 8981"/>
                  <a:gd name="connsiteX4" fmla="*/ 111841 w 114805"/>
                  <a:gd name="connsiteY4" fmla="*/ 33 h 8981"/>
                  <a:gd name="connsiteX5" fmla="*/ 114767 w 114805"/>
                  <a:gd name="connsiteY5" fmla="*/ 1146 h 8981"/>
                  <a:gd name="connsiteX6" fmla="*/ 112695 w 114805"/>
                  <a:gd name="connsiteY6" fmla="*/ 2783 h 8981"/>
                  <a:gd name="connsiteX7" fmla="*/ 58115 w 114805"/>
                  <a:gd name="connsiteY7" fmla="*/ 7694 h 8981"/>
                  <a:gd name="connsiteX8" fmla="*/ 2601 w 114805"/>
                  <a:gd name="connsiteY8" fmla="*/ 8960 h 8981"/>
                  <a:gd name="connsiteX9" fmla="*/ 2520 w 114805"/>
                  <a:gd name="connsiteY9" fmla="*/ 8960 h 8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805" h="8981">
                    <a:moveTo>
                      <a:pt x="2520" y="8982"/>
                    </a:moveTo>
                    <a:cubicBezTo>
                      <a:pt x="1178" y="8982"/>
                      <a:pt x="40" y="8392"/>
                      <a:pt x="0" y="7650"/>
                    </a:cubicBezTo>
                    <a:cubicBezTo>
                      <a:pt x="0" y="6864"/>
                      <a:pt x="1056" y="6210"/>
                      <a:pt x="2438" y="6166"/>
                    </a:cubicBezTo>
                    <a:lnTo>
                      <a:pt x="57627" y="4878"/>
                    </a:lnTo>
                    <a:lnTo>
                      <a:pt x="111841" y="33"/>
                    </a:lnTo>
                    <a:cubicBezTo>
                      <a:pt x="113223" y="-142"/>
                      <a:pt x="114523" y="404"/>
                      <a:pt x="114767" y="1146"/>
                    </a:cubicBezTo>
                    <a:cubicBezTo>
                      <a:pt x="115011" y="1932"/>
                      <a:pt x="114076" y="2630"/>
                      <a:pt x="112695" y="2783"/>
                    </a:cubicBezTo>
                    <a:lnTo>
                      <a:pt x="58115" y="7694"/>
                    </a:lnTo>
                    <a:lnTo>
                      <a:pt x="2601" y="8960"/>
                    </a:lnTo>
                    <a:lnTo>
                      <a:pt x="2520" y="89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7" name="Freeform: Shape 326">
                <a:extLst>
                  <a:ext uri="{FF2B5EF4-FFF2-40B4-BE49-F238E27FC236}">
                    <a16:creationId xmlns:a16="http://schemas.microsoft.com/office/drawing/2014/main" id="{A13516D7-01A3-4FD2-8B70-0E6D402C2B56}"/>
                  </a:ext>
                </a:extLst>
              </p:cNvPr>
              <p:cNvSpPr/>
              <p:nvPr/>
            </p:nvSpPr>
            <p:spPr>
              <a:xfrm>
                <a:off x="81" y="6320364"/>
                <a:ext cx="10820887" cy="582397"/>
              </a:xfrm>
              <a:custGeom>
                <a:avLst/>
                <a:gdLst>
                  <a:gd name="connsiteX0" fmla="*/ 220309 w 10820887"/>
                  <a:gd name="connsiteY0" fmla="*/ 511483 h 582397"/>
                  <a:gd name="connsiteX1" fmla="*/ 221691 w 10820887"/>
                  <a:gd name="connsiteY1" fmla="*/ 511265 h 582397"/>
                  <a:gd name="connsiteX2" fmla="*/ 294965 w 10820887"/>
                  <a:gd name="connsiteY2" fmla="*/ 485269 h 582397"/>
                  <a:gd name="connsiteX3" fmla="*/ 366532 w 10820887"/>
                  <a:gd name="connsiteY3" fmla="*/ 458772 h 582397"/>
                  <a:gd name="connsiteX4" fmla="*/ 435783 w 10820887"/>
                  <a:gd name="connsiteY4" fmla="*/ 432231 h 582397"/>
                  <a:gd name="connsiteX5" fmla="*/ 797235 w 10820887"/>
                  <a:gd name="connsiteY5" fmla="*/ 435898 h 582397"/>
                  <a:gd name="connsiteX6" fmla="*/ 978611 w 10820887"/>
                  <a:gd name="connsiteY6" fmla="*/ 438342 h 582397"/>
                  <a:gd name="connsiteX7" fmla="*/ 1160069 w 10820887"/>
                  <a:gd name="connsiteY7" fmla="*/ 440263 h 582397"/>
                  <a:gd name="connsiteX8" fmla="*/ 1523309 w 10820887"/>
                  <a:gd name="connsiteY8" fmla="*/ 442489 h 582397"/>
                  <a:gd name="connsiteX9" fmla="*/ 1705133 w 10820887"/>
                  <a:gd name="connsiteY9" fmla="*/ 447073 h 582397"/>
                  <a:gd name="connsiteX10" fmla="*/ 1886997 w 10820887"/>
                  <a:gd name="connsiteY10" fmla="*/ 450849 h 582397"/>
                  <a:gd name="connsiteX11" fmla="*/ 2069064 w 10820887"/>
                  <a:gd name="connsiteY11" fmla="*/ 455433 h 582397"/>
                  <a:gd name="connsiteX12" fmla="*/ 2251293 w 10820887"/>
                  <a:gd name="connsiteY12" fmla="*/ 458357 h 582397"/>
                  <a:gd name="connsiteX13" fmla="*/ 2433605 w 10820887"/>
                  <a:gd name="connsiteY13" fmla="*/ 460540 h 582397"/>
                  <a:gd name="connsiteX14" fmla="*/ 2616078 w 10820887"/>
                  <a:gd name="connsiteY14" fmla="*/ 462985 h 582397"/>
                  <a:gd name="connsiteX15" fmla="*/ 2618029 w 10820887"/>
                  <a:gd name="connsiteY15" fmla="*/ 462504 h 582397"/>
                  <a:gd name="connsiteX16" fmla="*/ 2660295 w 10820887"/>
                  <a:gd name="connsiteY16" fmla="*/ 437033 h 582397"/>
                  <a:gd name="connsiteX17" fmla="*/ 3020162 w 10820887"/>
                  <a:gd name="connsiteY17" fmla="*/ 441726 h 582397"/>
                  <a:gd name="connsiteX18" fmla="*/ 3200847 w 10820887"/>
                  <a:gd name="connsiteY18" fmla="*/ 443646 h 582397"/>
                  <a:gd name="connsiteX19" fmla="*/ 3202920 w 10820887"/>
                  <a:gd name="connsiteY19" fmla="*/ 443101 h 582397"/>
                  <a:gd name="connsiteX20" fmla="*/ 3238764 w 10820887"/>
                  <a:gd name="connsiteY20" fmla="*/ 417629 h 582397"/>
                  <a:gd name="connsiteX21" fmla="*/ 3273796 w 10820887"/>
                  <a:gd name="connsiteY21" fmla="*/ 391415 h 582397"/>
                  <a:gd name="connsiteX22" fmla="*/ 3308096 w 10820887"/>
                  <a:gd name="connsiteY22" fmla="*/ 365354 h 582397"/>
                  <a:gd name="connsiteX23" fmla="*/ 3341584 w 10820887"/>
                  <a:gd name="connsiteY23" fmla="*/ 339075 h 582397"/>
                  <a:gd name="connsiteX24" fmla="*/ 3374055 w 10820887"/>
                  <a:gd name="connsiteY24" fmla="*/ 312425 h 582397"/>
                  <a:gd name="connsiteX25" fmla="*/ 3405835 w 10820887"/>
                  <a:gd name="connsiteY25" fmla="*/ 293611 h 582397"/>
                  <a:gd name="connsiteX26" fmla="*/ 3437128 w 10820887"/>
                  <a:gd name="connsiteY26" fmla="*/ 278005 h 582397"/>
                  <a:gd name="connsiteX27" fmla="*/ 3467608 w 10820887"/>
                  <a:gd name="connsiteY27" fmla="*/ 261111 h 582397"/>
                  <a:gd name="connsiteX28" fmla="*/ 3526902 w 10820887"/>
                  <a:gd name="connsiteY28" fmla="*/ 231383 h 582397"/>
                  <a:gd name="connsiteX29" fmla="*/ 3555472 w 10820887"/>
                  <a:gd name="connsiteY29" fmla="*/ 215712 h 582397"/>
                  <a:gd name="connsiteX30" fmla="*/ 3611108 w 10820887"/>
                  <a:gd name="connsiteY30" fmla="*/ 188538 h 582397"/>
                  <a:gd name="connsiteX31" fmla="*/ 3638337 w 10820887"/>
                  <a:gd name="connsiteY31" fmla="*/ 174372 h 582397"/>
                  <a:gd name="connsiteX32" fmla="*/ 3664672 w 10820887"/>
                  <a:gd name="connsiteY32" fmla="*/ 156584 h 582397"/>
                  <a:gd name="connsiteX33" fmla="*/ 3715797 w 10820887"/>
                  <a:gd name="connsiteY33" fmla="*/ 126790 h 582397"/>
                  <a:gd name="connsiteX34" fmla="*/ 3740831 w 10820887"/>
                  <a:gd name="connsiteY34" fmla="*/ 115593 h 582397"/>
                  <a:gd name="connsiteX35" fmla="*/ 3765418 w 10820887"/>
                  <a:gd name="connsiteY35" fmla="*/ 102694 h 582397"/>
                  <a:gd name="connsiteX36" fmla="*/ 3789314 w 10820887"/>
                  <a:gd name="connsiteY36" fmla="*/ 86870 h 582397"/>
                  <a:gd name="connsiteX37" fmla="*/ 3813089 w 10820887"/>
                  <a:gd name="connsiteY37" fmla="*/ 73381 h 582397"/>
                  <a:gd name="connsiteX38" fmla="*/ 3836457 w 10820887"/>
                  <a:gd name="connsiteY38" fmla="*/ 56007 h 582397"/>
                  <a:gd name="connsiteX39" fmla="*/ 3859256 w 10820887"/>
                  <a:gd name="connsiteY39" fmla="*/ 33264 h 582397"/>
                  <a:gd name="connsiteX40" fmla="*/ 3880998 w 10820887"/>
                  <a:gd name="connsiteY40" fmla="*/ 9822 h 582397"/>
                  <a:gd name="connsiteX41" fmla="*/ 4020841 w 10820887"/>
                  <a:gd name="connsiteY41" fmla="*/ 5500 h 582397"/>
                  <a:gd name="connsiteX42" fmla="*/ 4303858 w 10820887"/>
                  <a:gd name="connsiteY42" fmla="*/ 4474 h 582397"/>
                  <a:gd name="connsiteX43" fmla="*/ 4445488 w 10820887"/>
                  <a:gd name="connsiteY43" fmla="*/ 4802 h 582397"/>
                  <a:gd name="connsiteX44" fmla="*/ 4587200 w 10820887"/>
                  <a:gd name="connsiteY44" fmla="*/ 4845 h 582397"/>
                  <a:gd name="connsiteX45" fmla="*/ 4728789 w 10820887"/>
                  <a:gd name="connsiteY45" fmla="*/ 2881 h 582397"/>
                  <a:gd name="connsiteX46" fmla="*/ 4870623 w 10820887"/>
                  <a:gd name="connsiteY46" fmla="*/ 7792 h 582397"/>
                  <a:gd name="connsiteX47" fmla="*/ 5012497 w 10820887"/>
                  <a:gd name="connsiteY47" fmla="*/ 11568 h 582397"/>
                  <a:gd name="connsiteX48" fmla="*/ 5154290 w 10820887"/>
                  <a:gd name="connsiteY48" fmla="*/ 16370 h 582397"/>
                  <a:gd name="connsiteX49" fmla="*/ 5296083 w 10820887"/>
                  <a:gd name="connsiteY49" fmla="*/ 20211 h 582397"/>
                  <a:gd name="connsiteX50" fmla="*/ 5438323 w 10820887"/>
                  <a:gd name="connsiteY50" fmla="*/ 28265 h 582397"/>
                  <a:gd name="connsiteX51" fmla="*/ 5581335 w 10820887"/>
                  <a:gd name="connsiteY51" fmla="*/ 38327 h 582397"/>
                  <a:gd name="connsiteX52" fmla="*/ 5725648 w 10820887"/>
                  <a:gd name="connsiteY52" fmla="*/ 46905 h 582397"/>
                  <a:gd name="connsiteX53" fmla="*/ 5871139 w 10820887"/>
                  <a:gd name="connsiteY53" fmla="*/ 51707 h 582397"/>
                  <a:gd name="connsiteX54" fmla="*/ 6017931 w 10820887"/>
                  <a:gd name="connsiteY54" fmla="*/ 52231 h 582397"/>
                  <a:gd name="connsiteX55" fmla="*/ 6165820 w 10820887"/>
                  <a:gd name="connsiteY55" fmla="*/ 48389 h 582397"/>
                  <a:gd name="connsiteX56" fmla="*/ 6314196 w 10820887"/>
                  <a:gd name="connsiteY56" fmla="*/ 38480 h 582397"/>
                  <a:gd name="connsiteX57" fmla="*/ 6461842 w 10820887"/>
                  <a:gd name="connsiteY57" fmla="*/ 24620 h 582397"/>
                  <a:gd name="connsiteX58" fmla="*/ 6607983 w 10820887"/>
                  <a:gd name="connsiteY58" fmla="*/ 13380 h 582397"/>
                  <a:gd name="connsiteX59" fmla="*/ 6751767 w 10820887"/>
                  <a:gd name="connsiteY59" fmla="*/ 9975 h 582397"/>
                  <a:gd name="connsiteX60" fmla="*/ 6891691 w 10820887"/>
                  <a:gd name="connsiteY60" fmla="*/ 29051 h 582397"/>
                  <a:gd name="connsiteX61" fmla="*/ 6897746 w 10820887"/>
                  <a:gd name="connsiteY61" fmla="*/ 39986 h 582397"/>
                  <a:gd name="connsiteX62" fmla="*/ 6899534 w 10820887"/>
                  <a:gd name="connsiteY62" fmla="*/ 40947 h 582397"/>
                  <a:gd name="connsiteX63" fmla="*/ 7040027 w 10820887"/>
                  <a:gd name="connsiteY63" fmla="*/ 61202 h 582397"/>
                  <a:gd name="connsiteX64" fmla="*/ 7179138 w 10820887"/>
                  <a:gd name="connsiteY64" fmla="*/ 81391 h 582397"/>
                  <a:gd name="connsiteX65" fmla="*/ 7318045 w 10820887"/>
                  <a:gd name="connsiteY65" fmla="*/ 104527 h 582397"/>
                  <a:gd name="connsiteX66" fmla="*/ 7354459 w 10820887"/>
                  <a:gd name="connsiteY66" fmla="*/ 108893 h 582397"/>
                  <a:gd name="connsiteX67" fmla="*/ 7363887 w 10820887"/>
                  <a:gd name="connsiteY67" fmla="*/ 121639 h 582397"/>
                  <a:gd name="connsiteX68" fmla="*/ 7365391 w 10820887"/>
                  <a:gd name="connsiteY68" fmla="*/ 122425 h 582397"/>
                  <a:gd name="connsiteX69" fmla="*/ 7373803 w 10820887"/>
                  <a:gd name="connsiteY69" fmla="*/ 135434 h 582397"/>
                  <a:gd name="connsiteX70" fmla="*/ 7384126 w 10820887"/>
                  <a:gd name="connsiteY70" fmla="*/ 155470 h 582397"/>
                  <a:gd name="connsiteX71" fmla="*/ 7394651 w 10820887"/>
                  <a:gd name="connsiteY71" fmla="*/ 176773 h 582397"/>
                  <a:gd name="connsiteX72" fmla="*/ 7405259 w 10820887"/>
                  <a:gd name="connsiteY72" fmla="*/ 196548 h 582397"/>
                  <a:gd name="connsiteX73" fmla="*/ 7416150 w 10820887"/>
                  <a:gd name="connsiteY73" fmla="*/ 215995 h 582397"/>
                  <a:gd name="connsiteX74" fmla="*/ 7426960 w 10820887"/>
                  <a:gd name="connsiteY74" fmla="*/ 234046 h 582397"/>
                  <a:gd name="connsiteX75" fmla="*/ 7438665 w 10820887"/>
                  <a:gd name="connsiteY75" fmla="*/ 251267 h 582397"/>
                  <a:gd name="connsiteX76" fmla="*/ 7461098 w 10820887"/>
                  <a:gd name="connsiteY76" fmla="*/ 276739 h 582397"/>
                  <a:gd name="connsiteX77" fmla="*/ 7473981 w 10820887"/>
                  <a:gd name="connsiteY77" fmla="*/ 290118 h 582397"/>
                  <a:gd name="connsiteX78" fmla="*/ 7486295 w 10820887"/>
                  <a:gd name="connsiteY78" fmla="*/ 301577 h 582397"/>
                  <a:gd name="connsiteX79" fmla="*/ 7499096 w 10820887"/>
                  <a:gd name="connsiteY79" fmla="*/ 312120 h 582397"/>
                  <a:gd name="connsiteX80" fmla="*/ 7511776 w 10820887"/>
                  <a:gd name="connsiteY80" fmla="*/ 319300 h 582397"/>
                  <a:gd name="connsiteX81" fmla="*/ 7512386 w 10820887"/>
                  <a:gd name="connsiteY81" fmla="*/ 319519 h 582397"/>
                  <a:gd name="connsiteX82" fmla="*/ 7524496 w 10820887"/>
                  <a:gd name="connsiteY82" fmla="*/ 325543 h 582397"/>
                  <a:gd name="connsiteX83" fmla="*/ 7537704 w 10820887"/>
                  <a:gd name="connsiteY83" fmla="*/ 335561 h 582397"/>
                  <a:gd name="connsiteX84" fmla="*/ 7551278 w 10820887"/>
                  <a:gd name="connsiteY84" fmla="*/ 346693 h 582397"/>
                  <a:gd name="connsiteX85" fmla="*/ 7553351 w 10820887"/>
                  <a:gd name="connsiteY85" fmla="*/ 347326 h 582397"/>
                  <a:gd name="connsiteX86" fmla="*/ 7661778 w 10820887"/>
                  <a:gd name="connsiteY86" fmla="*/ 346693 h 582397"/>
                  <a:gd name="connsiteX87" fmla="*/ 7833442 w 10820887"/>
                  <a:gd name="connsiteY87" fmla="*/ 343484 h 582397"/>
                  <a:gd name="connsiteX88" fmla="*/ 8005186 w 10820887"/>
                  <a:gd name="connsiteY88" fmla="*/ 341935 h 582397"/>
                  <a:gd name="connsiteX89" fmla="*/ 8177134 w 10820887"/>
                  <a:gd name="connsiteY89" fmla="*/ 342349 h 582397"/>
                  <a:gd name="connsiteX90" fmla="*/ 8349082 w 10820887"/>
                  <a:gd name="connsiteY90" fmla="*/ 342349 h 582397"/>
                  <a:gd name="connsiteX91" fmla="*/ 8521314 w 10820887"/>
                  <a:gd name="connsiteY91" fmla="*/ 342764 h 582397"/>
                  <a:gd name="connsiteX92" fmla="*/ 8692774 w 10820887"/>
                  <a:gd name="connsiteY92" fmla="*/ 340516 h 582397"/>
                  <a:gd name="connsiteX93" fmla="*/ 8718662 w 10820887"/>
                  <a:gd name="connsiteY93" fmla="*/ 349159 h 582397"/>
                  <a:gd name="connsiteX94" fmla="*/ 8719962 w 10820887"/>
                  <a:gd name="connsiteY94" fmla="*/ 349377 h 582397"/>
                  <a:gd name="connsiteX95" fmla="*/ 8893007 w 10820887"/>
                  <a:gd name="connsiteY95" fmla="*/ 348352 h 582397"/>
                  <a:gd name="connsiteX96" fmla="*/ 8921496 w 10820887"/>
                  <a:gd name="connsiteY96" fmla="*/ 367537 h 582397"/>
                  <a:gd name="connsiteX97" fmla="*/ 8951447 w 10820887"/>
                  <a:gd name="connsiteY97" fmla="*/ 387203 h 582397"/>
                  <a:gd name="connsiteX98" fmla="*/ 8982009 w 10820887"/>
                  <a:gd name="connsiteY98" fmla="*/ 405799 h 582397"/>
                  <a:gd name="connsiteX99" fmla="*/ 9013262 w 10820887"/>
                  <a:gd name="connsiteY99" fmla="*/ 423762 h 582397"/>
                  <a:gd name="connsiteX100" fmla="*/ 9078041 w 10820887"/>
                  <a:gd name="connsiteY100" fmla="*/ 461806 h 582397"/>
                  <a:gd name="connsiteX101" fmla="*/ 9079748 w 10820887"/>
                  <a:gd name="connsiteY101" fmla="*/ 462286 h 582397"/>
                  <a:gd name="connsiteX102" fmla="*/ 9266773 w 10820887"/>
                  <a:gd name="connsiteY102" fmla="*/ 465691 h 582397"/>
                  <a:gd name="connsiteX103" fmla="*/ 9453880 w 10820887"/>
                  <a:gd name="connsiteY103" fmla="*/ 468136 h 582397"/>
                  <a:gd name="connsiteX104" fmla="*/ 9641027 w 10820887"/>
                  <a:gd name="connsiteY104" fmla="*/ 470209 h 582397"/>
                  <a:gd name="connsiteX105" fmla="*/ 9818136 w 10820887"/>
                  <a:gd name="connsiteY105" fmla="*/ 471912 h 582397"/>
                  <a:gd name="connsiteX106" fmla="*/ 9818746 w 10820887"/>
                  <a:gd name="connsiteY106" fmla="*/ 471977 h 582397"/>
                  <a:gd name="connsiteX107" fmla="*/ 10015809 w 10820887"/>
                  <a:gd name="connsiteY107" fmla="*/ 473570 h 582397"/>
                  <a:gd name="connsiteX108" fmla="*/ 10203444 w 10820887"/>
                  <a:gd name="connsiteY108" fmla="*/ 476670 h 582397"/>
                  <a:gd name="connsiteX109" fmla="*/ 10391160 w 10820887"/>
                  <a:gd name="connsiteY109" fmla="*/ 478852 h 582397"/>
                  <a:gd name="connsiteX110" fmla="*/ 10578267 w 10820887"/>
                  <a:gd name="connsiteY110" fmla="*/ 481843 h 582397"/>
                  <a:gd name="connsiteX111" fmla="*/ 10629473 w 10820887"/>
                  <a:gd name="connsiteY111" fmla="*/ 500395 h 582397"/>
                  <a:gd name="connsiteX112" fmla="*/ 10682265 w 10820887"/>
                  <a:gd name="connsiteY112" fmla="*/ 520170 h 582397"/>
                  <a:gd name="connsiteX113" fmla="*/ 10736641 w 10820887"/>
                  <a:gd name="connsiteY113" fmla="*/ 544834 h 582397"/>
                  <a:gd name="connsiteX114" fmla="*/ 10792602 w 10820887"/>
                  <a:gd name="connsiteY114" fmla="*/ 572707 h 582397"/>
                  <a:gd name="connsiteX115" fmla="*/ 10813166 w 10820887"/>
                  <a:gd name="connsiteY115" fmla="*/ 582397 h 582397"/>
                  <a:gd name="connsiteX116" fmla="*/ 10820887 w 10820887"/>
                  <a:gd name="connsiteY116" fmla="*/ 582397 h 582397"/>
                  <a:gd name="connsiteX117" fmla="*/ 10795975 w 10820887"/>
                  <a:gd name="connsiteY117" fmla="*/ 570568 h 582397"/>
                  <a:gd name="connsiteX118" fmla="*/ 10739933 w 10820887"/>
                  <a:gd name="connsiteY118" fmla="*/ 542695 h 582397"/>
                  <a:gd name="connsiteX119" fmla="*/ 10685272 w 10820887"/>
                  <a:gd name="connsiteY119" fmla="*/ 517856 h 582397"/>
                  <a:gd name="connsiteX120" fmla="*/ 10632277 w 10820887"/>
                  <a:gd name="connsiteY120" fmla="*/ 498038 h 582397"/>
                  <a:gd name="connsiteX121" fmla="*/ 10580502 w 10820887"/>
                  <a:gd name="connsiteY121" fmla="*/ 479289 h 582397"/>
                  <a:gd name="connsiteX122" fmla="*/ 10579201 w 10820887"/>
                  <a:gd name="connsiteY122" fmla="*/ 479071 h 582397"/>
                  <a:gd name="connsiteX123" fmla="*/ 10391282 w 10820887"/>
                  <a:gd name="connsiteY123" fmla="*/ 476037 h 582397"/>
                  <a:gd name="connsiteX124" fmla="*/ 10203566 w 10820887"/>
                  <a:gd name="connsiteY124" fmla="*/ 473898 h 582397"/>
                  <a:gd name="connsiteX125" fmla="*/ 10015931 w 10820887"/>
                  <a:gd name="connsiteY125" fmla="*/ 470755 h 582397"/>
                  <a:gd name="connsiteX126" fmla="*/ 9819274 w 10820887"/>
                  <a:gd name="connsiteY126" fmla="*/ 469161 h 582397"/>
                  <a:gd name="connsiteX127" fmla="*/ 9818665 w 10820887"/>
                  <a:gd name="connsiteY127" fmla="*/ 469096 h 582397"/>
                  <a:gd name="connsiteX128" fmla="*/ 9641150 w 10820887"/>
                  <a:gd name="connsiteY128" fmla="*/ 467394 h 582397"/>
                  <a:gd name="connsiteX129" fmla="*/ 9454043 w 10820887"/>
                  <a:gd name="connsiteY129" fmla="*/ 465364 h 582397"/>
                  <a:gd name="connsiteX130" fmla="*/ 9266895 w 10820887"/>
                  <a:gd name="connsiteY130" fmla="*/ 462854 h 582397"/>
                  <a:gd name="connsiteX131" fmla="*/ 9081049 w 10820887"/>
                  <a:gd name="connsiteY131" fmla="*/ 459449 h 582397"/>
                  <a:gd name="connsiteX132" fmla="*/ 9016959 w 10820887"/>
                  <a:gd name="connsiteY132" fmla="*/ 421820 h 582397"/>
                  <a:gd name="connsiteX133" fmla="*/ 8985789 w 10820887"/>
                  <a:gd name="connsiteY133" fmla="*/ 403856 h 582397"/>
                  <a:gd name="connsiteX134" fmla="*/ 8955227 w 10820887"/>
                  <a:gd name="connsiteY134" fmla="*/ 385326 h 582397"/>
                  <a:gd name="connsiteX135" fmla="*/ 8925357 w 10820887"/>
                  <a:gd name="connsiteY135" fmla="*/ 365704 h 582397"/>
                  <a:gd name="connsiteX136" fmla="*/ 8896177 w 10820887"/>
                  <a:gd name="connsiteY136" fmla="*/ 345994 h 582397"/>
                  <a:gd name="connsiteX137" fmla="*/ 8894186 w 10820887"/>
                  <a:gd name="connsiteY137" fmla="*/ 345514 h 582397"/>
                  <a:gd name="connsiteX138" fmla="*/ 8720654 w 10820887"/>
                  <a:gd name="connsiteY138" fmla="*/ 346518 h 582397"/>
                  <a:gd name="connsiteX139" fmla="*/ 8694765 w 10820887"/>
                  <a:gd name="connsiteY139" fmla="*/ 337897 h 582397"/>
                  <a:gd name="connsiteX140" fmla="*/ 8693383 w 10820887"/>
                  <a:gd name="connsiteY140" fmla="*/ 337678 h 582397"/>
                  <a:gd name="connsiteX141" fmla="*/ 8521233 w 10820887"/>
                  <a:gd name="connsiteY141" fmla="*/ 339927 h 582397"/>
                  <a:gd name="connsiteX142" fmla="*/ 8349082 w 10820887"/>
                  <a:gd name="connsiteY142" fmla="*/ 339490 h 582397"/>
                  <a:gd name="connsiteX143" fmla="*/ 8177134 w 10820887"/>
                  <a:gd name="connsiteY143" fmla="*/ 339490 h 582397"/>
                  <a:gd name="connsiteX144" fmla="*/ 8005186 w 10820887"/>
                  <a:gd name="connsiteY144" fmla="*/ 339075 h 582397"/>
                  <a:gd name="connsiteX145" fmla="*/ 7833360 w 10820887"/>
                  <a:gd name="connsiteY145" fmla="*/ 340669 h 582397"/>
                  <a:gd name="connsiteX146" fmla="*/ 7661697 w 10820887"/>
                  <a:gd name="connsiteY146" fmla="*/ 343877 h 582397"/>
                  <a:gd name="connsiteX147" fmla="*/ 7554732 w 10820887"/>
                  <a:gd name="connsiteY147" fmla="*/ 344466 h 582397"/>
                  <a:gd name="connsiteX148" fmla="*/ 7541850 w 10820887"/>
                  <a:gd name="connsiteY148" fmla="*/ 333859 h 582397"/>
                  <a:gd name="connsiteX149" fmla="*/ 7528276 w 10820887"/>
                  <a:gd name="connsiteY149" fmla="*/ 323622 h 582397"/>
                  <a:gd name="connsiteX150" fmla="*/ 7515393 w 10820887"/>
                  <a:gd name="connsiteY150" fmla="*/ 317227 h 582397"/>
                  <a:gd name="connsiteX151" fmla="*/ 7514987 w 10820887"/>
                  <a:gd name="connsiteY151" fmla="*/ 317074 h 582397"/>
                  <a:gd name="connsiteX152" fmla="*/ 7502876 w 10820887"/>
                  <a:gd name="connsiteY152" fmla="*/ 310264 h 582397"/>
                  <a:gd name="connsiteX153" fmla="*/ 7491375 w 10820887"/>
                  <a:gd name="connsiteY153" fmla="*/ 300726 h 582397"/>
                  <a:gd name="connsiteX154" fmla="*/ 7478492 w 10820887"/>
                  <a:gd name="connsiteY154" fmla="*/ 288678 h 582397"/>
                  <a:gd name="connsiteX155" fmla="*/ 7466584 w 10820887"/>
                  <a:gd name="connsiteY155" fmla="*/ 276411 h 582397"/>
                  <a:gd name="connsiteX156" fmla="*/ 7443379 w 10820887"/>
                  <a:gd name="connsiteY156" fmla="*/ 250088 h 582397"/>
                  <a:gd name="connsiteX157" fmla="*/ 7432162 w 10820887"/>
                  <a:gd name="connsiteY157" fmla="*/ 233566 h 582397"/>
                  <a:gd name="connsiteX158" fmla="*/ 7421067 w 10820887"/>
                  <a:gd name="connsiteY158" fmla="*/ 215079 h 582397"/>
                  <a:gd name="connsiteX159" fmla="*/ 7410176 w 10820887"/>
                  <a:gd name="connsiteY159" fmla="*/ 195631 h 582397"/>
                  <a:gd name="connsiteX160" fmla="*/ 7399569 w 10820887"/>
                  <a:gd name="connsiteY160" fmla="*/ 175922 h 582397"/>
                  <a:gd name="connsiteX161" fmla="*/ 7389043 w 10820887"/>
                  <a:gd name="connsiteY161" fmla="*/ 154663 h 582397"/>
                  <a:gd name="connsiteX162" fmla="*/ 7378721 w 10820887"/>
                  <a:gd name="connsiteY162" fmla="*/ 134517 h 582397"/>
                  <a:gd name="connsiteX163" fmla="*/ 7369699 w 10820887"/>
                  <a:gd name="connsiteY163" fmla="*/ 120657 h 582397"/>
                  <a:gd name="connsiteX164" fmla="*/ 7368114 w 10820887"/>
                  <a:gd name="connsiteY164" fmla="*/ 119806 h 582397"/>
                  <a:gd name="connsiteX165" fmla="*/ 7358807 w 10820887"/>
                  <a:gd name="connsiteY165" fmla="*/ 107081 h 582397"/>
                  <a:gd name="connsiteX166" fmla="*/ 7356938 w 10820887"/>
                  <a:gd name="connsiteY166" fmla="*/ 106273 h 582397"/>
                  <a:gd name="connsiteX167" fmla="*/ 7319427 w 10820887"/>
                  <a:gd name="connsiteY167" fmla="*/ 101690 h 582397"/>
                  <a:gd name="connsiteX168" fmla="*/ 7183202 w 10820887"/>
                  <a:gd name="connsiteY168" fmla="*/ 79099 h 582397"/>
                  <a:gd name="connsiteX169" fmla="*/ 7043319 w 10820887"/>
                  <a:gd name="connsiteY169" fmla="*/ 58692 h 582397"/>
                  <a:gd name="connsiteX170" fmla="*/ 6902745 w 10820887"/>
                  <a:gd name="connsiteY170" fmla="*/ 38437 h 582397"/>
                  <a:gd name="connsiteX171" fmla="*/ 6902257 w 10820887"/>
                  <a:gd name="connsiteY171" fmla="*/ 38393 h 582397"/>
                  <a:gd name="connsiteX172" fmla="*/ 6896324 w 10820887"/>
                  <a:gd name="connsiteY172" fmla="*/ 27414 h 582397"/>
                  <a:gd name="connsiteX173" fmla="*/ 6894536 w 10820887"/>
                  <a:gd name="connsiteY173" fmla="*/ 26454 h 582397"/>
                  <a:gd name="connsiteX174" fmla="*/ 6752865 w 10820887"/>
                  <a:gd name="connsiteY174" fmla="*/ 7159 h 582397"/>
                  <a:gd name="connsiteX175" fmla="*/ 6752174 w 10820887"/>
                  <a:gd name="connsiteY175" fmla="*/ 7094 h 582397"/>
                  <a:gd name="connsiteX176" fmla="*/ 6607820 w 10820887"/>
                  <a:gd name="connsiteY176" fmla="*/ 10564 h 582397"/>
                  <a:gd name="connsiteX177" fmla="*/ 6461395 w 10820887"/>
                  <a:gd name="connsiteY177" fmla="*/ 21805 h 582397"/>
                  <a:gd name="connsiteX178" fmla="*/ 6313668 w 10820887"/>
                  <a:gd name="connsiteY178" fmla="*/ 35665 h 582397"/>
                  <a:gd name="connsiteX179" fmla="*/ 6165617 w 10820887"/>
                  <a:gd name="connsiteY179" fmla="*/ 45508 h 582397"/>
                  <a:gd name="connsiteX180" fmla="*/ 6018093 w 10820887"/>
                  <a:gd name="connsiteY180" fmla="*/ 49350 h 582397"/>
                  <a:gd name="connsiteX181" fmla="*/ 5871546 w 10820887"/>
                  <a:gd name="connsiteY181" fmla="*/ 48826 h 582397"/>
                  <a:gd name="connsiteX182" fmla="*/ 5726339 w 10820887"/>
                  <a:gd name="connsiteY182" fmla="*/ 44024 h 582397"/>
                  <a:gd name="connsiteX183" fmla="*/ 5582189 w 10820887"/>
                  <a:gd name="connsiteY183" fmla="*/ 35490 h 582397"/>
                  <a:gd name="connsiteX184" fmla="*/ 5439177 w 10820887"/>
                  <a:gd name="connsiteY184" fmla="*/ 25428 h 582397"/>
                  <a:gd name="connsiteX185" fmla="*/ 5296733 w 10820887"/>
                  <a:gd name="connsiteY185" fmla="*/ 17330 h 582397"/>
                  <a:gd name="connsiteX186" fmla="*/ 5154859 w 10820887"/>
                  <a:gd name="connsiteY186" fmla="*/ 13489 h 582397"/>
                  <a:gd name="connsiteX187" fmla="*/ 5013026 w 10820887"/>
                  <a:gd name="connsiteY187" fmla="*/ 8687 h 582397"/>
                  <a:gd name="connsiteX188" fmla="*/ 4871192 w 10820887"/>
                  <a:gd name="connsiteY188" fmla="*/ 4911 h 582397"/>
                  <a:gd name="connsiteX189" fmla="*/ 4729155 w 10820887"/>
                  <a:gd name="connsiteY189" fmla="*/ 0 h 582397"/>
                  <a:gd name="connsiteX190" fmla="*/ 4587443 w 10820887"/>
                  <a:gd name="connsiteY190" fmla="*/ 1986 h 582397"/>
                  <a:gd name="connsiteX191" fmla="*/ 4445772 w 10820887"/>
                  <a:gd name="connsiteY191" fmla="*/ 1986 h 582397"/>
                  <a:gd name="connsiteX192" fmla="*/ 4304142 w 10820887"/>
                  <a:gd name="connsiteY192" fmla="*/ 1659 h 582397"/>
                  <a:gd name="connsiteX193" fmla="*/ 4020962 w 10820887"/>
                  <a:gd name="connsiteY193" fmla="*/ 2619 h 582397"/>
                  <a:gd name="connsiteX194" fmla="*/ 3879535 w 10820887"/>
                  <a:gd name="connsiteY194" fmla="*/ 6984 h 582397"/>
                  <a:gd name="connsiteX195" fmla="*/ 3877422 w 10820887"/>
                  <a:gd name="connsiteY195" fmla="*/ 7727 h 582397"/>
                  <a:gd name="connsiteX196" fmla="*/ 3855029 w 10820887"/>
                  <a:gd name="connsiteY196" fmla="*/ 31867 h 582397"/>
                  <a:gd name="connsiteX197" fmla="*/ 3832433 w 10820887"/>
                  <a:gd name="connsiteY197" fmla="*/ 54414 h 582397"/>
                  <a:gd name="connsiteX198" fmla="*/ 3809472 w 10820887"/>
                  <a:gd name="connsiteY198" fmla="*/ 71460 h 582397"/>
                  <a:gd name="connsiteX199" fmla="*/ 3785819 w 10820887"/>
                  <a:gd name="connsiteY199" fmla="*/ 84949 h 582397"/>
                  <a:gd name="connsiteX200" fmla="*/ 3762004 w 10820887"/>
                  <a:gd name="connsiteY200" fmla="*/ 100729 h 582397"/>
                  <a:gd name="connsiteX201" fmla="*/ 3737701 w 10820887"/>
                  <a:gd name="connsiteY201" fmla="*/ 113411 h 582397"/>
                  <a:gd name="connsiteX202" fmla="*/ 3712545 w 10820887"/>
                  <a:gd name="connsiteY202" fmla="*/ 124651 h 582397"/>
                  <a:gd name="connsiteX203" fmla="*/ 3687105 w 10820887"/>
                  <a:gd name="connsiteY203" fmla="*/ 139362 h 582397"/>
                  <a:gd name="connsiteX204" fmla="*/ 3661055 w 10820887"/>
                  <a:gd name="connsiteY204" fmla="*/ 154663 h 582397"/>
                  <a:gd name="connsiteX205" fmla="*/ 3634801 w 10820887"/>
                  <a:gd name="connsiteY205" fmla="*/ 172408 h 582397"/>
                  <a:gd name="connsiteX206" fmla="*/ 3607857 w 10820887"/>
                  <a:gd name="connsiteY206" fmla="*/ 186420 h 582397"/>
                  <a:gd name="connsiteX207" fmla="*/ 3552139 w 10820887"/>
                  <a:gd name="connsiteY207" fmla="*/ 213660 h 582397"/>
                  <a:gd name="connsiteX208" fmla="*/ 3523569 w 10820887"/>
                  <a:gd name="connsiteY208" fmla="*/ 229331 h 582397"/>
                  <a:gd name="connsiteX209" fmla="*/ 3464276 w 10820887"/>
                  <a:gd name="connsiteY209" fmla="*/ 259059 h 582397"/>
                  <a:gd name="connsiteX210" fmla="*/ 3433796 w 10820887"/>
                  <a:gd name="connsiteY210" fmla="*/ 275953 h 582397"/>
                  <a:gd name="connsiteX211" fmla="*/ 3402381 w 10820887"/>
                  <a:gd name="connsiteY211" fmla="*/ 291559 h 582397"/>
                  <a:gd name="connsiteX212" fmla="*/ 3370194 w 10820887"/>
                  <a:gd name="connsiteY212" fmla="*/ 310635 h 582397"/>
                  <a:gd name="connsiteX213" fmla="*/ 3337479 w 10820887"/>
                  <a:gd name="connsiteY213" fmla="*/ 337438 h 582397"/>
                  <a:gd name="connsiteX214" fmla="*/ 3303992 w 10820887"/>
                  <a:gd name="connsiteY214" fmla="*/ 363717 h 582397"/>
                  <a:gd name="connsiteX215" fmla="*/ 3269773 w 10820887"/>
                  <a:gd name="connsiteY215" fmla="*/ 389713 h 582397"/>
                  <a:gd name="connsiteX216" fmla="*/ 3234781 w 10820887"/>
                  <a:gd name="connsiteY216" fmla="*/ 415883 h 582397"/>
                  <a:gd name="connsiteX217" fmla="*/ 3199750 w 10820887"/>
                  <a:gd name="connsiteY217" fmla="*/ 440765 h 582397"/>
                  <a:gd name="connsiteX218" fmla="*/ 3020324 w 10820887"/>
                  <a:gd name="connsiteY218" fmla="*/ 438844 h 582397"/>
                  <a:gd name="connsiteX219" fmla="*/ 2659319 w 10820887"/>
                  <a:gd name="connsiteY219" fmla="*/ 434152 h 582397"/>
                  <a:gd name="connsiteX220" fmla="*/ 2657369 w 10820887"/>
                  <a:gd name="connsiteY220" fmla="*/ 434632 h 582397"/>
                  <a:gd name="connsiteX221" fmla="*/ 2615103 w 10820887"/>
                  <a:gd name="connsiteY221" fmla="*/ 460060 h 582397"/>
                  <a:gd name="connsiteX222" fmla="*/ 2433767 w 10820887"/>
                  <a:gd name="connsiteY222" fmla="*/ 457659 h 582397"/>
                  <a:gd name="connsiteX223" fmla="*/ 2251497 w 10820887"/>
                  <a:gd name="connsiteY223" fmla="*/ 455476 h 582397"/>
                  <a:gd name="connsiteX224" fmla="*/ 2069348 w 10820887"/>
                  <a:gd name="connsiteY224" fmla="*/ 452551 h 582397"/>
                  <a:gd name="connsiteX225" fmla="*/ 1887281 w 10820887"/>
                  <a:gd name="connsiteY225" fmla="*/ 447968 h 582397"/>
                  <a:gd name="connsiteX226" fmla="*/ 1705417 w 10820887"/>
                  <a:gd name="connsiteY226" fmla="*/ 444192 h 582397"/>
                  <a:gd name="connsiteX227" fmla="*/ 1523553 w 10820887"/>
                  <a:gd name="connsiteY227" fmla="*/ 439608 h 582397"/>
                  <a:gd name="connsiteX228" fmla="*/ 1160231 w 10820887"/>
                  <a:gd name="connsiteY228" fmla="*/ 437360 h 582397"/>
                  <a:gd name="connsiteX229" fmla="*/ 978814 w 10820887"/>
                  <a:gd name="connsiteY229" fmla="*/ 435439 h 582397"/>
                  <a:gd name="connsiteX230" fmla="*/ 797438 w 10820887"/>
                  <a:gd name="connsiteY230" fmla="*/ 432995 h 582397"/>
                  <a:gd name="connsiteX231" fmla="*/ 435132 w 10820887"/>
                  <a:gd name="connsiteY231" fmla="*/ 429372 h 582397"/>
                  <a:gd name="connsiteX232" fmla="*/ 433669 w 10820887"/>
                  <a:gd name="connsiteY232" fmla="*/ 429590 h 582397"/>
                  <a:gd name="connsiteX233" fmla="*/ 363809 w 10820887"/>
                  <a:gd name="connsiteY233" fmla="*/ 456393 h 582397"/>
                  <a:gd name="connsiteX234" fmla="*/ 292283 w 10820887"/>
                  <a:gd name="connsiteY234" fmla="*/ 482759 h 582397"/>
                  <a:gd name="connsiteX235" fmla="*/ 219659 w 10820887"/>
                  <a:gd name="connsiteY235" fmla="*/ 508602 h 582397"/>
                  <a:gd name="connsiteX236" fmla="*/ 32837 w 10820887"/>
                  <a:gd name="connsiteY236" fmla="*/ 508275 h 582397"/>
                  <a:gd name="connsiteX237" fmla="*/ 0 w 10820887"/>
                  <a:gd name="connsiteY237" fmla="*/ 508166 h 582397"/>
                  <a:gd name="connsiteX238" fmla="*/ 0 w 10820887"/>
                  <a:gd name="connsiteY238" fmla="*/ 511003 h 582397"/>
                  <a:gd name="connsiteX239" fmla="*/ 32837 w 10820887"/>
                  <a:gd name="connsiteY239" fmla="*/ 511112 h 582397"/>
                  <a:gd name="connsiteX240" fmla="*/ 220391 w 10820887"/>
                  <a:gd name="connsiteY240" fmla="*/ 511374 h 582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10820887" h="582397">
                    <a:moveTo>
                      <a:pt x="220309" y="511483"/>
                    </a:moveTo>
                    <a:cubicBezTo>
                      <a:pt x="220919" y="511439"/>
                      <a:pt x="221244" y="511439"/>
                      <a:pt x="221691" y="511265"/>
                    </a:cubicBezTo>
                    <a:lnTo>
                      <a:pt x="294965" y="485269"/>
                    </a:lnTo>
                    <a:lnTo>
                      <a:pt x="366532" y="458772"/>
                    </a:lnTo>
                    <a:lnTo>
                      <a:pt x="435783" y="432231"/>
                    </a:lnTo>
                    <a:lnTo>
                      <a:pt x="797235" y="435898"/>
                    </a:lnTo>
                    <a:lnTo>
                      <a:pt x="978611" y="438342"/>
                    </a:lnTo>
                    <a:lnTo>
                      <a:pt x="1160069" y="440263"/>
                    </a:lnTo>
                    <a:lnTo>
                      <a:pt x="1523309" y="442489"/>
                    </a:lnTo>
                    <a:lnTo>
                      <a:pt x="1705133" y="447073"/>
                    </a:lnTo>
                    <a:lnTo>
                      <a:pt x="1886997" y="450849"/>
                    </a:lnTo>
                    <a:lnTo>
                      <a:pt x="2069064" y="455433"/>
                    </a:lnTo>
                    <a:lnTo>
                      <a:pt x="2251293" y="458357"/>
                    </a:lnTo>
                    <a:lnTo>
                      <a:pt x="2433605" y="460540"/>
                    </a:lnTo>
                    <a:lnTo>
                      <a:pt x="2616078" y="462985"/>
                    </a:lnTo>
                    <a:cubicBezTo>
                      <a:pt x="2616729" y="462985"/>
                      <a:pt x="2617501" y="462832"/>
                      <a:pt x="2618029" y="462504"/>
                    </a:cubicBezTo>
                    <a:lnTo>
                      <a:pt x="2660295" y="437033"/>
                    </a:lnTo>
                    <a:lnTo>
                      <a:pt x="3020162" y="441726"/>
                    </a:lnTo>
                    <a:lnTo>
                      <a:pt x="3200847" y="443646"/>
                    </a:lnTo>
                    <a:cubicBezTo>
                      <a:pt x="3201782" y="443690"/>
                      <a:pt x="3202432" y="443472"/>
                      <a:pt x="3202920" y="443101"/>
                    </a:cubicBezTo>
                    <a:lnTo>
                      <a:pt x="3238764" y="417629"/>
                    </a:lnTo>
                    <a:lnTo>
                      <a:pt x="3273796" y="391415"/>
                    </a:lnTo>
                    <a:lnTo>
                      <a:pt x="3308096" y="365354"/>
                    </a:lnTo>
                    <a:lnTo>
                      <a:pt x="3341584" y="339075"/>
                    </a:lnTo>
                    <a:lnTo>
                      <a:pt x="3374055" y="312425"/>
                    </a:lnTo>
                    <a:lnTo>
                      <a:pt x="3405835" y="293611"/>
                    </a:lnTo>
                    <a:lnTo>
                      <a:pt x="3437128" y="278005"/>
                    </a:lnTo>
                    <a:lnTo>
                      <a:pt x="3467608" y="261111"/>
                    </a:lnTo>
                    <a:lnTo>
                      <a:pt x="3526902" y="231383"/>
                    </a:lnTo>
                    <a:lnTo>
                      <a:pt x="3555472" y="215712"/>
                    </a:lnTo>
                    <a:lnTo>
                      <a:pt x="3611108" y="188538"/>
                    </a:lnTo>
                    <a:lnTo>
                      <a:pt x="3638337" y="174372"/>
                    </a:lnTo>
                    <a:lnTo>
                      <a:pt x="3664672" y="156584"/>
                    </a:lnTo>
                    <a:lnTo>
                      <a:pt x="3715797" y="126790"/>
                    </a:lnTo>
                    <a:lnTo>
                      <a:pt x="3740831" y="115593"/>
                    </a:lnTo>
                    <a:lnTo>
                      <a:pt x="3765418" y="102694"/>
                    </a:lnTo>
                    <a:lnTo>
                      <a:pt x="3789314" y="86870"/>
                    </a:lnTo>
                    <a:lnTo>
                      <a:pt x="3813089" y="73381"/>
                    </a:lnTo>
                    <a:lnTo>
                      <a:pt x="3836457" y="56007"/>
                    </a:lnTo>
                    <a:lnTo>
                      <a:pt x="3859256" y="33264"/>
                    </a:lnTo>
                    <a:lnTo>
                      <a:pt x="3880998" y="9822"/>
                    </a:lnTo>
                    <a:lnTo>
                      <a:pt x="4020841" y="5500"/>
                    </a:lnTo>
                    <a:lnTo>
                      <a:pt x="4303858" y="4474"/>
                    </a:lnTo>
                    <a:lnTo>
                      <a:pt x="4445488" y="4802"/>
                    </a:lnTo>
                    <a:lnTo>
                      <a:pt x="4587200" y="4845"/>
                    </a:lnTo>
                    <a:lnTo>
                      <a:pt x="4728789" y="2881"/>
                    </a:lnTo>
                    <a:lnTo>
                      <a:pt x="4870623" y="7792"/>
                    </a:lnTo>
                    <a:lnTo>
                      <a:pt x="5012497" y="11568"/>
                    </a:lnTo>
                    <a:lnTo>
                      <a:pt x="5154290" y="16370"/>
                    </a:lnTo>
                    <a:lnTo>
                      <a:pt x="5296083" y="20211"/>
                    </a:lnTo>
                    <a:lnTo>
                      <a:pt x="5438323" y="28265"/>
                    </a:lnTo>
                    <a:lnTo>
                      <a:pt x="5581335" y="38327"/>
                    </a:lnTo>
                    <a:lnTo>
                      <a:pt x="5725648" y="46905"/>
                    </a:lnTo>
                    <a:lnTo>
                      <a:pt x="5871139" y="51707"/>
                    </a:lnTo>
                    <a:lnTo>
                      <a:pt x="6017931" y="52231"/>
                    </a:lnTo>
                    <a:lnTo>
                      <a:pt x="6165820" y="48389"/>
                    </a:lnTo>
                    <a:lnTo>
                      <a:pt x="6314196" y="38480"/>
                    </a:lnTo>
                    <a:lnTo>
                      <a:pt x="6461842" y="24620"/>
                    </a:lnTo>
                    <a:lnTo>
                      <a:pt x="6607983" y="13380"/>
                    </a:lnTo>
                    <a:lnTo>
                      <a:pt x="6751767" y="9975"/>
                    </a:lnTo>
                    <a:lnTo>
                      <a:pt x="6891691" y="29051"/>
                    </a:lnTo>
                    <a:lnTo>
                      <a:pt x="6897746" y="39986"/>
                    </a:lnTo>
                    <a:cubicBezTo>
                      <a:pt x="6897949" y="40466"/>
                      <a:pt x="6898640" y="40837"/>
                      <a:pt x="6899534" y="40947"/>
                    </a:cubicBezTo>
                    <a:lnTo>
                      <a:pt x="7040027" y="61202"/>
                    </a:lnTo>
                    <a:lnTo>
                      <a:pt x="7179138" y="81391"/>
                    </a:lnTo>
                    <a:lnTo>
                      <a:pt x="7318045" y="104527"/>
                    </a:lnTo>
                    <a:lnTo>
                      <a:pt x="7354459" y="108893"/>
                    </a:lnTo>
                    <a:lnTo>
                      <a:pt x="7363887" y="121639"/>
                    </a:lnTo>
                    <a:cubicBezTo>
                      <a:pt x="7364171" y="122010"/>
                      <a:pt x="7364700" y="122272"/>
                      <a:pt x="7365391" y="122425"/>
                    </a:cubicBezTo>
                    <a:lnTo>
                      <a:pt x="7373803" y="135434"/>
                    </a:lnTo>
                    <a:lnTo>
                      <a:pt x="7384126" y="155470"/>
                    </a:lnTo>
                    <a:lnTo>
                      <a:pt x="7394651" y="176773"/>
                    </a:lnTo>
                    <a:lnTo>
                      <a:pt x="7405259" y="196548"/>
                    </a:lnTo>
                    <a:lnTo>
                      <a:pt x="7416150" y="215995"/>
                    </a:lnTo>
                    <a:lnTo>
                      <a:pt x="7426960" y="234046"/>
                    </a:lnTo>
                    <a:lnTo>
                      <a:pt x="7438665" y="251267"/>
                    </a:lnTo>
                    <a:lnTo>
                      <a:pt x="7461098" y="276739"/>
                    </a:lnTo>
                    <a:lnTo>
                      <a:pt x="7473981" y="290118"/>
                    </a:lnTo>
                    <a:lnTo>
                      <a:pt x="7486295" y="301577"/>
                    </a:lnTo>
                    <a:lnTo>
                      <a:pt x="7499096" y="312120"/>
                    </a:lnTo>
                    <a:lnTo>
                      <a:pt x="7511776" y="319300"/>
                    </a:lnTo>
                    <a:cubicBezTo>
                      <a:pt x="7511857" y="319410"/>
                      <a:pt x="7512060" y="319475"/>
                      <a:pt x="7512386" y="319519"/>
                    </a:cubicBezTo>
                    <a:lnTo>
                      <a:pt x="7524496" y="325543"/>
                    </a:lnTo>
                    <a:lnTo>
                      <a:pt x="7537704" y="335561"/>
                    </a:lnTo>
                    <a:lnTo>
                      <a:pt x="7551278" y="346693"/>
                    </a:lnTo>
                    <a:cubicBezTo>
                      <a:pt x="7551766" y="347064"/>
                      <a:pt x="7552660" y="347282"/>
                      <a:pt x="7553351" y="347326"/>
                    </a:cubicBezTo>
                    <a:lnTo>
                      <a:pt x="7661778" y="346693"/>
                    </a:lnTo>
                    <a:lnTo>
                      <a:pt x="7833442" y="343484"/>
                    </a:lnTo>
                    <a:lnTo>
                      <a:pt x="8005186" y="341935"/>
                    </a:lnTo>
                    <a:lnTo>
                      <a:pt x="8177134" y="342349"/>
                    </a:lnTo>
                    <a:lnTo>
                      <a:pt x="8349082" y="342349"/>
                    </a:lnTo>
                    <a:lnTo>
                      <a:pt x="8521314" y="342764"/>
                    </a:lnTo>
                    <a:lnTo>
                      <a:pt x="8692774" y="340516"/>
                    </a:lnTo>
                    <a:lnTo>
                      <a:pt x="8718662" y="349159"/>
                    </a:lnTo>
                    <a:cubicBezTo>
                      <a:pt x="8719068" y="349312"/>
                      <a:pt x="8719271" y="349312"/>
                      <a:pt x="8719962" y="349377"/>
                    </a:cubicBezTo>
                    <a:lnTo>
                      <a:pt x="8893007" y="348352"/>
                    </a:lnTo>
                    <a:lnTo>
                      <a:pt x="8921496" y="367537"/>
                    </a:lnTo>
                    <a:lnTo>
                      <a:pt x="8951447" y="387203"/>
                    </a:lnTo>
                    <a:lnTo>
                      <a:pt x="8982009" y="405799"/>
                    </a:lnTo>
                    <a:lnTo>
                      <a:pt x="9013262" y="423762"/>
                    </a:lnTo>
                    <a:lnTo>
                      <a:pt x="9078041" y="461806"/>
                    </a:lnTo>
                    <a:cubicBezTo>
                      <a:pt x="9078447" y="462068"/>
                      <a:pt x="9079139" y="462242"/>
                      <a:pt x="9079748" y="462286"/>
                    </a:cubicBezTo>
                    <a:lnTo>
                      <a:pt x="9266773" y="465691"/>
                    </a:lnTo>
                    <a:lnTo>
                      <a:pt x="9453880" y="468136"/>
                    </a:lnTo>
                    <a:lnTo>
                      <a:pt x="9641027" y="470209"/>
                    </a:lnTo>
                    <a:lnTo>
                      <a:pt x="9818136" y="471912"/>
                    </a:lnTo>
                    <a:cubicBezTo>
                      <a:pt x="9818136" y="471912"/>
                      <a:pt x="9818543" y="471977"/>
                      <a:pt x="9818746" y="471977"/>
                    </a:cubicBezTo>
                    <a:lnTo>
                      <a:pt x="10015809" y="473570"/>
                    </a:lnTo>
                    <a:lnTo>
                      <a:pt x="10203444" y="476670"/>
                    </a:lnTo>
                    <a:lnTo>
                      <a:pt x="10391160" y="478852"/>
                    </a:lnTo>
                    <a:lnTo>
                      <a:pt x="10578267" y="481843"/>
                    </a:lnTo>
                    <a:lnTo>
                      <a:pt x="10629473" y="500395"/>
                    </a:lnTo>
                    <a:lnTo>
                      <a:pt x="10682265" y="520170"/>
                    </a:lnTo>
                    <a:lnTo>
                      <a:pt x="10736641" y="544834"/>
                    </a:lnTo>
                    <a:lnTo>
                      <a:pt x="10792602" y="572707"/>
                    </a:lnTo>
                    <a:lnTo>
                      <a:pt x="10813166" y="582397"/>
                    </a:lnTo>
                    <a:lnTo>
                      <a:pt x="10820887" y="582397"/>
                    </a:lnTo>
                    <a:lnTo>
                      <a:pt x="10795975" y="570568"/>
                    </a:lnTo>
                    <a:lnTo>
                      <a:pt x="10739933" y="542695"/>
                    </a:lnTo>
                    <a:lnTo>
                      <a:pt x="10685272" y="517856"/>
                    </a:lnTo>
                    <a:lnTo>
                      <a:pt x="10632277" y="498038"/>
                    </a:lnTo>
                    <a:lnTo>
                      <a:pt x="10580502" y="479289"/>
                    </a:lnTo>
                    <a:cubicBezTo>
                      <a:pt x="10580095" y="479114"/>
                      <a:pt x="10579730" y="479071"/>
                      <a:pt x="10579201" y="479071"/>
                    </a:cubicBezTo>
                    <a:lnTo>
                      <a:pt x="10391282" y="476037"/>
                    </a:lnTo>
                    <a:lnTo>
                      <a:pt x="10203566" y="473898"/>
                    </a:lnTo>
                    <a:lnTo>
                      <a:pt x="10015931" y="470755"/>
                    </a:lnTo>
                    <a:lnTo>
                      <a:pt x="9819274" y="469161"/>
                    </a:lnTo>
                    <a:cubicBezTo>
                      <a:pt x="9819274" y="469161"/>
                      <a:pt x="9818868" y="469096"/>
                      <a:pt x="9818665" y="469096"/>
                    </a:cubicBezTo>
                    <a:lnTo>
                      <a:pt x="9641150" y="467394"/>
                    </a:lnTo>
                    <a:lnTo>
                      <a:pt x="9454043" y="465364"/>
                    </a:lnTo>
                    <a:lnTo>
                      <a:pt x="9266895" y="462854"/>
                    </a:lnTo>
                    <a:lnTo>
                      <a:pt x="9081049" y="459449"/>
                    </a:lnTo>
                    <a:lnTo>
                      <a:pt x="9016959" y="421820"/>
                    </a:lnTo>
                    <a:lnTo>
                      <a:pt x="8985789" y="403856"/>
                    </a:lnTo>
                    <a:lnTo>
                      <a:pt x="8955227" y="385326"/>
                    </a:lnTo>
                    <a:lnTo>
                      <a:pt x="8925357" y="365704"/>
                    </a:lnTo>
                    <a:lnTo>
                      <a:pt x="8896177" y="345994"/>
                    </a:lnTo>
                    <a:cubicBezTo>
                      <a:pt x="8895689" y="345667"/>
                      <a:pt x="8895283" y="345514"/>
                      <a:pt x="8894186" y="345514"/>
                    </a:cubicBezTo>
                    <a:lnTo>
                      <a:pt x="8720654" y="346518"/>
                    </a:lnTo>
                    <a:lnTo>
                      <a:pt x="8694765" y="337897"/>
                    </a:lnTo>
                    <a:cubicBezTo>
                      <a:pt x="8694359" y="337744"/>
                      <a:pt x="8693790" y="337678"/>
                      <a:pt x="8693383" y="337678"/>
                    </a:cubicBezTo>
                    <a:lnTo>
                      <a:pt x="8521233" y="339927"/>
                    </a:lnTo>
                    <a:lnTo>
                      <a:pt x="8349082" y="339490"/>
                    </a:lnTo>
                    <a:lnTo>
                      <a:pt x="8177134" y="339490"/>
                    </a:lnTo>
                    <a:lnTo>
                      <a:pt x="8005186" y="339075"/>
                    </a:lnTo>
                    <a:lnTo>
                      <a:pt x="7833360" y="340669"/>
                    </a:lnTo>
                    <a:lnTo>
                      <a:pt x="7661697" y="343877"/>
                    </a:lnTo>
                    <a:lnTo>
                      <a:pt x="7554732" y="344466"/>
                    </a:lnTo>
                    <a:lnTo>
                      <a:pt x="7541850" y="333859"/>
                    </a:lnTo>
                    <a:lnTo>
                      <a:pt x="7528276" y="323622"/>
                    </a:lnTo>
                    <a:lnTo>
                      <a:pt x="7515393" y="317227"/>
                    </a:lnTo>
                    <a:cubicBezTo>
                      <a:pt x="7515393" y="317227"/>
                      <a:pt x="7515190" y="317118"/>
                      <a:pt x="7514987" y="317074"/>
                    </a:cubicBezTo>
                    <a:lnTo>
                      <a:pt x="7502876" y="310264"/>
                    </a:lnTo>
                    <a:lnTo>
                      <a:pt x="7491375" y="300726"/>
                    </a:lnTo>
                    <a:lnTo>
                      <a:pt x="7478492" y="288678"/>
                    </a:lnTo>
                    <a:lnTo>
                      <a:pt x="7466584" y="276411"/>
                    </a:lnTo>
                    <a:lnTo>
                      <a:pt x="7443379" y="250088"/>
                    </a:lnTo>
                    <a:lnTo>
                      <a:pt x="7432162" y="233566"/>
                    </a:lnTo>
                    <a:lnTo>
                      <a:pt x="7421067" y="215079"/>
                    </a:lnTo>
                    <a:lnTo>
                      <a:pt x="7410176" y="195631"/>
                    </a:lnTo>
                    <a:lnTo>
                      <a:pt x="7399569" y="175922"/>
                    </a:lnTo>
                    <a:lnTo>
                      <a:pt x="7389043" y="154663"/>
                    </a:lnTo>
                    <a:lnTo>
                      <a:pt x="7378721" y="134517"/>
                    </a:lnTo>
                    <a:lnTo>
                      <a:pt x="7369699" y="120657"/>
                    </a:lnTo>
                    <a:cubicBezTo>
                      <a:pt x="7369414" y="120286"/>
                      <a:pt x="7368804" y="119959"/>
                      <a:pt x="7368114" y="119806"/>
                    </a:cubicBezTo>
                    <a:lnTo>
                      <a:pt x="7358807" y="107081"/>
                    </a:lnTo>
                    <a:cubicBezTo>
                      <a:pt x="7358401" y="106644"/>
                      <a:pt x="7357832" y="106383"/>
                      <a:pt x="7356938" y="106273"/>
                    </a:cubicBezTo>
                    <a:lnTo>
                      <a:pt x="7319427" y="101690"/>
                    </a:lnTo>
                    <a:lnTo>
                      <a:pt x="7183202" y="79099"/>
                    </a:lnTo>
                    <a:lnTo>
                      <a:pt x="7043319" y="58692"/>
                    </a:lnTo>
                    <a:lnTo>
                      <a:pt x="6902745" y="38437"/>
                    </a:lnTo>
                    <a:lnTo>
                      <a:pt x="6902257" y="38393"/>
                    </a:lnTo>
                    <a:lnTo>
                      <a:pt x="6896324" y="27414"/>
                    </a:lnTo>
                    <a:cubicBezTo>
                      <a:pt x="6896121" y="26934"/>
                      <a:pt x="6895430" y="26606"/>
                      <a:pt x="6894536" y="26454"/>
                    </a:cubicBezTo>
                    <a:lnTo>
                      <a:pt x="6752865" y="7159"/>
                    </a:lnTo>
                    <a:cubicBezTo>
                      <a:pt x="6752580" y="7094"/>
                      <a:pt x="6752377" y="7094"/>
                      <a:pt x="6752174" y="7094"/>
                    </a:cubicBezTo>
                    <a:lnTo>
                      <a:pt x="6607820" y="10564"/>
                    </a:lnTo>
                    <a:lnTo>
                      <a:pt x="6461395" y="21805"/>
                    </a:lnTo>
                    <a:lnTo>
                      <a:pt x="6313668" y="35665"/>
                    </a:lnTo>
                    <a:lnTo>
                      <a:pt x="6165617" y="45508"/>
                    </a:lnTo>
                    <a:lnTo>
                      <a:pt x="6018093" y="49350"/>
                    </a:lnTo>
                    <a:lnTo>
                      <a:pt x="5871546" y="48826"/>
                    </a:lnTo>
                    <a:lnTo>
                      <a:pt x="5726339" y="44024"/>
                    </a:lnTo>
                    <a:lnTo>
                      <a:pt x="5582189" y="35490"/>
                    </a:lnTo>
                    <a:lnTo>
                      <a:pt x="5439177" y="25428"/>
                    </a:lnTo>
                    <a:lnTo>
                      <a:pt x="5296733" y="17330"/>
                    </a:lnTo>
                    <a:lnTo>
                      <a:pt x="5154859" y="13489"/>
                    </a:lnTo>
                    <a:lnTo>
                      <a:pt x="5013026" y="8687"/>
                    </a:lnTo>
                    <a:lnTo>
                      <a:pt x="4871192" y="4911"/>
                    </a:lnTo>
                    <a:lnTo>
                      <a:pt x="4729155" y="0"/>
                    </a:lnTo>
                    <a:lnTo>
                      <a:pt x="4587443" y="1986"/>
                    </a:lnTo>
                    <a:lnTo>
                      <a:pt x="4445772" y="1986"/>
                    </a:lnTo>
                    <a:lnTo>
                      <a:pt x="4304142" y="1659"/>
                    </a:lnTo>
                    <a:lnTo>
                      <a:pt x="4020962" y="2619"/>
                    </a:lnTo>
                    <a:lnTo>
                      <a:pt x="3879535" y="6984"/>
                    </a:lnTo>
                    <a:cubicBezTo>
                      <a:pt x="3878641" y="6984"/>
                      <a:pt x="3877788" y="7312"/>
                      <a:pt x="3877422" y="7727"/>
                    </a:cubicBezTo>
                    <a:lnTo>
                      <a:pt x="3855029" y="31867"/>
                    </a:lnTo>
                    <a:lnTo>
                      <a:pt x="3832433" y="54414"/>
                    </a:lnTo>
                    <a:lnTo>
                      <a:pt x="3809472" y="71460"/>
                    </a:lnTo>
                    <a:lnTo>
                      <a:pt x="3785819" y="84949"/>
                    </a:lnTo>
                    <a:lnTo>
                      <a:pt x="3762004" y="100729"/>
                    </a:lnTo>
                    <a:lnTo>
                      <a:pt x="3737701" y="113411"/>
                    </a:lnTo>
                    <a:lnTo>
                      <a:pt x="3712545" y="124651"/>
                    </a:lnTo>
                    <a:lnTo>
                      <a:pt x="3687105" y="139362"/>
                    </a:lnTo>
                    <a:lnTo>
                      <a:pt x="3661055" y="154663"/>
                    </a:lnTo>
                    <a:lnTo>
                      <a:pt x="3634801" y="172408"/>
                    </a:lnTo>
                    <a:lnTo>
                      <a:pt x="3607857" y="186420"/>
                    </a:lnTo>
                    <a:lnTo>
                      <a:pt x="3552139" y="213660"/>
                    </a:lnTo>
                    <a:lnTo>
                      <a:pt x="3523569" y="229331"/>
                    </a:lnTo>
                    <a:lnTo>
                      <a:pt x="3464276" y="259059"/>
                    </a:lnTo>
                    <a:lnTo>
                      <a:pt x="3433796" y="275953"/>
                    </a:lnTo>
                    <a:lnTo>
                      <a:pt x="3402381" y="291559"/>
                    </a:lnTo>
                    <a:lnTo>
                      <a:pt x="3370194" y="310635"/>
                    </a:lnTo>
                    <a:lnTo>
                      <a:pt x="3337479" y="337438"/>
                    </a:lnTo>
                    <a:lnTo>
                      <a:pt x="3303992" y="363717"/>
                    </a:lnTo>
                    <a:lnTo>
                      <a:pt x="3269773" y="389713"/>
                    </a:lnTo>
                    <a:lnTo>
                      <a:pt x="3234781" y="415883"/>
                    </a:lnTo>
                    <a:lnTo>
                      <a:pt x="3199750" y="440765"/>
                    </a:lnTo>
                    <a:lnTo>
                      <a:pt x="3020324" y="438844"/>
                    </a:lnTo>
                    <a:lnTo>
                      <a:pt x="2659319" y="434152"/>
                    </a:lnTo>
                    <a:cubicBezTo>
                      <a:pt x="2658588" y="434152"/>
                      <a:pt x="2657897" y="434304"/>
                      <a:pt x="2657369" y="434632"/>
                    </a:cubicBezTo>
                    <a:lnTo>
                      <a:pt x="2615103" y="460060"/>
                    </a:lnTo>
                    <a:lnTo>
                      <a:pt x="2433767" y="457659"/>
                    </a:lnTo>
                    <a:lnTo>
                      <a:pt x="2251497" y="455476"/>
                    </a:lnTo>
                    <a:lnTo>
                      <a:pt x="2069348" y="452551"/>
                    </a:lnTo>
                    <a:lnTo>
                      <a:pt x="1887281" y="447968"/>
                    </a:lnTo>
                    <a:lnTo>
                      <a:pt x="1705417" y="444192"/>
                    </a:lnTo>
                    <a:lnTo>
                      <a:pt x="1523553" y="439608"/>
                    </a:lnTo>
                    <a:lnTo>
                      <a:pt x="1160231" y="437360"/>
                    </a:lnTo>
                    <a:lnTo>
                      <a:pt x="978814" y="435439"/>
                    </a:lnTo>
                    <a:lnTo>
                      <a:pt x="797438" y="432995"/>
                    </a:lnTo>
                    <a:lnTo>
                      <a:pt x="435132" y="429372"/>
                    </a:lnTo>
                    <a:cubicBezTo>
                      <a:pt x="434523" y="429263"/>
                      <a:pt x="434076" y="429415"/>
                      <a:pt x="433669" y="429590"/>
                    </a:cubicBezTo>
                    <a:lnTo>
                      <a:pt x="363809" y="456393"/>
                    </a:lnTo>
                    <a:lnTo>
                      <a:pt x="292283" y="482759"/>
                    </a:lnTo>
                    <a:lnTo>
                      <a:pt x="219659" y="508602"/>
                    </a:lnTo>
                    <a:lnTo>
                      <a:pt x="32837" y="508275"/>
                    </a:lnTo>
                    <a:lnTo>
                      <a:pt x="0" y="508166"/>
                    </a:lnTo>
                    <a:lnTo>
                      <a:pt x="0" y="511003"/>
                    </a:lnTo>
                    <a:lnTo>
                      <a:pt x="32837" y="511112"/>
                    </a:lnTo>
                    <a:lnTo>
                      <a:pt x="220391" y="51137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8" name="Freeform: Shape 327">
                <a:extLst>
                  <a:ext uri="{FF2B5EF4-FFF2-40B4-BE49-F238E27FC236}">
                    <a16:creationId xmlns:a16="http://schemas.microsoft.com/office/drawing/2014/main" id="{8664731F-B2AE-44ED-8273-C5DE30F2ECA3}"/>
                  </a:ext>
                </a:extLst>
              </p:cNvPr>
              <p:cNvSpPr/>
              <p:nvPr/>
            </p:nvSpPr>
            <p:spPr>
              <a:xfrm>
                <a:off x="1766133" y="5745628"/>
                <a:ext cx="98441" cy="79295"/>
              </a:xfrm>
              <a:custGeom>
                <a:avLst/>
                <a:gdLst>
                  <a:gd name="connsiteX0" fmla="*/ 2520 w 98441"/>
                  <a:gd name="connsiteY0" fmla="*/ 79252 h 79295"/>
                  <a:gd name="connsiteX1" fmla="*/ 1057 w 98441"/>
                  <a:gd name="connsiteY1" fmla="*/ 78990 h 79295"/>
                  <a:gd name="connsiteX2" fmla="*/ 447 w 98441"/>
                  <a:gd name="connsiteY2" fmla="*/ 77026 h 79295"/>
                  <a:gd name="connsiteX3" fmla="*/ 31984 w 98441"/>
                  <a:gd name="connsiteY3" fmla="*/ 52951 h 79295"/>
                  <a:gd name="connsiteX4" fmla="*/ 63073 w 98441"/>
                  <a:gd name="connsiteY4" fmla="*/ 27632 h 79295"/>
                  <a:gd name="connsiteX5" fmla="*/ 93756 w 98441"/>
                  <a:gd name="connsiteY5" fmla="*/ 676 h 79295"/>
                  <a:gd name="connsiteX6" fmla="*/ 97252 w 98441"/>
                  <a:gd name="connsiteY6" fmla="*/ 196 h 79295"/>
                  <a:gd name="connsiteX7" fmla="*/ 98064 w 98441"/>
                  <a:gd name="connsiteY7" fmla="*/ 2182 h 79295"/>
                  <a:gd name="connsiteX8" fmla="*/ 67300 w 98441"/>
                  <a:gd name="connsiteY8" fmla="*/ 29204 h 79295"/>
                  <a:gd name="connsiteX9" fmla="*/ 36170 w 98441"/>
                  <a:gd name="connsiteY9" fmla="*/ 54566 h 79295"/>
                  <a:gd name="connsiteX10" fmla="*/ 4552 w 98441"/>
                  <a:gd name="connsiteY10" fmla="*/ 78706 h 79295"/>
                  <a:gd name="connsiteX11" fmla="*/ 2520 w 98441"/>
                  <a:gd name="connsiteY11" fmla="*/ 79296 h 79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8441" h="79295">
                    <a:moveTo>
                      <a:pt x="2520" y="79252"/>
                    </a:moveTo>
                    <a:cubicBezTo>
                      <a:pt x="1951" y="79252"/>
                      <a:pt x="1463" y="79208"/>
                      <a:pt x="1057" y="78990"/>
                    </a:cubicBezTo>
                    <a:cubicBezTo>
                      <a:pt x="-81" y="78553"/>
                      <a:pt x="-325" y="77659"/>
                      <a:pt x="447" y="77026"/>
                    </a:cubicBezTo>
                    <a:lnTo>
                      <a:pt x="31984" y="52951"/>
                    </a:lnTo>
                    <a:lnTo>
                      <a:pt x="63073" y="27632"/>
                    </a:lnTo>
                    <a:lnTo>
                      <a:pt x="93756" y="676"/>
                    </a:lnTo>
                    <a:cubicBezTo>
                      <a:pt x="94569" y="-22"/>
                      <a:pt x="96073" y="-175"/>
                      <a:pt x="97252" y="196"/>
                    </a:cubicBezTo>
                    <a:cubicBezTo>
                      <a:pt x="98430" y="611"/>
                      <a:pt x="98796" y="1484"/>
                      <a:pt x="98064" y="2182"/>
                    </a:cubicBezTo>
                    <a:lnTo>
                      <a:pt x="67300" y="29204"/>
                    </a:lnTo>
                    <a:lnTo>
                      <a:pt x="36170" y="54566"/>
                    </a:lnTo>
                    <a:lnTo>
                      <a:pt x="4552" y="78706"/>
                    </a:lnTo>
                    <a:cubicBezTo>
                      <a:pt x="4064" y="79077"/>
                      <a:pt x="3332" y="79296"/>
                      <a:pt x="2520" y="792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29" name="Freeform: Shape 328">
                <a:extLst>
                  <a:ext uri="{FF2B5EF4-FFF2-40B4-BE49-F238E27FC236}">
                    <a16:creationId xmlns:a16="http://schemas.microsoft.com/office/drawing/2014/main" id="{ADF6233E-4AA8-45EB-8F0F-4B7FA631EEC5}"/>
                  </a:ext>
                </a:extLst>
              </p:cNvPr>
              <p:cNvSpPr/>
              <p:nvPr/>
            </p:nvSpPr>
            <p:spPr>
              <a:xfrm>
                <a:off x="8682736" y="5730240"/>
                <a:ext cx="122123" cy="3099"/>
              </a:xfrm>
              <a:custGeom>
                <a:avLst/>
                <a:gdLst>
                  <a:gd name="connsiteX0" fmla="*/ 55758 w 122123"/>
                  <a:gd name="connsiteY0" fmla="*/ 3099 h 3099"/>
                  <a:gd name="connsiteX1" fmla="*/ 2479 w 122123"/>
                  <a:gd name="connsiteY1" fmla="*/ 2990 h 3099"/>
                  <a:gd name="connsiteX2" fmla="*/ 0 w 122123"/>
                  <a:gd name="connsiteY2" fmla="*/ 1550 h 3099"/>
                  <a:gd name="connsiteX3" fmla="*/ 2479 w 122123"/>
                  <a:gd name="connsiteY3" fmla="*/ 153 h 3099"/>
                  <a:gd name="connsiteX4" fmla="*/ 2601 w 122123"/>
                  <a:gd name="connsiteY4" fmla="*/ 153 h 3099"/>
                  <a:gd name="connsiteX5" fmla="*/ 55758 w 122123"/>
                  <a:gd name="connsiteY5" fmla="*/ 262 h 3099"/>
                  <a:gd name="connsiteX6" fmla="*/ 119563 w 122123"/>
                  <a:gd name="connsiteY6" fmla="*/ 0 h 3099"/>
                  <a:gd name="connsiteX7" fmla="*/ 119563 w 122123"/>
                  <a:gd name="connsiteY7" fmla="*/ 0 h 3099"/>
                  <a:gd name="connsiteX8" fmla="*/ 122123 w 122123"/>
                  <a:gd name="connsiteY8" fmla="*/ 1375 h 3099"/>
                  <a:gd name="connsiteX9" fmla="*/ 119563 w 122123"/>
                  <a:gd name="connsiteY9" fmla="*/ 2750 h 3099"/>
                  <a:gd name="connsiteX10" fmla="*/ 55758 w 122123"/>
                  <a:gd name="connsiteY10" fmla="*/ 3078 h 3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123" h="3099">
                    <a:moveTo>
                      <a:pt x="55758" y="3099"/>
                    </a:moveTo>
                    <a:lnTo>
                      <a:pt x="2479" y="2990"/>
                    </a:lnTo>
                    <a:cubicBezTo>
                      <a:pt x="1097" y="2990"/>
                      <a:pt x="0" y="2335"/>
                      <a:pt x="0" y="1550"/>
                    </a:cubicBezTo>
                    <a:cubicBezTo>
                      <a:pt x="0" y="808"/>
                      <a:pt x="1097" y="153"/>
                      <a:pt x="2479" y="153"/>
                    </a:cubicBezTo>
                    <a:lnTo>
                      <a:pt x="2601" y="153"/>
                    </a:lnTo>
                    <a:lnTo>
                      <a:pt x="55758" y="262"/>
                    </a:lnTo>
                    <a:lnTo>
                      <a:pt x="119563" y="0"/>
                    </a:lnTo>
                    <a:lnTo>
                      <a:pt x="119563" y="0"/>
                    </a:lnTo>
                    <a:cubicBezTo>
                      <a:pt x="120945" y="0"/>
                      <a:pt x="122123" y="589"/>
                      <a:pt x="122123" y="1375"/>
                    </a:cubicBezTo>
                    <a:cubicBezTo>
                      <a:pt x="122123" y="2117"/>
                      <a:pt x="120945" y="2750"/>
                      <a:pt x="119563" y="2750"/>
                    </a:cubicBezTo>
                    <a:lnTo>
                      <a:pt x="55758" y="307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0" name="Freeform: Shape 329">
                <a:extLst>
                  <a:ext uri="{FF2B5EF4-FFF2-40B4-BE49-F238E27FC236}">
                    <a16:creationId xmlns:a16="http://schemas.microsoft.com/office/drawing/2014/main" id="{1D43E406-863B-43DA-9BB8-EC2889964075}"/>
                  </a:ext>
                </a:extLst>
              </p:cNvPr>
              <p:cNvSpPr/>
              <p:nvPr/>
            </p:nvSpPr>
            <p:spPr>
              <a:xfrm>
                <a:off x="4919918" y="6895210"/>
                <a:ext cx="2874386" cy="7682"/>
              </a:xfrm>
              <a:custGeom>
                <a:avLst/>
                <a:gdLst>
                  <a:gd name="connsiteX0" fmla="*/ 266598 w 2874386"/>
                  <a:gd name="connsiteY0" fmla="*/ 7683 h 7682"/>
                  <a:gd name="connsiteX1" fmla="*/ 585541 w 2874386"/>
                  <a:gd name="connsiteY1" fmla="*/ 3841 h 7682"/>
                  <a:gd name="connsiteX2" fmla="*/ 781670 w 2874386"/>
                  <a:gd name="connsiteY2" fmla="*/ 3143 h 7682"/>
                  <a:gd name="connsiteX3" fmla="*/ 978002 w 2874386"/>
                  <a:gd name="connsiteY3" fmla="*/ 3034 h 7682"/>
                  <a:gd name="connsiteX4" fmla="*/ 1174496 w 2874386"/>
                  <a:gd name="connsiteY4" fmla="*/ 3470 h 7682"/>
                  <a:gd name="connsiteX5" fmla="*/ 1567810 w 2874386"/>
                  <a:gd name="connsiteY5" fmla="*/ 2837 h 7682"/>
                  <a:gd name="connsiteX6" fmla="*/ 1764670 w 2874386"/>
                  <a:gd name="connsiteY6" fmla="*/ 3841 h 7682"/>
                  <a:gd name="connsiteX7" fmla="*/ 1961693 w 2874386"/>
                  <a:gd name="connsiteY7" fmla="*/ 5173 h 7682"/>
                  <a:gd name="connsiteX8" fmla="*/ 2158837 w 2874386"/>
                  <a:gd name="connsiteY8" fmla="*/ 6242 h 7682"/>
                  <a:gd name="connsiteX9" fmla="*/ 2356185 w 2874386"/>
                  <a:gd name="connsiteY9" fmla="*/ 6941 h 7682"/>
                  <a:gd name="connsiteX10" fmla="*/ 2553533 w 2874386"/>
                  <a:gd name="connsiteY10" fmla="*/ 6723 h 7682"/>
                  <a:gd name="connsiteX11" fmla="*/ 2639365 w 2874386"/>
                  <a:gd name="connsiteY11" fmla="*/ 7683 h 7682"/>
                  <a:gd name="connsiteX12" fmla="*/ 2874386 w 2874386"/>
                  <a:gd name="connsiteY12" fmla="*/ 7683 h 7682"/>
                  <a:gd name="connsiteX13" fmla="*/ 2823992 w 2874386"/>
                  <a:gd name="connsiteY13" fmla="*/ 7050 h 7682"/>
                  <a:gd name="connsiteX14" fmla="*/ 2553533 w 2874386"/>
                  <a:gd name="connsiteY14" fmla="*/ 3907 h 7682"/>
                  <a:gd name="connsiteX15" fmla="*/ 2356185 w 2874386"/>
                  <a:gd name="connsiteY15" fmla="*/ 4103 h 7682"/>
                  <a:gd name="connsiteX16" fmla="*/ 2158837 w 2874386"/>
                  <a:gd name="connsiteY16" fmla="*/ 3427 h 7682"/>
                  <a:gd name="connsiteX17" fmla="*/ 1961693 w 2874386"/>
                  <a:gd name="connsiteY17" fmla="*/ 2357 h 7682"/>
                  <a:gd name="connsiteX18" fmla="*/ 1764670 w 2874386"/>
                  <a:gd name="connsiteY18" fmla="*/ 1026 h 7682"/>
                  <a:gd name="connsiteX19" fmla="*/ 1567810 w 2874386"/>
                  <a:gd name="connsiteY19" fmla="*/ 0 h 7682"/>
                  <a:gd name="connsiteX20" fmla="*/ 1174496 w 2874386"/>
                  <a:gd name="connsiteY20" fmla="*/ 655 h 7682"/>
                  <a:gd name="connsiteX21" fmla="*/ 978002 w 2874386"/>
                  <a:gd name="connsiteY21" fmla="*/ 218 h 7682"/>
                  <a:gd name="connsiteX22" fmla="*/ 781670 w 2874386"/>
                  <a:gd name="connsiteY22" fmla="*/ 371 h 7682"/>
                  <a:gd name="connsiteX23" fmla="*/ 585501 w 2874386"/>
                  <a:gd name="connsiteY23" fmla="*/ 1026 h 7682"/>
                  <a:gd name="connsiteX24" fmla="*/ 193528 w 2874386"/>
                  <a:gd name="connsiteY24" fmla="*/ 5762 h 7682"/>
                  <a:gd name="connsiteX25" fmla="*/ 0 w 2874386"/>
                  <a:gd name="connsiteY25" fmla="*/ 7683 h 7682"/>
                  <a:gd name="connsiteX26" fmla="*/ 266598 w 2874386"/>
                  <a:gd name="connsiteY26" fmla="*/ 7683 h 7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74386" h="7682">
                    <a:moveTo>
                      <a:pt x="266598" y="7683"/>
                    </a:moveTo>
                    <a:lnTo>
                      <a:pt x="585541" y="3841"/>
                    </a:lnTo>
                    <a:lnTo>
                      <a:pt x="781670" y="3143"/>
                    </a:lnTo>
                    <a:lnTo>
                      <a:pt x="978002" y="3034"/>
                    </a:lnTo>
                    <a:lnTo>
                      <a:pt x="1174496" y="3470"/>
                    </a:lnTo>
                    <a:lnTo>
                      <a:pt x="1567810" y="2837"/>
                    </a:lnTo>
                    <a:lnTo>
                      <a:pt x="1764670" y="3841"/>
                    </a:lnTo>
                    <a:lnTo>
                      <a:pt x="1961693" y="5173"/>
                    </a:lnTo>
                    <a:lnTo>
                      <a:pt x="2158837" y="6242"/>
                    </a:lnTo>
                    <a:lnTo>
                      <a:pt x="2356185" y="6941"/>
                    </a:lnTo>
                    <a:lnTo>
                      <a:pt x="2553533" y="6723"/>
                    </a:lnTo>
                    <a:lnTo>
                      <a:pt x="2639365" y="7683"/>
                    </a:lnTo>
                    <a:lnTo>
                      <a:pt x="2874386" y="7683"/>
                    </a:lnTo>
                    <a:lnTo>
                      <a:pt x="2823992" y="7050"/>
                    </a:lnTo>
                    <a:lnTo>
                      <a:pt x="2553533" y="3907"/>
                    </a:lnTo>
                    <a:lnTo>
                      <a:pt x="2356185" y="4103"/>
                    </a:lnTo>
                    <a:lnTo>
                      <a:pt x="2158837" y="3427"/>
                    </a:lnTo>
                    <a:lnTo>
                      <a:pt x="1961693" y="2357"/>
                    </a:lnTo>
                    <a:lnTo>
                      <a:pt x="1764670" y="1026"/>
                    </a:lnTo>
                    <a:lnTo>
                      <a:pt x="1567810" y="0"/>
                    </a:lnTo>
                    <a:lnTo>
                      <a:pt x="1174496" y="655"/>
                    </a:lnTo>
                    <a:lnTo>
                      <a:pt x="978002" y="218"/>
                    </a:lnTo>
                    <a:lnTo>
                      <a:pt x="781670" y="371"/>
                    </a:lnTo>
                    <a:lnTo>
                      <a:pt x="585501" y="1026"/>
                    </a:lnTo>
                    <a:lnTo>
                      <a:pt x="193528" y="5762"/>
                    </a:lnTo>
                    <a:lnTo>
                      <a:pt x="0" y="7683"/>
                    </a:lnTo>
                    <a:lnTo>
                      <a:pt x="266598" y="768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1" name="Freeform: Shape 330">
                <a:extLst>
                  <a:ext uri="{FF2B5EF4-FFF2-40B4-BE49-F238E27FC236}">
                    <a16:creationId xmlns:a16="http://schemas.microsoft.com/office/drawing/2014/main" id="{866439D0-7F3E-4BB8-8261-60C919A5F975}"/>
                  </a:ext>
                </a:extLst>
              </p:cNvPr>
              <p:cNvSpPr/>
              <p:nvPr/>
            </p:nvSpPr>
            <p:spPr>
              <a:xfrm>
                <a:off x="11104108" y="5704288"/>
                <a:ext cx="1087932" cy="51794"/>
              </a:xfrm>
              <a:custGeom>
                <a:avLst/>
                <a:gdLst>
                  <a:gd name="connsiteX0" fmla="*/ 1087892 w 1087932"/>
                  <a:gd name="connsiteY0" fmla="*/ 48935 h 51794"/>
                  <a:gd name="connsiteX1" fmla="*/ 688929 w 1087932"/>
                  <a:gd name="connsiteY1" fmla="*/ 13118 h 51794"/>
                  <a:gd name="connsiteX2" fmla="*/ 630977 w 1087932"/>
                  <a:gd name="connsiteY2" fmla="*/ 13052 h 51794"/>
                  <a:gd name="connsiteX3" fmla="*/ 531571 w 1087932"/>
                  <a:gd name="connsiteY3" fmla="*/ 3885 h 51794"/>
                  <a:gd name="connsiteX4" fmla="*/ 474716 w 1087932"/>
                  <a:gd name="connsiteY4" fmla="*/ 3820 h 51794"/>
                  <a:gd name="connsiteX5" fmla="*/ 455087 w 1087932"/>
                  <a:gd name="connsiteY5" fmla="*/ 2008 h 51794"/>
                  <a:gd name="connsiteX6" fmla="*/ 398435 w 1087932"/>
                  <a:gd name="connsiteY6" fmla="*/ 1964 h 51794"/>
                  <a:gd name="connsiteX7" fmla="*/ 379171 w 1087932"/>
                  <a:gd name="connsiteY7" fmla="*/ 153 h 51794"/>
                  <a:gd name="connsiteX8" fmla="*/ 208443 w 1087932"/>
                  <a:gd name="connsiteY8" fmla="*/ 0 h 51794"/>
                  <a:gd name="connsiteX9" fmla="*/ 172639 w 1087932"/>
                  <a:gd name="connsiteY9" fmla="*/ 851 h 51794"/>
                  <a:gd name="connsiteX10" fmla="*/ 112613 w 1087932"/>
                  <a:gd name="connsiteY10" fmla="*/ 1702 h 51794"/>
                  <a:gd name="connsiteX11" fmla="*/ 2560 w 1087932"/>
                  <a:gd name="connsiteY11" fmla="*/ 1593 h 51794"/>
                  <a:gd name="connsiteX12" fmla="*/ 0 w 1087932"/>
                  <a:gd name="connsiteY12" fmla="*/ 3034 h 51794"/>
                  <a:gd name="connsiteX13" fmla="*/ 2560 w 1087932"/>
                  <a:gd name="connsiteY13" fmla="*/ 4409 h 51794"/>
                  <a:gd name="connsiteX14" fmla="*/ 112695 w 1087932"/>
                  <a:gd name="connsiteY14" fmla="*/ 4518 h 51794"/>
                  <a:gd name="connsiteX15" fmla="*/ 172801 w 1087932"/>
                  <a:gd name="connsiteY15" fmla="*/ 3667 h 51794"/>
                  <a:gd name="connsiteX16" fmla="*/ 208524 w 1087932"/>
                  <a:gd name="connsiteY16" fmla="*/ 2816 h 51794"/>
                  <a:gd name="connsiteX17" fmla="*/ 378805 w 1087932"/>
                  <a:gd name="connsiteY17" fmla="*/ 2990 h 51794"/>
                  <a:gd name="connsiteX18" fmla="*/ 398069 w 1087932"/>
                  <a:gd name="connsiteY18" fmla="*/ 4802 h 51794"/>
                  <a:gd name="connsiteX19" fmla="*/ 454599 w 1087932"/>
                  <a:gd name="connsiteY19" fmla="*/ 4802 h 51794"/>
                  <a:gd name="connsiteX20" fmla="*/ 474269 w 1087932"/>
                  <a:gd name="connsiteY20" fmla="*/ 6613 h 51794"/>
                  <a:gd name="connsiteX21" fmla="*/ 531205 w 1087932"/>
                  <a:gd name="connsiteY21" fmla="*/ 6657 h 51794"/>
                  <a:gd name="connsiteX22" fmla="*/ 630529 w 1087932"/>
                  <a:gd name="connsiteY22" fmla="*/ 15868 h 51794"/>
                  <a:gd name="connsiteX23" fmla="*/ 688563 w 1087932"/>
                  <a:gd name="connsiteY23" fmla="*/ 15933 h 51794"/>
                  <a:gd name="connsiteX24" fmla="*/ 1087933 w 1087932"/>
                  <a:gd name="connsiteY24" fmla="*/ 51794 h 51794"/>
                  <a:gd name="connsiteX25" fmla="*/ 1087933 w 1087932"/>
                  <a:gd name="connsiteY25" fmla="*/ 48913 h 5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87932" h="51794">
                    <a:moveTo>
                      <a:pt x="1087892" y="48935"/>
                    </a:moveTo>
                    <a:lnTo>
                      <a:pt x="688929" y="13118"/>
                    </a:lnTo>
                    <a:lnTo>
                      <a:pt x="630977" y="13052"/>
                    </a:lnTo>
                    <a:lnTo>
                      <a:pt x="531571" y="3885"/>
                    </a:lnTo>
                    <a:lnTo>
                      <a:pt x="474716" y="3820"/>
                    </a:lnTo>
                    <a:lnTo>
                      <a:pt x="455087" y="2008"/>
                    </a:lnTo>
                    <a:lnTo>
                      <a:pt x="398435" y="1964"/>
                    </a:lnTo>
                    <a:lnTo>
                      <a:pt x="379171" y="153"/>
                    </a:lnTo>
                    <a:lnTo>
                      <a:pt x="208443" y="0"/>
                    </a:lnTo>
                    <a:lnTo>
                      <a:pt x="172639" y="851"/>
                    </a:lnTo>
                    <a:lnTo>
                      <a:pt x="112613" y="1702"/>
                    </a:lnTo>
                    <a:lnTo>
                      <a:pt x="2560" y="1593"/>
                    </a:lnTo>
                    <a:cubicBezTo>
                      <a:pt x="1179" y="1593"/>
                      <a:pt x="0" y="2226"/>
                      <a:pt x="0" y="3034"/>
                    </a:cubicBezTo>
                    <a:cubicBezTo>
                      <a:pt x="0" y="3776"/>
                      <a:pt x="1179" y="4409"/>
                      <a:pt x="2560" y="4409"/>
                    </a:cubicBezTo>
                    <a:lnTo>
                      <a:pt x="112695" y="4518"/>
                    </a:lnTo>
                    <a:lnTo>
                      <a:pt x="172801" y="3667"/>
                    </a:lnTo>
                    <a:lnTo>
                      <a:pt x="208524" y="2816"/>
                    </a:lnTo>
                    <a:lnTo>
                      <a:pt x="378805" y="2990"/>
                    </a:lnTo>
                    <a:lnTo>
                      <a:pt x="398069" y="4802"/>
                    </a:lnTo>
                    <a:lnTo>
                      <a:pt x="454599" y="4802"/>
                    </a:lnTo>
                    <a:lnTo>
                      <a:pt x="474269" y="6613"/>
                    </a:lnTo>
                    <a:lnTo>
                      <a:pt x="531205" y="6657"/>
                    </a:lnTo>
                    <a:lnTo>
                      <a:pt x="630529" y="15868"/>
                    </a:lnTo>
                    <a:lnTo>
                      <a:pt x="688563" y="15933"/>
                    </a:lnTo>
                    <a:lnTo>
                      <a:pt x="1087933" y="51794"/>
                    </a:lnTo>
                    <a:lnTo>
                      <a:pt x="1087933" y="4891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2" name="Freeform: Shape 331">
                <a:extLst>
                  <a:ext uri="{FF2B5EF4-FFF2-40B4-BE49-F238E27FC236}">
                    <a16:creationId xmlns:a16="http://schemas.microsoft.com/office/drawing/2014/main" id="{220AF250-35F2-4452-9EDC-2015787BF4CF}"/>
                  </a:ext>
                </a:extLst>
              </p:cNvPr>
              <p:cNvSpPr/>
              <p:nvPr/>
            </p:nvSpPr>
            <p:spPr>
              <a:xfrm>
                <a:off x="11222045" y="5734147"/>
                <a:ext cx="360444" cy="4103"/>
              </a:xfrm>
              <a:custGeom>
                <a:avLst/>
                <a:gdLst>
                  <a:gd name="connsiteX0" fmla="*/ 357956 w 360444"/>
                  <a:gd name="connsiteY0" fmla="*/ 4103 h 4103"/>
                  <a:gd name="connsiteX1" fmla="*/ 357956 w 360444"/>
                  <a:gd name="connsiteY1" fmla="*/ 4103 h 4103"/>
                  <a:gd name="connsiteX2" fmla="*/ 2560 w 360444"/>
                  <a:gd name="connsiteY2" fmla="*/ 2816 h 4103"/>
                  <a:gd name="connsiteX3" fmla="*/ 0 w 360444"/>
                  <a:gd name="connsiteY3" fmla="*/ 1375 h 4103"/>
                  <a:gd name="connsiteX4" fmla="*/ 2560 w 360444"/>
                  <a:gd name="connsiteY4" fmla="*/ 0 h 4103"/>
                  <a:gd name="connsiteX5" fmla="*/ 2560 w 360444"/>
                  <a:gd name="connsiteY5" fmla="*/ 0 h 4103"/>
                  <a:gd name="connsiteX6" fmla="*/ 357956 w 360444"/>
                  <a:gd name="connsiteY6" fmla="*/ 1331 h 4103"/>
                  <a:gd name="connsiteX7" fmla="*/ 360436 w 360444"/>
                  <a:gd name="connsiteY7" fmla="*/ 2707 h 4103"/>
                  <a:gd name="connsiteX8" fmla="*/ 357956 w 360444"/>
                  <a:gd name="connsiteY8" fmla="*/ 4082 h 4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0444" h="4103">
                    <a:moveTo>
                      <a:pt x="357956" y="4103"/>
                    </a:moveTo>
                    <a:lnTo>
                      <a:pt x="357956" y="4103"/>
                    </a:lnTo>
                    <a:lnTo>
                      <a:pt x="2560" y="2816"/>
                    </a:lnTo>
                    <a:cubicBezTo>
                      <a:pt x="1179" y="2750"/>
                      <a:pt x="0" y="2183"/>
                      <a:pt x="0" y="1375"/>
                    </a:cubicBezTo>
                    <a:cubicBezTo>
                      <a:pt x="0" y="568"/>
                      <a:pt x="1179" y="0"/>
                      <a:pt x="2560" y="0"/>
                    </a:cubicBezTo>
                    <a:lnTo>
                      <a:pt x="2560" y="0"/>
                    </a:lnTo>
                    <a:lnTo>
                      <a:pt x="357956" y="1331"/>
                    </a:lnTo>
                    <a:cubicBezTo>
                      <a:pt x="359339" y="1331"/>
                      <a:pt x="360558" y="1964"/>
                      <a:pt x="360436" y="2707"/>
                    </a:cubicBezTo>
                    <a:cubicBezTo>
                      <a:pt x="360436" y="3514"/>
                      <a:pt x="359339" y="4082"/>
                      <a:pt x="357956" y="408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3" name="Freeform: Shape 332">
                <a:extLst>
                  <a:ext uri="{FF2B5EF4-FFF2-40B4-BE49-F238E27FC236}">
                    <a16:creationId xmlns:a16="http://schemas.microsoft.com/office/drawing/2014/main" id="{1095989F-C99C-4F99-9A16-0C12A36E12DD}"/>
                  </a:ext>
                </a:extLst>
              </p:cNvPr>
              <p:cNvSpPr/>
              <p:nvPr/>
            </p:nvSpPr>
            <p:spPr>
              <a:xfrm>
                <a:off x="3753226" y="6866180"/>
                <a:ext cx="5096824" cy="36821"/>
              </a:xfrm>
              <a:custGeom>
                <a:avLst/>
                <a:gdLst>
                  <a:gd name="connsiteX0" fmla="*/ 6299 w 5096824"/>
                  <a:gd name="connsiteY0" fmla="*/ 36712 h 36821"/>
                  <a:gd name="connsiteX1" fmla="*/ 25603 w 5096824"/>
                  <a:gd name="connsiteY1" fmla="*/ 22219 h 36821"/>
                  <a:gd name="connsiteX2" fmla="*/ 216896 w 5096824"/>
                  <a:gd name="connsiteY2" fmla="*/ 22547 h 36821"/>
                  <a:gd name="connsiteX3" fmla="*/ 409570 w 5096824"/>
                  <a:gd name="connsiteY3" fmla="*/ 22067 h 36821"/>
                  <a:gd name="connsiteX4" fmla="*/ 602407 w 5096824"/>
                  <a:gd name="connsiteY4" fmla="*/ 20997 h 36821"/>
                  <a:gd name="connsiteX5" fmla="*/ 988446 w 5096824"/>
                  <a:gd name="connsiteY5" fmla="*/ 17854 h 36821"/>
                  <a:gd name="connsiteX6" fmla="*/ 1375054 w 5096824"/>
                  <a:gd name="connsiteY6" fmla="*/ 13816 h 36821"/>
                  <a:gd name="connsiteX7" fmla="*/ 1568460 w 5096824"/>
                  <a:gd name="connsiteY7" fmla="*/ 11153 h 36821"/>
                  <a:gd name="connsiteX8" fmla="*/ 1721307 w 5096824"/>
                  <a:gd name="connsiteY8" fmla="*/ 9778 h 36821"/>
                  <a:gd name="connsiteX9" fmla="*/ 1955800 w 5096824"/>
                  <a:gd name="connsiteY9" fmla="*/ 7225 h 36821"/>
                  <a:gd name="connsiteX10" fmla="*/ 2149612 w 5096824"/>
                  <a:gd name="connsiteY10" fmla="*/ 7006 h 36821"/>
                  <a:gd name="connsiteX11" fmla="*/ 2343668 w 5096824"/>
                  <a:gd name="connsiteY11" fmla="*/ 7225 h 36821"/>
                  <a:gd name="connsiteX12" fmla="*/ 2537724 w 5096824"/>
                  <a:gd name="connsiteY12" fmla="*/ 6526 h 36821"/>
                  <a:gd name="connsiteX13" fmla="*/ 2732105 w 5096824"/>
                  <a:gd name="connsiteY13" fmla="*/ 6155 h 36821"/>
                  <a:gd name="connsiteX14" fmla="*/ 2926486 w 5096824"/>
                  <a:gd name="connsiteY14" fmla="*/ 5042 h 36821"/>
                  <a:gd name="connsiteX15" fmla="*/ 3120949 w 5096824"/>
                  <a:gd name="connsiteY15" fmla="*/ 2706 h 36821"/>
                  <a:gd name="connsiteX16" fmla="*/ 3315614 w 5096824"/>
                  <a:gd name="connsiteY16" fmla="*/ 3296 h 36821"/>
                  <a:gd name="connsiteX17" fmla="*/ 3510483 w 5096824"/>
                  <a:gd name="connsiteY17" fmla="*/ 4474 h 36821"/>
                  <a:gd name="connsiteX18" fmla="*/ 3705433 w 5096824"/>
                  <a:gd name="connsiteY18" fmla="*/ 5871 h 36821"/>
                  <a:gd name="connsiteX19" fmla="*/ 4095780 w 5096824"/>
                  <a:gd name="connsiteY19" fmla="*/ 11524 h 36821"/>
                  <a:gd name="connsiteX20" fmla="*/ 4291137 w 5096824"/>
                  <a:gd name="connsiteY20" fmla="*/ 13663 h 36821"/>
                  <a:gd name="connsiteX21" fmla="*/ 4486697 w 5096824"/>
                  <a:gd name="connsiteY21" fmla="*/ 16108 h 36821"/>
                  <a:gd name="connsiteX22" fmla="*/ 5072807 w 5096824"/>
                  <a:gd name="connsiteY22" fmla="*/ 21805 h 36821"/>
                  <a:gd name="connsiteX23" fmla="*/ 5090688 w 5096824"/>
                  <a:gd name="connsiteY23" fmla="*/ 36778 h 36821"/>
                  <a:gd name="connsiteX24" fmla="*/ 5096825 w 5096824"/>
                  <a:gd name="connsiteY24" fmla="*/ 36778 h 36821"/>
                  <a:gd name="connsiteX25" fmla="*/ 5076383 w 5096824"/>
                  <a:gd name="connsiteY25" fmla="*/ 19622 h 36821"/>
                  <a:gd name="connsiteX26" fmla="*/ 5074310 w 5096824"/>
                  <a:gd name="connsiteY26" fmla="*/ 18989 h 36821"/>
                  <a:gd name="connsiteX27" fmla="*/ 4682500 w 5096824"/>
                  <a:gd name="connsiteY27" fmla="*/ 15322 h 36821"/>
                  <a:gd name="connsiteX28" fmla="*/ 4486818 w 5096824"/>
                  <a:gd name="connsiteY28" fmla="*/ 13292 h 36821"/>
                  <a:gd name="connsiteX29" fmla="*/ 4291259 w 5096824"/>
                  <a:gd name="connsiteY29" fmla="*/ 10848 h 36821"/>
                  <a:gd name="connsiteX30" fmla="*/ 4095902 w 5096824"/>
                  <a:gd name="connsiteY30" fmla="*/ 8709 h 36821"/>
                  <a:gd name="connsiteX31" fmla="*/ 3705474 w 5096824"/>
                  <a:gd name="connsiteY31" fmla="*/ 3121 h 36821"/>
                  <a:gd name="connsiteX32" fmla="*/ 3510524 w 5096824"/>
                  <a:gd name="connsiteY32" fmla="*/ 1681 h 36821"/>
                  <a:gd name="connsiteX33" fmla="*/ 3315777 w 5096824"/>
                  <a:gd name="connsiteY33" fmla="*/ 524 h 36821"/>
                  <a:gd name="connsiteX34" fmla="*/ 3121030 w 5096824"/>
                  <a:gd name="connsiteY34" fmla="*/ 0 h 36821"/>
                  <a:gd name="connsiteX35" fmla="*/ 2926446 w 5096824"/>
                  <a:gd name="connsiteY35" fmla="*/ 2292 h 36821"/>
                  <a:gd name="connsiteX36" fmla="*/ 2732065 w 5096824"/>
                  <a:gd name="connsiteY36" fmla="*/ 3405 h 36821"/>
                  <a:gd name="connsiteX37" fmla="*/ 2537805 w 5096824"/>
                  <a:gd name="connsiteY37" fmla="*/ 3776 h 36821"/>
                  <a:gd name="connsiteX38" fmla="*/ 2343709 w 5096824"/>
                  <a:gd name="connsiteY38" fmla="*/ 4518 h 36821"/>
                  <a:gd name="connsiteX39" fmla="*/ 2149693 w 5096824"/>
                  <a:gd name="connsiteY39" fmla="*/ 4256 h 36821"/>
                  <a:gd name="connsiteX40" fmla="*/ 1955841 w 5096824"/>
                  <a:gd name="connsiteY40" fmla="*/ 4474 h 36821"/>
                  <a:gd name="connsiteX41" fmla="*/ 1762110 w 5096824"/>
                  <a:gd name="connsiteY41" fmla="*/ 6657 h 36821"/>
                  <a:gd name="connsiteX42" fmla="*/ 1568419 w 5096824"/>
                  <a:gd name="connsiteY42" fmla="*/ 8425 h 36821"/>
                  <a:gd name="connsiteX43" fmla="*/ 1374932 w 5096824"/>
                  <a:gd name="connsiteY43" fmla="*/ 11088 h 36821"/>
                  <a:gd name="connsiteX44" fmla="*/ 988365 w 5096824"/>
                  <a:gd name="connsiteY44" fmla="*/ 15191 h 36821"/>
                  <a:gd name="connsiteX45" fmla="*/ 602366 w 5096824"/>
                  <a:gd name="connsiteY45" fmla="*/ 18291 h 36821"/>
                  <a:gd name="connsiteX46" fmla="*/ 409529 w 5096824"/>
                  <a:gd name="connsiteY46" fmla="*/ 19360 h 36821"/>
                  <a:gd name="connsiteX47" fmla="*/ 216896 w 5096824"/>
                  <a:gd name="connsiteY47" fmla="*/ 19884 h 36821"/>
                  <a:gd name="connsiteX48" fmla="*/ 24343 w 5096824"/>
                  <a:gd name="connsiteY48" fmla="*/ 19556 h 36821"/>
                  <a:gd name="connsiteX49" fmla="*/ 24343 w 5096824"/>
                  <a:gd name="connsiteY49" fmla="*/ 19556 h 36821"/>
                  <a:gd name="connsiteX50" fmla="*/ 22271 w 5096824"/>
                  <a:gd name="connsiteY50" fmla="*/ 20080 h 36821"/>
                  <a:gd name="connsiteX51" fmla="*/ 0 w 5096824"/>
                  <a:gd name="connsiteY51" fmla="*/ 36821 h 36821"/>
                  <a:gd name="connsiteX52" fmla="*/ 6299 w 5096824"/>
                  <a:gd name="connsiteY52" fmla="*/ 36821 h 3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096824" h="36821">
                    <a:moveTo>
                      <a:pt x="6299" y="36712"/>
                    </a:moveTo>
                    <a:lnTo>
                      <a:pt x="25603" y="22219"/>
                    </a:lnTo>
                    <a:lnTo>
                      <a:pt x="216896" y="22547"/>
                    </a:lnTo>
                    <a:lnTo>
                      <a:pt x="409570" y="22067"/>
                    </a:lnTo>
                    <a:lnTo>
                      <a:pt x="602407" y="20997"/>
                    </a:lnTo>
                    <a:lnTo>
                      <a:pt x="988446" y="17854"/>
                    </a:lnTo>
                    <a:lnTo>
                      <a:pt x="1375054" y="13816"/>
                    </a:lnTo>
                    <a:lnTo>
                      <a:pt x="1568460" y="11153"/>
                    </a:lnTo>
                    <a:lnTo>
                      <a:pt x="1721307" y="9778"/>
                    </a:lnTo>
                    <a:lnTo>
                      <a:pt x="1955800" y="7225"/>
                    </a:lnTo>
                    <a:lnTo>
                      <a:pt x="2149612" y="7006"/>
                    </a:lnTo>
                    <a:lnTo>
                      <a:pt x="2343668" y="7225"/>
                    </a:lnTo>
                    <a:lnTo>
                      <a:pt x="2537724" y="6526"/>
                    </a:lnTo>
                    <a:lnTo>
                      <a:pt x="2732105" y="6155"/>
                    </a:lnTo>
                    <a:lnTo>
                      <a:pt x="2926486" y="5042"/>
                    </a:lnTo>
                    <a:lnTo>
                      <a:pt x="3120949" y="2706"/>
                    </a:lnTo>
                    <a:lnTo>
                      <a:pt x="3315614" y="3296"/>
                    </a:lnTo>
                    <a:lnTo>
                      <a:pt x="3510483" y="4474"/>
                    </a:lnTo>
                    <a:lnTo>
                      <a:pt x="3705433" y="5871"/>
                    </a:lnTo>
                    <a:lnTo>
                      <a:pt x="4095780" y="11524"/>
                    </a:lnTo>
                    <a:lnTo>
                      <a:pt x="4291137" y="13663"/>
                    </a:lnTo>
                    <a:lnTo>
                      <a:pt x="4486697" y="16108"/>
                    </a:lnTo>
                    <a:lnTo>
                      <a:pt x="5072807" y="21805"/>
                    </a:lnTo>
                    <a:lnTo>
                      <a:pt x="5090688" y="36778"/>
                    </a:lnTo>
                    <a:lnTo>
                      <a:pt x="5096825" y="36778"/>
                    </a:lnTo>
                    <a:lnTo>
                      <a:pt x="5076383" y="19622"/>
                    </a:lnTo>
                    <a:cubicBezTo>
                      <a:pt x="5075896" y="19207"/>
                      <a:pt x="5075083" y="18989"/>
                      <a:pt x="5074310" y="18989"/>
                    </a:cubicBezTo>
                    <a:lnTo>
                      <a:pt x="4682500" y="15322"/>
                    </a:lnTo>
                    <a:lnTo>
                      <a:pt x="4486818" y="13292"/>
                    </a:lnTo>
                    <a:lnTo>
                      <a:pt x="4291259" y="10848"/>
                    </a:lnTo>
                    <a:lnTo>
                      <a:pt x="4095902" y="8709"/>
                    </a:lnTo>
                    <a:lnTo>
                      <a:pt x="3705474" y="3121"/>
                    </a:lnTo>
                    <a:lnTo>
                      <a:pt x="3510524" y="1681"/>
                    </a:lnTo>
                    <a:lnTo>
                      <a:pt x="3315777" y="524"/>
                    </a:lnTo>
                    <a:lnTo>
                      <a:pt x="3121030" y="0"/>
                    </a:lnTo>
                    <a:lnTo>
                      <a:pt x="2926446" y="2292"/>
                    </a:lnTo>
                    <a:lnTo>
                      <a:pt x="2732065" y="3405"/>
                    </a:lnTo>
                    <a:lnTo>
                      <a:pt x="2537805" y="3776"/>
                    </a:lnTo>
                    <a:lnTo>
                      <a:pt x="2343709" y="4518"/>
                    </a:lnTo>
                    <a:lnTo>
                      <a:pt x="2149693" y="4256"/>
                    </a:lnTo>
                    <a:lnTo>
                      <a:pt x="1955841" y="4474"/>
                    </a:lnTo>
                    <a:lnTo>
                      <a:pt x="1762110" y="6657"/>
                    </a:lnTo>
                    <a:lnTo>
                      <a:pt x="1568419" y="8425"/>
                    </a:lnTo>
                    <a:lnTo>
                      <a:pt x="1374932" y="11088"/>
                    </a:lnTo>
                    <a:lnTo>
                      <a:pt x="988365" y="15191"/>
                    </a:lnTo>
                    <a:lnTo>
                      <a:pt x="602366" y="18291"/>
                    </a:lnTo>
                    <a:lnTo>
                      <a:pt x="409529" y="19360"/>
                    </a:lnTo>
                    <a:lnTo>
                      <a:pt x="216896" y="19884"/>
                    </a:lnTo>
                    <a:lnTo>
                      <a:pt x="24343" y="19556"/>
                    </a:lnTo>
                    <a:lnTo>
                      <a:pt x="24343" y="19556"/>
                    </a:lnTo>
                    <a:cubicBezTo>
                      <a:pt x="23490" y="19556"/>
                      <a:pt x="22758" y="19775"/>
                      <a:pt x="22271" y="20080"/>
                    </a:cubicBezTo>
                    <a:lnTo>
                      <a:pt x="0" y="36821"/>
                    </a:lnTo>
                    <a:lnTo>
                      <a:pt x="6299" y="3682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4" name="Freeform: Shape 333">
                <a:extLst>
                  <a:ext uri="{FF2B5EF4-FFF2-40B4-BE49-F238E27FC236}">
                    <a16:creationId xmlns:a16="http://schemas.microsoft.com/office/drawing/2014/main" id="{B1B4B459-734B-4312-BF4E-6DF165A29532}"/>
                  </a:ext>
                </a:extLst>
              </p:cNvPr>
              <p:cNvSpPr/>
              <p:nvPr/>
            </p:nvSpPr>
            <p:spPr>
              <a:xfrm>
                <a:off x="9537110" y="5706144"/>
                <a:ext cx="133124" cy="5238"/>
              </a:xfrm>
              <a:custGeom>
                <a:avLst/>
                <a:gdLst>
                  <a:gd name="connsiteX0" fmla="*/ 130657 w 133124"/>
                  <a:gd name="connsiteY0" fmla="*/ 5238 h 5238"/>
                  <a:gd name="connsiteX1" fmla="*/ 130170 w 133124"/>
                  <a:gd name="connsiteY1" fmla="*/ 5173 h 5238"/>
                  <a:gd name="connsiteX2" fmla="*/ 122936 w 133124"/>
                  <a:gd name="connsiteY2" fmla="*/ 4431 h 5238"/>
                  <a:gd name="connsiteX3" fmla="*/ 66081 w 133124"/>
                  <a:gd name="connsiteY3" fmla="*/ 4322 h 5238"/>
                  <a:gd name="connsiteX4" fmla="*/ 53482 w 133124"/>
                  <a:gd name="connsiteY4" fmla="*/ 2925 h 5238"/>
                  <a:gd name="connsiteX5" fmla="*/ 2479 w 133124"/>
                  <a:gd name="connsiteY5" fmla="*/ 2816 h 5238"/>
                  <a:gd name="connsiteX6" fmla="*/ 0 w 133124"/>
                  <a:gd name="connsiteY6" fmla="*/ 1375 h 5238"/>
                  <a:gd name="connsiteX7" fmla="*/ 2479 w 133124"/>
                  <a:gd name="connsiteY7" fmla="*/ 0 h 5238"/>
                  <a:gd name="connsiteX8" fmla="*/ 2561 w 133124"/>
                  <a:gd name="connsiteY8" fmla="*/ 0 h 5238"/>
                  <a:gd name="connsiteX9" fmla="*/ 54051 w 133124"/>
                  <a:gd name="connsiteY9" fmla="*/ 109 h 5238"/>
                  <a:gd name="connsiteX10" fmla="*/ 66528 w 133124"/>
                  <a:gd name="connsiteY10" fmla="*/ 1550 h 5238"/>
                  <a:gd name="connsiteX11" fmla="*/ 123383 w 133124"/>
                  <a:gd name="connsiteY11" fmla="*/ 1593 h 5238"/>
                  <a:gd name="connsiteX12" fmla="*/ 131023 w 133124"/>
                  <a:gd name="connsiteY12" fmla="*/ 2401 h 5238"/>
                  <a:gd name="connsiteX13" fmla="*/ 133096 w 133124"/>
                  <a:gd name="connsiteY13" fmla="*/ 4060 h 5238"/>
                  <a:gd name="connsiteX14" fmla="*/ 130618 w 133124"/>
                  <a:gd name="connsiteY14" fmla="*/ 5238 h 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3124" h="5238">
                    <a:moveTo>
                      <a:pt x="130657" y="5238"/>
                    </a:moveTo>
                    <a:cubicBezTo>
                      <a:pt x="130455" y="5238"/>
                      <a:pt x="130251" y="5238"/>
                      <a:pt x="130170" y="5173"/>
                    </a:cubicBezTo>
                    <a:lnTo>
                      <a:pt x="122936" y="4431"/>
                    </a:lnTo>
                    <a:lnTo>
                      <a:pt x="66081" y="4322"/>
                    </a:lnTo>
                    <a:lnTo>
                      <a:pt x="53482" y="2925"/>
                    </a:lnTo>
                    <a:lnTo>
                      <a:pt x="2479" y="2816"/>
                    </a:lnTo>
                    <a:cubicBezTo>
                      <a:pt x="1097" y="2816"/>
                      <a:pt x="0" y="2183"/>
                      <a:pt x="0" y="1375"/>
                    </a:cubicBezTo>
                    <a:cubicBezTo>
                      <a:pt x="0" y="633"/>
                      <a:pt x="1097" y="0"/>
                      <a:pt x="2479" y="0"/>
                    </a:cubicBezTo>
                    <a:lnTo>
                      <a:pt x="2561" y="0"/>
                    </a:lnTo>
                    <a:lnTo>
                      <a:pt x="54051" y="109"/>
                    </a:lnTo>
                    <a:lnTo>
                      <a:pt x="66528" y="1550"/>
                    </a:lnTo>
                    <a:lnTo>
                      <a:pt x="123383" y="1593"/>
                    </a:lnTo>
                    <a:lnTo>
                      <a:pt x="131023" y="2401"/>
                    </a:lnTo>
                    <a:cubicBezTo>
                      <a:pt x="132405" y="2554"/>
                      <a:pt x="133299" y="3318"/>
                      <a:pt x="133096" y="4060"/>
                    </a:cubicBezTo>
                    <a:cubicBezTo>
                      <a:pt x="132811" y="4758"/>
                      <a:pt x="131795" y="5238"/>
                      <a:pt x="130618" y="523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5" name="Freeform: Shape 334">
                <a:extLst>
                  <a:ext uri="{FF2B5EF4-FFF2-40B4-BE49-F238E27FC236}">
                    <a16:creationId xmlns:a16="http://schemas.microsoft.com/office/drawing/2014/main" id="{EB6EB308-F80F-486E-A980-2580CF90B5E9}"/>
                  </a:ext>
                </a:extLst>
              </p:cNvPr>
              <p:cNvSpPr/>
              <p:nvPr/>
            </p:nvSpPr>
            <p:spPr>
              <a:xfrm>
                <a:off x="40" y="5640445"/>
                <a:ext cx="2494191" cy="381353"/>
              </a:xfrm>
              <a:custGeom>
                <a:avLst/>
                <a:gdLst>
                  <a:gd name="connsiteX0" fmla="*/ 2491151 w 2494191"/>
                  <a:gd name="connsiteY0" fmla="*/ 66 h 381353"/>
                  <a:gd name="connsiteX1" fmla="*/ 2477211 w 2494191"/>
                  <a:gd name="connsiteY1" fmla="*/ 2096 h 381353"/>
                  <a:gd name="connsiteX2" fmla="*/ 2411090 w 2494191"/>
                  <a:gd name="connsiteY2" fmla="*/ 9932 h 381353"/>
                  <a:gd name="connsiteX3" fmla="*/ 2358746 w 2494191"/>
                  <a:gd name="connsiteY3" fmla="*/ 16392 h 381353"/>
                  <a:gd name="connsiteX4" fmla="*/ 2335540 w 2494191"/>
                  <a:gd name="connsiteY4" fmla="*/ 19644 h 381353"/>
                  <a:gd name="connsiteX5" fmla="*/ 2223902 w 2494191"/>
                  <a:gd name="connsiteY5" fmla="*/ 31889 h 381353"/>
                  <a:gd name="connsiteX6" fmla="*/ 2222683 w 2494191"/>
                  <a:gd name="connsiteY6" fmla="*/ 32260 h 381353"/>
                  <a:gd name="connsiteX7" fmla="*/ 2194966 w 2494191"/>
                  <a:gd name="connsiteY7" fmla="*/ 46535 h 381353"/>
                  <a:gd name="connsiteX8" fmla="*/ 2088530 w 2494191"/>
                  <a:gd name="connsiteY8" fmla="*/ 50965 h 381353"/>
                  <a:gd name="connsiteX9" fmla="*/ 2087270 w 2494191"/>
                  <a:gd name="connsiteY9" fmla="*/ 51184 h 381353"/>
                  <a:gd name="connsiteX10" fmla="*/ 2058619 w 2494191"/>
                  <a:gd name="connsiteY10" fmla="*/ 62272 h 381353"/>
                  <a:gd name="connsiteX11" fmla="*/ 1953443 w 2494191"/>
                  <a:gd name="connsiteY11" fmla="*/ 62228 h 381353"/>
                  <a:gd name="connsiteX12" fmla="*/ 1905163 w 2494191"/>
                  <a:gd name="connsiteY12" fmla="*/ 62861 h 381353"/>
                  <a:gd name="connsiteX13" fmla="*/ 1897969 w 2494191"/>
                  <a:gd name="connsiteY13" fmla="*/ 62162 h 381353"/>
                  <a:gd name="connsiteX14" fmla="*/ 1878218 w 2494191"/>
                  <a:gd name="connsiteY14" fmla="*/ 62861 h 381353"/>
                  <a:gd name="connsiteX15" fmla="*/ 1781129 w 2494191"/>
                  <a:gd name="connsiteY15" fmla="*/ 64716 h 381353"/>
                  <a:gd name="connsiteX16" fmla="*/ 1745204 w 2494191"/>
                  <a:gd name="connsiteY16" fmla="*/ 65458 h 381353"/>
                  <a:gd name="connsiteX17" fmla="*/ 1713951 w 2494191"/>
                  <a:gd name="connsiteY17" fmla="*/ 69824 h 381353"/>
                  <a:gd name="connsiteX18" fmla="*/ 1642750 w 2494191"/>
                  <a:gd name="connsiteY18" fmla="*/ 71679 h 381353"/>
                  <a:gd name="connsiteX19" fmla="*/ 1617838 w 2494191"/>
                  <a:gd name="connsiteY19" fmla="*/ 73665 h 381353"/>
                  <a:gd name="connsiteX20" fmla="*/ 1573581 w 2494191"/>
                  <a:gd name="connsiteY20" fmla="*/ 77616 h 381353"/>
                  <a:gd name="connsiteX21" fmla="*/ 1522862 w 2494191"/>
                  <a:gd name="connsiteY21" fmla="*/ 81719 h 381353"/>
                  <a:gd name="connsiteX22" fmla="*/ 1513556 w 2494191"/>
                  <a:gd name="connsiteY22" fmla="*/ 82679 h 381353"/>
                  <a:gd name="connsiteX23" fmla="*/ 1447312 w 2494191"/>
                  <a:gd name="connsiteY23" fmla="*/ 86717 h 381353"/>
                  <a:gd name="connsiteX24" fmla="*/ 1445646 w 2494191"/>
                  <a:gd name="connsiteY24" fmla="*/ 87198 h 381353"/>
                  <a:gd name="connsiteX25" fmla="*/ 1408460 w 2494191"/>
                  <a:gd name="connsiteY25" fmla="*/ 111600 h 381353"/>
                  <a:gd name="connsiteX26" fmla="*/ 1374526 w 2494191"/>
                  <a:gd name="connsiteY26" fmla="*/ 135150 h 381353"/>
                  <a:gd name="connsiteX27" fmla="*/ 1340023 w 2494191"/>
                  <a:gd name="connsiteY27" fmla="*/ 157326 h 381353"/>
                  <a:gd name="connsiteX28" fmla="*/ 1305194 w 2494191"/>
                  <a:gd name="connsiteY28" fmla="*/ 180397 h 381353"/>
                  <a:gd name="connsiteX29" fmla="*/ 1270610 w 2494191"/>
                  <a:gd name="connsiteY29" fmla="*/ 200434 h 381353"/>
                  <a:gd name="connsiteX30" fmla="*/ 1163604 w 2494191"/>
                  <a:gd name="connsiteY30" fmla="*/ 198731 h 381353"/>
                  <a:gd name="connsiteX31" fmla="*/ 1161735 w 2494191"/>
                  <a:gd name="connsiteY31" fmla="*/ 199211 h 381353"/>
                  <a:gd name="connsiteX32" fmla="*/ 1125850 w 2494191"/>
                  <a:gd name="connsiteY32" fmla="*/ 220165 h 381353"/>
                  <a:gd name="connsiteX33" fmla="*/ 1018235 w 2494191"/>
                  <a:gd name="connsiteY33" fmla="*/ 217873 h 381353"/>
                  <a:gd name="connsiteX34" fmla="*/ 909645 w 2494191"/>
                  <a:gd name="connsiteY34" fmla="*/ 213726 h 381353"/>
                  <a:gd name="connsiteX35" fmla="*/ 801055 w 2494191"/>
                  <a:gd name="connsiteY35" fmla="*/ 205476 h 381353"/>
                  <a:gd name="connsiteX36" fmla="*/ 692424 w 2494191"/>
                  <a:gd name="connsiteY36" fmla="*/ 197007 h 381353"/>
                  <a:gd name="connsiteX37" fmla="*/ 583753 w 2494191"/>
                  <a:gd name="connsiteY37" fmla="*/ 191899 h 381353"/>
                  <a:gd name="connsiteX38" fmla="*/ 475163 w 2494191"/>
                  <a:gd name="connsiteY38" fmla="*/ 189673 h 381353"/>
                  <a:gd name="connsiteX39" fmla="*/ 473619 w 2494191"/>
                  <a:gd name="connsiteY39" fmla="*/ 189935 h 381353"/>
                  <a:gd name="connsiteX40" fmla="*/ 432653 w 2494191"/>
                  <a:gd name="connsiteY40" fmla="*/ 205606 h 381353"/>
                  <a:gd name="connsiteX41" fmla="*/ 324145 w 2494191"/>
                  <a:gd name="connsiteY41" fmla="*/ 203467 h 381353"/>
                  <a:gd name="connsiteX42" fmla="*/ 322519 w 2494191"/>
                  <a:gd name="connsiteY42" fmla="*/ 203729 h 381353"/>
                  <a:gd name="connsiteX43" fmla="*/ 279766 w 2494191"/>
                  <a:gd name="connsiteY43" fmla="*/ 221736 h 381353"/>
                  <a:gd name="connsiteX44" fmla="*/ 236444 w 2494191"/>
                  <a:gd name="connsiteY44" fmla="*/ 235160 h 381353"/>
                  <a:gd name="connsiteX45" fmla="*/ 192146 w 2494191"/>
                  <a:gd name="connsiteY45" fmla="*/ 245658 h 381353"/>
                  <a:gd name="connsiteX46" fmla="*/ 172029 w 2494191"/>
                  <a:gd name="connsiteY46" fmla="*/ 251835 h 381353"/>
                  <a:gd name="connsiteX47" fmla="*/ 171135 w 2494191"/>
                  <a:gd name="connsiteY47" fmla="*/ 252250 h 381353"/>
                  <a:gd name="connsiteX48" fmla="*/ 123952 w 2494191"/>
                  <a:gd name="connsiteY48" fmla="*/ 292694 h 381353"/>
                  <a:gd name="connsiteX49" fmla="*/ 74859 w 2494191"/>
                  <a:gd name="connsiteY49" fmla="*/ 329669 h 381353"/>
                  <a:gd name="connsiteX50" fmla="*/ 25034 w 2494191"/>
                  <a:gd name="connsiteY50" fmla="*/ 362015 h 381353"/>
                  <a:gd name="connsiteX51" fmla="*/ 0 w 2494191"/>
                  <a:gd name="connsiteY51" fmla="*/ 377207 h 381353"/>
                  <a:gd name="connsiteX52" fmla="*/ 0 w 2494191"/>
                  <a:gd name="connsiteY52" fmla="*/ 381354 h 381353"/>
                  <a:gd name="connsiteX53" fmla="*/ 28854 w 2494191"/>
                  <a:gd name="connsiteY53" fmla="*/ 363871 h 381353"/>
                  <a:gd name="connsiteX54" fmla="*/ 78801 w 2494191"/>
                  <a:gd name="connsiteY54" fmla="*/ 331415 h 381353"/>
                  <a:gd name="connsiteX55" fmla="*/ 128097 w 2494191"/>
                  <a:gd name="connsiteY55" fmla="*/ 294266 h 381353"/>
                  <a:gd name="connsiteX56" fmla="*/ 175036 w 2494191"/>
                  <a:gd name="connsiteY56" fmla="*/ 254083 h 381353"/>
                  <a:gd name="connsiteX57" fmla="*/ 194381 w 2494191"/>
                  <a:gd name="connsiteY57" fmla="*/ 248168 h 381353"/>
                  <a:gd name="connsiteX58" fmla="*/ 238679 w 2494191"/>
                  <a:gd name="connsiteY58" fmla="*/ 237626 h 381353"/>
                  <a:gd name="connsiteX59" fmla="*/ 282529 w 2494191"/>
                  <a:gd name="connsiteY59" fmla="*/ 224028 h 381353"/>
                  <a:gd name="connsiteX60" fmla="*/ 324876 w 2494191"/>
                  <a:gd name="connsiteY60" fmla="*/ 206239 h 381353"/>
                  <a:gd name="connsiteX61" fmla="*/ 433304 w 2494191"/>
                  <a:gd name="connsiteY61" fmla="*/ 208357 h 381353"/>
                  <a:gd name="connsiteX62" fmla="*/ 434848 w 2494191"/>
                  <a:gd name="connsiteY62" fmla="*/ 208095 h 381353"/>
                  <a:gd name="connsiteX63" fmla="*/ 475773 w 2494191"/>
                  <a:gd name="connsiteY63" fmla="*/ 192423 h 381353"/>
                  <a:gd name="connsiteX64" fmla="*/ 583428 w 2494191"/>
                  <a:gd name="connsiteY64" fmla="*/ 194671 h 381353"/>
                  <a:gd name="connsiteX65" fmla="*/ 691855 w 2494191"/>
                  <a:gd name="connsiteY65" fmla="*/ 199735 h 381353"/>
                  <a:gd name="connsiteX66" fmla="*/ 909157 w 2494191"/>
                  <a:gd name="connsiteY66" fmla="*/ 216520 h 381353"/>
                  <a:gd name="connsiteX67" fmla="*/ 1017951 w 2494191"/>
                  <a:gd name="connsiteY67" fmla="*/ 220667 h 381353"/>
                  <a:gd name="connsiteX68" fmla="*/ 1126785 w 2494191"/>
                  <a:gd name="connsiteY68" fmla="*/ 223024 h 381353"/>
                  <a:gd name="connsiteX69" fmla="*/ 1128776 w 2494191"/>
                  <a:gd name="connsiteY69" fmla="*/ 222544 h 381353"/>
                  <a:gd name="connsiteX70" fmla="*/ 1164620 w 2494191"/>
                  <a:gd name="connsiteY70" fmla="*/ 201612 h 381353"/>
                  <a:gd name="connsiteX71" fmla="*/ 1271626 w 2494191"/>
                  <a:gd name="connsiteY71" fmla="*/ 203315 h 381353"/>
                  <a:gd name="connsiteX72" fmla="*/ 1273536 w 2494191"/>
                  <a:gd name="connsiteY72" fmla="*/ 202835 h 381353"/>
                  <a:gd name="connsiteX73" fmla="*/ 1309014 w 2494191"/>
                  <a:gd name="connsiteY73" fmla="*/ 182274 h 381353"/>
                  <a:gd name="connsiteX74" fmla="*/ 1343924 w 2494191"/>
                  <a:gd name="connsiteY74" fmla="*/ 159138 h 381353"/>
                  <a:gd name="connsiteX75" fmla="*/ 1378387 w 2494191"/>
                  <a:gd name="connsiteY75" fmla="*/ 136918 h 381353"/>
                  <a:gd name="connsiteX76" fmla="*/ 1412321 w 2494191"/>
                  <a:gd name="connsiteY76" fmla="*/ 113411 h 381353"/>
                  <a:gd name="connsiteX77" fmla="*/ 1446459 w 2494191"/>
                  <a:gd name="connsiteY77" fmla="*/ 91148 h 381353"/>
                  <a:gd name="connsiteX78" fmla="*/ 1448897 w 2494191"/>
                  <a:gd name="connsiteY78" fmla="*/ 89446 h 381353"/>
                  <a:gd name="connsiteX79" fmla="*/ 1514287 w 2494191"/>
                  <a:gd name="connsiteY79" fmla="*/ 85451 h 381353"/>
                  <a:gd name="connsiteX80" fmla="*/ 1574353 w 2494191"/>
                  <a:gd name="connsiteY80" fmla="*/ 80431 h 381353"/>
                  <a:gd name="connsiteX81" fmla="*/ 1605483 w 2494191"/>
                  <a:gd name="connsiteY81" fmla="*/ 77550 h 381353"/>
                  <a:gd name="connsiteX82" fmla="*/ 1643197 w 2494191"/>
                  <a:gd name="connsiteY82" fmla="*/ 74516 h 381353"/>
                  <a:gd name="connsiteX83" fmla="*/ 1714642 w 2494191"/>
                  <a:gd name="connsiteY83" fmla="*/ 72596 h 381353"/>
                  <a:gd name="connsiteX84" fmla="*/ 1745854 w 2494191"/>
                  <a:gd name="connsiteY84" fmla="*/ 68230 h 381353"/>
                  <a:gd name="connsiteX85" fmla="*/ 1862653 w 2494191"/>
                  <a:gd name="connsiteY85" fmla="*/ 66200 h 381353"/>
                  <a:gd name="connsiteX86" fmla="*/ 1897604 w 2494191"/>
                  <a:gd name="connsiteY86" fmla="*/ 64978 h 381353"/>
                  <a:gd name="connsiteX87" fmla="*/ 1904716 w 2494191"/>
                  <a:gd name="connsiteY87" fmla="*/ 65677 h 381353"/>
                  <a:gd name="connsiteX88" fmla="*/ 1953443 w 2494191"/>
                  <a:gd name="connsiteY88" fmla="*/ 65044 h 381353"/>
                  <a:gd name="connsiteX89" fmla="*/ 2059351 w 2494191"/>
                  <a:gd name="connsiteY89" fmla="*/ 65044 h 381353"/>
                  <a:gd name="connsiteX90" fmla="*/ 2060773 w 2494191"/>
                  <a:gd name="connsiteY90" fmla="*/ 64825 h 381353"/>
                  <a:gd name="connsiteX91" fmla="*/ 2089546 w 2494191"/>
                  <a:gd name="connsiteY91" fmla="*/ 53737 h 381353"/>
                  <a:gd name="connsiteX92" fmla="*/ 2196145 w 2494191"/>
                  <a:gd name="connsiteY92" fmla="*/ 49307 h 381353"/>
                  <a:gd name="connsiteX93" fmla="*/ 2197690 w 2494191"/>
                  <a:gd name="connsiteY93" fmla="*/ 48936 h 381353"/>
                  <a:gd name="connsiteX94" fmla="*/ 2225528 w 2494191"/>
                  <a:gd name="connsiteY94" fmla="*/ 34596 h 381353"/>
                  <a:gd name="connsiteX95" fmla="*/ 2336597 w 2494191"/>
                  <a:gd name="connsiteY95" fmla="*/ 22395 h 381353"/>
                  <a:gd name="connsiteX96" fmla="*/ 2359843 w 2494191"/>
                  <a:gd name="connsiteY96" fmla="*/ 19142 h 381353"/>
                  <a:gd name="connsiteX97" fmla="*/ 2412066 w 2494191"/>
                  <a:gd name="connsiteY97" fmla="*/ 12704 h 381353"/>
                  <a:gd name="connsiteX98" fmla="*/ 2478227 w 2494191"/>
                  <a:gd name="connsiteY98" fmla="*/ 4802 h 381353"/>
                  <a:gd name="connsiteX99" fmla="*/ 2492330 w 2494191"/>
                  <a:gd name="connsiteY99" fmla="*/ 2772 h 381353"/>
                  <a:gd name="connsiteX100" fmla="*/ 2494117 w 2494191"/>
                  <a:gd name="connsiteY100" fmla="*/ 1070 h 381353"/>
                  <a:gd name="connsiteX101" fmla="*/ 2491029 w 2494191"/>
                  <a:gd name="connsiteY101" fmla="*/ 44 h 381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494191" h="381353">
                    <a:moveTo>
                      <a:pt x="2491151" y="66"/>
                    </a:moveTo>
                    <a:lnTo>
                      <a:pt x="2477211" y="2096"/>
                    </a:lnTo>
                    <a:lnTo>
                      <a:pt x="2411090" y="9932"/>
                    </a:lnTo>
                    <a:lnTo>
                      <a:pt x="2358746" y="16392"/>
                    </a:lnTo>
                    <a:lnTo>
                      <a:pt x="2335540" y="19644"/>
                    </a:lnTo>
                    <a:lnTo>
                      <a:pt x="2223902" y="31889"/>
                    </a:lnTo>
                    <a:cubicBezTo>
                      <a:pt x="2223455" y="31955"/>
                      <a:pt x="2223008" y="32064"/>
                      <a:pt x="2222683" y="32260"/>
                    </a:cubicBezTo>
                    <a:lnTo>
                      <a:pt x="2194966" y="46535"/>
                    </a:lnTo>
                    <a:lnTo>
                      <a:pt x="2088530" y="50965"/>
                    </a:lnTo>
                    <a:cubicBezTo>
                      <a:pt x="2088083" y="50965"/>
                      <a:pt x="2087636" y="51009"/>
                      <a:pt x="2087270" y="51184"/>
                    </a:cubicBezTo>
                    <a:lnTo>
                      <a:pt x="2058619" y="62272"/>
                    </a:lnTo>
                    <a:lnTo>
                      <a:pt x="1953443" y="62228"/>
                    </a:lnTo>
                    <a:lnTo>
                      <a:pt x="1905163" y="62861"/>
                    </a:lnTo>
                    <a:lnTo>
                      <a:pt x="1897969" y="62162"/>
                    </a:lnTo>
                    <a:lnTo>
                      <a:pt x="1878218" y="62861"/>
                    </a:lnTo>
                    <a:lnTo>
                      <a:pt x="1781129" y="64716"/>
                    </a:lnTo>
                    <a:lnTo>
                      <a:pt x="1745204" y="65458"/>
                    </a:lnTo>
                    <a:lnTo>
                      <a:pt x="1713951" y="69824"/>
                    </a:lnTo>
                    <a:lnTo>
                      <a:pt x="1642750" y="71679"/>
                    </a:lnTo>
                    <a:lnTo>
                      <a:pt x="1617838" y="73665"/>
                    </a:lnTo>
                    <a:lnTo>
                      <a:pt x="1573581" y="77616"/>
                    </a:lnTo>
                    <a:lnTo>
                      <a:pt x="1522862" y="81719"/>
                    </a:lnTo>
                    <a:lnTo>
                      <a:pt x="1513556" y="82679"/>
                    </a:lnTo>
                    <a:lnTo>
                      <a:pt x="1447312" y="86717"/>
                    </a:lnTo>
                    <a:cubicBezTo>
                      <a:pt x="1446662" y="86717"/>
                      <a:pt x="1446012" y="86936"/>
                      <a:pt x="1445646" y="87198"/>
                    </a:cubicBezTo>
                    <a:lnTo>
                      <a:pt x="1408460" y="111600"/>
                    </a:lnTo>
                    <a:lnTo>
                      <a:pt x="1374526" y="135150"/>
                    </a:lnTo>
                    <a:lnTo>
                      <a:pt x="1340023" y="157326"/>
                    </a:lnTo>
                    <a:lnTo>
                      <a:pt x="1305194" y="180397"/>
                    </a:lnTo>
                    <a:lnTo>
                      <a:pt x="1270610" y="200434"/>
                    </a:lnTo>
                    <a:lnTo>
                      <a:pt x="1163604" y="198731"/>
                    </a:lnTo>
                    <a:cubicBezTo>
                      <a:pt x="1162914" y="198840"/>
                      <a:pt x="1162223" y="198884"/>
                      <a:pt x="1161735" y="199211"/>
                    </a:cubicBezTo>
                    <a:lnTo>
                      <a:pt x="1125850" y="220165"/>
                    </a:lnTo>
                    <a:lnTo>
                      <a:pt x="1018235" y="217873"/>
                    </a:lnTo>
                    <a:lnTo>
                      <a:pt x="909645" y="213726"/>
                    </a:lnTo>
                    <a:lnTo>
                      <a:pt x="801055" y="205476"/>
                    </a:lnTo>
                    <a:lnTo>
                      <a:pt x="692424" y="197007"/>
                    </a:lnTo>
                    <a:lnTo>
                      <a:pt x="583753" y="191899"/>
                    </a:lnTo>
                    <a:lnTo>
                      <a:pt x="475163" y="189673"/>
                    </a:lnTo>
                    <a:cubicBezTo>
                      <a:pt x="474635" y="189673"/>
                      <a:pt x="474066" y="189717"/>
                      <a:pt x="473619" y="189935"/>
                    </a:cubicBezTo>
                    <a:lnTo>
                      <a:pt x="432653" y="205606"/>
                    </a:lnTo>
                    <a:lnTo>
                      <a:pt x="324145" y="203467"/>
                    </a:lnTo>
                    <a:cubicBezTo>
                      <a:pt x="323576" y="203467"/>
                      <a:pt x="323007" y="203533"/>
                      <a:pt x="322519" y="203729"/>
                    </a:cubicBezTo>
                    <a:lnTo>
                      <a:pt x="279766" y="221736"/>
                    </a:lnTo>
                    <a:lnTo>
                      <a:pt x="236444" y="235160"/>
                    </a:lnTo>
                    <a:lnTo>
                      <a:pt x="192146" y="245658"/>
                    </a:lnTo>
                    <a:lnTo>
                      <a:pt x="172029" y="251835"/>
                    </a:lnTo>
                    <a:cubicBezTo>
                      <a:pt x="171663" y="251944"/>
                      <a:pt x="171338" y="252097"/>
                      <a:pt x="171135" y="252250"/>
                    </a:cubicBezTo>
                    <a:lnTo>
                      <a:pt x="123952" y="292694"/>
                    </a:lnTo>
                    <a:lnTo>
                      <a:pt x="74859" y="329669"/>
                    </a:lnTo>
                    <a:lnTo>
                      <a:pt x="25034" y="362015"/>
                    </a:lnTo>
                    <a:lnTo>
                      <a:pt x="0" y="377207"/>
                    </a:lnTo>
                    <a:lnTo>
                      <a:pt x="0" y="381354"/>
                    </a:lnTo>
                    <a:lnTo>
                      <a:pt x="28854" y="363871"/>
                    </a:lnTo>
                    <a:lnTo>
                      <a:pt x="78801" y="331415"/>
                    </a:lnTo>
                    <a:lnTo>
                      <a:pt x="128097" y="294266"/>
                    </a:lnTo>
                    <a:lnTo>
                      <a:pt x="175036" y="254083"/>
                    </a:lnTo>
                    <a:lnTo>
                      <a:pt x="194381" y="248168"/>
                    </a:lnTo>
                    <a:lnTo>
                      <a:pt x="238679" y="237626"/>
                    </a:lnTo>
                    <a:lnTo>
                      <a:pt x="282529" y="224028"/>
                    </a:lnTo>
                    <a:lnTo>
                      <a:pt x="324876" y="206239"/>
                    </a:lnTo>
                    <a:lnTo>
                      <a:pt x="433304" y="208357"/>
                    </a:lnTo>
                    <a:cubicBezTo>
                      <a:pt x="433913" y="208357"/>
                      <a:pt x="434360" y="208247"/>
                      <a:pt x="434848" y="208095"/>
                    </a:cubicBezTo>
                    <a:lnTo>
                      <a:pt x="475773" y="192423"/>
                    </a:lnTo>
                    <a:lnTo>
                      <a:pt x="583428" y="194671"/>
                    </a:lnTo>
                    <a:lnTo>
                      <a:pt x="691855" y="199735"/>
                    </a:lnTo>
                    <a:lnTo>
                      <a:pt x="909157" y="216520"/>
                    </a:lnTo>
                    <a:lnTo>
                      <a:pt x="1017951" y="220667"/>
                    </a:lnTo>
                    <a:lnTo>
                      <a:pt x="1126785" y="223024"/>
                    </a:lnTo>
                    <a:cubicBezTo>
                      <a:pt x="1127598" y="222959"/>
                      <a:pt x="1128288" y="222849"/>
                      <a:pt x="1128776" y="222544"/>
                    </a:cubicBezTo>
                    <a:lnTo>
                      <a:pt x="1164620" y="201612"/>
                    </a:lnTo>
                    <a:lnTo>
                      <a:pt x="1271626" y="203315"/>
                    </a:lnTo>
                    <a:cubicBezTo>
                      <a:pt x="1272357" y="203315"/>
                      <a:pt x="1273048" y="203162"/>
                      <a:pt x="1273536" y="202835"/>
                    </a:cubicBezTo>
                    <a:lnTo>
                      <a:pt x="1309014" y="182274"/>
                    </a:lnTo>
                    <a:lnTo>
                      <a:pt x="1343924" y="159138"/>
                    </a:lnTo>
                    <a:lnTo>
                      <a:pt x="1378387" y="136918"/>
                    </a:lnTo>
                    <a:lnTo>
                      <a:pt x="1412321" y="113411"/>
                    </a:lnTo>
                    <a:lnTo>
                      <a:pt x="1446459" y="91148"/>
                    </a:lnTo>
                    <a:lnTo>
                      <a:pt x="1448897" y="89446"/>
                    </a:lnTo>
                    <a:lnTo>
                      <a:pt x="1514287" y="85451"/>
                    </a:lnTo>
                    <a:lnTo>
                      <a:pt x="1574353" y="80431"/>
                    </a:lnTo>
                    <a:lnTo>
                      <a:pt x="1605483" y="77550"/>
                    </a:lnTo>
                    <a:lnTo>
                      <a:pt x="1643197" y="74516"/>
                    </a:lnTo>
                    <a:lnTo>
                      <a:pt x="1714642" y="72596"/>
                    </a:lnTo>
                    <a:lnTo>
                      <a:pt x="1745854" y="68230"/>
                    </a:lnTo>
                    <a:lnTo>
                      <a:pt x="1862653" y="66200"/>
                    </a:lnTo>
                    <a:lnTo>
                      <a:pt x="1897604" y="64978"/>
                    </a:lnTo>
                    <a:lnTo>
                      <a:pt x="1904716" y="65677"/>
                    </a:lnTo>
                    <a:lnTo>
                      <a:pt x="1953443" y="65044"/>
                    </a:lnTo>
                    <a:lnTo>
                      <a:pt x="2059351" y="65044"/>
                    </a:lnTo>
                    <a:cubicBezTo>
                      <a:pt x="2059838" y="65044"/>
                      <a:pt x="2060407" y="65000"/>
                      <a:pt x="2060773" y="64825"/>
                    </a:cubicBezTo>
                    <a:lnTo>
                      <a:pt x="2089546" y="53737"/>
                    </a:lnTo>
                    <a:lnTo>
                      <a:pt x="2196145" y="49307"/>
                    </a:lnTo>
                    <a:cubicBezTo>
                      <a:pt x="2196755" y="49307"/>
                      <a:pt x="2197283" y="49197"/>
                      <a:pt x="2197690" y="48936"/>
                    </a:cubicBezTo>
                    <a:lnTo>
                      <a:pt x="2225528" y="34596"/>
                    </a:lnTo>
                    <a:lnTo>
                      <a:pt x="2336597" y="22395"/>
                    </a:lnTo>
                    <a:lnTo>
                      <a:pt x="2359843" y="19142"/>
                    </a:lnTo>
                    <a:lnTo>
                      <a:pt x="2412066" y="12704"/>
                    </a:lnTo>
                    <a:lnTo>
                      <a:pt x="2478227" y="4802"/>
                    </a:lnTo>
                    <a:lnTo>
                      <a:pt x="2492330" y="2772"/>
                    </a:lnTo>
                    <a:cubicBezTo>
                      <a:pt x="2493670" y="2554"/>
                      <a:pt x="2494443" y="1812"/>
                      <a:pt x="2494117" y="1070"/>
                    </a:cubicBezTo>
                    <a:cubicBezTo>
                      <a:pt x="2493793" y="328"/>
                      <a:pt x="2492370" y="-152"/>
                      <a:pt x="2491029" y="4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6" name="Freeform: Shape 335">
                <a:extLst>
                  <a:ext uri="{FF2B5EF4-FFF2-40B4-BE49-F238E27FC236}">
                    <a16:creationId xmlns:a16="http://schemas.microsoft.com/office/drawing/2014/main" id="{D7E81366-0CC6-40EF-96DA-6A91F853E6D6}"/>
                  </a:ext>
                </a:extLst>
              </p:cNvPr>
              <p:cNvSpPr/>
              <p:nvPr/>
            </p:nvSpPr>
            <p:spPr>
              <a:xfrm>
                <a:off x="6543080" y="6089898"/>
                <a:ext cx="1664614" cy="5478"/>
              </a:xfrm>
              <a:custGeom>
                <a:avLst/>
                <a:gdLst>
                  <a:gd name="connsiteX0" fmla="*/ 1662013 w 1664614"/>
                  <a:gd name="connsiteY0" fmla="*/ 5478 h 5478"/>
                  <a:gd name="connsiteX1" fmla="*/ 1662013 w 1664614"/>
                  <a:gd name="connsiteY1" fmla="*/ 5478 h 5478"/>
                  <a:gd name="connsiteX2" fmla="*/ 2560 w 1664614"/>
                  <a:gd name="connsiteY2" fmla="*/ 2816 h 5478"/>
                  <a:gd name="connsiteX3" fmla="*/ 0 w 1664614"/>
                  <a:gd name="connsiteY3" fmla="*/ 1441 h 5478"/>
                  <a:gd name="connsiteX4" fmla="*/ 2560 w 1664614"/>
                  <a:gd name="connsiteY4" fmla="*/ 0 h 5478"/>
                  <a:gd name="connsiteX5" fmla="*/ 2560 w 1664614"/>
                  <a:gd name="connsiteY5" fmla="*/ 0 h 5478"/>
                  <a:gd name="connsiteX6" fmla="*/ 1662013 w 1664614"/>
                  <a:gd name="connsiteY6" fmla="*/ 2663 h 5478"/>
                  <a:gd name="connsiteX7" fmla="*/ 1664614 w 1664614"/>
                  <a:gd name="connsiteY7" fmla="*/ 4038 h 5478"/>
                  <a:gd name="connsiteX8" fmla="*/ 1662013 w 1664614"/>
                  <a:gd name="connsiteY8" fmla="*/ 5478 h 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4614" h="5478">
                    <a:moveTo>
                      <a:pt x="1662013" y="5478"/>
                    </a:moveTo>
                    <a:lnTo>
                      <a:pt x="1662013" y="5478"/>
                    </a:lnTo>
                    <a:lnTo>
                      <a:pt x="2560" y="2816"/>
                    </a:lnTo>
                    <a:cubicBezTo>
                      <a:pt x="1179" y="2816"/>
                      <a:pt x="0" y="2183"/>
                      <a:pt x="0" y="1441"/>
                    </a:cubicBezTo>
                    <a:cubicBezTo>
                      <a:pt x="0" y="633"/>
                      <a:pt x="1179" y="0"/>
                      <a:pt x="2560" y="0"/>
                    </a:cubicBezTo>
                    <a:lnTo>
                      <a:pt x="2560" y="0"/>
                    </a:lnTo>
                    <a:lnTo>
                      <a:pt x="1662013" y="2663"/>
                    </a:lnTo>
                    <a:cubicBezTo>
                      <a:pt x="1663395" y="2663"/>
                      <a:pt x="1664614" y="3296"/>
                      <a:pt x="1664614" y="4038"/>
                    </a:cubicBezTo>
                    <a:cubicBezTo>
                      <a:pt x="1664614" y="4845"/>
                      <a:pt x="1663436" y="5478"/>
                      <a:pt x="1662013" y="547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7" name="Freeform: Shape 336">
                <a:extLst>
                  <a:ext uri="{FF2B5EF4-FFF2-40B4-BE49-F238E27FC236}">
                    <a16:creationId xmlns:a16="http://schemas.microsoft.com/office/drawing/2014/main" id="{F5B162A1-D4C3-4A7B-A6C4-72719D249B01}"/>
                  </a:ext>
                </a:extLst>
              </p:cNvPr>
              <p:cNvSpPr/>
              <p:nvPr/>
            </p:nvSpPr>
            <p:spPr>
              <a:xfrm>
                <a:off x="4528312" y="6647893"/>
                <a:ext cx="5106416" cy="255021"/>
              </a:xfrm>
              <a:custGeom>
                <a:avLst/>
                <a:gdLst>
                  <a:gd name="connsiteX0" fmla="*/ 5568 w 5106416"/>
                  <a:gd name="connsiteY0" fmla="*/ 254999 h 255021"/>
                  <a:gd name="connsiteX1" fmla="*/ 22474 w 5106416"/>
                  <a:gd name="connsiteY1" fmla="*/ 237036 h 255021"/>
                  <a:gd name="connsiteX2" fmla="*/ 44013 w 5106416"/>
                  <a:gd name="connsiteY2" fmla="*/ 213856 h 255021"/>
                  <a:gd name="connsiteX3" fmla="*/ 65024 w 5106416"/>
                  <a:gd name="connsiteY3" fmla="*/ 190458 h 255021"/>
                  <a:gd name="connsiteX4" fmla="*/ 85547 w 5106416"/>
                  <a:gd name="connsiteY4" fmla="*/ 166165 h 255021"/>
                  <a:gd name="connsiteX5" fmla="*/ 105542 w 5106416"/>
                  <a:gd name="connsiteY5" fmla="*/ 140847 h 255021"/>
                  <a:gd name="connsiteX6" fmla="*/ 144231 w 5106416"/>
                  <a:gd name="connsiteY6" fmla="*/ 91235 h 255021"/>
                  <a:gd name="connsiteX7" fmla="*/ 181132 w 5106416"/>
                  <a:gd name="connsiteY7" fmla="*/ 40139 h 255021"/>
                  <a:gd name="connsiteX8" fmla="*/ 198730 w 5106416"/>
                  <a:gd name="connsiteY8" fmla="*/ 16479 h 255021"/>
                  <a:gd name="connsiteX9" fmla="*/ 215270 w 5106416"/>
                  <a:gd name="connsiteY9" fmla="*/ 2947 h 255021"/>
                  <a:gd name="connsiteX10" fmla="*/ 385674 w 5106416"/>
                  <a:gd name="connsiteY10" fmla="*/ 5391 h 255021"/>
                  <a:gd name="connsiteX11" fmla="*/ 557500 w 5106416"/>
                  <a:gd name="connsiteY11" fmla="*/ 7421 h 255021"/>
                  <a:gd name="connsiteX12" fmla="*/ 729407 w 5106416"/>
                  <a:gd name="connsiteY12" fmla="*/ 8272 h 255021"/>
                  <a:gd name="connsiteX13" fmla="*/ 901476 w 5106416"/>
                  <a:gd name="connsiteY13" fmla="*/ 13009 h 255021"/>
                  <a:gd name="connsiteX14" fmla="*/ 1037417 w 5106416"/>
                  <a:gd name="connsiteY14" fmla="*/ 16261 h 255021"/>
                  <a:gd name="connsiteX15" fmla="*/ 1245982 w 5106416"/>
                  <a:gd name="connsiteY15" fmla="*/ 20888 h 255021"/>
                  <a:gd name="connsiteX16" fmla="*/ 1418417 w 5106416"/>
                  <a:gd name="connsiteY16" fmla="*/ 24337 h 255021"/>
                  <a:gd name="connsiteX17" fmla="*/ 1590975 w 5106416"/>
                  <a:gd name="connsiteY17" fmla="*/ 27327 h 255021"/>
                  <a:gd name="connsiteX18" fmla="*/ 1763613 w 5106416"/>
                  <a:gd name="connsiteY18" fmla="*/ 29728 h 255021"/>
                  <a:gd name="connsiteX19" fmla="*/ 1936455 w 5106416"/>
                  <a:gd name="connsiteY19" fmla="*/ 31015 h 255021"/>
                  <a:gd name="connsiteX20" fmla="*/ 2109297 w 5106416"/>
                  <a:gd name="connsiteY20" fmla="*/ 30470 h 255021"/>
                  <a:gd name="connsiteX21" fmla="*/ 2282140 w 5106416"/>
                  <a:gd name="connsiteY21" fmla="*/ 29357 h 255021"/>
                  <a:gd name="connsiteX22" fmla="*/ 2455266 w 5106416"/>
                  <a:gd name="connsiteY22" fmla="*/ 31125 h 255021"/>
                  <a:gd name="connsiteX23" fmla="*/ 2628514 w 5106416"/>
                  <a:gd name="connsiteY23" fmla="*/ 30906 h 255021"/>
                  <a:gd name="connsiteX24" fmla="*/ 2801844 w 5106416"/>
                  <a:gd name="connsiteY24" fmla="*/ 31125 h 255021"/>
                  <a:gd name="connsiteX25" fmla="*/ 2973995 w 5106416"/>
                  <a:gd name="connsiteY25" fmla="*/ 29793 h 255021"/>
                  <a:gd name="connsiteX26" fmla="*/ 2986593 w 5106416"/>
                  <a:gd name="connsiteY26" fmla="*/ 37956 h 255021"/>
                  <a:gd name="connsiteX27" fmla="*/ 3000085 w 5106416"/>
                  <a:gd name="connsiteY27" fmla="*/ 47713 h 255021"/>
                  <a:gd name="connsiteX28" fmla="*/ 3028655 w 5106416"/>
                  <a:gd name="connsiteY28" fmla="*/ 75411 h 255021"/>
                  <a:gd name="connsiteX29" fmla="*/ 3043448 w 5106416"/>
                  <a:gd name="connsiteY29" fmla="*/ 88681 h 255021"/>
                  <a:gd name="connsiteX30" fmla="*/ 3045643 w 5106416"/>
                  <a:gd name="connsiteY30" fmla="*/ 89336 h 255021"/>
                  <a:gd name="connsiteX31" fmla="*/ 3045643 w 5106416"/>
                  <a:gd name="connsiteY31" fmla="*/ 89336 h 255021"/>
                  <a:gd name="connsiteX32" fmla="*/ 3229295 w 5106416"/>
                  <a:gd name="connsiteY32" fmla="*/ 89074 h 255021"/>
                  <a:gd name="connsiteX33" fmla="*/ 3412948 w 5106416"/>
                  <a:gd name="connsiteY33" fmla="*/ 89140 h 255021"/>
                  <a:gd name="connsiteX34" fmla="*/ 3597006 w 5106416"/>
                  <a:gd name="connsiteY34" fmla="*/ 95797 h 255021"/>
                  <a:gd name="connsiteX35" fmla="*/ 3781146 w 5106416"/>
                  <a:gd name="connsiteY35" fmla="*/ 100053 h 255021"/>
                  <a:gd name="connsiteX36" fmla="*/ 3965407 w 5106416"/>
                  <a:gd name="connsiteY36" fmla="*/ 105488 h 255021"/>
                  <a:gd name="connsiteX37" fmla="*/ 4149751 w 5106416"/>
                  <a:gd name="connsiteY37" fmla="*/ 108740 h 255021"/>
                  <a:gd name="connsiteX38" fmla="*/ 4334297 w 5106416"/>
                  <a:gd name="connsiteY38" fmla="*/ 112254 h 255021"/>
                  <a:gd name="connsiteX39" fmla="*/ 4518843 w 5106416"/>
                  <a:gd name="connsiteY39" fmla="*/ 115506 h 255021"/>
                  <a:gd name="connsiteX40" fmla="*/ 4703673 w 5106416"/>
                  <a:gd name="connsiteY40" fmla="*/ 119457 h 255021"/>
                  <a:gd name="connsiteX41" fmla="*/ 4887529 w 5106416"/>
                  <a:gd name="connsiteY41" fmla="*/ 122381 h 255021"/>
                  <a:gd name="connsiteX42" fmla="*/ 4923943 w 5106416"/>
                  <a:gd name="connsiteY42" fmla="*/ 140388 h 255021"/>
                  <a:gd name="connsiteX43" fmla="*/ 4961859 w 5106416"/>
                  <a:gd name="connsiteY43" fmla="*/ 161276 h 255021"/>
                  <a:gd name="connsiteX44" fmla="*/ 5041230 w 5106416"/>
                  <a:gd name="connsiteY44" fmla="*/ 216956 h 255021"/>
                  <a:gd name="connsiteX45" fmla="*/ 5082317 w 5106416"/>
                  <a:gd name="connsiteY45" fmla="*/ 244086 h 255021"/>
                  <a:gd name="connsiteX46" fmla="*/ 5099670 w 5106416"/>
                  <a:gd name="connsiteY46" fmla="*/ 255021 h 255021"/>
                  <a:gd name="connsiteX47" fmla="*/ 5106416 w 5106416"/>
                  <a:gd name="connsiteY47" fmla="*/ 255021 h 255021"/>
                  <a:gd name="connsiteX48" fmla="*/ 5086178 w 5106416"/>
                  <a:gd name="connsiteY48" fmla="*/ 242231 h 255021"/>
                  <a:gd name="connsiteX49" fmla="*/ 5045090 w 5106416"/>
                  <a:gd name="connsiteY49" fmla="*/ 215210 h 255021"/>
                  <a:gd name="connsiteX50" fmla="*/ 5005020 w 5106416"/>
                  <a:gd name="connsiteY50" fmla="*/ 186923 h 255021"/>
                  <a:gd name="connsiteX51" fmla="*/ 4965640 w 5106416"/>
                  <a:gd name="connsiteY51" fmla="*/ 159421 h 255021"/>
                  <a:gd name="connsiteX52" fmla="*/ 4927438 w 5106416"/>
                  <a:gd name="connsiteY52" fmla="*/ 138315 h 255021"/>
                  <a:gd name="connsiteX53" fmla="*/ 4890334 w 5106416"/>
                  <a:gd name="connsiteY53" fmla="*/ 119937 h 255021"/>
                  <a:gd name="connsiteX54" fmla="*/ 4888626 w 5106416"/>
                  <a:gd name="connsiteY54" fmla="*/ 119609 h 255021"/>
                  <a:gd name="connsiteX55" fmla="*/ 4703795 w 5106416"/>
                  <a:gd name="connsiteY55" fmla="*/ 116619 h 255021"/>
                  <a:gd name="connsiteX56" fmla="*/ 4519046 w 5106416"/>
                  <a:gd name="connsiteY56" fmla="*/ 112669 h 255021"/>
                  <a:gd name="connsiteX57" fmla="*/ 4334378 w 5106416"/>
                  <a:gd name="connsiteY57" fmla="*/ 109460 h 255021"/>
                  <a:gd name="connsiteX58" fmla="*/ 4149953 w 5106416"/>
                  <a:gd name="connsiteY58" fmla="*/ 105881 h 255021"/>
                  <a:gd name="connsiteX59" fmla="*/ 3965611 w 5106416"/>
                  <a:gd name="connsiteY59" fmla="*/ 102628 h 255021"/>
                  <a:gd name="connsiteX60" fmla="*/ 3781389 w 5106416"/>
                  <a:gd name="connsiteY60" fmla="*/ 97237 h 255021"/>
                  <a:gd name="connsiteX61" fmla="*/ 3597331 w 5106416"/>
                  <a:gd name="connsiteY61" fmla="*/ 92916 h 255021"/>
                  <a:gd name="connsiteX62" fmla="*/ 3413191 w 5106416"/>
                  <a:gd name="connsiteY62" fmla="*/ 86258 h 255021"/>
                  <a:gd name="connsiteX63" fmla="*/ 3229336 w 5106416"/>
                  <a:gd name="connsiteY63" fmla="*/ 86258 h 255021"/>
                  <a:gd name="connsiteX64" fmla="*/ 3047065 w 5106416"/>
                  <a:gd name="connsiteY64" fmla="*/ 86477 h 255021"/>
                  <a:gd name="connsiteX65" fmla="*/ 3033085 w 5106416"/>
                  <a:gd name="connsiteY65" fmla="*/ 73948 h 255021"/>
                  <a:gd name="connsiteX66" fmla="*/ 3004434 w 5106416"/>
                  <a:gd name="connsiteY66" fmla="*/ 46141 h 255021"/>
                  <a:gd name="connsiteX67" fmla="*/ 2990657 w 5106416"/>
                  <a:gd name="connsiteY67" fmla="*/ 36167 h 255021"/>
                  <a:gd name="connsiteX68" fmla="*/ 2977164 w 5106416"/>
                  <a:gd name="connsiteY68" fmla="*/ 27436 h 255021"/>
                  <a:gd name="connsiteX69" fmla="*/ 2975295 w 5106416"/>
                  <a:gd name="connsiteY69" fmla="*/ 26956 h 255021"/>
                  <a:gd name="connsiteX70" fmla="*/ 2975214 w 5106416"/>
                  <a:gd name="connsiteY70" fmla="*/ 26956 h 255021"/>
                  <a:gd name="connsiteX71" fmla="*/ 2801884 w 5106416"/>
                  <a:gd name="connsiteY71" fmla="*/ 28287 h 255021"/>
                  <a:gd name="connsiteX72" fmla="*/ 2628636 w 5106416"/>
                  <a:gd name="connsiteY72" fmla="*/ 28069 h 255021"/>
                  <a:gd name="connsiteX73" fmla="*/ 2455509 w 5106416"/>
                  <a:gd name="connsiteY73" fmla="*/ 28287 h 255021"/>
                  <a:gd name="connsiteX74" fmla="*/ 2282383 w 5106416"/>
                  <a:gd name="connsiteY74" fmla="*/ 26519 h 255021"/>
                  <a:gd name="connsiteX75" fmla="*/ 2109460 w 5106416"/>
                  <a:gd name="connsiteY75" fmla="*/ 27632 h 255021"/>
                  <a:gd name="connsiteX76" fmla="*/ 1936618 w 5106416"/>
                  <a:gd name="connsiteY76" fmla="*/ 28156 h 255021"/>
                  <a:gd name="connsiteX77" fmla="*/ 1763898 w 5106416"/>
                  <a:gd name="connsiteY77" fmla="*/ 26868 h 255021"/>
                  <a:gd name="connsiteX78" fmla="*/ 1591300 w 5106416"/>
                  <a:gd name="connsiteY78" fmla="*/ 24511 h 255021"/>
                  <a:gd name="connsiteX79" fmla="*/ 1418783 w 5106416"/>
                  <a:gd name="connsiteY79" fmla="*/ 21477 h 255021"/>
                  <a:gd name="connsiteX80" fmla="*/ 1246388 w 5106416"/>
                  <a:gd name="connsiteY80" fmla="*/ 18007 h 255021"/>
                  <a:gd name="connsiteX81" fmla="*/ 1074115 w 5106416"/>
                  <a:gd name="connsiteY81" fmla="*/ 14275 h 255021"/>
                  <a:gd name="connsiteX82" fmla="*/ 901924 w 5106416"/>
                  <a:gd name="connsiteY82" fmla="*/ 10128 h 255021"/>
                  <a:gd name="connsiteX83" fmla="*/ 729772 w 5106416"/>
                  <a:gd name="connsiteY83" fmla="*/ 5391 h 255021"/>
                  <a:gd name="connsiteX84" fmla="*/ 557825 w 5106416"/>
                  <a:gd name="connsiteY84" fmla="*/ 4540 h 255021"/>
                  <a:gd name="connsiteX85" fmla="*/ 385999 w 5106416"/>
                  <a:gd name="connsiteY85" fmla="*/ 2510 h 255021"/>
                  <a:gd name="connsiteX86" fmla="*/ 214254 w 5106416"/>
                  <a:gd name="connsiteY86" fmla="*/ 0 h 255021"/>
                  <a:gd name="connsiteX87" fmla="*/ 212100 w 5106416"/>
                  <a:gd name="connsiteY87" fmla="*/ 633 h 255021"/>
                  <a:gd name="connsiteX88" fmla="*/ 194503 w 5106416"/>
                  <a:gd name="connsiteY88" fmla="*/ 15082 h 255021"/>
                  <a:gd name="connsiteX89" fmla="*/ 176662 w 5106416"/>
                  <a:gd name="connsiteY89" fmla="*/ 39004 h 255021"/>
                  <a:gd name="connsiteX90" fmla="*/ 139761 w 5106416"/>
                  <a:gd name="connsiteY90" fmla="*/ 90100 h 255021"/>
                  <a:gd name="connsiteX91" fmla="*/ 120660 w 5106416"/>
                  <a:gd name="connsiteY91" fmla="*/ 114764 h 255021"/>
                  <a:gd name="connsiteX92" fmla="*/ 81117 w 5106416"/>
                  <a:gd name="connsiteY92" fmla="*/ 164965 h 255021"/>
                  <a:gd name="connsiteX93" fmla="*/ 60676 w 5106416"/>
                  <a:gd name="connsiteY93" fmla="*/ 189214 h 255021"/>
                  <a:gd name="connsiteX94" fmla="*/ 39705 w 5106416"/>
                  <a:gd name="connsiteY94" fmla="*/ 212503 h 255021"/>
                  <a:gd name="connsiteX95" fmla="*/ 18207 w 5106416"/>
                  <a:gd name="connsiteY95" fmla="*/ 235618 h 255021"/>
                  <a:gd name="connsiteX96" fmla="*/ 0 w 5106416"/>
                  <a:gd name="connsiteY96" fmla="*/ 254912 h 255021"/>
                  <a:gd name="connsiteX97" fmla="*/ 5771 w 5106416"/>
                  <a:gd name="connsiteY97" fmla="*/ 254912 h 255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5106416" h="255021">
                    <a:moveTo>
                      <a:pt x="5568" y="254999"/>
                    </a:moveTo>
                    <a:lnTo>
                      <a:pt x="22474" y="237036"/>
                    </a:lnTo>
                    <a:lnTo>
                      <a:pt x="44013" y="213856"/>
                    </a:lnTo>
                    <a:lnTo>
                      <a:pt x="65024" y="190458"/>
                    </a:lnTo>
                    <a:lnTo>
                      <a:pt x="85547" y="166165"/>
                    </a:lnTo>
                    <a:lnTo>
                      <a:pt x="105542" y="140847"/>
                    </a:lnTo>
                    <a:lnTo>
                      <a:pt x="144231" y="91235"/>
                    </a:lnTo>
                    <a:lnTo>
                      <a:pt x="181132" y="40139"/>
                    </a:lnTo>
                    <a:lnTo>
                      <a:pt x="198730" y="16479"/>
                    </a:lnTo>
                    <a:lnTo>
                      <a:pt x="215270" y="2947"/>
                    </a:lnTo>
                    <a:lnTo>
                      <a:pt x="385674" y="5391"/>
                    </a:lnTo>
                    <a:lnTo>
                      <a:pt x="557500" y="7421"/>
                    </a:lnTo>
                    <a:lnTo>
                      <a:pt x="729407" y="8272"/>
                    </a:lnTo>
                    <a:lnTo>
                      <a:pt x="901476" y="13009"/>
                    </a:lnTo>
                    <a:lnTo>
                      <a:pt x="1037417" y="16261"/>
                    </a:lnTo>
                    <a:lnTo>
                      <a:pt x="1245982" y="20888"/>
                    </a:lnTo>
                    <a:lnTo>
                      <a:pt x="1418417" y="24337"/>
                    </a:lnTo>
                    <a:lnTo>
                      <a:pt x="1590975" y="27327"/>
                    </a:lnTo>
                    <a:lnTo>
                      <a:pt x="1763613" y="29728"/>
                    </a:lnTo>
                    <a:lnTo>
                      <a:pt x="1936455" y="31015"/>
                    </a:lnTo>
                    <a:lnTo>
                      <a:pt x="2109297" y="30470"/>
                    </a:lnTo>
                    <a:lnTo>
                      <a:pt x="2282140" y="29357"/>
                    </a:lnTo>
                    <a:lnTo>
                      <a:pt x="2455266" y="31125"/>
                    </a:lnTo>
                    <a:lnTo>
                      <a:pt x="2628514" y="30906"/>
                    </a:lnTo>
                    <a:lnTo>
                      <a:pt x="2801844" y="31125"/>
                    </a:lnTo>
                    <a:lnTo>
                      <a:pt x="2973995" y="29793"/>
                    </a:lnTo>
                    <a:lnTo>
                      <a:pt x="2986593" y="37956"/>
                    </a:lnTo>
                    <a:lnTo>
                      <a:pt x="3000085" y="47713"/>
                    </a:lnTo>
                    <a:lnTo>
                      <a:pt x="3028655" y="75411"/>
                    </a:lnTo>
                    <a:lnTo>
                      <a:pt x="3043448" y="88681"/>
                    </a:lnTo>
                    <a:cubicBezTo>
                      <a:pt x="3043936" y="89052"/>
                      <a:pt x="3044749" y="89336"/>
                      <a:pt x="3045643" y="89336"/>
                    </a:cubicBezTo>
                    <a:lnTo>
                      <a:pt x="3045643" y="89336"/>
                    </a:lnTo>
                    <a:lnTo>
                      <a:pt x="3229295" y="89074"/>
                    </a:lnTo>
                    <a:lnTo>
                      <a:pt x="3412948" y="89140"/>
                    </a:lnTo>
                    <a:lnTo>
                      <a:pt x="3597006" y="95797"/>
                    </a:lnTo>
                    <a:lnTo>
                      <a:pt x="3781146" y="100053"/>
                    </a:lnTo>
                    <a:lnTo>
                      <a:pt x="3965407" y="105488"/>
                    </a:lnTo>
                    <a:lnTo>
                      <a:pt x="4149751" y="108740"/>
                    </a:lnTo>
                    <a:lnTo>
                      <a:pt x="4334297" y="112254"/>
                    </a:lnTo>
                    <a:lnTo>
                      <a:pt x="4518843" y="115506"/>
                    </a:lnTo>
                    <a:lnTo>
                      <a:pt x="4703673" y="119457"/>
                    </a:lnTo>
                    <a:lnTo>
                      <a:pt x="4887529" y="122381"/>
                    </a:lnTo>
                    <a:lnTo>
                      <a:pt x="4923943" y="140388"/>
                    </a:lnTo>
                    <a:lnTo>
                      <a:pt x="4961859" y="161276"/>
                    </a:lnTo>
                    <a:lnTo>
                      <a:pt x="5041230" y="216956"/>
                    </a:lnTo>
                    <a:lnTo>
                      <a:pt x="5082317" y="244086"/>
                    </a:lnTo>
                    <a:lnTo>
                      <a:pt x="5099670" y="255021"/>
                    </a:lnTo>
                    <a:lnTo>
                      <a:pt x="5106416" y="255021"/>
                    </a:lnTo>
                    <a:lnTo>
                      <a:pt x="5086178" y="242231"/>
                    </a:lnTo>
                    <a:lnTo>
                      <a:pt x="5045090" y="215210"/>
                    </a:lnTo>
                    <a:lnTo>
                      <a:pt x="5005020" y="186923"/>
                    </a:lnTo>
                    <a:lnTo>
                      <a:pt x="4965640" y="159421"/>
                    </a:lnTo>
                    <a:lnTo>
                      <a:pt x="4927438" y="138315"/>
                    </a:lnTo>
                    <a:lnTo>
                      <a:pt x="4890334" y="119937"/>
                    </a:lnTo>
                    <a:cubicBezTo>
                      <a:pt x="4889846" y="119719"/>
                      <a:pt x="4889236" y="119609"/>
                      <a:pt x="4888626" y="119609"/>
                    </a:cubicBezTo>
                    <a:lnTo>
                      <a:pt x="4703795" y="116619"/>
                    </a:lnTo>
                    <a:lnTo>
                      <a:pt x="4519046" y="112669"/>
                    </a:lnTo>
                    <a:lnTo>
                      <a:pt x="4334378" y="109460"/>
                    </a:lnTo>
                    <a:lnTo>
                      <a:pt x="4149953" y="105881"/>
                    </a:lnTo>
                    <a:lnTo>
                      <a:pt x="3965611" y="102628"/>
                    </a:lnTo>
                    <a:lnTo>
                      <a:pt x="3781389" y="97237"/>
                    </a:lnTo>
                    <a:lnTo>
                      <a:pt x="3597331" y="92916"/>
                    </a:lnTo>
                    <a:lnTo>
                      <a:pt x="3413191" y="86258"/>
                    </a:lnTo>
                    <a:lnTo>
                      <a:pt x="3229336" y="86258"/>
                    </a:lnTo>
                    <a:lnTo>
                      <a:pt x="3047065" y="86477"/>
                    </a:lnTo>
                    <a:lnTo>
                      <a:pt x="3033085" y="73948"/>
                    </a:lnTo>
                    <a:lnTo>
                      <a:pt x="3004434" y="46141"/>
                    </a:lnTo>
                    <a:lnTo>
                      <a:pt x="2990657" y="36167"/>
                    </a:lnTo>
                    <a:lnTo>
                      <a:pt x="2977164" y="27436"/>
                    </a:lnTo>
                    <a:cubicBezTo>
                      <a:pt x="2976677" y="27109"/>
                      <a:pt x="2975986" y="26956"/>
                      <a:pt x="2975295" y="26956"/>
                    </a:cubicBezTo>
                    <a:lnTo>
                      <a:pt x="2975214" y="26956"/>
                    </a:lnTo>
                    <a:lnTo>
                      <a:pt x="2801884" y="28287"/>
                    </a:lnTo>
                    <a:lnTo>
                      <a:pt x="2628636" y="28069"/>
                    </a:lnTo>
                    <a:lnTo>
                      <a:pt x="2455509" y="28287"/>
                    </a:lnTo>
                    <a:lnTo>
                      <a:pt x="2282383" y="26519"/>
                    </a:lnTo>
                    <a:lnTo>
                      <a:pt x="2109460" y="27632"/>
                    </a:lnTo>
                    <a:lnTo>
                      <a:pt x="1936618" y="28156"/>
                    </a:lnTo>
                    <a:lnTo>
                      <a:pt x="1763898" y="26868"/>
                    </a:lnTo>
                    <a:lnTo>
                      <a:pt x="1591300" y="24511"/>
                    </a:lnTo>
                    <a:lnTo>
                      <a:pt x="1418783" y="21477"/>
                    </a:lnTo>
                    <a:lnTo>
                      <a:pt x="1246388" y="18007"/>
                    </a:lnTo>
                    <a:lnTo>
                      <a:pt x="1074115" y="14275"/>
                    </a:lnTo>
                    <a:lnTo>
                      <a:pt x="901924" y="10128"/>
                    </a:lnTo>
                    <a:lnTo>
                      <a:pt x="729772" y="5391"/>
                    </a:lnTo>
                    <a:lnTo>
                      <a:pt x="557825" y="4540"/>
                    </a:lnTo>
                    <a:lnTo>
                      <a:pt x="385999" y="2510"/>
                    </a:lnTo>
                    <a:lnTo>
                      <a:pt x="214254" y="0"/>
                    </a:lnTo>
                    <a:cubicBezTo>
                      <a:pt x="213523" y="65"/>
                      <a:pt x="212588" y="218"/>
                      <a:pt x="212100" y="633"/>
                    </a:cubicBezTo>
                    <a:lnTo>
                      <a:pt x="194503" y="15082"/>
                    </a:lnTo>
                    <a:lnTo>
                      <a:pt x="176662" y="39004"/>
                    </a:lnTo>
                    <a:lnTo>
                      <a:pt x="139761" y="90100"/>
                    </a:lnTo>
                    <a:lnTo>
                      <a:pt x="120660" y="114764"/>
                    </a:lnTo>
                    <a:lnTo>
                      <a:pt x="81117" y="164965"/>
                    </a:lnTo>
                    <a:lnTo>
                      <a:pt x="60676" y="189214"/>
                    </a:lnTo>
                    <a:lnTo>
                      <a:pt x="39705" y="212503"/>
                    </a:lnTo>
                    <a:lnTo>
                      <a:pt x="18207" y="235618"/>
                    </a:lnTo>
                    <a:lnTo>
                      <a:pt x="0" y="254912"/>
                    </a:lnTo>
                    <a:lnTo>
                      <a:pt x="5771" y="25491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8" name="Freeform: Shape 337">
                <a:extLst>
                  <a:ext uri="{FF2B5EF4-FFF2-40B4-BE49-F238E27FC236}">
                    <a16:creationId xmlns:a16="http://schemas.microsoft.com/office/drawing/2014/main" id="{F12BB261-5058-4744-87F4-001938759823}"/>
                  </a:ext>
                </a:extLst>
              </p:cNvPr>
              <p:cNvSpPr/>
              <p:nvPr/>
            </p:nvSpPr>
            <p:spPr>
              <a:xfrm>
                <a:off x="1983719" y="6551900"/>
                <a:ext cx="1740113" cy="350992"/>
              </a:xfrm>
              <a:custGeom>
                <a:avLst/>
                <a:gdLst>
                  <a:gd name="connsiteX0" fmla="*/ 8331 w 1740113"/>
                  <a:gd name="connsiteY0" fmla="*/ 350993 h 350992"/>
                  <a:gd name="connsiteX1" fmla="*/ 15565 w 1740113"/>
                  <a:gd name="connsiteY1" fmla="*/ 347784 h 350992"/>
                  <a:gd name="connsiteX2" fmla="*/ 68844 w 1740113"/>
                  <a:gd name="connsiteY2" fmla="*/ 323317 h 350992"/>
                  <a:gd name="connsiteX3" fmla="*/ 171542 w 1740113"/>
                  <a:gd name="connsiteY3" fmla="*/ 274818 h 350992"/>
                  <a:gd name="connsiteX4" fmla="*/ 221082 w 1740113"/>
                  <a:gd name="connsiteY4" fmla="*/ 250896 h 350992"/>
                  <a:gd name="connsiteX5" fmla="*/ 269443 w 1740113"/>
                  <a:gd name="connsiteY5" fmla="*/ 226494 h 350992"/>
                  <a:gd name="connsiteX6" fmla="*/ 316708 w 1740113"/>
                  <a:gd name="connsiteY6" fmla="*/ 201612 h 350992"/>
                  <a:gd name="connsiteX7" fmla="*/ 408107 w 1740113"/>
                  <a:gd name="connsiteY7" fmla="*/ 151520 h 350992"/>
                  <a:gd name="connsiteX8" fmla="*/ 452323 w 1740113"/>
                  <a:gd name="connsiteY8" fmla="*/ 125459 h 350992"/>
                  <a:gd name="connsiteX9" fmla="*/ 495524 w 1740113"/>
                  <a:gd name="connsiteY9" fmla="*/ 99027 h 350992"/>
                  <a:gd name="connsiteX10" fmla="*/ 537505 w 1740113"/>
                  <a:gd name="connsiteY10" fmla="*/ 72159 h 350992"/>
                  <a:gd name="connsiteX11" fmla="*/ 578510 w 1740113"/>
                  <a:gd name="connsiteY11" fmla="*/ 52449 h 350992"/>
                  <a:gd name="connsiteX12" fmla="*/ 618866 w 1740113"/>
                  <a:gd name="connsiteY12" fmla="*/ 35883 h 350992"/>
                  <a:gd name="connsiteX13" fmla="*/ 696163 w 1740113"/>
                  <a:gd name="connsiteY13" fmla="*/ 2838 h 350992"/>
                  <a:gd name="connsiteX14" fmla="*/ 858439 w 1740113"/>
                  <a:gd name="connsiteY14" fmla="*/ 4169 h 350992"/>
                  <a:gd name="connsiteX15" fmla="*/ 1021730 w 1740113"/>
                  <a:gd name="connsiteY15" fmla="*/ 6723 h 350992"/>
                  <a:gd name="connsiteX16" fmla="*/ 1185103 w 1740113"/>
                  <a:gd name="connsiteY16" fmla="*/ 7639 h 350992"/>
                  <a:gd name="connsiteX17" fmla="*/ 1348517 w 1740113"/>
                  <a:gd name="connsiteY17" fmla="*/ 10935 h 350992"/>
                  <a:gd name="connsiteX18" fmla="*/ 1512133 w 1740113"/>
                  <a:gd name="connsiteY18" fmla="*/ 14973 h 350992"/>
                  <a:gd name="connsiteX19" fmla="*/ 1675831 w 1740113"/>
                  <a:gd name="connsiteY19" fmla="*/ 17854 h 350992"/>
                  <a:gd name="connsiteX20" fmla="*/ 1677619 w 1740113"/>
                  <a:gd name="connsiteY20" fmla="*/ 17483 h 350992"/>
                  <a:gd name="connsiteX21" fmla="*/ 1704401 w 1740113"/>
                  <a:gd name="connsiteY21" fmla="*/ 3951 h 350992"/>
                  <a:gd name="connsiteX22" fmla="*/ 1736791 w 1740113"/>
                  <a:gd name="connsiteY22" fmla="*/ 4584 h 350992"/>
                  <a:gd name="connsiteX23" fmla="*/ 1738620 w 1740113"/>
                  <a:gd name="connsiteY23" fmla="*/ 4213 h 350992"/>
                  <a:gd name="connsiteX24" fmla="*/ 1739311 w 1740113"/>
                  <a:gd name="connsiteY24" fmla="*/ 3841 h 350992"/>
                  <a:gd name="connsiteX25" fmla="*/ 1739392 w 1740113"/>
                  <a:gd name="connsiteY25" fmla="*/ 1812 h 350992"/>
                  <a:gd name="connsiteX26" fmla="*/ 1735856 w 1740113"/>
                  <a:gd name="connsiteY26" fmla="*/ 1746 h 350992"/>
                  <a:gd name="connsiteX27" fmla="*/ 1703507 w 1740113"/>
                  <a:gd name="connsiteY27" fmla="*/ 1113 h 350992"/>
                  <a:gd name="connsiteX28" fmla="*/ 1701719 w 1740113"/>
                  <a:gd name="connsiteY28" fmla="*/ 1484 h 350992"/>
                  <a:gd name="connsiteX29" fmla="*/ 1674856 w 1740113"/>
                  <a:gd name="connsiteY29" fmla="*/ 15017 h 350992"/>
                  <a:gd name="connsiteX30" fmla="*/ 1512255 w 1740113"/>
                  <a:gd name="connsiteY30" fmla="*/ 12136 h 350992"/>
                  <a:gd name="connsiteX31" fmla="*/ 1348679 w 1740113"/>
                  <a:gd name="connsiteY31" fmla="*/ 8098 h 350992"/>
                  <a:gd name="connsiteX32" fmla="*/ 1185103 w 1740113"/>
                  <a:gd name="connsiteY32" fmla="*/ 4802 h 350992"/>
                  <a:gd name="connsiteX33" fmla="*/ 1021730 w 1740113"/>
                  <a:gd name="connsiteY33" fmla="*/ 3885 h 350992"/>
                  <a:gd name="connsiteX34" fmla="*/ 858398 w 1740113"/>
                  <a:gd name="connsiteY34" fmla="*/ 1332 h 350992"/>
                  <a:gd name="connsiteX35" fmla="*/ 695188 w 1740113"/>
                  <a:gd name="connsiteY35" fmla="*/ 0 h 350992"/>
                  <a:gd name="connsiteX36" fmla="*/ 693603 w 1740113"/>
                  <a:gd name="connsiteY36" fmla="*/ 262 h 350992"/>
                  <a:gd name="connsiteX37" fmla="*/ 615655 w 1740113"/>
                  <a:gd name="connsiteY37" fmla="*/ 33613 h 350992"/>
                  <a:gd name="connsiteX38" fmla="*/ 575219 w 1740113"/>
                  <a:gd name="connsiteY38" fmla="*/ 50245 h 350992"/>
                  <a:gd name="connsiteX39" fmla="*/ 533806 w 1740113"/>
                  <a:gd name="connsiteY39" fmla="*/ 70172 h 350992"/>
                  <a:gd name="connsiteX40" fmla="*/ 491582 w 1740113"/>
                  <a:gd name="connsiteY40" fmla="*/ 97128 h 350992"/>
                  <a:gd name="connsiteX41" fmla="*/ 448422 w 1740113"/>
                  <a:gd name="connsiteY41" fmla="*/ 123495 h 350992"/>
                  <a:gd name="connsiteX42" fmla="*/ 404368 w 1740113"/>
                  <a:gd name="connsiteY42" fmla="*/ 149555 h 350992"/>
                  <a:gd name="connsiteX43" fmla="*/ 313090 w 1740113"/>
                  <a:gd name="connsiteY43" fmla="*/ 199538 h 350992"/>
                  <a:gd name="connsiteX44" fmla="*/ 265908 w 1740113"/>
                  <a:gd name="connsiteY44" fmla="*/ 224377 h 350992"/>
                  <a:gd name="connsiteX45" fmla="*/ 217586 w 1740113"/>
                  <a:gd name="connsiteY45" fmla="*/ 248735 h 350992"/>
                  <a:gd name="connsiteX46" fmla="*/ 168087 w 1740113"/>
                  <a:gd name="connsiteY46" fmla="*/ 272657 h 350992"/>
                  <a:gd name="connsiteX47" fmla="*/ 65430 w 1740113"/>
                  <a:gd name="connsiteY47" fmla="*/ 321090 h 350992"/>
                  <a:gd name="connsiteX48" fmla="*/ 12273 w 1740113"/>
                  <a:gd name="connsiteY48" fmla="*/ 345558 h 350992"/>
                  <a:gd name="connsiteX49" fmla="*/ 0 w 1740113"/>
                  <a:gd name="connsiteY49" fmla="*/ 350949 h 350992"/>
                  <a:gd name="connsiteX50" fmla="*/ 8169 w 1740113"/>
                  <a:gd name="connsiteY50" fmla="*/ 350949 h 3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740113" h="350992">
                    <a:moveTo>
                      <a:pt x="8331" y="350993"/>
                    </a:moveTo>
                    <a:lnTo>
                      <a:pt x="15565" y="347784"/>
                    </a:lnTo>
                    <a:lnTo>
                      <a:pt x="68844" y="323317"/>
                    </a:lnTo>
                    <a:lnTo>
                      <a:pt x="171542" y="274818"/>
                    </a:lnTo>
                    <a:lnTo>
                      <a:pt x="221082" y="250896"/>
                    </a:lnTo>
                    <a:lnTo>
                      <a:pt x="269443" y="226494"/>
                    </a:lnTo>
                    <a:lnTo>
                      <a:pt x="316708" y="201612"/>
                    </a:lnTo>
                    <a:lnTo>
                      <a:pt x="408107" y="151520"/>
                    </a:lnTo>
                    <a:lnTo>
                      <a:pt x="452323" y="125459"/>
                    </a:lnTo>
                    <a:lnTo>
                      <a:pt x="495524" y="99027"/>
                    </a:lnTo>
                    <a:lnTo>
                      <a:pt x="537505" y="72159"/>
                    </a:lnTo>
                    <a:lnTo>
                      <a:pt x="578510" y="52449"/>
                    </a:lnTo>
                    <a:lnTo>
                      <a:pt x="618866" y="35883"/>
                    </a:lnTo>
                    <a:lnTo>
                      <a:pt x="696163" y="2838"/>
                    </a:lnTo>
                    <a:lnTo>
                      <a:pt x="858439" y="4169"/>
                    </a:lnTo>
                    <a:lnTo>
                      <a:pt x="1021730" y="6723"/>
                    </a:lnTo>
                    <a:lnTo>
                      <a:pt x="1185103" y="7639"/>
                    </a:lnTo>
                    <a:lnTo>
                      <a:pt x="1348517" y="10935"/>
                    </a:lnTo>
                    <a:lnTo>
                      <a:pt x="1512133" y="14973"/>
                    </a:lnTo>
                    <a:lnTo>
                      <a:pt x="1675831" y="17854"/>
                    </a:lnTo>
                    <a:cubicBezTo>
                      <a:pt x="1676522" y="17854"/>
                      <a:pt x="1677132" y="17745"/>
                      <a:pt x="1677619" y="17483"/>
                    </a:cubicBezTo>
                    <a:lnTo>
                      <a:pt x="1704401" y="3951"/>
                    </a:lnTo>
                    <a:lnTo>
                      <a:pt x="1736791" y="4584"/>
                    </a:lnTo>
                    <a:cubicBezTo>
                      <a:pt x="1737563" y="4584"/>
                      <a:pt x="1738132" y="4475"/>
                      <a:pt x="1738620" y="4213"/>
                    </a:cubicBezTo>
                    <a:lnTo>
                      <a:pt x="1739311" y="3841"/>
                    </a:lnTo>
                    <a:cubicBezTo>
                      <a:pt x="1740367" y="3318"/>
                      <a:pt x="1740367" y="2401"/>
                      <a:pt x="1739392" y="1812"/>
                    </a:cubicBezTo>
                    <a:cubicBezTo>
                      <a:pt x="1738417" y="1266"/>
                      <a:pt x="1736872" y="1222"/>
                      <a:pt x="1735856" y="1746"/>
                    </a:cubicBezTo>
                    <a:lnTo>
                      <a:pt x="1703507" y="1113"/>
                    </a:lnTo>
                    <a:cubicBezTo>
                      <a:pt x="1702816" y="1113"/>
                      <a:pt x="1702166" y="1222"/>
                      <a:pt x="1701719" y="1484"/>
                    </a:cubicBezTo>
                    <a:lnTo>
                      <a:pt x="1674856" y="15017"/>
                    </a:lnTo>
                    <a:lnTo>
                      <a:pt x="1512255" y="12136"/>
                    </a:lnTo>
                    <a:lnTo>
                      <a:pt x="1348679" y="8098"/>
                    </a:lnTo>
                    <a:lnTo>
                      <a:pt x="1185103" y="4802"/>
                    </a:lnTo>
                    <a:lnTo>
                      <a:pt x="1021730" y="3885"/>
                    </a:lnTo>
                    <a:lnTo>
                      <a:pt x="858398" y="1332"/>
                    </a:lnTo>
                    <a:lnTo>
                      <a:pt x="695188" y="0"/>
                    </a:lnTo>
                    <a:cubicBezTo>
                      <a:pt x="694782" y="0"/>
                      <a:pt x="694091" y="109"/>
                      <a:pt x="693603" y="262"/>
                    </a:cubicBezTo>
                    <a:lnTo>
                      <a:pt x="615655" y="33613"/>
                    </a:lnTo>
                    <a:lnTo>
                      <a:pt x="575219" y="50245"/>
                    </a:lnTo>
                    <a:lnTo>
                      <a:pt x="533806" y="70172"/>
                    </a:lnTo>
                    <a:lnTo>
                      <a:pt x="491582" y="97128"/>
                    </a:lnTo>
                    <a:lnTo>
                      <a:pt x="448422" y="123495"/>
                    </a:lnTo>
                    <a:lnTo>
                      <a:pt x="404368" y="149555"/>
                    </a:lnTo>
                    <a:lnTo>
                      <a:pt x="313090" y="199538"/>
                    </a:lnTo>
                    <a:lnTo>
                      <a:pt x="265908" y="224377"/>
                    </a:lnTo>
                    <a:lnTo>
                      <a:pt x="217586" y="248735"/>
                    </a:lnTo>
                    <a:lnTo>
                      <a:pt x="168087" y="272657"/>
                    </a:lnTo>
                    <a:lnTo>
                      <a:pt x="65430" y="321090"/>
                    </a:lnTo>
                    <a:lnTo>
                      <a:pt x="12273" y="345558"/>
                    </a:lnTo>
                    <a:lnTo>
                      <a:pt x="0" y="350949"/>
                    </a:lnTo>
                    <a:lnTo>
                      <a:pt x="8169" y="35094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39" name="Freeform: Shape 338">
                <a:extLst>
                  <a:ext uri="{FF2B5EF4-FFF2-40B4-BE49-F238E27FC236}">
                    <a16:creationId xmlns:a16="http://schemas.microsoft.com/office/drawing/2014/main" id="{91D9AF3B-A372-427B-B0E0-BF643A36D3B0}"/>
                  </a:ext>
                </a:extLst>
              </p:cNvPr>
              <p:cNvSpPr/>
              <p:nvPr/>
            </p:nvSpPr>
            <p:spPr>
              <a:xfrm>
                <a:off x="9743926" y="6751776"/>
                <a:ext cx="679461" cy="151116"/>
              </a:xfrm>
              <a:custGeom>
                <a:avLst/>
                <a:gdLst>
                  <a:gd name="connsiteX0" fmla="*/ 41414 w 679461"/>
                  <a:gd name="connsiteY0" fmla="*/ 21249 h 151116"/>
                  <a:gd name="connsiteX1" fmla="*/ 43120 w 679461"/>
                  <a:gd name="connsiteY1" fmla="*/ 21576 h 151116"/>
                  <a:gd name="connsiteX2" fmla="*/ 228277 w 679461"/>
                  <a:gd name="connsiteY2" fmla="*/ 22209 h 151116"/>
                  <a:gd name="connsiteX3" fmla="*/ 412822 w 679461"/>
                  <a:gd name="connsiteY3" fmla="*/ 25352 h 151116"/>
                  <a:gd name="connsiteX4" fmla="*/ 458258 w 679461"/>
                  <a:gd name="connsiteY4" fmla="*/ 45127 h 151116"/>
                  <a:gd name="connsiteX5" fmla="*/ 505400 w 679461"/>
                  <a:gd name="connsiteY5" fmla="*/ 64094 h 151116"/>
                  <a:gd name="connsiteX6" fmla="*/ 553519 w 679461"/>
                  <a:gd name="connsiteY6" fmla="*/ 85899 h 151116"/>
                  <a:gd name="connsiteX7" fmla="*/ 603343 w 679461"/>
                  <a:gd name="connsiteY7" fmla="*/ 114841 h 151116"/>
                  <a:gd name="connsiteX8" fmla="*/ 654346 w 679461"/>
                  <a:gd name="connsiteY8" fmla="*/ 142058 h 151116"/>
                  <a:gd name="connsiteX9" fmla="*/ 672024 w 679461"/>
                  <a:gd name="connsiteY9" fmla="*/ 151116 h 151116"/>
                  <a:gd name="connsiteX10" fmla="*/ 679462 w 679461"/>
                  <a:gd name="connsiteY10" fmla="*/ 151116 h 151116"/>
                  <a:gd name="connsiteX11" fmla="*/ 657841 w 679461"/>
                  <a:gd name="connsiteY11" fmla="*/ 140029 h 151116"/>
                  <a:gd name="connsiteX12" fmla="*/ 607041 w 679461"/>
                  <a:gd name="connsiteY12" fmla="*/ 112789 h 151116"/>
                  <a:gd name="connsiteX13" fmla="*/ 557013 w 679461"/>
                  <a:gd name="connsiteY13" fmla="*/ 83847 h 151116"/>
                  <a:gd name="connsiteX14" fmla="*/ 508489 w 679461"/>
                  <a:gd name="connsiteY14" fmla="*/ 61846 h 151116"/>
                  <a:gd name="connsiteX15" fmla="*/ 461346 w 679461"/>
                  <a:gd name="connsiteY15" fmla="*/ 42879 h 151116"/>
                  <a:gd name="connsiteX16" fmla="*/ 415302 w 679461"/>
                  <a:gd name="connsiteY16" fmla="*/ 22842 h 151116"/>
                  <a:gd name="connsiteX17" fmla="*/ 413798 w 679461"/>
                  <a:gd name="connsiteY17" fmla="*/ 22514 h 151116"/>
                  <a:gd name="connsiteX18" fmla="*/ 228358 w 679461"/>
                  <a:gd name="connsiteY18" fmla="*/ 19371 h 151116"/>
                  <a:gd name="connsiteX19" fmla="*/ 44014 w 679461"/>
                  <a:gd name="connsiteY19" fmla="*/ 18782 h 151116"/>
                  <a:gd name="connsiteX20" fmla="*/ 4146 w 679461"/>
                  <a:gd name="connsiteY20" fmla="*/ 339 h 151116"/>
                  <a:gd name="connsiteX21" fmla="*/ 570 w 679461"/>
                  <a:gd name="connsiteY21" fmla="*/ 492 h 151116"/>
                  <a:gd name="connsiteX22" fmla="*/ 855 w 679461"/>
                  <a:gd name="connsiteY22" fmla="*/ 2478 h 151116"/>
                  <a:gd name="connsiteX23" fmla="*/ 41414 w 679461"/>
                  <a:gd name="connsiteY23" fmla="*/ 21227 h 15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9461" h="151116">
                    <a:moveTo>
                      <a:pt x="41414" y="21249"/>
                    </a:moveTo>
                    <a:cubicBezTo>
                      <a:pt x="41901" y="21467"/>
                      <a:pt x="42511" y="21576"/>
                      <a:pt x="43120" y="21576"/>
                    </a:cubicBezTo>
                    <a:lnTo>
                      <a:pt x="228277" y="22209"/>
                    </a:lnTo>
                    <a:lnTo>
                      <a:pt x="412822" y="25352"/>
                    </a:lnTo>
                    <a:lnTo>
                      <a:pt x="458258" y="45127"/>
                    </a:lnTo>
                    <a:lnTo>
                      <a:pt x="505400" y="64094"/>
                    </a:lnTo>
                    <a:lnTo>
                      <a:pt x="553519" y="85899"/>
                    </a:lnTo>
                    <a:lnTo>
                      <a:pt x="603343" y="114841"/>
                    </a:lnTo>
                    <a:lnTo>
                      <a:pt x="654346" y="142058"/>
                    </a:lnTo>
                    <a:lnTo>
                      <a:pt x="672024" y="151116"/>
                    </a:lnTo>
                    <a:lnTo>
                      <a:pt x="679462" y="151116"/>
                    </a:lnTo>
                    <a:lnTo>
                      <a:pt x="657841" y="140029"/>
                    </a:lnTo>
                    <a:lnTo>
                      <a:pt x="607041" y="112789"/>
                    </a:lnTo>
                    <a:lnTo>
                      <a:pt x="557013" y="83847"/>
                    </a:lnTo>
                    <a:lnTo>
                      <a:pt x="508489" y="61846"/>
                    </a:lnTo>
                    <a:lnTo>
                      <a:pt x="461346" y="42879"/>
                    </a:lnTo>
                    <a:lnTo>
                      <a:pt x="415302" y="22842"/>
                    </a:lnTo>
                    <a:cubicBezTo>
                      <a:pt x="414895" y="22624"/>
                      <a:pt x="414327" y="22514"/>
                      <a:pt x="413798" y="22514"/>
                    </a:cubicBezTo>
                    <a:lnTo>
                      <a:pt x="228358" y="19371"/>
                    </a:lnTo>
                    <a:lnTo>
                      <a:pt x="44014" y="18782"/>
                    </a:lnTo>
                    <a:lnTo>
                      <a:pt x="4146" y="339"/>
                    </a:lnTo>
                    <a:cubicBezTo>
                      <a:pt x="3050" y="-185"/>
                      <a:pt x="1464" y="-76"/>
                      <a:pt x="570" y="492"/>
                    </a:cubicBezTo>
                    <a:cubicBezTo>
                      <a:pt x="-323" y="1081"/>
                      <a:pt x="-120" y="1998"/>
                      <a:pt x="855" y="2478"/>
                    </a:cubicBezTo>
                    <a:lnTo>
                      <a:pt x="41414" y="2122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0" name="Freeform: Shape 339">
                <a:extLst>
                  <a:ext uri="{FF2B5EF4-FFF2-40B4-BE49-F238E27FC236}">
                    <a16:creationId xmlns:a16="http://schemas.microsoft.com/office/drawing/2014/main" id="{22C67D28-4670-4272-B322-240BD143E01A}"/>
                  </a:ext>
                </a:extLst>
              </p:cNvPr>
              <p:cNvSpPr/>
              <p:nvPr/>
            </p:nvSpPr>
            <p:spPr>
              <a:xfrm>
                <a:off x="11414110" y="5795741"/>
                <a:ext cx="777930" cy="19993"/>
              </a:xfrm>
              <a:custGeom>
                <a:avLst/>
                <a:gdLst>
                  <a:gd name="connsiteX0" fmla="*/ 777890 w 777930"/>
                  <a:gd name="connsiteY0" fmla="*/ 17156 h 19993"/>
                  <a:gd name="connsiteX1" fmla="*/ 688685 w 777930"/>
                  <a:gd name="connsiteY1" fmla="*/ 15017 h 19993"/>
                  <a:gd name="connsiteX2" fmla="*/ 476747 w 777930"/>
                  <a:gd name="connsiteY2" fmla="*/ 11503 h 19993"/>
                  <a:gd name="connsiteX3" fmla="*/ 264810 w 777930"/>
                  <a:gd name="connsiteY3" fmla="*/ 7028 h 19993"/>
                  <a:gd name="connsiteX4" fmla="*/ 123545 w 777930"/>
                  <a:gd name="connsiteY4" fmla="*/ 2663 h 19993"/>
                  <a:gd name="connsiteX5" fmla="*/ 2682 w 777930"/>
                  <a:gd name="connsiteY5" fmla="*/ 0 h 19993"/>
                  <a:gd name="connsiteX6" fmla="*/ 2560 w 777930"/>
                  <a:gd name="connsiteY6" fmla="*/ 0 h 19993"/>
                  <a:gd name="connsiteX7" fmla="*/ 0 w 777930"/>
                  <a:gd name="connsiteY7" fmla="*/ 1375 h 19993"/>
                  <a:gd name="connsiteX8" fmla="*/ 2478 w 777930"/>
                  <a:gd name="connsiteY8" fmla="*/ 2816 h 19993"/>
                  <a:gd name="connsiteX9" fmla="*/ 123342 w 777930"/>
                  <a:gd name="connsiteY9" fmla="*/ 5478 h 19993"/>
                  <a:gd name="connsiteX10" fmla="*/ 193893 w 777930"/>
                  <a:gd name="connsiteY10" fmla="*/ 7770 h 19993"/>
                  <a:gd name="connsiteX11" fmla="*/ 253430 w 777930"/>
                  <a:gd name="connsiteY11" fmla="*/ 9538 h 19993"/>
                  <a:gd name="connsiteX12" fmla="*/ 476585 w 777930"/>
                  <a:gd name="connsiteY12" fmla="*/ 14340 h 19993"/>
                  <a:gd name="connsiteX13" fmla="*/ 688523 w 777930"/>
                  <a:gd name="connsiteY13" fmla="*/ 17854 h 19993"/>
                  <a:gd name="connsiteX14" fmla="*/ 777931 w 777930"/>
                  <a:gd name="connsiteY14" fmla="*/ 19993 h 19993"/>
                  <a:gd name="connsiteX15" fmla="*/ 777931 w 777930"/>
                  <a:gd name="connsiteY15" fmla="*/ 17177 h 19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77930" h="19993">
                    <a:moveTo>
                      <a:pt x="777890" y="17156"/>
                    </a:moveTo>
                    <a:lnTo>
                      <a:pt x="688685" y="15017"/>
                    </a:lnTo>
                    <a:lnTo>
                      <a:pt x="476747" y="11503"/>
                    </a:lnTo>
                    <a:lnTo>
                      <a:pt x="264810" y="7028"/>
                    </a:lnTo>
                    <a:lnTo>
                      <a:pt x="123545" y="2663"/>
                    </a:lnTo>
                    <a:lnTo>
                      <a:pt x="2682" y="0"/>
                    </a:lnTo>
                    <a:lnTo>
                      <a:pt x="2560" y="0"/>
                    </a:lnTo>
                    <a:cubicBezTo>
                      <a:pt x="1178" y="0"/>
                      <a:pt x="81" y="633"/>
                      <a:pt x="0" y="1375"/>
                    </a:cubicBezTo>
                    <a:cubicBezTo>
                      <a:pt x="0" y="2117"/>
                      <a:pt x="1097" y="2816"/>
                      <a:pt x="2478" y="2816"/>
                    </a:cubicBezTo>
                    <a:lnTo>
                      <a:pt x="123342" y="5478"/>
                    </a:lnTo>
                    <a:lnTo>
                      <a:pt x="193893" y="7770"/>
                    </a:lnTo>
                    <a:lnTo>
                      <a:pt x="253430" y="9538"/>
                    </a:lnTo>
                    <a:lnTo>
                      <a:pt x="476585" y="14340"/>
                    </a:lnTo>
                    <a:lnTo>
                      <a:pt x="688523" y="17854"/>
                    </a:lnTo>
                    <a:lnTo>
                      <a:pt x="777931" y="19993"/>
                    </a:lnTo>
                    <a:lnTo>
                      <a:pt x="777931" y="1717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1" name="Freeform: Shape 340">
                <a:extLst>
                  <a:ext uri="{FF2B5EF4-FFF2-40B4-BE49-F238E27FC236}">
                    <a16:creationId xmlns:a16="http://schemas.microsoft.com/office/drawing/2014/main" id="{01F46D34-51A9-486C-8E38-8799BA3AEA88}"/>
                  </a:ext>
                </a:extLst>
              </p:cNvPr>
              <p:cNvSpPr/>
              <p:nvPr/>
            </p:nvSpPr>
            <p:spPr>
              <a:xfrm>
                <a:off x="3364098" y="6805328"/>
                <a:ext cx="6073119" cy="97630"/>
              </a:xfrm>
              <a:custGeom>
                <a:avLst/>
                <a:gdLst>
                  <a:gd name="connsiteX0" fmla="*/ 6787 w 6073119"/>
                  <a:gd name="connsiteY0" fmla="*/ 97565 h 97630"/>
                  <a:gd name="connsiteX1" fmla="*/ 30764 w 6073119"/>
                  <a:gd name="connsiteY1" fmla="*/ 81959 h 97630"/>
                  <a:gd name="connsiteX2" fmla="*/ 66406 w 6073119"/>
                  <a:gd name="connsiteY2" fmla="*/ 58037 h 97630"/>
                  <a:gd name="connsiteX3" fmla="*/ 100381 w 6073119"/>
                  <a:gd name="connsiteY3" fmla="*/ 34442 h 97630"/>
                  <a:gd name="connsiteX4" fmla="*/ 662472 w 6073119"/>
                  <a:gd name="connsiteY4" fmla="*/ 35883 h 97630"/>
                  <a:gd name="connsiteX5" fmla="*/ 850554 w 6073119"/>
                  <a:gd name="connsiteY5" fmla="*/ 35730 h 97630"/>
                  <a:gd name="connsiteX6" fmla="*/ 1227003 w 6073119"/>
                  <a:gd name="connsiteY6" fmla="*/ 33918 h 97630"/>
                  <a:gd name="connsiteX7" fmla="*/ 1415410 w 6073119"/>
                  <a:gd name="connsiteY7" fmla="*/ 31998 h 97630"/>
                  <a:gd name="connsiteX8" fmla="*/ 1792630 w 6073119"/>
                  <a:gd name="connsiteY8" fmla="*/ 27676 h 97630"/>
                  <a:gd name="connsiteX9" fmla="*/ 1981444 w 6073119"/>
                  <a:gd name="connsiteY9" fmla="*/ 25013 h 97630"/>
                  <a:gd name="connsiteX10" fmla="*/ 2170298 w 6073119"/>
                  <a:gd name="connsiteY10" fmla="*/ 22023 h 97630"/>
                  <a:gd name="connsiteX11" fmla="*/ 2359355 w 6073119"/>
                  <a:gd name="connsiteY11" fmla="*/ 20430 h 97630"/>
                  <a:gd name="connsiteX12" fmla="*/ 2548494 w 6073119"/>
                  <a:gd name="connsiteY12" fmla="*/ 19687 h 97630"/>
                  <a:gd name="connsiteX13" fmla="*/ 2737795 w 6073119"/>
                  <a:gd name="connsiteY13" fmla="*/ 18574 h 97630"/>
                  <a:gd name="connsiteX14" fmla="*/ 3116722 w 6073119"/>
                  <a:gd name="connsiteY14" fmla="*/ 14995 h 97630"/>
                  <a:gd name="connsiteX15" fmla="*/ 3306430 w 6073119"/>
                  <a:gd name="connsiteY15" fmla="*/ 12768 h 97630"/>
                  <a:gd name="connsiteX16" fmla="*/ 3496218 w 6073119"/>
                  <a:gd name="connsiteY16" fmla="*/ 10062 h 97630"/>
                  <a:gd name="connsiteX17" fmla="*/ 3686129 w 6073119"/>
                  <a:gd name="connsiteY17" fmla="*/ 8359 h 97630"/>
                  <a:gd name="connsiteX18" fmla="*/ 3876121 w 6073119"/>
                  <a:gd name="connsiteY18" fmla="*/ 5260 h 97630"/>
                  <a:gd name="connsiteX19" fmla="*/ 4066113 w 6073119"/>
                  <a:gd name="connsiteY19" fmla="*/ 2816 h 97630"/>
                  <a:gd name="connsiteX20" fmla="*/ 4256512 w 6073119"/>
                  <a:gd name="connsiteY20" fmla="*/ 7028 h 97630"/>
                  <a:gd name="connsiteX21" fmla="*/ 4447032 w 6073119"/>
                  <a:gd name="connsiteY21" fmla="*/ 10499 h 97630"/>
                  <a:gd name="connsiteX22" fmla="*/ 4637553 w 6073119"/>
                  <a:gd name="connsiteY22" fmla="*/ 13118 h 97630"/>
                  <a:gd name="connsiteX23" fmla="*/ 5019244 w 6073119"/>
                  <a:gd name="connsiteY23" fmla="*/ 18924 h 97630"/>
                  <a:gd name="connsiteX24" fmla="*/ 5401422 w 6073119"/>
                  <a:gd name="connsiteY24" fmla="*/ 25646 h 97630"/>
                  <a:gd name="connsiteX25" fmla="*/ 5784129 w 6073119"/>
                  <a:gd name="connsiteY25" fmla="*/ 30710 h 97630"/>
                  <a:gd name="connsiteX26" fmla="*/ 5974324 w 6073119"/>
                  <a:gd name="connsiteY26" fmla="*/ 32041 h 97630"/>
                  <a:gd name="connsiteX27" fmla="*/ 6011428 w 6073119"/>
                  <a:gd name="connsiteY27" fmla="*/ 59739 h 97630"/>
                  <a:gd name="connsiteX28" fmla="*/ 6050118 w 6073119"/>
                  <a:gd name="connsiteY28" fmla="*/ 86608 h 97630"/>
                  <a:gd name="connsiteX29" fmla="*/ 6066577 w 6073119"/>
                  <a:gd name="connsiteY29" fmla="*/ 97630 h 97630"/>
                  <a:gd name="connsiteX30" fmla="*/ 6073119 w 6073119"/>
                  <a:gd name="connsiteY30" fmla="*/ 97630 h 97630"/>
                  <a:gd name="connsiteX31" fmla="*/ 6053978 w 6073119"/>
                  <a:gd name="connsiteY31" fmla="*/ 84840 h 97630"/>
                  <a:gd name="connsiteX32" fmla="*/ 6015411 w 6073119"/>
                  <a:gd name="connsiteY32" fmla="*/ 57971 h 97630"/>
                  <a:gd name="connsiteX33" fmla="*/ 5977697 w 6073119"/>
                  <a:gd name="connsiteY33" fmla="*/ 29771 h 97630"/>
                  <a:gd name="connsiteX34" fmla="*/ 5975705 w 6073119"/>
                  <a:gd name="connsiteY34" fmla="*/ 29182 h 97630"/>
                  <a:gd name="connsiteX35" fmla="*/ 5784210 w 6073119"/>
                  <a:gd name="connsiteY35" fmla="*/ 27851 h 97630"/>
                  <a:gd name="connsiteX36" fmla="*/ 5401503 w 6073119"/>
                  <a:gd name="connsiteY36" fmla="*/ 22787 h 97630"/>
                  <a:gd name="connsiteX37" fmla="*/ 5019325 w 6073119"/>
                  <a:gd name="connsiteY37" fmla="*/ 16130 h 97630"/>
                  <a:gd name="connsiteX38" fmla="*/ 4637715 w 6073119"/>
                  <a:gd name="connsiteY38" fmla="*/ 10280 h 97630"/>
                  <a:gd name="connsiteX39" fmla="*/ 4447114 w 6073119"/>
                  <a:gd name="connsiteY39" fmla="*/ 7683 h 97630"/>
                  <a:gd name="connsiteX40" fmla="*/ 4256593 w 6073119"/>
                  <a:gd name="connsiteY40" fmla="*/ 4213 h 97630"/>
                  <a:gd name="connsiteX41" fmla="*/ 4066113 w 6073119"/>
                  <a:gd name="connsiteY41" fmla="*/ 0 h 97630"/>
                  <a:gd name="connsiteX42" fmla="*/ 3875999 w 6073119"/>
                  <a:gd name="connsiteY42" fmla="*/ 2510 h 97630"/>
                  <a:gd name="connsiteX43" fmla="*/ 3686007 w 6073119"/>
                  <a:gd name="connsiteY43" fmla="*/ 5544 h 97630"/>
                  <a:gd name="connsiteX44" fmla="*/ 3496015 w 6073119"/>
                  <a:gd name="connsiteY44" fmla="*/ 7246 h 97630"/>
                  <a:gd name="connsiteX45" fmla="*/ 3306308 w 6073119"/>
                  <a:gd name="connsiteY45" fmla="*/ 9975 h 97630"/>
                  <a:gd name="connsiteX46" fmla="*/ 3116600 w 6073119"/>
                  <a:gd name="connsiteY46" fmla="*/ 12201 h 97630"/>
                  <a:gd name="connsiteX47" fmla="*/ 2737673 w 6073119"/>
                  <a:gd name="connsiteY47" fmla="*/ 15781 h 97630"/>
                  <a:gd name="connsiteX48" fmla="*/ 2548412 w 6073119"/>
                  <a:gd name="connsiteY48" fmla="*/ 16894 h 97630"/>
                  <a:gd name="connsiteX49" fmla="*/ 2359193 w 6073119"/>
                  <a:gd name="connsiteY49" fmla="*/ 17636 h 97630"/>
                  <a:gd name="connsiteX50" fmla="*/ 2170135 w 6073119"/>
                  <a:gd name="connsiteY50" fmla="*/ 19229 h 97630"/>
                  <a:gd name="connsiteX51" fmla="*/ 1981241 w 6073119"/>
                  <a:gd name="connsiteY51" fmla="*/ 22219 h 97630"/>
                  <a:gd name="connsiteX52" fmla="*/ 1792468 w 6073119"/>
                  <a:gd name="connsiteY52" fmla="*/ 24882 h 97630"/>
                  <a:gd name="connsiteX53" fmla="*/ 1415247 w 6073119"/>
                  <a:gd name="connsiteY53" fmla="*/ 29204 h 97630"/>
                  <a:gd name="connsiteX54" fmla="*/ 1226881 w 6073119"/>
                  <a:gd name="connsiteY54" fmla="*/ 31125 h 97630"/>
                  <a:gd name="connsiteX55" fmla="*/ 850433 w 6073119"/>
                  <a:gd name="connsiteY55" fmla="*/ 32936 h 97630"/>
                  <a:gd name="connsiteX56" fmla="*/ 662432 w 6073119"/>
                  <a:gd name="connsiteY56" fmla="*/ 33089 h 97630"/>
                  <a:gd name="connsiteX57" fmla="*/ 286796 w 6073119"/>
                  <a:gd name="connsiteY57" fmla="*/ 32238 h 97630"/>
                  <a:gd name="connsiteX58" fmla="*/ 99161 w 6073119"/>
                  <a:gd name="connsiteY58" fmla="*/ 31648 h 97630"/>
                  <a:gd name="connsiteX59" fmla="*/ 99161 w 6073119"/>
                  <a:gd name="connsiteY59" fmla="*/ 31648 h 97630"/>
                  <a:gd name="connsiteX60" fmla="*/ 97129 w 6073119"/>
                  <a:gd name="connsiteY60" fmla="*/ 32194 h 97630"/>
                  <a:gd name="connsiteX61" fmla="*/ 62382 w 6073119"/>
                  <a:gd name="connsiteY61" fmla="*/ 56334 h 97630"/>
                  <a:gd name="connsiteX62" fmla="*/ 26741 w 6073119"/>
                  <a:gd name="connsiteY62" fmla="*/ 80213 h 97630"/>
                  <a:gd name="connsiteX63" fmla="*/ 0 w 6073119"/>
                  <a:gd name="connsiteY63" fmla="*/ 97630 h 97630"/>
                  <a:gd name="connsiteX64" fmla="*/ 6705 w 6073119"/>
                  <a:gd name="connsiteY64" fmla="*/ 97630 h 9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73119" h="97630">
                    <a:moveTo>
                      <a:pt x="6787" y="97565"/>
                    </a:moveTo>
                    <a:lnTo>
                      <a:pt x="30764" y="81959"/>
                    </a:lnTo>
                    <a:lnTo>
                      <a:pt x="66406" y="58037"/>
                    </a:lnTo>
                    <a:lnTo>
                      <a:pt x="100381" y="34442"/>
                    </a:lnTo>
                    <a:lnTo>
                      <a:pt x="662472" y="35883"/>
                    </a:lnTo>
                    <a:lnTo>
                      <a:pt x="850554" y="35730"/>
                    </a:lnTo>
                    <a:lnTo>
                      <a:pt x="1227003" y="33918"/>
                    </a:lnTo>
                    <a:lnTo>
                      <a:pt x="1415410" y="31998"/>
                    </a:lnTo>
                    <a:lnTo>
                      <a:pt x="1792630" y="27676"/>
                    </a:lnTo>
                    <a:lnTo>
                      <a:pt x="1981444" y="25013"/>
                    </a:lnTo>
                    <a:lnTo>
                      <a:pt x="2170298" y="22023"/>
                    </a:lnTo>
                    <a:lnTo>
                      <a:pt x="2359355" y="20430"/>
                    </a:lnTo>
                    <a:lnTo>
                      <a:pt x="2548494" y="19687"/>
                    </a:lnTo>
                    <a:lnTo>
                      <a:pt x="2737795" y="18574"/>
                    </a:lnTo>
                    <a:lnTo>
                      <a:pt x="3116722" y="14995"/>
                    </a:lnTo>
                    <a:lnTo>
                      <a:pt x="3306430" y="12768"/>
                    </a:lnTo>
                    <a:lnTo>
                      <a:pt x="3496218" y="10062"/>
                    </a:lnTo>
                    <a:lnTo>
                      <a:pt x="3686129" y="8359"/>
                    </a:lnTo>
                    <a:lnTo>
                      <a:pt x="3876121" y="5260"/>
                    </a:lnTo>
                    <a:lnTo>
                      <a:pt x="4066113" y="2816"/>
                    </a:lnTo>
                    <a:lnTo>
                      <a:pt x="4256512" y="7028"/>
                    </a:lnTo>
                    <a:lnTo>
                      <a:pt x="4447032" y="10499"/>
                    </a:lnTo>
                    <a:lnTo>
                      <a:pt x="4637553" y="13118"/>
                    </a:lnTo>
                    <a:lnTo>
                      <a:pt x="5019244" y="18924"/>
                    </a:lnTo>
                    <a:lnTo>
                      <a:pt x="5401422" y="25646"/>
                    </a:lnTo>
                    <a:lnTo>
                      <a:pt x="5784129" y="30710"/>
                    </a:lnTo>
                    <a:lnTo>
                      <a:pt x="5974324" y="32041"/>
                    </a:lnTo>
                    <a:lnTo>
                      <a:pt x="6011428" y="59739"/>
                    </a:lnTo>
                    <a:lnTo>
                      <a:pt x="6050118" y="86608"/>
                    </a:lnTo>
                    <a:lnTo>
                      <a:pt x="6066577" y="97630"/>
                    </a:lnTo>
                    <a:lnTo>
                      <a:pt x="6073119" y="97630"/>
                    </a:lnTo>
                    <a:lnTo>
                      <a:pt x="6053978" y="84840"/>
                    </a:lnTo>
                    <a:lnTo>
                      <a:pt x="6015411" y="57971"/>
                    </a:lnTo>
                    <a:lnTo>
                      <a:pt x="5977697" y="29771"/>
                    </a:lnTo>
                    <a:cubicBezTo>
                      <a:pt x="5977210" y="29400"/>
                      <a:pt x="5976478" y="29182"/>
                      <a:pt x="5975705" y="29182"/>
                    </a:cubicBezTo>
                    <a:lnTo>
                      <a:pt x="5784210" y="27851"/>
                    </a:lnTo>
                    <a:lnTo>
                      <a:pt x="5401503" y="22787"/>
                    </a:lnTo>
                    <a:lnTo>
                      <a:pt x="5019325" y="16130"/>
                    </a:lnTo>
                    <a:lnTo>
                      <a:pt x="4637715" y="10280"/>
                    </a:lnTo>
                    <a:lnTo>
                      <a:pt x="4447114" y="7683"/>
                    </a:lnTo>
                    <a:lnTo>
                      <a:pt x="4256593" y="4213"/>
                    </a:lnTo>
                    <a:lnTo>
                      <a:pt x="4066113" y="0"/>
                    </a:lnTo>
                    <a:lnTo>
                      <a:pt x="3875999" y="2510"/>
                    </a:lnTo>
                    <a:lnTo>
                      <a:pt x="3686007" y="5544"/>
                    </a:lnTo>
                    <a:lnTo>
                      <a:pt x="3496015" y="7246"/>
                    </a:lnTo>
                    <a:lnTo>
                      <a:pt x="3306308" y="9975"/>
                    </a:lnTo>
                    <a:lnTo>
                      <a:pt x="3116600" y="12201"/>
                    </a:lnTo>
                    <a:lnTo>
                      <a:pt x="2737673" y="15781"/>
                    </a:lnTo>
                    <a:lnTo>
                      <a:pt x="2548412" y="16894"/>
                    </a:lnTo>
                    <a:lnTo>
                      <a:pt x="2359193" y="17636"/>
                    </a:lnTo>
                    <a:lnTo>
                      <a:pt x="2170135" y="19229"/>
                    </a:lnTo>
                    <a:lnTo>
                      <a:pt x="1981241" y="22219"/>
                    </a:lnTo>
                    <a:lnTo>
                      <a:pt x="1792468" y="24882"/>
                    </a:lnTo>
                    <a:lnTo>
                      <a:pt x="1415247" y="29204"/>
                    </a:lnTo>
                    <a:lnTo>
                      <a:pt x="1226881" y="31125"/>
                    </a:lnTo>
                    <a:lnTo>
                      <a:pt x="850433" y="32936"/>
                    </a:lnTo>
                    <a:lnTo>
                      <a:pt x="662432" y="33089"/>
                    </a:lnTo>
                    <a:lnTo>
                      <a:pt x="286796" y="32238"/>
                    </a:lnTo>
                    <a:lnTo>
                      <a:pt x="99161" y="31648"/>
                    </a:lnTo>
                    <a:lnTo>
                      <a:pt x="99161" y="31648"/>
                    </a:lnTo>
                    <a:cubicBezTo>
                      <a:pt x="98349" y="31648"/>
                      <a:pt x="97617" y="31801"/>
                      <a:pt x="97129" y="32194"/>
                    </a:cubicBezTo>
                    <a:lnTo>
                      <a:pt x="62382" y="56334"/>
                    </a:lnTo>
                    <a:lnTo>
                      <a:pt x="26741" y="80213"/>
                    </a:lnTo>
                    <a:lnTo>
                      <a:pt x="0" y="97630"/>
                    </a:lnTo>
                    <a:lnTo>
                      <a:pt x="6705" y="9763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2" name="Freeform: Shape 341">
                <a:extLst>
                  <a:ext uri="{FF2B5EF4-FFF2-40B4-BE49-F238E27FC236}">
                    <a16:creationId xmlns:a16="http://schemas.microsoft.com/office/drawing/2014/main" id="{DF18C750-AE2E-44DB-AA62-4AC220AF2454}"/>
                  </a:ext>
                </a:extLst>
              </p:cNvPr>
              <p:cNvSpPr/>
              <p:nvPr/>
            </p:nvSpPr>
            <p:spPr>
              <a:xfrm>
                <a:off x="3559413" y="6833703"/>
                <a:ext cx="5485545" cy="69190"/>
              </a:xfrm>
              <a:custGeom>
                <a:avLst/>
                <a:gdLst>
                  <a:gd name="connsiteX0" fmla="*/ 6543 w 5485545"/>
                  <a:gd name="connsiteY0" fmla="*/ 69190 h 69190"/>
                  <a:gd name="connsiteX1" fmla="*/ 27757 w 5485545"/>
                  <a:gd name="connsiteY1" fmla="*/ 54370 h 69190"/>
                  <a:gd name="connsiteX2" fmla="*/ 60269 w 5485545"/>
                  <a:gd name="connsiteY2" fmla="*/ 30972 h 69190"/>
                  <a:gd name="connsiteX3" fmla="*/ 249082 w 5485545"/>
                  <a:gd name="connsiteY3" fmla="*/ 31037 h 69190"/>
                  <a:gd name="connsiteX4" fmla="*/ 439278 w 5485545"/>
                  <a:gd name="connsiteY4" fmla="*/ 31365 h 69190"/>
                  <a:gd name="connsiteX5" fmla="*/ 629636 w 5485545"/>
                  <a:gd name="connsiteY5" fmla="*/ 31146 h 69190"/>
                  <a:gd name="connsiteX6" fmla="*/ 1010676 w 5485545"/>
                  <a:gd name="connsiteY6" fmla="*/ 28811 h 69190"/>
                  <a:gd name="connsiteX7" fmla="*/ 1392286 w 5485545"/>
                  <a:gd name="connsiteY7" fmla="*/ 24970 h 69190"/>
                  <a:gd name="connsiteX8" fmla="*/ 1583294 w 5485545"/>
                  <a:gd name="connsiteY8" fmla="*/ 22721 h 69190"/>
                  <a:gd name="connsiteX9" fmla="*/ 1925360 w 5485545"/>
                  <a:gd name="connsiteY9" fmla="*/ 18181 h 69190"/>
                  <a:gd name="connsiteX10" fmla="*/ 2156968 w 5485545"/>
                  <a:gd name="connsiteY10" fmla="*/ 15628 h 69190"/>
                  <a:gd name="connsiteX11" fmla="*/ 2348382 w 5485545"/>
                  <a:gd name="connsiteY11" fmla="*/ 14231 h 69190"/>
                  <a:gd name="connsiteX12" fmla="*/ 2731821 w 5485545"/>
                  <a:gd name="connsiteY12" fmla="*/ 13336 h 69190"/>
                  <a:gd name="connsiteX13" fmla="*/ 3115706 w 5485545"/>
                  <a:gd name="connsiteY13" fmla="*/ 10302 h 69190"/>
                  <a:gd name="connsiteX14" fmla="*/ 3500079 w 5485545"/>
                  <a:gd name="connsiteY14" fmla="*/ 5085 h 69190"/>
                  <a:gd name="connsiteX15" fmla="*/ 3692388 w 5485545"/>
                  <a:gd name="connsiteY15" fmla="*/ 2859 h 69190"/>
                  <a:gd name="connsiteX16" fmla="*/ 3884981 w 5485545"/>
                  <a:gd name="connsiteY16" fmla="*/ 7006 h 69190"/>
                  <a:gd name="connsiteX17" fmla="*/ 4077655 w 5485545"/>
                  <a:gd name="connsiteY17" fmla="*/ 10411 h 69190"/>
                  <a:gd name="connsiteX18" fmla="*/ 4463410 w 5485545"/>
                  <a:gd name="connsiteY18" fmla="*/ 16479 h 69190"/>
                  <a:gd name="connsiteX19" fmla="*/ 4849774 w 5485545"/>
                  <a:gd name="connsiteY19" fmla="*/ 21172 h 69190"/>
                  <a:gd name="connsiteX20" fmla="*/ 5429016 w 5485545"/>
                  <a:gd name="connsiteY20" fmla="*/ 28833 h 69190"/>
                  <a:gd name="connsiteX21" fmla="*/ 5462139 w 5485545"/>
                  <a:gd name="connsiteY21" fmla="*/ 55963 h 69190"/>
                  <a:gd name="connsiteX22" fmla="*/ 5479288 w 5485545"/>
                  <a:gd name="connsiteY22" fmla="*/ 69190 h 69190"/>
                  <a:gd name="connsiteX23" fmla="*/ 5485546 w 5485545"/>
                  <a:gd name="connsiteY23" fmla="*/ 69190 h 69190"/>
                  <a:gd name="connsiteX24" fmla="*/ 5466283 w 5485545"/>
                  <a:gd name="connsiteY24" fmla="*/ 54370 h 69190"/>
                  <a:gd name="connsiteX25" fmla="*/ 5432430 w 5485545"/>
                  <a:gd name="connsiteY25" fmla="*/ 26672 h 69190"/>
                  <a:gd name="connsiteX26" fmla="*/ 5430439 w 5485545"/>
                  <a:gd name="connsiteY26" fmla="*/ 26039 h 69190"/>
                  <a:gd name="connsiteX27" fmla="*/ 5043302 w 5485545"/>
                  <a:gd name="connsiteY27" fmla="*/ 20866 h 69190"/>
                  <a:gd name="connsiteX28" fmla="*/ 4463573 w 5485545"/>
                  <a:gd name="connsiteY28" fmla="*/ 13663 h 69190"/>
                  <a:gd name="connsiteX29" fmla="*/ 4148734 w 5485545"/>
                  <a:gd name="connsiteY29" fmla="*/ 8709 h 69190"/>
                  <a:gd name="connsiteX30" fmla="*/ 3885022 w 5485545"/>
                  <a:gd name="connsiteY30" fmla="*/ 4169 h 69190"/>
                  <a:gd name="connsiteX31" fmla="*/ 3692347 w 5485545"/>
                  <a:gd name="connsiteY31" fmla="*/ 0 h 69190"/>
                  <a:gd name="connsiteX32" fmla="*/ 3499958 w 5485545"/>
                  <a:gd name="connsiteY32" fmla="*/ 2248 h 69190"/>
                  <a:gd name="connsiteX33" fmla="*/ 3115584 w 5485545"/>
                  <a:gd name="connsiteY33" fmla="*/ 7465 h 69190"/>
                  <a:gd name="connsiteX34" fmla="*/ 2731699 w 5485545"/>
                  <a:gd name="connsiteY34" fmla="*/ 10499 h 69190"/>
                  <a:gd name="connsiteX35" fmla="*/ 2348342 w 5485545"/>
                  <a:gd name="connsiteY35" fmla="*/ 11415 h 69190"/>
                  <a:gd name="connsiteX36" fmla="*/ 2156846 w 5485545"/>
                  <a:gd name="connsiteY36" fmla="*/ 12856 h 69190"/>
                  <a:gd name="connsiteX37" fmla="*/ 1965513 w 5485545"/>
                  <a:gd name="connsiteY37" fmla="*/ 14886 h 69190"/>
                  <a:gd name="connsiteX38" fmla="*/ 1583172 w 5485545"/>
                  <a:gd name="connsiteY38" fmla="*/ 19906 h 69190"/>
                  <a:gd name="connsiteX39" fmla="*/ 1392164 w 5485545"/>
                  <a:gd name="connsiteY39" fmla="*/ 22154 h 69190"/>
                  <a:gd name="connsiteX40" fmla="*/ 1010636 w 5485545"/>
                  <a:gd name="connsiteY40" fmla="*/ 25995 h 69190"/>
                  <a:gd name="connsiteX41" fmla="*/ 629595 w 5485545"/>
                  <a:gd name="connsiteY41" fmla="*/ 28331 h 69190"/>
                  <a:gd name="connsiteX42" fmla="*/ 439278 w 5485545"/>
                  <a:gd name="connsiteY42" fmla="*/ 28549 h 69190"/>
                  <a:gd name="connsiteX43" fmla="*/ 249082 w 5485545"/>
                  <a:gd name="connsiteY43" fmla="*/ 28222 h 69190"/>
                  <a:gd name="connsiteX44" fmla="*/ 59009 w 5485545"/>
                  <a:gd name="connsiteY44" fmla="*/ 28178 h 69190"/>
                  <a:gd name="connsiteX45" fmla="*/ 56977 w 5485545"/>
                  <a:gd name="connsiteY45" fmla="*/ 28702 h 69190"/>
                  <a:gd name="connsiteX46" fmla="*/ 23734 w 5485545"/>
                  <a:gd name="connsiteY46" fmla="*/ 52624 h 69190"/>
                  <a:gd name="connsiteX47" fmla="*/ 0 w 5485545"/>
                  <a:gd name="connsiteY47" fmla="*/ 69190 h 69190"/>
                  <a:gd name="connsiteX48" fmla="*/ 6502 w 5485545"/>
                  <a:gd name="connsiteY48" fmla="*/ 69190 h 69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485545" h="69190">
                    <a:moveTo>
                      <a:pt x="6543" y="69190"/>
                    </a:moveTo>
                    <a:lnTo>
                      <a:pt x="27757" y="54370"/>
                    </a:lnTo>
                    <a:lnTo>
                      <a:pt x="60269" y="30972"/>
                    </a:lnTo>
                    <a:lnTo>
                      <a:pt x="249082" y="31037"/>
                    </a:lnTo>
                    <a:lnTo>
                      <a:pt x="439278" y="31365"/>
                    </a:lnTo>
                    <a:lnTo>
                      <a:pt x="629636" y="31146"/>
                    </a:lnTo>
                    <a:lnTo>
                      <a:pt x="1010676" y="28811"/>
                    </a:lnTo>
                    <a:lnTo>
                      <a:pt x="1392286" y="24970"/>
                    </a:lnTo>
                    <a:lnTo>
                      <a:pt x="1583294" y="22721"/>
                    </a:lnTo>
                    <a:lnTo>
                      <a:pt x="1925360" y="18181"/>
                    </a:lnTo>
                    <a:lnTo>
                      <a:pt x="2156968" y="15628"/>
                    </a:lnTo>
                    <a:lnTo>
                      <a:pt x="2348382" y="14231"/>
                    </a:lnTo>
                    <a:lnTo>
                      <a:pt x="2731821" y="13336"/>
                    </a:lnTo>
                    <a:lnTo>
                      <a:pt x="3115706" y="10302"/>
                    </a:lnTo>
                    <a:lnTo>
                      <a:pt x="3500079" y="5085"/>
                    </a:lnTo>
                    <a:lnTo>
                      <a:pt x="3692388" y="2859"/>
                    </a:lnTo>
                    <a:lnTo>
                      <a:pt x="3884981" y="7006"/>
                    </a:lnTo>
                    <a:lnTo>
                      <a:pt x="4077655" y="10411"/>
                    </a:lnTo>
                    <a:lnTo>
                      <a:pt x="4463410" y="16479"/>
                    </a:lnTo>
                    <a:lnTo>
                      <a:pt x="4849774" y="21172"/>
                    </a:lnTo>
                    <a:lnTo>
                      <a:pt x="5429016" y="28833"/>
                    </a:lnTo>
                    <a:lnTo>
                      <a:pt x="5462139" y="55963"/>
                    </a:lnTo>
                    <a:lnTo>
                      <a:pt x="5479288" y="69190"/>
                    </a:lnTo>
                    <a:lnTo>
                      <a:pt x="5485546" y="69190"/>
                    </a:lnTo>
                    <a:lnTo>
                      <a:pt x="5466283" y="54370"/>
                    </a:lnTo>
                    <a:lnTo>
                      <a:pt x="5432430" y="26672"/>
                    </a:lnTo>
                    <a:cubicBezTo>
                      <a:pt x="5432024" y="26257"/>
                      <a:pt x="5431252" y="26039"/>
                      <a:pt x="5430439" y="26039"/>
                    </a:cubicBezTo>
                    <a:lnTo>
                      <a:pt x="5043302" y="20866"/>
                    </a:lnTo>
                    <a:lnTo>
                      <a:pt x="4463573" y="13663"/>
                    </a:lnTo>
                    <a:lnTo>
                      <a:pt x="4148734" y="8709"/>
                    </a:lnTo>
                    <a:lnTo>
                      <a:pt x="3885022" y="4169"/>
                    </a:lnTo>
                    <a:lnTo>
                      <a:pt x="3692347" y="0"/>
                    </a:lnTo>
                    <a:lnTo>
                      <a:pt x="3499958" y="2248"/>
                    </a:lnTo>
                    <a:lnTo>
                      <a:pt x="3115584" y="7465"/>
                    </a:lnTo>
                    <a:lnTo>
                      <a:pt x="2731699" y="10499"/>
                    </a:lnTo>
                    <a:lnTo>
                      <a:pt x="2348342" y="11415"/>
                    </a:lnTo>
                    <a:lnTo>
                      <a:pt x="2156846" y="12856"/>
                    </a:lnTo>
                    <a:lnTo>
                      <a:pt x="1965513" y="14886"/>
                    </a:lnTo>
                    <a:lnTo>
                      <a:pt x="1583172" y="19906"/>
                    </a:lnTo>
                    <a:lnTo>
                      <a:pt x="1392164" y="22154"/>
                    </a:lnTo>
                    <a:lnTo>
                      <a:pt x="1010636" y="25995"/>
                    </a:lnTo>
                    <a:lnTo>
                      <a:pt x="629595" y="28331"/>
                    </a:lnTo>
                    <a:lnTo>
                      <a:pt x="439278" y="28549"/>
                    </a:lnTo>
                    <a:lnTo>
                      <a:pt x="249082" y="28222"/>
                    </a:lnTo>
                    <a:lnTo>
                      <a:pt x="59009" y="28178"/>
                    </a:lnTo>
                    <a:cubicBezTo>
                      <a:pt x="58196" y="28178"/>
                      <a:pt x="57465" y="28331"/>
                      <a:pt x="56977" y="28702"/>
                    </a:cubicBezTo>
                    <a:lnTo>
                      <a:pt x="23734" y="52624"/>
                    </a:lnTo>
                    <a:lnTo>
                      <a:pt x="0" y="69190"/>
                    </a:lnTo>
                    <a:lnTo>
                      <a:pt x="6502" y="6919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3" name="Freeform: Shape 342">
                <a:extLst>
                  <a:ext uri="{FF2B5EF4-FFF2-40B4-BE49-F238E27FC236}">
                    <a16:creationId xmlns:a16="http://schemas.microsoft.com/office/drawing/2014/main" id="{0BE2A8E5-F2B8-4FE0-8A9B-5E66BD3A9106}"/>
                  </a:ext>
                </a:extLst>
              </p:cNvPr>
              <p:cNvSpPr/>
              <p:nvPr/>
            </p:nvSpPr>
            <p:spPr>
              <a:xfrm>
                <a:off x="11156655" y="5716424"/>
                <a:ext cx="230306" cy="3317"/>
              </a:xfrm>
              <a:custGeom>
                <a:avLst/>
                <a:gdLst>
                  <a:gd name="connsiteX0" fmla="*/ 227706 w 230306"/>
                  <a:gd name="connsiteY0" fmla="*/ 3318 h 3317"/>
                  <a:gd name="connsiteX1" fmla="*/ 227706 w 230306"/>
                  <a:gd name="connsiteY1" fmla="*/ 3318 h 3317"/>
                  <a:gd name="connsiteX2" fmla="*/ 2601 w 230306"/>
                  <a:gd name="connsiteY2" fmla="*/ 2837 h 3317"/>
                  <a:gd name="connsiteX3" fmla="*/ 0 w 230306"/>
                  <a:gd name="connsiteY3" fmla="*/ 1441 h 3317"/>
                  <a:gd name="connsiteX4" fmla="*/ 2601 w 230306"/>
                  <a:gd name="connsiteY4" fmla="*/ 0 h 3317"/>
                  <a:gd name="connsiteX5" fmla="*/ 2601 w 230306"/>
                  <a:gd name="connsiteY5" fmla="*/ 0 h 3317"/>
                  <a:gd name="connsiteX6" fmla="*/ 227706 w 230306"/>
                  <a:gd name="connsiteY6" fmla="*/ 546 h 3317"/>
                  <a:gd name="connsiteX7" fmla="*/ 230307 w 230306"/>
                  <a:gd name="connsiteY7" fmla="*/ 1921 h 3317"/>
                  <a:gd name="connsiteX8" fmla="*/ 227706 w 230306"/>
                  <a:gd name="connsiteY8" fmla="*/ 3296 h 3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306" h="3317">
                    <a:moveTo>
                      <a:pt x="227706" y="3318"/>
                    </a:moveTo>
                    <a:lnTo>
                      <a:pt x="227706" y="3318"/>
                    </a:lnTo>
                    <a:lnTo>
                      <a:pt x="2601" y="2837"/>
                    </a:lnTo>
                    <a:cubicBezTo>
                      <a:pt x="1219" y="2837"/>
                      <a:pt x="0" y="2204"/>
                      <a:pt x="0" y="1441"/>
                    </a:cubicBezTo>
                    <a:cubicBezTo>
                      <a:pt x="0" y="655"/>
                      <a:pt x="1179" y="0"/>
                      <a:pt x="2601" y="0"/>
                    </a:cubicBezTo>
                    <a:lnTo>
                      <a:pt x="2601" y="0"/>
                    </a:lnTo>
                    <a:lnTo>
                      <a:pt x="227706" y="546"/>
                    </a:lnTo>
                    <a:cubicBezTo>
                      <a:pt x="229088" y="546"/>
                      <a:pt x="230307" y="1179"/>
                      <a:pt x="230307" y="1921"/>
                    </a:cubicBezTo>
                    <a:cubicBezTo>
                      <a:pt x="230185" y="2728"/>
                      <a:pt x="229129" y="3296"/>
                      <a:pt x="227706" y="32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4" name="Freeform: Shape 343">
                <a:extLst>
                  <a:ext uri="{FF2B5EF4-FFF2-40B4-BE49-F238E27FC236}">
                    <a16:creationId xmlns:a16="http://schemas.microsoft.com/office/drawing/2014/main" id="{C6D03818-EA28-4643-8315-5904B1429352}"/>
                  </a:ext>
                </a:extLst>
              </p:cNvPr>
              <p:cNvSpPr/>
              <p:nvPr/>
            </p:nvSpPr>
            <p:spPr>
              <a:xfrm>
                <a:off x="11190256" y="5725111"/>
                <a:ext cx="1001743" cy="10716"/>
              </a:xfrm>
              <a:custGeom>
                <a:avLst/>
                <a:gdLst>
                  <a:gd name="connsiteX0" fmla="*/ 1001744 w 1001743"/>
                  <a:gd name="connsiteY0" fmla="*/ 7901 h 10716"/>
                  <a:gd name="connsiteX1" fmla="*/ 409782 w 1001743"/>
                  <a:gd name="connsiteY1" fmla="*/ 6679 h 10716"/>
                  <a:gd name="connsiteX2" fmla="*/ 372474 w 1001743"/>
                  <a:gd name="connsiteY2" fmla="*/ 4715 h 10716"/>
                  <a:gd name="connsiteX3" fmla="*/ 332485 w 1001743"/>
                  <a:gd name="connsiteY3" fmla="*/ 1026 h 10716"/>
                  <a:gd name="connsiteX4" fmla="*/ 292698 w 1001743"/>
                  <a:gd name="connsiteY4" fmla="*/ 0 h 10716"/>
                  <a:gd name="connsiteX5" fmla="*/ 230681 w 1001743"/>
                  <a:gd name="connsiteY5" fmla="*/ 742 h 10716"/>
                  <a:gd name="connsiteX6" fmla="*/ 2488 w 1001743"/>
                  <a:gd name="connsiteY6" fmla="*/ 327 h 10716"/>
                  <a:gd name="connsiteX7" fmla="*/ 2488 w 1001743"/>
                  <a:gd name="connsiteY7" fmla="*/ 327 h 10716"/>
                  <a:gd name="connsiteX8" fmla="*/ 8 w 1001743"/>
                  <a:gd name="connsiteY8" fmla="*/ 1768 h 10716"/>
                  <a:gd name="connsiteX9" fmla="*/ 2488 w 1001743"/>
                  <a:gd name="connsiteY9" fmla="*/ 3165 h 10716"/>
                  <a:gd name="connsiteX10" fmla="*/ 230681 w 1001743"/>
                  <a:gd name="connsiteY10" fmla="*/ 3580 h 10716"/>
                  <a:gd name="connsiteX11" fmla="*/ 292698 w 1001743"/>
                  <a:gd name="connsiteY11" fmla="*/ 2837 h 10716"/>
                  <a:gd name="connsiteX12" fmla="*/ 331874 w 1001743"/>
                  <a:gd name="connsiteY12" fmla="*/ 3798 h 10716"/>
                  <a:gd name="connsiteX13" fmla="*/ 371783 w 1001743"/>
                  <a:gd name="connsiteY13" fmla="*/ 7530 h 10716"/>
                  <a:gd name="connsiteX14" fmla="*/ 409497 w 1001743"/>
                  <a:gd name="connsiteY14" fmla="*/ 9495 h 10716"/>
                  <a:gd name="connsiteX15" fmla="*/ 1001744 w 1001743"/>
                  <a:gd name="connsiteY15" fmla="*/ 10717 h 10716"/>
                  <a:gd name="connsiteX16" fmla="*/ 1001744 w 1001743"/>
                  <a:gd name="connsiteY16" fmla="*/ 7901 h 10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1743" h="10716">
                    <a:moveTo>
                      <a:pt x="1001744" y="7901"/>
                    </a:moveTo>
                    <a:lnTo>
                      <a:pt x="409782" y="6679"/>
                    </a:lnTo>
                    <a:lnTo>
                      <a:pt x="372474" y="4715"/>
                    </a:lnTo>
                    <a:lnTo>
                      <a:pt x="332485" y="1026"/>
                    </a:lnTo>
                    <a:lnTo>
                      <a:pt x="292698" y="0"/>
                    </a:lnTo>
                    <a:lnTo>
                      <a:pt x="230681" y="742"/>
                    </a:lnTo>
                    <a:lnTo>
                      <a:pt x="2488" y="327"/>
                    </a:lnTo>
                    <a:lnTo>
                      <a:pt x="2488" y="327"/>
                    </a:lnTo>
                    <a:cubicBezTo>
                      <a:pt x="1106" y="327"/>
                      <a:pt x="8" y="960"/>
                      <a:pt x="8" y="1768"/>
                    </a:cubicBezTo>
                    <a:cubicBezTo>
                      <a:pt x="-114" y="2510"/>
                      <a:pt x="1106" y="3165"/>
                      <a:pt x="2488" y="3165"/>
                    </a:cubicBezTo>
                    <a:lnTo>
                      <a:pt x="230681" y="3580"/>
                    </a:lnTo>
                    <a:lnTo>
                      <a:pt x="292698" y="2837"/>
                    </a:lnTo>
                    <a:lnTo>
                      <a:pt x="331874" y="3798"/>
                    </a:lnTo>
                    <a:lnTo>
                      <a:pt x="371783" y="7530"/>
                    </a:lnTo>
                    <a:lnTo>
                      <a:pt x="409497" y="9495"/>
                    </a:lnTo>
                    <a:lnTo>
                      <a:pt x="1001744" y="10717"/>
                    </a:lnTo>
                    <a:lnTo>
                      <a:pt x="1001744" y="79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5" name="Freeform: Shape 344">
                <a:extLst>
                  <a:ext uri="{FF2B5EF4-FFF2-40B4-BE49-F238E27FC236}">
                    <a16:creationId xmlns:a16="http://schemas.microsoft.com/office/drawing/2014/main" id="{A2C0450B-3E4C-4B6D-A2B2-938CA6ED3DC2}"/>
                  </a:ext>
                </a:extLst>
              </p:cNvPr>
              <p:cNvSpPr/>
              <p:nvPr/>
            </p:nvSpPr>
            <p:spPr>
              <a:xfrm>
                <a:off x="5539991" y="5782306"/>
                <a:ext cx="93587" cy="230369"/>
              </a:xfrm>
              <a:custGeom>
                <a:avLst/>
                <a:gdLst>
                  <a:gd name="connsiteX0" fmla="*/ 30086 w 93587"/>
                  <a:gd name="connsiteY0" fmla="*/ 230370 h 230369"/>
                  <a:gd name="connsiteX1" fmla="*/ 28786 w 93587"/>
                  <a:gd name="connsiteY1" fmla="*/ 230151 h 230369"/>
                  <a:gd name="connsiteX2" fmla="*/ 27851 w 93587"/>
                  <a:gd name="connsiteY2" fmla="*/ 228296 h 230369"/>
                  <a:gd name="connsiteX3" fmla="*/ 40409 w 93587"/>
                  <a:gd name="connsiteY3" fmla="*/ 215877 h 230369"/>
                  <a:gd name="connsiteX4" fmla="*/ 47196 w 93587"/>
                  <a:gd name="connsiteY4" fmla="*/ 208521 h 230369"/>
                  <a:gd name="connsiteX5" fmla="*/ 54551 w 93587"/>
                  <a:gd name="connsiteY5" fmla="*/ 199616 h 230369"/>
                  <a:gd name="connsiteX6" fmla="*/ 62761 w 93587"/>
                  <a:gd name="connsiteY6" fmla="*/ 188266 h 230369"/>
                  <a:gd name="connsiteX7" fmla="*/ 71051 w 93587"/>
                  <a:gd name="connsiteY7" fmla="*/ 175214 h 230369"/>
                  <a:gd name="connsiteX8" fmla="*/ 80236 w 93587"/>
                  <a:gd name="connsiteY8" fmla="*/ 138327 h 230369"/>
                  <a:gd name="connsiteX9" fmla="*/ 88323 w 93587"/>
                  <a:gd name="connsiteY9" fmla="*/ 96617 h 230369"/>
                  <a:gd name="connsiteX10" fmla="*/ 947 w 93587"/>
                  <a:gd name="connsiteY10" fmla="*/ 58682 h 230369"/>
                  <a:gd name="connsiteX11" fmla="*/ 12 w 93587"/>
                  <a:gd name="connsiteY11" fmla="*/ 57460 h 230369"/>
                  <a:gd name="connsiteX12" fmla="*/ 4483 w 93587"/>
                  <a:gd name="connsiteY12" fmla="*/ 28845 h 230369"/>
                  <a:gd name="connsiteX13" fmla="*/ 6799 w 93587"/>
                  <a:gd name="connsiteY13" fmla="*/ 1344 h 230369"/>
                  <a:gd name="connsiteX14" fmla="*/ 9441 w 93587"/>
                  <a:gd name="connsiteY14" fmla="*/ 12 h 230369"/>
                  <a:gd name="connsiteX15" fmla="*/ 11879 w 93587"/>
                  <a:gd name="connsiteY15" fmla="*/ 1453 h 230369"/>
                  <a:gd name="connsiteX16" fmla="*/ 9563 w 93587"/>
                  <a:gd name="connsiteY16" fmla="*/ 28998 h 230369"/>
                  <a:gd name="connsiteX17" fmla="*/ 5214 w 93587"/>
                  <a:gd name="connsiteY17" fmla="*/ 56980 h 230369"/>
                  <a:gd name="connsiteX18" fmla="*/ 92590 w 93587"/>
                  <a:gd name="connsiteY18" fmla="*/ 94914 h 230369"/>
                  <a:gd name="connsiteX19" fmla="*/ 93565 w 93587"/>
                  <a:gd name="connsiteY19" fmla="*/ 96136 h 230369"/>
                  <a:gd name="connsiteX20" fmla="*/ 85356 w 93587"/>
                  <a:gd name="connsiteY20" fmla="*/ 138720 h 230369"/>
                  <a:gd name="connsiteX21" fmla="*/ 76050 w 93587"/>
                  <a:gd name="connsiteY21" fmla="*/ 175912 h 230369"/>
                  <a:gd name="connsiteX22" fmla="*/ 67637 w 93587"/>
                  <a:gd name="connsiteY22" fmla="*/ 189227 h 230369"/>
                  <a:gd name="connsiteX23" fmla="*/ 59306 w 93587"/>
                  <a:gd name="connsiteY23" fmla="*/ 200729 h 230369"/>
                  <a:gd name="connsiteX24" fmla="*/ 51869 w 93587"/>
                  <a:gd name="connsiteY24" fmla="*/ 209722 h 230369"/>
                  <a:gd name="connsiteX25" fmla="*/ 45042 w 93587"/>
                  <a:gd name="connsiteY25" fmla="*/ 217143 h 230369"/>
                  <a:gd name="connsiteX26" fmla="*/ 32403 w 93587"/>
                  <a:gd name="connsiteY26" fmla="*/ 229671 h 230369"/>
                  <a:gd name="connsiteX27" fmla="*/ 30208 w 93587"/>
                  <a:gd name="connsiteY27" fmla="*/ 230370 h 230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3587" h="230369">
                    <a:moveTo>
                      <a:pt x="30086" y="230370"/>
                    </a:moveTo>
                    <a:cubicBezTo>
                      <a:pt x="29639" y="230370"/>
                      <a:pt x="29192" y="230326"/>
                      <a:pt x="28786" y="230151"/>
                    </a:cubicBezTo>
                    <a:cubicBezTo>
                      <a:pt x="27607" y="229780"/>
                      <a:pt x="27160" y="228929"/>
                      <a:pt x="27851" y="228296"/>
                    </a:cubicBezTo>
                    <a:lnTo>
                      <a:pt x="40409" y="215877"/>
                    </a:lnTo>
                    <a:lnTo>
                      <a:pt x="47196" y="208521"/>
                    </a:lnTo>
                    <a:lnTo>
                      <a:pt x="54551" y="199616"/>
                    </a:lnTo>
                    <a:lnTo>
                      <a:pt x="62761" y="188266"/>
                    </a:lnTo>
                    <a:lnTo>
                      <a:pt x="71051" y="175214"/>
                    </a:lnTo>
                    <a:lnTo>
                      <a:pt x="80236" y="138327"/>
                    </a:lnTo>
                    <a:lnTo>
                      <a:pt x="88323" y="96617"/>
                    </a:lnTo>
                    <a:lnTo>
                      <a:pt x="947" y="58682"/>
                    </a:lnTo>
                    <a:cubicBezTo>
                      <a:pt x="256" y="58420"/>
                      <a:pt x="-69" y="57940"/>
                      <a:pt x="12" y="57460"/>
                    </a:cubicBezTo>
                    <a:lnTo>
                      <a:pt x="4483" y="28845"/>
                    </a:lnTo>
                    <a:lnTo>
                      <a:pt x="6799" y="1344"/>
                    </a:lnTo>
                    <a:cubicBezTo>
                      <a:pt x="6840" y="536"/>
                      <a:pt x="8100" y="-97"/>
                      <a:pt x="9441" y="12"/>
                    </a:cubicBezTo>
                    <a:cubicBezTo>
                      <a:pt x="10823" y="12"/>
                      <a:pt x="11920" y="711"/>
                      <a:pt x="11879" y="1453"/>
                    </a:cubicBezTo>
                    <a:lnTo>
                      <a:pt x="9563" y="28998"/>
                    </a:lnTo>
                    <a:lnTo>
                      <a:pt x="5214" y="56980"/>
                    </a:lnTo>
                    <a:lnTo>
                      <a:pt x="92590" y="94914"/>
                    </a:lnTo>
                    <a:cubicBezTo>
                      <a:pt x="93281" y="95176"/>
                      <a:pt x="93688" y="95656"/>
                      <a:pt x="93565" y="96136"/>
                    </a:cubicBezTo>
                    <a:lnTo>
                      <a:pt x="85356" y="138720"/>
                    </a:lnTo>
                    <a:lnTo>
                      <a:pt x="76050" y="175912"/>
                    </a:lnTo>
                    <a:lnTo>
                      <a:pt x="67637" y="189227"/>
                    </a:lnTo>
                    <a:lnTo>
                      <a:pt x="59306" y="200729"/>
                    </a:lnTo>
                    <a:lnTo>
                      <a:pt x="51869" y="209722"/>
                    </a:lnTo>
                    <a:lnTo>
                      <a:pt x="45042" y="217143"/>
                    </a:lnTo>
                    <a:lnTo>
                      <a:pt x="32403" y="229671"/>
                    </a:lnTo>
                    <a:cubicBezTo>
                      <a:pt x="31956" y="230086"/>
                      <a:pt x="31061" y="230370"/>
                      <a:pt x="30208" y="23037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6" name="Freeform: Shape 345">
                <a:extLst>
                  <a:ext uri="{FF2B5EF4-FFF2-40B4-BE49-F238E27FC236}">
                    <a16:creationId xmlns:a16="http://schemas.microsoft.com/office/drawing/2014/main" id="{33AE5FC4-8E53-47E0-8C17-24E3AE5CA230}"/>
                  </a:ext>
                </a:extLst>
              </p:cNvPr>
              <p:cNvSpPr/>
              <p:nvPr/>
            </p:nvSpPr>
            <p:spPr>
              <a:xfrm>
                <a:off x="0" y="5727524"/>
                <a:ext cx="1028552" cy="57304"/>
              </a:xfrm>
              <a:custGeom>
                <a:avLst/>
                <a:gdLst>
                  <a:gd name="connsiteX0" fmla="*/ 1028192 w 1028552"/>
                  <a:gd name="connsiteY0" fmla="*/ 643 h 57304"/>
                  <a:gd name="connsiteX1" fmla="*/ 1024656 w 1028552"/>
                  <a:gd name="connsiteY1" fmla="*/ 228 h 57304"/>
                  <a:gd name="connsiteX2" fmla="*/ 989259 w 1028552"/>
                  <a:gd name="connsiteY2" fmla="*/ 13215 h 57304"/>
                  <a:gd name="connsiteX3" fmla="*/ 884692 w 1028552"/>
                  <a:gd name="connsiteY3" fmla="*/ 18126 h 57304"/>
                  <a:gd name="connsiteX4" fmla="*/ 779516 w 1028552"/>
                  <a:gd name="connsiteY4" fmla="*/ 24041 h 57304"/>
                  <a:gd name="connsiteX5" fmla="*/ 674340 w 1028552"/>
                  <a:gd name="connsiteY5" fmla="*/ 29214 h 57304"/>
                  <a:gd name="connsiteX6" fmla="*/ 569529 w 1028552"/>
                  <a:gd name="connsiteY6" fmla="*/ 36242 h 57304"/>
                  <a:gd name="connsiteX7" fmla="*/ 464353 w 1028552"/>
                  <a:gd name="connsiteY7" fmla="*/ 35543 h 57304"/>
                  <a:gd name="connsiteX8" fmla="*/ 359298 w 1028552"/>
                  <a:gd name="connsiteY8" fmla="*/ 41829 h 57304"/>
                  <a:gd name="connsiteX9" fmla="*/ 358364 w 1028552"/>
                  <a:gd name="connsiteY9" fmla="*/ 41982 h 57304"/>
                  <a:gd name="connsiteX10" fmla="*/ 318008 w 1028552"/>
                  <a:gd name="connsiteY10" fmla="*/ 54402 h 57304"/>
                  <a:gd name="connsiteX11" fmla="*/ 213157 w 1028552"/>
                  <a:gd name="connsiteY11" fmla="*/ 54511 h 57304"/>
                  <a:gd name="connsiteX12" fmla="*/ 107859 w 1028552"/>
                  <a:gd name="connsiteY12" fmla="*/ 52699 h 57304"/>
                  <a:gd name="connsiteX13" fmla="*/ 2479 w 1028552"/>
                  <a:gd name="connsiteY13" fmla="*/ 47679 h 57304"/>
                  <a:gd name="connsiteX14" fmla="*/ 0 w 1028552"/>
                  <a:gd name="connsiteY14" fmla="*/ 47635 h 57304"/>
                  <a:gd name="connsiteX15" fmla="*/ 0 w 1028552"/>
                  <a:gd name="connsiteY15" fmla="*/ 50451 h 57304"/>
                  <a:gd name="connsiteX16" fmla="*/ 2113 w 1028552"/>
                  <a:gd name="connsiteY16" fmla="*/ 50495 h 57304"/>
                  <a:gd name="connsiteX17" fmla="*/ 107533 w 1028552"/>
                  <a:gd name="connsiteY17" fmla="*/ 55449 h 57304"/>
                  <a:gd name="connsiteX18" fmla="*/ 213116 w 1028552"/>
                  <a:gd name="connsiteY18" fmla="*/ 57304 h 57304"/>
                  <a:gd name="connsiteX19" fmla="*/ 318618 w 1028552"/>
                  <a:gd name="connsiteY19" fmla="*/ 57195 h 57304"/>
                  <a:gd name="connsiteX20" fmla="*/ 319877 w 1028552"/>
                  <a:gd name="connsiteY20" fmla="*/ 56977 h 57304"/>
                  <a:gd name="connsiteX21" fmla="*/ 360355 w 1028552"/>
                  <a:gd name="connsiteY21" fmla="*/ 44514 h 57304"/>
                  <a:gd name="connsiteX22" fmla="*/ 464596 w 1028552"/>
                  <a:gd name="connsiteY22" fmla="*/ 38272 h 57304"/>
                  <a:gd name="connsiteX23" fmla="*/ 569813 w 1028552"/>
                  <a:gd name="connsiteY23" fmla="*/ 39014 h 57304"/>
                  <a:gd name="connsiteX24" fmla="*/ 674868 w 1028552"/>
                  <a:gd name="connsiteY24" fmla="*/ 31920 h 57304"/>
                  <a:gd name="connsiteX25" fmla="*/ 779963 w 1028552"/>
                  <a:gd name="connsiteY25" fmla="*/ 26747 h 57304"/>
                  <a:gd name="connsiteX26" fmla="*/ 885099 w 1028552"/>
                  <a:gd name="connsiteY26" fmla="*/ 20876 h 57304"/>
                  <a:gd name="connsiteX27" fmla="*/ 990316 w 1028552"/>
                  <a:gd name="connsiteY27" fmla="*/ 15921 h 57304"/>
                  <a:gd name="connsiteX28" fmla="*/ 991494 w 1028552"/>
                  <a:gd name="connsiteY28" fmla="*/ 15703 h 57304"/>
                  <a:gd name="connsiteX29" fmla="*/ 1027420 w 1028552"/>
                  <a:gd name="connsiteY29" fmla="*/ 2542 h 57304"/>
                  <a:gd name="connsiteX30" fmla="*/ 1028151 w 1028552"/>
                  <a:gd name="connsiteY30" fmla="*/ 577 h 57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28552" h="57304">
                    <a:moveTo>
                      <a:pt x="1028192" y="643"/>
                    </a:moveTo>
                    <a:cubicBezTo>
                      <a:pt x="1027420" y="10"/>
                      <a:pt x="1025794" y="-208"/>
                      <a:pt x="1024656" y="228"/>
                    </a:cubicBezTo>
                    <a:lnTo>
                      <a:pt x="989259" y="13215"/>
                    </a:lnTo>
                    <a:lnTo>
                      <a:pt x="884692" y="18126"/>
                    </a:lnTo>
                    <a:lnTo>
                      <a:pt x="779516" y="24041"/>
                    </a:lnTo>
                    <a:lnTo>
                      <a:pt x="674340" y="29214"/>
                    </a:lnTo>
                    <a:lnTo>
                      <a:pt x="569529" y="36242"/>
                    </a:lnTo>
                    <a:lnTo>
                      <a:pt x="464353" y="35543"/>
                    </a:lnTo>
                    <a:lnTo>
                      <a:pt x="359298" y="41829"/>
                    </a:lnTo>
                    <a:cubicBezTo>
                      <a:pt x="358932" y="41829"/>
                      <a:pt x="358648" y="41873"/>
                      <a:pt x="358364" y="41982"/>
                    </a:cubicBezTo>
                    <a:lnTo>
                      <a:pt x="318008" y="54402"/>
                    </a:lnTo>
                    <a:lnTo>
                      <a:pt x="213157" y="54511"/>
                    </a:lnTo>
                    <a:lnTo>
                      <a:pt x="107859" y="52699"/>
                    </a:lnTo>
                    <a:lnTo>
                      <a:pt x="2479" y="47679"/>
                    </a:lnTo>
                    <a:lnTo>
                      <a:pt x="0" y="47635"/>
                    </a:lnTo>
                    <a:lnTo>
                      <a:pt x="0" y="50451"/>
                    </a:lnTo>
                    <a:lnTo>
                      <a:pt x="2113" y="50495"/>
                    </a:lnTo>
                    <a:lnTo>
                      <a:pt x="107533" y="55449"/>
                    </a:lnTo>
                    <a:lnTo>
                      <a:pt x="213116" y="57304"/>
                    </a:lnTo>
                    <a:lnTo>
                      <a:pt x="318618" y="57195"/>
                    </a:lnTo>
                    <a:cubicBezTo>
                      <a:pt x="319065" y="57195"/>
                      <a:pt x="319471" y="57152"/>
                      <a:pt x="319877" y="56977"/>
                    </a:cubicBezTo>
                    <a:lnTo>
                      <a:pt x="360355" y="44514"/>
                    </a:lnTo>
                    <a:lnTo>
                      <a:pt x="464596" y="38272"/>
                    </a:lnTo>
                    <a:lnTo>
                      <a:pt x="569813" y="39014"/>
                    </a:lnTo>
                    <a:lnTo>
                      <a:pt x="674868" y="31920"/>
                    </a:lnTo>
                    <a:lnTo>
                      <a:pt x="779963" y="26747"/>
                    </a:lnTo>
                    <a:lnTo>
                      <a:pt x="885099" y="20876"/>
                    </a:lnTo>
                    <a:lnTo>
                      <a:pt x="990316" y="15921"/>
                    </a:lnTo>
                    <a:cubicBezTo>
                      <a:pt x="990722" y="15921"/>
                      <a:pt x="991169" y="15812"/>
                      <a:pt x="991494" y="15703"/>
                    </a:cubicBezTo>
                    <a:lnTo>
                      <a:pt x="1027420" y="2542"/>
                    </a:lnTo>
                    <a:cubicBezTo>
                      <a:pt x="1028598" y="2062"/>
                      <a:pt x="1028883" y="1210"/>
                      <a:pt x="1028151" y="57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7" name="Freeform: Shape 346">
                <a:extLst>
                  <a:ext uri="{FF2B5EF4-FFF2-40B4-BE49-F238E27FC236}">
                    <a16:creationId xmlns:a16="http://schemas.microsoft.com/office/drawing/2014/main" id="{BD42B806-B5D2-46DC-8523-DED2A36886E4}"/>
                  </a:ext>
                </a:extLst>
              </p:cNvPr>
              <p:cNvSpPr/>
              <p:nvPr/>
            </p:nvSpPr>
            <p:spPr>
              <a:xfrm>
                <a:off x="3569480" y="6116723"/>
                <a:ext cx="884871" cy="238454"/>
              </a:xfrm>
              <a:custGeom>
                <a:avLst/>
                <a:gdLst>
                  <a:gd name="connsiteX0" fmla="*/ 2532 w 884871"/>
                  <a:gd name="connsiteY0" fmla="*/ 238433 h 238454"/>
                  <a:gd name="connsiteX1" fmla="*/ 1231 w 884871"/>
                  <a:gd name="connsiteY1" fmla="*/ 238280 h 238454"/>
                  <a:gd name="connsiteX2" fmla="*/ 337 w 884871"/>
                  <a:gd name="connsiteY2" fmla="*/ 236316 h 238454"/>
                  <a:gd name="connsiteX3" fmla="*/ 25331 w 884871"/>
                  <a:gd name="connsiteY3" fmla="*/ 212656 h 238454"/>
                  <a:gd name="connsiteX4" fmla="*/ 49837 w 884871"/>
                  <a:gd name="connsiteY4" fmla="*/ 188952 h 238454"/>
                  <a:gd name="connsiteX5" fmla="*/ 73936 w 884871"/>
                  <a:gd name="connsiteY5" fmla="*/ 163961 h 238454"/>
                  <a:gd name="connsiteX6" fmla="*/ 97589 w 884871"/>
                  <a:gd name="connsiteY6" fmla="*/ 135390 h 238454"/>
                  <a:gd name="connsiteX7" fmla="*/ 120875 w 884871"/>
                  <a:gd name="connsiteY7" fmla="*/ 106470 h 238454"/>
                  <a:gd name="connsiteX8" fmla="*/ 143796 w 884871"/>
                  <a:gd name="connsiteY8" fmla="*/ 77113 h 238454"/>
                  <a:gd name="connsiteX9" fmla="*/ 166311 w 884871"/>
                  <a:gd name="connsiteY9" fmla="*/ 46731 h 238454"/>
                  <a:gd name="connsiteX10" fmla="*/ 188500 w 884871"/>
                  <a:gd name="connsiteY10" fmla="*/ 18291 h 238454"/>
                  <a:gd name="connsiteX11" fmla="*/ 189191 w 884871"/>
                  <a:gd name="connsiteY11" fmla="*/ 17810 h 238454"/>
                  <a:gd name="connsiteX12" fmla="*/ 210730 w 884871"/>
                  <a:gd name="connsiteY12" fmla="*/ 7530 h 238454"/>
                  <a:gd name="connsiteX13" fmla="*/ 232310 w 884871"/>
                  <a:gd name="connsiteY13" fmla="*/ 764 h 238454"/>
                  <a:gd name="connsiteX14" fmla="*/ 233570 w 884871"/>
                  <a:gd name="connsiteY14" fmla="*/ 589 h 238454"/>
                  <a:gd name="connsiteX15" fmla="*/ 364106 w 884871"/>
                  <a:gd name="connsiteY15" fmla="*/ 0 h 238454"/>
                  <a:gd name="connsiteX16" fmla="*/ 494479 w 884871"/>
                  <a:gd name="connsiteY16" fmla="*/ 546 h 238454"/>
                  <a:gd name="connsiteX17" fmla="*/ 625096 w 884871"/>
                  <a:gd name="connsiteY17" fmla="*/ 1702 h 238454"/>
                  <a:gd name="connsiteX18" fmla="*/ 754738 w 884871"/>
                  <a:gd name="connsiteY18" fmla="*/ 5544 h 238454"/>
                  <a:gd name="connsiteX19" fmla="*/ 882469 w 884871"/>
                  <a:gd name="connsiteY19" fmla="*/ 9647 h 238454"/>
                  <a:gd name="connsiteX20" fmla="*/ 884867 w 884871"/>
                  <a:gd name="connsiteY20" fmla="*/ 11132 h 238454"/>
                  <a:gd name="connsiteX21" fmla="*/ 882347 w 884871"/>
                  <a:gd name="connsiteY21" fmla="*/ 12463 h 238454"/>
                  <a:gd name="connsiteX22" fmla="*/ 882185 w 884871"/>
                  <a:gd name="connsiteY22" fmla="*/ 12463 h 238454"/>
                  <a:gd name="connsiteX23" fmla="*/ 754494 w 884871"/>
                  <a:gd name="connsiteY23" fmla="*/ 8360 h 238454"/>
                  <a:gd name="connsiteX24" fmla="*/ 624933 w 884871"/>
                  <a:gd name="connsiteY24" fmla="*/ 4518 h 238454"/>
                  <a:gd name="connsiteX25" fmla="*/ 494479 w 884871"/>
                  <a:gd name="connsiteY25" fmla="*/ 3296 h 238454"/>
                  <a:gd name="connsiteX26" fmla="*/ 364146 w 884871"/>
                  <a:gd name="connsiteY26" fmla="*/ 2816 h 238454"/>
                  <a:gd name="connsiteX27" fmla="*/ 234342 w 884871"/>
                  <a:gd name="connsiteY27" fmla="*/ 3405 h 238454"/>
                  <a:gd name="connsiteX28" fmla="*/ 213738 w 884871"/>
                  <a:gd name="connsiteY28" fmla="*/ 9800 h 238454"/>
                  <a:gd name="connsiteX29" fmla="*/ 193011 w 884871"/>
                  <a:gd name="connsiteY29" fmla="*/ 19709 h 238454"/>
                  <a:gd name="connsiteX30" fmla="*/ 171147 w 884871"/>
                  <a:gd name="connsiteY30" fmla="*/ 47844 h 238454"/>
                  <a:gd name="connsiteX31" fmla="*/ 148633 w 884871"/>
                  <a:gd name="connsiteY31" fmla="*/ 78226 h 238454"/>
                  <a:gd name="connsiteX32" fmla="*/ 125671 w 884871"/>
                  <a:gd name="connsiteY32" fmla="*/ 107583 h 238454"/>
                  <a:gd name="connsiteX33" fmla="*/ 102303 w 884871"/>
                  <a:gd name="connsiteY33" fmla="*/ 136569 h 238454"/>
                  <a:gd name="connsiteX34" fmla="*/ 78610 w 884871"/>
                  <a:gd name="connsiteY34" fmla="*/ 165227 h 238454"/>
                  <a:gd name="connsiteX35" fmla="*/ 54388 w 884871"/>
                  <a:gd name="connsiteY35" fmla="*/ 190327 h 238454"/>
                  <a:gd name="connsiteX36" fmla="*/ 29842 w 884871"/>
                  <a:gd name="connsiteY36" fmla="*/ 214031 h 238454"/>
                  <a:gd name="connsiteX37" fmla="*/ 4848 w 884871"/>
                  <a:gd name="connsiteY37" fmla="*/ 237756 h 238454"/>
                  <a:gd name="connsiteX38" fmla="*/ 2613 w 884871"/>
                  <a:gd name="connsiteY38" fmla="*/ 238455 h 238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884871" h="238454">
                    <a:moveTo>
                      <a:pt x="2532" y="238433"/>
                    </a:moveTo>
                    <a:cubicBezTo>
                      <a:pt x="2125" y="238433"/>
                      <a:pt x="1678" y="238368"/>
                      <a:pt x="1231" y="238280"/>
                    </a:cubicBezTo>
                    <a:cubicBezTo>
                      <a:pt x="53" y="237866"/>
                      <a:pt x="-354" y="236993"/>
                      <a:pt x="337" y="236316"/>
                    </a:cubicBezTo>
                    <a:lnTo>
                      <a:pt x="25331" y="212656"/>
                    </a:lnTo>
                    <a:lnTo>
                      <a:pt x="49837" y="188952"/>
                    </a:lnTo>
                    <a:lnTo>
                      <a:pt x="73936" y="163961"/>
                    </a:lnTo>
                    <a:lnTo>
                      <a:pt x="97589" y="135390"/>
                    </a:lnTo>
                    <a:lnTo>
                      <a:pt x="120875" y="106470"/>
                    </a:lnTo>
                    <a:lnTo>
                      <a:pt x="143796" y="77113"/>
                    </a:lnTo>
                    <a:lnTo>
                      <a:pt x="166311" y="46731"/>
                    </a:lnTo>
                    <a:lnTo>
                      <a:pt x="188500" y="18291"/>
                    </a:lnTo>
                    <a:cubicBezTo>
                      <a:pt x="188622" y="18072"/>
                      <a:pt x="188907" y="17920"/>
                      <a:pt x="189191" y="17810"/>
                    </a:cubicBezTo>
                    <a:lnTo>
                      <a:pt x="210730" y="7530"/>
                    </a:lnTo>
                    <a:lnTo>
                      <a:pt x="232310" y="764"/>
                    </a:lnTo>
                    <a:cubicBezTo>
                      <a:pt x="232717" y="655"/>
                      <a:pt x="233123" y="589"/>
                      <a:pt x="233570" y="589"/>
                    </a:cubicBezTo>
                    <a:lnTo>
                      <a:pt x="364106" y="0"/>
                    </a:lnTo>
                    <a:lnTo>
                      <a:pt x="494479" y="546"/>
                    </a:lnTo>
                    <a:lnTo>
                      <a:pt x="625096" y="1702"/>
                    </a:lnTo>
                    <a:lnTo>
                      <a:pt x="754738" y="5544"/>
                    </a:lnTo>
                    <a:lnTo>
                      <a:pt x="882469" y="9647"/>
                    </a:lnTo>
                    <a:cubicBezTo>
                      <a:pt x="883932" y="9691"/>
                      <a:pt x="884948" y="10346"/>
                      <a:pt x="884867" y="11132"/>
                    </a:cubicBezTo>
                    <a:cubicBezTo>
                      <a:pt x="884826" y="11874"/>
                      <a:pt x="883688" y="12463"/>
                      <a:pt x="882347" y="12463"/>
                    </a:cubicBezTo>
                    <a:lnTo>
                      <a:pt x="882185" y="12463"/>
                    </a:lnTo>
                    <a:lnTo>
                      <a:pt x="754494" y="8360"/>
                    </a:lnTo>
                    <a:lnTo>
                      <a:pt x="624933" y="4518"/>
                    </a:lnTo>
                    <a:lnTo>
                      <a:pt x="494479" y="3296"/>
                    </a:lnTo>
                    <a:lnTo>
                      <a:pt x="364146" y="2816"/>
                    </a:lnTo>
                    <a:lnTo>
                      <a:pt x="234342" y="3405"/>
                    </a:lnTo>
                    <a:lnTo>
                      <a:pt x="213738" y="9800"/>
                    </a:lnTo>
                    <a:lnTo>
                      <a:pt x="193011" y="19709"/>
                    </a:lnTo>
                    <a:lnTo>
                      <a:pt x="171147" y="47844"/>
                    </a:lnTo>
                    <a:lnTo>
                      <a:pt x="148633" y="78226"/>
                    </a:lnTo>
                    <a:lnTo>
                      <a:pt x="125671" y="107583"/>
                    </a:lnTo>
                    <a:lnTo>
                      <a:pt x="102303" y="136569"/>
                    </a:lnTo>
                    <a:lnTo>
                      <a:pt x="78610" y="165227"/>
                    </a:lnTo>
                    <a:lnTo>
                      <a:pt x="54388" y="190327"/>
                    </a:lnTo>
                    <a:lnTo>
                      <a:pt x="29842" y="214031"/>
                    </a:lnTo>
                    <a:lnTo>
                      <a:pt x="4848" y="237756"/>
                    </a:lnTo>
                    <a:cubicBezTo>
                      <a:pt x="4361" y="238171"/>
                      <a:pt x="3507" y="238455"/>
                      <a:pt x="2613" y="2384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8" name="Freeform: Shape 347">
                <a:extLst>
                  <a:ext uri="{FF2B5EF4-FFF2-40B4-BE49-F238E27FC236}">
                    <a16:creationId xmlns:a16="http://schemas.microsoft.com/office/drawing/2014/main" id="{EAC3ED96-A5A0-4CCA-8FC7-BC9734BBCD17}"/>
                  </a:ext>
                </a:extLst>
              </p:cNvPr>
              <p:cNvSpPr/>
              <p:nvPr/>
            </p:nvSpPr>
            <p:spPr>
              <a:xfrm>
                <a:off x="8990990" y="6453572"/>
                <a:ext cx="3201009" cy="9952"/>
              </a:xfrm>
              <a:custGeom>
                <a:avLst/>
                <a:gdLst>
                  <a:gd name="connsiteX0" fmla="*/ 3201009 w 3201009"/>
                  <a:gd name="connsiteY0" fmla="*/ 7137 h 9952"/>
                  <a:gd name="connsiteX1" fmla="*/ 2601 w 3201009"/>
                  <a:gd name="connsiteY1" fmla="*/ 0 h 9952"/>
                  <a:gd name="connsiteX2" fmla="*/ 2601 w 3201009"/>
                  <a:gd name="connsiteY2" fmla="*/ 0 h 9952"/>
                  <a:gd name="connsiteX3" fmla="*/ 0 w 3201009"/>
                  <a:gd name="connsiteY3" fmla="*/ 1440 h 9952"/>
                  <a:gd name="connsiteX4" fmla="*/ 2601 w 3201009"/>
                  <a:gd name="connsiteY4" fmla="*/ 2816 h 9952"/>
                  <a:gd name="connsiteX5" fmla="*/ 3201009 w 3201009"/>
                  <a:gd name="connsiteY5" fmla="*/ 9953 h 9952"/>
                  <a:gd name="connsiteX6" fmla="*/ 3201009 w 3201009"/>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009" h="9952">
                    <a:moveTo>
                      <a:pt x="3201009" y="7137"/>
                    </a:moveTo>
                    <a:lnTo>
                      <a:pt x="2601" y="0"/>
                    </a:lnTo>
                    <a:lnTo>
                      <a:pt x="2601" y="0"/>
                    </a:lnTo>
                    <a:cubicBezTo>
                      <a:pt x="1218" y="0"/>
                      <a:pt x="0" y="633"/>
                      <a:pt x="0" y="1440"/>
                    </a:cubicBezTo>
                    <a:cubicBezTo>
                      <a:pt x="0" y="2183"/>
                      <a:pt x="1218" y="2816"/>
                      <a:pt x="2601" y="2816"/>
                    </a:cubicBezTo>
                    <a:lnTo>
                      <a:pt x="3201009" y="9953"/>
                    </a:lnTo>
                    <a:lnTo>
                      <a:pt x="3201009"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49" name="Freeform: Shape 348">
                <a:extLst>
                  <a:ext uri="{FF2B5EF4-FFF2-40B4-BE49-F238E27FC236}">
                    <a16:creationId xmlns:a16="http://schemas.microsoft.com/office/drawing/2014/main" id="{D1D44F75-1E72-495C-B75E-F4E1961A8490}"/>
                  </a:ext>
                </a:extLst>
              </p:cNvPr>
              <p:cNvSpPr/>
              <p:nvPr/>
            </p:nvSpPr>
            <p:spPr>
              <a:xfrm>
                <a:off x="11373250" y="5973477"/>
                <a:ext cx="818749" cy="40442"/>
              </a:xfrm>
              <a:custGeom>
                <a:avLst/>
                <a:gdLst>
                  <a:gd name="connsiteX0" fmla="*/ 818749 w 818749"/>
                  <a:gd name="connsiteY0" fmla="*/ 30883 h 40442"/>
                  <a:gd name="connsiteX1" fmla="*/ 747995 w 818749"/>
                  <a:gd name="connsiteY1" fmla="*/ 37606 h 40442"/>
                  <a:gd name="connsiteX2" fmla="*/ 712963 w 818749"/>
                  <a:gd name="connsiteY2" fmla="*/ 29552 h 40442"/>
                  <a:gd name="connsiteX3" fmla="*/ 677444 w 818749"/>
                  <a:gd name="connsiteY3" fmla="*/ 16281 h 40442"/>
                  <a:gd name="connsiteX4" fmla="*/ 641924 w 818749"/>
                  <a:gd name="connsiteY4" fmla="*/ 304 h 40442"/>
                  <a:gd name="connsiteX5" fmla="*/ 639933 w 818749"/>
                  <a:gd name="connsiteY5" fmla="*/ 42 h 40442"/>
                  <a:gd name="connsiteX6" fmla="*/ 543982 w 818749"/>
                  <a:gd name="connsiteY6" fmla="*/ 8663 h 40442"/>
                  <a:gd name="connsiteX7" fmla="*/ 448031 w 818749"/>
                  <a:gd name="connsiteY7" fmla="*/ 14797 h 40442"/>
                  <a:gd name="connsiteX8" fmla="*/ 351877 w 818749"/>
                  <a:gd name="connsiteY8" fmla="*/ 17940 h 40442"/>
                  <a:gd name="connsiteX9" fmla="*/ 256901 w 818749"/>
                  <a:gd name="connsiteY9" fmla="*/ 22305 h 40442"/>
                  <a:gd name="connsiteX10" fmla="*/ 225039 w 818749"/>
                  <a:gd name="connsiteY10" fmla="*/ 5892 h 40442"/>
                  <a:gd name="connsiteX11" fmla="*/ 223373 w 818749"/>
                  <a:gd name="connsiteY11" fmla="*/ 5520 h 40442"/>
                  <a:gd name="connsiteX12" fmla="*/ 223251 w 818749"/>
                  <a:gd name="connsiteY12" fmla="*/ 5520 h 40442"/>
                  <a:gd name="connsiteX13" fmla="*/ 127301 w 818749"/>
                  <a:gd name="connsiteY13" fmla="*/ 6437 h 40442"/>
                  <a:gd name="connsiteX14" fmla="*/ 32243 w 818749"/>
                  <a:gd name="connsiteY14" fmla="*/ 16019 h 40442"/>
                  <a:gd name="connsiteX15" fmla="*/ 4039 w 818749"/>
                  <a:gd name="connsiteY15" fmla="*/ 18005 h 40442"/>
                  <a:gd name="connsiteX16" fmla="*/ 950 w 818749"/>
                  <a:gd name="connsiteY16" fmla="*/ 18005 h 40442"/>
                  <a:gd name="connsiteX17" fmla="*/ 544 w 818749"/>
                  <a:gd name="connsiteY17" fmla="*/ 19970 h 40442"/>
                  <a:gd name="connsiteX18" fmla="*/ 1032 w 818749"/>
                  <a:gd name="connsiteY18" fmla="*/ 20341 h 40442"/>
                  <a:gd name="connsiteX19" fmla="*/ 3308 w 818749"/>
                  <a:gd name="connsiteY19" fmla="*/ 20865 h 40442"/>
                  <a:gd name="connsiteX20" fmla="*/ 32974 w 818749"/>
                  <a:gd name="connsiteY20" fmla="*/ 18835 h 40442"/>
                  <a:gd name="connsiteX21" fmla="*/ 127706 w 818749"/>
                  <a:gd name="connsiteY21" fmla="*/ 9231 h 40442"/>
                  <a:gd name="connsiteX22" fmla="*/ 222276 w 818749"/>
                  <a:gd name="connsiteY22" fmla="*/ 8314 h 40442"/>
                  <a:gd name="connsiteX23" fmla="*/ 254097 w 818749"/>
                  <a:gd name="connsiteY23" fmla="*/ 24793 h 40442"/>
                  <a:gd name="connsiteX24" fmla="*/ 256088 w 818749"/>
                  <a:gd name="connsiteY24" fmla="*/ 25099 h 40442"/>
                  <a:gd name="connsiteX25" fmla="*/ 352120 w 818749"/>
                  <a:gd name="connsiteY25" fmla="*/ 20734 h 40442"/>
                  <a:gd name="connsiteX26" fmla="*/ 448357 w 818749"/>
                  <a:gd name="connsiteY26" fmla="*/ 17547 h 40442"/>
                  <a:gd name="connsiteX27" fmla="*/ 544510 w 818749"/>
                  <a:gd name="connsiteY27" fmla="*/ 11414 h 40442"/>
                  <a:gd name="connsiteX28" fmla="*/ 639365 w 818749"/>
                  <a:gd name="connsiteY28" fmla="*/ 2879 h 40442"/>
                  <a:gd name="connsiteX29" fmla="*/ 674192 w 818749"/>
                  <a:gd name="connsiteY29" fmla="*/ 18551 h 40442"/>
                  <a:gd name="connsiteX30" fmla="*/ 710403 w 818749"/>
                  <a:gd name="connsiteY30" fmla="*/ 31974 h 40442"/>
                  <a:gd name="connsiteX31" fmla="*/ 746532 w 818749"/>
                  <a:gd name="connsiteY31" fmla="*/ 40290 h 40442"/>
                  <a:gd name="connsiteX32" fmla="*/ 747507 w 818749"/>
                  <a:gd name="connsiteY32" fmla="*/ 40443 h 40442"/>
                  <a:gd name="connsiteX33" fmla="*/ 747914 w 818749"/>
                  <a:gd name="connsiteY33" fmla="*/ 40399 h 40442"/>
                  <a:gd name="connsiteX34" fmla="*/ 818546 w 818749"/>
                  <a:gd name="connsiteY34" fmla="*/ 33677 h 40442"/>
                  <a:gd name="connsiteX35" fmla="*/ 818546 w 818749"/>
                  <a:gd name="connsiteY35" fmla="*/ 30839 h 40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18749" h="40442">
                    <a:moveTo>
                      <a:pt x="818749" y="30883"/>
                    </a:moveTo>
                    <a:lnTo>
                      <a:pt x="747995" y="37606"/>
                    </a:lnTo>
                    <a:lnTo>
                      <a:pt x="712963" y="29552"/>
                    </a:lnTo>
                    <a:lnTo>
                      <a:pt x="677444" y="16281"/>
                    </a:lnTo>
                    <a:lnTo>
                      <a:pt x="641924" y="304"/>
                    </a:lnTo>
                    <a:cubicBezTo>
                      <a:pt x="641315" y="42"/>
                      <a:pt x="640542" y="-67"/>
                      <a:pt x="639933" y="42"/>
                    </a:cubicBezTo>
                    <a:lnTo>
                      <a:pt x="543982" y="8663"/>
                    </a:lnTo>
                    <a:lnTo>
                      <a:pt x="448031" y="14797"/>
                    </a:lnTo>
                    <a:lnTo>
                      <a:pt x="351877" y="17940"/>
                    </a:lnTo>
                    <a:lnTo>
                      <a:pt x="256901" y="22305"/>
                    </a:lnTo>
                    <a:lnTo>
                      <a:pt x="225039" y="5892"/>
                    </a:lnTo>
                    <a:cubicBezTo>
                      <a:pt x="224633" y="5630"/>
                      <a:pt x="223942" y="5520"/>
                      <a:pt x="223373" y="5520"/>
                    </a:cubicBezTo>
                    <a:lnTo>
                      <a:pt x="223251" y="5520"/>
                    </a:lnTo>
                    <a:lnTo>
                      <a:pt x="127301" y="6437"/>
                    </a:lnTo>
                    <a:lnTo>
                      <a:pt x="32243" y="16019"/>
                    </a:lnTo>
                    <a:lnTo>
                      <a:pt x="4039" y="18005"/>
                    </a:lnTo>
                    <a:cubicBezTo>
                      <a:pt x="3145" y="17634"/>
                      <a:pt x="1966" y="17591"/>
                      <a:pt x="950" y="18005"/>
                    </a:cubicBezTo>
                    <a:cubicBezTo>
                      <a:pt x="-147" y="18485"/>
                      <a:pt x="-310" y="19337"/>
                      <a:pt x="544" y="19970"/>
                    </a:cubicBezTo>
                    <a:lnTo>
                      <a:pt x="1032" y="20341"/>
                    </a:lnTo>
                    <a:cubicBezTo>
                      <a:pt x="1519" y="20712"/>
                      <a:pt x="2333" y="20930"/>
                      <a:pt x="3308" y="20865"/>
                    </a:cubicBezTo>
                    <a:lnTo>
                      <a:pt x="32974" y="18835"/>
                    </a:lnTo>
                    <a:lnTo>
                      <a:pt x="127706" y="9231"/>
                    </a:lnTo>
                    <a:lnTo>
                      <a:pt x="222276" y="8314"/>
                    </a:lnTo>
                    <a:lnTo>
                      <a:pt x="254097" y="24793"/>
                    </a:lnTo>
                    <a:cubicBezTo>
                      <a:pt x="254706" y="25055"/>
                      <a:pt x="255397" y="25164"/>
                      <a:pt x="256088" y="25099"/>
                    </a:cubicBezTo>
                    <a:lnTo>
                      <a:pt x="352120" y="20734"/>
                    </a:lnTo>
                    <a:lnTo>
                      <a:pt x="448357" y="17547"/>
                    </a:lnTo>
                    <a:lnTo>
                      <a:pt x="544510" y="11414"/>
                    </a:lnTo>
                    <a:lnTo>
                      <a:pt x="639365" y="2879"/>
                    </a:lnTo>
                    <a:lnTo>
                      <a:pt x="674192" y="18551"/>
                    </a:lnTo>
                    <a:lnTo>
                      <a:pt x="710403" y="31974"/>
                    </a:lnTo>
                    <a:lnTo>
                      <a:pt x="746532" y="40290"/>
                    </a:lnTo>
                    <a:cubicBezTo>
                      <a:pt x="746817" y="40399"/>
                      <a:pt x="747141" y="40443"/>
                      <a:pt x="747507" y="40443"/>
                    </a:cubicBezTo>
                    <a:cubicBezTo>
                      <a:pt x="747629" y="40443"/>
                      <a:pt x="747792" y="40399"/>
                      <a:pt x="747914" y="40399"/>
                    </a:cubicBezTo>
                    <a:lnTo>
                      <a:pt x="818546" y="33677"/>
                    </a:lnTo>
                    <a:lnTo>
                      <a:pt x="818546" y="3083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0" name="Freeform: Shape 349">
                <a:extLst>
                  <a:ext uri="{FF2B5EF4-FFF2-40B4-BE49-F238E27FC236}">
                    <a16:creationId xmlns:a16="http://schemas.microsoft.com/office/drawing/2014/main" id="{8E4E36E9-DE7B-427E-B8D7-E88C3CDE6250}"/>
                  </a:ext>
                </a:extLst>
              </p:cNvPr>
              <p:cNvSpPr/>
              <p:nvPr/>
            </p:nvSpPr>
            <p:spPr>
              <a:xfrm>
                <a:off x="81" y="5496785"/>
                <a:ext cx="4078264" cy="732278"/>
              </a:xfrm>
              <a:custGeom>
                <a:avLst/>
                <a:gdLst>
                  <a:gd name="connsiteX0" fmla="*/ 4077858 w 4078264"/>
                  <a:gd name="connsiteY0" fmla="*/ 6568 h 732278"/>
                  <a:gd name="connsiteX1" fmla="*/ 4076964 w 4078264"/>
                  <a:gd name="connsiteY1" fmla="*/ 5651 h 732278"/>
                  <a:gd name="connsiteX2" fmla="*/ 4065951 w 4078264"/>
                  <a:gd name="connsiteY2" fmla="*/ 369 h 732278"/>
                  <a:gd name="connsiteX3" fmla="*/ 4062375 w 4078264"/>
                  <a:gd name="connsiteY3" fmla="*/ 522 h 732278"/>
                  <a:gd name="connsiteX4" fmla="*/ 4062618 w 4078264"/>
                  <a:gd name="connsiteY4" fmla="*/ 2487 h 732278"/>
                  <a:gd name="connsiteX5" fmla="*/ 4072900 w 4078264"/>
                  <a:gd name="connsiteY5" fmla="*/ 7398 h 732278"/>
                  <a:gd name="connsiteX6" fmla="*/ 4073144 w 4078264"/>
                  <a:gd name="connsiteY6" fmla="*/ 8576 h 732278"/>
                  <a:gd name="connsiteX7" fmla="*/ 4072128 w 4078264"/>
                  <a:gd name="connsiteY7" fmla="*/ 12570 h 732278"/>
                  <a:gd name="connsiteX8" fmla="*/ 4063309 w 4078264"/>
                  <a:gd name="connsiteY8" fmla="*/ 24248 h 732278"/>
                  <a:gd name="connsiteX9" fmla="*/ 4050305 w 4078264"/>
                  <a:gd name="connsiteY9" fmla="*/ 37344 h 732278"/>
                  <a:gd name="connsiteX10" fmla="*/ 4029944 w 4078264"/>
                  <a:gd name="connsiteY10" fmla="*/ 65805 h 732278"/>
                  <a:gd name="connsiteX11" fmla="*/ 4004585 w 4078264"/>
                  <a:gd name="connsiteY11" fmla="*/ 97454 h 732278"/>
                  <a:gd name="connsiteX12" fmla="*/ 3976218 w 4078264"/>
                  <a:gd name="connsiteY12" fmla="*/ 130914 h 732278"/>
                  <a:gd name="connsiteX13" fmla="*/ 3947241 w 4078264"/>
                  <a:gd name="connsiteY13" fmla="*/ 162933 h 732278"/>
                  <a:gd name="connsiteX14" fmla="*/ 3920175 w 4078264"/>
                  <a:gd name="connsiteY14" fmla="*/ 187597 h 732278"/>
                  <a:gd name="connsiteX15" fmla="*/ 3895344 w 4078264"/>
                  <a:gd name="connsiteY15" fmla="*/ 201719 h 732278"/>
                  <a:gd name="connsiteX16" fmla="*/ 3872139 w 4078264"/>
                  <a:gd name="connsiteY16" fmla="*/ 215688 h 732278"/>
                  <a:gd name="connsiteX17" fmla="*/ 3871570 w 4078264"/>
                  <a:gd name="connsiteY17" fmla="*/ 216212 h 732278"/>
                  <a:gd name="connsiteX18" fmla="*/ 3828613 w 4078264"/>
                  <a:gd name="connsiteY18" fmla="*/ 292736 h 732278"/>
                  <a:gd name="connsiteX19" fmla="*/ 3796548 w 4078264"/>
                  <a:gd name="connsiteY19" fmla="*/ 347193 h 732278"/>
                  <a:gd name="connsiteX20" fmla="*/ 3780373 w 4078264"/>
                  <a:gd name="connsiteY20" fmla="*/ 368452 h 732278"/>
                  <a:gd name="connsiteX21" fmla="*/ 3763914 w 4078264"/>
                  <a:gd name="connsiteY21" fmla="*/ 383534 h 732278"/>
                  <a:gd name="connsiteX22" fmla="*/ 3747577 w 4078264"/>
                  <a:gd name="connsiteY22" fmla="*/ 398878 h 732278"/>
                  <a:gd name="connsiteX23" fmla="*/ 3730874 w 4078264"/>
                  <a:gd name="connsiteY23" fmla="*/ 408307 h 732278"/>
                  <a:gd name="connsiteX24" fmla="*/ 3713602 w 4078264"/>
                  <a:gd name="connsiteY24" fmla="*/ 417409 h 732278"/>
                  <a:gd name="connsiteX25" fmla="*/ 3696330 w 4078264"/>
                  <a:gd name="connsiteY25" fmla="*/ 429021 h 732278"/>
                  <a:gd name="connsiteX26" fmla="*/ 3678936 w 4078264"/>
                  <a:gd name="connsiteY26" fmla="*/ 440109 h 732278"/>
                  <a:gd name="connsiteX27" fmla="*/ 3678083 w 4078264"/>
                  <a:gd name="connsiteY27" fmla="*/ 440523 h 732278"/>
                  <a:gd name="connsiteX28" fmla="*/ 3590463 w 4078264"/>
                  <a:gd name="connsiteY28" fmla="*/ 436158 h 732278"/>
                  <a:gd name="connsiteX29" fmla="*/ 3589528 w 4078264"/>
                  <a:gd name="connsiteY29" fmla="*/ 436224 h 732278"/>
                  <a:gd name="connsiteX30" fmla="*/ 3571403 w 4078264"/>
                  <a:gd name="connsiteY30" fmla="*/ 439039 h 732278"/>
                  <a:gd name="connsiteX31" fmla="*/ 3559536 w 4078264"/>
                  <a:gd name="connsiteY31" fmla="*/ 436704 h 732278"/>
                  <a:gd name="connsiteX32" fmla="*/ 3537915 w 4078264"/>
                  <a:gd name="connsiteY32" fmla="*/ 434041 h 732278"/>
                  <a:gd name="connsiteX33" fmla="*/ 3454563 w 4078264"/>
                  <a:gd name="connsiteY33" fmla="*/ 421469 h 732278"/>
                  <a:gd name="connsiteX34" fmla="*/ 3416077 w 4078264"/>
                  <a:gd name="connsiteY34" fmla="*/ 415445 h 732278"/>
                  <a:gd name="connsiteX35" fmla="*/ 3414898 w 4078264"/>
                  <a:gd name="connsiteY35" fmla="*/ 415401 h 732278"/>
                  <a:gd name="connsiteX36" fmla="*/ 3414410 w 4078264"/>
                  <a:gd name="connsiteY36" fmla="*/ 415510 h 732278"/>
                  <a:gd name="connsiteX37" fmla="*/ 3349915 w 4078264"/>
                  <a:gd name="connsiteY37" fmla="*/ 405863 h 732278"/>
                  <a:gd name="connsiteX38" fmla="*/ 3246323 w 4078264"/>
                  <a:gd name="connsiteY38" fmla="*/ 394251 h 732278"/>
                  <a:gd name="connsiteX39" fmla="*/ 3144114 w 4078264"/>
                  <a:gd name="connsiteY39" fmla="*/ 387921 h 732278"/>
                  <a:gd name="connsiteX40" fmla="*/ 3042473 w 4078264"/>
                  <a:gd name="connsiteY40" fmla="*/ 374913 h 732278"/>
                  <a:gd name="connsiteX41" fmla="*/ 2941320 w 4078264"/>
                  <a:gd name="connsiteY41" fmla="*/ 362384 h 732278"/>
                  <a:gd name="connsiteX42" fmla="*/ 2738486 w 4078264"/>
                  <a:gd name="connsiteY42" fmla="*/ 340056 h 732278"/>
                  <a:gd name="connsiteX43" fmla="*/ 2635707 w 4078264"/>
                  <a:gd name="connsiteY43" fmla="*/ 328269 h 732278"/>
                  <a:gd name="connsiteX44" fmla="*/ 2531588 w 4078264"/>
                  <a:gd name="connsiteY44" fmla="*/ 317182 h 732278"/>
                  <a:gd name="connsiteX45" fmla="*/ 2426127 w 4078264"/>
                  <a:gd name="connsiteY45" fmla="*/ 303322 h 732278"/>
                  <a:gd name="connsiteX46" fmla="*/ 2319731 w 4078264"/>
                  <a:gd name="connsiteY46" fmla="*/ 289833 h 732278"/>
                  <a:gd name="connsiteX47" fmla="*/ 2212767 w 4078264"/>
                  <a:gd name="connsiteY47" fmla="*/ 273419 h 732278"/>
                  <a:gd name="connsiteX48" fmla="*/ 2105802 w 4078264"/>
                  <a:gd name="connsiteY48" fmla="*/ 256482 h 732278"/>
                  <a:gd name="connsiteX49" fmla="*/ 1999285 w 4078264"/>
                  <a:gd name="connsiteY49" fmla="*/ 241291 h 732278"/>
                  <a:gd name="connsiteX50" fmla="*/ 1893377 w 4078264"/>
                  <a:gd name="connsiteY50" fmla="*/ 227605 h 732278"/>
                  <a:gd name="connsiteX51" fmla="*/ 1788810 w 4078264"/>
                  <a:gd name="connsiteY51" fmla="*/ 219028 h 732278"/>
                  <a:gd name="connsiteX52" fmla="*/ 1786494 w 4078264"/>
                  <a:gd name="connsiteY52" fmla="*/ 219508 h 732278"/>
                  <a:gd name="connsiteX53" fmla="*/ 1755445 w 4078264"/>
                  <a:gd name="connsiteY53" fmla="*/ 241138 h 732278"/>
                  <a:gd name="connsiteX54" fmla="*/ 1724030 w 4078264"/>
                  <a:gd name="connsiteY54" fmla="*/ 266828 h 732278"/>
                  <a:gd name="connsiteX55" fmla="*/ 1692981 w 4078264"/>
                  <a:gd name="connsiteY55" fmla="*/ 291557 h 732278"/>
                  <a:gd name="connsiteX56" fmla="*/ 1588455 w 4078264"/>
                  <a:gd name="connsiteY56" fmla="*/ 286930 h 732278"/>
                  <a:gd name="connsiteX57" fmla="*/ 1482547 w 4078264"/>
                  <a:gd name="connsiteY57" fmla="*/ 282456 h 732278"/>
                  <a:gd name="connsiteX58" fmla="*/ 1376599 w 4078264"/>
                  <a:gd name="connsiteY58" fmla="*/ 278309 h 732278"/>
                  <a:gd name="connsiteX59" fmla="*/ 1270813 w 4078264"/>
                  <a:gd name="connsiteY59" fmla="*/ 276017 h 732278"/>
                  <a:gd name="connsiteX60" fmla="*/ 1165149 w 4078264"/>
                  <a:gd name="connsiteY60" fmla="*/ 270735 h 732278"/>
                  <a:gd name="connsiteX61" fmla="*/ 1059485 w 4078264"/>
                  <a:gd name="connsiteY61" fmla="*/ 262834 h 732278"/>
                  <a:gd name="connsiteX62" fmla="*/ 1057209 w 4078264"/>
                  <a:gd name="connsiteY62" fmla="*/ 263314 h 732278"/>
                  <a:gd name="connsiteX63" fmla="*/ 983488 w 4078264"/>
                  <a:gd name="connsiteY63" fmla="*/ 311376 h 732278"/>
                  <a:gd name="connsiteX64" fmla="*/ 946790 w 4078264"/>
                  <a:gd name="connsiteY64" fmla="*/ 331303 h 732278"/>
                  <a:gd name="connsiteX65" fmla="*/ 840191 w 4078264"/>
                  <a:gd name="connsiteY65" fmla="*/ 323795 h 732278"/>
                  <a:gd name="connsiteX66" fmla="*/ 837916 w 4078264"/>
                  <a:gd name="connsiteY66" fmla="*/ 324341 h 732278"/>
                  <a:gd name="connsiteX67" fmla="*/ 799186 w 4078264"/>
                  <a:gd name="connsiteY67" fmla="*/ 349376 h 732278"/>
                  <a:gd name="connsiteX68" fmla="*/ 760700 w 4078264"/>
                  <a:gd name="connsiteY68" fmla="*/ 367819 h 732278"/>
                  <a:gd name="connsiteX69" fmla="*/ 704535 w 4078264"/>
                  <a:gd name="connsiteY69" fmla="*/ 361861 h 732278"/>
                  <a:gd name="connsiteX70" fmla="*/ 703600 w 4078264"/>
                  <a:gd name="connsiteY70" fmla="*/ 361861 h 732278"/>
                  <a:gd name="connsiteX71" fmla="*/ 702544 w 4078264"/>
                  <a:gd name="connsiteY71" fmla="*/ 362079 h 732278"/>
                  <a:gd name="connsiteX72" fmla="*/ 662595 w 4078264"/>
                  <a:gd name="connsiteY72" fmla="*/ 372730 h 732278"/>
                  <a:gd name="connsiteX73" fmla="*/ 621670 w 4078264"/>
                  <a:gd name="connsiteY73" fmla="*/ 384516 h 732278"/>
                  <a:gd name="connsiteX74" fmla="*/ 605699 w 4078264"/>
                  <a:gd name="connsiteY74" fmla="*/ 389908 h 732278"/>
                  <a:gd name="connsiteX75" fmla="*/ 575056 w 4078264"/>
                  <a:gd name="connsiteY75" fmla="*/ 389253 h 732278"/>
                  <a:gd name="connsiteX76" fmla="*/ 573999 w 4078264"/>
                  <a:gd name="connsiteY76" fmla="*/ 389362 h 732278"/>
                  <a:gd name="connsiteX77" fmla="*/ 529783 w 4078264"/>
                  <a:gd name="connsiteY77" fmla="*/ 398747 h 732278"/>
                  <a:gd name="connsiteX78" fmla="*/ 528483 w 4078264"/>
                  <a:gd name="connsiteY78" fmla="*/ 399380 h 732278"/>
                  <a:gd name="connsiteX79" fmla="*/ 482600 w 4078264"/>
                  <a:gd name="connsiteY79" fmla="*/ 445740 h 732278"/>
                  <a:gd name="connsiteX80" fmla="*/ 436270 w 4078264"/>
                  <a:gd name="connsiteY80" fmla="*/ 486250 h 732278"/>
                  <a:gd name="connsiteX81" fmla="*/ 389250 w 4078264"/>
                  <a:gd name="connsiteY81" fmla="*/ 519710 h 732278"/>
                  <a:gd name="connsiteX82" fmla="*/ 341457 w 4078264"/>
                  <a:gd name="connsiteY82" fmla="*/ 554654 h 732278"/>
                  <a:gd name="connsiteX83" fmla="*/ 293096 w 4078264"/>
                  <a:gd name="connsiteY83" fmla="*/ 587853 h 732278"/>
                  <a:gd name="connsiteX84" fmla="*/ 243881 w 4078264"/>
                  <a:gd name="connsiteY84" fmla="*/ 617384 h 732278"/>
                  <a:gd name="connsiteX85" fmla="*/ 194015 w 4078264"/>
                  <a:gd name="connsiteY85" fmla="*/ 647766 h 732278"/>
                  <a:gd name="connsiteX86" fmla="*/ 143500 w 4078264"/>
                  <a:gd name="connsiteY86" fmla="*/ 673980 h 732278"/>
                  <a:gd name="connsiteX87" fmla="*/ 92253 w 4078264"/>
                  <a:gd name="connsiteY87" fmla="*/ 695566 h 732278"/>
                  <a:gd name="connsiteX88" fmla="*/ 40071 w 4078264"/>
                  <a:gd name="connsiteY88" fmla="*/ 714534 h 732278"/>
                  <a:gd name="connsiteX89" fmla="*/ 0 w 4078264"/>
                  <a:gd name="connsiteY89" fmla="*/ 728917 h 732278"/>
                  <a:gd name="connsiteX90" fmla="*/ 0 w 4078264"/>
                  <a:gd name="connsiteY90" fmla="*/ 732279 h 732278"/>
                  <a:gd name="connsiteX91" fmla="*/ 42875 w 4078264"/>
                  <a:gd name="connsiteY91" fmla="*/ 716935 h 732278"/>
                  <a:gd name="connsiteX92" fmla="*/ 95220 w 4078264"/>
                  <a:gd name="connsiteY92" fmla="*/ 697858 h 732278"/>
                  <a:gd name="connsiteX93" fmla="*/ 146792 w 4078264"/>
                  <a:gd name="connsiteY93" fmla="*/ 676119 h 732278"/>
                  <a:gd name="connsiteX94" fmla="*/ 197632 w 4078264"/>
                  <a:gd name="connsiteY94" fmla="*/ 649753 h 732278"/>
                  <a:gd name="connsiteX95" fmla="*/ 247660 w 4078264"/>
                  <a:gd name="connsiteY95" fmla="*/ 619326 h 732278"/>
                  <a:gd name="connsiteX96" fmla="*/ 296916 w 4078264"/>
                  <a:gd name="connsiteY96" fmla="*/ 589686 h 732278"/>
                  <a:gd name="connsiteX97" fmla="*/ 345481 w 4078264"/>
                  <a:gd name="connsiteY97" fmla="*/ 556422 h 732278"/>
                  <a:gd name="connsiteX98" fmla="*/ 393273 w 4078264"/>
                  <a:gd name="connsiteY98" fmla="*/ 521413 h 732278"/>
                  <a:gd name="connsiteX99" fmla="*/ 440456 w 4078264"/>
                  <a:gd name="connsiteY99" fmla="*/ 487843 h 732278"/>
                  <a:gd name="connsiteX100" fmla="*/ 487030 w 4078264"/>
                  <a:gd name="connsiteY100" fmla="*/ 447180 h 732278"/>
                  <a:gd name="connsiteX101" fmla="*/ 532506 w 4078264"/>
                  <a:gd name="connsiteY101" fmla="*/ 401192 h 732278"/>
                  <a:gd name="connsiteX102" fmla="*/ 575300 w 4078264"/>
                  <a:gd name="connsiteY102" fmla="*/ 392090 h 732278"/>
                  <a:gd name="connsiteX103" fmla="*/ 606227 w 4078264"/>
                  <a:gd name="connsiteY103" fmla="*/ 392723 h 732278"/>
                  <a:gd name="connsiteX104" fmla="*/ 607690 w 4078264"/>
                  <a:gd name="connsiteY104" fmla="*/ 392505 h 732278"/>
                  <a:gd name="connsiteX105" fmla="*/ 624149 w 4078264"/>
                  <a:gd name="connsiteY105" fmla="*/ 386961 h 732278"/>
                  <a:gd name="connsiteX106" fmla="*/ 664870 w 4078264"/>
                  <a:gd name="connsiteY106" fmla="*/ 375240 h 732278"/>
                  <a:gd name="connsiteX107" fmla="*/ 704291 w 4078264"/>
                  <a:gd name="connsiteY107" fmla="*/ 364698 h 732278"/>
                  <a:gd name="connsiteX108" fmla="*/ 760903 w 4078264"/>
                  <a:gd name="connsiteY108" fmla="*/ 370722 h 732278"/>
                  <a:gd name="connsiteX109" fmla="*/ 763016 w 4078264"/>
                  <a:gd name="connsiteY109" fmla="*/ 370395 h 732278"/>
                  <a:gd name="connsiteX110" fmla="*/ 802721 w 4078264"/>
                  <a:gd name="connsiteY110" fmla="*/ 351362 h 732278"/>
                  <a:gd name="connsiteX111" fmla="*/ 840882 w 4078264"/>
                  <a:gd name="connsiteY111" fmla="*/ 326742 h 732278"/>
                  <a:gd name="connsiteX112" fmla="*/ 947400 w 4078264"/>
                  <a:gd name="connsiteY112" fmla="*/ 334206 h 732278"/>
                  <a:gd name="connsiteX113" fmla="*/ 949472 w 4078264"/>
                  <a:gd name="connsiteY113" fmla="*/ 333835 h 732278"/>
                  <a:gd name="connsiteX114" fmla="*/ 987227 w 4078264"/>
                  <a:gd name="connsiteY114" fmla="*/ 313318 h 732278"/>
                  <a:gd name="connsiteX115" fmla="*/ 1060216 w 4078264"/>
                  <a:gd name="connsiteY115" fmla="*/ 265736 h 732278"/>
                  <a:gd name="connsiteX116" fmla="*/ 1164621 w 4078264"/>
                  <a:gd name="connsiteY116" fmla="*/ 273507 h 732278"/>
                  <a:gd name="connsiteX117" fmla="*/ 1270488 w 4078264"/>
                  <a:gd name="connsiteY117" fmla="*/ 278789 h 732278"/>
                  <a:gd name="connsiteX118" fmla="*/ 1376314 w 4078264"/>
                  <a:gd name="connsiteY118" fmla="*/ 281080 h 732278"/>
                  <a:gd name="connsiteX119" fmla="*/ 1482182 w 4078264"/>
                  <a:gd name="connsiteY119" fmla="*/ 285293 h 732278"/>
                  <a:gd name="connsiteX120" fmla="*/ 1588089 w 4078264"/>
                  <a:gd name="connsiteY120" fmla="*/ 289767 h 732278"/>
                  <a:gd name="connsiteX121" fmla="*/ 1694119 w 4078264"/>
                  <a:gd name="connsiteY121" fmla="*/ 294460 h 732278"/>
                  <a:gd name="connsiteX122" fmla="*/ 1696395 w 4078264"/>
                  <a:gd name="connsiteY122" fmla="*/ 293871 h 732278"/>
                  <a:gd name="connsiteX123" fmla="*/ 1728257 w 4078264"/>
                  <a:gd name="connsiteY123" fmla="*/ 268443 h 732278"/>
                  <a:gd name="connsiteX124" fmla="*/ 1759590 w 4078264"/>
                  <a:gd name="connsiteY124" fmla="*/ 242819 h 732278"/>
                  <a:gd name="connsiteX125" fmla="*/ 1789623 w 4078264"/>
                  <a:gd name="connsiteY125" fmla="*/ 221931 h 732278"/>
                  <a:gd name="connsiteX126" fmla="*/ 1892524 w 4078264"/>
                  <a:gd name="connsiteY126" fmla="*/ 230399 h 732278"/>
                  <a:gd name="connsiteX127" fmla="*/ 1998188 w 4078264"/>
                  <a:gd name="connsiteY127" fmla="*/ 244041 h 732278"/>
                  <a:gd name="connsiteX128" fmla="*/ 2104543 w 4078264"/>
                  <a:gd name="connsiteY128" fmla="*/ 259232 h 732278"/>
                  <a:gd name="connsiteX129" fmla="*/ 2206996 w 4078264"/>
                  <a:gd name="connsiteY129" fmla="*/ 275427 h 732278"/>
                  <a:gd name="connsiteX130" fmla="*/ 2318512 w 4078264"/>
                  <a:gd name="connsiteY130" fmla="*/ 292583 h 732278"/>
                  <a:gd name="connsiteX131" fmla="*/ 2425070 w 4078264"/>
                  <a:gd name="connsiteY131" fmla="*/ 306072 h 732278"/>
                  <a:gd name="connsiteX132" fmla="*/ 2530653 w 4078264"/>
                  <a:gd name="connsiteY132" fmla="*/ 319932 h 732278"/>
                  <a:gd name="connsiteX133" fmla="*/ 2634854 w 4078264"/>
                  <a:gd name="connsiteY133" fmla="*/ 331063 h 732278"/>
                  <a:gd name="connsiteX134" fmla="*/ 2737633 w 4078264"/>
                  <a:gd name="connsiteY134" fmla="*/ 342850 h 732278"/>
                  <a:gd name="connsiteX135" fmla="*/ 2940426 w 4078264"/>
                  <a:gd name="connsiteY135" fmla="*/ 365178 h 732278"/>
                  <a:gd name="connsiteX136" fmla="*/ 3041538 w 4078264"/>
                  <a:gd name="connsiteY136" fmla="*/ 377641 h 732278"/>
                  <a:gd name="connsiteX137" fmla="*/ 3143382 w 4078264"/>
                  <a:gd name="connsiteY137" fmla="*/ 390693 h 732278"/>
                  <a:gd name="connsiteX138" fmla="*/ 3245673 w 4078264"/>
                  <a:gd name="connsiteY138" fmla="*/ 397023 h 732278"/>
                  <a:gd name="connsiteX139" fmla="*/ 3348899 w 4078264"/>
                  <a:gd name="connsiteY139" fmla="*/ 408635 h 732278"/>
                  <a:gd name="connsiteX140" fmla="*/ 3413801 w 4078264"/>
                  <a:gd name="connsiteY140" fmla="*/ 418282 h 732278"/>
                  <a:gd name="connsiteX141" fmla="*/ 3414939 w 4078264"/>
                  <a:gd name="connsiteY141" fmla="*/ 418326 h 732278"/>
                  <a:gd name="connsiteX142" fmla="*/ 3415426 w 4078264"/>
                  <a:gd name="connsiteY142" fmla="*/ 418282 h 732278"/>
                  <a:gd name="connsiteX143" fmla="*/ 3453344 w 4078264"/>
                  <a:gd name="connsiteY143" fmla="*/ 424197 h 732278"/>
                  <a:gd name="connsiteX144" fmla="*/ 3536818 w 4078264"/>
                  <a:gd name="connsiteY144" fmla="*/ 436769 h 732278"/>
                  <a:gd name="connsiteX145" fmla="*/ 3558276 w 4078264"/>
                  <a:gd name="connsiteY145" fmla="*/ 439432 h 732278"/>
                  <a:gd name="connsiteX146" fmla="*/ 3570631 w 4078264"/>
                  <a:gd name="connsiteY146" fmla="*/ 441877 h 732278"/>
                  <a:gd name="connsiteX147" fmla="*/ 3572175 w 4078264"/>
                  <a:gd name="connsiteY147" fmla="*/ 441877 h 732278"/>
                  <a:gd name="connsiteX148" fmla="*/ 3590625 w 4078264"/>
                  <a:gd name="connsiteY148" fmla="*/ 438996 h 732278"/>
                  <a:gd name="connsiteX149" fmla="*/ 3678977 w 4078264"/>
                  <a:gd name="connsiteY149" fmla="*/ 443426 h 732278"/>
                  <a:gd name="connsiteX150" fmla="*/ 3681009 w 4078264"/>
                  <a:gd name="connsiteY150" fmla="*/ 443055 h 732278"/>
                  <a:gd name="connsiteX151" fmla="*/ 3700353 w 4078264"/>
                  <a:gd name="connsiteY151" fmla="*/ 430854 h 732278"/>
                  <a:gd name="connsiteX152" fmla="*/ 3717463 w 4078264"/>
                  <a:gd name="connsiteY152" fmla="*/ 419352 h 732278"/>
                  <a:gd name="connsiteX153" fmla="*/ 3734532 w 4078264"/>
                  <a:gd name="connsiteY153" fmla="*/ 410359 h 732278"/>
                  <a:gd name="connsiteX154" fmla="*/ 3751763 w 4078264"/>
                  <a:gd name="connsiteY154" fmla="*/ 400603 h 732278"/>
                  <a:gd name="connsiteX155" fmla="*/ 3768425 w 4078264"/>
                  <a:gd name="connsiteY155" fmla="*/ 384997 h 732278"/>
                  <a:gd name="connsiteX156" fmla="*/ 3785047 w 4078264"/>
                  <a:gd name="connsiteY156" fmla="*/ 369762 h 732278"/>
                  <a:gd name="connsiteX157" fmla="*/ 3801466 w 4078264"/>
                  <a:gd name="connsiteY157" fmla="*/ 348175 h 732278"/>
                  <a:gd name="connsiteX158" fmla="*/ 3833612 w 4078264"/>
                  <a:gd name="connsiteY158" fmla="*/ 293609 h 732278"/>
                  <a:gd name="connsiteX159" fmla="*/ 3876406 w 4078264"/>
                  <a:gd name="connsiteY159" fmla="*/ 217347 h 732278"/>
                  <a:gd name="connsiteX160" fmla="*/ 3899124 w 4078264"/>
                  <a:gd name="connsiteY160" fmla="*/ 203705 h 732278"/>
                  <a:gd name="connsiteX161" fmla="*/ 3924239 w 4078264"/>
                  <a:gd name="connsiteY161" fmla="*/ 189322 h 732278"/>
                  <a:gd name="connsiteX162" fmla="*/ 3951753 w 4078264"/>
                  <a:gd name="connsiteY162" fmla="*/ 164287 h 732278"/>
                  <a:gd name="connsiteX163" fmla="*/ 3980851 w 4078264"/>
                  <a:gd name="connsiteY163" fmla="*/ 132158 h 732278"/>
                  <a:gd name="connsiteX164" fmla="*/ 4009339 w 4078264"/>
                  <a:gd name="connsiteY164" fmla="*/ 98589 h 732278"/>
                  <a:gd name="connsiteX165" fmla="*/ 4034739 w 4078264"/>
                  <a:gd name="connsiteY165" fmla="*/ 66940 h 732278"/>
                  <a:gd name="connsiteX166" fmla="*/ 4054937 w 4078264"/>
                  <a:gd name="connsiteY166" fmla="*/ 38588 h 732278"/>
                  <a:gd name="connsiteX167" fmla="*/ 4067942 w 4078264"/>
                  <a:gd name="connsiteY167" fmla="*/ 25470 h 732278"/>
                  <a:gd name="connsiteX168" fmla="*/ 4077045 w 4078264"/>
                  <a:gd name="connsiteY168" fmla="*/ 13378 h 732278"/>
                  <a:gd name="connsiteX169" fmla="*/ 4078265 w 4078264"/>
                  <a:gd name="connsiteY169" fmla="*/ 8685 h 732278"/>
                  <a:gd name="connsiteX170" fmla="*/ 4077940 w 4078264"/>
                  <a:gd name="connsiteY170" fmla="*/ 6568 h 732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4078264" h="732278">
                    <a:moveTo>
                      <a:pt x="4077858" y="6568"/>
                    </a:moveTo>
                    <a:cubicBezTo>
                      <a:pt x="4077818" y="6197"/>
                      <a:pt x="4077533" y="5870"/>
                      <a:pt x="4076964" y="5651"/>
                    </a:cubicBezTo>
                    <a:lnTo>
                      <a:pt x="4065951" y="369"/>
                    </a:lnTo>
                    <a:cubicBezTo>
                      <a:pt x="4064894" y="-176"/>
                      <a:pt x="4063269" y="-111"/>
                      <a:pt x="4062375" y="522"/>
                    </a:cubicBezTo>
                    <a:cubicBezTo>
                      <a:pt x="4061440" y="1111"/>
                      <a:pt x="4061602" y="1963"/>
                      <a:pt x="4062618" y="2487"/>
                    </a:cubicBezTo>
                    <a:lnTo>
                      <a:pt x="4072900" y="7398"/>
                    </a:lnTo>
                    <a:lnTo>
                      <a:pt x="4073144" y="8576"/>
                    </a:lnTo>
                    <a:lnTo>
                      <a:pt x="4072128" y="12570"/>
                    </a:lnTo>
                    <a:lnTo>
                      <a:pt x="4063309" y="24248"/>
                    </a:lnTo>
                    <a:lnTo>
                      <a:pt x="4050305" y="37344"/>
                    </a:lnTo>
                    <a:lnTo>
                      <a:pt x="4029944" y="65805"/>
                    </a:lnTo>
                    <a:lnTo>
                      <a:pt x="4004585" y="97454"/>
                    </a:lnTo>
                    <a:lnTo>
                      <a:pt x="3976218" y="130914"/>
                    </a:lnTo>
                    <a:lnTo>
                      <a:pt x="3947241" y="162933"/>
                    </a:lnTo>
                    <a:lnTo>
                      <a:pt x="3920175" y="187597"/>
                    </a:lnTo>
                    <a:lnTo>
                      <a:pt x="3895344" y="201719"/>
                    </a:lnTo>
                    <a:lnTo>
                      <a:pt x="3872139" y="215688"/>
                    </a:lnTo>
                    <a:cubicBezTo>
                      <a:pt x="3871895" y="215841"/>
                      <a:pt x="3871692" y="216016"/>
                      <a:pt x="3871570" y="216212"/>
                    </a:cubicBezTo>
                    <a:lnTo>
                      <a:pt x="3828613" y="292736"/>
                    </a:lnTo>
                    <a:lnTo>
                      <a:pt x="3796548" y="347193"/>
                    </a:lnTo>
                    <a:lnTo>
                      <a:pt x="3780373" y="368452"/>
                    </a:lnTo>
                    <a:lnTo>
                      <a:pt x="3763914" y="383534"/>
                    </a:lnTo>
                    <a:lnTo>
                      <a:pt x="3747577" y="398878"/>
                    </a:lnTo>
                    <a:lnTo>
                      <a:pt x="3730874" y="408307"/>
                    </a:lnTo>
                    <a:lnTo>
                      <a:pt x="3713602" y="417409"/>
                    </a:lnTo>
                    <a:lnTo>
                      <a:pt x="3696330" y="429021"/>
                    </a:lnTo>
                    <a:lnTo>
                      <a:pt x="3678936" y="440109"/>
                    </a:lnTo>
                    <a:lnTo>
                      <a:pt x="3678083" y="440523"/>
                    </a:lnTo>
                    <a:lnTo>
                      <a:pt x="3590463" y="436158"/>
                    </a:lnTo>
                    <a:cubicBezTo>
                      <a:pt x="3590178" y="436158"/>
                      <a:pt x="3589813" y="436158"/>
                      <a:pt x="3589528" y="436224"/>
                    </a:cubicBezTo>
                    <a:lnTo>
                      <a:pt x="3571403" y="439039"/>
                    </a:lnTo>
                    <a:lnTo>
                      <a:pt x="3559536" y="436704"/>
                    </a:lnTo>
                    <a:lnTo>
                      <a:pt x="3537915" y="434041"/>
                    </a:lnTo>
                    <a:lnTo>
                      <a:pt x="3454563" y="421469"/>
                    </a:lnTo>
                    <a:lnTo>
                      <a:pt x="3416077" y="415445"/>
                    </a:lnTo>
                    <a:cubicBezTo>
                      <a:pt x="3415670" y="415401"/>
                      <a:pt x="3415264" y="415401"/>
                      <a:pt x="3414898" y="415401"/>
                    </a:cubicBezTo>
                    <a:lnTo>
                      <a:pt x="3414410" y="415510"/>
                    </a:lnTo>
                    <a:lnTo>
                      <a:pt x="3349915" y="405863"/>
                    </a:lnTo>
                    <a:lnTo>
                      <a:pt x="3246323" y="394251"/>
                    </a:lnTo>
                    <a:lnTo>
                      <a:pt x="3144114" y="387921"/>
                    </a:lnTo>
                    <a:lnTo>
                      <a:pt x="3042473" y="374913"/>
                    </a:lnTo>
                    <a:lnTo>
                      <a:pt x="2941320" y="362384"/>
                    </a:lnTo>
                    <a:lnTo>
                      <a:pt x="2738486" y="340056"/>
                    </a:lnTo>
                    <a:lnTo>
                      <a:pt x="2635707" y="328269"/>
                    </a:lnTo>
                    <a:lnTo>
                      <a:pt x="2531588" y="317182"/>
                    </a:lnTo>
                    <a:lnTo>
                      <a:pt x="2426127" y="303322"/>
                    </a:lnTo>
                    <a:lnTo>
                      <a:pt x="2319731" y="289833"/>
                    </a:lnTo>
                    <a:lnTo>
                      <a:pt x="2212767" y="273419"/>
                    </a:lnTo>
                    <a:lnTo>
                      <a:pt x="2105802" y="256482"/>
                    </a:lnTo>
                    <a:lnTo>
                      <a:pt x="1999285" y="241291"/>
                    </a:lnTo>
                    <a:lnTo>
                      <a:pt x="1893377" y="227605"/>
                    </a:lnTo>
                    <a:lnTo>
                      <a:pt x="1788810" y="219028"/>
                    </a:lnTo>
                    <a:cubicBezTo>
                      <a:pt x="1787916" y="218919"/>
                      <a:pt x="1787022" y="219137"/>
                      <a:pt x="1786494" y="219508"/>
                    </a:cubicBezTo>
                    <a:lnTo>
                      <a:pt x="1755445" y="241138"/>
                    </a:lnTo>
                    <a:lnTo>
                      <a:pt x="1724030" y="266828"/>
                    </a:lnTo>
                    <a:lnTo>
                      <a:pt x="1692981" y="291557"/>
                    </a:lnTo>
                    <a:lnTo>
                      <a:pt x="1588455" y="286930"/>
                    </a:lnTo>
                    <a:lnTo>
                      <a:pt x="1482547" y="282456"/>
                    </a:lnTo>
                    <a:lnTo>
                      <a:pt x="1376599" y="278309"/>
                    </a:lnTo>
                    <a:lnTo>
                      <a:pt x="1270813" y="276017"/>
                    </a:lnTo>
                    <a:lnTo>
                      <a:pt x="1165149" y="270735"/>
                    </a:lnTo>
                    <a:lnTo>
                      <a:pt x="1059485" y="262834"/>
                    </a:lnTo>
                    <a:cubicBezTo>
                      <a:pt x="1058631" y="262724"/>
                      <a:pt x="1057819" y="262943"/>
                      <a:pt x="1057209" y="263314"/>
                    </a:cubicBezTo>
                    <a:lnTo>
                      <a:pt x="983488" y="311376"/>
                    </a:lnTo>
                    <a:lnTo>
                      <a:pt x="946790" y="331303"/>
                    </a:lnTo>
                    <a:lnTo>
                      <a:pt x="840191" y="323795"/>
                    </a:lnTo>
                    <a:cubicBezTo>
                      <a:pt x="839338" y="323751"/>
                      <a:pt x="838444" y="323948"/>
                      <a:pt x="837916" y="324341"/>
                    </a:cubicBezTo>
                    <a:lnTo>
                      <a:pt x="799186" y="349376"/>
                    </a:lnTo>
                    <a:lnTo>
                      <a:pt x="760700" y="367819"/>
                    </a:lnTo>
                    <a:lnTo>
                      <a:pt x="704535" y="361861"/>
                    </a:lnTo>
                    <a:cubicBezTo>
                      <a:pt x="704291" y="361795"/>
                      <a:pt x="703844" y="361795"/>
                      <a:pt x="703600" y="361861"/>
                    </a:cubicBezTo>
                    <a:cubicBezTo>
                      <a:pt x="703316" y="361861"/>
                      <a:pt x="702747" y="362013"/>
                      <a:pt x="702544" y="362079"/>
                    </a:cubicBezTo>
                    <a:lnTo>
                      <a:pt x="662595" y="372730"/>
                    </a:lnTo>
                    <a:lnTo>
                      <a:pt x="621670" y="384516"/>
                    </a:lnTo>
                    <a:lnTo>
                      <a:pt x="605699" y="389908"/>
                    </a:lnTo>
                    <a:lnTo>
                      <a:pt x="575056" y="389253"/>
                    </a:lnTo>
                    <a:cubicBezTo>
                      <a:pt x="574650" y="389253"/>
                      <a:pt x="574365" y="389318"/>
                      <a:pt x="573999" y="389362"/>
                    </a:cubicBezTo>
                    <a:lnTo>
                      <a:pt x="529783" y="398747"/>
                    </a:lnTo>
                    <a:cubicBezTo>
                      <a:pt x="529255" y="398900"/>
                      <a:pt x="528726" y="399118"/>
                      <a:pt x="528483" y="399380"/>
                    </a:cubicBezTo>
                    <a:lnTo>
                      <a:pt x="482600" y="445740"/>
                    </a:lnTo>
                    <a:lnTo>
                      <a:pt x="436270" y="486250"/>
                    </a:lnTo>
                    <a:lnTo>
                      <a:pt x="389250" y="519710"/>
                    </a:lnTo>
                    <a:lnTo>
                      <a:pt x="341457" y="554654"/>
                    </a:lnTo>
                    <a:lnTo>
                      <a:pt x="293096" y="587853"/>
                    </a:lnTo>
                    <a:lnTo>
                      <a:pt x="243881" y="617384"/>
                    </a:lnTo>
                    <a:lnTo>
                      <a:pt x="194015" y="647766"/>
                    </a:lnTo>
                    <a:lnTo>
                      <a:pt x="143500" y="673980"/>
                    </a:lnTo>
                    <a:lnTo>
                      <a:pt x="92253" y="695566"/>
                    </a:lnTo>
                    <a:lnTo>
                      <a:pt x="40071" y="714534"/>
                    </a:lnTo>
                    <a:lnTo>
                      <a:pt x="0" y="728917"/>
                    </a:lnTo>
                    <a:lnTo>
                      <a:pt x="0" y="732279"/>
                    </a:lnTo>
                    <a:lnTo>
                      <a:pt x="42875" y="716935"/>
                    </a:lnTo>
                    <a:lnTo>
                      <a:pt x="95220" y="697858"/>
                    </a:lnTo>
                    <a:lnTo>
                      <a:pt x="146792" y="676119"/>
                    </a:lnTo>
                    <a:lnTo>
                      <a:pt x="197632" y="649753"/>
                    </a:lnTo>
                    <a:lnTo>
                      <a:pt x="247660" y="619326"/>
                    </a:lnTo>
                    <a:lnTo>
                      <a:pt x="296916" y="589686"/>
                    </a:lnTo>
                    <a:lnTo>
                      <a:pt x="345481" y="556422"/>
                    </a:lnTo>
                    <a:lnTo>
                      <a:pt x="393273" y="521413"/>
                    </a:lnTo>
                    <a:lnTo>
                      <a:pt x="440456" y="487843"/>
                    </a:lnTo>
                    <a:lnTo>
                      <a:pt x="487030" y="447180"/>
                    </a:lnTo>
                    <a:lnTo>
                      <a:pt x="532506" y="401192"/>
                    </a:lnTo>
                    <a:lnTo>
                      <a:pt x="575300" y="392090"/>
                    </a:lnTo>
                    <a:lnTo>
                      <a:pt x="606227" y="392723"/>
                    </a:lnTo>
                    <a:cubicBezTo>
                      <a:pt x="606755" y="392723"/>
                      <a:pt x="607202" y="392658"/>
                      <a:pt x="607690" y="392505"/>
                    </a:cubicBezTo>
                    <a:lnTo>
                      <a:pt x="624149" y="386961"/>
                    </a:lnTo>
                    <a:lnTo>
                      <a:pt x="664870" y="375240"/>
                    </a:lnTo>
                    <a:lnTo>
                      <a:pt x="704291" y="364698"/>
                    </a:lnTo>
                    <a:lnTo>
                      <a:pt x="760903" y="370722"/>
                    </a:lnTo>
                    <a:cubicBezTo>
                      <a:pt x="761675" y="370788"/>
                      <a:pt x="762447" y="370678"/>
                      <a:pt x="763016" y="370395"/>
                    </a:cubicBezTo>
                    <a:lnTo>
                      <a:pt x="802721" y="351362"/>
                    </a:lnTo>
                    <a:lnTo>
                      <a:pt x="840882" y="326742"/>
                    </a:lnTo>
                    <a:lnTo>
                      <a:pt x="947400" y="334206"/>
                    </a:lnTo>
                    <a:cubicBezTo>
                      <a:pt x="948131" y="334250"/>
                      <a:pt x="948944" y="334097"/>
                      <a:pt x="949472" y="333835"/>
                    </a:cubicBezTo>
                    <a:lnTo>
                      <a:pt x="987227" y="313318"/>
                    </a:lnTo>
                    <a:lnTo>
                      <a:pt x="1060216" y="265736"/>
                    </a:lnTo>
                    <a:lnTo>
                      <a:pt x="1164621" y="273507"/>
                    </a:lnTo>
                    <a:lnTo>
                      <a:pt x="1270488" y="278789"/>
                    </a:lnTo>
                    <a:lnTo>
                      <a:pt x="1376314" y="281080"/>
                    </a:lnTo>
                    <a:lnTo>
                      <a:pt x="1482182" y="285293"/>
                    </a:lnTo>
                    <a:lnTo>
                      <a:pt x="1588089" y="289767"/>
                    </a:lnTo>
                    <a:lnTo>
                      <a:pt x="1694119" y="294460"/>
                    </a:lnTo>
                    <a:cubicBezTo>
                      <a:pt x="1695094" y="294526"/>
                      <a:pt x="1695867" y="294242"/>
                      <a:pt x="1696395" y="293871"/>
                    </a:cubicBezTo>
                    <a:lnTo>
                      <a:pt x="1728257" y="268443"/>
                    </a:lnTo>
                    <a:lnTo>
                      <a:pt x="1759590" y="242819"/>
                    </a:lnTo>
                    <a:lnTo>
                      <a:pt x="1789623" y="221931"/>
                    </a:lnTo>
                    <a:lnTo>
                      <a:pt x="1892524" y="230399"/>
                    </a:lnTo>
                    <a:lnTo>
                      <a:pt x="1998188" y="244041"/>
                    </a:lnTo>
                    <a:lnTo>
                      <a:pt x="2104543" y="259232"/>
                    </a:lnTo>
                    <a:lnTo>
                      <a:pt x="2206996" y="275427"/>
                    </a:lnTo>
                    <a:lnTo>
                      <a:pt x="2318512" y="292583"/>
                    </a:lnTo>
                    <a:lnTo>
                      <a:pt x="2425070" y="306072"/>
                    </a:lnTo>
                    <a:lnTo>
                      <a:pt x="2530653" y="319932"/>
                    </a:lnTo>
                    <a:lnTo>
                      <a:pt x="2634854" y="331063"/>
                    </a:lnTo>
                    <a:lnTo>
                      <a:pt x="2737633" y="342850"/>
                    </a:lnTo>
                    <a:lnTo>
                      <a:pt x="2940426" y="365178"/>
                    </a:lnTo>
                    <a:lnTo>
                      <a:pt x="3041538" y="377641"/>
                    </a:lnTo>
                    <a:lnTo>
                      <a:pt x="3143382" y="390693"/>
                    </a:lnTo>
                    <a:lnTo>
                      <a:pt x="3245673" y="397023"/>
                    </a:lnTo>
                    <a:lnTo>
                      <a:pt x="3348899" y="408635"/>
                    </a:lnTo>
                    <a:lnTo>
                      <a:pt x="3413801" y="418282"/>
                    </a:lnTo>
                    <a:cubicBezTo>
                      <a:pt x="3414167" y="418326"/>
                      <a:pt x="3414532" y="418326"/>
                      <a:pt x="3414939" y="418326"/>
                    </a:cubicBezTo>
                    <a:lnTo>
                      <a:pt x="3415426" y="418282"/>
                    </a:lnTo>
                    <a:lnTo>
                      <a:pt x="3453344" y="424197"/>
                    </a:lnTo>
                    <a:lnTo>
                      <a:pt x="3536818" y="436769"/>
                    </a:lnTo>
                    <a:lnTo>
                      <a:pt x="3558276" y="439432"/>
                    </a:lnTo>
                    <a:lnTo>
                      <a:pt x="3570631" y="441877"/>
                    </a:lnTo>
                    <a:cubicBezTo>
                      <a:pt x="3571118" y="441986"/>
                      <a:pt x="3571606" y="441986"/>
                      <a:pt x="3572175" y="441877"/>
                    </a:cubicBezTo>
                    <a:lnTo>
                      <a:pt x="3590625" y="438996"/>
                    </a:lnTo>
                    <a:lnTo>
                      <a:pt x="3678977" y="443426"/>
                    </a:lnTo>
                    <a:cubicBezTo>
                      <a:pt x="3679708" y="443492"/>
                      <a:pt x="3680440" y="443317"/>
                      <a:pt x="3681009" y="443055"/>
                    </a:cubicBezTo>
                    <a:lnTo>
                      <a:pt x="3700353" y="430854"/>
                    </a:lnTo>
                    <a:lnTo>
                      <a:pt x="3717463" y="419352"/>
                    </a:lnTo>
                    <a:lnTo>
                      <a:pt x="3734532" y="410359"/>
                    </a:lnTo>
                    <a:lnTo>
                      <a:pt x="3751763" y="400603"/>
                    </a:lnTo>
                    <a:lnTo>
                      <a:pt x="3768425" y="384997"/>
                    </a:lnTo>
                    <a:lnTo>
                      <a:pt x="3785047" y="369762"/>
                    </a:lnTo>
                    <a:lnTo>
                      <a:pt x="3801466" y="348175"/>
                    </a:lnTo>
                    <a:lnTo>
                      <a:pt x="3833612" y="293609"/>
                    </a:lnTo>
                    <a:lnTo>
                      <a:pt x="3876406" y="217347"/>
                    </a:lnTo>
                    <a:lnTo>
                      <a:pt x="3899124" y="203705"/>
                    </a:lnTo>
                    <a:lnTo>
                      <a:pt x="3924239" y="189322"/>
                    </a:lnTo>
                    <a:lnTo>
                      <a:pt x="3951753" y="164287"/>
                    </a:lnTo>
                    <a:lnTo>
                      <a:pt x="3980851" y="132158"/>
                    </a:lnTo>
                    <a:lnTo>
                      <a:pt x="4009339" y="98589"/>
                    </a:lnTo>
                    <a:lnTo>
                      <a:pt x="4034739" y="66940"/>
                    </a:lnTo>
                    <a:lnTo>
                      <a:pt x="4054937" y="38588"/>
                    </a:lnTo>
                    <a:lnTo>
                      <a:pt x="4067942" y="25470"/>
                    </a:lnTo>
                    <a:lnTo>
                      <a:pt x="4077045" y="13378"/>
                    </a:lnTo>
                    <a:lnTo>
                      <a:pt x="4078265" y="8685"/>
                    </a:lnTo>
                    <a:lnTo>
                      <a:pt x="4077940" y="656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1" name="Freeform: Shape 350">
                <a:extLst>
                  <a:ext uri="{FF2B5EF4-FFF2-40B4-BE49-F238E27FC236}">
                    <a16:creationId xmlns:a16="http://schemas.microsoft.com/office/drawing/2014/main" id="{0462CBFA-C3FE-488D-8ABD-91B4B0CE6ECC}"/>
                  </a:ext>
                </a:extLst>
              </p:cNvPr>
              <p:cNvSpPr/>
              <p:nvPr/>
            </p:nvSpPr>
            <p:spPr>
              <a:xfrm>
                <a:off x="11496284" y="6671924"/>
                <a:ext cx="695715" cy="12375"/>
              </a:xfrm>
              <a:custGeom>
                <a:avLst/>
                <a:gdLst>
                  <a:gd name="connsiteX0" fmla="*/ 695716 w 695715"/>
                  <a:gd name="connsiteY0" fmla="*/ 9560 h 12375"/>
                  <a:gd name="connsiteX1" fmla="*/ 601472 w 695715"/>
                  <a:gd name="connsiteY1" fmla="*/ 9080 h 12375"/>
                  <a:gd name="connsiteX2" fmla="*/ 428915 w 695715"/>
                  <a:gd name="connsiteY2" fmla="*/ 6199 h 12375"/>
                  <a:gd name="connsiteX3" fmla="*/ 256478 w 695715"/>
                  <a:gd name="connsiteY3" fmla="*/ 4169 h 12375"/>
                  <a:gd name="connsiteX4" fmla="*/ 84043 w 695715"/>
                  <a:gd name="connsiteY4" fmla="*/ 218 h 12375"/>
                  <a:gd name="connsiteX5" fmla="*/ 2560 w 695715"/>
                  <a:gd name="connsiteY5" fmla="*/ 0 h 12375"/>
                  <a:gd name="connsiteX6" fmla="*/ 2560 w 695715"/>
                  <a:gd name="connsiteY6" fmla="*/ 0 h 12375"/>
                  <a:gd name="connsiteX7" fmla="*/ 0 w 695715"/>
                  <a:gd name="connsiteY7" fmla="*/ 1397 h 12375"/>
                  <a:gd name="connsiteX8" fmla="*/ 2560 w 695715"/>
                  <a:gd name="connsiteY8" fmla="*/ 2772 h 12375"/>
                  <a:gd name="connsiteX9" fmla="*/ 83921 w 695715"/>
                  <a:gd name="connsiteY9" fmla="*/ 3034 h 12375"/>
                  <a:gd name="connsiteX10" fmla="*/ 256276 w 695715"/>
                  <a:gd name="connsiteY10" fmla="*/ 6984 h 12375"/>
                  <a:gd name="connsiteX11" fmla="*/ 428711 w 695715"/>
                  <a:gd name="connsiteY11" fmla="*/ 9014 h 12375"/>
                  <a:gd name="connsiteX12" fmla="*/ 601350 w 695715"/>
                  <a:gd name="connsiteY12" fmla="*/ 11895 h 12375"/>
                  <a:gd name="connsiteX13" fmla="*/ 695716 w 695715"/>
                  <a:gd name="connsiteY13" fmla="*/ 12376 h 12375"/>
                  <a:gd name="connsiteX14" fmla="*/ 695716 w 695715"/>
                  <a:gd name="connsiteY14" fmla="*/ 9560 h 1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5715" h="12375">
                    <a:moveTo>
                      <a:pt x="695716" y="9560"/>
                    </a:moveTo>
                    <a:lnTo>
                      <a:pt x="601472" y="9080"/>
                    </a:lnTo>
                    <a:lnTo>
                      <a:pt x="428915" y="6199"/>
                    </a:lnTo>
                    <a:lnTo>
                      <a:pt x="256478" y="4169"/>
                    </a:lnTo>
                    <a:lnTo>
                      <a:pt x="84043" y="218"/>
                    </a:lnTo>
                    <a:lnTo>
                      <a:pt x="2560" y="0"/>
                    </a:lnTo>
                    <a:lnTo>
                      <a:pt x="2560" y="0"/>
                    </a:lnTo>
                    <a:cubicBezTo>
                      <a:pt x="1179" y="0"/>
                      <a:pt x="0" y="589"/>
                      <a:pt x="0" y="1397"/>
                    </a:cubicBezTo>
                    <a:cubicBezTo>
                      <a:pt x="0" y="2204"/>
                      <a:pt x="1179" y="2772"/>
                      <a:pt x="2560" y="2772"/>
                    </a:cubicBezTo>
                    <a:lnTo>
                      <a:pt x="83921" y="3034"/>
                    </a:lnTo>
                    <a:lnTo>
                      <a:pt x="256276" y="6984"/>
                    </a:lnTo>
                    <a:lnTo>
                      <a:pt x="428711" y="9014"/>
                    </a:lnTo>
                    <a:lnTo>
                      <a:pt x="601350" y="11895"/>
                    </a:lnTo>
                    <a:lnTo>
                      <a:pt x="695716" y="12376"/>
                    </a:lnTo>
                    <a:lnTo>
                      <a:pt x="695716" y="95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2" name="Freeform: Shape 351">
                <a:extLst>
                  <a:ext uri="{FF2B5EF4-FFF2-40B4-BE49-F238E27FC236}">
                    <a16:creationId xmlns:a16="http://schemas.microsoft.com/office/drawing/2014/main" id="{34EFCFD9-D8DD-47CA-BDD0-1B2E056F4BC5}"/>
                  </a:ext>
                </a:extLst>
              </p:cNvPr>
              <p:cNvSpPr/>
              <p:nvPr/>
            </p:nvSpPr>
            <p:spPr>
              <a:xfrm>
                <a:off x="11259835" y="5745905"/>
                <a:ext cx="932164" cy="10286"/>
              </a:xfrm>
              <a:custGeom>
                <a:avLst/>
                <a:gdLst>
                  <a:gd name="connsiteX0" fmla="*/ 932165 w 932164"/>
                  <a:gd name="connsiteY0" fmla="*/ 7209 h 10286"/>
                  <a:gd name="connsiteX1" fmla="*/ 926109 w 932164"/>
                  <a:gd name="connsiteY1" fmla="*/ 7209 h 10286"/>
                  <a:gd name="connsiteX2" fmla="*/ 550880 w 932164"/>
                  <a:gd name="connsiteY2" fmla="*/ 4808 h 10286"/>
                  <a:gd name="connsiteX3" fmla="*/ 528569 w 932164"/>
                  <a:gd name="connsiteY3" fmla="*/ 2888 h 10286"/>
                  <a:gd name="connsiteX4" fmla="*/ 489961 w 932164"/>
                  <a:gd name="connsiteY4" fmla="*/ 3433 h 10286"/>
                  <a:gd name="connsiteX5" fmla="*/ 426075 w 932164"/>
                  <a:gd name="connsiteY5" fmla="*/ 5987 h 10286"/>
                  <a:gd name="connsiteX6" fmla="*/ 363652 w 932164"/>
                  <a:gd name="connsiteY6" fmla="*/ 7471 h 10286"/>
                  <a:gd name="connsiteX7" fmla="*/ 237261 w 932164"/>
                  <a:gd name="connsiteY7" fmla="*/ 5812 h 10286"/>
                  <a:gd name="connsiteX8" fmla="*/ 174636 w 932164"/>
                  <a:gd name="connsiteY8" fmla="*/ 3368 h 10286"/>
                  <a:gd name="connsiteX9" fmla="*/ 49017 w 932164"/>
                  <a:gd name="connsiteY9" fmla="*/ 1884 h 10286"/>
                  <a:gd name="connsiteX10" fmla="*/ 2688 w 932164"/>
                  <a:gd name="connsiteY10" fmla="*/ 28 h 10286"/>
                  <a:gd name="connsiteX11" fmla="*/ 5 w 932164"/>
                  <a:gd name="connsiteY11" fmla="*/ 1294 h 10286"/>
                  <a:gd name="connsiteX12" fmla="*/ 2281 w 932164"/>
                  <a:gd name="connsiteY12" fmla="*/ 2779 h 10286"/>
                  <a:gd name="connsiteX13" fmla="*/ 48813 w 932164"/>
                  <a:gd name="connsiteY13" fmla="*/ 4699 h 10286"/>
                  <a:gd name="connsiteX14" fmla="*/ 174310 w 932164"/>
                  <a:gd name="connsiteY14" fmla="*/ 6184 h 10286"/>
                  <a:gd name="connsiteX15" fmla="*/ 237017 w 932164"/>
                  <a:gd name="connsiteY15" fmla="*/ 8628 h 10286"/>
                  <a:gd name="connsiteX16" fmla="*/ 363612 w 932164"/>
                  <a:gd name="connsiteY16" fmla="*/ 10287 h 10286"/>
                  <a:gd name="connsiteX17" fmla="*/ 426197 w 932164"/>
                  <a:gd name="connsiteY17" fmla="*/ 8803 h 10286"/>
                  <a:gd name="connsiteX18" fmla="*/ 490205 w 932164"/>
                  <a:gd name="connsiteY18" fmla="*/ 6249 h 10286"/>
                  <a:gd name="connsiteX19" fmla="*/ 528204 w 932164"/>
                  <a:gd name="connsiteY19" fmla="*/ 5660 h 10286"/>
                  <a:gd name="connsiteX20" fmla="*/ 550434 w 932164"/>
                  <a:gd name="connsiteY20" fmla="*/ 7624 h 10286"/>
                  <a:gd name="connsiteX21" fmla="*/ 926069 w 932164"/>
                  <a:gd name="connsiteY21" fmla="*/ 10025 h 10286"/>
                  <a:gd name="connsiteX22" fmla="*/ 932124 w 932164"/>
                  <a:gd name="connsiteY22" fmla="*/ 10025 h 10286"/>
                  <a:gd name="connsiteX23" fmla="*/ 932124 w 932164"/>
                  <a:gd name="connsiteY23" fmla="*/ 7188 h 1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2164" h="10286">
                    <a:moveTo>
                      <a:pt x="932165" y="7209"/>
                    </a:moveTo>
                    <a:lnTo>
                      <a:pt x="926109" y="7209"/>
                    </a:lnTo>
                    <a:lnTo>
                      <a:pt x="550880" y="4808"/>
                    </a:lnTo>
                    <a:lnTo>
                      <a:pt x="528569" y="2888"/>
                    </a:lnTo>
                    <a:lnTo>
                      <a:pt x="489961" y="3433"/>
                    </a:lnTo>
                    <a:lnTo>
                      <a:pt x="426075" y="5987"/>
                    </a:lnTo>
                    <a:lnTo>
                      <a:pt x="363652" y="7471"/>
                    </a:lnTo>
                    <a:lnTo>
                      <a:pt x="237261" y="5812"/>
                    </a:lnTo>
                    <a:lnTo>
                      <a:pt x="174636" y="3368"/>
                    </a:lnTo>
                    <a:lnTo>
                      <a:pt x="49017" y="1884"/>
                    </a:lnTo>
                    <a:lnTo>
                      <a:pt x="2688" y="28"/>
                    </a:lnTo>
                    <a:cubicBezTo>
                      <a:pt x="1021" y="-146"/>
                      <a:pt x="127" y="509"/>
                      <a:pt x="5" y="1294"/>
                    </a:cubicBezTo>
                    <a:cubicBezTo>
                      <a:pt x="-76" y="2036"/>
                      <a:pt x="900" y="2735"/>
                      <a:pt x="2281" y="2779"/>
                    </a:cubicBezTo>
                    <a:lnTo>
                      <a:pt x="48813" y="4699"/>
                    </a:lnTo>
                    <a:lnTo>
                      <a:pt x="174310" y="6184"/>
                    </a:lnTo>
                    <a:lnTo>
                      <a:pt x="237017" y="8628"/>
                    </a:lnTo>
                    <a:lnTo>
                      <a:pt x="363612" y="10287"/>
                    </a:lnTo>
                    <a:lnTo>
                      <a:pt x="426197" y="8803"/>
                    </a:lnTo>
                    <a:lnTo>
                      <a:pt x="490205" y="6249"/>
                    </a:lnTo>
                    <a:lnTo>
                      <a:pt x="528204" y="5660"/>
                    </a:lnTo>
                    <a:lnTo>
                      <a:pt x="550434" y="7624"/>
                    </a:lnTo>
                    <a:lnTo>
                      <a:pt x="926069" y="10025"/>
                    </a:lnTo>
                    <a:lnTo>
                      <a:pt x="932124" y="10025"/>
                    </a:lnTo>
                    <a:lnTo>
                      <a:pt x="932124" y="718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3" name="Freeform: Shape 352">
                <a:extLst>
                  <a:ext uri="{FF2B5EF4-FFF2-40B4-BE49-F238E27FC236}">
                    <a16:creationId xmlns:a16="http://schemas.microsoft.com/office/drawing/2014/main" id="{063F19A3-6D2D-4FF8-8D4A-5B86B0DC3DB0}"/>
                  </a:ext>
                </a:extLst>
              </p:cNvPr>
              <p:cNvSpPr/>
              <p:nvPr/>
            </p:nvSpPr>
            <p:spPr>
              <a:xfrm>
                <a:off x="11243194" y="5740690"/>
                <a:ext cx="948805" cy="64393"/>
              </a:xfrm>
              <a:custGeom>
                <a:avLst/>
                <a:gdLst>
                  <a:gd name="connsiteX0" fmla="*/ 948806 w 948805"/>
                  <a:gd name="connsiteY0" fmla="*/ 61447 h 64393"/>
                  <a:gd name="connsiteX1" fmla="*/ 838752 w 948805"/>
                  <a:gd name="connsiteY1" fmla="*/ 49398 h 64393"/>
                  <a:gd name="connsiteX2" fmla="*/ 599342 w 948805"/>
                  <a:gd name="connsiteY2" fmla="*/ 24560 h 64393"/>
                  <a:gd name="connsiteX3" fmla="*/ 403986 w 948805"/>
                  <a:gd name="connsiteY3" fmla="*/ 21351 h 64393"/>
                  <a:gd name="connsiteX4" fmla="*/ 273694 w 948805"/>
                  <a:gd name="connsiteY4" fmla="*/ 18907 h 64393"/>
                  <a:gd name="connsiteX5" fmla="*/ 208995 w 948805"/>
                  <a:gd name="connsiteY5" fmla="*/ 17357 h 64393"/>
                  <a:gd name="connsiteX6" fmla="*/ 187659 w 948805"/>
                  <a:gd name="connsiteY6" fmla="*/ 15109 h 64393"/>
                  <a:gd name="connsiteX7" fmla="*/ 125642 w 948805"/>
                  <a:gd name="connsiteY7" fmla="*/ 11551 h 64393"/>
                  <a:gd name="connsiteX8" fmla="*/ 109386 w 948805"/>
                  <a:gd name="connsiteY8" fmla="*/ 6706 h 64393"/>
                  <a:gd name="connsiteX9" fmla="*/ 108492 w 948805"/>
                  <a:gd name="connsiteY9" fmla="*/ 6553 h 64393"/>
                  <a:gd name="connsiteX10" fmla="*/ 48955 w 948805"/>
                  <a:gd name="connsiteY10" fmla="*/ 2340 h 64393"/>
                  <a:gd name="connsiteX11" fmla="*/ 2706 w 948805"/>
                  <a:gd name="connsiteY11" fmla="*/ 5 h 64393"/>
                  <a:gd name="connsiteX12" fmla="*/ 24 w 948805"/>
                  <a:gd name="connsiteY12" fmla="*/ 1271 h 64393"/>
                  <a:gd name="connsiteX13" fmla="*/ 2300 w 948805"/>
                  <a:gd name="connsiteY13" fmla="*/ 2821 h 64393"/>
                  <a:gd name="connsiteX14" fmla="*/ 48345 w 948805"/>
                  <a:gd name="connsiteY14" fmla="*/ 5178 h 64393"/>
                  <a:gd name="connsiteX15" fmla="*/ 107395 w 948805"/>
                  <a:gd name="connsiteY15" fmla="*/ 9325 h 64393"/>
                  <a:gd name="connsiteX16" fmla="*/ 123651 w 948805"/>
                  <a:gd name="connsiteY16" fmla="*/ 14170 h 64393"/>
                  <a:gd name="connsiteX17" fmla="*/ 124545 w 948805"/>
                  <a:gd name="connsiteY17" fmla="*/ 14345 h 64393"/>
                  <a:gd name="connsiteX18" fmla="*/ 186846 w 948805"/>
                  <a:gd name="connsiteY18" fmla="*/ 17903 h 64393"/>
                  <a:gd name="connsiteX19" fmla="*/ 208386 w 948805"/>
                  <a:gd name="connsiteY19" fmla="*/ 20195 h 64393"/>
                  <a:gd name="connsiteX20" fmla="*/ 273450 w 948805"/>
                  <a:gd name="connsiteY20" fmla="*/ 21744 h 64393"/>
                  <a:gd name="connsiteX21" fmla="*/ 338637 w 948805"/>
                  <a:gd name="connsiteY21" fmla="*/ 23076 h 64393"/>
                  <a:gd name="connsiteX22" fmla="*/ 598692 w 948805"/>
                  <a:gd name="connsiteY22" fmla="*/ 27332 h 64393"/>
                  <a:gd name="connsiteX23" fmla="*/ 788318 w 948805"/>
                  <a:gd name="connsiteY23" fmla="*/ 46954 h 64393"/>
                  <a:gd name="connsiteX24" fmla="*/ 948765 w 948805"/>
                  <a:gd name="connsiteY24" fmla="*/ 64393 h 64393"/>
                  <a:gd name="connsiteX25" fmla="*/ 948765 w 948805"/>
                  <a:gd name="connsiteY25" fmla="*/ 61447 h 64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48805" h="64393">
                    <a:moveTo>
                      <a:pt x="948806" y="61447"/>
                    </a:moveTo>
                    <a:lnTo>
                      <a:pt x="838752" y="49398"/>
                    </a:lnTo>
                    <a:lnTo>
                      <a:pt x="599342" y="24560"/>
                    </a:lnTo>
                    <a:lnTo>
                      <a:pt x="403986" y="21351"/>
                    </a:lnTo>
                    <a:lnTo>
                      <a:pt x="273694" y="18907"/>
                    </a:lnTo>
                    <a:lnTo>
                      <a:pt x="208995" y="17357"/>
                    </a:lnTo>
                    <a:lnTo>
                      <a:pt x="187659" y="15109"/>
                    </a:lnTo>
                    <a:lnTo>
                      <a:pt x="125642" y="11551"/>
                    </a:lnTo>
                    <a:lnTo>
                      <a:pt x="109386" y="6706"/>
                    </a:lnTo>
                    <a:cubicBezTo>
                      <a:pt x="109101" y="6640"/>
                      <a:pt x="108777" y="6597"/>
                      <a:pt x="108492" y="6553"/>
                    </a:cubicBezTo>
                    <a:lnTo>
                      <a:pt x="48955" y="2340"/>
                    </a:lnTo>
                    <a:lnTo>
                      <a:pt x="2706" y="5"/>
                    </a:lnTo>
                    <a:cubicBezTo>
                      <a:pt x="1203" y="-61"/>
                      <a:pt x="146" y="529"/>
                      <a:pt x="24" y="1271"/>
                    </a:cubicBezTo>
                    <a:cubicBezTo>
                      <a:pt x="-179" y="2078"/>
                      <a:pt x="918" y="2777"/>
                      <a:pt x="2300" y="2821"/>
                    </a:cubicBezTo>
                    <a:lnTo>
                      <a:pt x="48345" y="5178"/>
                    </a:lnTo>
                    <a:lnTo>
                      <a:pt x="107395" y="9325"/>
                    </a:lnTo>
                    <a:lnTo>
                      <a:pt x="123651" y="14170"/>
                    </a:lnTo>
                    <a:cubicBezTo>
                      <a:pt x="123936" y="14280"/>
                      <a:pt x="124261" y="14345"/>
                      <a:pt x="124545" y="14345"/>
                    </a:cubicBezTo>
                    <a:lnTo>
                      <a:pt x="186846" y="17903"/>
                    </a:lnTo>
                    <a:lnTo>
                      <a:pt x="208386" y="20195"/>
                    </a:lnTo>
                    <a:lnTo>
                      <a:pt x="273450" y="21744"/>
                    </a:lnTo>
                    <a:lnTo>
                      <a:pt x="338637" y="23076"/>
                    </a:lnTo>
                    <a:lnTo>
                      <a:pt x="598692" y="27332"/>
                    </a:lnTo>
                    <a:lnTo>
                      <a:pt x="788318" y="46954"/>
                    </a:lnTo>
                    <a:lnTo>
                      <a:pt x="948765" y="64393"/>
                    </a:lnTo>
                    <a:lnTo>
                      <a:pt x="948765" y="614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4" name="Freeform: Shape 353">
                <a:extLst>
                  <a:ext uri="{FF2B5EF4-FFF2-40B4-BE49-F238E27FC236}">
                    <a16:creationId xmlns:a16="http://schemas.microsoft.com/office/drawing/2014/main" id="{7EA93E39-A2EB-43B9-9E1F-CAAAC233C0D5}"/>
                  </a:ext>
                </a:extLst>
              </p:cNvPr>
              <p:cNvSpPr/>
              <p:nvPr/>
            </p:nvSpPr>
            <p:spPr>
              <a:xfrm>
                <a:off x="8697804" y="5707169"/>
                <a:ext cx="1735626" cy="31081"/>
              </a:xfrm>
              <a:custGeom>
                <a:avLst/>
                <a:gdLst>
                  <a:gd name="connsiteX0" fmla="*/ 311353 w 1735626"/>
                  <a:gd name="connsiteY0" fmla="*/ 31016 h 31081"/>
                  <a:gd name="connsiteX1" fmla="*/ 310255 w 1735626"/>
                  <a:gd name="connsiteY1" fmla="*/ 30906 h 31081"/>
                  <a:gd name="connsiteX2" fmla="*/ 303915 w 1735626"/>
                  <a:gd name="connsiteY2" fmla="*/ 29466 h 31081"/>
                  <a:gd name="connsiteX3" fmla="*/ 291236 w 1735626"/>
                  <a:gd name="connsiteY3" fmla="*/ 25406 h 31081"/>
                  <a:gd name="connsiteX4" fmla="*/ 289366 w 1735626"/>
                  <a:gd name="connsiteY4" fmla="*/ 25515 h 31081"/>
                  <a:gd name="connsiteX5" fmla="*/ 288269 w 1735626"/>
                  <a:gd name="connsiteY5" fmla="*/ 25450 h 31081"/>
                  <a:gd name="connsiteX6" fmla="*/ 286969 w 1735626"/>
                  <a:gd name="connsiteY6" fmla="*/ 25231 h 31081"/>
                  <a:gd name="connsiteX7" fmla="*/ 278231 w 1735626"/>
                  <a:gd name="connsiteY7" fmla="*/ 23267 h 31081"/>
                  <a:gd name="connsiteX8" fmla="*/ 267787 w 1735626"/>
                  <a:gd name="connsiteY8" fmla="*/ 21979 h 31081"/>
                  <a:gd name="connsiteX9" fmla="*/ 201909 w 1735626"/>
                  <a:gd name="connsiteY9" fmla="*/ 26607 h 31081"/>
                  <a:gd name="connsiteX10" fmla="*/ 135747 w 1735626"/>
                  <a:gd name="connsiteY10" fmla="*/ 30295 h 31081"/>
                  <a:gd name="connsiteX11" fmla="*/ 134243 w 1735626"/>
                  <a:gd name="connsiteY11" fmla="*/ 30077 h 31081"/>
                  <a:gd name="connsiteX12" fmla="*/ 124531 w 1735626"/>
                  <a:gd name="connsiteY12" fmla="*/ 26978 h 31081"/>
                  <a:gd name="connsiteX13" fmla="*/ 113801 w 1735626"/>
                  <a:gd name="connsiteY13" fmla="*/ 26345 h 31081"/>
                  <a:gd name="connsiteX14" fmla="*/ 2692 w 1735626"/>
                  <a:gd name="connsiteY14" fmla="*/ 29488 h 31081"/>
                  <a:gd name="connsiteX15" fmla="*/ 9 w 1735626"/>
                  <a:gd name="connsiteY15" fmla="*/ 28156 h 31081"/>
                  <a:gd name="connsiteX16" fmla="*/ 2367 w 1735626"/>
                  <a:gd name="connsiteY16" fmla="*/ 26672 h 31081"/>
                  <a:gd name="connsiteX17" fmla="*/ 114005 w 1735626"/>
                  <a:gd name="connsiteY17" fmla="*/ 23529 h 31081"/>
                  <a:gd name="connsiteX18" fmla="*/ 125587 w 1735626"/>
                  <a:gd name="connsiteY18" fmla="*/ 24227 h 31081"/>
                  <a:gd name="connsiteX19" fmla="*/ 126603 w 1735626"/>
                  <a:gd name="connsiteY19" fmla="*/ 24446 h 31081"/>
                  <a:gd name="connsiteX20" fmla="*/ 136031 w 1735626"/>
                  <a:gd name="connsiteY20" fmla="*/ 27436 h 31081"/>
                  <a:gd name="connsiteX21" fmla="*/ 201299 w 1735626"/>
                  <a:gd name="connsiteY21" fmla="*/ 23813 h 31081"/>
                  <a:gd name="connsiteX22" fmla="*/ 267583 w 1735626"/>
                  <a:gd name="connsiteY22" fmla="*/ 19186 h 31081"/>
                  <a:gd name="connsiteX23" fmla="*/ 268477 w 1735626"/>
                  <a:gd name="connsiteY23" fmla="*/ 19186 h 31081"/>
                  <a:gd name="connsiteX24" fmla="*/ 279775 w 1735626"/>
                  <a:gd name="connsiteY24" fmla="*/ 20626 h 31081"/>
                  <a:gd name="connsiteX25" fmla="*/ 289204 w 1735626"/>
                  <a:gd name="connsiteY25" fmla="*/ 22700 h 31081"/>
                  <a:gd name="connsiteX26" fmla="*/ 291276 w 1735626"/>
                  <a:gd name="connsiteY26" fmla="*/ 22547 h 31081"/>
                  <a:gd name="connsiteX27" fmla="*/ 292861 w 1735626"/>
                  <a:gd name="connsiteY27" fmla="*/ 22700 h 31081"/>
                  <a:gd name="connsiteX28" fmla="*/ 306151 w 1735626"/>
                  <a:gd name="connsiteY28" fmla="*/ 26978 h 31081"/>
                  <a:gd name="connsiteX29" fmla="*/ 311515 w 1735626"/>
                  <a:gd name="connsiteY29" fmla="*/ 28200 h 31081"/>
                  <a:gd name="connsiteX30" fmla="*/ 312409 w 1735626"/>
                  <a:gd name="connsiteY30" fmla="*/ 28156 h 31081"/>
                  <a:gd name="connsiteX31" fmla="*/ 381253 w 1735626"/>
                  <a:gd name="connsiteY31" fmla="*/ 21936 h 31081"/>
                  <a:gd name="connsiteX32" fmla="*/ 450585 w 1735626"/>
                  <a:gd name="connsiteY32" fmla="*/ 14427 h 31081"/>
                  <a:gd name="connsiteX33" fmla="*/ 519633 w 1735626"/>
                  <a:gd name="connsiteY33" fmla="*/ 7770 h 31081"/>
                  <a:gd name="connsiteX34" fmla="*/ 587501 w 1735626"/>
                  <a:gd name="connsiteY34" fmla="*/ 2292 h 31081"/>
                  <a:gd name="connsiteX35" fmla="*/ 653582 w 1735626"/>
                  <a:gd name="connsiteY35" fmla="*/ 65 h 31081"/>
                  <a:gd name="connsiteX36" fmla="*/ 717387 w 1735626"/>
                  <a:gd name="connsiteY36" fmla="*/ 0 h 31081"/>
                  <a:gd name="connsiteX37" fmla="*/ 779200 w 1735626"/>
                  <a:gd name="connsiteY37" fmla="*/ 1812 h 31081"/>
                  <a:gd name="connsiteX38" fmla="*/ 840038 w 1735626"/>
                  <a:gd name="connsiteY38" fmla="*/ 6242 h 31081"/>
                  <a:gd name="connsiteX39" fmla="*/ 900145 w 1735626"/>
                  <a:gd name="connsiteY39" fmla="*/ 11088 h 31081"/>
                  <a:gd name="connsiteX40" fmla="*/ 960577 w 1735626"/>
                  <a:gd name="connsiteY40" fmla="*/ 14973 h 31081"/>
                  <a:gd name="connsiteX41" fmla="*/ 1021902 w 1735626"/>
                  <a:gd name="connsiteY41" fmla="*/ 17854 h 31081"/>
                  <a:gd name="connsiteX42" fmla="*/ 1061485 w 1735626"/>
                  <a:gd name="connsiteY42" fmla="*/ 18924 h 31081"/>
                  <a:gd name="connsiteX43" fmla="*/ 1062583 w 1735626"/>
                  <a:gd name="connsiteY43" fmla="*/ 19033 h 31081"/>
                  <a:gd name="connsiteX44" fmla="*/ 1084203 w 1735626"/>
                  <a:gd name="connsiteY44" fmla="*/ 19622 h 31081"/>
                  <a:gd name="connsiteX45" fmla="*/ 1147317 w 1735626"/>
                  <a:gd name="connsiteY45" fmla="*/ 19949 h 31081"/>
                  <a:gd name="connsiteX46" fmla="*/ 1211813 w 1735626"/>
                  <a:gd name="connsiteY46" fmla="*/ 20430 h 31081"/>
                  <a:gd name="connsiteX47" fmla="*/ 1341780 w 1735626"/>
                  <a:gd name="connsiteY47" fmla="*/ 21019 h 31081"/>
                  <a:gd name="connsiteX48" fmla="*/ 1471868 w 1735626"/>
                  <a:gd name="connsiteY48" fmla="*/ 22569 h 31081"/>
                  <a:gd name="connsiteX49" fmla="*/ 1669013 w 1735626"/>
                  <a:gd name="connsiteY49" fmla="*/ 26148 h 31081"/>
                  <a:gd name="connsiteX50" fmla="*/ 1717740 w 1735626"/>
                  <a:gd name="connsiteY50" fmla="*/ 25624 h 31081"/>
                  <a:gd name="connsiteX51" fmla="*/ 1732737 w 1735626"/>
                  <a:gd name="connsiteY51" fmla="*/ 24599 h 31081"/>
                  <a:gd name="connsiteX52" fmla="*/ 1735622 w 1735626"/>
                  <a:gd name="connsiteY52" fmla="*/ 25821 h 31081"/>
                  <a:gd name="connsiteX53" fmla="*/ 1733346 w 1735626"/>
                  <a:gd name="connsiteY53" fmla="*/ 27370 h 31081"/>
                  <a:gd name="connsiteX54" fmla="*/ 1718065 w 1735626"/>
                  <a:gd name="connsiteY54" fmla="*/ 28396 h 31081"/>
                  <a:gd name="connsiteX55" fmla="*/ 1669053 w 1735626"/>
                  <a:gd name="connsiteY55" fmla="*/ 28986 h 31081"/>
                  <a:gd name="connsiteX56" fmla="*/ 1471706 w 1735626"/>
                  <a:gd name="connsiteY56" fmla="*/ 25428 h 31081"/>
                  <a:gd name="connsiteX57" fmla="*/ 1341740 w 1735626"/>
                  <a:gd name="connsiteY57" fmla="*/ 23878 h 31081"/>
                  <a:gd name="connsiteX58" fmla="*/ 1211772 w 1735626"/>
                  <a:gd name="connsiteY58" fmla="*/ 23289 h 31081"/>
                  <a:gd name="connsiteX59" fmla="*/ 1147399 w 1735626"/>
                  <a:gd name="connsiteY59" fmla="*/ 22809 h 31081"/>
                  <a:gd name="connsiteX60" fmla="*/ 1084081 w 1735626"/>
                  <a:gd name="connsiteY60" fmla="*/ 22481 h 31081"/>
                  <a:gd name="connsiteX61" fmla="*/ 1061973 w 1735626"/>
                  <a:gd name="connsiteY61" fmla="*/ 21848 h 31081"/>
                  <a:gd name="connsiteX62" fmla="*/ 1060998 w 1735626"/>
                  <a:gd name="connsiteY62" fmla="*/ 21739 h 31081"/>
                  <a:gd name="connsiteX63" fmla="*/ 1021700 w 1735626"/>
                  <a:gd name="connsiteY63" fmla="*/ 20670 h 31081"/>
                  <a:gd name="connsiteX64" fmla="*/ 960170 w 1735626"/>
                  <a:gd name="connsiteY64" fmla="*/ 17832 h 31081"/>
                  <a:gd name="connsiteX65" fmla="*/ 899657 w 1735626"/>
                  <a:gd name="connsiteY65" fmla="*/ 13947 h 31081"/>
                  <a:gd name="connsiteX66" fmla="*/ 839307 w 1735626"/>
                  <a:gd name="connsiteY66" fmla="*/ 9036 h 31081"/>
                  <a:gd name="connsiteX67" fmla="*/ 778876 w 1735626"/>
                  <a:gd name="connsiteY67" fmla="*/ 4605 h 31081"/>
                  <a:gd name="connsiteX68" fmla="*/ 717346 w 1735626"/>
                  <a:gd name="connsiteY68" fmla="*/ 2837 h 31081"/>
                  <a:gd name="connsiteX69" fmla="*/ 653745 w 1735626"/>
                  <a:gd name="connsiteY69" fmla="*/ 2903 h 31081"/>
                  <a:gd name="connsiteX70" fmla="*/ 588070 w 1735626"/>
                  <a:gd name="connsiteY70" fmla="*/ 5151 h 31081"/>
                  <a:gd name="connsiteX71" fmla="*/ 520486 w 1735626"/>
                  <a:gd name="connsiteY71" fmla="*/ 10586 h 31081"/>
                  <a:gd name="connsiteX72" fmla="*/ 451520 w 1735626"/>
                  <a:gd name="connsiteY72" fmla="*/ 17243 h 31081"/>
                  <a:gd name="connsiteX73" fmla="*/ 382188 w 1735626"/>
                  <a:gd name="connsiteY73" fmla="*/ 24751 h 31081"/>
                  <a:gd name="connsiteX74" fmla="*/ 311759 w 1735626"/>
                  <a:gd name="connsiteY74" fmla="*/ 31081 h 31081"/>
                  <a:gd name="connsiteX75" fmla="*/ 311353 w 1735626"/>
                  <a:gd name="connsiteY75" fmla="*/ 31081 h 3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735626" h="31081">
                    <a:moveTo>
                      <a:pt x="311353" y="31016"/>
                    </a:moveTo>
                    <a:cubicBezTo>
                      <a:pt x="310946" y="31016"/>
                      <a:pt x="310540" y="31016"/>
                      <a:pt x="310255" y="30906"/>
                    </a:cubicBezTo>
                    <a:lnTo>
                      <a:pt x="303915" y="29466"/>
                    </a:lnTo>
                    <a:lnTo>
                      <a:pt x="291236" y="25406"/>
                    </a:lnTo>
                    <a:lnTo>
                      <a:pt x="289366" y="25515"/>
                    </a:lnTo>
                    <a:cubicBezTo>
                      <a:pt x="288960" y="25559"/>
                      <a:pt x="288675" y="25515"/>
                      <a:pt x="288269" y="25450"/>
                    </a:cubicBezTo>
                    <a:lnTo>
                      <a:pt x="286969" y="25231"/>
                    </a:lnTo>
                    <a:lnTo>
                      <a:pt x="278231" y="23267"/>
                    </a:lnTo>
                    <a:lnTo>
                      <a:pt x="267787" y="21979"/>
                    </a:lnTo>
                    <a:lnTo>
                      <a:pt x="201909" y="26607"/>
                    </a:lnTo>
                    <a:lnTo>
                      <a:pt x="135747" y="30295"/>
                    </a:lnTo>
                    <a:cubicBezTo>
                      <a:pt x="135259" y="30295"/>
                      <a:pt x="134772" y="30252"/>
                      <a:pt x="134243" y="30077"/>
                    </a:cubicBezTo>
                    <a:lnTo>
                      <a:pt x="124531" y="26978"/>
                    </a:lnTo>
                    <a:lnTo>
                      <a:pt x="113801" y="26345"/>
                    </a:lnTo>
                    <a:lnTo>
                      <a:pt x="2692" y="29488"/>
                    </a:lnTo>
                    <a:cubicBezTo>
                      <a:pt x="1188" y="29597"/>
                      <a:pt x="91" y="28898"/>
                      <a:pt x="9" y="28156"/>
                    </a:cubicBezTo>
                    <a:cubicBezTo>
                      <a:pt x="-113" y="27370"/>
                      <a:pt x="985" y="26716"/>
                      <a:pt x="2367" y="26672"/>
                    </a:cubicBezTo>
                    <a:lnTo>
                      <a:pt x="114005" y="23529"/>
                    </a:lnTo>
                    <a:lnTo>
                      <a:pt x="125587" y="24227"/>
                    </a:lnTo>
                    <a:cubicBezTo>
                      <a:pt x="125912" y="24271"/>
                      <a:pt x="126278" y="24337"/>
                      <a:pt x="126603" y="24446"/>
                    </a:cubicBezTo>
                    <a:lnTo>
                      <a:pt x="136031" y="27436"/>
                    </a:lnTo>
                    <a:lnTo>
                      <a:pt x="201299" y="23813"/>
                    </a:lnTo>
                    <a:lnTo>
                      <a:pt x="267583" y="19186"/>
                    </a:lnTo>
                    <a:cubicBezTo>
                      <a:pt x="267868" y="19142"/>
                      <a:pt x="268193" y="19186"/>
                      <a:pt x="268477" y="19186"/>
                    </a:cubicBezTo>
                    <a:lnTo>
                      <a:pt x="279775" y="20626"/>
                    </a:lnTo>
                    <a:lnTo>
                      <a:pt x="289204" y="22700"/>
                    </a:lnTo>
                    <a:lnTo>
                      <a:pt x="291276" y="22547"/>
                    </a:lnTo>
                    <a:cubicBezTo>
                      <a:pt x="291845" y="22481"/>
                      <a:pt x="292373" y="22590"/>
                      <a:pt x="292861" y="22700"/>
                    </a:cubicBezTo>
                    <a:lnTo>
                      <a:pt x="306151" y="26978"/>
                    </a:lnTo>
                    <a:lnTo>
                      <a:pt x="311515" y="28200"/>
                    </a:lnTo>
                    <a:lnTo>
                      <a:pt x="312409" y="28156"/>
                    </a:lnTo>
                    <a:lnTo>
                      <a:pt x="381253" y="21936"/>
                    </a:lnTo>
                    <a:lnTo>
                      <a:pt x="450585" y="14427"/>
                    </a:lnTo>
                    <a:lnTo>
                      <a:pt x="519633" y="7770"/>
                    </a:lnTo>
                    <a:lnTo>
                      <a:pt x="587501" y="2292"/>
                    </a:lnTo>
                    <a:lnTo>
                      <a:pt x="653582" y="65"/>
                    </a:lnTo>
                    <a:lnTo>
                      <a:pt x="717387" y="0"/>
                    </a:lnTo>
                    <a:lnTo>
                      <a:pt x="779200" y="1812"/>
                    </a:lnTo>
                    <a:lnTo>
                      <a:pt x="840038" y="6242"/>
                    </a:lnTo>
                    <a:lnTo>
                      <a:pt x="900145" y="11088"/>
                    </a:lnTo>
                    <a:lnTo>
                      <a:pt x="960577" y="14973"/>
                    </a:lnTo>
                    <a:lnTo>
                      <a:pt x="1021902" y="17854"/>
                    </a:lnTo>
                    <a:lnTo>
                      <a:pt x="1061485" y="18924"/>
                    </a:lnTo>
                    <a:cubicBezTo>
                      <a:pt x="1061485" y="18924"/>
                      <a:pt x="1062380" y="19033"/>
                      <a:pt x="1062583" y="19033"/>
                    </a:cubicBezTo>
                    <a:lnTo>
                      <a:pt x="1084203" y="19622"/>
                    </a:lnTo>
                    <a:lnTo>
                      <a:pt x="1147317" y="19949"/>
                    </a:lnTo>
                    <a:lnTo>
                      <a:pt x="1211813" y="20430"/>
                    </a:lnTo>
                    <a:lnTo>
                      <a:pt x="1341780" y="21019"/>
                    </a:lnTo>
                    <a:lnTo>
                      <a:pt x="1471868" y="22569"/>
                    </a:lnTo>
                    <a:lnTo>
                      <a:pt x="1669013" y="26148"/>
                    </a:lnTo>
                    <a:lnTo>
                      <a:pt x="1717740" y="25624"/>
                    </a:lnTo>
                    <a:lnTo>
                      <a:pt x="1732737" y="24599"/>
                    </a:lnTo>
                    <a:cubicBezTo>
                      <a:pt x="1734199" y="24446"/>
                      <a:pt x="1735419" y="25013"/>
                      <a:pt x="1735622" y="25821"/>
                    </a:cubicBezTo>
                    <a:cubicBezTo>
                      <a:pt x="1735703" y="26563"/>
                      <a:pt x="1734728" y="27261"/>
                      <a:pt x="1733346" y="27370"/>
                    </a:cubicBezTo>
                    <a:lnTo>
                      <a:pt x="1718065" y="28396"/>
                    </a:lnTo>
                    <a:lnTo>
                      <a:pt x="1669053" y="28986"/>
                    </a:lnTo>
                    <a:lnTo>
                      <a:pt x="1471706" y="25428"/>
                    </a:lnTo>
                    <a:lnTo>
                      <a:pt x="1341740" y="23878"/>
                    </a:lnTo>
                    <a:lnTo>
                      <a:pt x="1211772" y="23289"/>
                    </a:lnTo>
                    <a:lnTo>
                      <a:pt x="1147399" y="22809"/>
                    </a:lnTo>
                    <a:lnTo>
                      <a:pt x="1084081" y="22481"/>
                    </a:lnTo>
                    <a:lnTo>
                      <a:pt x="1061973" y="21848"/>
                    </a:lnTo>
                    <a:cubicBezTo>
                      <a:pt x="1061973" y="21848"/>
                      <a:pt x="1061079" y="21739"/>
                      <a:pt x="1060998" y="21739"/>
                    </a:cubicBezTo>
                    <a:lnTo>
                      <a:pt x="1021700" y="20670"/>
                    </a:lnTo>
                    <a:lnTo>
                      <a:pt x="960170" y="17832"/>
                    </a:lnTo>
                    <a:lnTo>
                      <a:pt x="899657" y="13947"/>
                    </a:lnTo>
                    <a:lnTo>
                      <a:pt x="839307" y="9036"/>
                    </a:lnTo>
                    <a:lnTo>
                      <a:pt x="778876" y="4605"/>
                    </a:lnTo>
                    <a:lnTo>
                      <a:pt x="717346" y="2837"/>
                    </a:lnTo>
                    <a:lnTo>
                      <a:pt x="653745" y="2903"/>
                    </a:lnTo>
                    <a:lnTo>
                      <a:pt x="588070" y="5151"/>
                    </a:lnTo>
                    <a:lnTo>
                      <a:pt x="520486" y="10586"/>
                    </a:lnTo>
                    <a:lnTo>
                      <a:pt x="451520" y="17243"/>
                    </a:lnTo>
                    <a:lnTo>
                      <a:pt x="382188" y="24751"/>
                    </a:lnTo>
                    <a:lnTo>
                      <a:pt x="311759" y="31081"/>
                    </a:lnTo>
                    <a:lnTo>
                      <a:pt x="311353" y="310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5" name="Freeform: Shape 354">
                <a:extLst>
                  <a:ext uri="{FF2B5EF4-FFF2-40B4-BE49-F238E27FC236}">
                    <a16:creationId xmlns:a16="http://schemas.microsoft.com/office/drawing/2014/main" id="{902877CD-15EB-4B8B-9A46-39C2C72FCB2A}"/>
                  </a:ext>
                </a:extLst>
              </p:cNvPr>
              <p:cNvSpPr/>
              <p:nvPr/>
            </p:nvSpPr>
            <p:spPr>
              <a:xfrm>
                <a:off x="2164283" y="5668870"/>
                <a:ext cx="280085" cy="218193"/>
              </a:xfrm>
              <a:custGeom>
                <a:avLst/>
                <a:gdLst>
                  <a:gd name="connsiteX0" fmla="*/ 2520 w 280085"/>
                  <a:gd name="connsiteY0" fmla="*/ 218150 h 218193"/>
                  <a:gd name="connsiteX1" fmla="*/ 975 w 280085"/>
                  <a:gd name="connsiteY1" fmla="*/ 217823 h 218193"/>
                  <a:gd name="connsiteX2" fmla="*/ 528 w 280085"/>
                  <a:gd name="connsiteY2" fmla="*/ 215858 h 218193"/>
                  <a:gd name="connsiteX3" fmla="*/ 29667 w 280085"/>
                  <a:gd name="connsiteY3" fmla="*/ 195189 h 218193"/>
                  <a:gd name="connsiteX4" fmla="*/ 59903 w 280085"/>
                  <a:gd name="connsiteY4" fmla="*/ 170350 h 218193"/>
                  <a:gd name="connsiteX5" fmla="*/ 60391 w 280085"/>
                  <a:gd name="connsiteY5" fmla="*/ 170088 h 218193"/>
                  <a:gd name="connsiteX6" fmla="*/ 90790 w 280085"/>
                  <a:gd name="connsiteY6" fmla="*/ 156556 h 218193"/>
                  <a:gd name="connsiteX7" fmla="*/ 121514 w 280085"/>
                  <a:gd name="connsiteY7" fmla="*/ 139182 h 218193"/>
                  <a:gd name="connsiteX8" fmla="*/ 152806 w 280085"/>
                  <a:gd name="connsiteY8" fmla="*/ 118250 h 218193"/>
                  <a:gd name="connsiteX9" fmla="*/ 184546 w 280085"/>
                  <a:gd name="connsiteY9" fmla="*/ 93368 h 218193"/>
                  <a:gd name="connsiteX10" fmla="*/ 216083 w 280085"/>
                  <a:gd name="connsiteY10" fmla="*/ 64644 h 218193"/>
                  <a:gd name="connsiteX11" fmla="*/ 246685 w 280085"/>
                  <a:gd name="connsiteY11" fmla="*/ 30442 h 218193"/>
                  <a:gd name="connsiteX12" fmla="*/ 275255 w 280085"/>
                  <a:gd name="connsiteY12" fmla="*/ 758 h 218193"/>
                  <a:gd name="connsiteX13" fmla="*/ 278750 w 280085"/>
                  <a:gd name="connsiteY13" fmla="*/ 168 h 218193"/>
                  <a:gd name="connsiteX14" fmla="*/ 279806 w 280085"/>
                  <a:gd name="connsiteY14" fmla="*/ 2046 h 218193"/>
                  <a:gd name="connsiteX15" fmla="*/ 251236 w 280085"/>
                  <a:gd name="connsiteY15" fmla="*/ 31730 h 218193"/>
                  <a:gd name="connsiteX16" fmla="*/ 220553 w 280085"/>
                  <a:gd name="connsiteY16" fmla="*/ 66041 h 218193"/>
                  <a:gd name="connsiteX17" fmla="*/ 188813 w 280085"/>
                  <a:gd name="connsiteY17" fmla="*/ 94917 h 218193"/>
                  <a:gd name="connsiteX18" fmla="*/ 156911 w 280085"/>
                  <a:gd name="connsiteY18" fmla="*/ 119974 h 218193"/>
                  <a:gd name="connsiteX19" fmla="*/ 125334 w 280085"/>
                  <a:gd name="connsiteY19" fmla="*/ 141081 h 218193"/>
                  <a:gd name="connsiteX20" fmla="*/ 94244 w 280085"/>
                  <a:gd name="connsiteY20" fmla="*/ 158673 h 218193"/>
                  <a:gd name="connsiteX21" fmla="*/ 63967 w 280085"/>
                  <a:gd name="connsiteY21" fmla="*/ 172162 h 218193"/>
                  <a:gd name="connsiteX22" fmla="*/ 33812 w 280085"/>
                  <a:gd name="connsiteY22" fmla="*/ 196891 h 218193"/>
                  <a:gd name="connsiteX23" fmla="*/ 4592 w 280085"/>
                  <a:gd name="connsiteY23" fmla="*/ 217670 h 218193"/>
                  <a:gd name="connsiteX24" fmla="*/ 2560 w 280085"/>
                  <a:gd name="connsiteY24" fmla="*/ 218194 h 218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0085" h="218193">
                    <a:moveTo>
                      <a:pt x="2520" y="218150"/>
                    </a:moveTo>
                    <a:cubicBezTo>
                      <a:pt x="1991" y="218150"/>
                      <a:pt x="1422" y="218041"/>
                      <a:pt x="975" y="217823"/>
                    </a:cubicBezTo>
                    <a:cubicBezTo>
                      <a:pt x="-122" y="217386"/>
                      <a:pt x="-325" y="216491"/>
                      <a:pt x="528" y="215858"/>
                    </a:cubicBezTo>
                    <a:lnTo>
                      <a:pt x="29667" y="195189"/>
                    </a:lnTo>
                    <a:lnTo>
                      <a:pt x="59903" y="170350"/>
                    </a:lnTo>
                    <a:cubicBezTo>
                      <a:pt x="59903" y="170350"/>
                      <a:pt x="60188" y="170132"/>
                      <a:pt x="60391" y="170088"/>
                    </a:cubicBezTo>
                    <a:lnTo>
                      <a:pt x="90790" y="156556"/>
                    </a:lnTo>
                    <a:lnTo>
                      <a:pt x="121514" y="139182"/>
                    </a:lnTo>
                    <a:lnTo>
                      <a:pt x="152806" y="118250"/>
                    </a:lnTo>
                    <a:lnTo>
                      <a:pt x="184546" y="93368"/>
                    </a:lnTo>
                    <a:lnTo>
                      <a:pt x="216083" y="64644"/>
                    </a:lnTo>
                    <a:lnTo>
                      <a:pt x="246685" y="30442"/>
                    </a:lnTo>
                    <a:lnTo>
                      <a:pt x="275255" y="758"/>
                    </a:lnTo>
                    <a:cubicBezTo>
                      <a:pt x="275946" y="59"/>
                      <a:pt x="277490" y="-203"/>
                      <a:pt x="278750" y="168"/>
                    </a:cubicBezTo>
                    <a:cubicBezTo>
                      <a:pt x="280010" y="540"/>
                      <a:pt x="280416" y="1391"/>
                      <a:pt x="279806" y="2046"/>
                    </a:cubicBezTo>
                    <a:lnTo>
                      <a:pt x="251236" y="31730"/>
                    </a:lnTo>
                    <a:lnTo>
                      <a:pt x="220553" y="66041"/>
                    </a:lnTo>
                    <a:lnTo>
                      <a:pt x="188813" y="94917"/>
                    </a:lnTo>
                    <a:lnTo>
                      <a:pt x="156911" y="119974"/>
                    </a:lnTo>
                    <a:lnTo>
                      <a:pt x="125334" y="141081"/>
                    </a:lnTo>
                    <a:lnTo>
                      <a:pt x="94244" y="158673"/>
                    </a:lnTo>
                    <a:lnTo>
                      <a:pt x="63967" y="172162"/>
                    </a:lnTo>
                    <a:lnTo>
                      <a:pt x="33812" y="196891"/>
                    </a:lnTo>
                    <a:lnTo>
                      <a:pt x="4592" y="217670"/>
                    </a:lnTo>
                    <a:cubicBezTo>
                      <a:pt x="4105" y="217997"/>
                      <a:pt x="3373" y="218194"/>
                      <a:pt x="2560" y="21819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6" name="Freeform: Shape 355">
                <a:extLst>
                  <a:ext uri="{FF2B5EF4-FFF2-40B4-BE49-F238E27FC236}">
                    <a16:creationId xmlns:a16="http://schemas.microsoft.com/office/drawing/2014/main" id="{4E9C8FFE-E40D-4ACC-8643-B1A9F56EBF5D}"/>
                  </a:ext>
                </a:extLst>
              </p:cNvPr>
              <p:cNvSpPr/>
              <p:nvPr/>
            </p:nvSpPr>
            <p:spPr>
              <a:xfrm>
                <a:off x="-40" y="5725504"/>
                <a:ext cx="1246347" cy="32630"/>
              </a:xfrm>
              <a:custGeom>
                <a:avLst/>
                <a:gdLst>
                  <a:gd name="connsiteX0" fmla="*/ 1243625 w 1246347"/>
                  <a:gd name="connsiteY0" fmla="*/ 1812 h 32630"/>
                  <a:gd name="connsiteX1" fmla="*/ 1211072 w 1246347"/>
                  <a:gd name="connsiteY1" fmla="*/ 3732 h 32630"/>
                  <a:gd name="connsiteX2" fmla="*/ 1209731 w 1246347"/>
                  <a:gd name="connsiteY2" fmla="*/ 3994 h 32630"/>
                  <a:gd name="connsiteX3" fmla="*/ 1205464 w 1246347"/>
                  <a:gd name="connsiteY3" fmla="*/ 5959 h 32630"/>
                  <a:gd name="connsiteX4" fmla="*/ 1147430 w 1246347"/>
                  <a:gd name="connsiteY4" fmla="*/ 5959 h 32630"/>
                  <a:gd name="connsiteX5" fmla="*/ 1146333 w 1246347"/>
                  <a:gd name="connsiteY5" fmla="*/ 5588 h 32630"/>
                  <a:gd name="connsiteX6" fmla="*/ 1144748 w 1246347"/>
                  <a:gd name="connsiteY6" fmla="*/ 5369 h 32630"/>
                  <a:gd name="connsiteX7" fmla="*/ 1139139 w 1246347"/>
                  <a:gd name="connsiteY7" fmla="*/ 5588 h 32630"/>
                  <a:gd name="connsiteX8" fmla="*/ 1131540 w 1246347"/>
                  <a:gd name="connsiteY8" fmla="*/ 4147 h 32630"/>
                  <a:gd name="connsiteX9" fmla="*/ 1130889 w 1246347"/>
                  <a:gd name="connsiteY9" fmla="*/ 4103 h 32630"/>
                  <a:gd name="connsiteX10" fmla="*/ 1028598 w 1246347"/>
                  <a:gd name="connsiteY10" fmla="*/ 524 h 32630"/>
                  <a:gd name="connsiteX11" fmla="*/ 1027217 w 1246347"/>
                  <a:gd name="connsiteY11" fmla="*/ 742 h 32630"/>
                  <a:gd name="connsiteX12" fmla="*/ 1023397 w 1246347"/>
                  <a:gd name="connsiteY12" fmla="*/ 1964 h 32630"/>
                  <a:gd name="connsiteX13" fmla="*/ 997590 w 1246347"/>
                  <a:gd name="connsiteY13" fmla="*/ 1222 h 32630"/>
                  <a:gd name="connsiteX14" fmla="*/ 975035 w 1246347"/>
                  <a:gd name="connsiteY14" fmla="*/ 0 h 32630"/>
                  <a:gd name="connsiteX15" fmla="*/ 974100 w 1246347"/>
                  <a:gd name="connsiteY15" fmla="*/ 44 h 32630"/>
                  <a:gd name="connsiteX16" fmla="*/ 970727 w 1246347"/>
                  <a:gd name="connsiteY16" fmla="*/ 589 h 32630"/>
                  <a:gd name="connsiteX17" fmla="*/ 921837 w 1246347"/>
                  <a:gd name="connsiteY17" fmla="*/ 851 h 32630"/>
                  <a:gd name="connsiteX18" fmla="*/ 817311 w 1246347"/>
                  <a:gd name="connsiteY18" fmla="*/ 3994 h 32630"/>
                  <a:gd name="connsiteX19" fmla="*/ 608503 w 1246347"/>
                  <a:gd name="connsiteY19" fmla="*/ 15933 h 32630"/>
                  <a:gd name="connsiteX20" fmla="*/ 399979 w 1246347"/>
                  <a:gd name="connsiteY20" fmla="*/ 27174 h 32630"/>
                  <a:gd name="connsiteX21" fmla="*/ 295859 w 1246347"/>
                  <a:gd name="connsiteY21" fmla="*/ 28615 h 32630"/>
                  <a:gd name="connsiteX22" fmla="*/ 191861 w 1246347"/>
                  <a:gd name="connsiteY22" fmla="*/ 29793 h 32630"/>
                  <a:gd name="connsiteX23" fmla="*/ 87904 w 1246347"/>
                  <a:gd name="connsiteY23" fmla="*/ 27829 h 32630"/>
                  <a:gd name="connsiteX24" fmla="*/ 0 w 1246347"/>
                  <a:gd name="connsiteY24" fmla="*/ 25013 h 32630"/>
                  <a:gd name="connsiteX25" fmla="*/ 0 w 1246347"/>
                  <a:gd name="connsiteY25" fmla="*/ 27829 h 32630"/>
                  <a:gd name="connsiteX26" fmla="*/ 87660 w 1246347"/>
                  <a:gd name="connsiteY26" fmla="*/ 30666 h 32630"/>
                  <a:gd name="connsiteX27" fmla="*/ 191780 w 1246347"/>
                  <a:gd name="connsiteY27" fmla="*/ 32631 h 32630"/>
                  <a:gd name="connsiteX28" fmla="*/ 295900 w 1246347"/>
                  <a:gd name="connsiteY28" fmla="*/ 31408 h 32630"/>
                  <a:gd name="connsiteX29" fmla="*/ 400263 w 1246347"/>
                  <a:gd name="connsiteY29" fmla="*/ 30033 h 32630"/>
                  <a:gd name="connsiteX30" fmla="*/ 608950 w 1246347"/>
                  <a:gd name="connsiteY30" fmla="*/ 18793 h 32630"/>
                  <a:gd name="connsiteX31" fmla="*/ 817636 w 1246347"/>
                  <a:gd name="connsiteY31" fmla="*/ 6810 h 32630"/>
                  <a:gd name="connsiteX32" fmla="*/ 921918 w 1246347"/>
                  <a:gd name="connsiteY32" fmla="*/ 3711 h 32630"/>
                  <a:gd name="connsiteX33" fmla="*/ 971052 w 1246347"/>
                  <a:gd name="connsiteY33" fmla="*/ 3449 h 32630"/>
                  <a:gd name="connsiteX34" fmla="*/ 971702 w 1246347"/>
                  <a:gd name="connsiteY34" fmla="*/ 3405 h 32630"/>
                  <a:gd name="connsiteX35" fmla="*/ 974954 w 1246347"/>
                  <a:gd name="connsiteY35" fmla="*/ 2859 h 32630"/>
                  <a:gd name="connsiteX36" fmla="*/ 997224 w 1246347"/>
                  <a:gd name="connsiteY36" fmla="*/ 4038 h 32630"/>
                  <a:gd name="connsiteX37" fmla="*/ 1023884 w 1246347"/>
                  <a:gd name="connsiteY37" fmla="*/ 4824 h 32630"/>
                  <a:gd name="connsiteX38" fmla="*/ 1025266 w 1246347"/>
                  <a:gd name="connsiteY38" fmla="*/ 4605 h 32630"/>
                  <a:gd name="connsiteX39" fmla="*/ 1029045 w 1246347"/>
                  <a:gd name="connsiteY39" fmla="*/ 3449 h 32630"/>
                  <a:gd name="connsiteX40" fmla="*/ 1130198 w 1246347"/>
                  <a:gd name="connsiteY40" fmla="*/ 6897 h 32630"/>
                  <a:gd name="connsiteX41" fmla="*/ 1137920 w 1246347"/>
                  <a:gd name="connsiteY41" fmla="*/ 8403 h 32630"/>
                  <a:gd name="connsiteX42" fmla="*/ 1138977 w 1246347"/>
                  <a:gd name="connsiteY42" fmla="*/ 8447 h 32630"/>
                  <a:gd name="connsiteX43" fmla="*/ 1144301 w 1246347"/>
                  <a:gd name="connsiteY43" fmla="*/ 8229 h 32630"/>
                  <a:gd name="connsiteX44" fmla="*/ 1145317 w 1246347"/>
                  <a:gd name="connsiteY44" fmla="*/ 8600 h 32630"/>
                  <a:gd name="connsiteX45" fmla="*/ 1146698 w 1246347"/>
                  <a:gd name="connsiteY45" fmla="*/ 8818 h 32630"/>
                  <a:gd name="connsiteX46" fmla="*/ 1206358 w 1246347"/>
                  <a:gd name="connsiteY46" fmla="*/ 8818 h 32630"/>
                  <a:gd name="connsiteX47" fmla="*/ 1207983 w 1246347"/>
                  <a:gd name="connsiteY47" fmla="*/ 8491 h 32630"/>
                  <a:gd name="connsiteX48" fmla="*/ 1212332 w 1246347"/>
                  <a:gd name="connsiteY48" fmla="*/ 6461 h 32630"/>
                  <a:gd name="connsiteX49" fmla="*/ 1243381 w 1246347"/>
                  <a:gd name="connsiteY49" fmla="*/ 4693 h 32630"/>
                  <a:gd name="connsiteX50" fmla="*/ 1244072 w 1246347"/>
                  <a:gd name="connsiteY50" fmla="*/ 4649 h 32630"/>
                  <a:gd name="connsiteX51" fmla="*/ 1246348 w 1246347"/>
                  <a:gd name="connsiteY51" fmla="*/ 3252 h 32630"/>
                  <a:gd name="connsiteX52" fmla="*/ 1243543 w 1246347"/>
                  <a:gd name="connsiteY52" fmla="*/ 1812 h 32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46347" h="32630">
                    <a:moveTo>
                      <a:pt x="1243625" y="1812"/>
                    </a:moveTo>
                    <a:lnTo>
                      <a:pt x="1211072" y="3732"/>
                    </a:lnTo>
                    <a:cubicBezTo>
                      <a:pt x="1210584" y="3732"/>
                      <a:pt x="1210137" y="3841"/>
                      <a:pt x="1209731" y="3994"/>
                    </a:cubicBezTo>
                    <a:lnTo>
                      <a:pt x="1205464" y="5959"/>
                    </a:lnTo>
                    <a:lnTo>
                      <a:pt x="1147430" y="5959"/>
                    </a:lnTo>
                    <a:lnTo>
                      <a:pt x="1146333" y="5588"/>
                    </a:lnTo>
                    <a:cubicBezTo>
                      <a:pt x="1145845" y="5435"/>
                      <a:pt x="1145357" y="5369"/>
                      <a:pt x="1144748" y="5369"/>
                    </a:cubicBezTo>
                    <a:lnTo>
                      <a:pt x="1139139" y="5588"/>
                    </a:lnTo>
                    <a:lnTo>
                      <a:pt x="1131540" y="4147"/>
                    </a:lnTo>
                    <a:cubicBezTo>
                      <a:pt x="1131540" y="4147"/>
                      <a:pt x="1131093" y="4103"/>
                      <a:pt x="1130889" y="4103"/>
                    </a:cubicBezTo>
                    <a:lnTo>
                      <a:pt x="1028598" y="524"/>
                    </a:lnTo>
                    <a:cubicBezTo>
                      <a:pt x="1028151" y="524"/>
                      <a:pt x="1027623" y="589"/>
                      <a:pt x="1027217" y="742"/>
                    </a:cubicBezTo>
                    <a:lnTo>
                      <a:pt x="1023397" y="1964"/>
                    </a:lnTo>
                    <a:lnTo>
                      <a:pt x="997590" y="1222"/>
                    </a:lnTo>
                    <a:lnTo>
                      <a:pt x="975035" y="0"/>
                    </a:lnTo>
                    <a:cubicBezTo>
                      <a:pt x="974750" y="0"/>
                      <a:pt x="974385" y="0"/>
                      <a:pt x="974100" y="44"/>
                    </a:cubicBezTo>
                    <a:lnTo>
                      <a:pt x="970727" y="589"/>
                    </a:lnTo>
                    <a:lnTo>
                      <a:pt x="921837" y="851"/>
                    </a:lnTo>
                    <a:lnTo>
                      <a:pt x="817311" y="3994"/>
                    </a:lnTo>
                    <a:lnTo>
                      <a:pt x="608503" y="15933"/>
                    </a:lnTo>
                    <a:lnTo>
                      <a:pt x="399979" y="27174"/>
                    </a:lnTo>
                    <a:lnTo>
                      <a:pt x="295859" y="28615"/>
                    </a:lnTo>
                    <a:lnTo>
                      <a:pt x="191861" y="29793"/>
                    </a:lnTo>
                    <a:lnTo>
                      <a:pt x="87904" y="27829"/>
                    </a:lnTo>
                    <a:lnTo>
                      <a:pt x="0" y="25013"/>
                    </a:lnTo>
                    <a:lnTo>
                      <a:pt x="0" y="27829"/>
                    </a:lnTo>
                    <a:lnTo>
                      <a:pt x="87660" y="30666"/>
                    </a:lnTo>
                    <a:lnTo>
                      <a:pt x="191780" y="32631"/>
                    </a:lnTo>
                    <a:lnTo>
                      <a:pt x="295900" y="31408"/>
                    </a:lnTo>
                    <a:lnTo>
                      <a:pt x="400263" y="30033"/>
                    </a:lnTo>
                    <a:lnTo>
                      <a:pt x="608950" y="18793"/>
                    </a:lnTo>
                    <a:lnTo>
                      <a:pt x="817636" y="6810"/>
                    </a:lnTo>
                    <a:lnTo>
                      <a:pt x="921918" y="3711"/>
                    </a:lnTo>
                    <a:lnTo>
                      <a:pt x="971052" y="3449"/>
                    </a:lnTo>
                    <a:cubicBezTo>
                      <a:pt x="971296" y="3449"/>
                      <a:pt x="971499" y="3405"/>
                      <a:pt x="971702" y="3405"/>
                    </a:cubicBezTo>
                    <a:lnTo>
                      <a:pt x="974954" y="2859"/>
                    </a:lnTo>
                    <a:lnTo>
                      <a:pt x="997224" y="4038"/>
                    </a:lnTo>
                    <a:lnTo>
                      <a:pt x="1023884" y="4824"/>
                    </a:lnTo>
                    <a:cubicBezTo>
                      <a:pt x="1024372" y="4824"/>
                      <a:pt x="1024860" y="4780"/>
                      <a:pt x="1025266" y="4605"/>
                    </a:cubicBezTo>
                    <a:lnTo>
                      <a:pt x="1029045" y="3449"/>
                    </a:lnTo>
                    <a:lnTo>
                      <a:pt x="1130198" y="6897"/>
                    </a:lnTo>
                    <a:lnTo>
                      <a:pt x="1137920" y="8403"/>
                    </a:lnTo>
                    <a:cubicBezTo>
                      <a:pt x="1138286" y="8447"/>
                      <a:pt x="1138611" y="8512"/>
                      <a:pt x="1138977" y="8447"/>
                    </a:cubicBezTo>
                    <a:lnTo>
                      <a:pt x="1144301" y="8229"/>
                    </a:lnTo>
                    <a:lnTo>
                      <a:pt x="1145317" y="8600"/>
                    </a:lnTo>
                    <a:cubicBezTo>
                      <a:pt x="1145764" y="8752"/>
                      <a:pt x="1146211" y="8818"/>
                      <a:pt x="1146698" y="8818"/>
                    </a:cubicBezTo>
                    <a:lnTo>
                      <a:pt x="1206358" y="8818"/>
                    </a:lnTo>
                    <a:cubicBezTo>
                      <a:pt x="1206967" y="8818"/>
                      <a:pt x="1207496" y="8665"/>
                      <a:pt x="1207983" y="8491"/>
                    </a:cubicBezTo>
                    <a:lnTo>
                      <a:pt x="1212332" y="6461"/>
                    </a:lnTo>
                    <a:lnTo>
                      <a:pt x="1243381" y="4693"/>
                    </a:lnTo>
                    <a:lnTo>
                      <a:pt x="1244072" y="4649"/>
                    </a:lnTo>
                    <a:cubicBezTo>
                      <a:pt x="1245454" y="4649"/>
                      <a:pt x="1246348" y="4016"/>
                      <a:pt x="1246348" y="3252"/>
                    </a:cubicBezTo>
                    <a:cubicBezTo>
                      <a:pt x="1246348" y="2466"/>
                      <a:pt x="1245006" y="1812"/>
                      <a:pt x="1243543" y="181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7" name="Freeform: Shape 356">
                <a:extLst>
                  <a:ext uri="{FF2B5EF4-FFF2-40B4-BE49-F238E27FC236}">
                    <a16:creationId xmlns:a16="http://schemas.microsoft.com/office/drawing/2014/main" id="{B5E95CD1-A990-463A-8475-BF3A035BB831}"/>
                  </a:ext>
                </a:extLst>
              </p:cNvPr>
              <p:cNvSpPr/>
              <p:nvPr/>
            </p:nvSpPr>
            <p:spPr>
              <a:xfrm>
                <a:off x="6761697" y="5592019"/>
                <a:ext cx="157866" cy="527955"/>
              </a:xfrm>
              <a:custGeom>
                <a:avLst/>
                <a:gdLst>
                  <a:gd name="connsiteX0" fmla="*/ 155353 w 157866"/>
                  <a:gd name="connsiteY0" fmla="*/ 527912 h 527955"/>
                  <a:gd name="connsiteX1" fmla="*/ 152955 w 157866"/>
                  <a:gd name="connsiteY1" fmla="*/ 526995 h 527955"/>
                  <a:gd name="connsiteX2" fmla="*/ 29816 w 157866"/>
                  <a:gd name="connsiteY2" fmla="*/ 346250 h 527955"/>
                  <a:gd name="connsiteX3" fmla="*/ 27459 w 157866"/>
                  <a:gd name="connsiteY3" fmla="*/ 337235 h 527955"/>
                  <a:gd name="connsiteX4" fmla="*/ 25670 w 157866"/>
                  <a:gd name="connsiteY4" fmla="*/ 320822 h 527955"/>
                  <a:gd name="connsiteX5" fmla="*/ 24085 w 157866"/>
                  <a:gd name="connsiteY5" fmla="*/ 313575 h 527955"/>
                  <a:gd name="connsiteX6" fmla="*/ 23313 w 157866"/>
                  <a:gd name="connsiteY6" fmla="*/ 299301 h 527955"/>
                  <a:gd name="connsiteX7" fmla="*/ 23801 w 157866"/>
                  <a:gd name="connsiteY7" fmla="*/ 277605 h 527955"/>
                  <a:gd name="connsiteX8" fmla="*/ 24979 w 157866"/>
                  <a:gd name="connsiteY8" fmla="*/ 253683 h 527955"/>
                  <a:gd name="connsiteX9" fmla="*/ 28556 w 157866"/>
                  <a:gd name="connsiteY9" fmla="*/ 194752 h 527955"/>
                  <a:gd name="connsiteX10" fmla="*/ 29856 w 157866"/>
                  <a:gd name="connsiteY10" fmla="*/ 161881 h 527955"/>
                  <a:gd name="connsiteX11" fmla="*/ 29572 w 157866"/>
                  <a:gd name="connsiteY11" fmla="*/ 146799 h 527955"/>
                  <a:gd name="connsiteX12" fmla="*/ 28068 w 157866"/>
                  <a:gd name="connsiteY12" fmla="*/ 129469 h 527955"/>
                  <a:gd name="connsiteX13" fmla="*/ 25183 w 157866"/>
                  <a:gd name="connsiteY13" fmla="*/ 108362 h 527955"/>
                  <a:gd name="connsiteX14" fmla="*/ 20631 w 157866"/>
                  <a:gd name="connsiteY14" fmla="*/ 84964 h 527955"/>
                  <a:gd name="connsiteX15" fmla="*/ 14494 w 157866"/>
                  <a:gd name="connsiteY15" fmla="*/ 56350 h 527955"/>
                  <a:gd name="connsiteX16" fmla="*/ 7260 w 157866"/>
                  <a:gd name="connsiteY16" fmla="*/ 26818 h 527955"/>
                  <a:gd name="connsiteX17" fmla="*/ 27 w 157866"/>
                  <a:gd name="connsiteY17" fmla="*/ 1609 h 527955"/>
                  <a:gd name="connsiteX18" fmla="*/ 2180 w 157866"/>
                  <a:gd name="connsiteY18" fmla="*/ 15 h 527955"/>
                  <a:gd name="connsiteX19" fmla="*/ 5066 w 157866"/>
                  <a:gd name="connsiteY19" fmla="*/ 1194 h 527955"/>
                  <a:gd name="connsiteX20" fmla="*/ 12219 w 157866"/>
                  <a:gd name="connsiteY20" fmla="*/ 26404 h 527955"/>
                  <a:gd name="connsiteX21" fmla="*/ 19534 w 157866"/>
                  <a:gd name="connsiteY21" fmla="*/ 56044 h 527955"/>
                  <a:gd name="connsiteX22" fmla="*/ 25670 w 157866"/>
                  <a:gd name="connsiteY22" fmla="*/ 84659 h 527955"/>
                  <a:gd name="connsiteX23" fmla="*/ 30222 w 157866"/>
                  <a:gd name="connsiteY23" fmla="*/ 108166 h 527955"/>
                  <a:gd name="connsiteX24" fmla="*/ 33107 w 157866"/>
                  <a:gd name="connsiteY24" fmla="*/ 129316 h 527955"/>
                  <a:gd name="connsiteX25" fmla="*/ 34611 w 157866"/>
                  <a:gd name="connsiteY25" fmla="*/ 146733 h 527955"/>
                  <a:gd name="connsiteX26" fmla="*/ 34896 w 157866"/>
                  <a:gd name="connsiteY26" fmla="*/ 161925 h 527955"/>
                  <a:gd name="connsiteX27" fmla="*/ 33595 w 157866"/>
                  <a:gd name="connsiteY27" fmla="*/ 194861 h 527955"/>
                  <a:gd name="connsiteX28" fmla="*/ 28840 w 157866"/>
                  <a:gd name="connsiteY28" fmla="*/ 277671 h 527955"/>
                  <a:gd name="connsiteX29" fmla="*/ 28434 w 157866"/>
                  <a:gd name="connsiteY29" fmla="*/ 299257 h 527955"/>
                  <a:gd name="connsiteX30" fmla="*/ 29125 w 157866"/>
                  <a:gd name="connsiteY30" fmla="*/ 313379 h 527955"/>
                  <a:gd name="connsiteX31" fmla="*/ 30710 w 157866"/>
                  <a:gd name="connsiteY31" fmla="*/ 320582 h 527955"/>
                  <a:gd name="connsiteX32" fmla="*/ 32498 w 157866"/>
                  <a:gd name="connsiteY32" fmla="*/ 336995 h 527955"/>
                  <a:gd name="connsiteX33" fmla="*/ 34692 w 157866"/>
                  <a:gd name="connsiteY33" fmla="*/ 345529 h 527955"/>
                  <a:gd name="connsiteX34" fmla="*/ 157710 w 157866"/>
                  <a:gd name="connsiteY34" fmla="*/ 526079 h 527955"/>
                  <a:gd name="connsiteX35" fmla="*/ 156206 w 157866"/>
                  <a:gd name="connsiteY35" fmla="*/ 527890 h 527955"/>
                  <a:gd name="connsiteX36" fmla="*/ 155312 w 157866"/>
                  <a:gd name="connsiteY36" fmla="*/ 527956 h 527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7866" h="527955">
                    <a:moveTo>
                      <a:pt x="155353" y="527912"/>
                    </a:moveTo>
                    <a:cubicBezTo>
                      <a:pt x="154377" y="527912"/>
                      <a:pt x="153361" y="527585"/>
                      <a:pt x="152955" y="526995"/>
                    </a:cubicBezTo>
                    <a:lnTo>
                      <a:pt x="29816" y="346250"/>
                    </a:lnTo>
                    <a:lnTo>
                      <a:pt x="27459" y="337235"/>
                    </a:lnTo>
                    <a:lnTo>
                      <a:pt x="25670" y="320822"/>
                    </a:lnTo>
                    <a:lnTo>
                      <a:pt x="24085" y="313575"/>
                    </a:lnTo>
                    <a:lnTo>
                      <a:pt x="23313" y="299301"/>
                    </a:lnTo>
                    <a:lnTo>
                      <a:pt x="23801" y="277605"/>
                    </a:lnTo>
                    <a:lnTo>
                      <a:pt x="24979" y="253683"/>
                    </a:lnTo>
                    <a:lnTo>
                      <a:pt x="28556" y="194752"/>
                    </a:lnTo>
                    <a:lnTo>
                      <a:pt x="29856" y="161881"/>
                    </a:lnTo>
                    <a:lnTo>
                      <a:pt x="29572" y="146799"/>
                    </a:lnTo>
                    <a:lnTo>
                      <a:pt x="28068" y="129469"/>
                    </a:lnTo>
                    <a:lnTo>
                      <a:pt x="25183" y="108362"/>
                    </a:lnTo>
                    <a:lnTo>
                      <a:pt x="20631" y="84964"/>
                    </a:lnTo>
                    <a:lnTo>
                      <a:pt x="14494" y="56350"/>
                    </a:lnTo>
                    <a:lnTo>
                      <a:pt x="7260" y="26818"/>
                    </a:lnTo>
                    <a:lnTo>
                      <a:pt x="27" y="1609"/>
                    </a:lnTo>
                    <a:cubicBezTo>
                      <a:pt x="-177" y="867"/>
                      <a:pt x="799" y="125"/>
                      <a:pt x="2180" y="15"/>
                    </a:cubicBezTo>
                    <a:cubicBezTo>
                      <a:pt x="3684" y="-94"/>
                      <a:pt x="4863" y="386"/>
                      <a:pt x="5066" y="1194"/>
                    </a:cubicBezTo>
                    <a:lnTo>
                      <a:pt x="12219" y="26404"/>
                    </a:lnTo>
                    <a:lnTo>
                      <a:pt x="19534" y="56044"/>
                    </a:lnTo>
                    <a:lnTo>
                      <a:pt x="25670" y="84659"/>
                    </a:lnTo>
                    <a:lnTo>
                      <a:pt x="30222" y="108166"/>
                    </a:lnTo>
                    <a:lnTo>
                      <a:pt x="33107" y="129316"/>
                    </a:lnTo>
                    <a:lnTo>
                      <a:pt x="34611" y="146733"/>
                    </a:lnTo>
                    <a:lnTo>
                      <a:pt x="34896" y="161925"/>
                    </a:lnTo>
                    <a:lnTo>
                      <a:pt x="33595" y="194861"/>
                    </a:lnTo>
                    <a:lnTo>
                      <a:pt x="28840" y="277671"/>
                    </a:lnTo>
                    <a:lnTo>
                      <a:pt x="28434" y="299257"/>
                    </a:lnTo>
                    <a:lnTo>
                      <a:pt x="29125" y="313379"/>
                    </a:lnTo>
                    <a:lnTo>
                      <a:pt x="30710" y="320582"/>
                    </a:lnTo>
                    <a:lnTo>
                      <a:pt x="32498" y="336995"/>
                    </a:lnTo>
                    <a:lnTo>
                      <a:pt x="34692" y="345529"/>
                    </a:lnTo>
                    <a:lnTo>
                      <a:pt x="157710" y="526079"/>
                    </a:lnTo>
                    <a:cubicBezTo>
                      <a:pt x="158197" y="526777"/>
                      <a:pt x="157507" y="527628"/>
                      <a:pt x="156206" y="527890"/>
                    </a:cubicBezTo>
                    <a:cubicBezTo>
                      <a:pt x="155922" y="527956"/>
                      <a:pt x="155637" y="527956"/>
                      <a:pt x="155312" y="5279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8" name="Freeform: Shape 357">
                <a:extLst>
                  <a:ext uri="{FF2B5EF4-FFF2-40B4-BE49-F238E27FC236}">
                    <a16:creationId xmlns:a16="http://schemas.microsoft.com/office/drawing/2014/main" id="{BCAF0F97-27AD-46CB-BBC3-03D12F21A04F}"/>
                  </a:ext>
                </a:extLst>
              </p:cNvPr>
              <p:cNvSpPr/>
              <p:nvPr/>
            </p:nvSpPr>
            <p:spPr>
              <a:xfrm>
                <a:off x="9439981" y="5700316"/>
                <a:ext cx="1208999" cy="9974"/>
              </a:xfrm>
              <a:custGeom>
                <a:avLst/>
                <a:gdLst>
                  <a:gd name="connsiteX0" fmla="*/ 551322 w 1208999"/>
                  <a:gd name="connsiteY0" fmla="*/ 9953 h 9974"/>
                  <a:gd name="connsiteX1" fmla="*/ 550753 w 1208999"/>
                  <a:gd name="connsiteY1" fmla="*/ 9953 h 9974"/>
                  <a:gd name="connsiteX2" fmla="*/ 524053 w 1208999"/>
                  <a:gd name="connsiteY2" fmla="*/ 6810 h 9974"/>
                  <a:gd name="connsiteX3" fmla="*/ 467807 w 1208999"/>
                  <a:gd name="connsiteY3" fmla="*/ 6766 h 9974"/>
                  <a:gd name="connsiteX4" fmla="*/ 441309 w 1208999"/>
                  <a:gd name="connsiteY4" fmla="*/ 3514 h 9974"/>
                  <a:gd name="connsiteX5" fmla="*/ 2560 w 1208999"/>
                  <a:gd name="connsiteY5" fmla="*/ 2816 h 9974"/>
                  <a:gd name="connsiteX6" fmla="*/ 0 w 1208999"/>
                  <a:gd name="connsiteY6" fmla="*/ 1375 h 9974"/>
                  <a:gd name="connsiteX7" fmla="*/ 2560 w 1208999"/>
                  <a:gd name="connsiteY7" fmla="*/ 0 h 9974"/>
                  <a:gd name="connsiteX8" fmla="*/ 2560 w 1208999"/>
                  <a:gd name="connsiteY8" fmla="*/ 0 h 9974"/>
                  <a:gd name="connsiteX9" fmla="*/ 441879 w 1208999"/>
                  <a:gd name="connsiteY9" fmla="*/ 742 h 9974"/>
                  <a:gd name="connsiteX10" fmla="*/ 468376 w 1208999"/>
                  <a:gd name="connsiteY10" fmla="*/ 3994 h 9974"/>
                  <a:gd name="connsiteX11" fmla="*/ 524540 w 1208999"/>
                  <a:gd name="connsiteY11" fmla="*/ 4038 h 9974"/>
                  <a:gd name="connsiteX12" fmla="*/ 551241 w 1208999"/>
                  <a:gd name="connsiteY12" fmla="*/ 7137 h 9974"/>
                  <a:gd name="connsiteX13" fmla="*/ 566521 w 1208999"/>
                  <a:gd name="connsiteY13" fmla="*/ 4911 h 9974"/>
                  <a:gd name="connsiteX14" fmla="*/ 624474 w 1208999"/>
                  <a:gd name="connsiteY14" fmla="*/ 2619 h 9974"/>
                  <a:gd name="connsiteX15" fmla="*/ 1134465 w 1208999"/>
                  <a:gd name="connsiteY15" fmla="*/ 3318 h 9974"/>
                  <a:gd name="connsiteX16" fmla="*/ 1178925 w 1208999"/>
                  <a:gd name="connsiteY16" fmla="*/ 2510 h 9974"/>
                  <a:gd name="connsiteX17" fmla="*/ 1191524 w 1208999"/>
                  <a:gd name="connsiteY17" fmla="*/ 3361 h 9974"/>
                  <a:gd name="connsiteX18" fmla="*/ 1206520 w 1208999"/>
                  <a:gd name="connsiteY18" fmla="*/ 3361 h 9974"/>
                  <a:gd name="connsiteX19" fmla="*/ 1208999 w 1208999"/>
                  <a:gd name="connsiteY19" fmla="*/ 4802 h 9974"/>
                  <a:gd name="connsiteX20" fmla="*/ 1206520 w 1208999"/>
                  <a:gd name="connsiteY20" fmla="*/ 6199 h 9974"/>
                  <a:gd name="connsiteX21" fmla="*/ 1191239 w 1208999"/>
                  <a:gd name="connsiteY21" fmla="*/ 6199 h 9974"/>
                  <a:gd name="connsiteX22" fmla="*/ 1178723 w 1208999"/>
                  <a:gd name="connsiteY22" fmla="*/ 5282 h 9974"/>
                  <a:gd name="connsiteX23" fmla="*/ 1134587 w 1208999"/>
                  <a:gd name="connsiteY23" fmla="*/ 6133 h 9974"/>
                  <a:gd name="connsiteX24" fmla="*/ 624596 w 1208999"/>
                  <a:gd name="connsiteY24" fmla="*/ 5435 h 9974"/>
                  <a:gd name="connsiteX25" fmla="*/ 567375 w 1208999"/>
                  <a:gd name="connsiteY25" fmla="*/ 7683 h 9974"/>
                  <a:gd name="connsiteX26" fmla="*/ 552012 w 1208999"/>
                  <a:gd name="connsiteY26" fmla="*/ 9909 h 9974"/>
                  <a:gd name="connsiteX27" fmla="*/ 551403 w 1208999"/>
                  <a:gd name="connsiteY27" fmla="*/ 9975 h 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8999" h="9974">
                    <a:moveTo>
                      <a:pt x="551322" y="9953"/>
                    </a:moveTo>
                    <a:lnTo>
                      <a:pt x="550753" y="9953"/>
                    </a:lnTo>
                    <a:lnTo>
                      <a:pt x="524053" y="6810"/>
                    </a:lnTo>
                    <a:lnTo>
                      <a:pt x="467807" y="6766"/>
                    </a:lnTo>
                    <a:lnTo>
                      <a:pt x="441309" y="3514"/>
                    </a:lnTo>
                    <a:lnTo>
                      <a:pt x="2560" y="2816"/>
                    </a:lnTo>
                    <a:cubicBezTo>
                      <a:pt x="1179" y="2816"/>
                      <a:pt x="0" y="2183"/>
                      <a:pt x="0" y="1375"/>
                    </a:cubicBezTo>
                    <a:cubicBezTo>
                      <a:pt x="0" y="633"/>
                      <a:pt x="1179" y="0"/>
                      <a:pt x="2560" y="0"/>
                    </a:cubicBezTo>
                    <a:lnTo>
                      <a:pt x="2560" y="0"/>
                    </a:lnTo>
                    <a:lnTo>
                      <a:pt x="441879" y="742"/>
                    </a:lnTo>
                    <a:lnTo>
                      <a:pt x="468376" y="3994"/>
                    </a:lnTo>
                    <a:lnTo>
                      <a:pt x="524540" y="4038"/>
                    </a:lnTo>
                    <a:lnTo>
                      <a:pt x="551241" y="7137"/>
                    </a:lnTo>
                    <a:lnTo>
                      <a:pt x="566521" y="4911"/>
                    </a:lnTo>
                    <a:lnTo>
                      <a:pt x="624474" y="2619"/>
                    </a:lnTo>
                    <a:lnTo>
                      <a:pt x="1134465" y="3318"/>
                    </a:lnTo>
                    <a:lnTo>
                      <a:pt x="1178925" y="2510"/>
                    </a:lnTo>
                    <a:lnTo>
                      <a:pt x="1191524" y="3361"/>
                    </a:lnTo>
                    <a:lnTo>
                      <a:pt x="1206520" y="3361"/>
                    </a:lnTo>
                    <a:cubicBezTo>
                      <a:pt x="1207902" y="3361"/>
                      <a:pt x="1208999" y="3994"/>
                      <a:pt x="1208999" y="4802"/>
                    </a:cubicBezTo>
                    <a:cubicBezTo>
                      <a:pt x="1208999" y="5544"/>
                      <a:pt x="1207902" y="6199"/>
                      <a:pt x="1206520" y="6199"/>
                    </a:cubicBezTo>
                    <a:lnTo>
                      <a:pt x="1191239" y="6199"/>
                    </a:lnTo>
                    <a:lnTo>
                      <a:pt x="1178723" y="5282"/>
                    </a:lnTo>
                    <a:lnTo>
                      <a:pt x="1134587" y="6133"/>
                    </a:lnTo>
                    <a:lnTo>
                      <a:pt x="624596" y="5435"/>
                    </a:lnTo>
                    <a:lnTo>
                      <a:pt x="567375" y="7683"/>
                    </a:lnTo>
                    <a:lnTo>
                      <a:pt x="552012" y="9909"/>
                    </a:lnTo>
                    <a:cubicBezTo>
                      <a:pt x="552012" y="9909"/>
                      <a:pt x="551607" y="9975"/>
                      <a:pt x="551403" y="99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59" name="Freeform: Shape 358">
                <a:extLst>
                  <a:ext uri="{FF2B5EF4-FFF2-40B4-BE49-F238E27FC236}">
                    <a16:creationId xmlns:a16="http://schemas.microsoft.com/office/drawing/2014/main" id="{C6F75032-C207-4719-896F-739F44193943}"/>
                  </a:ext>
                </a:extLst>
              </p:cNvPr>
              <p:cNvSpPr/>
              <p:nvPr/>
            </p:nvSpPr>
            <p:spPr>
              <a:xfrm>
                <a:off x="11375411" y="5783344"/>
                <a:ext cx="200161" cy="9254"/>
              </a:xfrm>
              <a:custGeom>
                <a:avLst/>
                <a:gdLst>
                  <a:gd name="connsiteX0" fmla="*/ 197641 w 200161"/>
                  <a:gd name="connsiteY0" fmla="*/ 9254 h 9254"/>
                  <a:gd name="connsiteX1" fmla="*/ 197519 w 200161"/>
                  <a:gd name="connsiteY1" fmla="*/ 9254 h 9254"/>
                  <a:gd name="connsiteX2" fmla="*/ 138998 w 200161"/>
                  <a:gd name="connsiteY2" fmla="*/ 7399 h 9254"/>
                  <a:gd name="connsiteX3" fmla="*/ 69747 w 200161"/>
                  <a:gd name="connsiteY3" fmla="*/ 5544 h 9254"/>
                  <a:gd name="connsiteX4" fmla="*/ 46949 w 200161"/>
                  <a:gd name="connsiteY4" fmla="*/ 3623 h 9254"/>
                  <a:gd name="connsiteX5" fmla="*/ 2488 w 200161"/>
                  <a:gd name="connsiteY5" fmla="*/ 2837 h 9254"/>
                  <a:gd name="connsiteX6" fmla="*/ 9 w 200161"/>
                  <a:gd name="connsiteY6" fmla="*/ 1331 h 9254"/>
                  <a:gd name="connsiteX7" fmla="*/ 2569 w 200161"/>
                  <a:gd name="connsiteY7" fmla="*/ 0 h 9254"/>
                  <a:gd name="connsiteX8" fmla="*/ 47395 w 200161"/>
                  <a:gd name="connsiteY8" fmla="*/ 808 h 9254"/>
                  <a:gd name="connsiteX9" fmla="*/ 70235 w 200161"/>
                  <a:gd name="connsiteY9" fmla="*/ 2772 h 9254"/>
                  <a:gd name="connsiteX10" fmla="*/ 139283 w 200161"/>
                  <a:gd name="connsiteY10" fmla="*/ 4584 h 9254"/>
                  <a:gd name="connsiteX11" fmla="*/ 197804 w 200161"/>
                  <a:gd name="connsiteY11" fmla="*/ 6439 h 9254"/>
                  <a:gd name="connsiteX12" fmla="*/ 200161 w 200161"/>
                  <a:gd name="connsiteY12" fmla="*/ 7923 h 9254"/>
                  <a:gd name="connsiteX13" fmla="*/ 197600 w 200161"/>
                  <a:gd name="connsiteY13" fmla="*/ 9254 h 9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0161" h="9254">
                    <a:moveTo>
                      <a:pt x="197641" y="9254"/>
                    </a:moveTo>
                    <a:lnTo>
                      <a:pt x="197519" y="9254"/>
                    </a:lnTo>
                    <a:lnTo>
                      <a:pt x="138998" y="7399"/>
                    </a:lnTo>
                    <a:lnTo>
                      <a:pt x="69747" y="5544"/>
                    </a:lnTo>
                    <a:lnTo>
                      <a:pt x="46949" y="3623"/>
                    </a:lnTo>
                    <a:lnTo>
                      <a:pt x="2488" y="2837"/>
                    </a:lnTo>
                    <a:cubicBezTo>
                      <a:pt x="985" y="2772"/>
                      <a:pt x="-113" y="2139"/>
                      <a:pt x="9" y="1331"/>
                    </a:cubicBezTo>
                    <a:cubicBezTo>
                      <a:pt x="9" y="589"/>
                      <a:pt x="1107" y="65"/>
                      <a:pt x="2569" y="0"/>
                    </a:cubicBezTo>
                    <a:lnTo>
                      <a:pt x="47395" y="808"/>
                    </a:lnTo>
                    <a:lnTo>
                      <a:pt x="70235" y="2772"/>
                    </a:lnTo>
                    <a:lnTo>
                      <a:pt x="139283" y="4584"/>
                    </a:lnTo>
                    <a:lnTo>
                      <a:pt x="197804" y="6439"/>
                    </a:lnTo>
                    <a:cubicBezTo>
                      <a:pt x="199186" y="6504"/>
                      <a:pt x="200161" y="7181"/>
                      <a:pt x="200161" y="7923"/>
                    </a:cubicBezTo>
                    <a:cubicBezTo>
                      <a:pt x="200080" y="8665"/>
                      <a:pt x="198983" y="9254"/>
                      <a:pt x="197600" y="925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0" name="Freeform: Shape 359">
                <a:extLst>
                  <a:ext uri="{FF2B5EF4-FFF2-40B4-BE49-F238E27FC236}">
                    <a16:creationId xmlns:a16="http://schemas.microsoft.com/office/drawing/2014/main" id="{A3657849-D405-44C0-B378-6310A303432D}"/>
                  </a:ext>
                </a:extLst>
              </p:cNvPr>
              <p:cNvSpPr/>
              <p:nvPr/>
            </p:nvSpPr>
            <p:spPr>
              <a:xfrm>
                <a:off x="81" y="5429056"/>
                <a:ext cx="3902257" cy="933608"/>
              </a:xfrm>
              <a:custGeom>
                <a:avLst/>
                <a:gdLst>
                  <a:gd name="connsiteX0" fmla="*/ 3899855 w 3902257"/>
                  <a:gd name="connsiteY0" fmla="*/ 0 h 933608"/>
                  <a:gd name="connsiteX1" fmla="*/ 3897092 w 3902257"/>
                  <a:gd name="connsiteY1" fmla="*/ 1288 h 933608"/>
                  <a:gd name="connsiteX2" fmla="*/ 3894491 w 3902257"/>
                  <a:gd name="connsiteY2" fmla="*/ 19142 h 933608"/>
                  <a:gd name="connsiteX3" fmla="*/ 3884128 w 3902257"/>
                  <a:gd name="connsiteY3" fmla="*/ 37804 h 933608"/>
                  <a:gd name="connsiteX4" fmla="*/ 3865758 w 3902257"/>
                  <a:gd name="connsiteY4" fmla="*/ 55025 h 933608"/>
                  <a:gd name="connsiteX5" fmla="*/ 3839952 w 3902257"/>
                  <a:gd name="connsiteY5" fmla="*/ 89227 h 933608"/>
                  <a:gd name="connsiteX6" fmla="*/ 3808293 w 3902257"/>
                  <a:gd name="connsiteY6" fmla="*/ 129999 h 933608"/>
                  <a:gd name="connsiteX7" fmla="*/ 3775578 w 3902257"/>
                  <a:gd name="connsiteY7" fmla="*/ 162346 h 933608"/>
                  <a:gd name="connsiteX8" fmla="*/ 3743838 w 3902257"/>
                  <a:gd name="connsiteY8" fmla="*/ 187599 h 933608"/>
                  <a:gd name="connsiteX9" fmla="*/ 3713643 w 3902257"/>
                  <a:gd name="connsiteY9" fmla="*/ 207854 h 933608"/>
                  <a:gd name="connsiteX10" fmla="*/ 3685195 w 3902257"/>
                  <a:gd name="connsiteY10" fmla="*/ 233107 h 933608"/>
                  <a:gd name="connsiteX11" fmla="*/ 3659104 w 3902257"/>
                  <a:gd name="connsiteY11" fmla="*/ 265454 h 933608"/>
                  <a:gd name="connsiteX12" fmla="*/ 3615985 w 3902257"/>
                  <a:gd name="connsiteY12" fmla="*/ 325608 h 933608"/>
                  <a:gd name="connsiteX13" fmla="*/ 3598632 w 3902257"/>
                  <a:gd name="connsiteY13" fmla="*/ 349334 h 933608"/>
                  <a:gd name="connsiteX14" fmla="*/ 3581278 w 3902257"/>
                  <a:gd name="connsiteY14" fmla="*/ 373518 h 933608"/>
                  <a:gd name="connsiteX15" fmla="*/ 3545393 w 3902257"/>
                  <a:gd name="connsiteY15" fmla="*/ 412674 h 933608"/>
                  <a:gd name="connsiteX16" fmla="*/ 3526983 w 3902257"/>
                  <a:gd name="connsiteY16" fmla="*/ 434479 h 933608"/>
                  <a:gd name="connsiteX17" fmla="*/ 3508817 w 3902257"/>
                  <a:gd name="connsiteY17" fmla="*/ 451700 h 933608"/>
                  <a:gd name="connsiteX18" fmla="*/ 3490041 w 3902257"/>
                  <a:gd name="connsiteY18" fmla="*/ 462417 h 933608"/>
                  <a:gd name="connsiteX19" fmla="*/ 3471103 w 3902257"/>
                  <a:gd name="connsiteY19" fmla="*/ 475404 h 933608"/>
                  <a:gd name="connsiteX20" fmla="*/ 3452246 w 3902257"/>
                  <a:gd name="connsiteY20" fmla="*/ 489482 h 933608"/>
                  <a:gd name="connsiteX21" fmla="*/ 3433755 w 3902257"/>
                  <a:gd name="connsiteY21" fmla="*/ 494284 h 933608"/>
                  <a:gd name="connsiteX22" fmla="*/ 3417580 w 3902257"/>
                  <a:gd name="connsiteY22" fmla="*/ 497427 h 933608"/>
                  <a:gd name="connsiteX23" fmla="*/ 3395472 w 3902257"/>
                  <a:gd name="connsiteY23" fmla="*/ 495397 h 933608"/>
                  <a:gd name="connsiteX24" fmla="*/ 3388523 w 3902257"/>
                  <a:gd name="connsiteY24" fmla="*/ 495070 h 933608"/>
                  <a:gd name="connsiteX25" fmla="*/ 3374989 w 3902257"/>
                  <a:gd name="connsiteY25" fmla="*/ 494109 h 933608"/>
                  <a:gd name="connsiteX26" fmla="*/ 3370844 w 3902257"/>
                  <a:gd name="connsiteY26" fmla="*/ 493214 h 933608"/>
                  <a:gd name="connsiteX27" fmla="*/ 3369991 w 3902257"/>
                  <a:gd name="connsiteY27" fmla="*/ 493105 h 933608"/>
                  <a:gd name="connsiteX28" fmla="*/ 3359221 w 3902257"/>
                  <a:gd name="connsiteY28" fmla="*/ 492931 h 933608"/>
                  <a:gd name="connsiteX29" fmla="*/ 3309600 w 3902257"/>
                  <a:gd name="connsiteY29" fmla="*/ 486492 h 933608"/>
                  <a:gd name="connsiteX30" fmla="*/ 3308137 w 3902257"/>
                  <a:gd name="connsiteY30" fmla="*/ 486535 h 933608"/>
                  <a:gd name="connsiteX31" fmla="*/ 3287004 w 3902257"/>
                  <a:gd name="connsiteY31" fmla="*/ 490857 h 933608"/>
                  <a:gd name="connsiteX32" fmla="*/ 3269204 w 3902257"/>
                  <a:gd name="connsiteY32" fmla="*/ 497514 h 933608"/>
                  <a:gd name="connsiteX33" fmla="*/ 3250306 w 3902257"/>
                  <a:gd name="connsiteY33" fmla="*/ 505721 h 933608"/>
                  <a:gd name="connsiteX34" fmla="*/ 3228239 w 3902257"/>
                  <a:gd name="connsiteY34" fmla="*/ 508340 h 933608"/>
                  <a:gd name="connsiteX35" fmla="*/ 3226938 w 3902257"/>
                  <a:gd name="connsiteY35" fmla="*/ 508711 h 933608"/>
                  <a:gd name="connsiteX36" fmla="*/ 3204424 w 3902257"/>
                  <a:gd name="connsiteY36" fmla="*/ 521174 h 933608"/>
                  <a:gd name="connsiteX37" fmla="*/ 3186420 w 3902257"/>
                  <a:gd name="connsiteY37" fmla="*/ 533812 h 933608"/>
                  <a:gd name="connsiteX38" fmla="*/ 3183047 w 3902257"/>
                  <a:gd name="connsiteY38" fmla="*/ 535580 h 933608"/>
                  <a:gd name="connsiteX39" fmla="*/ 3179796 w 3902257"/>
                  <a:gd name="connsiteY39" fmla="*/ 535842 h 933608"/>
                  <a:gd name="connsiteX40" fmla="*/ 3178983 w 3902257"/>
                  <a:gd name="connsiteY40" fmla="*/ 535994 h 933608"/>
                  <a:gd name="connsiteX41" fmla="*/ 3168620 w 3902257"/>
                  <a:gd name="connsiteY41" fmla="*/ 539028 h 933608"/>
                  <a:gd name="connsiteX42" fmla="*/ 3160613 w 3902257"/>
                  <a:gd name="connsiteY42" fmla="*/ 540949 h 933608"/>
                  <a:gd name="connsiteX43" fmla="*/ 3155859 w 3902257"/>
                  <a:gd name="connsiteY43" fmla="*/ 541429 h 933608"/>
                  <a:gd name="connsiteX44" fmla="*/ 3137286 w 3902257"/>
                  <a:gd name="connsiteY44" fmla="*/ 545009 h 933608"/>
                  <a:gd name="connsiteX45" fmla="*/ 3136229 w 3902257"/>
                  <a:gd name="connsiteY45" fmla="*/ 545380 h 933608"/>
                  <a:gd name="connsiteX46" fmla="*/ 3113349 w 3902257"/>
                  <a:gd name="connsiteY46" fmla="*/ 559327 h 933608"/>
                  <a:gd name="connsiteX47" fmla="*/ 3112984 w 3902257"/>
                  <a:gd name="connsiteY47" fmla="*/ 559502 h 933608"/>
                  <a:gd name="connsiteX48" fmla="*/ 3112577 w 3902257"/>
                  <a:gd name="connsiteY48" fmla="*/ 559654 h 933608"/>
                  <a:gd name="connsiteX49" fmla="*/ 3088843 w 3902257"/>
                  <a:gd name="connsiteY49" fmla="*/ 569782 h 933608"/>
                  <a:gd name="connsiteX50" fmla="*/ 3088274 w 3902257"/>
                  <a:gd name="connsiteY50" fmla="*/ 570000 h 933608"/>
                  <a:gd name="connsiteX51" fmla="*/ 3064256 w 3902257"/>
                  <a:gd name="connsiteY51" fmla="*/ 582725 h 933608"/>
                  <a:gd name="connsiteX52" fmla="*/ 3040197 w 3902257"/>
                  <a:gd name="connsiteY52" fmla="*/ 594773 h 933608"/>
                  <a:gd name="connsiteX53" fmla="*/ 2966680 w 3902257"/>
                  <a:gd name="connsiteY53" fmla="*/ 598287 h 933608"/>
                  <a:gd name="connsiteX54" fmla="*/ 2848701 w 3902257"/>
                  <a:gd name="connsiteY54" fmla="*/ 594773 h 933608"/>
                  <a:gd name="connsiteX55" fmla="*/ 2730927 w 3902257"/>
                  <a:gd name="connsiteY55" fmla="*/ 589382 h 933608"/>
                  <a:gd name="connsiteX56" fmla="*/ 2613112 w 3902257"/>
                  <a:gd name="connsiteY56" fmla="*/ 579626 h 933608"/>
                  <a:gd name="connsiteX57" fmla="*/ 2611242 w 3902257"/>
                  <a:gd name="connsiteY57" fmla="*/ 579887 h 933608"/>
                  <a:gd name="connsiteX58" fmla="*/ 2583363 w 3902257"/>
                  <a:gd name="connsiteY58" fmla="*/ 591499 h 933608"/>
                  <a:gd name="connsiteX59" fmla="*/ 2555362 w 3902257"/>
                  <a:gd name="connsiteY59" fmla="*/ 598004 h 933608"/>
                  <a:gd name="connsiteX60" fmla="*/ 2436653 w 3902257"/>
                  <a:gd name="connsiteY60" fmla="*/ 583554 h 933608"/>
                  <a:gd name="connsiteX61" fmla="*/ 2435230 w 3902257"/>
                  <a:gd name="connsiteY61" fmla="*/ 583598 h 933608"/>
                  <a:gd name="connsiteX62" fmla="*/ 2405766 w 3902257"/>
                  <a:gd name="connsiteY62" fmla="*/ 589731 h 933608"/>
                  <a:gd name="connsiteX63" fmla="*/ 2375408 w 3902257"/>
                  <a:gd name="connsiteY63" fmla="*/ 591587 h 933608"/>
                  <a:gd name="connsiteX64" fmla="*/ 2344359 w 3902257"/>
                  <a:gd name="connsiteY64" fmla="*/ 592394 h 933608"/>
                  <a:gd name="connsiteX65" fmla="*/ 2313554 w 3902257"/>
                  <a:gd name="connsiteY65" fmla="*/ 593835 h 933608"/>
                  <a:gd name="connsiteX66" fmla="*/ 2190293 w 3902257"/>
                  <a:gd name="connsiteY66" fmla="*/ 582485 h 933608"/>
                  <a:gd name="connsiteX67" fmla="*/ 2188058 w 3902257"/>
                  <a:gd name="connsiteY67" fmla="*/ 582921 h 933608"/>
                  <a:gd name="connsiteX68" fmla="*/ 2154773 w 3902257"/>
                  <a:gd name="connsiteY68" fmla="*/ 601954 h 933608"/>
                  <a:gd name="connsiteX69" fmla="*/ 2120961 w 3902257"/>
                  <a:gd name="connsiteY69" fmla="*/ 620812 h 933608"/>
                  <a:gd name="connsiteX70" fmla="*/ 2086539 w 3902257"/>
                  <a:gd name="connsiteY70" fmla="*/ 640674 h 933608"/>
                  <a:gd name="connsiteX71" fmla="*/ 2051548 w 3902257"/>
                  <a:gd name="connsiteY71" fmla="*/ 662152 h 933608"/>
                  <a:gd name="connsiteX72" fmla="*/ 2016069 w 3902257"/>
                  <a:gd name="connsiteY72" fmla="*/ 683564 h 933608"/>
                  <a:gd name="connsiteX73" fmla="*/ 1980387 w 3902257"/>
                  <a:gd name="connsiteY73" fmla="*/ 702007 h 933608"/>
                  <a:gd name="connsiteX74" fmla="*/ 1943567 w 3902257"/>
                  <a:gd name="connsiteY74" fmla="*/ 713881 h 933608"/>
                  <a:gd name="connsiteX75" fmla="*/ 1906504 w 3902257"/>
                  <a:gd name="connsiteY75" fmla="*/ 729290 h 933608"/>
                  <a:gd name="connsiteX76" fmla="*/ 1868668 w 3902257"/>
                  <a:gd name="connsiteY76" fmla="*/ 742190 h 933608"/>
                  <a:gd name="connsiteX77" fmla="*/ 1867936 w 3902257"/>
                  <a:gd name="connsiteY77" fmla="*/ 742561 h 933608"/>
                  <a:gd name="connsiteX78" fmla="*/ 1829044 w 3902257"/>
                  <a:gd name="connsiteY78" fmla="*/ 772550 h 933608"/>
                  <a:gd name="connsiteX79" fmla="*/ 1789623 w 3902257"/>
                  <a:gd name="connsiteY79" fmla="*/ 804155 h 933608"/>
                  <a:gd name="connsiteX80" fmla="*/ 1749552 w 3902257"/>
                  <a:gd name="connsiteY80" fmla="*/ 830522 h 933608"/>
                  <a:gd name="connsiteX81" fmla="*/ 1708790 w 3902257"/>
                  <a:gd name="connsiteY81" fmla="*/ 854771 h 933608"/>
                  <a:gd name="connsiteX82" fmla="*/ 1667988 w 3902257"/>
                  <a:gd name="connsiteY82" fmla="*/ 877776 h 933608"/>
                  <a:gd name="connsiteX83" fmla="*/ 1529730 w 3902257"/>
                  <a:gd name="connsiteY83" fmla="*/ 879479 h 933608"/>
                  <a:gd name="connsiteX84" fmla="*/ 1390701 w 3902257"/>
                  <a:gd name="connsiteY84" fmla="*/ 889977 h 933608"/>
                  <a:gd name="connsiteX85" fmla="*/ 1251753 w 3902257"/>
                  <a:gd name="connsiteY85" fmla="*/ 899581 h 933608"/>
                  <a:gd name="connsiteX86" fmla="*/ 1112845 w 3902257"/>
                  <a:gd name="connsiteY86" fmla="*/ 906936 h 933608"/>
                  <a:gd name="connsiteX87" fmla="*/ 973897 w 3902257"/>
                  <a:gd name="connsiteY87" fmla="*/ 913441 h 933608"/>
                  <a:gd name="connsiteX88" fmla="*/ 842345 w 3902257"/>
                  <a:gd name="connsiteY88" fmla="*/ 922717 h 933608"/>
                  <a:gd name="connsiteX89" fmla="*/ 696651 w 3902257"/>
                  <a:gd name="connsiteY89" fmla="*/ 928152 h 933608"/>
                  <a:gd name="connsiteX90" fmla="*/ 558150 w 3902257"/>
                  <a:gd name="connsiteY90" fmla="*/ 930291 h 933608"/>
                  <a:gd name="connsiteX91" fmla="*/ 419771 w 3902257"/>
                  <a:gd name="connsiteY91" fmla="*/ 930705 h 933608"/>
                  <a:gd name="connsiteX92" fmla="*/ 281473 w 3902257"/>
                  <a:gd name="connsiteY92" fmla="*/ 929527 h 933608"/>
                  <a:gd name="connsiteX93" fmla="*/ 143175 w 3902257"/>
                  <a:gd name="connsiteY93" fmla="*/ 928894 h 933608"/>
                  <a:gd name="connsiteX94" fmla="*/ 4999 w 3902257"/>
                  <a:gd name="connsiteY94" fmla="*/ 929003 h 933608"/>
                  <a:gd name="connsiteX95" fmla="*/ 3698 w 3902257"/>
                  <a:gd name="connsiteY95" fmla="*/ 929178 h 933608"/>
                  <a:gd name="connsiteX96" fmla="*/ 0 w 3902257"/>
                  <a:gd name="connsiteY96" fmla="*/ 930400 h 933608"/>
                  <a:gd name="connsiteX97" fmla="*/ 0 w 3902257"/>
                  <a:gd name="connsiteY97" fmla="*/ 933608 h 933608"/>
                  <a:gd name="connsiteX98" fmla="*/ 5649 w 3902257"/>
                  <a:gd name="connsiteY98" fmla="*/ 931840 h 933608"/>
                  <a:gd name="connsiteX99" fmla="*/ 143175 w 3902257"/>
                  <a:gd name="connsiteY99" fmla="*/ 931731 h 933608"/>
                  <a:gd name="connsiteX100" fmla="*/ 281391 w 3902257"/>
                  <a:gd name="connsiteY100" fmla="*/ 932321 h 933608"/>
                  <a:gd name="connsiteX101" fmla="*/ 419771 w 3902257"/>
                  <a:gd name="connsiteY101" fmla="*/ 933543 h 933608"/>
                  <a:gd name="connsiteX102" fmla="*/ 558272 w 3902257"/>
                  <a:gd name="connsiteY102" fmla="*/ 933063 h 933608"/>
                  <a:gd name="connsiteX103" fmla="*/ 696895 w 3902257"/>
                  <a:gd name="connsiteY103" fmla="*/ 930989 h 933608"/>
                  <a:gd name="connsiteX104" fmla="*/ 835762 w 3902257"/>
                  <a:gd name="connsiteY104" fmla="*/ 926035 h 933608"/>
                  <a:gd name="connsiteX105" fmla="*/ 974507 w 3902257"/>
                  <a:gd name="connsiteY105" fmla="*/ 916234 h 933608"/>
                  <a:gd name="connsiteX106" fmla="*/ 1113374 w 3902257"/>
                  <a:gd name="connsiteY106" fmla="*/ 909796 h 933608"/>
                  <a:gd name="connsiteX107" fmla="*/ 1252362 w 3902257"/>
                  <a:gd name="connsiteY107" fmla="*/ 902375 h 933608"/>
                  <a:gd name="connsiteX108" fmla="*/ 1391432 w 3902257"/>
                  <a:gd name="connsiteY108" fmla="*/ 892836 h 933608"/>
                  <a:gd name="connsiteX109" fmla="*/ 1530259 w 3902257"/>
                  <a:gd name="connsiteY109" fmla="*/ 882338 h 933608"/>
                  <a:gd name="connsiteX110" fmla="*/ 1669247 w 3902257"/>
                  <a:gd name="connsiteY110" fmla="*/ 880635 h 933608"/>
                  <a:gd name="connsiteX111" fmla="*/ 1670995 w 3902257"/>
                  <a:gd name="connsiteY111" fmla="*/ 880221 h 933608"/>
                  <a:gd name="connsiteX112" fmla="*/ 1712610 w 3902257"/>
                  <a:gd name="connsiteY112" fmla="*/ 856779 h 933608"/>
                  <a:gd name="connsiteX113" fmla="*/ 1753535 w 3902257"/>
                  <a:gd name="connsiteY113" fmla="*/ 832421 h 933608"/>
                  <a:gd name="connsiteX114" fmla="*/ 1793809 w 3902257"/>
                  <a:gd name="connsiteY114" fmla="*/ 805879 h 933608"/>
                  <a:gd name="connsiteX115" fmla="*/ 1833392 w 3902257"/>
                  <a:gd name="connsiteY115" fmla="*/ 774231 h 933608"/>
                  <a:gd name="connsiteX116" fmla="*/ 1871960 w 3902257"/>
                  <a:gd name="connsiteY116" fmla="*/ 744438 h 933608"/>
                  <a:gd name="connsiteX117" fmla="*/ 1909592 w 3902257"/>
                  <a:gd name="connsiteY117" fmla="*/ 731647 h 933608"/>
                  <a:gd name="connsiteX118" fmla="*/ 1946615 w 3902257"/>
                  <a:gd name="connsiteY118" fmla="*/ 716194 h 933608"/>
                  <a:gd name="connsiteX119" fmla="*/ 1983638 w 3902257"/>
                  <a:gd name="connsiteY119" fmla="*/ 704255 h 933608"/>
                  <a:gd name="connsiteX120" fmla="*/ 2019930 w 3902257"/>
                  <a:gd name="connsiteY120" fmla="*/ 685615 h 933608"/>
                  <a:gd name="connsiteX121" fmla="*/ 2055490 w 3902257"/>
                  <a:gd name="connsiteY121" fmla="*/ 664029 h 933608"/>
                  <a:gd name="connsiteX122" fmla="*/ 2090481 w 3902257"/>
                  <a:gd name="connsiteY122" fmla="*/ 642617 h 933608"/>
                  <a:gd name="connsiteX123" fmla="*/ 2124822 w 3902257"/>
                  <a:gd name="connsiteY123" fmla="*/ 622798 h 933608"/>
                  <a:gd name="connsiteX124" fmla="*/ 2158716 w 3902257"/>
                  <a:gd name="connsiteY124" fmla="*/ 603940 h 933608"/>
                  <a:gd name="connsiteX125" fmla="*/ 2191065 w 3902257"/>
                  <a:gd name="connsiteY125" fmla="*/ 585410 h 933608"/>
                  <a:gd name="connsiteX126" fmla="*/ 2313635 w 3902257"/>
                  <a:gd name="connsiteY126" fmla="*/ 596694 h 933608"/>
                  <a:gd name="connsiteX127" fmla="*/ 2344969 w 3902257"/>
                  <a:gd name="connsiteY127" fmla="*/ 595253 h 933608"/>
                  <a:gd name="connsiteX128" fmla="*/ 2376058 w 3902257"/>
                  <a:gd name="connsiteY128" fmla="*/ 594402 h 933608"/>
                  <a:gd name="connsiteX129" fmla="*/ 2407148 w 3902257"/>
                  <a:gd name="connsiteY129" fmla="*/ 592481 h 933608"/>
                  <a:gd name="connsiteX130" fmla="*/ 2436571 w 3902257"/>
                  <a:gd name="connsiteY130" fmla="*/ 586414 h 933608"/>
                  <a:gd name="connsiteX131" fmla="*/ 2555281 w 3902257"/>
                  <a:gd name="connsiteY131" fmla="*/ 600863 h 933608"/>
                  <a:gd name="connsiteX132" fmla="*/ 2556825 w 3902257"/>
                  <a:gd name="connsiteY132" fmla="*/ 600819 h 933608"/>
                  <a:gd name="connsiteX133" fmla="*/ 2586127 w 3902257"/>
                  <a:gd name="connsiteY133" fmla="*/ 593944 h 933608"/>
                  <a:gd name="connsiteX134" fmla="*/ 2613640 w 3902257"/>
                  <a:gd name="connsiteY134" fmla="*/ 582550 h 933608"/>
                  <a:gd name="connsiteX135" fmla="*/ 2730561 w 3902257"/>
                  <a:gd name="connsiteY135" fmla="*/ 592241 h 933608"/>
                  <a:gd name="connsiteX136" fmla="*/ 2848620 w 3902257"/>
                  <a:gd name="connsiteY136" fmla="*/ 597632 h 933608"/>
                  <a:gd name="connsiteX137" fmla="*/ 2966964 w 3902257"/>
                  <a:gd name="connsiteY137" fmla="*/ 601103 h 933608"/>
                  <a:gd name="connsiteX138" fmla="*/ 3041620 w 3902257"/>
                  <a:gd name="connsiteY138" fmla="*/ 597589 h 933608"/>
                  <a:gd name="connsiteX139" fmla="*/ 3043083 w 3902257"/>
                  <a:gd name="connsiteY139" fmla="*/ 597218 h 933608"/>
                  <a:gd name="connsiteX140" fmla="*/ 3065963 w 3902257"/>
                  <a:gd name="connsiteY140" fmla="*/ 585803 h 933608"/>
                  <a:gd name="connsiteX141" fmla="*/ 3091729 w 3902257"/>
                  <a:gd name="connsiteY141" fmla="*/ 572226 h 933608"/>
                  <a:gd name="connsiteX142" fmla="*/ 3092013 w 3902257"/>
                  <a:gd name="connsiteY142" fmla="*/ 572074 h 933608"/>
                  <a:gd name="connsiteX143" fmla="*/ 3115422 w 3902257"/>
                  <a:gd name="connsiteY143" fmla="*/ 562055 h 933608"/>
                  <a:gd name="connsiteX144" fmla="*/ 3116275 w 3902257"/>
                  <a:gd name="connsiteY144" fmla="*/ 561793 h 933608"/>
                  <a:gd name="connsiteX145" fmla="*/ 3139684 w 3902257"/>
                  <a:gd name="connsiteY145" fmla="*/ 547628 h 933608"/>
                  <a:gd name="connsiteX146" fmla="*/ 3157159 w 3902257"/>
                  <a:gd name="connsiteY146" fmla="*/ 544223 h 933608"/>
                  <a:gd name="connsiteX147" fmla="*/ 3161833 w 3902257"/>
                  <a:gd name="connsiteY147" fmla="*/ 543808 h 933608"/>
                  <a:gd name="connsiteX148" fmla="*/ 3162442 w 3902257"/>
                  <a:gd name="connsiteY148" fmla="*/ 543699 h 933608"/>
                  <a:gd name="connsiteX149" fmla="*/ 3170936 w 3902257"/>
                  <a:gd name="connsiteY149" fmla="*/ 541669 h 933608"/>
                  <a:gd name="connsiteX150" fmla="*/ 3181056 w 3902257"/>
                  <a:gd name="connsiteY150" fmla="*/ 538635 h 933608"/>
                  <a:gd name="connsiteX151" fmla="*/ 3184673 w 3902257"/>
                  <a:gd name="connsiteY151" fmla="*/ 538373 h 933608"/>
                  <a:gd name="connsiteX152" fmla="*/ 3186013 w 3902257"/>
                  <a:gd name="connsiteY152" fmla="*/ 538002 h 933608"/>
                  <a:gd name="connsiteX153" fmla="*/ 3190240 w 3902257"/>
                  <a:gd name="connsiteY153" fmla="*/ 535820 h 933608"/>
                  <a:gd name="connsiteX154" fmla="*/ 3208284 w 3902257"/>
                  <a:gd name="connsiteY154" fmla="*/ 523204 h 933608"/>
                  <a:gd name="connsiteX155" fmla="*/ 3230108 w 3902257"/>
                  <a:gd name="connsiteY155" fmla="*/ 511112 h 933608"/>
                  <a:gd name="connsiteX156" fmla="*/ 3252013 w 3902257"/>
                  <a:gd name="connsiteY156" fmla="*/ 508558 h 933608"/>
                  <a:gd name="connsiteX157" fmla="*/ 3253110 w 3902257"/>
                  <a:gd name="connsiteY157" fmla="*/ 508296 h 933608"/>
                  <a:gd name="connsiteX158" fmla="*/ 3272252 w 3902257"/>
                  <a:gd name="connsiteY158" fmla="*/ 499871 h 933608"/>
                  <a:gd name="connsiteX159" fmla="*/ 3289402 w 3902257"/>
                  <a:gd name="connsiteY159" fmla="*/ 493476 h 933608"/>
                  <a:gd name="connsiteX160" fmla="*/ 3309234 w 3902257"/>
                  <a:gd name="connsiteY160" fmla="*/ 489482 h 933608"/>
                  <a:gd name="connsiteX161" fmla="*/ 3358571 w 3902257"/>
                  <a:gd name="connsiteY161" fmla="*/ 495812 h 933608"/>
                  <a:gd name="connsiteX162" fmla="*/ 3369381 w 3902257"/>
                  <a:gd name="connsiteY162" fmla="*/ 496030 h 933608"/>
                  <a:gd name="connsiteX163" fmla="*/ 3373364 w 3902257"/>
                  <a:gd name="connsiteY163" fmla="*/ 496881 h 933608"/>
                  <a:gd name="connsiteX164" fmla="*/ 3373973 w 3902257"/>
                  <a:gd name="connsiteY164" fmla="*/ 496990 h 933608"/>
                  <a:gd name="connsiteX165" fmla="*/ 3387954 w 3902257"/>
                  <a:gd name="connsiteY165" fmla="*/ 498016 h 933608"/>
                  <a:gd name="connsiteX166" fmla="*/ 3394822 w 3902257"/>
                  <a:gd name="connsiteY166" fmla="*/ 498344 h 933608"/>
                  <a:gd name="connsiteX167" fmla="*/ 3417418 w 3902257"/>
                  <a:gd name="connsiteY167" fmla="*/ 500373 h 933608"/>
                  <a:gd name="connsiteX168" fmla="*/ 3418677 w 3902257"/>
                  <a:gd name="connsiteY168" fmla="*/ 500330 h 933608"/>
                  <a:gd name="connsiteX169" fmla="*/ 3435706 w 3902257"/>
                  <a:gd name="connsiteY169" fmla="*/ 497034 h 933608"/>
                  <a:gd name="connsiteX170" fmla="*/ 3455010 w 3902257"/>
                  <a:gd name="connsiteY170" fmla="*/ 492036 h 933608"/>
                  <a:gd name="connsiteX171" fmla="*/ 3455985 w 3902257"/>
                  <a:gd name="connsiteY171" fmla="*/ 491621 h 933608"/>
                  <a:gd name="connsiteX172" fmla="*/ 3475127 w 3902257"/>
                  <a:gd name="connsiteY172" fmla="*/ 477281 h 933608"/>
                  <a:gd name="connsiteX173" fmla="*/ 3493861 w 3902257"/>
                  <a:gd name="connsiteY173" fmla="*/ 464447 h 933608"/>
                  <a:gd name="connsiteX174" fmla="*/ 3512881 w 3902257"/>
                  <a:gd name="connsiteY174" fmla="*/ 453534 h 933608"/>
                  <a:gd name="connsiteX175" fmla="*/ 3531494 w 3902257"/>
                  <a:gd name="connsiteY175" fmla="*/ 435941 h 933608"/>
                  <a:gd name="connsiteX176" fmla="*/ 3549985 w 3902257"/>
                  <a:gd name="connsiteY176" fmla="*/ 414093 h 933608"/>
                  <a:gd name="connsiteX177" fmla="*/ 3585911 w 3902257"/>
                  <a:gd name="connsiteY177" fmla="*/ 374871 h 933608"/>
                  <a:gd name="connsiteX178" fmla="*/ 3603386 w 3902257"/>
                  <a:gd name="connsiteY178" fmla="*/ 350512 h 933608"/>
                  <a:gd name="connsiteX179" fmla="*/ 3620821 w 3902257"/>
                  <a:gd name="connsiteY179" fmla="*/ 326852 h 933608"/>
                  <a:gd name="connsiteX180" fmla="*/ 3663818 w 3902257"/>
                  <a:gd name="connsiteY180" fmla="*/ 266677 h 933608"/>
                  <a:gd name="connsiteX181" fmla="*/ 3689746 w 3902257"/>
                  <a:gd name="connsiteY181" fmla="*/ 234548 h 933608"/>
                  <a:gd name="connsiteX182" fmla="*/ 3717829 w 3902257"/>
                  <a:gd name="connsiteY182" fmla="*/ 209666 h 933608"/>
                  <a:gd name="connsiteX183" fmla="*/ 3747984 w 3902257"/>
                  <a:gd name="connsiteY183" fmla="*/ 189476 h 933608"/>
                  <a:gd name="connsiteX184" fmla="*/ 3780008 w 3902257"/>
                  <a:gd name="connsiteY184" fmla="*/ 164005 h 933608"/>
                  <a:gd name="connsiteX185" fmla="*/ 3812967 w 3902257"/>
                  <a:gd name="connsiteY185" fmla="*/ 131439 h 933608"/>
                  <a:gd name="connsiteX186" fmla="*/ 3844707 w 3902257"/>
                  <a:gd name="connsiteY186" fmla="*/ 90449 h 933608"/>
                  <a:gd name="connsiteX187" fmla="*/ 3870351 w 3902257"/>
                  <a:gd name="connsiteY187" fmla="*/ 56400 h 933608"/>
                  <a:gd name="connsiteX188" fmla="*/ 3888801 w 3902257"/>
                  <a:gd name="connsiteY188" fmla="*/ 39135 h 933608"/>
                  <a:gd name="connsiteX189" fmla="*/ 3899530 w 3902257"/>
                  <a:gd name="connsiteY189" fmla="*/ 19840 h 933608"/>
                  <a:gd name="connsiteX190" fmla="*/ 3902253 w 3902257"/>
                  <a:gd name="connsiteY190" fmla="*/ 1724 h 933608"/>
                  <a:gd name="connsiteX191" fmla="*/ 3899937 w 3902257"/>
                  <a:gd name="connsiteY191" fmla="*/ 175 h 93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902257" h="933608">
                    <a:moveTo>
                      <a:pt x="3899855" y="0"/>
                    </a:moveTo>
                    <a:cubicBezTo>
                      <a:pt x="3898473" y="0"/>
                      <a:pt x="3897213" y="524"/>
                      <a:pt x="3897092" y="1288"/>
                    </a:cubicBezTo>
                    <a:lnTo>
                      <a:pt x="3894491" y="19142"/>
                    </a:lnTo>
                    <a:lnTo>
                      <a:pt x="3884128" y="37804"/>
                    </a:lnTo>
                    <a:lnTo>
                      <a:pt x="3865758" y="55025"/>
                    </a:lnTo>
                    <a:lnTo>
                      <a:pt x="3839952" y="89227"/>
                    </a:lnTo>
                    <a:lnTo>
                      <a:pt x="3808293" y="129999"/>
                    </a:lnTo>
                    <a:lnTo>
                      <a:pt x="3775578" y="162346"/>
                    </a:lnTo>
                    <a:lnTo>
                      <a:pt x="3743838" y="187599"/>
                    </a:lnTo>
                    <a:lnTo>
                      <a:pt x="3713643" y="207854"/>
                    </a:lnTo>
                    <a:lnTo>
                      <a:pt x="3685195" y="233107"/>
                    </a:lnTo>
                    <a:lnTo>
                      <a:pt x="3659104" y="265454"/>
                    </a:lnTo>
                    <a:lnTo>
                      <a:pt x="3615985" y="325608"/>
                    </a:lnTo>
                    <a:lnTo>
                      <a:pt x="3598632" y="349334"/>
                    </a:lnTo>
                    <a:lnTo>
                      <a:pt x="3581278" y="373518"/>
                    </a:lnTo>
                    <a:lnTo>
                      <a:pt x="3545393" y="412674"/>
                    </a:lnTo>
                    <a:lnTo>
                      <a:pt x="3526983" y="434479"/>
                    </a:lnTo>
                    <a:lnTo>
                      <a:pt x="3508817" y="451700"/>
                    </a:lnTo>
                    <a:lnTo>
                      <a:pt x="3490041" y="462417"/>
                    </a:lnTo>
                    <a:lnTo>
                      <a:pt x="3471103" y="475404"/>
                    </a:lnTo>
                    <a:lnTo>
                      <a:pt x="3452246" y="489482"/>
                    </a:lnTo>
                    <a:lnTo>
                      <a:pt x="3433755" y="494284"/>
                    </a:lnTo>
                    <a:lnTo>
                      <a:pt x="3417580" y="497427"/>
                    </a:lnTo>
                    <a:lnTo>
                      <a:pt x="3395472" y="495397"/>
                    </a:lnTo>
                    <a:lnTo>
                      <a:pt x="3388523" y="495070"/>
                    </a:lnTo>
                    <a:lnTo>
                      <a:pt x="3374989" y="494109"/>
                    </a:lnTo>
                    <a:lnTo>
                      <a:pt x="3370844" y="493214"/>
                    </a:lnTo>
                    <a:cubicBezTo>
                      <a:pt x="3370601" y="493149"/>
                      <a:pt x="3370316" y="493105"/>
                      <a:pt x="3369991" y="493105"/>
                    </a:cubicBezTo>
                    <a:lnTo>
                      <a:pt x="3359221" y="492931"/>
                    </a:lnTo>
                    <a:lnTo>
                      <a:pt x="3309600" y="486492"/>
                    </a:lnTo>
                    <a:cubicBezTo>
                      <a:pt x="3309153" y="486426"/>
                      <a:pt x="3308625" y="486426"/>
                      <a:pt x="3308137" y="486535"/>
                    </a:cubicBezTo>
                    <a:lnTo>
                      <a:pt x="3287004" y="490857"/>
                    </a:lnTo>
                    <a:lnTo>
                      <a:pt x="3269204" y="497514"/>
                    </a:lnTo>
                    <a:lnTo>
                      <a:pt x="3250306" y="505721"/>
                    </a:lnTo>
                    <a:lnTo>
                      <a:pt x="3228239" y="508340"/>
                    </a:lnTo>
                    <a:cubicBezTo>
                      <a:pt x="3227751" y="508384"/>
                      <a:pt x="3227304" y="508493"/>
                      <a:pt x="3226938" y="508711"/>
                    </a:cubicBezTo>
                    <a:lnTo>
                      <a:pt x="3204424" y="521174"/>
                    </a:lnTo>
                    <a:lnTo>
                      <a:pt x="3186420" y="533812"/>
                    </a:lnTo>
                    <a:lnTo>
                      <a:pt x="3183047" y="535580"/>
                    </a:lnTo>
                    <a:lnTo>
                      <a:pt x="3179796" y="535842"/>
                    </a:lnTo>
                    <a:cubicBezTo>
                      <a:pt x="3179471" y="535842"/>
                      <a:pt x="3179227" y="535885"/>
                      <a:pt x="3178983" y="535994"/>
                    </a:cubicBezTo>
                    <a:lnTo>
                      <a:pt x="3168620" y="539028"/>
                    </a:lnTo>
                    <a:lnTo>
                      <a:pt x="3160613" y="540949"/>
                    </a:lnTo>
                    <a:lnTo>
                      <a:pt x="3155859" y="541429"/>
                    </a:lnTo>
                    <a:lnTo>
                      <a:pt x="3137286" y="545009"/>
                    </a:lnTo>
                    <a:cubicBezTo>
                      <a:pt x="3136880" y="545052"/>
                      <a:pt x="3136555" y="545227"/>
                      <a:pt x="3136229" y="545380"/>
                    </a:cubicBezTo>
                    <a:lnTo>
                      <a:pt x="3113349" y="559327"/>
                    </a:lnTo>
                    <a:lnTo>
                      <a:pt x="3112984" y="559502"/>
                    </a:lnTo>
                    <a:cubicBezTo>
                      <a:pt x="3112984" y="559502"/>
                      <a:pt x="3112699" y="559545"/>
                      <a:pt x="3112577" y="559654"/>
                    </a:cubicBezTo>
                    <a:lnTo>
                      <a:pt x="3088843" y="569782"/>
                    </a:lnTo>
                    <a:cubicBezTo>
                      <a:pt x="3088843" y="569782"/>
                      <a:pt x="3088437" y="569891"/>
                      <a:pt x="3088274" y="570000"/>
                    </a:cubicBezTo>
                    <a:lnTo>
                      <a:pt x="3064256" y="582725"/>
                    </a:lnTo>
                    <a:lnTo>
                      <a:pt x="3040197" y="594773"/>
                    </a:lnTo>
                    <a:lnTo>
                      <a:pt x="2966680" y="598287"/>
                    </a:lnTo>
                    <a:lnTo>
                      <a:pt x="2848701" y="594773"/>
                    </a:lnTo>
                    <a:lnTo>
                      <a:pt x="2730927" y="589382"/>
                    </a:lnTo>
                    <a:lnTo>
                      <a:pt x="2613112" y="579626"/>
                    </a:lnTo>
                    <a:cubicBezTo>
                      <a:pt x="2612461" y="579560"/>
                      <a:pt x="2611770" y="579691"/>
                      <a:pt x="2611242" y="579887"/>
                    </a:cubicBezTo>
                    <a:lnTo>
                      <a:pt x="2583363" y="591499"/>
                    </a:lnTo>
                    <a:lnTo>
                      <a:pt x="2555362" y="598004"/>
                    </a:lnTo>
                    <a:lnTo>
                      <a:pt x="2436653" y="583554"/>
                    </a:lnTo>
                    <a:cubicBezTo>
                      <a:pt x="2436165" y="583511"/>
                      <a:pt x="2435677" y="583511"/>
                      <a:pt x="2435230" y="583598"/>
                    </a:cubicBezTo>
                    <a:lnTo>
                      <a:pt x="2405766" y="589731"/>
                    </a:lnTo>
                    <a:lnTo>
                      <a:pt x="2375408" y="591587"/>
                    </a:lnTo>
                    <a:lnTo>
                      <a:pt x="2344359" y="592394"/>
                    </a:lnTo>
                    <a:lnTo>
                      <a:pt x="2313554" y="593835"/>
                    </a:lnTo>
                    <a:lnTo>
                      <a:pt x="2190293" y="582485"/>
                    </a:lnTo>
                    <a:cubicBezTo>
                      <a:pt x="2189521" y="582441"/>
                      <a:pt x="2188667" y="582529"/>
                      <a:pt x="2188058" y="582921"/>
                    </a:cubicBezTo>
                    <a:lnTo>
                      <a:pt x="2154773" y="601954"/>
                    </a:lnTo>
                    <a:lnTo>
                      <a:pt x="2120961" y="620812"/>
                    </a:lnTo>
                    <a:lnTo>
                      <a:pt x="2086539" y="640674"/>
                    </a:lnTo>
                    <a:lnTo>
                      <a:pt x="2051548" y="662152"/>
                    </a:lnTo>
                    <a:lnTo>
                      <a:pt x="2016069" y="683564"/>
                    </a:lnTo>
                    <a:lnTo>
                      <a:pt x="1980387" y="702007"/>
                    </a:lnTo>
                    <a:lnTo>
                      <a:pt x="1943567" y="713881"/>
                    </a:lnTo>
                    <a:lnTo>
                      <a:pt x="1906504" y="729290"/>
                    </a:lnTo>
                    <a:lnTo>
                      <a:pt x="1868668" y="742190"/>
                    </a:lnTo>
                    <a:cubicBezTo>
                      <a:pt x="1868383" y="742255"/>
                      <a:pt x="1868140" y="742408"/>
                      <a:pt x="1867936" y="742561"/>
                    </a:cubicBezTo>
                    <a:lnTo>
                      <a:pt x="1829044" y="772550"/>
                    </a:lnTo>
                    <a:lnTo>
                      <a:pt x="1789623" y="804155"/>
                    </a:lnTo>
                    <a:lnTo>
                      <a:pt x="1749552" y="830522"/>
                    </a:lnTo>
                    <a:lnTo>
                      <a:pt x="1708790" y="854771"/>
                    </a:lnTo>
                    <a:lnTo>
                      <a:pt x="1667988" y="877776"/>
                    </a:lnTo>
                    <a:lnTo>
                      <a:pt x="1529730" y="879479"/>
                    </a:lnTo>
                    <a:lnTo>
                      <a:pt x="1390701" y="889977"/>
                    </a:lnTo>
                    <a:lnTo>
                      <a:pt x="1251753" y="899581"/>
                    </a:lnTo>
                    <a:lnTo>
                      <a:pt x="1112845" y="906936"/>
                    </a:lnTo>
                    <a:lnTo>
                      <a:pt x="973897" y="913441"/>
                    </a:lnTo>
                    <a:lnTo>
                      <a:pt x="842345" y="922717"/>
                    </a:lnTo>
                    <a:lnTo>
                      <a:pt x="696651" y="928152"/>
                    </a:lnTo>
                    <a:lnTo>
                      <a:pt x="558150" y="930291"/>
                    </a:lnTo>
                    <a:lnTo>
                      <a:pt x="419771" y="930705"/>
                    </a:lnTo>
                    <a:lnTo>
                      <a:pt x="281473" y="929527"/>
                    </a:lnTo>
                    <a:lnTo>
                      <a:pt x="143175" y="928894"/>
                    </a:lnTo>
                    <a:lnTo>
                      <a:pt x="4999" y="929003"/>
                    </a:lnTo>
                    <a:cubicBezTo>
                      <a:pt x="4552" y="929003"/>
                      <a:pt x="4105" y="929068"/>
                      <a:pt x="3698" y="929178"/>
                    </a:cubicBezTo>
                    <a:lnTo>
                      <a:pt x="0" y="930400"/>
                    </a:lnTo>
                    <a:lnTo>
                      <a:pt x="0" y="933608"/>
                    </a:lnTo>
                    <a:lnTo>
                      <a:pt x="5649" y="931840"/>
                    </a:lnTo>
                    <a:lnTo>
                      <a:pt x="143175" y="931731"/>
                    </a:lnTo>
                    <a:lnTo>
                      <a:pt x="281391" y="932321"/>
                    </a:lnTo>
                    <a:lnTo>
                      <a:pt x="419771" y="933543"/>
                    </a:lnTo>
                    <a:lnTo>
                      <a:pt x="558272" y="933063"/>
                    </a:lnTo>
                    <a:lnTo>
                      <a:pt x="696895" y="930989"/>
                    </a:lnTo>
                    <a:lnTo>
                      <a:pt x="835762" y="926035"/>
                    </a:lnTo>
                    <a:lnTo>
                      <a:pt x="974507" y="916234"/>
                    </a:lnTo>
                    <a:lnTo>
                      <a:pt x="1113374" y="909796"/>
                    </a:lnTo>
                    <a:lnTo>
                      <a:pt x="1252362" y="902375"/>
                    </a:lnTo>
                    <a:lnTo>
                      <a:pt x="1391432" y="892836"/>
                    </a:lnTo>
                    <a:lnTo>
                      <a:pt x="1530259" y="882338"/>
                    </a:lnTo>
                    <a:lnTo>
                      <a:pt x="1669247" y="880635"/>
                    </a:lnTo>
                    <a:cubicBezTo>
                      <a:pt x="1669898" y="880635"/>
                      <a:pt x="1670548" y="880483"/>
                      <a:pt x="1670995" y="880221"/>
                    </a:cubicBezTo>
                    <a:lnTo>
                      <a:pt x="1712610" y="856779"/>
                    </a:lnTo>
                    <a:lnTo>
                      <a:pt x="1753535" y="832421"/>
                    </a:lnTo>
                    <a:lnTo>
                      <a:pt x="1793809" y="805879"/>
                    </a:lnTo>
                    <a:lnTo>
                      <a:pt x="1833392" y="774231"/>
                    </a:lnTo>
                    <a:lnTo>
                      <a:pt x="1871960" y="744438"/>
                    </a:lnTo>
                    <a:lnTo>
                      <a:pt x="1909592" y="731647"/>
                    </a:lnTo>
                    <a:lnTo>
                      <a:pt x="1946615" y="716194"/>
                    </a:lnTo>
                    <a:lnTo>
                      <a:pt x="1983638" y="704255"/>
                    </a:lnTo>
                    <a:lnTo>
                      <a:pt x="2019930" y="685615"/>
                    </a:lnTo>
                    <a:lnTo>
                      <a:pt x="2055490" y="664029"/>
                    </a:lnTo>
                    <a:lnTo>
                      <a:pt x="2090481" y="642617"/>
                    </a:lnTo>
                    <a:lnTo>
                      <a:pt x="2124822" y="622798"/>
                    </a:lnTo>
                    <a:lnTo>
                      <a:pt x="2158716" y="603940"/>
                    </a:lnTo>
                    <a:lnTo>
                      <a:pt x="2191065" y="585410"/>
                    </a:lnTo>
                    <a:lnTo>
                      <a:pt x="2313635" y="596694"/>
                    </a:lnTo>
                    <a:lnTo>
                      <a:pt x="2344969" y="595253"/>
                    </a:lnTo>
                    <a:lnTo>
                      <a:pt x="2376058" y="594402"/>
                    </a:lnTo>
                    <a:lnTo>
                      <a:pt x="2407148" y="592481"/>
                    </a:lnTo>
                    <a:lnTo>
                      <a:pt x="2436571" y="586414"/>
                    </a:lnTo>
                    <a:lnTo>
                      <a:pt x="2555281" y="600863"/>
                    </a:lnTo>
                    <a:cubicBezTo>
                      <a:pt x="2555850" y="600928"/>
                      <a:pt x="2556378" y="600928"/>
                      <a:pt x="2556825" y="600819"/>
                    </a:cubicBezTo>
                    <a:lnTo>
                      <a:pt x="2586127" y="593944"/>
                    </a:lnTo>
                    <a:lnTo>
                      <a:pt x="2613640" y="582550"/>
                    </a:lnTo>
                    <a:lnTo>
                      <a:pt x="2730561" y="592241"/>
                    </a:lnTo>
                    <a:lnTo>
                      <a:pt x="2848620" y="597632"/>
                    </a:lnTo>
                    <a:lnTo>
                      <a:pt x="2966964" y="601103"/>
                    </a:lnTo>
                    <a:lnTo>
                      <a:pt x="3041620" y="597589"/>
                    </a:lnTo>
                    <a:cubicBezTo>
                      <a:pt x="3042229" y="597545"/>
                      <a:pt x="3042717" y="597436"/>
                      <a:pt x="3043083" y="597218"/>
                    </a:cubicBezTo>
                    <a:lnTo>
                      <a:pt x="3065963" y="585803"/>
                    </a:lnTo>
                    <a:lnTo>
                      <a:pt x="3091729" y="572226"/>
                    </a:lnTo>
                    <a:cubicBezTo>
                      <a:pt x="3091729" y="572226"/>
                      <a:pt x="3092013" y="572074"/>
                      <a:pt x="3092013" y="572074"/>
                    </a:cubicBezTo>
                    <a:lnTo>
                      <a:pt x="3115422" y="562055"/>
                    </a:lnTo>
                    <a:cubicBezTo>
                      <a:pt x="3115706" y="561990"/>
                      <a:pt x="3115991" y="561881"/>
                      <a:pt x="3116275" y="561793"/>
                    </a:cubicBezTo>
                    <a:lnTo>
                      <a:pt x="3139684" y="547628"/>
                    </a:lnTo>
                    <a:lnTo>
                      <a:pt x="3157159" y="544223"/>
                    </a:lnTo>
                    <a:lnTo>
                      <a:pt x="3161833" y="543808"/>
                    </a:lnTo>
                    <a:cubicBezTo>
                      <a:pt x="3161833" y="543808"/>
                      <a:pt x="3162239" y="543743"/>
                      <a:pt x="3162442" y="543699"/>
                    </a:cubicBezTo>
                    <a:lnTo>
                      <a:pt x="3170936" y="541669"/>
                    </a:lnTo>
                    <a:lnTo>
                      <a:pt x="3181056" y="538635"/>
                    </a:lnTo>
                    <a:lnTo>
                      <a:pt x="3184673" y="538373"/>
                    </a:lnTo>
                    <a:cubicBezTo>
                      <a:pt x="3185160" y="538308"/>
                      <a:pt x="3185689" y="538155"/>
                      <a:pt x="3186013" y="538002"/>
                    </a:cubicBezTo>
                    <a:lnTo>
                      <a:pt x="3190240" y="535820"/>
                    </a:lnTo>
                    <a:lnTo>
                      <a:pt x="3208284" y="523204"/>
                    </a:lnTo>
                    <a:lnTo>
                      <a:pt x="3230108" y="511112"/>
                    </a:lnTo>
                    <a:lnTo>
                      <a:pt x="3252013" y="508558"/>
                    </a:lnTo>
                    <a:cubicBezTo>
                      <a:pt x="3252419" y="508515"/>
                      <a:pt x="3252745" y="508406"/>
                      <a:pt x="3253110" y="508296"/>
                    </a:cubicBezTo>
                    <a:lnTo>
                      <a:pt x="3272252" y="499871"/>
                    </a:lnTo>
                    <a:lnTo>
                      <a:pt x="3289402" y="493476"/>
                    </a:lnTo>
                    <a:lnTo>
                      <a:pt x="3309234" y="489482"/>
                    </a:lnTo>
                    <a:lnTo>
                      <a:pt x="3358571" y="495812"/>
                    </a:lnTo>
                    <a:lnTo>
                      <a:pt x="3369381" y="496030"/>
                    </a:lnTo>
                    <a:lnTo>
                      <a:pt x="3373364" y="496881"/>
                    </a:lnTo>
                    <a:cubicBezTo>
                      <a:pt x="3373364" y="496881"/>
                      <a:pt x="3373770" y="496990"/>
                      <a:pt x="3373973" y="496990"/>
                    </a:cubicBezTo>
                    <a:lnTo>
                      <a:pt x="3387954" y="498016"/>
                    </a:lnTo>
                    <a:lnTo>
                      <a:pt x="3394822" y="498344"/>
                    </a:lnTo>
                    <a:lnTo>
                      <a:pt x="3417418" y="500373"/>
                    </a:lnTo>
                    <a:cubicBezTo>
                      <a:pt x="3417824" y="500417"/>
                      <a:pt x="3418271" y="500417"/>
                      <a:pt x="3418677" y="500330"/>
                    </a:cubicBezTo>
                    <a:lnTo>
                      <a:pt x="3435706" y="497034"/>
                    </a:lnTo>
                    <a:lnTo>
                      <a:pt x="3455010" y="492036"/>
                    </a:lnTo>
                    <a:cubicBezTo>
                      <a:pt x="3455416" y="491927"/>
                      <a:pt x="3455741" y="491774"/>
                      <a:pt x="3455985" y="491621"/>
                    </a:cubicBezTo>
                    <a:lnTo>
                      <a:pt x="3475127" y="477281"/>
                    </a:lnTo>
                    <a:lnTo>
                      <a:pt x="3493861" y="464447"/>
                    </a:lnTo>
                    <a:lnTo>
                      <a:pt x="3512881" y="453534"/>
                    </a:lnTo>
                    <a:lnTo>
                      <a:pt x="3531494" y="435941"/>
                    </a:lnTo>
                    <a:lnTo>
                      <a:pt x="3549985" y="414093"/>
                    </a:lnTo>
                    <a:lnTo>
                      <a:pt x="3585911" y="374871"/>
                    </a:lnTo>
                    <a:lnTo>
                      <a:pt x="3603386" y="350512"/>
                    </a:lnTo>
                    <a:lnTo>
                      <a:pt x="3620821" y="326852"/>
                    </a:lnTo>
                    <a:lnTo>
                      <a:pt x="3663818" y="266677"/>
                    </a:lnTo>
                    <a:lnTo>
                      <a:pt x="3689746" y="234548"/>
                    </a:lnTo>
                    <a:lnTo>
                      <a:pt x="3717829" y="209666"/>
                    </a:lnTo>
                    <a:lnTo>
                      <a:pt x="3747984" y="189476"/>
                    </a:lnTo>
                    <a:lnTo>
                      <a:pt x="3780008" y="164005"/>
                    </a:lnTo>
                    <a:lnTo>
                      <a:pt x="3812967" y="131439"/>
                    </a:lnTo>
                    <a:lnTo>
                      <a:pt x="3844707" y="90449"/>
                    </a:lnTo>
                    <a:lnTo>
                      <a:pt x="3870351" y="56400"/>
                    </a:lnTo>
                    <a:lnTo>
                      <a:pt x="3888801" y="39135"/>
                    </a:lnTo>
                    <a:lnTo>
                      <a:pt x="3899530" y="19840"/>
                    </a:lnTo>
                    <a:lnTo>
                      <a:pt x="3902253" y="1724"/>
                    </a:lnTo>
                    <a:cubicBezTo>
                      <a:pt x="3902334" y="917"/>
                      <a:pt x="3901318" y="240"/>
                      <a:pt x="3899937" y="1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1" name="Freeform: Shape 360">
                <a:extLst>
                  <a:ext uri="{FF2B5EF4-FFF2-40B4-BE49-F238E27FC236}">
                    <a16:creationId xmlns:a16="http://schemas.microsoft.com/office/drawing/2014/main" id="{DAAE6AF6-FBFB-4C93-9392-C8CC0B14C8B4}"/>
                  </a:ext>
                </a:extLst>
              </p:cNvPr>
              <p:cNvSpPr/>
              <p:nvPr/>
            </p:nvSpPr>
            <p:spPr>
              <a:xfrm>
                <a:off x="-40" y="5696278"/>
                <a:ext cx="790489" cy="20713"/>
              </a:xfrm>
              <a:custGeom>
                <a:avLst/>
                <a:gdLst>
                  <a:gd name="connsiteX0" fmla="*/ 787888 w 790489"/>
                  <a:gd name="connsiteY0" fmla="*/ 17614 h 20713"/>
                  <a:gd name="connsiteX1" fmla="*/ 776671 w 790489"/>
                  <a:gd name="connsiteY1" fmla="*/ 17941 h 20713"/>
                  <a:gd name="connsiteX2" fmla="*/ 694456 w 790489"/>
                  <a:gd name="connsiteY2" fmla="*/ 15017 h 20713"/>
                  <a:gd name="connsiteX3" fmla="*/ 593872 w 790489"/>
                  <a:gd name="connsiteY3" fmla="*/ 7617 h 20713"/>
                  <a:gd name="connsiteX4" fmla="*/ 492882 w 790489"/>
                  <a:gd name="connsiteY4" fmla="*/ 0 h 20713"/>
                  <a:gd name="connsiteX5" fmla="*/ 392013 w 790489"/>
                  <a:gd name="connsiteY5" fmla="*/ 2772 h 20713"/>
                  <a:gd name="connsiteX6" fmla="*/ 291267 w 790489"/>
                  <a:gd name="connsiteY6" fmla="*/ 7508 h 20713"/>
                  <a:gd name="connsiteX7" fmla="*/ 190642 w 790489"/>
                  <a:gd name="connsiteY7" fmla="*/ 11022 h 20713"/>
                  <a:gd name="connsiteX8" fmla="*/ 90140 w 790489"/>
                  <a:gd name="connsiteY8" fmla="*/ 10848 h 20713"/>
                  <a:gd name="connsiteX9" fmla="*/ 0 w 790489"/>
                  <a:gd name="connsiteY9" fmla="*/ 9735 h 20713"/>
                  <a:gd name="connsiteX10" fmla="*/ 0 w 790489"/>
                  <a:gd name="connsiteY10" fmla="*/ 12572 h 20713"/>
                  <a:gd name="connsiteX11" fmla="*/ 90099 w 790489"/>
                  <a:gd name="connsiteY11" fmla="*/ 13685 h 20713"/>
                  <a:gd name="connsiteX12" fmla="*/ 190845 w 790489"/>
                  <a:gd name="connsiteY12" fmla="*/ 13838 h 20713"/>
                  <a:gd name="connsiteX13" fmla="*/ 291592 w 790489"/>
                  <a:gd name="connsiteY13" fmla="*/ 10258 h 20713"/>
                  <a:gd name="connsiteX14" fmla="*/ 392339 w 790489"/>
                  <a:gd name="connsiteY14" fmla="*/ 5522 h 20713"/>
                  <a:gd name="connsiteX15" fmla="*/ 492638 w 790489"/>
                  <a:gd name="connsiteY15" fmla="*/ 2750 h 20713"/>
                  <a:gd name="connsiteX16" fmla="*/ 593141 w 790489"/>
                  <a:gd name="connsiteY16" fmla="*/ 10411 h 20713"/>
                  <a:gd name="connsiteX17" fmla="*/ 691368 w 790489"/>
                  <a:gd name="connsiteY17" fmla="*/ 17614 h 20713"/>
                  <a:gd name="connsiteX18" fmla="*/ 776549 w 790489"/>
                  <a:gd name="connsiteY18" fmla="*/ 20713 h 20713"/>
                  <a:gd name="connsiteX19" fmla="*/ 788050 w 790489"/>
                  <a:gd name="connsiteY19" fmla="*/ 20386 h 20713"/>
                  <a:gd name="connsiteX20" fmla="*/ 790489 w 790489"/>
                  <a:gd name="connsiteY20" fmla="*/ 18945 h 20713"/>
                  <a:gd name="connsiteX21" fmla="*/ 787806 w 790489"/>
                  <a:gd name="connsiteY21" fmla="*/ 17614 h 2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489" h="20713">
                    <a:moveTo>
                      <a:pt x="787888" y="17614"/>
                    </a:moveTo>
                    <a:lnTo>
                      <a:pt x="776671" y="17941"/>
                    </a:lnTo>
                    <a:lnTo>
                      <a:pt x="694456" y="15017"/>
                    </a:lnTo>
                    <a:lnTo>
                      <a:pt x="593872" y="7617"/>
                    </a:lnTo>
                    <a:lnTo>
                      <a:pt x="492882" y="0"/>
                    </a:lnTo>
                    <a:lnTo>
                      <a:pt x="392013" y="2772"/>
                    </a:lnTo>
                    <a:lnTo>
                      <a:pt x="291267" y="7508"/>
                    </a:lnTo>
                    <a:lnTo>
                      <a:pt x="190642" y="11022"/>
                    </a:lnTo>
                    <a:lnTo>
                      <a:pt x="90140" y="10848"/>
                    </a:lnTo>
                    <a:lnTo>
                      <a:pt x="0" y="9735"/>
                    </a:lnTo>
                    <a:lnTo>
                      <a:pt x="0" y="12572"/>
                    </a:lnTo>
                    <a:lnTo>
                      <a:pt x="90099" y="13685"/>
                    </a:lnTo>
                    <a:lnTo>
                      <a:pt x="190845" y="13838"/>
                    </a:lnTo>
                    <a:lnTo>
                      <a:pt x="291592" y="10258"/>
                    </a:lnTo>
                    <a:lnTo>
                      <a:pt x="392339" y="5522"/>
                    </a:lnTo>
                    <a:lnTo>
                      <a:pt x="492638" y="2750"/>
                    </a:lnTo>
                    <a:lnTo>
                      <a:pt x="593141" y="10411"/>
                    </a:lnTo>
                    <a:lnTo>
                      <a:pt x="691368" y="17614"/>
                    </a:lnTo>
                    <a:lnTo>
                      <a:pt x="776549" y="20713"/>
                    </a:lnTo>
                    <a:lnTo>
                      <a:pt x="788050" y="20386"/>
                    </a:lnTo>
                    <a:cubicBezTo>
                      <a:pt x="789432" y="20386"/>
                      <a:pt x="790529" y="19688"/>
                      <a:pt x="790489" y="18945"/>
                    </a:cubicBezTo>
                    <a:cubicBezTo>
                      <a:pt x="790407" y="18138"/>
                      <a:pt x="789269" y="17505"/>
                      <a:pt x="787806" y="1761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2" name="Freeform: Shape 361">
                <a:extLst>
                  <a:ext uri="{FF2B5EF4-FFF2-40B4-BE49-F238E27FC236}">
                    <a16:creationId xmlns:a16="http://schemas.microsoft.com/office/drawing/2014/main" id="{C163B31B-B93F-4224-A4DE-306E950BE63A}"/>
                  </a:ext>
                </a:extLst>
              </p:cNvPr>
              <p:cNvSpPr/>
              <p:nvPr/>
            </p:nvSpPr>
            <p:spPr>
              <a:xfrm>
                <a:off x="7825341" y="5748450"/>
                <a:ext cx="63799" cy="141451"/>
              </a:xfrm>
              <a:custGeom>
                <a:avLst/>
                <a:gdLst>
                  <a:gd name="connsiteX0" fmla="*/ 61338 w 63799"/>
                  <a:gd name="connsiteY0" fmla="*/ 141451 h 141451"/>
                  <a:gd name="connsiteX1" fmla="*/ 58859 w 63799"/>
                  <a:gd name="connsiteY1" fmla="*/ 140382 h 141451"/>
                  <a:gd name="connsiteX2" fmla="*/ 51015 w 63799"/>
                  <a:gd name="connsiteY2" fmla="*/ 123532 h 141451"/>
                  <a:gd name="connsiteX3" fmla="*/ 50406 w 63799"/>
                  <a:gd name="connsiteY3" fmla="*/ 123008 h 141451"/>
                  <a:gd name="connsiteX4" fmla="*/ 43862 w 63799"/>
                  <a:gd name="connsiteY4" fmla="*/ 107337 h 141451"/>
                  <a:gd name="connsiteX5" fmla="*/ 37523 w 63799"/>
                  <a:gd name="connsiteY5" fmla="*/ 88522 h 141451"/>
                  <a:gd name="connsiteX6" fmla="*/ 29191 w 63799"/>
                  <a:gd name="connsiteY6" fmla="*/ 71890 h 141451"/>
                  <a:gd name="connsiteX7" fmla="*/ 19885 w 63799"/>
                  <a:gd name="connsiteY7" fmla="*/ 52028 h 141451"/>
                  <a:gd name="connsiteX8" fmla="*/ 18991 w 63799"/>
                  <a:gd name="connsiteY8" fmla="*/ 52028 h 141451"/>
                  <a:gd name="connsiteX9" fmla="*/ 16512 w 63799"/>
                  <a:gd name="connsiteY9" fmla="*/ 50849 h 141451"/>
                  <a:gd name="connsiteX10" fmla="*/ 53 w 63799"/>
                  <a:gd name="connsiteY10" fmla="*/ 1674 h 141451"/>
                  <a:gd name="connsiteX11" fmla="*/ 2044 w 63799"/>
                  <a:gd name="connsiteY11" fmla="*/ 15 h 141451"/>
                  <a:gd name="connsiteX12" fmla="*/ 5011 w 63799"/>
                  <a:gd name="connsiteY12" fmla="*/ 1129 h 141451"/>
                  <a:gd name="connsiteX13" fmla="*/ 21185 w 63799"/>
                  <a:gd name="connsiteY13" fmla="*/ 49191 h 141451"/>
                  <a:gd name="connsiteX14" fmla="*/ 21958 w 63799"/>
                  <a:gd name="connsiteY14" fmla="*/ 49256 h 141451"/>
                  <a:gd name="connsiteX15" fmla="*/ 24315 w 63799"/>
                  <a:gd name="connsiteY15" fmla="*/ 50326 h 141451"/>
                  <a:gd name="connsiteX16" fmla="*/ 34150 w 63799"/>
                  <a:gd name="connsiteY16" fmla="*/ 71170 h 141451"/>
                  <a:gd name="connsiteX17" fmla="*/ 42481 w 63799"/>
                  <a:gd name="connsiteY17" fmla="*/ 87911 h 141451"/>
                  <a:gd name="connsiteX18" fmla="*/ 48821 w 63799"/>
                  <a:gd name="connsiteY18" fmla="*/ 106769 h 141451"/>
                  <a:gd name="connsiteX19" fmla="*/ 55160 w 63799"/>
                  <a:gd name="connsiteY19" fmla="*/ 121960 h 141451"/>
                  <a:gd name="connsiteX20" fmla="*/ 55648 w 63799"/>
                  <a:gd name="connsiteY20" fmla="*/ 122441 h 141451"/>
                  <a:gd name="connsiteX21" fmla="*/ 63695 w 63799"/>
                  <a:gd name="connsiteY21" fmla="*/ 139705 h 141451"/>
                  <a:gd name="connsiteX22" fmla="*/ 61907 w 63799"/>
                  <a:gd name="connsiteY22" fmla="*/ 141408 h 141451"/>
                  <a:gd name="connsiteX23" fmla="*/ 61297 w 63799"/>
                  <a:gd name="connsiteY23" fmla="*/ 141451 h 14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3799" h="141451">
                    <a:moveTo>
                      <a:pt x="61338" y="141451"/>
                    </a:moveTo>
                    <a:cubicBezTo>
                      <a:pt x="60159" y="141451"/>
                      <a:pt x="59143" y="141015"/>
                      <a:pt x="58859" y="140382"/>
                    </a:cubicBezTo>
                    <a:lnTo>
                      <a:pt x="51015" y="123532"/>
                    </a:lnTo>
                    <a:cubicBezTo>
                      <a:pt x="50731" y="123379"/>
                      <a:pt x="50527" y="123226"/>
                      <a:pt x="50406" y="123008"/>
                    </a:cubicBezTo>
                    <a:lnTo>
                      <a:pt x="43862" y="107337"/>
                    </a:lnTo>
                    <a:lnTo>
                      <a:pt x="37523" y="88522"/>
                    </a:lnTo>
                    <a:lnTo>
                      <a:pt x="29191" y="71890"/>
                    </a:lnTo>
                    <a:lnTo>
                      <a:pt x="19885" y="52028"/>
                    </a:lnTo>
                    <a:lnTo>
                      <a:pt x="18991" y="52028"/>
                    </a:lnTo>
                    <a:cubicBezTo>
                      <a:pt x="17813" y="51963"/>
                      <a:pt x="16797" y="51482"/>
                      <a:pt x="16512" y="50849"/>
                    </a:cubicBezTo>
                    <a:lnTo>
                      <a:pt x="53" y="1674"/>
                    </a:lnTo>
                    <a:cubicBezTo>
                      <a:pt x="-232" y="932"/>
                      <a:pt x="662" y="190"/>
                      <a:pt x="2044" y="15"/>
                    </a:cubicBezTo>
                    <a:cubicBezTo>
                      <a:pt x="3426" y="-94"/>
                      <a:pt x="4807" y="386"/>
                      <a:pt x="5011" y="1129"/>
                    </a:cubicBezTo>
                    <a:lnTo>
                      <a:pt x="21185" y="49191"/>
                    </a:lnTo>
                    <a:lnTo>
                      <a:pt x="21958" y="49256"/>
                    </a:lnTo>
                    <a:cubicBezTo>
                      <a:pt x="23055" y="49256"/>
                      <a:pt x="24030" y="49671"/>
                      <a:pt x="24315" y="50326"/>
                    </a:cubicBezTo>
                    <a:lnTo>
                      <a:pt x="34150" y="71170"/>
                    </a:lnTo>
                    <a:lnTo>
                      <a:pt x="42481" y="87911"/>
                    </a:lnTo>
                    <a:lnTo>
                      <a:pt x="48821" y="106769"/>
                    </a:lnTo>
                    <a:lnTo>
                      <a:pt x="55160" y="121960"/>
                    </a:lnTo>
                    <a:cubicBezTo>
                      <a:pt x="55445" y="122135"/>
                      <a:pt x="55648" y="122288"/>
                      <a:pt x="55648" y="122441"/>
                    </a:cubicBezTo>
                    <a:lnTo>
                      <a:pt x="63695" y="139705"/>
                    </a:lnTo>
                    <a:cubicBezTo>
                      <a:pt x="64102" y="140447"/>
                      <a:pt x="63288" y="141255"/>
                      <a:pt x="61907" y="141408"/>
                    </a:cubicBezTo>
                    <a:cubicBezTo>
                      <a:pt x="61703" y="141451"/>
                      <a:pt x="61501" y="141451"/>
                      <a:pt x="61297" y="14145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3" name="Freeform: Shape 362">
                <a:extLst>
                  <a:ext uri="{FF2B5EF4-FFF2-40B4-BE49-F238E27FC236}">
                    <a16:creationId xmlns:a16="http://schemas.microsoft.com/office/drawing/2014/main" id="{5C12B054-15AA-42F0-9FE3-B93BE8D4DC56}"/>
                  </a:ext>
                </a:extLst>
              </p:cNvPr>
              <p:cNvSpPr/>
              <p:nvPr/>
            </p:nvSpPr>
            <p:spPr>
              <a:xfrm>
                <a:off x="11095045" y="5702520"/>
                <a:ext cx="1096954" cy="58669"/>
              </a:xfrm>
              <a:custGeom>
                <a:avLst/>
                <a:gdLst>
                  <a:gd name="connsiteX0" fmla="*/ 1096955 w 1096954"/>
                  <a:gd name="connsiteY0" fmla="*/ 56072 h 58669"/>
                  <a:gd name="connsiteX1" fmla="*/ 639551 w 1096954"/>
                  <a:gd name="connsiteY1" fmla="*/ 14820 h 58669"/>
                  <a:gd name="connsiteX2" fmla="*/ 581517 w 1096954"/>
                  <a:gd name="connsiteY2" fmla="*/ 14777 h 58669"/>
                  <a:gd name="connsiteX3" fmla="*/ 483291 w 1096954"/>
                  <a:gd name="connsiteY3" fmla="*/ 5544 h 58669"/>
                  <a:gd name="connsiteX4" fmla="*/ 426435 w 1096954"/>
                  <a:gd name="connsiteY4" fmla="*/ 5544 h 58669"/>
                  <a:gd name="connsiteX5" fmla="*/ 407091 w 1096954"/>
                  <a:gd name="connsiteY5" fmla="*/ 3732 h 58669"/>
                  <a:gd name="connsiteX6" fmla="*/ 350317 w 1096954"/>
                  <a:gd name="connsiteY6" fmla="*/ 3667 h 58669"/>
                  <a:gd name="connsiteX7" fmla="*/ 312887 w 1096954"/>
                  <a:gd name="connsiteY7" fmla="*/ 109 h 58669"/>
                  <a:gd name="connsiteX8" fmla="*/ 199379 w 1096954"/>
                  <a:gd name="connsiteY8" fmla="*/ 0 h 58669"/>
                  <a:gd name="connsiteX9" fmla="*/ 163657 w 1096954"/>
                  <a:gd name="connsiteY9" fmla="*/ 851 h 58669"/>
                  <a:gd name="connsiteX10" fmla="*/ 103916 w 1096954"/>
                  <a:gd name="connsiteY10" fmla="*/ 1659 h 58669"/>
                  <a:gd name="connsiteX11" fmla="*/ 2601 w 1096954"/>
                  <a:gd name="connsiteY11" fmla="*/ 1615 h 58669"/>
                  <a:gd name="connsiteX12" fmla="*/ 0 w 1096954"/>
                  <a:gd name="connsiteY12" fmla="*/ 2990 h 58669"/>
                  <a:gd name="connsiteX13" fmla="*/ 2601 w 1096954"/>
                  <a:gd name="connsiteY13" fmla="*/ 4431 h 58669"/>
                  <a:gd name="connsiteX14" fmla="*/ 103916 w 1096954"/>
                  <a:gd name="connsiteY14" fmla="*/ 4474 h 58669"/>
                  <a:gd name="connsiteX15" fmla="*/ 163739 w 1096954"/>
                  <a:gd name="connsiteY15" fmla="*/ 3667 h 58669"/>
                  <a:gd name="connsiteX16" fmla="*/ 199460 w 1096954"/>
                  <a:gd name="connsiteY16" fmla="*/ 2816 h 58669"/>
                  <a:gd name="connsiteX17" fmla="*/ 312359 w 1096954"/>
                  <a:gd name="connsiteY17" fmla="*/ 2881 h 58669"/>
                  <a:gd name="connsiteX18" fmla="*/ 349869 w 1096954"/>
                  <a:gd name="connsiteY18" fmla="*/ 6504 h 58669"/>
                  <a:gd name="connsiteX19" fmla="*/ 406522 w 1096954"/>
                  <a:gd name="connsiteY19" fmla="*/ 6504 h 58669"/>
                  <a:gd name="connsiteX20" fmla="*/ 425867 w 1096954"/>
                  <a:gd name="connsiteY20" fmla="*/ 8316 h 58669"/>
                  <a:gd name="connsiteX21" fmla="*/ 482802 w 1096954"/>
                  <a:gd name="connsiteY21" fmla="*/ 8381 h 58669"/>
                  <a:gd name="connsiteX22" fmla="*/ 581030 w 1096954"/>
                  <a:gd name="connsiteY22" fmla="*/ 17592 h 58669"/>
                  <a:gd name="connsiteX23" fmla="*/ 639064 w 1096954"/>
                  <a:gd name="connsiteY23" fmla="*/ 17636 h 58669"/>
                  <a:gd name="connsiteX24" fmla="*/ 1096873 w 1096954"/>
                  <a:gd name="connsiteY24" fmla="*/ 58670 h 58669"/>
                  <a:gd name="connsiteX25" fmla="*/ 1096873 w 1096954"/>
                  <a:gd name="connsiteY25" fmla="*/ 56072 h 5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954" h="58669">
                    <a:moveTo>
                      <a:pt x="1096955" y="56072"/>
                    </a:moveTo>
                    <a:lnTo>
                      <a:pt x="639551" y="14820"/>
                    </a:lnTo>
                    <a:lnTo>
                      <a:pt x="581517" y="14777"/>
                    </a:lnTo>
                    <a:lnTo>
                      <a:pt x="483291" y="5544"/>
                    </a:lnTo>
                    <a:lnTo>
                      <a:pt x="426435" y="5544"/>
                    </a:lnTo>
                    <a:lnTo>
                      <a:pt x="407091" y="3732"/>
                    </a:lnTo>
                    <a:lnTo>
                      <a:pt x="350317" y="3667"/>
                    </a:lnTo>
                    <a:lnTo>
                      <a:pt x="312887" y="109"/>
                    </a:lnTo>
                    <a:lnTo>
                      <a:pt x="199379" y="0"/>
                    </a:lnTo>
                    <a:lnTo>
                      <a:pt x="163657" y="851"/>
                    </a:lnTo>
                    <a:lnTo>
                      <a:pt x="103916" y="1659"/>
                    </a:lnTo>
                    <a:lnTo>
                      <a:pt x="2601" y="1615"/>
                    </a:lnTo>
                    <a:cubicBezTo>
                      <a:pt x="1218" y="1615"/>
                      <a:pt x="0" y="2248"/>
                      <a:pt x="0" y="2990"/>
                    </a:cubicBezTo>
                    <a:cubicBezTo>
                      <a:pt x="0" y="3798"/>
                      <a:pt x="1179" y="4431"/>
                      <a:pt x="2601" y="4431"/>
                    </a:cubicBezTo>
                    <a:lnTo>
                      <a:pt x="103916" y="4474"/>
                    </a:lnTo>
                    <a:lnTo>
                      <a:pt x="163739" y="3667"/>
                    </a:lnTo>
                    <a:lnTo>
                      <a:pt x="199460" y="2816"/>
                    </a:lnTo>
                    <a:lnTo>
                      <a:pt x="312359" y="2881"/>
                    </a:lnTo>
                    <a:lnTo>
                      <a:pt x="349869" y="6504"/>
                    </a:lnTo>
                    <a:lnTo>
                      <a:pt x="406522" y="6504"/>
                    </a:lnTo>
                    <a:lnTo>
                      <a:pt x="425867" y="8316"/>
                    </a:lnTo>
                    <a:lnTo>
                      <a:pt x="482802" y="8381"/>
                    </a:lnTo>
                    <a:lnTo>
                      <a:pt x="581030" y="17592"/>
                    </a:lnTo>
                    <a:lnTo>
                      <a:pt x="639064" y="17636"/>
                    </a:lnTo>
                    <a:lnTo>
                      <a:pt x="1096873" y="58670"/>
                    </a:lnTo>
                    <a:lnTo>
                      <a:pt x="1096873" y="5607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4" name="Freeform: Shape 363">
                <a:extLst>
                  <a:ext uri="{FF2B5EF4-FFF2-40B4-BE49-F238E27FC236}">
                    <a16:creationId xmlns:a16="http://schemas.microsoft.com/office/drawing/2014/main" id="{F0010DD3-C82B-415E-9552-FBC5B6D3A57F}"/>
                  </a:ext>
                </a:extLst>
              </p:cNvPr>
              <p:cNvSpPr/>
              <p:nvPr/>
            </p:nvSpPr>
            <p:spPr>
              <a:xfrm>
                <a:off x="7798559" y="5649193"/>
                <a:ext cx="41046" cy="100472"/>
              </a:xfrm>
              <a:custGeom>
                <a:avLst/>
                <a:gdLst>
                  <a:gd name="connsiteX0" fmla="*/ 38417 w 41046"/>
                  <a:gd name="connsiteY0" fmla="*/ 100450 h 100472"/>
                  <a:gd name="connsiteX1" fmla="*/ 35938 w 41046"/>
                  <a:gd name="connsiteY1" fmla="*/ 99294 h 100472"/>
                  <a:gd name="connsiteX2" fmla="*/ 29598 w 41046"/>
                  <a:gd name="connsiteY2" fmla="*/ 78930 h 100472"/>
                  <a:gd name="connsiteX3" fmla="*/ 23055 w 41046"/>
                  <a:gd name="connsiteY3" fmla="*/ 60006 h 100472"/>
                  <a:gd name="connsiteX4" fmla="*/ 16106 w 41046"/>
                  <a:gd name="connsiteY4" fmla="*/ 44400 h 100472"/>
                  <a:gd name="connsiteX5" fmla="*/ 8465 w 41046"/>
                  <a:gd name="connsiteY5" fmla="*/ 25433 h 100472"/>
                  <a:gd name="connsiteX6" fmla="*/ 53 w 41046"/>
                  <a:gd name="connsiteY6" fmla="*/ 1729 h 100472"/>
                  <a:gd name="connsiteX7" fmla="*/ 2044 w 41046"/>
                  <a:gd name="connsiteY7" fmla="*/ 27 h 100472"/>
                  <a:gd name="connsiteX8" fmla="*/ 5011 w 41046"/>
                  <a:gd name="connsiteY8" fmla="*/ 1140 h 100472"/>
                  <a:gd name="connsiteX9" fmla="*/ 13464 w 41046"/>
                  <a:gd name="connsiteY9" fmla="*/ 24865 h 100472"/>
                  <a:gd name="connsiteX10" fmla="*/ 21104 w 41046"/>
                  <a:gd name="connsiteY10" fmla="*/ 43723 h 100472"/>
                  <a:gd name="connsiteX11" fmla="*/ 28054 w 41046"/>
                  <a:gd name="connsiteY11" fmla="*/ 59395 h 100472"/>
                  <a:gd name="connsiteX12" fmla="*/ 34678 w 41046"/>
                  <a:gd name="connsiteY12" fmla="*/ 78471 h 100472"/>
                  <a:gd name="connsiteX13" fmla="*/ 41018 w 41046"/>
                  <a:gd name="connsiteY13" fmla="*/ 98835 h 100472"/>
                  <a:gd name="connsiteX14" fmla="*/ 38945 w 41046"/>
                  <a:gd name="connsiteY14" fmla="*/ 100429 h 100472"/>
                  <a:gd name="connsiteX15" fmla="*/ 38458 w 41046"/>
                  <a:gd name="connsiteY15" fmla="*/ 100472 h 10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046" h="100472">
                    <a:moveTo>
                      <a:pt x="38417" y="100450"/>
                    </a:moveTo>
                    <a:cubicBezTo>
                      <a:pt x="37238" y="100450"/>
                      <a:pt x="36141" y="99970"/>
                      <a:pt x="35938" y="99294"/>
                    </a:cubicBezTo>
                    <a:lnTo>
                      <a:pt x="29598" y="78930"/>
                    </a:lnTo>
                    <a:lnTo>
                      <a:pt x="23055" y="60006"/>
                    </a:lnTo>
                    <a:lnTo>
                      <a:pt x="16106" y="44400"/>
                    </a:lnTo>
                    <a:lnTo>
                      <a:pt x="8465" y="25433"/>
                    </a:lnTo>
                    <a:lnTo>
                      <a:pt x="53" y="1729"/>
                    </a:lnTo>
                    <a:cubicBezTo>
                      <a:pt x="-232" y="921"/>
                      <a:pt x="662" y="179"/>
                      <a:pt x="2044" y="27"/>
                    </a:cubicBezTo>
                    <a:cubicBezTo>
                      <a:pt x="3426" y="-126"/>
                      <a:pt x="4726" y="398"/>
                      <a:pt x="5011" y="1140"/>
                    </a:cubicBezTo>
                    <a:lnTo>
                      <a:pt x="13464" y="24865"/>
                    </a:lnTo>
                    <a:lnTo>
                      <a:pt x="21104" y="43723"/>
                    </a:lnTo>
                    <a:lnTo>
                      <a:pt x="28054" y="59395"/>
                    </a:lnTo>
                    <a:lnTo>
                      <a:pt x="34678" y="78471"/>
                    </a:lnTo>
                    <a:lnTo>
                      <a:pt x="41018" y="98835"/>
                    </a:lnTo>
                    <a:cubicBezTo>
                      <a:pt x="41221" y="99577"/>
                      <a:pt x="40327" y="100320"/>
                      <a:pt x="38945" y="100429"/>
                    </a:cubicBezTo>
                    <a:cubicBezTo>
                      <a:pt x="38742" y="100472"/>
                      <a:pt x="38661" y="100472"/>
                      <a:pt x="38458" y="1004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5" name="Freeform: Shape 364">
                <a:extLst>
                  <a:ext uri="{FF2B5EF4-FFF2-40B4-BE49-F238E27FC236}">
                    <a16:creationId xmlns:a16="http://schemas.microsoft.com/office/drawing/2014/main" id="{2B1FC5B1-B97D-41AB-9A0F-1A89C69C9355}"/>
                  </a:ext>
                </a:extLst>
              </p:cNvPr>
              <p:cNvSpPr/>
              <p:nvPr/>
            </p:nvSpPr>
            <p:spPr>
              <a:xfrm>
                <a:off x="2032415" y="5871959"/>
                <a:ext cx="136935" cy="23049"/>
              </a:xfrm>
              <a:custGeom>
                <a:avLst/>
                <a:gdLst>
                  <a:gd name="connsiteX0" fmla="*/ 2511 w 136935"/>
                  <a:gd name="connsiteY0" fmla="*/ 23050 h 23049"/>
                  <a:gd name="connsiteX1" fmla="*/ 845 w 136935"/>
                  <a:gd name="connsiteY1" fmla="*/ 22722 h 23049"/>
                  <a:gd name="connsiteX2" fmla="*/ 601 w 136935"/>
                  <a:gd name="connsiteY2" fmla="*/ 20693 h 23049"/>
                  <a:gd name="connsiteX3" fmla="*/ 30837 w 136935"/>
                  <a:gd name="connsiteY3" fmla="*/ 1660 h 23049"/>
                  <a:gd name="connsiteX4" fmla="*/ 31894 w 136935"/>
                  <a:gd name="connsiteY4" fmla="*/ 1245 h 23049"/>
                  <a:gd name="connsiteX5" fmla="*/ 37583 w 136935"/>
                  <a:gd name="connsiteY5" fmla="*/ 66 h 23049"/>
                  <a:gd name="connsiteX6" fmla="*/ 39006 w 136935"/>
                  <a:gd name="connsiteY6" fmla="*/ 66 h 23049"/>
                  <a:gd name="connsiteX7" fmla="*/ 134957 w 136935"/>
                  <a:gd name="connsiteY7" fmla="*/ 12268 h 23049"/>
                  <a:gd name="connsiteX8" fmla="*/ 136867 w 136935"/>
                  <a:gd name="connsiteY8" fmla="*/ 13970 h 23049"/>
                  <a:gd name="connsiteX9" fmla="*/ 133859 w 136935"/>
                  <a:gd name="connsiteY9" fmla="*/ 14974 h 23049"/>
                  <a:gd name="connsiteX10" fmla="*/ 38640 w 136935"/>
                  <a:gd name="connsiteY10" fmla="*/ 2882 h 23049"/>
                  <a:gd name="connsiteX11" fmla="*/ 34292 w 136935"/>
                  <a:gd name="connsiteY11" fmla="*/ 3733 h 23049"/>
                  <a:gd name="connsiteX12" fmla="*/ 4421 w 136935"/>
                  <a:gd name="connsiteY12" fmla="*/ 22548 h 23049"/>
                  <a:gd name="connsiteX13" fmla="*/ 2552 w 136935"/>
                  <a:gd name="connsiteY13" fmla="*/ 23028 h 23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935" h="23049">
                    <a:moveTo>
                      <a:pt x="2511" y="23050"/>
                    </a:moveTo>
                    <a:cubicBezTo>
                      <a:pt x="1901" y="23050"/>
                      <a:pt x="1332" y="22941"/>
                      <a:pt x="845" y="22722"/>
                    </a:cubicBezTo>
                    <a:cubicBezTo>
                      <a:pt x="-171" y="22199"/>
                      <a:pt x="-293" y="21282"/>
                      <a:pt x="601" y="20693"/>
                    </a:cubicBezTo>
                    <a:lnTo>
                      <a:pt x="30837" y="1660"/>
                    </a:lnTo>
                    <a:cubicBezTo>
                      <a:pt x="31122" y="1442"/>
                      <a:pt x="31487" y="1332"/>
                      <a:pt x="31894" y="1245"/>
                    </a:cubicBezTo>
                    <a:lnTo>
                      <a:pt x="37583" y="66"/>
                    </a:lnTo>
                    <a:cubicBezTo>
                      <a:pt x="38030" y="1"/>
                      <a:pt x="38518" y="-43"/>
                      <a:pt x="39006" y="66"/>
                    </a:cubicBezTo>
                    <a:lnTo>
                      <a:pt x="134957" y="12268"/>
                    </a:lnTo>
                    <a:cubicBezTo>
                      <a:pt x="136339" y="12442"/>
                      <a:pt x="137192" y="13184"/>
                      <a:pt x="136867" y="13970"/>
                    </a:cubicBezTo>
                    <a:cubicBezTo>
                      <a:pt x="136582" y="14712"/>
                      <a:pt x="135241" y="15192"/>
                      <a:pt x="133859" y="14974"/>
                    </a:cubicBezTo>
                    <a:lnTo>
                      <a:pt x="38640" y="2882"/>
                    </a:lnTo>
                    <a:lnTo>
                      <a:pt x="34292" y="3733"/>
                    </a:lnTo>
                    <a:lnTo>
                      <a:pt x="4421" y="22548"/>
                    </a:lnTo>
                    <a:cubicBezTo>
                      <a:pt x="3933" y="22875"/>
                      <a:pt x="3242" y="23028"/>
                      <a:pt x="2552" y="230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6" name="Freeform: Shape 365">
                <a:extLst>
                  <a:ext uri="{FF2B5EF4-FFF2-40B4-BE49-F238E27FC236}">
                    <a16:creationId xmlns:a16="http://schemas.microsoft.com/office/drawing/2014/main" id="{2D4B18EA-F997-4B85-8D8B-87E647655289}"/>
                  </a:ext>
                </a:extLst>
              </p:cNvPr>
              <p:cNvSpPr/>
              <p:nvPr/>
            </p:nvSpPr>
            <p:spPr>
              <a:xfrm>
                <a:off x="10494235" y="6025352"/>
                <a:ext cx="1697764" cy="64545"/>
              </a:xfrm>
              <a:custGeom>
                <a:avLst/>
                <a:gdLst>
                  <a:gd name="connsiteX0" fmla="*/ 1697765 w 1697764"/>
                  <a:gd name="connsiteY0" fmla="*/ 45993 h 64545"/>
                  <a:gd name="connsiteX1" fmla="*/ 1612136 w 1697764"/>
                  <a:gd name="connsiteY1" fmla="*/ 52388 h 64545"/>
                  <a:gd name="connsiteX2" fmla="*/ 1511430 w 1697764"/>
                  <a:gd name="connsiteY2" fmla="*/ 59111 h 64545"/>
                  <a:gd name="connsiteX3" fmla="*/ 1410440 w 1697764"/>
                  <a:gd name="connsiteY3" fmla="*/ 61774 h 64545"/>
                  <a:gd name="connsiteX4" fmla="*/ 1176598 w 1697764"/>
                  <a:gd name="connsiteY4" fmla="*/ 61403 h 64545"/>
                  <a:gd name="connsiteX5" fmla="*/ 1142744 w 1697764"/>
                  <a:gd name="connsiteY5" fmla="*/ 55903 h 64545"/>
                  <a:gd name="connsiteX6" fmla="*/ 1142054 w 1697764"/>
                  <a:gd name="connsiteY6" fmla="*/ 55859 h 64545"/>
                  <a:gd name="connsiteX7" fmla="*/ 1073575 w 1697764"/>
                  <a:gd name="connsiteY7" fmla="*/ 55750 h 64545"/>
                  <a:gd name="connsiteX8" fmla="*/ 942917 w 1697764"/>
                  <a:gd name="connsiteY8" fmla="*/ 34163 h 64545"/>
                  <a:gd name="connsiteX9" fmla="*/ 942227 w 1697764"/>
                  <a:gd name="connsiteY9" fmla="*/ 34120 h 64545"/>
                  <a:gd name="connsiteX10" fmla="*/ 844813 w 1697764"/>
                  <a:gd name="connsiteY10" fmla="*/ 33945 h 64545"/>
                  <a:gd name="connsiteX11" fmla="*/ 813967 w 1697764"/>
                  <a:gd name="connsiteY11" fmla="*/ 28772 h 64545"/>
                  <a:gd name="connsiteX12" fmla="*/ 813195 w 1697764"/>
                  <a:gd name="connsiteY12" fmla="*/ 28707 h 64545"/>
                  <a:gd name="connsiteX13" fmla="*/ 716634 w 1697764"/>
                  <a:gd name="connsiteY13" fmla="*/ 28554 h 64545"/>
                  <a:gd name="connsiteX14" fmla="*/ 686967 w 1697764"/>
                  <a:gd name="connsiteY14" fmla="*/ 18950 h 64545"/>
                  <a:gd name="connsiteX15" fmla="*/ 685666 w 1697764"/>
                  <a:gd name="connsiteY15" fmla="*/ 18732 h 64545"/>
                  <a:gd name="connsiteX16" fmla="*/ 589309 w 1697764"/>
                  <a:gd name="connsiteY16" fmla="*/ 18623 h 64545"/>
                  <a:gd name="connsiteX17" fmla="*/ 492585 w 1697764"/>
                  <a:gd name="connsiteY17" fmla="*/ 15742 h 64545"/>
                  <a:gd name="connsiteX18" fmla="*/ 396025 w 1697764"/>
                  <a:gd name="connsiteY18" fmla="*/ 12293 h 64545"/>
                  <a:gd name="connsiteX19" fmla="*/ 299383 w 1697764"/>
                  <a:gd name="connsiteY19" fmla="*/ 8408 h 64545"/>
                  <a:gd name="connsiteX20" fmla="*/ 202944 w 1697764"/>
                  <a:gd name="connsiteY20" fmla="*/ 6007 h 64545"/>
                  <a:gd name="connsiteX21" fmla="*/ 106100 w 1697764"/>
                  <a:gd name="connsiteY21" fmla="*/ 2799 h 64545"/>
                  <a:gd name="connsiteX22" fmla="*/ 68873 w 1697764"/>
                  <a:gd name="connsiteY22" fmla="*/ 3977 h 64545"/>
                  <a:gd name="connsiteX23" fmla="*/ 19861 w 1697764"/>
                  <a:gd name="connsiteY23" fmla="*/ 1620 h 64545"/>
                  <a:gd name="connsiteX24" fmla="*/ 2914 w 1697764"/>
                  <a:gd name="connsiteY24" fmla="*/ 27 h 64545"/>
                  <a:gd name="connsiteX25" fmla="*/ 29 w 1697764"/>
                  <a:gd name="connsiteY25" fmla="*/ 1140 h 64545"/>
                  <a:gd name="connsiteX26" fmla="*/ 2101 w 1697764"/>
                  <a:gd name="connsiteY26" fmla="*/ 2799 h 64545"/>
                  <a:gd name="connsiteX27" fmla="*/ 13725 w 1697764"/>
                  <a:gd name="connsiteY27" fmla="*/ 3868 h 64545"/>
                  <a:gd name="connsiteX28" fmla="*/ 19089 w 1697764"/>
                  <a:gd name="connsiteY28" fmla="*/ 4392 h 64545"/>
                  <a:gd name="connsiteX29" fmla="*/ 68913 w 1697764"/>
                  <a:gd name="connsiteY29" fmla="*/ 6749 h 64545"/>
                  <a:gd name="connsiteX30" fmla="*/ 106140 w 1697764"/>
                  <a:gd name="connsiteY30" fmla="*/ 5636 h 64545"/>
                  <a:gd name="connsiteX31" fmla="*/ 202660 w 1697764"/>
                  <a:gd name="connsiteY31" fmla="*/ 8845 h 64545"/>
                  <a:gd name="connsiteX32" fmla="*/ 299099 w 1697764"/>
                  <a:gd name="connsiteY32" fmla="*/ 11245 h 64545"/>
                  <a:gd name="connsiteX33" fmla="*/ 395619 w 1697764"/>
                  <a:gd name="connsiteY33" fmla="*/ 15087 h 64545"/>
                  <a:gd name="connsiteX34" fmla="*/ 492261 w 1697764"/>
                  <a:gd name="connsiteY34" fmla="*/ 18601 h 64545"/>
                  <a:gd name="connsiteX35" fmla="*/ 589105 w 1697764"/>
                  <a:gd name="connsiteY35" fmla="*/ 21417 h 64545"/>
                  <a:gd name="connsiteX36" fmla="*/ 684935 w 1697764"/>
                  <a:gd name="connsiteY36" fmla="*/ 21569 h 64545"/>
                  <a:gd name="connsiteX37" fmla="*/ 714684 w 1697764"/>
                  <a:gd name="connsiteY37" fmla="*/ 31173 h 64545"/>
                  <a:gd name="connsiteX38" fmla="*/ 715861 w 1697764"/>
                  <a:gd name="connsiteY38" fmla="*/ 31391 h 64545"/>
                  <a:gd name="connsiteX39" fmla="*/ 812707 w 1697764"/>
                  <a:gd name="connsiteY39" fmla="*/ 31544 h 64545"/>
                  <a:gd name="connsiteX40" fmla="*/ 843553 w 1697764"/>
                  <a:gd name="connsiteY40" fmla="*/ 36717 h 64545"/>
                  <a:gd name="connsiteX41" fmla="*/ 844325 w 1697764"/>
                  <a:gd name="connsiteY41" fmla="*/ 36761 h 64545"/>
                  <a:gd name="connsiteX42" fmla="*/ 941739 w 1697764"/>
                  <a:gd name="connsiteY42" fmla="*/ 36913 h 64545"/>
                  <a:gd name="connsiteX43" fmla="*/ 1072397 w 1697764"/>
                  <a:gd name="connsiteY43" fmla="*/ 58434 h 64545"/>
                  <a:gd name="connsiteX44" fmla="*/ 1073169 w 1697764"/>
                  <a:gd name="connsiteY44" fmla="*/ 58544 h 64545"/>
                  <a:gd name="connsiteX45" fmla="*/ 1141525 w 1697764"/>
                  <a:gd name="connsiteY45" fmla="*/ 58653 h 64545"/>
                  <a:gd name="connsiteX46" fmla="*/ 1175337 w 1697764"/>
                  <a:gd name="connsiteY46" fmla="*/ 64131 h 64545"/>
                  <a:gd name="connsiteX47" fmla="*/ 1176029 w 1697764"/>
                  <a:gd name="connsiteY47" fmla="*/ 64175 h 64545"/>
                  <a:gd name="connsiteX48" fmla="*/ 1410400 w 1697764"/>
                  <a:gd name="connsiteY48" fmla="*/ 64546 h 64545"/>
                  <a:gd name="connsiteX49" fmla="*/ 1511674 w 1697764"/>
                  <a:gd name="connsiteY49" fmla="*/ 61817 h 64545"/>
                  <a:gd name="connsiteX50" fmla="*/ 1612665 w 1697764"/>
                  <a:gd name="connsiteY50" fmla="*/ 55160 h 64545"/>
                  <a:gd name="connsiteX51" fmla="*/ 1697602 w 1697764"/>
                  <a:gd name="connsiteY51" fmla="*/ 48765 h 64545"/>
                  <a:gd name="connsiteX52" fmla="*/ 1697602 w 1697764"/>
                  <a:gd name="connsiteY52" fmla="*/ 45928 h 6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697764" h="64545">
                    <a:moveTo>
                      <a:pt x="1697765" y="45993"/>
                    </a:moveTo>
                    <a:lnTo>
                      <a:pt x="1612136" y="52388"/>
                    </a:lnTo>
                    <a:lnTo>
                      <a:pt x="1511430" y="59111"/>
                    </a:lnTo>
                    <a:lnTo>
                      <a:pt x="1410440" y="61774"/>
                    </a:lnTo>
                    <a:lnTo>
                      <a:pt x="1176598" y="61403"/>
                    </a:lnTo>
                    <a:lnTo>
                      <a:pt x="1142744" y="55903"/>
                    </a:lnTo>
                    <a:cubicBezTo>
                      <a:pt x="1142460" y="55859"/>
                      <a:pt x="1142257" y="55859"/>
                      <a:pt x="1142054" y="55859"/>
                    </a:cubicBezTo>
                    <a:lnTo>
                      <a:pt x="1073575" y="55750"/>
                    </a:lnTo>
                    <a:lnTo>
                      <a:pt x="942917" y="34163"/>
                    </a:lnTo>
                    <a:cubicBezTo>
                      <a:pt x="942917" y="34163"/>
                      <a:pt x="942429" y="34120"/>
                      <a:pt x="942227" y="34120"/>
                    </a:cubicBezTo>
                    <a:lnTo>
                      <a:pt x="844813" y="33945"/>
                    </a:lnTo>
                    <a:lnTo>
                      <a:pt x="813967" y="28772"/>
                    </a:lnTo>
                    <a:cubicBezTo>
                      <a:pt x="813682" y="28707"/>
                      <a:pt x="813479" y="28707"/>
                      <a:pt x="813195" y="28707"/>
                    </a:cubicBezTo>
                    <a:lnTo>
                      <a:pt x="716634" y="28554"/>
                    </a:lnTo>
                    <a:lnTo>
                      <a:pt x="686967" y="18950"/>
                    </a:lnTo>
                    <a:cubicBezTo>
                      <a:pt x="686560" y="18797"/>
                      <a:pt x="686195" y="18732"/>
                      <a:pt x="685666" y="18732"/>
                    </a:cubicBezTo>
                    <a:lnTo>
                      <a:pt x="589309" y="18623"/>
                    </a:lnTo>
                    <a:lnTo>
                      <a:pt x="492585" y="15742"/>
                    </a:lnTo>
                    <a:lnTo>
                      <a:pt x="396025" y="12293"/>
                    </a:lnTo>
                    <a:lnTo>
                      <a:pt x="299383" y="8408"/>
                    </a:lnTo>
                    <a:lnTo>
                      <a:pt x="202944" y="6007"/>
                    </a:lnTo>
                    <a:lnTo>
                      <a:pt x="106100" y="2799"/>
                    </a:lnTo>
                    <a:lnTo>
                      <a:pt x="68873" y="3977"/>
                    </a:lnTo>
                    <a:lnTo>
                      <a:pt x="19861" y="1620"/>
                    </a:lnTo>
                    <a:lnTo>
                      <a:pt x="2914" y="27"/>
                    </a:lnTo>
                    <a:cubicBezTo>
                      <a:pt x="1533" y="-126"/>
                      <a:pt x="232" y="398"/>
                      <a:pt x="29" y="1140"/>
                    </a:cubicBezTo>
                    <a:cubicBezTo>
                      <a:pt x="-175" y="1947"/>
                      <a:pt x="719" y="2624"/>
                      <a:pt x="2101" y="2799"/>
                    </a:cubicBezTo>
                    <a:lnTo>
                      <a:pt x="13725" y="3868"/>
                    </a:lnTo>
                    <a:lnTo>
                      <a:pt x="19089" y="4392"/>
                    </a:lnTo>
                    <a:lnTo>
                      <a:pt x="68913" y="6749"/>
                    </a:lnTo>
                    <a:lnTo>
                      <a:pt x="106140" y="5636"/>
                    </a:lnTo>
                    <a:lnTo>
                      <a:pt x="202660" y="8845"/>
                    </a:lnTo>
                    <a:lnTo>
                      <a:pt x="299099" y="11245"/>
                    </a:lnTo>
                    <a:lnTo>
                      <a:pt x="395619" y="15087"/>
                    </a:lnTo>
                    <a:lnTo>
                      <a:pt x="492261" y="18601"/>
                    </a:lnTo>
                    <a:lnTo>
                      <a:pt x="589105" y="21417"/>
                    </a:lnTo>
                    <a:lnTo>
                      <a:pt x="684935" y="21569"/>
                    </a:lnTo>
                    <a:lnTo>
                      <a:pt x="714684" y="31173"/>
                    </a:lnTo>
                    <a:cubicBezTo>
                      <a:pt x="714967" y="31326"/>
                      <a:pt x="715496" y="31391"/>
                      <a:pt x="715861" y="31391"/>
                    </a:cubicBezTo>
                    <a:lnTo>
                      <a:pt x="812707" y="31544"/>
                    </a:lnTo>
                    <a:lnTo>
                      <a:pt x="843553" y="36717"/>
                    </a:lnTo>
                    <a:cubicBezTo>
                      <a:pt x="843837" y="36761"/>
                      <a:pt x="844040" y="36761"/>
                      <a:pt x="844325" y="36761"/>
                    </a:cubicBezTo>
                    <a:lnTo>
                      <a:pt x="941739" y="36913"/>
                    </a:lnTo>
                    <a:lnTo>
                      <a:pt x="1072397" y="58434"/>
                    </a:lnTo>
                    <a:cubicBezTo>
                      <a:pt x="1072681" y="58478"/>
                      <a:pt x="1072884" y="58544"/>
                      <a:pt x="1073169" y="58544"/>
                    </a:cubicBezTo>
                    <a:lnTo>
                      <a:pt x="1141525" y="58653"/>
                    </a:lnTo>
                    <a:lnTo>
                      <a:pt x="1175337" y="64131"/>
                    </a:lnTo>
                    <a:cubicBezTo>
                      <a:pt x="1175337" y="64131"/>
                      <a:pt x="1175744" y="64175"/>
                      <a:pt x="1176029" y="64175"/>
                    </a:cubicBezTo>
                    <a:lnTo>
                      <a:pt x="1410400" y="64546"/>
                    </a:lnTo>
                    <a:lnTo>
                      <a:pt x="1511674" y="61817"/>
                    </a:lnTo>
                    <a:lnTo>
                      <a:pt x="1612665" y="55160"/>
                    </a:lnTo>
                    <a:lnTo>
                      <a:pt x="1697602" y="48765"/>
                    </a:lnTo>
                    <a:lnTo>
                      <a:pt x="1697602" y="459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7" name="Freeform: Shape 366">
                <a:extLst>
                  <a:ext uri="{FF2B5EF4-FFF2-40B4-BE49-F238E27FC236}">
                    <a16:creationId xmlns:a16="http://schemas.microsoft.com/office/drawing/2014/main" id="{B73D6646-A78F-4E2B-A975-D047CCDAC45A}"/>
                  </a:ext>
                </a:extLst>
              </p:cNvPr>
              <p:cNvSpPr/>
              <p:nvPr/>
            </p:nvSpPr>
            <p:spPr>
              <a:xfrm>
                <a:off x="11444723" y="5805013"/>
                <a:ext cx="747276" cy="42129"/>
              </a:xfrm>
              <a:custGeom>
                <a:avLst/>
                <a:gdLst>
                  <a:gd name="connsiteX0" fmla="*/ 747277 w 747276"/>
                  <a:gd name="connsiteY0" fmla="*/ 39314 h 42129"/>
                  <a:gd name="connsiteX1" fmla="*/ 736263 w 747276"/>
                  <a:gd name="connsiteY1" fmla="*/ 38289 h 42129"/>
                  <a:gd name="connsiteX2" fmla="*/ 707978 w 747276"/>
                  <a:gd name="connsiteY2" fmla="*/ 37437 h 42129"/>
                  <a:gd name="connsiteX3" fmla="*/ 641816 w 747276"/>
                  <a:gd name="connsiteY3" fmla="*/ 36521 h 42129"/>
                  <a:gd name="connsiteX4" fmla="*/ 613855 w 747276"/>
                  <a:gd name="connsiteY4" fmla="*/ 36630 h 42129"/>
                  <a:gd name="connsiteX5" fmla="*/ 612067 w 747276"/>
                  <a:gd name="connsiteY5" fmla="*/ 37044 h 42129"/>
                  <a:gd name="connsiteX6" fmla="*/ 609995 w 747276"/>
                  <a:gd name="connsiteY6" fmla="*/ 38267 h 42129"/>
                  <a:gd name="connsiteX7" fmla="*/ 602070 w 747276"/>
                  <a:gd name="connsiteY7" fmla="*/ 37786 h 42129"/>
                  <a:gd name="connsiteX8" fmla="*/ 548872 w 747276"/>
                  <a:gd name="connsiteY8" fmla="*/ 36935 h 42129"/>
                  <a:gd name="connsiteX9" fmla="*/ 475639 w 747276"/>
                  <a:gd name="connsiteY9" fmla="*/ 37634 h 42129"/>
                  <a:gd name="connsiteX10" fmla="*/ 449751 w 747276"/>
                  <a:gd name="connsiteY10" fmla="*/ 32352 h 42129"/>
                  <a:gd name="connsiteX11" fmla="*/ 444712 w 747276"/>
                  <a:gd name="connsiteY11" fmla="*/ 30322 h 42129"/>
                  <a:gd name="connsiteX12" fmla="*/ 439551 w 747276"/>
                  <a:gd name="connsiteY12" fmla="*/ 28554 h 42129"/>
                  <a:gd name="connsiteX13" fmla="*/ 438657 w 747276"/>
                  <a:gd name="connsiteY13" fmla="*/ 28336 h 42129"/>
                  <a:gd name="connsiteX14" fmla="*/ 413257 w 747276"/>
                  <a:gd name="connsiteY14" fmla="*/ 26197 h 42129"/>
                  <a:gd name="connsiteX15" fmla="*/ 392530 w 747276"/>
                  <a:gd name="connsiteY15" fmla="*/ 26459 h 42129"/>
                  <a:gd name="connsiteX16" fmla="*/ 319093 w 747276"/>
                  <a:gd name="connsiteY16" fmla="*/ 24538 h 42129"/>
                  <a:gd name="connsiteX17" fmla="*/ 290808 w 747276"/>
                  <a:gd name="connsiteY17" fmla="*/ 21242 h 42129"/>
                  <a:gd name="connsiteX18" fmla="*/ 264229 w 747276"/>
                  <a:gd name="connsiteY18" fmla="*/ 16658 h 42129"/>
                  <a:gd name="connsiteX19" fmla="*/ 238342 w 747276"/>
                  <a:gd name="connsiteY19" fmla="*/ 12511 h 42129"/>
                  <a:gd name="connsiteX20" fmla="*/ 237651 w 747276"/>
                  <a:gd name="connsiteY20" fmla="*/ 12468 h 42129"/>
                  <a:gd name="connsiteX21" fmla="*/ 213429 w 747276"/>
                  <a:gd name="connsiteY21" fmla="*/ 12249 h 42129"/>
                  <a:gd name="connsiteX22" fmla="*/ 190021 w 747276"/>
                  <a:gd name="connsiteY22" fmla="*/ 13472 h 42129"/>
                  <a:gd name="connsiteX23" fmla="*/ 166328 w 747276"/>
                  <a:gd name="connsiteY23" fmla="*/ 13996 h 42129"/>
                  <a:gd name="connsiteX24" fmla="*/ 141700 w 747276"/>
                  <a:gd name="connsiteY24" fmla="*/ 11595 h 42129"/>
                  <a:gd name="connsiteX25" fmla="*/ 116991 w 747276"/>
                  <a:gd name="connsiteY25" fmla="*/ 8452 h 42129"/>
                  <a:gd name="connsiteX26" fmla="*/ 44773 w 747276"/>
                  <a:gd name="connsiteY26" fmla="*/ 4086 h 42129"/>
                  <a:gd name="connsiteX27" fmla="*/ 2996 w 747276"/>
                  <a:gd name="connsiteY27" fmla="*/ 27 h 42129"/>
                  <a:gd name="connsiteX28" fmla="*/ 29 w 747276"/>
                  <a:gd name="connsiteY28" fmla="*/ 1140 h 42129"/>
                  <a:gd name="connsiteX29" fmla="*/ 2101 w 747276"/>
                  <a:gd name="connsiteY29" fmla="*/ 2799 h 42129"/>
                  <a:gd name="connsiteX30" fmla="*/ 44083 w 747276"/>
                  <a:gd name="connsiteY30" fmla="*/ 6836 h 42129"/>
                  <a:gd name="connsiteX31" fmla="*/ 116097 w 747276"/>
                  <a:gd name="connsiteY31" fmla="*/ 11202 h 42129"/>
                  <a:gd name="connsiteX32" fmla="*/ 140725 w 747276"/>
                  <a:gd name="connsiteY32" fmla="*/ 14345 h 42129"/>
                  <a:gd name="connsiteX33" fmla="*/ 165921 w 747276"/>
                  <a:gd name="connsiteY33" fmla="*/ 16746 h 42129"/>
                  <a:gd name="connsiteX34" fmla="*/ 190427 w 747276"/>
                  <a:gd name="connsiteY34" fmla="*/ 16266 h 42129"/>
                  <a:gd name="connsiteX35" fmla="*/ 213633 w 747276"/>
                  <a:gd name="connsiteY35" fmla="*/ 15043 h 42129"/>
                  <a:gd name="connsiteX36" fmla="*/ 237245 w 747276"/>
                  <a:gd name="connsiteY36" fmla="*/ 15196 h 42129"/>
                  <a:gd name="connsiteX37" fmla="*/ 262726 w 747276"/>
                  <a:gd name="connsiteY37" fmla="*/ 19299 h 42129"/>
                  <a:gd name="connsiteX38" fmla="*/ 289508 w 747276"/>
                  <a:gd name="connsiteY38" fmla="*/ 23927 h 42129"/>
                  <a:gd name="connsiteX39" fmla="*/ 318362 w 747276"/>
                  <a:gd name="connsiteY39" fmla="*/ 27288 h 42129"/>
                  <a:gd name="connsiteX40" fmla="*/ 392367 w 747276"/>
                  <a:gd name="connsiteY40" fmla="*/ 29274 h 42129"/>
                  <a:gd name="connsiteX41" fmla="*/ 412931 w 747276"/>
                  <a:gd name="connsiteY41" fmla="*/ 29012 h 42129"/>
                  <a:gd name="connsiteX42" fmla="*/ 437315 w 747276"/>
                  <a:gd name="connsiteY42" fmla="*/ 31042 h 42129"/>
                  <a:gd name="connsiteX43" fmla="*/ 441786 w 747276"/>
                  <a:gd name="connsiteY43" fmla="*/ 32592 h 42129"/>
                  <a:gd name="connsiteX44" fmla="*/ 447029 w 747276"/>
                  <a:gd name="connsiteY44" fmla="*/ 34731 h 42129"/>
                  <a:gd name="connsiteX45" fmla="*/ 447638 w 747276"/>
                  <a:gd name="connsiteY45" fmla="*/ 34949 h 42129"/>
                  <a:gd name="connsiteX46" fmla="*/ 474339 w 747276"/>
                  <a:gd name="connsiteY46" fmla="*/ 40340 h 42129"/>
                  <a:gd name="connsiteX47" fmla="*/ 475233 w 747276"/>
                  <a:gd name="connsiteY47" fmla="*/ 40449 h 42129"/>
                  <a:gd name="connsiteX48" fmla="*/ 548831 w 747276"/>
                  <a:gd name="connsiteY48" fmla="*/ 39751 h 42129"/>
                  <a:gd name="connsiteX49" fmla="*/ 601704 w 747276"/>
                  <a:gd name="connsiteY49" fmla="*/ 40602 h 42129"/>
                  <a:gd name="connsiteX50" fmla="*/ 610726 w 747276"/>
                  <a:gd name="connsiteY50" fmla="*/ 41126 h 42129"/>
                  <a:gd name="connsiteX51" fmla="*/ 612717 w 747276"/>
                  <a:gd name="connsiteY51" fmla="*/ 40711 h 42129"/>
                  <a:gd name="connsiteX52" fmla="*/ 614993 w 747276"/>
                  <a:gd name="connsiteY52" fmla="*/ 39423 h 42129"/>
                  <a:gd name="connsiteX53" fmla="*/ 641775 w 747276"/>
                  <a:gd name="connsiteY53" fmla="*/ 39314 h 42129"/>
                  <a:gd name="connsiteX54" fmla="*/ 707775 w 747276"/>
                  <a:gd name="connsiteY54" fmla="*/ 40209 h 42129"/>
                  <a:gd name="connsiteX55" fmla="*/ 735653 w 747276"/>
                  <a:gd name="connsiteY55" fmla="*/ 41017 h 42129"/>
                  <a:gd name="connsiteX56" fmla="*/ 747277 w 747276"/>
                  <a:gd name="connsiteY56" fmla="*/ 42130 h 42129"/>
                  <a:gd name="connsiteX57" fmla="*/ 747277 w 747276"/>
                  <a:gd name="connsiteY57" fmla="*/ 39249 h 42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747276" h="42129">
                    <a:moveTo>
                      <a:pt x="747277" y="39314"/>
                    </a:moveTo>
                    <a:lnTo>
                      <a:pt x="736263" y="38289"/>
                    </a:lnTo>
                    <a:lnTo>
                      <a:pt x="707978" y="37437"/>
                    </a:lnTo>
                    <a:lnTo>
                      <a:pt x="641816" y="36521"/>
                    </a:lnTo>
                    <a:lnTo>
                      <a:pt x="613855" y="36630"/>
                    </a:lnTo>
                    <a:cubicBezTo>
                      <a:pt x="613246" y="36630"/>
                      <a:pt x="612556" y="36782"/>
                      <a:pt x="612067" y="37044"/>
                    </a:cubicBezTo>
                    <a:lnTo>
                      <a:pt x="609995" y="38267"/>
                    </a:lnTo>
                    <a:lnTo>
                      <a:pt x="602070" y="37786"/>
                    </a:lnTo>
                    <a:lnTo>
                      <a:pt x="548872" y="36935"/>
                    </a:lnTo>
                    <a:lnTo>
                      <a:pt x="475639" y="37634"/>
                    </a:lnTo>
                    <a:lnTo>
                      <a:pt x="449751" y="32352"/>
                    </a:lnTo>
                    <a:lnTo>
                      <a:pt x="444712" y="30322"/>
                    </a:lnTo>
                    <a:lnTo>
                      <a:pt x="439551" y="28554"/>
                    </a:lnTo>
                    <a:cubicBezTo>
                      <a:pt x="439266" y="28445"/>
                      <a:pt x="438941" y="28336"/>
                      <a:pt x="438657" y="28336"/>
                    </a:cubicBezTo>
                    <a:lnTo>
                      <a:pt x="413257" y="26197"/>
                    </a:lnTo>
                    <a:lnTo>
                      <a:pt x="392530" y="26459"/>
                    </a:lnTo>
                    <a:lnTo>
                      <a:pt x="319093" y="24538"/>
                    </a:lnTo>
                    <a:lnTo>
                      <a:pt x="290808" y="21242"/>
                    </a:lnTo>
                    <a:lnTo>
                      <a:pt x="264229" y="16658"/>
                    </a:lnTo>
                    <a:lnTo>
                      <a:pt x="238342" y="12511"/>
                    </a:lnTo>
                    <a:cubicBezTo>
                      <a:pt x="238342" y="12511"/>
                      <a:pt x="237854" y="12468"/>
                      <a:pt x="237651" y="12468"/>
                    </a:cubicBezTo>
                    <a:lnTo>
                      <a:pt x="213429" y="12249"/>
                    </a:lnTo>
                    <a:lnTo>
                      <a:pt x="190021" y="13472"/>
                    </a:lnTo>
                    <a:lnTo>
                      <a:pt x="166328" y="13996"/>
                    </a:lnTo>
                    <a:lnTo>
                      <a:pt x="141700" y="11595"/>
                    </a:lnTo>
                    <a:lnTo>
                      <a:pt x="116991" y="8452"/>
                    </a:lnTo>
                    <a:lnTo>
                      <a:pt x="44773" y="4086"/>
                    </a:lnTo>
                    <a:lnTo>
                      <a:pt x="2996" y="27"/>
                    </a:lnTo>
                    <a:cubicBezTo>
                      <a:pt x="1533" y="-126"/>
                      <a:pt x="232" y="398"/>
                      <a:pt x="29" y="1140"/>
                    </a:cubicBezTo>
                    <a:cubicBezTo>
                      <a:pt x="-174" y="1882"/>
                      <a:pt x="720" y="2646"/>
                      <a:pt x="2101" y="2799"/>
                    </a:cubicBezTo>
                    <a:lnTo>
                      <a:pt x="44083" y="6836"/>
                    </a:lnTo>
                    <a:lnTo>
                      <a:pt x="116097" y="11202"/>
                    </a:lnTo>
                    <a:lnTo>
                      <a:pt x="140725" y="14345"/>
                    </a:lnTo>
                    <a:lnTo>
                      <a:pt x="165921" y="16746"/>
                    </a:lnTo>
                    <a:lnTo>
                      <a:pt x="190427" y="16266"/>
                    </a:lnTo>
                    <a:lnTo>
                      <a:pt x="213633" y="15043"/>
                    </a:lnTo>
                    <a:lnTo>
                      <a:pt x="237245" y="15196"/>
                    </a:lnTo>
                    <a:lnTo>
                      <a:pt x="262726" y="19299"/>
                    </a:lnTo>
                    <a:lnTo>
                      <a:pt x="289508" y="23927"/>
                    </a:lnTo>
                    <a:lnTo>
                      <a:pt x="318362" y="27288"/>
                    </a:lnTo>
                    <a:lnTo>
                      <a:pt x="392367" y="29274"/>
                    </a:lnTo>
                    <a:lnTo>
                      <a:pt x="412931" y="29012"/>
                    </a:lnTo>
                    <a:lnTo>
                      <a:pt x="437315" y="31042"/>
                    </a:lnTo>
                    <a:lnTo>
                      <a:pt x="441786" y="32592"/>
                    </a:lnTo>
                    <a:lnTo>
                      <a:pt x="447029" y="34731"/>
                    </a:lnTo>
                    <a:cubicBezTo>
                      <a:pt x="447029" y="34731"/>
                      <a:pt x="447435" y="34884"/>
                      <a:pt x="447638" y="34949"/>
                    </a:cubicBezTo>
                    <a:lnTo>
                      <a:pt x="474339" y="40340"/>
                    </a:lnTo>
                    <a:cubicBezTo>
                      <a:pt x="474623" y="40406"/>
                      <a:pt x="475029" y="40449"/>
                      <a:pt x="475233" y="40449"/>
                    </a:cubicBezTo>
                    <a:lnTo>
                      <a:pt x="548831" y="39751"/>
                    </a:lnTo>
                    <a:lnTo>
                      <a:pt x="601704" y="40602"/>
                    </a:lnTo>
                    <a:lnTo>
                      <a:pt x="610726" y="41126"/>
                    </a:lnTo>
                    <a:cubicBezTo>
                      <a:pt x="611499" y="41126"/>
                      <a:pt x="612230" y="40951"/>
                      <a:pt x="612717" y="40711"/>
                    </a:cubicBezTo>
                    <a:lnTo>
                      <a:pt x="614993" y="39423"/>
                    </a:lnTo>
                    <a:lnTo>
                      <a:pt x="641775" y="39314"/>
                    </a:lnTo>
                    <a:lnTo>
                      <a:pt x="707775" y="40209"/>
                    </a:lnTo>
                    <a:lnTo>
                      <a:pt x="735653" y="41017"/>
                    </a:lnTo>
                    <a:lnTo>
                      <a:pt x="747277" y="42130"/>
                    </a:lnTo>
                    <a:lnTo>
                      <a:pt x="747277" y="3924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8" name="Freeform: Shape 367">
                <a:extLst>
                  <a:ext uri="{FF2B5EF4-FFF2-40B4-BE49-F238E27FC236}">
                    <a16:creationId xmlns:a16="http://schemas.microsoft.com/office/drawing/2014/main" id="{5372E500-C528-476F-85D0-12999E8C3271}"/>
                  </a:ext>
                </a:extLst>
              </p:cNvPr>
              <p:cNvSpPr/>
              <p:nvPr/>
            </p:nvSpPr>
            <p:spPr>
              <a:xfrm>
                <a:off x="4449289" y="6001534"/>
                <a:ext cx="140511" cy="127651"/>
              </a:xfrm>
              <a:custGeom>
                <a:avLst/>
                <a:gdLst>
                  <a:gd name="connsiteX0" fmla="*/ 2538 w 140511"/>
                  <a:gd name="connsiteY0" fmla="*/ 127630 h 127651"/>
                  <a:gd name="connsiteX1" fmla="*/ 1685 w 140511"/>
                  <a:gd name="connsiteY1" fmla="*/ 127520 h 127651"/>
                  <a:gd name="connsiteX2" fmla="*/ 140 w 140511"/>
                  <a:gd name="connsiteY2" fmla="*/ 125709 h 127651"/>
                  <a:gd name="connsiteX3" fmla="*/ 14324 w 140511"/>
                  <a:gd name="connsiteY3" fmla="*/ 104493 h 127651"/>
                  <a:gd name="connsiteX4" fmla="*/ 28060 w 140511"/>
                  <a:gd name="connsiteY4" fmla="*/ 86050 h 127651"/>
                  <a:gd name="connsiteX5" fmla="*/ 28426 w 140511"/>
                  <a:gd name="connsiteY5" fmla="*/ 85679 h 127651"/>
                  <a:gd name="connsiteX6" fmla="*/ 41431 w 140511"/>
                  <a:gd name="connsiteY6" fmla="*/ 76621 h 127651"/>
                  <a:gd name="connsiteX7" fmla="*/ 42731 w 140511"/>
                  <a:gd name="connsiteY7" fmla="*/ 76141 h 127651"/>
                  <a:gd name="connsiteX8" fmla="*/ 54923 w 140511"/>
                  <a:gd name="connsiteY8" fmla="*/ 74286 h 127651"/>
                  <a:gd name="connsiteX9" fmla="*/ 65571 w 140511"/>
                  <a:gd name="connsiteY9" fmla="*/ 70815 h 127651"/>
                  <a:gd name="connsiteX10" fmla="*/ 76422 w 140511"/>
                  <a:gd name="connsiteY10" fmla="*/ 64966 h 127651"/>
                  <a:gd name="connsiteX11" fmla="*/ 87029 w 140511"/>
                  <a:gd name="connsiteY11" fmla="*/ 55471 h 127651"/>
                  <a:gd name="connsiteX12" fmla="*/ 97351 w 140511"/>
                  <a:gd name="connsiteY12" fmla="*/ 40389 h 127651"/>
                  <a:gd name="connsiteX13" fmla="*/ 108893 w 140511"/>
                  <a:gd name="connsiteY13" fmla="*/ 28232 h 127651"/>
                  <a:gd name="connsiteX14" fmla="*/ 121573 w 140511"/>
                  <a:gd name="connsiteY14" fmla="*/ 13106 h 127651"/>
                  <a:gd name="connsiteX15" fmla="*/ 135797 w 140511"/>
                  <a:gd name="connsiteY15" fmla="*/ 643 h 127651"/>
                  <a:gd name="connsiteX16" fmla="*/ 139332 w 140511"/>
                  <a:gd name="connsiteY16" fmla="*/ 228 h 127651"/>
                  <a:gd name="connsiteX17" fmla="*/ 140105 w 140511"/>
                  <a:gd name="connsiteY17" fmla="*/ 2192 h 127651"/>
                  <a:gd name="connsiteX18" fmla="*/ 125962 w 140511"/>
                  <a:gd name="connsiteY18" fmla="*/ 14459 h 127651"/>
                  <a:gd name="connsiteX19" fmla="*/ 113404 w 140511"/>
                  <a:gd name="connsiteY19" fmla="*/ 29476 h 127651"/>
                  <a:gd name="connsiteX20" fmla="*/ 101903 w 140511"/>
                  <a:gd name="connsiteY20" fmla="*/ 41568 h 127651"/>
                  <a:gd name="connsiteX21" fmla="*/ 91499 w 140511"/>
                  <a:gd name="connsiteY21" fmla="*/ 56693 h 127651"/>
                  <a:gd name="connsiteX22" fmla="*/ 80364 w 140511"/>
                  <a:gd name="connsiteY22" fmla="*/ 66712 h 127651"/>
                  <a:gd name="connsiteX23" fmla="*/ 68863 w 140511"/>
                  <a:gd name="connsiteY23" fmla="*/ 72954 h 127651"/>
                  <a:gd name="connsiteX24" fmla="*/ 68375 w 140511"/>
                  <a:gd name="connsiteY24" fmla="*/ 73172 h 127651"/>
                  <a:gd name="connsiteX25" fmla="*/ 56833 w 140511"/>
                  <a:gd name="connsiteY25" fmla="*/ 76839 h 127651"/>
                  <a:gd name="connsiteX26" fmla="*/ 44885 w 140511"/>
                  <a:gd name="connsiteY26" fmla="*/ 78760 h 127651"/>
                  <a:gd name="connsiteX27" fmla="*/ 32652 w 140511"/>
                  <a:gd name="connsiteY27" fmla="*/ 87294 h 127651"/>
                  <a:gd name="connsiteX28" fmla="*/ 19079 w 140511"/>
                  <a:gd name="connsiteY28" fmla="*/ 105519 h 127651"/>
                  <a:gd name="connsiteX29" fmla="*/ 4936 w 140511"/>
                  <a:gd name="connsiteY29" fmla="*/ 126735 h 127651"/>
                  <a:gd name="connsiteX30" fmla="*/ 2578 w 140511"/>
                  <a:gd name="connsiteY30" fmla="*/ 127651 h 127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0511" h="127651">
                    <a:moveTo>
                      <a:pt x="2538" y="127630"/>
                    </a:moveTo>
                    <a:cubicBezTo>
                      <a:pt x="2254" y="127630"/>
                      <a:pt x="1929" y="127564"/>
                      <a:pt x="1685" y="127520"/>
                    </a:cubicBezTo>
                    <a:cubicBezTo>
                      <a:pt x="344" y="127259"/>
                      <a:pt x="-307" y="126451"/>
                      <a:pt x="140" y="125709"/>
                    </a:cubicBezTo>
                    <a:lnTo>
                      <a:pt x="14324" y="104493"/>
                    </a:lnTo>
                    <a:lnTo>
                      <a:pt x="28060" y="86050"/>
                    </a:lnTo>
                    <a:cubicBezTo>
                      <a:pt x="28141" y="85897"/>
                      <a:pt x="28263" y="85788"/>
                      <a:pt x="28426" y="85679"/>
                    </a:cubicBezTo>
                    <a:lnTo>
                      <a:pt x="41431" y="76621"/>
                    </a:lnTo>
                    <a:cubicBezTo>
                      <a:pt x="41756" y="76403"/>
                      <a:pt x="42243" y="76250"/>
                      <a:pt x="42731" y="76141"/>
                    </a:cubicBezTo>
                    <a:lnTo>
                      <a:pt x="54923" y="74286"/>
                    </a:lnTo>
                    <a:lnTo>
                      <a:pt x="65571" y="70815"/>
                    </a:lnTo>
                    <a:lnTo>
                      <a:pt x="76422" y="64966"/>
                    </a:lnTo>
                    <a:lnTo>
                      <a:pt x="87029" y="55471"/>
                    </a:lnTo>
                    <a:lnTo>
                      <a:pt x="97351" y="40389"/>
                    </a:lnTo>
                    <a:lnTo>
                      <a:pt x="108893" y="28232"/>
                    </a:lnTo>
                    <a:lnTo>
                      <a:pt x="121573" y="13106"/>
                    </a:lnTo>
                    <a:lnTo>
                      <a:pt x="135797" y="643"/>
                    </a:lnTo>
                    <a:cubicBezTo>
                      <a:pt x="136528" y="10"/>
                      <a:pt x="138113" y="-208"/>
                      <a:pt x="139332" y="228"/>
                    </a:cubicBezTo>
                    <a:cubicBezTo>
                      <a:pt x="140511" y="643"/>
                      <a:pt x="140877" y="1494"/>
                      <a:pt x="140105" y="2192"/>
                    </a:cubicBezTo>
                    <a:lnTo>
                      <a:pt x="125962" y="14459"/>
                    </a:lnTo>
                    <a:lnTo>
                      <a:pt x="113404" y="29476"/>
                    </a:lnTo>
                    <a:lnTo>
                      <a:pt x="101903" y="41568"/>
                    </a:lnTo>
                    <a:lnTo>
                      <a:pt x="91499" y="56693"/>
                    </a:lnTo>
                    <a:lnTo>
                      <a:pt x="80364" y="66712"/>
                    </a:lnTo>
                    <a:lnTo>
                      <a:pt x="68863" y="72954"/>
                    </a:lnTo>
                    <a:cubicBezTo>
                      <a:pt x="68863" y="72954"/>
                      <a:pt x="68578" y="73107"/>
                      <a:pt x="68375" y="73172"/>
                    </a:cubicBezTo>
                    <a:lnTo>
                      <a:pt x="56833" y="76839"/>
                    </a:lnTo>
                    <a:lnTo>
                      <a:pt x="44885" y="78760"/>
                    </a:lnTo>
                    <a:lnTo>
                      <a:pt x="32652" y="87294"/>
                    </a:lnTo>
                    <a:lnTo>
                      <a:pt x="19079" y="105519"/>
                    </a:lnTo>
                    <a:lnTo>
                      <a:pt x="4936" y="126735"/>
                    </a:lnTo>
                    <a:cubicBezTo>
                      <a:pt x="4610" y="127259"/>
                      <a:pt x="3594" y="127651"/>
                      <a:pt x="2578" y="12765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69" name="Freeform: Shape 368">
                <a:extLst>
                  <a:ext uri="{FF2B5EF4-FFF2-40B4-BE49-F238E27FC236}">
                    <a16:creationId xmlns:a16="http://schemas.microsoft.com/office/drawing/2014/main" id="{28DB3BAD-59AE-443F-A9B1-3D0985D4BC13}"/>
                  </a:ext>
                </a:extLst>
              </p:cNvPr>
              <p:cNvSpPr/>
              <p:nvPr/>
            </p:nvSpPr>
            <p:spPr>
              <a:xfrm>
                <a:off x="-40" y="6464594"/>
                <a:ext cx="3851922" cy="122032"/>
              </a:xfrm>
              <a:custGeom>
                <a:avLst/>
                <a:gdLst>
                  <a:gd name="connsiteX0" fmla="*/ 3850803 w 3851922"/>
                  <a:gd name="connsiteY0" fmla="*/ 14340 h 122032"/>
                  <a:gd name="connsiteX1" fmla="*/ 3848527 w 3851922"/>
                  <a:gd name="connsiteY1" fmla="*/ 14165 h 122032"/>
                  <a:gd name="connsiteX2" fmla="*/ 3817112 w 3851922"/>
                  <a:gd name="connsiteY2" fmla="*/ 14122 h 122032"/>
                  <a:gd name="connsiteX3" fmla="*/ 3663087 w 3851922"/>
                  <a:gd name="connsiteY3" fmla="*/ 10062 h 122032"/>
                  <a:gd name="connsiteX4" fmla="*/ 3509305 w 3851922"/>
                  <a:gd name="connsiteY4" fmla="*/ 7661 h 122032"/>
                  <a:gd name="connsiteX5" fmla="*/ 3355482 w 3851922"/>
                  <a:gd name="connsiteY5" fmla="*/ 2445 h 122032"/>
                  <a:gd name="connsiteX6" fmla="*/ 3201741 w 3851922"/>
                  <a:gd name="connsiteY6" fmla="*/ 0 h 122032"/>
                  <a:gd name="connsiteX7" fmla="*/ 3200156 w 3851922"/>
                  <a:gd name="connsiteY7" fmla="*/ 262 h 122032"/>
                  <a:gd name="connsiteX8" fmla="*/ 3169798 w 3851922"/>
                  <a:gd name="connsiteY8" fmla="*/ 12572 h 122032"/>
                  <a:gd name="connsiteX9" fmla="*/ 3015366 w 3851922"/>
                  <a:gd name="connsiteY9" fmla="*/ 16414 h 122032"/>
                  <a:gd name="connsiteX10" fmla="*/ 2860325 w 3851922"/>
                  <a:gd name="connsiteY10" fmla="*/ 17854 h 122032"/>
                  <a:gd name="connsiteX11" fmla="*/ 2705446 w 3851922"/>
                  <a:gd name="connsiteY11" fmla="*/ 15562 h 122032"/>
                  <a:gd name="connsiteX12" fmla="*/ 2550526 w 3851922"/>
                  <a:gd name="connsiteY12" fmla="*/ 11197 h 122032"/>
                  <a:gd name="connsiteX13" fmla="*/ 2395525 w 3851922"/>
                  <a:gd name="connsiteY13" fmla="*/ 8796 h 122032"/>
                  <a:gd name="connsiteX14" fmla="*/ 2240687 w 3851922"/>
                  <a:gd name="connsiteY14" fmla="*/ 12201 h 122032"/>
                  <a:gd name="connsiteX15" fmla="*/ 2085889 w 3851922"/>
                  <a:gd name="connsiteY15" fmla="*/ 16086 h 122032"/>
                  <a:gd name="connsiteX16" fmla="*/ 1931213 w 3851922"/>
                  <a:gd name="connsiteY16" fmla="*/ 21106 h 122032"/>
                  <a:gd name="connsiteX17" fmla="*/ 1930156 w 3851922"/>
                  <a:gd name="connsiteY17" fmla="*/ 21259 h 122032"/>
                  <a:gd name="connsiteX18" fmla="*/ 1886550 w 3851922"/>
                  <a:gd name="connsiteY18" fmla="*/ 34049 h 122032"/>
                  <a:gd name="connsiteX19" fmla="*/ 1730898 w 3851922"/>
                  <a:gd name="connsiteY19" fmla="*/ 40816 h 122032"/>
                  <a:gd name="connsiteX20" fmla="*/ 1574881 w 3851922"/>
                  <a:gd name="connsiteY20" fmla="*/ 45399 h 122032"/>
                  <a:gd name="connsiteX21" fmla="*/ 1418905 w 3851922"/>
                  <a:gd name="connsiteY21" fmla="*/ 48695 h 122032"/>
                  <a:gd name="connsiteX22" fmla="*/ 1417848 w 3851922"/>
                  <a:gd name="connsiteY22" fmla="*/ 48848 h 122032"/>
                  <a:gd name="connsiteX23" fmla="*/ 1368633 w 3851922"/>
                  <a:gd name="connsiteY23" fmla="*/ 62708 h 122032"/>
                  <a:gd name="connsiteX24" fmla="*/ 1211885 w 3851922"/>
                  <a:gd name="connsiteY24" fmla="*/ 63821 h 122032"/>
                  <a:gd name="connsiteX25" fmla="*/ 1210991 w 3851922"/>
                  <a:gd name="connsiteY25" fmla="*/ 63930 h 122032"/>
                  <a:gd name="connsiteX26" fmla="*/ 1158606 w 3851922"/>
                  <a:gd name="connsiteY26" fmla="*/ 74909 h 122032"/>
                  <a:gd name="connsiteX27" fmla="*/ 1105286 w 3851922"/>
                  <a:gd name="connsiteY27" fmla="*/ 87634 h 122032"/>
                  <a:gd name="connsiteX28" fmla="*/ 1050869 w 3851922"/>
                  <a:gd name="connsiteY28" fmla="*/ 99944 h 122032"/>
                  <a:gd name="connsiteX29" fmla="*/ 995599 w 3851922"/>
                  <a:gd name="connsiteY29" fmla="*/ 111184 h 122032"/>
                  <a:gd name="connsiteX30" fmla="*/ 832023 w 3851922"/>
                  <a:gd name="connsiteY30" fmla="*/ 114175 h 122032"/>
                  <a:gd name="connsiteX31" fmla="*/ 668203 w 3851922"/>
                  <a:gd name="connsiteY31" fmla="*/ 117689 h 122032"/>
                  <a:gd name="connsiteX32" fmla="*/ 504505 w 3851922"/>
                  <a:gd name="connsiteY32" fmla="*/ 119129 h 122032"/>
                  <a:gd name="connsiteX33" fmla="*/ 340970 w 3851922"/>
                  <a:gd name="connsiteY33" fmla="*/ 119238 h 122032"/>
                  <a:gd name="connsiteX34" fmla="*/ 177597 w 3851922"/>
                  <a:gd name="connsiteY34" fmla="*/ 117842 h 122032"/>
                  <a:gd name="connsiteX35" fmla="*/ 14224 w 3851922"/>
                  <a:gd name="connsiteY35" fmla="*/ 114327 h 122032"/>
                  <a:gd name="connsiteX36" fmla="*/ 0 w 3851922"/>
                  <a:gd name="connsiteY36" fmla="*/ 114284 h 122032"/>
                  <a:gd name="connsiteX37" fmla="*/ 0 w 3851922"/>
                  <a:gd name="connsiteY37" fmla="*/ 117099 h 122032"/>
                  <a:gd name="connsiteX38" fmla="*/ 14102 w 3851922"/>
                  <a:gd name="connsiteY38" fmla="*/ 117143 h 122032"/>
                  <a:gd name="connsiteX39" fmla="*/ 177475 w 3851922"/>
                  <a:gd name="connsiteY39" fmla="*/ 120657 h 122032"/>
                  <a:gd name="connsiteX40" fmla="*/ 341010 w 3851922"/>
                  <a:gd name="connsiteY40" fmla="*/ 122032 h 122032"/>
                  <a:gd name="connsiteX41" fmla="*/ 504627 w 3851922"/>
                  <a:gd name="connsiteY41" fmla="*/ 121858 h 122032"/>
                  <a:gd name="connsiteX42" fmla="*/ 668447 w 3851922"/>
                  <a:gd name="connsiteY42" fmla="*/ 120482 h 122032"/>
                  <a:gd name="connsiteX43" fmla="*/ 832307 w 3851922"/>
                  <a:gd name="connsiteY43" fmla="*/ 116968 h 122032"/>
                  <a:gd name="connsiteX44" fmla="*/ 996249 w 3851922"/>
                  <a:gd name="connsiteY44" fmla="*/ 113978 h 122032"/>
                  <a:gd name="connsiteX45" fmla="*/ 997062 w 3851922"/>
                  <a:gd name="connsiteY45" fmla="*/ 113869 h 122032"/>
                  <a:gd name="connsiteX46" fmla="*/ 1052779 w 3851922"/>
                  <a:gd name="connsiteY46" fmla="*/ 102519 h 122032"/>
                  <a:gd name="connsiteX47" fmla="*/ 1107359 w 3851922"/>
                  <a:gd name="connsiteY47" fmla="*/ 90209 h 122032"/>
                  <a:gd name="connsiteX48" fmla="*/ 1160638 w 3851922"/>
                  <a:gd name="connsiteY48" fmla="*/ 77484 h 122032"/>
                  <a:gd name="connsiteX49" fmla="*/ 1212494 w 3851922"/>
                  <a:gd name="connsiteY49" fmla="*/ 66615 h 122032"/>
                  <a:gd name="connsiteX50" fmla="*/ 1369446 w 3851922"/>
                  <a:gd name="connsiteY50" fmla="*/ 65501 h 122032"/>
                  <a:gd name="connsiteX51" fmla="*/ 1370543 w 3851922"/>
                  <a:gd name="connsiteY51" fmla="*/ 65349 h 122032"/>
                  <a:gd name="connsiteX52" fmla="*/ 1419799 w 3851922"/>
                  <a:gd name="connsiteY52" fmla="*/ 51489 h 122032"/>
                  <a:gd name="connsiteX53" fmla="*/ 1575206 w 3851922"/>
                  <a:gd name="connsiteY53" fmla="*/ 48193 h 122032"/>
                  <a:gd name="connsiteX54" fmla="*/ 1731345 w 3851922"/>
                  <a:gd name="connsiteY54" fmla="*/ 43566 h 122032"/>
                  <a:gd name="connsiteX55" fmla="*/ 1887566 w 3851922"/>
                  <a:gd name="connsiteY55" fmla="*/ 36800 h 122032"/>
                  <a:gd name="connsiteX56" fmla="*/ 1888541 w 3851922"/>
                  <a:gd name="connsiteY56" fmla="*/ 36625 h 122032"/>
                  <a:gd name="connsiteX57" fmla="*/ 1932107 w 3851922"/>
                  <a:gd name="connsiteY57" fmla="*/ 23900 h 122032"/>
                  <a:gd name="connsiteX58" fmla="*/ 2086255 w 3851922"/>
                  <a:gd name="connsiteY58" fmla="*/ 18902 h 122032"/>
                  <a:gd name="connsiteX59" fmla="*/ 2240971 w 3851922"/>
                  <a:gd name="connsiteY59" fmla="*/ 15017 h 122032"/>
                  <a:gd name="connsiteX60" fmla="*/ 2395606 w 3851922"/>
                  <a:gd name="connsiteY60" fmla="*/ 11612 h 122032"/>
                  <a:gd name="connsiteX61" fmla="*/ 2550323 w 3851922"/>
                  <a:gd name="connsiteY61" fmla="*/ 14013 h 122032"/>
                  <a:gd name="connsiteX62" fmla="*/ 2705242 w 3851922"/>
                  <a:gd name="connsiteY62" fmla="*/ 18378 h 122032"/>
                  <a:gd name="connsiteX63" fmla="*/ 2860325 w 3851922"/>
                  <a:gd name="connsiteY63" fmla="*/ 20670 h 122032"/>
                  <a:gd name="connsiteX64" fmla="*/ 3015529 w 3851922"/>
                  <a:gd name="connsiteY64" fmla="*/ 19229 h 122032"/>
                  <a:gd name="connsiteX65" fmla="*/ 3170814 w 3851922"/>
                  <a:gd name="connsiteY65" fmla="*/ 15388 h 122032"/>
                  <a:gd name="connsiteX66" fmla="*/ 3172196 w 3851922"/>
                  <a:gd name="connsiteY66" fmla="*/ 15126 h 122032"/>
                  <a:gd name="connsiteX67" fmla="*/ 3202513 w 3851922"/>
                  <a:gd name="connsiteY67" fmla="*/ 2816 h 122032"/>
                  <a:gd name="connsiteX68" fmla="*/ 3355239 w 3851922"/>
                  <a:gd name="connsiteY68" fmla="*/ 5260 h 122032"/>
                  <a:gd name="connsiteX69" fmla="*/ 3509061 w 3851922"/>
                  <a:gd name="connsiteY69" fmla="*/ 10477 h 122032"/>
                  <a:gd name="connsiteX70" fmla="*/ 3662965 w 3851922"/>
                  <a:gd name="connsiteY70" fmla="*/ 12878 h 122032"/>
                  <a:gd name="connsiteX71" fmla="*/ 3816990 w 3851922"/>
                  <a:gd name="connsiteY71" fmla="*/ 16916 h 122032"/>
                  <a:gd name="connsiteX72" fmla="*/ 3849136 w 3851922"/>
                  <a:gd name="connsiteY72" fmla="*/ 16959 h 122032"/>
                  <a:gd name="connsiteX73" fmla="*/ 3849136 w 3851922"/>
                  <a:gd name="connsiteY73" fmla="*/ 16959 h 122032"/>
                  <a:gd name="connsiteX74" fmla="*/ 3851168 w 3851922"/>
                  <a:gd name="connsiteY74" fmla="*/ 16435 h 122032"/>
                  <a:gd name="connsiteX75" fmla="*/ 3851453 w 3851922"/>
                  <a:gd name="connsiteY75" fmla="*/ 16173 h 122032"/>
                  <a:gd name="connsiteX76" fmla="*/ 3850803 w 3851922"/>
                  <a:gd name="connsiteY76" fmla="*/ 14318 h 12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851922" h="122032">
                    <a:moveTo>
                      <a:pt x="3850803" y="14340"/>
                    </a:moveTo>
                    <a:cubicBezTo>
                      <a:pt x="3850152" y="14078"/>
                      <a:pt x="3849299" y="14078"/>
                      <a:pt x="3848527" y="14165"/>
                    </a:cubicBezTo>
                    <a:lnTo>
                      <a:pt x="3817112" y="14122"/>
                    </a:lnTo>
                    <a:lnTo>
                      <a:pt x="3663087" y="10062"/>
                    </a:lnTo>
                    <a:lnTo>
                      <a:pt x="3509305" y="7661"/>
                    </a:lnTo>
                    <a:lnTo>
                      <a:pt x="3355482" y="2445"/>
                    </a:lnTo>
                    <a:lnTo>
                      <a:pt x="3201741" y="0"/>
                    </a:lnTo>
                    <a:cubicBezTo>
                      <a:pt x="3201172" y="0"/>
                      <a:pt x="3200644" y="109"/>
                      <a:pt x="3200156" y="262"/>
                    </a:cubicBezTo>
                    <a:lnTo>
                      <a:pt x="3169798" y="12572"/>
                    </a:lnTo>
                    <a:lnTo>
                      <a:pt x="3015366" y="16414"/>
                    </a:lnTo>
                    <a:lnTo>
                      <a:pt x="2860325" y="17854"/>
                    </a:lnTo>
                    <a:lnTo>
                      <a:pt x="2705446" y="15562"/>
                    </a:lnTo>
                    <a:lnTo>
                      <a:pt x="2550526" y="11197"/>
                    </a:lnTo>
                    <a:lnTo>
                      <a:pt x="2395525" y="8796"/>
                    </a:lnTo>
                    <a:lnTo>
                      <a:pt x="2240687" y="12201"/>
                    </a:lnTo>
                    <a:lnTo>
                      <a:pt x="2085889" y="16086"/>
                    </a:lnTo>
                    <a:lnTo>
                      <a:pt x="1931213" y="21106"/>
                    </a:lnTo>
                    <a:cubicBezTo>
                      <a:pt x="1930847" y="21106"/>
                      <a:pt x="1930522" y="21172"/>
                      <a:pt x="1930156" y="21259"/>
                    </a:cubicBezTo>
                    <a:lnTo>
                      <a:pt x="1886550" y="34049"/>
                    </a:lnTo>
                    <a:lnTo>
                      <a:pt x="1730898" y="40816"/>
                    </a:lnTo>
                    <a:lnTo>
                      <a:pt x="1574881" y="45399"/>
                    </a:lnTo>
                    <a:lnTo>
                      <a:pt x="1418905" y="48695"/>
                    </a:lnTo>
                    <a:cubicBezTo>
                      <a:pt x="1418539" y="48695"/>
                      <a:pt x="1418214" y="48739"/>
                      <a:pt x="1417848" y="48848"/>
                    </a:cubicBezTo>
                    <a:lnTo>
                      <a:pt x="1368633" y="62708"/>
                    </a:lnTo>
                    <a:lnTo>
                      <a:pt x="1211885" y="63821"/>
                    </a:lnTo>
                    <a:cubicBezTo>
                      <a:pt x="1211600" y="63821"/>
                      <a:pt x="1211275" y="63821"/>
                      <a:pt x="1210991" y="63930"/>
                    </a:cubicBezTo>
                    <a:lnTo>
                      <a:pt x="1158606" y="74909"/>
                    </a:lnTo>
                    <a:lnTo>
                      <a:pt x="1105286" y="87634"/>
                    </a:lnTo>
                    <a:lnTo>
                      <a:pt x="1050869" y="99944"/>
                    </a:lnTo>
                    <a:lnTo>
                      <a:pt x="995599" y="111184"/>
                    </a:lnTo>
                    <a:lnTo>
                      <a:pt x="832023" y="114175"/>
                    </a:lnTo>
                    <a:lnTo>
                      <a:pt x="668203" y="117689"/>
                    </a:lnTo>
                    <a:lnTo>
                      <a:pt x="504505" y="119129"/>
                    </a:lnTo>
                    <a:lnTo>
                      <a:pt x="340970" y="119238"/>
                    </a:lnTo>
                    <a:lnTo>
                      <a:pt x="177597" y="117842"/>
                    </a:lnTo>
                    <a:lnTo>
                      <a:pt x="14224" y="114327"/>
                    </a:lnTo>
                    <a:lnTo>
                      <a:pt x="0" y="114284"/>
                    </a:lnTo>
                    <a:lnTo>
                      <a:pt x="0" y="117099"/>
                    </a:lnTo>
                    <a:lnTo>
                      <a:pt x="14102" y="117143"/>
                    </a:lnTo>
                    <a:lnTo>
                      <a:pt x="177475" y="120657"/>
                    </a:lnTo>
                    <a:lnTo>
                      <a:pt x="341010" y="122032"/>
                    </a:lnTo>
                    <a:lnTo>
                      <a:pt x="504627" y="121858"/>
                    </a:lnTo>
                    <a:lnTo>
                      <a:pt x="668447" y="120482"/>
                    </a:lnTo>
                    <a:lnTo>
                      <a:pt x="832307" y="116968"/>
                    </a:lnTo>
                    <a:lnTo>
                      <a:pt x="996249" y="113978"/>
                    </a:lnTo>
                    <a:cubicBezTo>
                      <a:pt x="996493" y="113978"/>
                      <a:pt x="996777" y="113934"/>
                      <a:pt x="997062" y="113869"/>
                    </a:cubicBezTo>
                    <a:lnTo>
                      <a:pt x="1052779" y="102519"/>
                    </a:lnTo>
                    <a:lnTo>
                      <a:pt x="1107359" y="90209"/>
                    </a:lnTo>
                    <a:lnTo>
                      <a:pt x="1160638" y="77484"/>
                    </a:lnTo>
                    <a:lnTo>
                      <a:pt x="1212494" y="66615"/>
                    </a:lnTo>
                    <a:lnTo>
                      <a:pt x="1369446" y="65501"/>
                    </a:lnTo>
                    <a:cubicBezTo>
                      <a:pt x="1369853" y="65501"/>
                      <a:pt x="1370178" y="65458"/>
                      <a:pt x="1370543" y="65349"/>
                    </a:cubicBezTo>
                    <a:lnTo>
                      <a:pt x="1419799" y="51489"/>
                    </a:lnTo>
                    <a:lnTo>
                      <a:pt x="1575206" y="48193"/>
                    </a:lnTo>
                    <a:lnTo>
                      <a:pt x="1731345" y="43566"/>
                    </a:lnTo>
                    <a:lnTo>
                      <a:pt x="1887566" y="36800"/>
                    </a:lnTo>
                    <a:cubicBezTo>
                      <a:pt x="1887931" y="36800"/>
                      <a:pt x="1888216" y="36756"/>
                      <a:pt x="1888541" y="36625"/>
                    </a:cubicBezTo>
                    <a:lnTo>
                      <a:pt x="1932107" y="23900"/>
                    </a:lnTo>
                    <a:lnTo>
                      <a:pt x="2086255" y="18902"/>
                    </a:lnTo>
                    <a:lnTo>
                      <a:pt x="2240971" y="15017"/>
                    </a:lnTo>
                    <a:lnTo>
                      <a:pt x="2395606" y="11612"/>
                    </a:lnTo>
                    <a:lnTo>
                      <a:pt x="2550323" y="14013"/>
                    </a:lnTo>
                    <a:lnTo>
                      <a:pt x="2705242" y="18378"/>
                    </a:lnTo>
                    <a:lnTo>
                      <a:pt x="2860325" y="20670"/>
                    </a:lnTo>
                    <a:lnTo>
                      <a:pt x="3015529" y="19229"/>
                    </a:lnTo>
                    <a:lnTo>
                      <a:pt x="3170814" y="15388"/>
                    </a:lnTo>
                    <a:cubicBezTo>
                      <a:pt x="3171302" y="15388"/>
                      <a:pt x="3171790" y="15279"/>
                      <a:pt x="3172196" y="15126"/>
                    </a:cubicBezTo>
                    <a:lnTo>
                      <a:pt x="3202513" y="2816"/>
                    </a:lnTo>
                    <a:lnTo>
                      <a:pt x="3355239" y="5260"/>
                    </a:lnTo>
                    <a:lnTo>
                      <a:pt x="3509061" y="10477"/>
                    </a:lnTo>
                    <a:lnTo>
                      <a:pt x="3662965" y="12878"/>
                    </a:lnTo>
                    <a:lnTo>
                      <a:pt x="3816990" y="16916"/>
                    </a:lnTo>
                    <a:lnTo>
                      <a:pt x="3849136" y="16959"/>
                    </a:lnTo>
                    <a:lnTo>
                      <a:pt x="3849136" y="16959"/>
                    </a:lnTo>
                    <a:cubicBezTo>
                      <a:pt x="3849909" y="16959"/>
                      <a:pt x="3850681" y="16741"/>
                      <a:pt x="3851168" y="16435"/>
                    </a:cubicBezTo>
                    <a:lnTo>
                      <a:pt x="3851453" y="16173"/>
                    </a:lnTo>
                    <a:cubicBezTo>
                      <a:pt x="3852306" y="15584"/>
                      <a:pt x="3851941" y="14798"/>
                      <a:pt x="3850803" y="1431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0" name="Freeform: Shape 369">
                <a:extLst>
                  <a:ext uri="{FF2B5EF4-FFF2-40B4-BE49-F238E27FC236}">
                    <a16:creationId xmlns:a16="http://schemas.microsoft.com/office/drawing/2014/main" id="{E35C68C5-3071-453C-A718-2256B72BA3EC}"/>
                  </a:ext>
                </a:extLst>
              </p:cNvPr>
              <p:cNvSpPr/>
              <p:nvPr/>
            </p:nvSpPr>
            <p:spPr>
              <a:xfrm>
                <a:off x="40" y="5749447"/>
                <a:ext cx="1623365" cy="95905"/>
              </a:xfrm>
              <a:custGeom>
                <a:avLst/>
                <a:gdLst>
                  <a:gd name="connsiteX0" fmla="*/ 1620926 w 1623365"/>
                  <a:gd name="connsiteY0" fmla="*/ 10542 h 95905"/>
                  <a:gd name="connsiteX1" fmla="*/ 1515791 w 1623365"/>
                  <a:gd name="connsiteY1" fmla="*/ 7290 h 95905"/>
                  <a:gd name="connsiteX2" fmla="*/ 1410533 w 1623365"/>
                  <a:gd name="connsiteY2" fmla="*/ 2074 h 95905"/>
                  <a:gd name="connsiteX3" fmla="*/ 1305357 w 1623365"/>
                  <a:gd name="connsiteY3" fmla="*/ 0 h 95905"/>
                  <a:gd name="connsiteX4" fmla="*/ 1303284 w 1623365"/>
                  <a:gd name="connsiteY4" fmla="*/ 546 h 95905"/>
                  <a:gd name="connsiteX5" fmla="*/ 1268618 w 1623365"/>
                  <a:gd name="connsiteY5" fmla="*/ 23878 h 95905"/>
                  <a:gd name="connsiteX6" fmla="*/ 1233505 w 1623365"/>
                  <a:gd name="connsiteY6" fmla="*/ 46905 h 95905"/>
                  <a:gd name="connsiteX7" fmla="*/ 1198677 w 1623365"/>
                  <a:gd name="connsiteY7" fmla="*/ 68208 h 95905"/>
                  <a:gd name="connsiteX8" fmla="*/ 1092728 w 1623365"/>
                  <a:gd name="connsiteY8" fmla="*/ 64476 h 95905"/>
                  <a:gd name="connsiteX9" fmla="*/ 985642 w 1623365"/>
                  <a:gd name="connsiteY9" fmla="*/ 58408 h 95905"/>
                  <a:gd name="connsiteX10" fmla="*/ 878556 w 1623365"/>
                  <a:gd name="connsiteY10" fmla="*/ 50790 h 95905"/>
                  <a:gd name="connsiteX11" fmla="*/ 876483 w 1623365"/>
                  <a:gd name="connsiteY11" fmla="*/ 51161 h 95905"/>
                  <a:gd name="connsiteX12" fmla="*/ 838972 w 1623365"/>
                  <a:gd name="connsiteY12" fmla="*/ 71154 h 95905"/>
                  <a:gd name="connsiteX13" fmla="*/ 732008 w 1623365"/>
                  <a:gd name="connsiteY13" fmla="*/ 65349 h 95905"/>
                  <a:gd name="connsiteX14" fmla="*/ 624068 w 1623365"/>
                  <a:gd name="connsiteY14" fmla="*/ 65829 h 95905"/>
                  <a:gd name="connsiteX15" fmla="*/ 516169 w 1623365"/>
                  <a:gd name="connsiteY15" fmla="*/ 65196 h 95905"/>
                  <a:gd name="connsiteX16" fmla="*/ 514746 w 1623365"/>
                  <a:gd name="connsiteY16" fmla="*/ 65458 h 95905"/>
                  <a:gd name="connsiteX17" fmla="*/ 474350 w 1623365"/>
                  <a:gd name="connsiteY17" fmla="*/ 80649 h 95905"/>
                  <a:gd name="connsiteX18" fmla="*/ 366654 w 1623365"/>
                  <a:gd name="connsiteY18" fmla="*/ 80125 h 95905"/>
                  <a:gd name="connsiteX19" fmla="*/ 258145 w 1623365"/>
                  <a:gd name="connsiteY19" fmla="*/ 76873 h 95905"/>
                  <a:gd name="connsiteX20" fmla="*/ 256601 w 1623365"/>
                  <a:gd name="connsiteY20" fmla="*/ 77091 h 95905"/>
                  <a:gd name="connsiteX21" fmla="*/ 214132 w 1623365"/>
                  <a:gd name="connsiteY21" fmla="*/ 93090 h 95905"/>
                  <a:gd name="connsiteX22" fmla="*/ 106030 w 1623365"/>
                  <a:gd name="connsiteY22" fmla="*/ 88201 h 95905"/>
                  <a:gd name="connsiteX23" fmla="*/ 0 w 1623365"/>
                  <a:gd name="connsiteY23" fmla="*/ 79885 h 95905"/>
                  <a:gd name="connsiteX24" fmla="*/ 0 w 1623365"/>
                  <a:gd name="connsiteY24" fmla="*/ 82701 h 95905"/>
                  <a:gd name="connsiteX25" fmla="*/ 105420 w 1623365"/>
                  <a:gd name="connsiteY25" fmla="*/ 90951 h 95905"/>
                  <a:gd name="connsiteX26" fmla="*/ 214620 w 1623365"/>
                  <a:gd name="connsiteY26" fmla="*/ 95906 h 95905"/>
                  <a:gd name="connsiteX27" fmla="*/ 216245 w 1623365"/>
                  <a:gd name="connsiteY27" fmla="*/ 95688 h 95905"/>
                  <a:gd name="connsiteX28" fmla="*/ 258714 w 1623365"/>
                  <a:gd name="connsiteY28" fmla="*/ 79689 h 95905"/>
                  <a:gd name="connsiteX29" fmla="*/ 366451 w 1623365"/>
                  <a:gd name="connsiteY29" fmla="*/ 82941 h 95905"/>
                  <a:gd name="connsiteX30" fmla="*/ 475041 w 1623365"/>
                  <a:gd name="connsiteY30" fmla="*/ 83465 h 95905"/>
                  <a:gd name="connsiteX31" fmla="*/ 475082 w 1623365"/>
                  <a:gd name="connsiteY31" fmla="*/ 83465 h 95905"/>
                  <a:gd name="connsiteX32" fmla="*/ 476504 w 1623365"/>
                  <a:gd name="connsiteY32" fmla="*/ 83203 h 95905"/>
                  <a:gd name="connsiteX33" fmla="*/ 516860 w 1623365"/>
                  <a:gd name="connsiteY33" fmla="*/ 68011 h 95905"/>
                  <a:gd name="connsiteX34" fmla="*/ 624027 w 1623365"/>
                  <a:gd name="connsiteY34" fmla="*/ 68644 h 95905"/>
                  <a:gd name="connsiteX35" fmla="*/ 731723 w 1623365"/>
                  <a:gd name="connsiteY35" fmla="*/ 68121 h 95905"/>
                  <a:gd name="connsiteX36" fmla="*/ 839582 w 1623365"/>
                  <a:gd name="connsiteY36" fmla="*/ 74036 h 95905"/>
                  <a:gd name="connsiteX37" fmla="*/ 841614 w 1623365"/>
                  <a:gd name="connsiteY37" fmla="*/ 73665 h 95905"/>
                  <a:gd name="connsiteX38" fmla="*/ 879084 w 1623365"/>
                  <a:gd name="connsiteY38" fmla="*/ 53693 h 95905"/>
                  <a:gd name="connsiteX39" fmla="*/ 985032 w 1623365"/>
                  <a:gd name="connsiteY39" fmla="*/ 61202 h 95905"/>
                  <a:gd name="connsiteX40" fmla="*/ 1092322 w 1623365"/>
                  <a:gd name="connsiteY40" fmla="*/ 67335 h 95905"/>
                  <a:gd name="connsiteX41" fmla="*/ 1199571 w 1623365"/>
                  <a:gd name="connsiteY41" fmla="*/ 71067 h 95905"/>
                  <a:gd name="connsiteX42" fmla="*/ 1201603 w 1623365"/>
                  <a:gd name="connsiteY42" fmla="*/ 70587 h 95905"/>
                  <a:gd name="connsiteX43" fmla="*/ 1237326 w 1623365"/>
                  <a:gd name="connsiteY43" fmla="*/ 48782 h 95905"/>
                  <a:gd name="connsiteX44" fmla="*/ 1272560 w 1623365"/>
                  <a:gd name="connsiteY44" fmla="*/ 25712 h 95905"/>
                  <a:gd name="connsiteX45" fmla="*/ 1306495 w 1623365"/>
                  <a:gd name="connsiteY45" fmla="*/ 2859 h 95905"/>
                  <a:gd name="connsiteX46" fmla="*/ 1410208 w 1623365"/>
                  <a:gd name="connsiteY46" fmla="*/ 4933 h 95905"/>
                  <a:gd name="connsiteX47" fmla="*/ 1515466 w 1623365"/>
                  <a:gd name="connsiteY47" fmla="*/ 10149 h 95905"/>
                  <a:gd name="connsiteX48" fmla="*/ 1620683 w 1623365"/>
                  <a:gd name="connsiteY48" fmla="*/ 13401 h 95905"/>
                  <a:gd name="connsiteX49" fmla="*/ 1623365 w 1623365"/>
                  <a:gd name="connsiteY49" fmla="*/ 12070 h 95905"/>
                  <a:gd name="connsiteX50" fmla="*/ 1620926 w 1623365"/>
                  <a:gd name="connsiteY50" fmla="*/ 10586 h 9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623365" h="95905">
                    <a:moveTo>
                      <a:pt x="1620926" y="10542"/>
                    </a:moveTo>
                    <a:lnTo>
                      <a:pt x="1515791" y="7290"/>
                    </a:lnTo>
                    <a:lnTo>
                      <a:pt x="1410533" y="2074"/>
                    </a:lnTo>
                    <a:lnTo>
                      <a:pt x="1305357" y="0"/>
                    </a:lnTo>
                    <a:cubicBezTo>
                      <a:pt x="1304503" y="0"/>
                      <a:pt x="1303812" y="175"/>
                      <a:pt x="1303284" y="546"/>
                    </a:cubicBezTo>
                    <a:lnTo>
                      <a:pt x="1268618" y="23878"/>
                    </a:lnTo>
                    <a:lnTo>
                      <a:pt x="1233505" y="46905"/>
                    </a:lnTo>
                    <a:lnTo>
                      <a:pt x="1198677" y="68208"/>
                    </a:lnTo>
                    <a:lnTo>
                      <a:pt x="1092728" y="64476"/>
                    </a:lnTo>
                    <a:lnTo>
                      <a:pt x="985642" y="58408"/>
                    </a:lnTo>
                    <a:lnTo>
                      <a:pt x="878556" y="50790"/>
                    </a:lnTo>
                    <a:cubicBezTo>
                      <a:pt x="877743" y="50725"/>
                      <a:pt x="877011" y="50899"/>
                      <a:pt x="876483" y="51161"/>
                    </a:cubicBezTo>
                    <a:lnTo>
                      <a:pt x="838972" y="71154"/>
                    </a:lnTo>
                    <a:lnTo>
                      <a:pt x="732008" y="65349"/>
                    </a:lnTo>
                    <a:lnTo>
                      <a:pt x="624068" y="65829"/>
                    </a:lnTo>
                    <a:lnTo>
                      <a:pt x="516169" y="65196"/>
                    </a:lnTo>
                    <a:cubicBezTo>
                      <a:pt x="515965" y="65196"/>
                      <a:pt x="515193" y="65305"/>
                      <a:pt x="514746" y="65458"/>
                    </a:cubicBezTo>
                    <a:lnTo>
                      <a:pt x="474350" y="80649"/>
                    </a:lnTo>
                    <a:lnTo>
                      <a:pt x="366654" y="80125"/>
                    </a:lnTo>
                    <a:lnTo>
                      <a:pt x="258145" y="76873"/>
                    </a:lnTo>
                    <a:cubicBezTo>
                      <a:pt x="257658" y="76829"/>
                      <a:pt x="257048" y="76939"/>
                      <a:pt x="256601" y="77091"/>
                    </a:cubicBezTo>
                    <a:lnTo>
                      <a:pt x="214132" y="93090"/>
                    </a:lnTo>
                    <a:lnTo>
                      <a:pt x="106030" y="88201"/>
                    </a:lnTo>
                    <a:lnTo>
                      <a:pt x="0" y="79885"/>
                    </a:lnTo>
                    <a:lnTo>
                      <a:pt x="0" y="82701"/>
                    </a:lnTo>
                    <a:lnTo>
                      <a:pt x="105420" y="90951"/>
                    </a:lnTo>
                    <a:lnTo>
                      <a:pt x="214620" y="95906"/>
                    </a:lnTo>
                    <a:cubicBezTo>
                      <a:pt x="215148" y="95906"/>
                      <a:pt x="215758" y="95862"/>
                      <a:pt x="216245" y="95688"/>
                    </a:cubicBezTo>
                    <a:lnTo>
                      <a:pt x="258714" y="79689"/>
                    </a:lnTo>
                    <a:lnTo>
                      <a:pt x="366451" y="82941"/>
                    </a:lnTo>
                    <a:lnTo>
                      <a:pt x="475041" y="83465"/>
                    </a:lnTo>
                    <a:lnTo>
                      <a:pt x="475082" y="83465"/>
                    </a:lnTo>
                    <a:cubicBezTo>
                      <a:pt x="475569" y="83465"/>
                      <a:pt x="476057" y="83356"/>
                      <a:pt x="476504" y="83203"/>
                    </a:cubicBezTo>
                    <a:lnTo>
                      <a:pt x="516860" y="68011"/>
                    </a:lnTo>
                    <a:lnTo>
                      <a:pt x="624027" y="68644"/>
                    </a:lnTo>
                    <a:lnTo>
                      <a:pt x="731723" y="68121"/>
                    </a:lnTo>
                    <a:lnTo>
                      <a:pt x="839582" y="74036"/>
                    </a:lnTo>
                    <a:cubicBezTo>
                      <a:pt x="840313" y="74036"/>
                      <a:pt x="841045" y="73926"/>
                      <a:pt x="841614" y="73665"/>
                    </a:cubicBezTo>
                    <a:lnTo>
                      <a:pt x="879084" y="53693"/>
                    </a:lnTo>
                    <a:lnTo>
                      <a:pt x="985032" y="61202"/>
                    </a:lnTo>
                    <a:lnTo>
                      <a:pt x="1092322" y="67335"/>
                    </a:lnTo>
                    <a:lnTo>
                      <a:pt x="1199571" y="71067"/>
                    </a:lnTo>
                    <a:cubicBezTo>
                      <a:pt x="1200302" y="71067"/>
                      <a:pt x="1201115" y="70914"/>
                      <a:pt x="1201603" y="70587"/>
                    </a:cubicBezTo>
                    <a:lnTo>
                      <a:pt x="1237326" y="48782"/>
                    </a:lnTo>
                    <a:lnTo>
                      <a:pt x="1272560" y="25712"/>
                    </a:lnTo>
                    <a:lnTo>
                      <a:pt x="1306495" y="2859"/>
                    </a:lnTo>
                    <a:lnTo>
                      <a:pt x="1410208" y="4933"/>
                    </a:lnTo>
                    <a:lnTo>
                      <a:pt x="1515466" y="10149"/>
                    </a:lnTo>
                    <a:lnTo>
                      <a:pt x="1620683" y="13401"/>
                    </a:lnTo>
                    <a:cubicBezTo>
                      <a:pt x="1622186" y="13511"/>
                      <a:pt x="1623284" y="12812"/>
                      <a:pt x="1623365" y="12070"/>
                    </a:cubicBezTo>
                    <a:cubicBezTo>
                      <a:pt x="1623406" y="11262"/>
                      <a:pt x="1622390" y="10630"/>
                      <a:pt x="1620926" y="1058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1" name="Freeform: Shape 370">
                <a:extLst>
                  <a:ext uri="{FF2B5EF4-FFF2-40B4-BE49-F238E27FC236}">
                    <a16:creationId xmlns:a16="http://schemas.microsoft.com/office/drawing/2014/main" id="{32AF6CE8-6FC3-4D12-B6C2-2D336B2438F7}"/>
                  </a:ext>
                </a:extLst>
              </p:cNvPr>
              <p:cNvSpPr/>
              <p:nvPr/>
            </p:nvSpPr>
            <p:spPr>
              <a:xfrm>
                <a:off x="5009877" y="5448486"/>
                <a:ext cx="7182489" cy="1448753"/>
              </a:xfrm>
              <a:custGeom>
                <a:avLst/>
                <a:gdLst>
                  <a:gd name="connsiteX0" fmla="*/ 7182123 w 7182489"/>
                  <a:gd name="connsiteY0" fmla="*/ 1446047 h 1448753"/>
                  <a:gd name="connsiteX1" fmla="*/ 6971364 w 7182489"/>
                  <a:gd name="connsiteY1" fmla="*/ 1443755 h 1448753"/>
                  <a:gd name="connsiteX2" fmla="*/ 6773244 w 7182489"/>
                  <a:gd name="connsiteY2" fmla="*/ 1441943 h 1448753"/>
                  <a:gd name="connsiteX3" fmla="*/ 6575083 w 7182489"/>
                  <a:gd name="connsiteY3" fmla="*/ 1439804 h 1448753"/>
                  <a:gd name="connsiteX4" fmla="*/ 6377248 w 7182489"/>
                  <a:gd name="connsiteY4" fmla="*/ 1440546 h 1448753"/>
                  <a:gd name="connsiteX5" fmla="*/ 6179494 w 7182489"/>
                  <a:gd name="connsiteY5" fmla="*/ 1440918 h 1448753"/>
                  <a:gd name="connsiteX6" fmla="*/ 5784595 w 7182489"/>
                  <a:gd name="connsiteY6" fmla="*/ 1442249 h 1448753"/>
                  <a:gd name="connsiteX7" fmla="*/ 5587247 w 7182489"/>
                  <a:gd name="connsiteY7" fmla="*/ 1442467 h 1448753"/>
                  <a:gd name="connsiteX8" fmla="*/ 5390021 w 7182489"/>
                  <a:gd name="connsiteY8" fmla="*/ 1442904 h 1448753"/>
                  <a:gd name="connsiteX9" fmla="*/ 5193161 w 7182489"/>
                  <a:gd name="connsiteY9" fmla="*/ 1442685 h 1448753"/>
                  <a:gd name="connsiteX10" fmla="*/ 4799359 w 7182489"/>
                  <a:gd name="connsiteY10" fmla="*/ 1441027 h 1448753"/>
                  <a:gd name="connsiteX11" fmla="*/ 4602784 w 7182489"/>
                  <a:gd name="connsiteY11" fmla="*/ 1441136 h 1448753"/>
                  <a:gd name="connsiteX12" fmla="*/ 4406248 w 7182489"/>
                  <a:gd name="connsiteY12" fmla="*/ 1441092 h 1448753"/>
                  <a:gd name="connsiteX13" fmla="*/ 4209998 w 7182489"/>
                  <a:gd name="connsiteY13" fmla="*/ 1440459 h 1448753"/>
                  <a:gd name="connsiteX14" fmla="*/ 4013747 w 7182489"/>
                  <a:gd name="connsiteY14" fmla="*/ 1438975 h 1448753"/>
                  <a:gd name="connsiteX15" fmla="*/ 3819082 w 7182489"/>
                  <a:gd name="connsiteY15" fmla="*/ 1436618 h 1448753"/>
                  <a:gd name="connsiteX16" fmla="*/ 3788439 w 7182489"/>
                  <a:gd name="connsiteY16" fmla="*/ 1409335 h 1448753"/>
                  <a:gd name="connsiteX17" fmla="*/ 3758000 w 7182489"/>
                  <a:gd name="connsiteY17" fmla="*/ 1380349 h 1448753"/>
                  <a:gd name="connsiteX18" fmla="*/ 3727926 w 7182489"/>
                  <a:gd name="connsiteY18" fmla="*/ 1348744 h 1448753"/>
                  <a:gd name="connsiteX19" fmla="*/ 3698666 w 7182489"/>
                  <a:gd name="connsiteY19" fmla="*/ 1324495 h 1448753"/>
                  <a:gd name="connsiteX20" fmla="*/ 3670380 w 7182489"/>
                  <a:gd name="connsiteY20" fmla="*/ 1305833 h 1448753"/>
                  <a:gd name="connsiteX21" fmla="*/ 3642705 w 7182489"/>
                  <a:gd name="connsiteY21" fmla="*/ 1286233 h 1448753"/>
                  <a:gd name="connsiteX22" fmla="*/ 3615719 w 7182489"/>
                  <a:gd name="connsiteY22" fmla="*/ 1267571 h 1448753"/>
                  <a:gd name="connsiteX23" fmla="*/ 3589222 w 7182489"/>
                  <a:gd name="connsiteY23" fmla="*/ 1247207 h 1448753"/>
                  <a:gd name="connsiteX24" fmla="*/ 3563334 w 7182489"/>
                  <a:gd name="connsiteY24" fmla="*/ 1229724 h 1448753"/>
                  <a:gd name="connsiteX25" fmla="*/ 3561343 w 7182489"/>
                  <a:gd name="connsiteY25" fmla="*/ 1229200 h 1448753"/>
                  <a:gd name="connsiteX26" fmla="*/ 3561343 w 7182489"/>
                  <a:gd name="connsiteY26" fmla="*/ 1229200 h 1448753"/>
                  <a:gd name="connsiteX27" fmla="*/ 3386306 w 7182489"/>
                  <a:gd name="connsiteY27" fmla="*/ 1230750 h 1448753"/>
                  <a:gd name="connsiteX28" fmla="*/ 3363710 w 7182489"/>
                  <a:gd name="connsiteY28" fmla="*/ 1220841 h 1448753"/>
                  <a:gd name="connsiteX29" fmla="*/ 3341196 w 7182489"/>
                  <a:gd name="connsiteY29" fmla="*/ 1211892 h 1448753"/>
                  <a:gd name="connsiteX30" fmla="*/ 3318560 w 7182489"/>
                  <a:gd name="connsiteY30" fmla="*/ 1201022 h 1448753"/>
                  <a:gd name="connsiteX31" fmla="*/ 3296451 w 7182489"/>
                  <a:gd name="connsiteY31" fmla="*/ 1194212 h 1448753"/>
                  <a:gd name="connsiteX32" fmla="*/ 3275603 w 7182489"/>
                  <a:gd name="connsiteY32" fmla="*/ 1190109 h 1448753"/>
                  <a:gd name="connsiteX33" fmla="*/ 3234841 w 7182489"/>
                  <a:gd name="connsiteY33" fmla="*/ 1177690 h 1448753"/>
                  <a:gd name="connsiteX34" fmla="*/ 3215090 w 7182489"/>
                  <a:gd name="connsiteY34" fmla="*/ 1169483 h 1448753"/>
                  <a:gd name="connsiteX35" fmla="*/ 2988197 w 7182489"/>
                  <a:gd name="connsiteY35" fmla="*/ 1003535 h 1448753"/>
                  <a:gd name="connsiteX36" fmla="*/ 2972510 w 7182489"/>
                  <a:gd name="connsiteY36" fmla="*/ 989305 h 1448753"/>
                  <a:gd name="connsiteX37" fmla="*/ 2957717 w 7182489"/>
                  <a:gd name="connsiteY37" fmla="*/ 981251 h 1448753"/>
                  <a:gd name="connsiteX38" fmla="*/ 2796701 w 7182489"/>
                  <a:gd name="connsiteY38" fmla="*/ 863540 h 1448753"/>
                  <a:gd name="connsiteX39" fmla="*/ 2784712 w 7182489"/>
                  <a:gd name="connsiteY39" fmla="*/ 852496 h 1448753"/>
                  <a:gd name="connsiteX40" fmla="*/ 2772886 w 7182489"/>
                  <a:gd name="connsiteY40" fmla="*/ 838745 h 1448753"/>
                  <a:gd name="connsiteX41" fmla="*/ 2761263 w 7182489"/>
                  <a:gd name="connsiteY41" fmla="*/ 822179 h 1448753"/>
                  <a:gd name="connsiteX42" fmla="*/ 2749640 w 7182489"/>
                  <a:gd name="connsiteY42" fmla="*/ 799894 h 1448753"/>
                  <a:gd name="connsiteX43" fmla="*/ 2738017 w 7182489"/>
                  <a:gd name="connsiteY43" fmla="*/ 772829 h 1448753"/>
                  <a:gd name="connsiteX44" fmla="*/ 2726800 w 7182489"/>
                  <a:gd name="connsiteY44" fmla="*/ 758271 h 1448753"/>
                  <a:gd name="connsiteX45" fmla="*/ 2725012 w 7182489"/>
                  <a:gd name="connsiteY45" fmla="*/ 757419 h 1448753"/>
                  <a:gd name="connsiteX46" fmla="*/ 2637108 w 7182489"/>
                  <a:gd name="connsiteY46" fmla="*/ 746877 h 1448753"/>
                  <a:gd name="connsiteX47" fmla="*/ 2605775 w 7182489"/>
                  <a:gd name="connsiteY47" fmla="*/ 724003 h 1448753"/>
                  <a:gd name="connsiteX48" fmla="*/ 2603783 w 7182489"/>
                  <a:gd name="connsiteY48" fmla="*/ 723414 h 1448753"/>
                  <a:gd name="connsiteX49" fmla="*/ 2494949 w 7182489"/>
                  <a:gd name="connsiteY49" fmla="*/ 723261 h 1448753"/>
                  <a:gd name="connsiteX50" fmla="*/ 2257815 w 7182489"/>
                  <a:gd name="connsiteY50" fmla="*/ 534025 h 1448753"/>
                  <a:gd name="connsiteX51" fmla="*/ 2255620 w 7182489"/>
                  <a:gd name="connsiteY51" fmla="*/ 533392 h 1448753"/>
                  <a:gd name="connsiteX52" fmla="*/ 2169707 w 7182489"/>
                  <a:gd name="connsiteY52" fmla="*/ 535465 h 1448753"/>
                  <a:gd name="connsiteX53" fmla="*/ 2001051 w 7182489"/>
                  <a:gd name="connsiteY53" fmla="*/ 544109 h 1448753"/>
                  <a:gd name="connsiteX54" fmla="*/ 1946187 w 7182489"/>
                  <a:gd name="connsiteY54" fmla="*/ 544000 h 1448753"/>
                  <a:gd name="connsiteX55" fmla="*/ 1901565 w 7182489"/>
                  <a:gd name="connsiteY55" fmla="*/ 490699 h 1448753"/>
                  <a:gd name="connsiteX56" fmla="*/ 1899289 w 7182489"/>
                  <a:gd name="connsiteY56" fmla="*/ 489892 h 1448753"/>
                  <a:gd name="connsiteX57" fmla="*/ 1868443 w 7182489"/>
                  <a:gd name="connsiteY57" fmla="*/ 489848 h 1448753"/>
                  <a:gd name="connsiteX58" fmla="*/ 1787895 w 7182489"/>
                  <a:gd name="connsiteY58" fmla="*/ 493646 h 1448753"/>
                  <a:gd name="connsiteX59" fmla="*/ 1707143 w 7182489"/>
                  <a:gd name="connsiteY59" fmla="*/ 496832 h 1448753"/>
                  <a:gd name="connsiteX60" fmla="*/ 1627692 w 7182489"/>
                  <a:gd name="connsiteY60" fmla="*/ 497160 h 1448753"/>
                  <a:gd name="connsiteX61" fmla="*/ 1549622 w 7182489"/>
                  <a:gd name="connsiteY61" fmla="*/ 493689 h 1448753"/>
                  <a:gd name="connsiteX62" fmla="*/ 1547631 w 7182489"/>
                  <a:gd name="connsiteY62" fmla="*/ 491354 h 1448753"/>
                  <a:gd name="connsiteX63" fmla="*/ 1545152 w 7182489"/>
                  <a:gd name="connsiteY63" fmla="*/ 488909 h 1448753"/>
                  <a:gd name="connsiteX64" fmla="*/ 1542470 w 7182489"/>
                  <a:gd name="connsiteY64" fmla="*/ 486770 h 1448753"/>
                  <a:gd name="connsiteX65" fmla="*/ 1540681 w 7182489"/>
                  <a:gd name="connsiteY65" fmla="*/ 486181 h 1448753"/>
                  <a:gd name="connsiteX66" fmla="*/ 1464969 w 7182489"/>
                  <a:gd name="connsiteY66" fmla="*/ 482929 h 1448753"/>
                  <a:gd name="connsiteX67" fmla="*/ 1463791 w 7182489"/>
                  <a:gd name="connsiteY67" fmla="*/ 483038 h 1448753"/>
                  <a:gd name="connsiteX68" fmla="*/ 1458223 w 7182489"/>
                  <a:gd name="connsiteY68" fmla="*/ 484260 h 1448753"/>
                  <a:gd name="connsiteX69" fmla="*/ 1392630 w 7182489"/>
                  <a:gd name="connsiteY69" fmla="*/ 477865 h 1448753"/>
                  <a:gd name="connsiteX70" fmla="*/ 1390964 w 7182489"/>
                  <a:gd name="connsiteY70" fmla="*/ 477712 h 1448753"/>
                  <a:gd name="connsiteX71" fmla="*/ 1389379 w 7182489"/>
                  <a:gd name="connsiteY71" fmla="*/ 476599 h 1448753"/>
                  <a:gd name="connsiteX72" fmla="*/ 1388607 w 7182489"/>
                  <a:gd name="connsiteY72" fmla="*/ 476272 h 1448753"/>
                  <a:gd name="connsiteX73" fmla="*/ 1386534 w 7182489"/>
                  <a:gd name="connsiteY73" fmla="*/ 475573 h 1448753"/>
                  <a:gd name="connsiteX74" fmla="*/ 1383648 w 7182489"/>
                  <a:gd name="connsiteY74" fmla="*/ 470881 h 1448753"/>
                  <a:gd name="connsiteX75" fmla="*/ 1380966 w 7182489"/>
                  <a:gd name="connsiteY75" fmla="*/ 462346 h 1448753"/>
                  <a:gd name="connsiteX76" fmla="*/ 1379584 w 7182489"/>
                  <a:gd name="connsiteY76" fmla="*/ 461342 h 1448753"/>
                  <a:gd name="connsiteX77" fmla="*/ 1315089 w 7182489"/>
                  <a:gd name="connsiteY77" fmla="*/ 446588 h 1448753"/>
                  <a:gd name="connsiteX78" fmla="*/ 1313707 w 7182489"/>
                  <a:gd name="connsiteY78" fmla="*/ 446479 h 1448753"/>
                  <a:gd name="connsiteX79" fmla="*/ 1306879 w 7182489"/>
                  <a:gd name="connsiteY79" fmla="*/ 447024 h 1448753"/>
                  <a:gd name="connsiteX80" fmla="*/ 1304319 w 7182489"/>
                  <a:gd name="connsiteY80" fmla="*/ 446064 h 1448753"/>
                  <a:gd name="connsiteX81" fmla="*/ 1303547 w 7182489"/>
                  <a:gd name="connsiteY81" fmla="*/ 445911 h 1448753"/>
                  <a:gd name="connsiteX82" fmla="*/ 1298386 w 7182489"/>
                  <a:gd name="connsiteY82" fmla="*/ 445169 h 1448753"/>
                  <a:gd name="connsiteX83" fmla="*/ 1239376 w 7182489"/>
                  <a:gd name="connsiteY83" fmla="*/ 424761 h 1448753"/>
                  <a:gd name="connsiteX84" fmla="*/ 1238482 w 7182489"/>
                  <a:gd name="connsiteY84" fmla="*/ 418584 h 1448753"/>
                  <a:gd name="connsiteX85" fmla="*/ 1237507 w 7182489"/>
                  <a:gd name="connsiteY85" fmla="*/ 417558 h 1448753"/>
                  <a:gd name="connsiteX86" fmla="*/ 1220560 w 7182489"/>
                  <a:gd name="connsiteY86" fmla="*/ 410530 h 1448753"/>
                  <a:gd name="connsiteX87" fmla="*/ 1218691 w 7182489"/>
                  <a:gd name="connsiteY87" fmla="*/ 405685 h 1448753"/>
                  <a:gd name="connsiteX88" fmla="*/ 1216130 w 7182489"/>
                  <a:gd name="connsiteY88" fmla="*/ 392633 h 1448753"/>
                  <a:gd name="connsiteX89" fmla="*/ 1214830 w 7182489"/>
                  <a:gd name="connsiteY89" fmla="*/ 381501 h 1448753"/>
                  <a:gd name="connsiteX90" fmla="*/ 1214911 w 7182489"/>
                  <a:gd name="connsiteY90" fmla="*/ 375106 h 1448753"/>
                  <a:gd name="connsiteX91" fmla="*/ 1216008 w 7182489"/>
                  <a:gd name="connsiteY91" fmla="*/ 365568 h 1448753"/>
                  <a:gd name="connsiteX92" fmla="*/ 1218569 w 7182489"/>
                  <a:gd name="connsiteY92" fmla="*/ 350224 h 1448753"/>
                  <a:gd name="connsiteX93" fmla="*/ 1217593 w 7182489"/>
                  <a:gd name="connsiteY93" fmla="*/ 349001 h 1448753"/>
                  <a:gd name="connsiteX94" fmla="*/ 1133265 w 7182489"/>
                  <a:gd name="connsiteY94" fmla="*/ 312071 h 1448753"/>
                  <a:gd name="connsiteX95" fmla="*/ 1132615 w 7182489"/>
                  <a:gd name="connsiteY95" fmla="*/ 311852 h 1448753"/>
                  <a:gd name="connsiteX96" fmla="*/ 1047881 w 7182489"/>
                  <a:gd name="connsiteY96" fmla="*/ 292776 h 1448753"/>
                  <a:gd name="connsiteX97" fmla="*/ 961724 w 7182489"/>
                  <a:gd name="connsiteY97" fmla="*/ 258618 h 1448753"/>
                  <a:gd name="connsiteX98" fmla="*/ 951848 w 7182489"/>
                  <a:gd name="connsiteY98" fmla="*/ 254252 h 1448753"/>
                  <a:gd name="connsiteX99" fmla="*/ 955384 w 7182489"/>
                  <a:gd name="connsiteY99" fmla="*/ 230483 h 1448753"/>
                  <a:gd name="connsiteX100" fmla="*/ 955303 w 7182489"/>
                  <a:gd name="connsiteY100" fmla="*/ 230068 h 1448753"/>
                  <a:gd name="connsiteX101" fmla="*/ 957050 w 7182489"/>
                  <a:gd name="connsiteY101" fmla="*/ 215728 h 1448753"/>
                  <a:gd name="connsiteX102" fmla="*/ 960464 w 7182489"/>
                  <a:gd name="connsiteY102" fmla="*/ 180348 h 1448753"/>
                  <a:gd name="connsiteX103" fmla="*/ 966967 w 7182489"/>
                  <a:gd name="connsiteY103" fmla="*/ 86406 h 1448753"/>
                  <a:gd name="connsiteX104" fmla="*/ 965585 w 7182489"/>
                  <a:gd name="connsiteY104" fmla="*/ 85118 h 1448753"/>
                  <a:gd name="connsiteX105" fmla="*/ 954084 w 7182489"/>
                  <a:gd name="connsiteY105" fmla="*/ 81757 h 1448753"/>
                  <a:gd name="connsiteX106" fmla="*/ 864676 w 7182489"/>
                  <a:gd name="connsiteY106" fmla="*/ 65780 h 1448753"/>
                  <a:gd name="connsiteX107" fmla="*/ 776080 w 7182489"/>
                  <a:gd name="connsiteY107" fmla="*/ 57792 h 1448753"/>
                  <a:gd name="connsiteX108" fmla="*/ 690127 w 7182489"/>
                  <a:gd name="connsiteY108" fmla="*/ 53055 h 1448753"/>
                  <a:gd name="connsiteX109" fmla="*/ 606490 w 7182489"/>
                  <a:gd name="connsiteY109" fmla="*/ 45219 h 1448753"/>
                  <a:gd name="connsiteX110" fmla="*/ 525332 w 7182489"/>
                  <a:gd name="connsiteY110" fmla="*/ 36009 h 1448753"/>
                  <a:gd name="connsiteX111" fmla="*/ 524478 w 7182489"/>
                  <a:gd name="connsiteY111" fmla="*/ 36009 h 1448753"/>
                  <a:gd name="connsiteX112" fmla="*/ 508222 w 7182489"/>
                  <a:gd name="connsiteY112" fmla="*/ 37165 h 1448753"/>
                  <a:gd name="connsiteX113" fmla="*/ 437834 w 7182489"/>
                  <a:gd name="connsiteY113" fmla="*/ 22607 h 1448753"/>
                  <a:gd name="connsiteX114" fmla="*/ 415279 w 7182489"/>
                  <a:gd name="connsiteY114" fmla="*/ 20905 h 1448753"/>
                  <a:gd name="connsiteX115" fmla="*/ 357245 w 7182489"/>
                  <a:gd name="connsiteY115" fmla="*/ 497 h 1448753"/>
                  <a:gd name="connsiteX116" fmla="*/ 354766 w 7182489"/>
                  <a:gd name="connsiteY116" fmla="*/ 431 h 1448753"/>
                  <a:gd name="connsiteX117" fmla="*/ 322457 w 7182489"/>
                  <a:gd name="connsiteY117" fmla="*/ 9446 h 1448753"/>
                  <a:gd name="connsiteX118" fmla="*/ 314532 w 7182489"/>
                  <a:gd name="connsiteY118" fmla="*/ 9970 h 1448753"/>
                  <a:gd name="connsiteX119" fmla="*/ 287466 w 7182489"/>
                  <a:gd name="connsiteY119" fmla="*/ 6674 h 1448753"/>
                  <a:gd name="connsiteX120" fmla="*/ 257473 w 7182489"/>
                  <a:gd name="connsiteY120" fmla="*/ 126 h 1448753"/>
                  <a:gd name="connsiteX121" fmla="*/ 256092 w 7182489"/>
                  <a:gd name="connsiteY121" fmla="*/ 17 h 1448753"/>
                  <a:gd name="connsiteX122" fmla="*/ 183224 w 7182489"/>
                  <a:gd name="connsiteY122" fmla="*/ 7591 h 1448753"/>
                  <a:gd name="connsiteX123" fmla="*/ 173267 w 7182489"/>
                  <a:gd name="connsiteY123" fmla="*/ 5888 h 1448753"/>
                  <a:gd name="connsiteX124" fmla="*/ 171764 w 7182489"/>
                  <a:gd name="connsiteY124" fmla="*/ 5888 h 1448753"/>
                  <a:gd name="connsiteX125" fmla="*/ 93207 w 7182489"/>
                  <a:gd name="connsiteY125" fmla="*/ 19202 h 1448753"/>
                  <a:gd name="connsiteX126" fmla="*/ 92231 w 7182489"/>
                  <a:gd name="connsiteY126" fmla="*/ 19530 h 1448753"/>
                  <a:gd name="connsiteX127" fmla="*/ 85444 w 7182489"/>
                  <a:gd name="connsiteY127" fmla="*/ 23153 h 1448753"/>
                  <a:gd name="connsiteX128" fmla="*/ 79430 w 7182489"/>
                  <a:gd name="connsiteY128" fmla="*/ 28217 h 1448753"/>
                  <a:gd name="connsiteX129" fmla="*/ 73049 w 7182489"/>
                  <a:gd name="connsiteY129" fmla="*/ 29548 h 1448753"/>
                  <a:gd name="connsiteX130" fmla="*/ 69554 w 7182489"/>
                  <a:gd name="connsiteY130" fmla="*/ 29766 h 1448753"/>
                  <a:gd name="connsiteX131" fmla="*/ 64596 w 7182489"/>
                  <a:gd name="connsiteY131" fmla="*/ 28107 h 1448753"/>
                  <a:gd name="connsiteX132" fmla="*/ 63011 w 7182489"/>
                  <a:gd name="connsiteY132" fmla="*/ 27889 h 1448753"/>
                  <a:gd name="connsiteX133" fmla="*/ 39155 w 7182489"/>
                  <a:gd name="connsiteY133" fmla="*/ 29483 h 1448753"/>
                  <a:gd name="connsiteX134" fmla="*/ 2579 w 7182489"/>
                  <a:gd name="connsiteY134" fmla="*/ 29112 h 1448753"/>
                  <a:gd name="connsiteX135" fmla="*/ 2539 w 7182489"/>
                  <a:gd name="connsiteY135" fmla="*/ 29112 h 1448753"/>
                  <a:gd name="connsiteX136" fmla="*/ 466 w 7182489"/>
                  <a:gd name="connsiteY136" fmla="*/ 29701 h 1448753"/>
                  <a:gd name="connsiteX137" fmla="*/ 182 w 7182489"/>
                  <a:gd name="connsiteY137" fmla="*/ 30989 h 1448753"/>
                  <a:gd name="connsiteX138" fmla="*/ 1116 w 7182489"/>
                  <a:gd name="connsiteY138" fmla="*/ 32364 h 1448753"/>
                  <a:gd name="connsiteX139" fmla="*/ 2701 w 7182489"/>
                  <a:gd name="connsiteY139" fmla="*/ 33215 h 1448753"/>
                  <a:gd name="connsiteX140" fmla="*/ 23631 w 7182489"/>
                  <a:gd name="connsiteY140" fmla="*/ 36991 h 1448753"/>
                  <a:gd name="connsiteX141" fmla="*/ 67238 w 7182489"/>
                  <a:gd name="connsiteY141" fmla="*/ 43277 h 1448753"/>
                  <a:gd name="connsiteX142" fmla="*/ 146079 w 7182489"/>
                  <a:gd name="connsiteY142" fmla="*/ 64383 h 1448753"/>
                  <a:gd name="connsiteX143" fmla="*/ 223417 w 7182489"/>
                  <a:gd name="connsiteY143" fmla="*/ 79356 h 1448753"/>
                  <a:gd name="connsiteX144" fmla="*/ 299414 w 7182489"/>
                  <a:gd name="connsiteY144" fmla="*/ 88523 h 1448753"/>
                  <a:gd name="connsiteX145" fmla="*/ 374517 w 7182489"/>
                  <a:gd name="connsiteY145" fmla="*/ 89593 h 1448753"/>
                  <a:gd name="connsiteX146" fmla="*/ 449863 w 7182489"/>
                  <a:gd name="connsiteY146" fmla="*/ 88742 h 1448753"/>
                  <a:gd name="connsiteX147" fmla="*/ 526917 w 7182489"/>
                  <a:gd name="connsiteY147" fmla="*/ 92103 h 1448753"/>
                  <a:gd name="connsiteX148" fmla="*/ 606408 w 7182489"/>
                  <a:gd name="connsiteY148" fmla="*/ 111223 h 1448753"/>
                  <a:gd name="connsiteX149" fmla="*/ 688461 w 7182489"/>
                  <a:gd name="connsiteY149" fmla="*/ 141016 h 1448753"/>
                  <a:gd name="connsiteX150" fmla="*/ 688583 w 7182489"/>
                  <a:gd name="connsiteY150" fmla="*/ 176506 h 1448753"/>
                  <a:gd name="connsiteX151" fmla="*/ 689558 w 7182489"/>
                  <a:gd name="connsiteY151" fmla="*/ 177619 h 1448753"/>
                  <a:gd name="connsiteX152" fmla="*/ 775268 w 7182489"/>
                  <a:gd name="connsiteY152" fmla="*/ 214921 h 1448753"/>
                  <a:gd name="connsiteX153" fmla="*/ 778722 w 7182489"/>
                  <a:gd name="connsiteY153" fmla="*/ 242902 h 1448753"/>
                  <a:gd name="connsiteX154" fmla="*/ 782908 w 7182489"/>
                  <a:gd name="connsiteY154" fmla="*/ 259054 h 1448753"/>
                  <a:gd name="connsiteX155" fmla="*/ 783030 w 7182489"/>
                  <a:gd name="connsiteY155" fmla="*/ 259382 h 1448753"/>
                  <a:gd name="connsiteX156" fmla="*/ 787582 w 7182489"/>
                  <a:gd name="connsiteY156" fmla="*/ 265362 h 1448753"/>
                  <a:gd name="connsiteX157" fmla="*/ 792255 w 7182489"/>
                  <a:gd name="connsiteY157" fmla="*/ 269356 h 1448753"/>
                  <a:gd name="connsiteX158" fmla="*/ 793231 w 7182489"/>
                  <a:gd name="connsiteY158" fmla="*/ 269880 h 1448753"/>
                  <a:gd name="connsiteX159" fmla="*/ 850574 w 7182489"/>
                  <a:gd name="connsiteY159" fmla="*/ 285224 h 1448753"/>
                  <a:gd name="connsiteX160" fmla="*/ 874145 w 7182489"/>
                  <a:gd name="connsiteY160" fmla="*/ 288913 h 1448753"/>
                  <a:gd name="connsiteX161" fmla="*/ 883248 w 7182489"/>
                  <a:gd name="connsiteY161" fmla="*/ 289437 h 1448753"/>
                  <a:gd name="connsiteX162" fmla="*/ 935714 w 7182489"/>
                  <a:gd name="connsiteY162" fmla="*/ 307116 h 1448753"/>
                  <a:gd name="connsiteX163" fmla="*/ 937909 w 7182489"/>
                  <a:gd name="connsiteY163" fmla="*/ 307225 h 1448753"/>
                  <a:gd name="connsiteX164" fmla="*/ 939250 w 7182489"/>
                  <a:gd name="connsiteY164" fmla="*/ 306963 h 1448753"/>
                  <a:gd name="connsiteX165" fmla="*/ 940876 w 7182489"/>
                  <a:gd name="connsiteY165" fmla="*/ 305785 h 1448753"/>
                  <a:gd name="connsiteX166" fmla="*/ 942867 w 7182489"/>
                  <a:gd name="connsiteY166" fmla="*/ 296945 h 1448753"/>
                  <a:gd name="connsiteX167" fmla="*/ 943964 w 7182489"/>
                  <a:gd name="connsiteY167" fmla="*/ 290550 h 1448753"/>
                  <a:gd name="connsiteX168" fmla="*/ 943192 w 7182489"/>
                  <a:gd name="connsiteY168" fmla="*/ 289371 h 1448753"/>
                  <a:gd name="connsiteX169" fmla="*/ 868780 w 7182489"/>
                  <a:gd name="connsiteY169" fmla="*/ 251808 h 1448753"/>
                  <a:gd name="connsiteX170" fmla="*/ 867561 w 7182489"/>
                  <a:gd name="connsiteY170" fmla="*/ 241571 h 1448753"/>
                  <a:gd name="connsiteX171" fmla="*/ 868171 w 7182489"/>
                  <a:gd name="connsiteY171" fmla="*/ 234696 h 1448753"/>
                  <a:gd name="connsiteX172" fmla="*/ 870812 w 7182489"/>
                  <a:gd name="connsiteY172" fmla="*/ 231596 h 1448753"/>
                  <a:gd name="connsiteX173" fmla="*/ 875852 w 7182489"/>
                  <a:gd name="connsiteY173" fmla="*/ 221905 h 1448753"/>
                  <a:gd name="connsiteX174" fmla="*/ 875323 w 7182489"/>
                  <a:gd name="connsiteY174" fmla="*/ 220574 h 1448753"/>
                  <a:gd name="connsiteX175" fmla="*/ 792377 w 7182489"/>
                  <a:gd name="connsiteY175" fmla="*/ 168780 h 1448753"/>
                  <a:gd name="connsiteX176" fmla="*/ 718047 w 7182489"/>
                  <a:gd name="connsiteY176" fmla="*/ 123533 h 1448753"/>
                  <a:gd name="connsiteX177" fmla="*/ 717518 w 7182489"/>
                  <a:gd name="connsiteY177" fmla="*/ 123271 h 1448753"/>
                  <a:gd name="connsiteX178" fmla="*/ 701018 w 7182489"/>
                  <a:gd name="connsiteY178" fmla="*/ 117574 h 1448753"/>
                  <a:gd name="connsiteX179" fmla="*/ 697889 w 7182489"/>
                  <a:gd name="connsiteY179" fmla="*/ 117727 h 1448753"/>
                  <a:gd name="connsiteX180" fmla="*/ 691021 w 7182489"/>
                  <a:gd name="connsiteY180" fmla="*/ 121569 h 1448753"/>
                  <a:gd name="connsiteX181" fmla="*/ 690249 w 7182489"/>
                  <a:gd name="connsiteY181" fmla="*/ 122529 h 1448753"/>
                  <a:gd name="connsiteX182" fmla="*/ 688623 w 7182489"/>
                  <a:gd name="connsiteY182" fmla="*/ 137764 h 1448753"/>
                  <a:gd name="connsiteX183" fmla="*/ 608725 w 7182489"/>
                  <a:gd name="connsiteY183" fmla="*/ 108778 h 1448753"/>
                  <a:gd name="connsiteX184" fmla="*/ 528542 w 7182489"/>
                  <a:gd name="connsiteY184" fmla="*/ 89396 h 1448753"/>
                  <a:gd name="connsiteX185" fmla="*/ 527689 w 7182489"/>
                  <a:gd name="connsiteY185" fmla="*/ 89287 h 1448753"/>
                  <a:gd name="connsiteX186" fmla="*/ 449944 w 7182489"/>
                  <a:gd name="connsiteY186" fmla="*/ 85926 h 1448753"/>
                  <a:gd name="connsiteX187" fmla="*/ 374435 w 7182489"/>
                  <a:gd name="connsiteY187" fmla="*/ 86777 h 1448753"/>
                  <a:gd name="connsiteX188" fmla="*/ 299942 w 7182489"/>
                  <a:gd name="connsiteY188" fmla="*/ 85708 h 1448753"/>
                  <a:gd name="connsiteX189" fmla="*/ 224758 w 7182489"/>
                  <a:gd name="connsiteY189" fmla="*/ 76715 h 1448753"/>
                  <a:gd name="connsiteX190" fmla="*/ 147949 w 7182489"/>
                  <a:gd name="connsiteY190" fmla="*/ 61786 h 1448753"/>
                  <a:gd name="connsiteX191" fmla="*/ 68985 w 7182489"/>
                  <a:gd name="connsiteY191" fmla="*/ 40680 h 1448753"/>
                  <a:gd name="connsiteX192" fmla="*/ 25053 w 7182489"/>
                  <a:gd name="connsiteY192" fmla="*/ 34284 h 1448753"/>
                  <a:gd name="connsiteX193" fmla="*/ 12374 w 7182489"/>
                  <a:gd name="connsiteY193" fmla="*/ 31993 h 1448753"/>
                  <a:gd name="connsiteX194" fmla="*/ 39399 w 7182489"/>
                  <a:gd name="connsiteY194" fmla="*/ 32255 h 1448753"/>
                  <a:gd name="connsiteX195" fmla="*/ 62727 w 7182489"/>
                  <a:gd name="connsiteY195" fmla="*/ 30770 h 1448753"/>
                  <a:gd name="connsiteX196" fmla="*/ 67685 w 7182489"/>
                  <a:gd name="connsiteY196" fmla="*/ 32364 h 1448753"/>
                  <a:gd name="connsiteX197" fmla="*/ 69229 w 7182489"/>
                  <a:gd name="connsiteY197" fmla="*/ 32582 h 1448753"/>
                  <a:gd name="connsiteX198" fmla="*/ 73943 w 7182489"/>
                  <a:gd name="connsiteY198" fmla="*/ 32320 h 1448753"/>
                  <a:gd name="connsiteX199" fmla="*/ 74634 w 7182489"/>
                  <a:gd name="connsiteY199" fmla="*/ 32276 h 1448753"/>
                  <a:gd name="connsiteX200" fmla="*/ 82071 w 7182489"/>
                  <a:gd name="connsiteY200" fmla="*/ 30683 h 1448753"/>
                  <a:gd name="connsiteX201" fmla="*/ 83331 w 7182489"/>
                  <a:gd name="connsiteY201" fmla="*/ 30159 h 1448753"/>
                  <a:gd name="connsiteX202" fmla="*/ 89386 w 7182489"/>
                  <a:gd name="connsiteY202" fmla="*/ 24986 h 1448753"/>
                  <a:gd name="connsiteX203" fmla="*/ 95401 w 7182489"/>
                  <a:gd name="connsiteY203" fmla="*/ 21843 h 1448753"/>
                  <a:gd name="connsiteX204" fmla="*/ 172617 w 7182489"/>
                  <a:gd name="connsiteY204" fmla="*/ 8726 h 1448753"/>
                  <a:gd name="connsiteX205" fmla="*/ 182493 w 7182489"/>
                  <a:gd name="connsiteY205" fmla="*/ 10384 h 1448753"/>
                  <a:gd name="connsiteX206" fmla="*/ 183671 w 7182489"/>
                  <a:gd name="connsiteY206" fmla="*/ 10428 h 1448753"/>
                  <a:gd name="connsiteX207" fmla="*/ 256376 w 7182489"/>
                  <a:gd name="connsiteY207" fmla="*/ 2920 h 1448753"/>
                  <a:gd name="connsiteX208" fmla="*/ 286084 w 7182489"/>
                  <a:gd name="connsiteY208" fmla="*/ 9358 h 1448753"/>
                  <a:gd name="connsiteX209" fmla="*/ 313963 w 7182489"/>
                  <a:gd name="connsiteY209" fmla="*/ 12829 h 1448753"/>
                  <a:gd name="connsiteX210" fmla="*/ 314857 w 7182489"/>
                  <a:gd name="connsiteY210" fmla="*/ 12829 h 1448753"/>
                  <a:gd name="connsiteX211" fmla="*/ 323676 w 7182489"/>
                  <a:gd name="connsiteY211" fmla="*/ 12174 h 1448753"/>
                  <a:gd name="connsiteX212" fmla="*/ 324489 w 7182489"/>
                  <a:gd name="connsiteY212" fmla="*/ 12065 h 1448753"/>
                  <a:gd name="connsiteX213" fmla="*/ 355903 w 7182489"/>
                  <a:gd name="connsiteY213" fmla="*/ 3334 h 1448753"/>
                  <a:gd name="connsiteX214" fmla="*/ 413206 w 7182489"/>
                  <a:gd name="connsiteY214" fmla="*/ 23480 h 1448753"/>
                  <a:gd name="connsiteX215" fmla="*/ 414181 w 7182489"/>
                  <a:gd name="connsiteY215" fmla="*/ 23699 h 1448753"/>
                  <a:gd name="connsiteX216" fmla="*/ 436736 w 7182489"/>
                  <a:gd name="connsiteY216" fmla="*/ 25357 h 1448753"/>
                  <a:gd name="connsiteX217" fmla="*/ 507166 w 7182489"/>
                  <a:gd name="connsiteY217" fmla="*/ 39959 h 1448753"/>
                  <a:gd name="connsiteX218" fmla="*/ 508385 w 7182489"/>
                  <a:gd name="connsiteY218" fmla="*/ 40025 h 1448753"/>
                  <a:gd name="connsiteX219" fmla="*/ 524844 w 7182489"/>
                  <a:gd name="connsiteY219" fmla="*/ 38846 h 1448753"/>
                  <a:gd name="connsiteX220" fmla="*/ 605636 w 7182489"/>
                  <a:gd name="connsiteY220" fmla="*/ 48013 h 1448753"/>
                  <a:gd name="connsiteX221" fmla="*/ 689517 w 7182489"/>
                  <a:gd name="connsiteY221" fmla="*/ 55849 h 1448753"/>
                  <a:gd name="connsiteX222" fmla="*/ 775552 w 7182489"/>
                  <a:gd name="connsiteY222" fmla="*/ 60585 h 1448753"/>
                  <a:gd name="connsiteX223" fmla="*/ 863619 w 7182489"/>
                  <a:gd name="connsiteY223" fmla="*/ 68530 h 1448753"/>
                  <a:gd name="connsiteX224" fmla="*/ 952214 w 7182489"/>
                  <a:gd name="connsiteY224" fmla="*/ 84398 h 1448753"/>
                  <a:gd name="connsiteX225" fmla="*/ 961927 w 7182489"/>
                  <a:gd name="connsiteY225" fmla="*/ 87214 h 1448753"/>
                  <a:gd name="connsiteX226" fmla="*/ 955506 w 7182489"/>
                  <a:gd name="connsiteY226" fmla="*/ 180369 h 1448753"/>
                  <a:gd name="connsiteX227" fmla="*/ 952133 w 7182489"/>
                  <a:gd name="connsiteY227" fmla="*/ 215750 h 1448753"/>
                  <a:gd name="connsiteX228" fmla="*/ 950345 w 7182489"/>
                  <a:gd name="connsiteY228" fmla="*/ 230134 h 1448753"/>
                  <a:gd name="connsiteX229" fmla="*/ 950426 w 7182489"/>
                  <a:gd name="connsiteY229" fmla="*/ 230505 h 1448753"/>
                  <a:gd name="connsiteX230" fmla="*/ 946809 w 7182489"/>
                  <a:gd name="connsiteY230" fmla="*/ 254798 h 1448753"/>
                  <a:gd name="connsiteX231" fmla="*/ 948231 w 7182489"/>
                  <a:gd name="connsiteY231" fmla="*/ 256238 h 1448753"/>
                  <a:gd name="connsiteX232" fmla="*/ 958798 w 7182489"/>
                  <a:gd name="connsiteY232" fmla="*/ 260866 h 1448753"/>
                  <a:gd name="connsiteX233" fmla="*/ 1045605 w 7182489"/>
                  <a:gd name="connsiteY233" fmla="*/ 295177 h 1448753"/>
                  <a:gd name="connsiteX234" fmla="*/ 1130543 w 7182489"/>
                  <a:gd name="connsiteY234" fmla="*/ 314406 h 1448753"/>
                  <a:gd name="connsiteX235" fmla="*/ 1213611 w 7182489"/>
                  <a:gd name="connsiteY235" fmla="*/ 350682 h 1448753"/>
                  <a:gd name="connsiteX236" fmla="*/ 1211132 w 7182489"/>
                  <a:gd name="connsiteY236" fmla="*/ 365349 h 1448753"/>
                  <a:gd name="connsiteX237" fmla="*/ 1210034 w 7182489"/>
                  <a:gd name="connsiteY237" fmla="*/ 374997 h 1448753"/>
                  <a:gd name="connsiteX238" fmla="*/ 1209953 w 7182489"/>
                  <a:gd name="connsiteY238" fmla="*/ 381545 h 1448753"/>
                  <a:gd name="connsiteX239" fmla="*/ 1211254 w 7182489"/>
                  <a:gd name="connsiteY239" fmla="*/ 392829 h 1448753"/>
                  <a:gd name="connsiteX240" fmla="*/ 1213936 w 7182489"/>
                  <a:gd name="connsiteY240" fmla="*/ 406143 h 1448753"/>
                  <a:gd name="connsiteX241" fmla="*/ 1216008 w 7182489"/>
                  <a:gd name="connsiteY241" fmla="*/ 411622 h 1448753"/>
                  <a:gd name="connsiteX242" fmla="*/ 1216984 w 7182489"/>
                  <a:gd name="connsiteY242" fmla="*/ 412473 h 1448753"/>
                  <a:gd name="connsiteX243" fmla="*/ 1233727 w 7182489"/>
                  <a:gd name="connsiteY243" fmla="*/ 419392 h 1448753"/>
                  <a:gd name="connsiteX244" fmla="*/ 1234622 w 7182489"/>
                  <a:gd name="connsiteY244" fmla="*/ 425634 h 1448753"/>
                  <a:gd name="connsiteX245" fmla="*/ 1235800 w 7182489"/>
                  <a:gd name="connsiteY245" fmla="*/ 426747 h 1448753"/>
                  <a:gd name="connsiteX246" fmla="*/ 1296232 w 7182489"/>
                  <a:gd name="connsiteY246" fmla="*/ 447635 h 1448753"/>
                  <a:gd name="connsiteX247" fmla="*/ 1296923 w 7182489"/>
                  <a:gd name="connsiteY247" fmla="*/ 447788 h 1448753"/>
                  <a:gd name="connsiteX248" fmla="*/ 1302084 w 7182489"/>
                  <a:gd name="connsiteY248" fmla="*/ 448530 h 1448753"/>
                  <a:gd name="connsiteX249" fmla="*/ 1305173 w 7182489"/>
                  <a:gd name="connsiteY249" fmla="*/ 449643 h 1448753"/>
                  <a:gd name="connsiteX250" fmla="*/ 1306879 w 7182489"/>
                  <a:gd name="connsiteY250" fmla="*/ 449862 h 1448753"/>
                  <a:gd name="connsiteX251" fmla="*/ 1314113 w 7182489"/>
                  <a:gd name="connsiteY251" fmla="*/ 449272 h 1448753"/>
                  <a:gd name="connsiteX252" fmla="*/ 1376496 w 7182489"/>
                  <a:gd name="connsiteY252" fmla="*/ 463547 h 1448753"/>
                  <a:gd name="connsiteX253" fmla="*/ 1378975 w 7182489"/>
                  <a:gd name="connsiteY253" fmla="*/ 471535 h 1448753"/>
                  <a:gd name="connsiteX254" fmla="*/ 1382267 w 7182489"/>
                  <a:gd name="connsiteY254" fmla="*/ 476970 h 1448753"/>
                  <a:gd name="connsiteX255" fmla="*/ 1383648 w 7182489"/>
                  <a:gd name="connsiteY255" fmla="*/ 477822 h 1448753"/>
                  <a:gd name="connsiteX256" fmla="*/ 1386046 w 7182489"/>
                  <a:gd name="connsiteY256" fmla="*/ 478520 h 1448753"/>
                  <a:gd name="connsiteX257" fmla="*/ 1388038 w 7182489"/>
                  <a:gd name="connsiteY257" fmla="*/ 479851 h 1448753"/>
                  <a:gd name="connsiteX258" fmla="*/ 1389419 w 7182489"/>
                  <a:gd name="connsiteY258" fmla="*/ 480332 h 1448753"/>
                  <a:gd name="connsiteX259" fmla="*/ 1458385 w 7182489"/>
                  <a:gd name="connsiteY259" fmla="*/ 487098 h 1448753"/>
                  <a:gd name="connsiteX260" fmla="*/ 1459767 w 7182489"/>
                  <a:gd name="connsiteY260" fmla="*/ 486989 h 1448753"/>
                  <a:gd name="connsiteX261" fmla="*/ 1465497 w 7182489"/>
                  <a:gd name="connsiteY261" fmla="*/ 485766 h 1448753"/>
                  <a:gd name="connsiteX262" fmla="*/ 1539300 w 7182489"/>
                  <a:gd name="connsiteY262" fmla="*/ 488866 h 1448753"/>
                  <a:gd name="connsiteX263" fmla="*/ 1543445 w 7182489"/>
                  <a:gd name="connsiteY263" fmla="*/ 492642 h 1448753"/>
                  <a:gd name="connsiteX264" fmla="*/ 1545924 w 7182489"/>
                  <a:gd name="connsiteY264" fmla="*/ 495566 h 1448753"/>
                  <a:gd name="connsiteX265" fmla="*/ 1547997 w 7182489"/>
                  <a:gd name="connsiteY265" fmla="*/ 496352 h 1448753"/>
                  <a:gd name="connsiteX266" fmla="*/ 1627773 w 7182489"/>
                  <a:gd name="connsiteY266" fmla="*/ 499866 h 1448753"/>
                  <a:gd name="connsiteX267" fmla="*/ 1707631 w 7182489"/>
                  <a:gd name="connsiteY267" fmla="*/ 499604 h 1448753"/>
                  <a:gd name="connsiteX268" fmla="*/ 1788585 w 7182489"/>
                  <a:gd name="connsiteY268" fmla="*/ 496396 h 1448753"/>
                  <a:gd name="connsiteX269" fmla="*/ 1868931 w 7182489"/>
                  <a:gd name="connsiteY269" fmla="*/ 492620 h 1448753"/>
                  <a:gd name="connsiteX270" fmla="*/ 1897988 w 7182489"/>
                  <a:gd name="connsiteY270" fmla="*/ 492685 h 1448753"/>
                  <a:gd name="connsiteX271" fmla="*/ 1942652 w 7182489"/>
                  <a:gd name="connsiteY271" fmla="*/ 545964 h 1448753"/>
                  <a:gd name="connsiteX272" fmla="*/ 1944927 w 7182489"/>
                  <a:gd name="connsiteY272" fmla="*/ 546772 h 1448753"/>
                  <a:gd name="connsiteX273" fmla="*/ 2001661 w 7182489"/>
                  <a:gd name="connsiteY273" fmla="*/ 546815 h 1448753"/>
                  <a:gd name="connsiteX274" fmla="*/ 2170439 w 7182489"/>
                  <a:gd name="connsiteY274" fmla="*/ 538237 h 1448753"/>
                  <a:gd name="connsiteX275" fmla="*/ 2254767 w 7182489"/>
                  <a:gd name="connsiteY275" fmla="*/ 536208 h 1448753"/>
                  <a:gd name="connsiteX276" fmla="*/ 2491901 w 7182489"/>
                  <a:gd name="connsiteY276" fmla="*/ 725378 h 1448753"/>
                  <a:gd name="connsiteX277" fmla="*/ 2493974 w 7182489"/>
                  <a:gd name="connsiteY277" fmla="*/ 725967 h 1448753"/>
                  <a:gd name="connsiteX278" fmla="*/ 2602808 w 7182489"/>
                  <a:gd name="connsiteY278" fmla="*/ 726186 h 1448753"/>
                  <a:gd name="connsiteX279" fmla="*/ 2633938 w 7182489"/>
                  <a:gd name="connsiteY279" fmla="*/ 748929 h 1448753"/>
                  <a:gd name="connsiteX280" fmla="*/ 2635442 w 7182489"/>
                  <a:gd name="connsiteY280" fmla="*/ 749475 h 1448753"/>
                  <a:gd name="connsiteX281" fmla="*/ 2723062 w 7182489"/>
                  <a:gd name="connsiteY281" fmla="*/ 759973 h 1448753"/>
                  <a:gd name="connsiteX282" fmla="*/ 2733587 w 7182489"/>
                  <a:gd name="connsiteY282" fmla="*/ 773615 h 1448753"/>
                  <a:gd name="connsiteX283" fmla="*/ 2745088 w 7182489"/>
                  <a:gd name="connsiteY283" fmla="*/ 800527 h 1448753"/>
                  <a:gd name="connsiteX284" fmla="*/ 2756711 w 7182489"/>
                  <a:gd name="connsiteY284" fmla="*/ 823008 h 1448753"/>
                  <a:gd name="connsiteX285" fmla="*/ 2768497 w 7182489"/>
                  <a:gd name="connsiteY285" fmla="*/ 839793 h 1448753"/>
                  <a:gd name="connsiteX286" fmla="*/ 2780486 w 7182489"/>
                  <a:gd name="connsiteY286" fmla="*/ 853696 h 1448753"/>
                  <a:gd name="connsiteX287" fmla="*/ 2792678 w 7182489"/>
                  <a:gd name="connsiteY287" fmla="*/ 865046 h 1448753"/>
                  <a:gd name="connsiteX288" fmla="*/ 2954100 w 7182489"/>
                  <a:gd name="connsiteY288" fmla="*/ 983019 h 1448753"/>
                  <a:gd name="connsiteX289" fmla="*/ 2968771 w 7182489"/>
                  <a:gd name="connsiteY289" fmla="*/ 990963 h 1448753"/>
                  <a:gd name="connsiteX290" fmla="*/ 2984133 w 7182489"/>
                  <a:gd name="connsiteY290" fmla="*/ 1005042 h 1448753"/>
                  <a:gd name="connsiteX291" fmla="*/ 3211554 w 7182489"/>
                  <a:gd name="connsiteY291" fmla="*/ 1171251 h 1448753"/>
                  <a:gd name="connsiteX292" fmla="*/ 3212042 w 7182489"/>
                  <a:gd name="connsiteY292" fmla="*/ 1171513 h 1448753"/>
                  <a:gd name="connsiteX293" fmla="*/ 3232281 w 7182489"/>
                  <a:gd name="connsiteY293" fmla="*/ 1179938 h 1448753"/>
                  <a:gd name="connsiteX294" fmla="*/ 3273774 w 7182489"/>
                  <a:gd name="connsiteY294" fmla="*/ 1192553 h 1448753"/>
                  <a:gd name="connsiteX295" fmla="*/ 3294623 w 7182489"/>
                  <a:gd name="connsiteY295" fmla="*/ 1196591 h 1448753"/>
                  <a:gd name="connsiteX296" fmla="*/ 3315958 w 7182489"/>
                  <a:gd name="connsiteY296" fmla="*/ 1203205 h 1448753"/>
                  <a:gd name="connsiteX297" fmla="*/ 3338270 w 7182489"/>
                  <a:gd name="connsiteY297" fmla="*/ 1213965 h 1448753"/>
                  <a:gd name="connsiteX298" fmla="*/ 3360906 w 7182489"/>
                  <a:gd name="connsiteY298" fmla="*/ 1222958 h 1448753"/>
                  <a:gd name="connsiteX299" fmla="*/ 3384112 w 7182489"/>
                  <a:gd name="connsiteY299" fmla="*/ 1233151 h 1448753"/>
                  <a:gd name="connsiteX300" fmla="*/ 3385697 w 7182489"/>
                  <a:gd name="connsiteY300" fmla="*/ 1233478 h 1448753"/>
                  <a:gd name="connsiteX301" fmla="*/ 3385697 w 7182489"/>
                  <a:gd name="connsiteY301" fmla="*/ 1233478 h 1448753"/>
                  <a:gd name="connsiteX302" fmla="*/ 3560409 w 7182489"/>
                  <a:gd name="connsiteY302" fmla="*/ 1231928 h 1448753"/>
                  <a:gd name="connsiteX303" fmla="*/ 3585402 w 7182489"/>
                  <a:gd name="connsiteY303" fmla="*/ 1248822 h 1448753"/>
                  <a:gd name="connsiteX304" fmla="*/ 3611980 w 7182489"/>
                  <a:gd name="connsiteY304" fmla="*/ 1269164 h 1448753"/>
                  <a:gd name="connsiteX305" fmla="*/ 3638965 w 7182489"/>
                  <a:gd name="connsiteY305" fmla="*/ 1287870 h 1448753"/>
                  <a:gd name="connsiteX306" fmla="*/ 3666763 w 7182489"/>
                  <a:gd name="connsiteY306" fmla="*/ 1307492 h 1448753"/>
                  <a:gd name="connsiteX307" fmla="*/ 3694845 w 7182489"/>
                  <a:gd name="connsiteY307" fmla="*/ 1326088 h 1448753"/>
                  <a:gd name="connsiteX308" fmla="*/ 3723822 w 7182489"/>
                  <a:gd name="connsiteY308" fmla="*/ 1350119 h 1448753"/>
                  <a:gd name="connsiteX309" fmla="*/ 3753773 w 7182489"/>
                  <a:gd name="connsiteY309" fmla="*/ 1381615 h 1448753"/>
                  <a:gd name="connsiteX310" fmla="*/ 3784456 w 7182489"/>
                  <a:gd name="connsiteY310" fmla="*/ 1410710 h 1448753"/>
                  <a:gd name="connsiteX311" fmla="*/ 3815708 w 7182489"/>
                  <a:gd name="connsiteY311" fmla="*/ 1438626 h 1448753"/>
                  <a:gd name="connsiteX312" fmla="*/ 3817903 w 7182489"/>
                  <a:gd name="connsiteY312" fmla="*/ 1439324 h 1448753"/>
                  <a:gd name="connsiteX313" fmla="*/ 4013950 w 7182489"/>
                  <a:gd name="connsiteY313" fmla="*/ 1441682 h 1448753"/>
                  <a:gd name="connsiteX314" fmla="*/ 4210201 w 7182489"/>
                  <a:gd name="connsiteY314" fmla="*/ 1443166 h 1448753"/>
                  <a:gd name="connsiteX315" fmla="*/ 4406574 w 7182489"/>
                  <a:gd name="connsiteY315" fmla="*/ 1443799 h 1448753"/>
                  <a:gd name="connsiteX316" fmla="*/ 4603108 w 7182489"/>
                  <a:gd name="connsiteY316" fmla="*/ 1443864 h 1448753"/>
                  <a:gd name="connsiteX317" fmla="*/ 4799685 w 7182489"/>
                  <a:gd name="connsiteY317" fmla="*/ 1443711 h 1448753"/>
                  <a:gd name="connsiteX318" fmla="*/ 5193404 w 7182489"/>
                  <a:gd name="connsiteY318" fmla="*/ 1445414 h 1448753"/>
                  <a:gd name="connsiteX319" fmla="*/ 5390468 w 7182489"/>
                  <a:gd name="connsiteY319" fmla="*/ 1445632 h 1448753"/>
                  <a:gd name="connsiteX320" fmla="*/ 5587612 w 7182489"/>
                  <a:gd name="connsiteY320" fmla="*/ 1445217 h 1448753"/>
                  <a:gd name="connsiteX321" fmla="*/ 5784960 w 7182489"/>
                  <a:gd name="connsiteY321" fmla="*/ 1444955 h 1448753"/>
                  <a:gd name="connsiteX322" fmla="*/ 6179859 w 7182489"/>
                  <a:gd name="connsiteY322" fmla="*/ 1443690 h 1448753"/>
                  <a:gd name="connsiteX323" fmla="*/ 6377695 w 7182489"/>
                  <a:gd name="connsiteY323" fmla="*/ 1443318 h 1448753"/>
                  <a:gd name="connsiteX324" fmla="*/ 6575449 w 7182489"/>
                  <a:gd name="connsiteY324" fmla="*/ 1442576 h 1448753"/>
                  <a:gd name="connsiteX325" fmla="*/ 6773488 w 7182489"/>
                  <a:gd name="connsiteY325" fmla="*/ 1444650 h 1448753"/>
                  <a:gd name="connsiteX326" fmla="*/ 6971648 w 7182489"/>
                  <a:gd name="connsiteY326" fmla="*/ 1446462 h 1448753"/>
                  <a:gd name="connsiteX327" fmla="*/ 7182489 w 7182489"/>
                  <a:gd name="connsiteY327" fmla="*/ 1448753 h 1448753"/>
                  <a:gd name="connsiteX328" fmla="*/ 7182489 w 7182489"/>
                  <a:gd name="connsiteY328" fmla="*/ 1445981 h 1448753"/>
                  <a:gd name="connsiteX329" fmla="*/ 938315 w 7182489"/>
                  <a:gd name="connsiteY329" fmla="*/ 290986 h 1448753"/>
                  <a:gd name="connsiteX330" fmla="*/ 935674 w 7182489"/>
                  <a:gd name="connsiteY330" fmla="*/ 303995 h 1448753"/>
                  <a:gd name="connsiteX331" fmla="*/ 884914 w 7182489"/>
                  <a:gd name="connsiteY331" fmla="*/ 286883 h 1448753"/>
                  <a:gd name="connsiteX332" fmla="*/ 883858 w 7182489"/>
                  <a:gd name="connsiteY332" fmla="*/ 286730 h 1448753"/>
                  <a:gd name="connsiteX333" fmla="*/ 876217 w 7182489"/>
                  <a:gd name="connsiteY333" fmla="*/ 286250 h 1448753"/>
                  <a:gd name="connsiteX334" fmla="*/ 877152 w 7182489"/>
                  <a:gd name="connsiteY334" fmla="*/ 284809 h 1448753"/>
                  <a:gd name="connsiteX335" fmla="*/ 872316 w 7182489"/>
                  <a:gd name="connsiteY335" fmla="*/ 272718 h 1448753"/>
                  <a:gd name="connsiteX336" fmla="*/ 869024 w 7182489"/>
                  <a:gd name="connsiteY336" fmla="*/ 256042 h 1448753"/>
                  <a:gd name="connsiteX337" fmla="*/ 938275 w 7182489"/>
                  <a:gd name="connsiteY337" fmla="*/ 290986 h 1448753"/>
                  <a:gd name="connsiteX338" fmla="*/ 867317 w 7182489"/>
                  <a:gd name="connsiteY338" fmla="*/ 273132 h 1448753"/>
                  <a:gd name="connsiteX339" fmla="*/ 872235 w 7182489"/>
                  <a:gd name="connsiteY339" fmla="*/ 285442 h 1448753"/>
                  <a:gd name="connsiteX340" fmla="*/ 872519 w 7182489"/>
                  <a:gd name="connsiteY340" fmla="*/ 285813 h 1448753"/>
                  <a:gd name="connsiteX341" fmla="*/ 851833 w 7182489"/>
                  <a:gd name="connsiteY341" fmla="*/ 282605 h 1448753"/>
                  <a:gd name="connsiteX342" fmla="*/ 795588 w 7182489"/>
                  <a:gd name="connsiteY342" fmla="*/ 267479 h 1448753"/>
                  <a:gd name="connsiteX343" fmla="*/ 791524 w 7182489"/>
                  <a:gd name="connsiteY343" fmla="*/ 264074 h 1448753"/>
                  <a:gd name="connsiteX344" fmla="*/ 787297 w 7182489"/>
                  <a:gd name="connsiteY344" fmla="*/ 258487 h 1448753"/>
                  <a:gd name="connsiteX345" fmla="*/ 783233 w 7182489"/>
                  <a:gd name="connsiteY345" fmla="*/ 242597 h 1448753"/>
                  <a:gd name="connsiteX346" fmla="*/ 780104 w 7182489"/>
                  <a:gd name="connsiteY346" fmla="*/ 217278 h 1448753"/>
                  <a:gd name="connsiteX347" fmla="*/ 863375 w 7182489"/>
                  <a:gd name="connsiteY347" fmla="*/ 253183 h 1448753"/>
                  <a:gd name="connsiteX348" fmla="*/ 867277 w 7182489"/>
                  <a:gd name="connsiteY348" fmla="*/ 273110 h 1448753"/>
                  <a:gd name="connsiteX349" fmla="*/ 694719 w 7182489"/>
                  <a:gd name="connsiteY349" fmla="*/ 123228 h 1448753"/>
                  <a:gd name="connsiteX350" fmla="*/ 699515 w 7182489"/>
                  <a:gd name="connsiteY350" fmla="*/ 120565 h 1448753"/>
                  <a:gd name="connsiteX351" fmla="*/ 713942 w 7182489"/>
                  <a:gd name="connsiteY351" fmla="*/ 125585 h 1448753"/>
                  <a:gd name="connsiteX352" fmla="*/ 787988 w 7182489"/>
                  <a:gd name="connsiteY352" fmla="*/ 170722 h 1448753"/>
                  <a:gd name="connsiteX353" fmla="*/ 869999 w 7182489"/>
                  <a:gd name="connsiteY353" fmla="*/ 221883 h 1448753"/>
                  <a:gd name="connsiteX354" fmla="*/ 865488 w 7182489"/>
                  <a:gd name="connsiteY354" fmla="*/ 230636 h 1448753"/>
                  <a:gd name="connsiteX355" fmla="*/ 862806 w 7182489"/>
                  <a:gd name="connsiteY355" fmla="*/ 233779 h 1448753"/>
                  <a:gd name="connsiteX356" fmla="*/ 862562 w 7182489"/>
                  <a:gd name="connsiteY356" fmla="*/ 234303 h 1448753"/>
                  <a:gd name="connsiteX357" fmla="*/ 861953 w 7182489"/>
                  <a:gd name="connsiteY357" fmla="*/ 241615 h 1448753"/>
                  <a:gd name="connsiteX358" fmla="*/ 862847 w 7182489"/>
                  <a:gd name="connsiteY358" fmla="*/ 249516 h 1448753"/>
                  <a:gd name="connsiteX359" fmla="*/ 779657 w 7182489"/>
                  <a:gd name="connsiteY359" fmla="*/ 213589 h 1448753"/>
                  <a:gd name="connsiteX360" fmla="*/ 778316 w 7182489"/>
                  <a:gd name="connsiteY360" fmla="*/ 177728 h 1448753"/>
                  <a:gd name="connsiteX361" fmla="*/ 777381 w 7182489"/>
                  <a:gd name="connsiteY361" fmla="*/ 176659 h 1448753"/>
                  <a:gd name="connsiteX362" fmla="*/ 692972 w 7182489"/>
                  <a:gd name="connsiteY362" fmla="*/ 139685 h 1448753"/>
                  <a:gd name="connsiteX363" fmla="*/ 694679 w 7182489"/>
                  <a:gd name="connsiteY363" fmla="*/ 123271 h 1448753"/>
                  <a:gd name="connsiteX364" fmla="*/ 773317 w 7182489"/>
                  <a:gd name="connsiteY364" fmla="*/ 178383 h 1448753"/>
                  <a:gd name="connsiteX365" fmla="*/ 774495 w 7182489"/>
                  <a:gd name="connsiteY365" fmla="*/ 211319 h 1448753"/>
                  <a:gd name="connsiteX366" fmla="*/ 693094 w 7182489"/>
                  <a:gd name="connsiteY366" fmla="*/ 175829 h 1448753"/>
                  <a:gd name="connsiteX367" fmla="*/ 692972 w 7182489"/>
                  <a:gd name="connsiteY367" fmla="*/ 143221 h 1448753"/>
                  <a:gd name="connsiteX368" fmla="*/ 773317 w 7182489"/>
                  <a:gd name="connsiteY368" fmla="*/ 178383 h 1448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Lst>
                <a:rect l="l" t="t" r="r" b="b"/>
                <a:pathLst>
                  <a:path w="7182489" h="1448753">
                    <a:moveTo>
                      <a:pt x="7182123" y="1446047"/>
                    </a:moveTo>
                    <a:lnTo>
                      <a:pt x="6971364" y="1443755"/>
                    </a:lnTo>
                    <a:lnTo>
                      <a:pt x="6773244" y="1441943"/>
                    </a:lnTo>
                    <a:lnTo>
                      <a:pt x="6575083" y="1439804"/>
                    </a:lnTo>
                    <a:lnTo>
                      <a:pt x="6377248" y="1440546"/>
                    </a:lnTo>
                    <a:lnTo>
                      <a:pt x="6179494" y="1440918"/>
                    </a:lnTo>
                    <a:lnTo>
                      <a:pt x="5784595" y="1442249"/>
                    </a:lnTo>
                    <a:lnTo>
                      <a:pt x="5587247" y="1442467"/>
                    </a:lnTo>
                    <a:lnTo>
                      <a:pt x="5390021" y="1442904"/>
                    </a:lnTo>
                    <a:lnTo>
                      <a:pt x="5193161" y="1442685"/>
                    </a:lnTo>
                    <a:lnTo>
                      <a:pt x="4799359" y="1441027"/>
                    </a:lnTo>
                    <a:lnTo>
                      <a:pt x="4602784" y="1441136"/>
                    </a:lnTo>
                    <a:lnTo>
                      <a:pt x="4406248" y="1441092"/>
                    </a:lnTo>
                    <a:lnTo>
                      <a:pt x="4209998" y="1440459"/>
                    </a:lnTo>
                    <a:lnTo>
                      <a:pt x="4013747" y="1438975"/>
                    </a:lnTo>
                    <a:lnTo>
                      <a:pt x="3819082" y="1436618"/>
                    </a:lnTo>
                    <a:lnTo>
                      <a:pt x="3788439" y="1409335"/>
                    </a:lnTo>
                    <a:lnTo>
                      <a:pt x="3758000" y="1380349"/>
                    </a:lnTo>
                    <a:lnTo>
                      <a:pt x="3727926" y="1348744"/>
                    </a:lnTo>
                    <a:lnTo>
                      <a:pt x="3698666" y="1324495"/>
                    </a:lnTo>
                    <a:lnTo>
                      <a:pt x="3670380" y="1305833"/>
                    </a:lnTo>
                    <a:lnTo>
                      <a:pt x="3642705" y="1286233"/>
                    </a:lnTo>
                    <a:lnTo>
                      <a:pt x="3615719" y="1267571"/>
                    </a:lnTo>
                    <a:lnTo>
                      <a:pt x="3589222" y="1247207"/>
                    </a:lnTo>
                    <a:lnTo>
                      <a:pt x="3563334" y="1229724"/>
                    </a:lnTo>
                    <a:cubicBezTo>
                      <a:pt x="3562846" y="1229353"/>
                      <a:pt x="3562156" y="1229200"/>
                      <a:pt x="3561343" y="1229200"/>
                    </a:cubicBezTo>
                    <a:lnTo>
                      <a:pt x="3561343" y="1229200"/>
                    </a:lnTo>
                    <a:lnTo>
                      <a:pt x="3386306" y="1230750"/>
                    </a:lnTo>
                    <a:lnTo>
                      <a:pt x="3363710" y="1220841"/>
                    </a:lnTo>
                    <a:lnTo>
                      <a:pt x="3341196" y="1211892"/>
                    </a:lnTo>
                    <a:lnTo>
                      <a:pt x="3318560" y="1201022"/>
                    </a:lnTo>
                    <a:lnTo>
                      <a:pt x="3296451" y="1194212"/>
                    </a:lnTo>
                    <a:lnTo>
                      <a:pt x="3275603" y="1190109"/>
                    </a:lnTo>
                    <a:lnTo>
                      <a:pt x="3234841" y="1177690"/>
                    </a:lnTo>
                    <a:lnTo>
                      <a:pt x="3215090" y="1169483"/>
                    </a:lnTo>
                    <a:lnTo>
                      <a:pt x="2988197" y="1003535"/>
                    </a:lnTo>
                    <a:lnTo>
                      <a:pt x="2972510" y="989305"/>
                    </a:lnTo>
                    <a:lnTo>
                      <a:pt x="2957717" y="981251"/>
                    </a:lnTo>
                    <a:lnTo>
                      <a:pt x="2796701" y="863540"/>
                    </a:lnTo>
                    <a:lnTo>
                      <a:pt x="2784712" y="852496"/>
                    </a:lnTo>
                    <a:lnTo>
                      <a:pt x="2772886" y="838745"/>
                    </a:lnTo>
                    <a:lnTo>
                      <a:pt x="2761263" y="822179"/>
                    </a:lnTo>
                    <a:lnTo>
                      <a:pt x="2749640" y="799894"/>
                    </a:lnTo>
                    <a:lnTo>
                      <a:pt x="2738017" y="772829"/>
                    </a:lnTo>
                    <a:lnTo>
                      <a:pt x="2726800" y="758271"/>
                    </a:lnTo>
                    <a:cubicBezTo>
                      <a:pt x="2726516" y="757856"/>
                      <a:pt x="2725825" y="757529"/>
                      <a:pt x="2725012" y="757419"/>
                    </a:cubicBezTo>
                    <a:lnTo>
                      <a:pt x="2637108" y="746877"/>
                    </a:lnTo>
                    <a:lnTo>
                      <a:pt x="2605775" y="724003"/>
                    </a:lnTo>
                    <a:cubicBezTo>
                      <a:pt x="2605287" y="723632"/>
                      <a:pt x="2604596" y="723414"/>
                      <a:pt x="2603783" y="723414"/>
                    </a:cubicBezTo>
                    <a:lnTo>
                      <a:pt x="2494949" y="723261"/>
                    </a:lnTo>
                    <a:lnTo>
                      <a:pt x="2257815" y="534025"/>
                    </a:lnTo>
                    <a:cubicBezTo>
                      <a:pt x="2257327" y="533610"/>
                      <a:pt x="2256514" y="533436"/>
                      <a:pt x="2255620" y="533392"/>
                    </a:cubicBezTo>
                    <a:lnTo>
                      <a:pt x="2169707" y="535465"/>
                    </a:lnTo>
                    <a:lnTo>
                      <a:pt x="2001051" y="544109"/>
                    </a:lnTo>
                    <a:lnTo>
                      <a:pt x="1946187" y="544000"/>
                    </a:lnTo>
                    <a:lnTo>
                      <a:pt x="1901565" y="490699"/>
                    </a:lnTo>
                    <a:cubicBezTo>
                      <a:pt x="1901158" y="490219"/>
                      <a:pt x="1900264" y="489892"/>
                      <a:pt x="1899289" y="489892"/>
                    </a:cubicBezTo>
                    <a:lnTo>
                      <a:pt x="1868443" y="489848"/>
                    </a:lnTo>
                    <a:lnTo>
                      <a:pt x="1787895" y="493646"/>
                    </a:lnTo>
                    <a:lnTo>
                      <a:pt x="1707143" y="496832"/>
                    </a:lnTo>
                    <a:lnTo>
                      <a:pt x="1627692" y="497160"/>
                    </a:lnTo>
                    <a:lnTo>
                      <a:pt x="1549622" y="493689"/>
                    </a:lnTo>
                    <a:lnTo>
                      <a:pt x="1547631" y="491354"/>
                    </a:lnTo>
                    <a:lnTo>
                      <a:pt x="1545152" y="488909"/>
                    </a:lnTo>
                    <a:lnTo>
                      <a:pt x="1542470" y="486770"/>
                    </a:lnTo>
                    <a:cubicBezTo>
                      <a:pt x="1542063" y="486443"/>
                      <a:pt x="1541372" y="486247"/>
                      <a:pt x="1540681" y="486181"/>
                    </a:cubicBezTo>
                    <a:lnTo>
                      <a:pt x="1464969" y="482929"/>
                    </a:lnTo>
                    <a:cubicBezTo>
                      <a:pt x="1464481" y="482929"/>
                      <a:pt x="1464197" y="482973"/>
                      <a:pt x="1463791" y="483038"/>
                    </a:cubicBezTo>
                    <a:lnTo>
                      <a:pt x="1458223" y="484260"/>
                    </a:lnTo>
                    <a:lnTo>
                      <a:pt x="1392630" y="477865"/>
                    </a:lnTo>
                    <a:lnTo>
                      <a:pt x="1390964" y="477712"/>
                    </a:lnTo>
                    <a:lnTo>
                      <a:pt x="1389379" y="476599"/>
                    </a:lnTo>
                    <a:cubicBezTo>
                      <a:pt x="1389175" y="476425"/>
                      <a:pt x="1388891" y="476337"/>
                      <a:pt x="1388607" y="476272"/>
                    </a:cubicBezTo>
                    <a:lnTo>
                      <a:pt x="1386534" y="475573"/>
                    </a:lnTo>
                    <a:lnTo>
                      <a:pt x="1383648" y="470881"/>
                    </a:lnTo>
                    <a:lnTo>
                      <a:pt x="1380966" y="462346"/>
                    </a:lnTo>
                    <a:cubicBezTo>
                      <a:pt x="1380885" y="461932"/>
                      <a:pt x="1380275" y="461539"/>
                      <a:pt x="1379584" y="461342"/>
                    </a:cubicBezTo>
                    <a:lnTo>
                      <a:pt x="1315089" y="446588"/>
                    </a:lnTo>
                    <a:cubicBezTo>
                      <a:pt x="1314682" y="446479"/>
                      <a:pt x="1314195" y="446435"/>
                      <a:pt x="1313707" y="446479"/>
                    </a:cubicBezTo>
                    <a:lnTo>
                      <a:pt x="1306879" y="447024"/>
                    </a:lnTo>
                    <a:lnTo>
                      <a:pt x="1304319" y="446064"/>
                    </a:lnTo>
                    <a:cubicBezTo>
                      <a:pt x="1304035" y="446020"/>
                      <a:pt x="1303831" y="445955"/>
                      <a:pt x="1303547" y="445911"/>
                    </a:cubicBezTo>
                    <a:lnTo>
                      <a:pt x="1298386" y="445169"/>
                    </a:lnTo>
                    <a:lnTo>
                      <a:pt x="1239376" y="424761"/>
                    </a:lnTo>
                    <a:lnTo>
                      <a:pt x="1238482" y="418584"/>
                    </a:lnTo>
                    <a:cubicBezTo>
                      <a:pt x="1238482" y="418213"/>
                      <a:pt x="1238076" y="417842"/>
                      <a:pt x="1237507" y="417558"/>
                    </a:cubicBezTo>
                    <a:lnTo>
                      <a:pt x="1220560" y="410530"/>
                    </a:lnTo>
                    <a:lnTo>
                      <a:pt x="1218691" y="405685"/>
                    </a:lnTo>
                    <a:lnTo>
                      <a:pt x="1216130" y="392633"/>
                    </a:lnTo>
                    <a:lnTo>
                      <a:pt x="1214830" y="381501"/>
                    </a:lnTo>
                    <a:lnTo>
                      <a:pt x="1214911" y="375106"/>
                    </a:lnTo>
                    <a:lnTo>
                      <a:pt x="1216008" y="365568"/>
                    </a:lnTo>
                    <a:lnTo>
                      <a:pt x="1218569" y="350224"/>
                    </a:lnTo>
                    <a:cubicBezTo>
                      <a:pt x="1218650" y="349743"/>
                      <a:pt x="1218284" y="349263"/>
                      <a:pt x="1217593" y="349001"/>
                    </a:cubicBezTo>
                    <a:lnTo>
                      <a:pt x="1133265" y="312071"/>
                    </a:lnTo>
                    <a:cubicBezTo>
                      <a:pt x="1133265" y="312071"/>
                      <a:pt x="1132859" y="311918"/>
                      <a:pt x="1132615" y="311852"/>
                    </a:cubicBezTo>
                    <a:lnTo>
                      <a:pt x="1047881" y="292776"/>
                    </a:lnTo>
                    <a:lnTo>
                      <a:pt x="961724" y="258618"/>
                    </a:lnTo>
                    <a:lnTo>
                      <a:pt x="951848" y="254252"/>
                    </a:lnTo>
                    <a:lnTo>
                      <a:pt x="955384" y="230483"/>
                    </a:lnTo>
                    <a:cubicBezTo>
                      <a:pt x="955384" y="230483"/>
                      <a:pt x="955343" y="230221"/>
                      <a:pt x="955303" y="230068"/>
                    </a:cubicBezTo>
                    <a:lnTo>
                      <a:pt x="957050" y="215728"/>
                    </a:lnTo>
                    <a:lnTo>
                      <a:pt x="960464" y="180348"/>
                    </a:lnTo>
                    <a:lnTo>
                      <a:pt x="966967" y="86406"/>
                    </a:lnTo>
                    <a:cubicBezTo>
                      <a:pt x="966967" y="85861"/>
                      <a:pt x="966479" y="85380"/>
                      <a:pt x="965585" y="85118"/>
                    </a:cubicBezTo>
                    <a:lnTo>
                      <a:pt x="954084" y="81757"/>
                    </a:lnTo>
                    <a:lnTo>
                      <a:pt x="864676" y="65780"/>
                    </a:lnTo>
                    <a:lnTo>
                      <a:pt x="776080" y="57792"/>
                    </a:lnTo>
                    <a:lnTo>
                      <a:pt x="690127" y="53055"/>
                    </a:lnTo>
                    <a:lnTo>
                      <a:pt x="606490" y="45219"/>
                    </a:lnTo>
                    <a:lnTo>
                      <a:pt x="525332" y="36009"/>
                    </a:lnTo>
                    <a:lnTo>
                      <a:pt x="524478" y="36009"/>
                    </a:lnTo>
                    <a:lnTo>
                      <a:pt x="508222" y="37165"/>
                    </a:lnTo>
                    <a:lnTo>
                      <a:pt x="437834" y="22607"/>
                    </a:lnTo>
                    <a:lnTo>
                      <a:pt x="415279" y="20905"/>
                    </a:lnTo>
                    <a:lnTo>
                      <a:pt x="357245" y="497"/>
                    </a:lnTo>
                    <a:cubicBezTo>
                      <a:pt x="356513" y="235"/>
                      <a:pt x="355578" y="235"/>
                      <a:pt x="354766" y="431"/>
                    </a:cubicBezTo>
                    <a:lnTo>
                      <a:pt x="322457" y="9446"/>
                    </a:lnTo>
                    <a:lnTo>
                      <a:pt x="314532" y="9970"/>
                    </a:lnTo>
                    <a:lnTo>
                      <a:pt x="287466" y="6674"/>
                    </a:lnTo>
                    <a:lnTo>
                      <a:pt x="257473" y="126"/>
                    </a:lnTo>
                    <a:cubicBezTo>
                      <a:pt x="257026" y="17"/>
                      <a:pt x="256539" y="-27"/>
                      <a:pt x="256092" y="17"/>
                    </a:cubicBezTo>
                    <a:lnTo>
                      <a:pt x="183224" y="7591"/>
                    </a:lnTo>
                    <a:lnTo>
                      <a:pt x="173267" y="5888"/>
                    </a:lnTo>
                    <a:cubicBezTo>
                      <a:pt x="172780" y="5823"/>
                      <a:pt x="172292" y="5823"/>
                      <a:pt x="171764" y="5888"/>
                    </a:cubicBezTo>
                    <a:lnTo>
                      <a:pt x="93207" y="19202"/>
                    </a:lnTo>
                    <a:cubicBezTo>
                      <a:pt x="92881" y="19268"/>
                      <a:pt x="92516" y="19377"/>
                      <a:pt x="92231" y="19530"/>
                    </a:cubicBezTo>
                    <a:lnTo>
                      <a:pt x="85444" y="23153"/>
                    </a:lnTo>
                    <a:lnTo>
                      <a:pt x="79430" y="28217"/>
                    </a:lnTo>
                    <a:lnTo>
                      <a:pt x="73049" y="29548"/>
                    </a:lnTo>
                    <a:lnTo>
                      <a:pt x="69554" y="29766"/>
                    </a:lnTo>
                    <a:lnTo>
                      <a:pt x="64596" y="28107"/>
                    </a:lnTo>
                    <a:cubicBezTo>
                      <a:pt x="64108" y="27955"/>
                      <a:pt x="63580" y="27846"/>
                      <a:pt x="63011" y="27889"/>
                    </a:cubicBezTo>
                    <a:lnTo>
                      <a:pt x="39155" y="29483"/>
                    </a:lnTo>
                    <a:lnTo>
                      <a:pt x="2579" y="29112"/>
                    </a:lnTo>
                    <a:lnTo>
                      <a:pt x="2539" y="29112"/>
                    </a:lnTo>
                    <a:cubicBezTo>
                      <a:pt x="1685" y="29112"/>
                      <a:pt x="913" y="29330"/>
                      <a:pt x="466" y="29701"/>
                    </a:cubicBezTo>
                    <a:cubicBezTo>
                      <a:pt x="-22" y="30072"/>
                      <a:pt x="-144" y="30552"/>
                      <a:pt x="182" y="30989"/>
                    </a:cubicBezTo>
                    <a:lnTo>
                      <a:pt x="1116" y="32364"/>
                    </a:lnTo>
                    <a:cubicBezTo>
                      <a:pt x="1360" y="32778"/>
                      <a:pt x="1970" y="33106"/>
                      <a:pt x="2701" y="33215"/>
                    </a:cubicBezTo>
                    <a:lnTo>
                      <a:pt x="23631" y="36991"/>
                    </a:lnTo>
                    <a:lnTo>
                      <a:pt x="67238" y="43277"/>
                    </a:lnTo>
                    <a:lnTo>
                      <a:pt x="146079" y="64383"/>
                    </a:lnTo>
                    <a:lnTo>
                      <a:pt x="223417" y="79356"/>
                    </a:lnTo>
                    <a:lnTo>
                      <a:pt x="299414" y="88523"/>
                    </a:lnTo>
                    <a:lnTo>
                      <a:pt x="374517" y="89593"/>
                    </a:lnTo>
                    <a:lnTo>
                      <a:pt x="449863" y="88742"/>
                    </a:lnTo>
                    <a:lnTo>
                      <a:pt x="526917" y="92103"/>
                    </a:lnTo>
                    <a:lnTo>
                      <a:pt x="606408" y="111223"/>
                    </a:lnTo>
                    <a:lnTo>
                      <a:pt x="688461" y="141016"/>
                    </a:lnTo>
                    <a:lnTo>
                      <a:pt x="688583" y="176506"/>
                    </a:lnTo>
                    <a:cubicBezTo>
                      <a:pt x="688583" y="176921"/>
                      <a:pt x="688989" y="177357"/>
                      <a:pt x="689558" y="177619"/>
                    </a:cubicBezTo>
                    <a:lnTo>
                      <a:pt x="775268" y="214921"/>
                    </a:lnTo>
                    <a:lnTo>
                      <a:pt x="778722" y="242902"/>
                    </a:lnTo>
                    <a:lnTo>
                      <a:pt x="782908" y="259054"/>
                    </a:lnTo>
                    <a:cubicBezTo>
                      <a:pt x="782908" y="259054"/>
                      <a:pt x="782989" y="259272"/>
                      <a:pt x="783030" y="259382"/>
                    </a:cubicBezTo>
                    <a:lnTo>
                      <a:pt x="787582" y="265362"/>
                    </a:lnTo>
                    <a:lnTo>
                      <a:pt x="792255" y="269356"/>
                    </a:lnTo>
                    <a:cubicBezTo>
                      <a:pt x="792499" y="269574"/>
                      <a:pt x="792865" y="269771"/>
                      <a:pt x="793231" y="269880"/>
                    </a:cubicBezTo>
                    <a:lnTo>
                      <a:pt x="850574" y="285224"/>
                    </a:lnTo>
                    <a:lnTo>
                      <a:pt x="874145" y="288913"/>
                    </a:lnTo>
                    <a:lnTo>
                      <a:pt x="883248" y="289437"/>
                    </a:lnTo>
                    <a:lnTo>
                      <a:pt x="935714" y="307116"/>
                    </a:lnTo>
                    <a:cubicBezTo>
                      <a:pt x="936365" y="307334"/>
                      <a:pt x="937137" y="307378"/>
                      <a:pt x="937909" y="307225"/>
                    </a:cubicBezTo>
                    <a:lnTo>
                      <a:pt x="939250" y="306963"/>
                    </a:lnTo>
                    <a:cubicBezTo>
                      <a:pt x="940144" y="306811"/>
                      <a:pt x="940794" y="306330"/>
                      <a:pt x="940876" y="305785"/>
                    </a:cubicBezTo>
                    <a:lnTo>
                      <a:pt x="942867" y="296945"/>
                    </a:lnTo>
                    <a:lnTo>
                      <a:pt x="943964" y="290550"/>
                    </a:lnTo>
                    <a:cubicBezTo>
                      <a:pt x="944046" y="290070"/>
                      <a:pt x="943761" y="289633"/>
                      <a:pt x="943192" y="289371"/>
                    </a:cubicBezTo>
                    <a:lnTo>
                      <a:pt x="868780" y="251808"/>
                    </a:lnTo>
                    <a:lnTo>
                      <a:pt x="867561" y="241571"/>
                    </a:lnTo>
                    <a:lnTo>
                      <a:pt x="868171" y="234696"/>
                    </a:lnTo>
                    <a:lnTo>
                      <a:pt x="870812" y="231596"/>
                    </a:lnTo>
                    <a:lnTo>
                      <a:pt x="875852" y="221905"/>
                    </a:lnTo>
                    <a:cubicBezTo>
                      <a:pt x="876095" y="221425"/>
                      <a:pt x="875852" y="220945"/>
                      <a:pt x="875323" y="220574"/>
                    </a:cubicBezTo>
                    <a:lnTo>
                      <a:pt x="792377" y="168780"/>
                    </a:lnTo>
                    <a:lnTo>
                      <a:pt x="718047" y="123533"/>
                    </a:lnTo>
                    <a:cubicBezTo>
                      <a:pt x="718047" y="123533"/>
                      <a:pt x="717681" y="123358"/>
                      <a:pt x="717518" y="123271"/>
                    </a:cubicBezTo>
                    <a:lnTo>
                      <a:pt x="701018" y="117574"/>
                    </a:lnTo>
                    <a:cubicBezTo>
                      <a:pt x="700043" y="117203"/>
                      <a:pt x="698743" y="117313"/>
                      <a:pt x="697889" y="117727"/>
                    </a:cubicBezTo>
                    <a:lnTo>
                      <a:pt x="691021" y="121569"/>
                    </a:lnTo>
                    <a:cubicBezTo>
                      <a:pt x="690574" y="121831"/>
                      <a:pt x="690330" y="122158"/>
                      <a:pt x="690249" y="122529"/>
                    </a:cubicBezTo>
                    <a:lnTo>
                      <a:pt x="688623" y="137764"/>
                    </a:lnTo>
                    <a:lnTo>
                      <a:pt x="608725" y="108778"/>
                    </a:lnTo>
                    <a:lnTo>
                      <a:pt x="528542" y="89396"/>
                    </a:lnTo>
                    <a:cubicBezTo>
                      <a:pt x="528258" y="89331"/>
                      <a:pt x="528014" y="89287"/>
                      <a:pt x="527689" y="89287"/>
                    </a:cubicBezTo>
                    <a:lnTo>
                      <a:pt x="449944" y="85926"/>
                    </a:lnTo>
                    <a:lnTo>
                      <a:pt x="374435" y="86777"/>
                    </a:lnTo>
                    <a:lnTo>
                      <a:pt x="299942" y="85708"/>
                    </a:lnTo>
                    <a:lnTo>
                      <a:pt x="224758" y="76715"/>
                    </a:lnTo>
                    <a:lnTo>
                      <a:pt x="147949" y="61786"/>
                    </a:lnTo>
                    <a:lnTo>
                      <a:pt x="68985" y="40680"/>
                    </a:lnTo>
                    <a:lnTo>
                      <a:pt x="25053" y="34284"/>
                    </a:lnTo>
                    <a:lnTo>
                      <a:pt x="12374" y="31993"/>
                    </a:lnTo>
                    <a:lnTo>
                      <a:pt x="39399" y="32255"/>
                    </a:lnTo>
                    <a:lnTo>
                      <a:pt x="62727" y="30770"/>
                    </a:lnTo>
                    <a:lnTo>
                      <a:pt x="67685" y="32364"/>
                    </a:lnTo>
                    <a:cubicBezTo>
                      <a:pt x="68132" y="32516"/>
                      <a:pt x="68701" y="32582"/>
                      <a:pt x="69229" y="32582"/>
                    </a:cubicBezTo>
                    <a:lnTo>
                      <a:pt x="73943" y="32320"/>
                    </a:lnTo>
                    <a:cubicBezTo>
                      <a:pt x="74187" y="32320"/>
                      <a:pt x="74390" y="32320"/>
                      <a:pt x="74634" y="32276"/>
                    </a:cubicBezTo>
                    <a:lnTo>
                      <a:pt x="82071" y="30683"/>
                    </a:lnTo>
                    <a:cubicBezTo>
                      <a:pt x="82559" y="30574"/>
                      <a:pt x="83006" y="30356"/>
                      <a:pt x="83331" y="30159"/>
                    </a:cubicBezTo>
                    <a:lnTo>
                      <a:pt x="89386" y="24986"/>
                    </a:lnTo>
                    <a:lnTo>
                      <a:pt x="95401" y="21843"/>
                    </a:lnTo>
                    <a:lnTo>
                      <a:pt x="172617" y="8726"/>
                    </a:lnTo>
                    <a:lnTo>
                      <a:pt x="182493" y="10384"/>
                    </a:lnTo>
                    <a:cubicBezTo>
                      <a:pt x="182899" y="10428"/>
                      <a:pt x="183265" y="10493"/>
                      <a:pt x="183671" y="10428"/>
                    </a:cubicBezTo>
                    <a:lnTo>
                      <a:pt x="256376" y="2920"/>
                    </a:lnTo>
                    <a:lnTo>
                      <a:pt x="286084" y="9358"/>
                    </a:lnTo>
                    <a:lnTo>
                      <a:pt x="313963" y="12829"/>
                    </a:lnTo>
                    <a:cubicBezTo>
                      <a:pt x="314247" y="12873"/>
                      <a:pt x="314573" y="12873"/>
                      <a:pt x="314857" y="12829"/>
                    </a:cubicBezTo>
                    <a:lnTo>
                      <a:pt x="323676" y="12174"/>
                    </a:lnTo>
                    <a:cubicBezTo>
                      <a:pt x="323960" y="12174"/>
                      <a:pt x="324204" y="12130"/>
                      <a:pt x="324489" y="12065"/>
                    </a:cubicBezTo>
                    <a:lnTo>
                      <a:pt x="355903" y="3334"/>
                    </a:lnTo>
                    <a:lnTo>
                      <a:pt x="413206" y="23480"/>
                    </a:lnTo>
                    <a:cubicBezTo>
                      <a:pt x="413490" y="23589"/>
                      <a:pt x="413856" y="23633"/>
                      <a:pt x="414181" y="23699"/>
                    </a:cubicBezTo>
                    <a:lnTo>
                      <a:pt x="436736" y="25357"/>
                    </a:lnTo>
                    <a:lnTo>
                      <a:pt x="507166" y="39959"/>
                    </a:lnTo>
                    <a:cubicBezTo>
                      <a:pt x="507572" y="40025"/>
                      <a:pt x="508019" y="40068"/>
                      <a:pt x="508385" y="40025"/>
                    </a:cubicBezTo>
                    <a:lnTo>
                      <a:pt x="524844" y="38846"/>
                    </a:lnTo>
                    <a:lnTo>
                      <a:pt x="605636" y="48013"/>
                    </a:lnTo>
                    <a:lnTo>
                      <a:pt x="689517" y="55849"/>
                    </a:lnTo>
                    <a:lnTo>
                      <a:pt x="775552" y="60585"/>
                    </a:lnTo>
                    <a:lnTo>
                      <a:pt x="863619" y="68530"/>
                    </a:lnTo>
                    <a:lnTo>
                      <a:pt x="952214" y="84398"/>
                    </a:lnTo>
                    <a:lnTo>
                      <a:pt x="961927" y="87214"/>
                    </a:lnTo>
                    <a:lnTo>
                      <a:pt x="955506" y="180369"/>
                    </a:lnTo>
                    <a:lnTo>
                      <a:pt x="952133" y="215750"/>
                    </a:lnTo>
                    <a:lnTo>
                      <a:pt x="950345" y="230134"/>
                    </a:lnTo>
                    <a:cubicBezTo>
                      <a:pt x="950345" y="230134"/>
                      <a:pt x="950385" y="230352"/>
                      <a:pt x="950426" y="230505"/>
                    </a:cubicBezTo>
                    <a:lnTo>
                      <a:pt x="946809" y="254798"/>
                    </a:lnTo>
                    <a:cubicBezTo>
                      <a:pt x="946768" y="255278"/>
                      <a:pt x="947581" y="255911"/>
                      <a:pt x="948231" y="256238"/>
                    </a:cubicBezTo>
                    <a:lnTo>
                      <a:pt x="958798" y="260866"/>
                    </a:lnTo>
                    <a:lnTo>
                      <a:pt x="1045605" y="295177"/>
                    </a:lnTo>
                    <a:lnTo>
                      <a:pt x="1130543" y="314406"/>
                    </a:lnTo>
                    <a:lnTo>
                      <a:pt x="1213611" y="350682"/>
                    </a:lnTo>
                    <a:lnTo>
                      <a:pt x="1211132" y="365349"/>
                    </a:lnTo>
                    <a:lnTo>
                      <a:pt x="1210034" y="374997"/>
                    </a:lnTo>
                    <a:lnTo>
                      <a:pt x="1209953" y="381545"/>
                    </a:lnTo>
                    <a:lnTo>
                      <a:pt x="1211254" y="392829"/>
                    </a:lnTo>
                    <a:lnTo>
                      <a:pt x="1213936" y="406143"/>
                    </a:lnTo>
                    <a:lnTo>
                      <a:pt x="1216008" y="411622"/>
                    </a:lnTo>
                    <a:cubicBezTo>
                      <a:pt x="1216090" y="411949"/>
                      <a:pt x="1216496" y="412255"/>
                      <a:pt x="1216984" y="412473"/>
                    </a:cubicBezTo>
                    <a:lnTo>
                      <a:pt x="1233727" y="419392"/>
                    </a:lnTo>
                    <a:lnTo>
                      <a:pt x="1234622" y="425634"/>
                    </a:lnTo>
                    <a:cubicBezTo>
                      <a:pt x="1234743" y="426114"/>
                      <a:pt x="1235109" y="426485"/>
                      <a:pt x="1235800" y="426747"/>
                    </a:cubicBezTo>
                    <a:lnTo>
                      <a:pt x="1296232" y="447635"/>
                    </a:lnTo>
                    <a:cubicBezTo>
                      <a:pt x="1296232" y="447635"/>
                      <a:pt x="1296719" y="447788"/>
                      <a:pt x="1296923" y="447788"/>
                    </a:cubicBezTo>
                    <a:lnTo>
                      <a:pt x="1302084" y="448530"/>
                    </a:lnTo>
                    <a:lnTo>
                      <a:pt x="1305173" y="449643"/>
                    </a:lnTo>
                    <a:cubicBezTo>
                      <a:pt x="1305660" y="449796"/>
                      <a:pt x="1306270" y="449862"/>
                      <a:pt x="1306879" y="449862"/>
                    </a:cubicBezTo>
                    <a:lnTo>
                      <a:pt x="1314113" y="449272"/>
                    </a:lnTo>
                    <a:lnTo>
                      <a:pt x="1376496" y="463547"/>
                    </a:lnTo>
                    <a:lnTo>
                      <a:pt x="1378975" y="471535"/>
                    </a:lnTo>
                    <a:lnTo>
                      <a:pt x="1382267" y="476970"/>
                    </a:lnTo>
                    <a:cubicBezTo>
                      <a:pt x="1382470" y="477298"/>
                      <a:pt x="1383161" y="477603"/>
                      <a:pt x="1383648" y="477822"/>
                    </a:cubicBezTo>
                    <a:lnTo>
                      <a:pt x="1386046" y="478520"/>
                    </a:lnTo>
                    <a:lnTo>
                      <a:pt x="1388038" y="479851"/>
                    </a:lnTo>
                    <a:cubicBezTo>
                      <a:pt x="1388322" y="480070"/>
                      <a:pt x="1388932" y="480222"/>
                      <a:pt x="1389419" y="480332"/>
                    </a:cubicBezTo>
                    <a:lnTo>
                      <a:pt x="1458385" y="487098"/>
                    </a:lnTo>
                    <a:cubicBezTo>
                      <a:pt x="1458873" y="487141"/>
                      <a:pt x="1459361" y="487098"/>
                      <a:pt x="1459767" y="486989"/>
                    </a:cubicBezTo>
                    <a:lnTo>
                      <a:pt x="1465497" y="485766"/>
                    </a:lnTo>
                    <a:lnTo>
                      <a:pt x="1539300" y="488866"/>
                    </a:lnTo>
                    <a:lnTo>
                      <a:pt x="1543445" y="492642"/>
                    </a:lnTo>
                    <a:lnTo>
                      <a:pt x="1545924" y="495566"/>
                    </a:lnTo>
                    <a:cubicBezTo>
                      <a:pt x="1546330" y="496047"/>
                      <a:pt x="1547103" y="496309"/>
                      <a:pt x="1547997" y="496352"/>
                    </a:cubicBezTo>
                    <a:lnTo>
                      <a:pt x="1627773" y="499866"/>
                    </a:lnTo>
                    <a:lnTo>
                      <a:pt x="1707631" y="499604"/>
                    </a:lnTo>
                    <a:lnTo>
                      <a:pt x="1788585" y="496396"/>
                    </a:lnTo>
                    <a:lnTo>
                      <a:pt x="1868931" y="492620"/>
                    </a:lnTo>
                    <a:lnTo>
                      <a:pt x="1897988" y="492685"/>
                    </a:lnTo>
                    <a:lnTo>
                      <a:pt x="1942652" y="545964"/>
                    </a:lnTo>
                    <a:cubicBezTo>
                      <a:pt x="1943058" y="546444"/>
                      <a:pt x="1943952" y="546772"/>
                      <a:pt x="1944927" y="546772"/>
                    </a:cubicBezTo>
                    <a:lnTo>
                      <a:pt x="2001661" y="546815"/>
                    </a:lnTo>
                    <a:lnTo>
                      <a:pt x="2170439" y="538237"/>
                    </a:lnTo>
                    <a:lnTo>
                      <a:pt x="2254767" y="536208"/>
                    </a:lnTo>
                    <a:lnTo>
                      <a:pt x="2491901" y="725378"/>
                    </a:lnTo>
                    <a:cubicBezTo>
                      <a:pt x="2492389" y="725749"/>
                      <a:pt x="2493202" y="725967"/>
                      <a:pt x="2493974" y="725967"/>
                    </a:cubicBezTo>
                    <a:lnTo>
                      <a:pt x="2602808" y="726186"/>
                    </a:lnTo>
                    <a:lnTo>
                      <a:pt x="2633938" y="748929"/>
                    </a:lnTo>
                    <a:cubicBezTo>
                      <a:pt x="2634223" y="749191"/>
                      <a:pt x="2634832" y="749365"/>
                      <a:pt x="2635442" y="749475"/>
                    </a:cubicBezTo>
                    <a:lnTo>
                      <a:pt x="2723062" y="759973"/>
                    </a:lnTo>
                    <a:lnTo>
                      <a:pt x="2733587" y="773615"/>
                    </a:lnTo>
                    <a:lnTo>
                      <a:pt x="2745088" y="800527"/>
                    </a:lnTo>
                    <a:lnTo>
                      <a:pt x="2756711" y="823008"/>
                    </a:lnTo>
                    <a:lnTo>
                      <a:pt x="2768497" y="839793"/>
                    </a:lnTo>
                    <a:lnTo>
                      <a:pt x="2780486" y="853696"/>
                    </a:lnTo>
                    <a:lnTo>
                      <a:pt x="2792678" y="865046"/>
                    </a:lnTo>
                    <a:lnTo>
                      <a:pt x="2954100" y="983019"/>
                    </a:lnTo>
                    <a:lnTo>
                      <a:pt x="2968771" y="990963"/>
                    </a:lnTo>
                    <a:lnTo>
                      <a:pt x="2984133" y="1005042"/>
                    </a:lnTo>
                    <a:lnTo>
                      <a:pt x="3211554" y="1171251"/>
                    </a:lnTo>
                    <a:cubicBezTo>
                      <a:pt x="3211554" y="1171251"/>
                      <a:pt x="3211839" y="1171403"/>
                      <a:pt x="3212042" y="1171513"/>
                    </a:cubicBezTo>
                    <a:lnTo>
                      <a:pt x="3232281" y="1179938"/>
                    </a:lnTo>
                    <a:lnTo>
                      <a:pt x="3273774" y="1192553"/>
                    </a:lnTo>
                    <a:lnTo>
                      <a:pt x="3294623" y="1196591"/>
                    </a:lnTo>
                    <a:lnTo>
                      <a:pt x="3315958" y="1203205"/>
                    </a:lnTo>
                    <a:lnTo>
                      <a:pt x="3338270" y="1213965"/>
                    </a:lnTo>
                    <a:lnTo>
                      <a:pt x="3360906" y="1222958"/>
                    </a:lnTo>
                    <a:lnTo>
                      <a:pt x="3384112" y="1233151"/>
                    </a:lnTo>
                    <a:cubicBezTo>
                      <a:pt x="3384600" y="1233369"/>
                      <a:pt x="3385128" y="1233478"/>
                      <a:pt x="3385697" y="1233478"/>
                    </a:cubicBezTo>
                    <a:lnTo>
                      <a:pt x="3385697" y="1233478"/>
                    </a:lnTo>
                    <a:lnTo>
                      <a:pt x="3560409" y="1231928"/>
                    </a:lnTo>
                    <a:lnTo>
                      <a:pt x="3585402" y="1248822"/>
                    </a:lnTo>
                    <a:lnTo>
                      <a:pt x="3611980" y="1269164"/>
                    </a:lnTo>
                    <a:lnTo>
                      <a:pt x="3638965" y="1287870"/>
                    </a:lnTo>
                    <a:lnTo>
                      <a:pt x="3666763" y="1307492"/>
                    </a:lnTo>
                    <a:lnTo>
                      <a:pt x="3694845" y="1326088"/>
                    </a:lnTo>
                    <a:lnTo>
                      <a:pt x="3723822" y="1350119"/>
                    </a:lnTo>
                    <a:lnTo>
                      <a:pt x="3753773" y="1381615"/>
                    </a:lnTo>
                    <a:lnTo>
                      <a:pt x="3784456" y="1410710"/>
                    </a:lnTo>
                    <a:lnTo>
                      <a:pt x="3815708" y="1438626"/>
                    </a:lnTo>
                    <a:cubicBezTo>
                      <a:pt x="3816196" y="1439040"/>
                      <a:pt x="3817009" y="1439324"/>
                      <a:pt x="3817903" y="1439324"/>
                    </a:cubicBezTo>
                    <a:lnTo>
                      <a:pt x="4013950" y="1441682"/>
                    </a:lnTo>
                    <a:lnTo>
                      <a:pt x="4210201" y="1443166"/>
                    </a:lnTo>
                    <a:lnTo>
                      <a:pt x="4406574" y="1443799"/>
                    </a:lnTo>
                    <a:lnTo>
                      <a:pt x="4603108" y="1443864"/>
                    </a:lnTo>
                    <a:lnTo>
                      <a:pt x="4799685" y="1443711"/>
                    </a:lnTo>
                    <a:lnTo>
                      <a:pt x="5193404" y="1445414"/>
                    </a:lnTo>
                    <a:lnTo>
                      <a:pt x="5390468" y="1445632"/>
                    </a:lnTo>
                    <a:lnTo>
                      <a:pt x="5587612" y="1445217"/>
                    </a:lnTo>
                    <a:lnTo>
                      <a:pt x="5784960" y="1444955"/>
                    </a:lnTo>
                    <a:lnTo>
                      <a:pt x="6179859" y="1443690"/>
                    </a:lnTo>
                    <a:lnTo>
                      <a:pt x="6377695" y="1443318"/>
                    </a:lnTo>
                    <a:lnTo>
                      <a:pt x="6575449" y="1442576"/>
                    </a:lnTo>
                    <a:lnTo>
                      <a:pt x="6773488" y="1444650"/>
                    </a:lnTo>
                    <a:lnTo>
                      <a:pt x="6971648" y="1446462"/>
                    </a:lnTo>
                    <a:lnTo>
                      <a:pt x="7182489" y="1448753"/>
                    </a:lnTo>
                    <a:lnTo>
                      <a:pt x="7182489" y="1445981"/>
                    </a:lnTo>
                    <a:close/>
                    <a:moveTo>
                      <a:pt x="938315" y="290986"/>
                    </a:moveTo>
                    <a:lnTo>
                      <a:pt x="935674" y="303995"/>
                    </a:lnTo>
                    <a:lnTo>
                      <a:pt x="884914" y="286883"/>
                    </a:lnTo>
                    <a:cubicBezTo>
                      <a:pt x="884549" y="286774"/>
                      <a:pt x="884223" y="286730"/>
                      <a:pt x="883858" y="286730"/>
                    </a:cubicBezTo>
                    <a:lnTo>
                      <a:pt x="876217" y="286250"/>
                    </a:lnTo>
                    <a:cubicBezTo>
                      <a:pt x="876990" y="285923"/>
                      <a:pt x="877396" y="285399"/>
                      <a:pt x="877152" y="284809"/>
                    </a:cubicBezTo>
                    <a:lnTo>
                      <a:pt x="872316" y="272718"/>
                    </a:lnTo>
                    <a:lnTo>
                      <a:pt x="869024" y="256042"/>
                    </a:lnTo>
                    <a:lnTo>
                      <a:pt x="938275" y="290986"/>
                    </a:lnTo>
                    <a:close/>
                    <a:moveTo>
                      <a:pt x="867317" y="273132"/>
                    </a:moveTo>
                    <a:lnTo>
                      <a:pt x="872235" y="285442"/>
                    </a:lnTo>
                    <a:cubicBezTo>
                      <a:pt x="872275" y="285552"/>
                      <a:pt x="872397" y="285704"/>
                      <a:pt x="872519" y="285813"/>
                    </a:cubicBezTo>
                    <a:lnTo>
                      <a:pt x="851833" y="282605"/>
                    </a:lnTo>
                    <a:lnTo>
                      <a:pt x="795588" y="267479"/>
                    </a:lnTo>
                    <a:lnTo>
                      <a:pt x="791524" y="264074"/>
                    </a:lnTo>
                    <a:lnTo>
                      <a:pt x="787297" y="258487"/>
                    </a:lnTo>
                    <a:lnTo>
                      <a:pt x="783233" y="242597"/>
                    </a:lnTo>
                    <a:lnTo>
                      <a:pt x="780104" y="217278"/>
                    </a:lnTo>
                    <a:lnTo>
                      <a:pt x="863375" y="253183"/>
                    </a:lnTo>
                    <a:lnTo>
                      <a:pt x="867277" y="273110"/>
                    </a:lnTo>
                    <a:close/>
                    <a:moveTo>
                      <a:pt x="694719" y="123228"/>
                    </a:moveTo>
                    <a:lnTo>
                      <a:pt x="699515" y="120565"/>
                    </a:lnTo>
                    <a:lnTo>
                      <a:pt x="713942" y="125585"/>
                    </a:lnTo>
                    <a:lnTo>
                      <a:pt x="787988" y="170722"/>
                    </a:lnTo>
                    <a:lnTo>
                      <a:pt x="869999" y="221883"/>
                    </a:lnTo>
                    <a:lnTo>
                      <a:pt x="865488" y="230636"/>
                    </a:lnTo>
                    <a:lnTo>
                      <a:pt x="862806" y="233779"/>
                    </a:lnTo>
                    <a:cubicBezTo>
                      <a:pt x="862684" y="233997"/>
                      <a:pt x="862603" y="234150"/>
                      <a:pt x="862562" y="234303"/>
                    </a:cubicBezTo>
                    <a:lnTo>
                      <a:pt x="861953" y="241615"/>
                    </a:lnTo>
                    <a:lnTo>
                      <a:pt x="862847" y="249516"/>
                    </a:lnTo>
                    <a:lnTo>
                      <a:pt x="779657" y="213589"/>
                    </a:lnTo>
                    <a:lnTo>
                      <a:pt x="778316" y="177728"/>
                    </a:lnTo>
                    <a:cubicBezTo>
                      <a:pt x="778316" y="177314"/>
                      <a:pt x="777991" y="176921"/>
                      <a:pt x="777381" y="176659"/>
                    </a:cubicBezTo>
                    <a:lnTo>
                      <a:pt x="692972" y="139685"/>
                    </a:lnTo>
                    <a:lnTo>
                      <a:pt x="694679" y="123271"/>
                    </a:lnTo>
                    <a:close/>
                    <a:moveTo>
                      <a:pt x="773317" y="178383"/>
                    </a:moveTo>
                    <a:lnTo>
                      <a:pt x="774495" y="211319"/>
                    </a:lnTo>
                    <a:lnTo>
                      <a:pt x="693094" y="175829"/>
                    </a:lnTo>
                    <a:lnTo>
                      <a:pt x="692972" y="143221"/>
                    </a:lnTo>
                    <a:lnTo>
                      <a:pt x="773317" y="17838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2" name="Freeform: Shape 371">
                <a:extLst>
                  <a:ext uri="{FF2B5EF4-FFF2-40B4-BE49-F238E27FC236}">
                    <a16:creationId xmlns:a16="http://schemas.microsoft.com/office/drawing/2014/main" id="{DE69612B-0BC4-4F9E-9CD5-8D864A2E21CC}"/>
                  </a:ext>
                </a:extLst>
              </p:cNvPr>
              <p:cNvSpPr/>
              <p:nvPr/>
            </p:nvSpPr>
            <p:spPr>
              <a:xfrm>
                <a:off x="7101595" y="6138549"/>
                <a:ext cx="1209853" cy="4801"/>
              </a:xfrm>
              <a:custGeom>
                <a:avLst/>
                <a:gdLst>
                  <a:gd name="connsiteX0" fmla="*/ 1207374 w 1209853"/>
                  <a:gd name="connsiteY0" fmla="*/ 4780 h 4801"/>
                  <a:gd name="connsiteX1" fmla="*/ 1207374 w 1209853"/>
                  <a:gd name="connsiteY1" fmla="*/ 4780 h 4801"/>
                  <a:gd name="connsiteX2" fmla="*/ 2560 w 1209853"/>
                  <a:gd name="connsiteY2" fmla="*/ 2816 h 4801"/>
                  <a:gd name="connsiteX3" fmla="*/ 0 w 1209853"/>
                  <a:gd name="connsiteY3" fmla="*/ 1375 h 4801"/>
                  <a:gd name="connsiteX4" fmla="*/ 2560 w 1209853"/>
                  <a:gd name="connsiteY4" fmla="*/ 0 h 4801"/>
                  <a:gd name="connsiteX5" fmla="*/ 2560 w 1209853"/>
                  <a:gd name="connsiteY5" fmla="*/ 0 h 4801"/>
                  <a:gd name="connsiteX6" fmla="*/ 1207374 w 1209853"/>
                  <a:gd name="connsiteY6" fmla="*/ 2030 h 4801"/>
                  <a:gd name="connsiteX7" fmla="*/ 1209853 w 1209853"/>
                  <a:gd name="connsiteY7" fmla="*/ 3427 h 4801"/>
                  <a:gd name="connsiteX8" fmla="*/ 1207374 w 1209853"/>
                  <a:gd name="connsiteY8" fmla="*/ 4802 h 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9853" h="4801">
                    <a:moveTo>
                      <a:pt x="1207374" y="4780"/>
                    </a:moveTo>
                    <a:lnTo>
                      <a:pt x="1207374" y="4780"/>
                    </a:lnTo>
                    <a:lnTo>
                      <a:pt x="2560" y="2816"/>
                    </a:lnTo>
                    <a:cubicBezTo>
                      <a:pt x="1179" y="2772"/>
                      <a:pt x="0" y="2183"/>
                      <a:pt x="0" y="1375"/>
                    </a:cubicBezTo>
                    <a:cubicBezTo>
                      <a:pt x="0" y="633"/>
                      <a:pt x="1179" y="0"/>
                      <a:pt x="2560" y="0"/>
                    </a:cubicBezTo>
                    <a:lnTo>
                      <a:pt x="2560" y="0"/>
                    </a:lnTo>
                    <a:lnTo>
                      <a:pt x="1207374" y="2030"/>
                    </a:lnTo>
                    <a:cubicBezTo>
                      <a:pt x="1208756" y="2030"/>
                      <a:pt x="1209853" y="2619"/>
                      <a:pt x="1209853" y="3427"/>
                    </a:cubicBezTo>
                    <a:cubicBezTo>
                      <a:pt x="1209853" y="4234"/>
                      <a:pt x="1208756" y="4802"/>
                      <a:pt x="1207374" y="480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3" name="Freeform: Shape 372">
                <a:extLst>
                  <a:ext uri="{FF2B5EF4-FFF2-40B4-BE49-F238E27FC236}">
                    <a16:creationId xmlns:a16="http://schemas.microsoft.com/office/drawing/2014/main" id="{16B18F22-001A-43CE-B6D2-CD5DB82D19F2}"/>
                  </a:ext>
                </a:extLst>
              </p:cNvPr>
              <p:cNvSpPr/>
              <p:nvPr/>
            </p:nvSpPr>
            <p:spPr>
              <a:xfrm>
                <a:off x="4722083" y="6664288"/>
                <a:ext cx="179133" cy="238604"/>
              </a:xfrm>
              <a:custGeom>
                <a:avLst/>
                <a:gdLst>
                  <a:gd name="connsiteX0" fmla="*/ 5568 w 179133"/>
                  <a:gd name="connsiteY0" fmla="*/ 238604 h 238604"/>
                  <a:gd name="connsiteX1" fmla="*/ 41046 w 179133"/>
                  <a:gd name="connsiteY1" fmla="*/ 195541 h 238604"/>
                  <a:gd name="connsiteX2" fmla="*/ 59741 w 179133"/>
                  <a:gd name="connsiteY2" fmla="*/ 172143 h 238604"/>
                  <a:gd name="connsiteX3" fmla="*/ 77988 w 179133"/>
                  <a:gd name="connsiteY3" fmla="*/ 147959 h 238604"/>
                  <a:gd name="connsiteX4" fmla="*/ 113223 w 179133"/>
                  <a:gd name="connsiteY4" fmla="*/ 97125 h 238604"/>
                  <a:gd name="connsiteX5" fmla="*/ 130251 w 179133"/>
                  <a:gd name="connsiteY5" fmla="*/ 73094 h 238604"/>
                  <a:gd name="connsiteX6" fmla="*/ 146873 w 179133"/>
                  <a:gd name="connsiteY6" fmla="*/ 47731 h 238604"/>
                  <a:gd name="connsiteX7" fmla="*/ 163048 w 179133"/>
                  <a:gd name="connsiteY7" fmla="*/ 22041 h 238604"/>
                  <a:gd name="connsiteX8" fmla="*/ 178938 w 179133"/>
                  <a:gd name="connsiteY8" fmla="*/ 2005 h 238604"/>
                  <a:gd name="connsiteX9" fmla="*/ 177597 w 179133"/>
                  <a:gd name="connsiteY9" fmla="*/ 128 h 238604"/>
                  <a:gd name="connsiteX10" fmla="*/ 174264 w 179133"/>
                  <a:gd name="connsiteY10" fmla="*/ 826 h 238604"/>
                  <a:gd name="connsiteX11" fmla="*/ 158333 w 179133"/>
                  <a:gd name="connsiteY11" fmla="*/ 20972 h 238604"/>
                  <a:gd name="connsiteX12" fmla="*/ 142077 w 179133"/>
                  <a:gd name="connsiteY12" fmla="*/ 46771 h 238604"/>
                  <a:gd name="connsiteX13" fmla="*/ 125496 w 179133"/>
                  <a:gd name="connsiteY13" fmla="*/ 72133 h 238604"/>
                  <a:gd name="connsiteX14" fmla="*/ 73314 w 179133"/>
                  <a:gd name="connsiteY14" fmla="*/ 146889 h 238604"/>
                  <a:gd name="connsiteX15" fmla="*/ 55108 w 179133"/>
                  <a:gd name="connsiteY15" fmla="*/ 171029 h 238604"/>
                  <a:gd name="connsiteX16" fmla="*/ 36413 w 179133"/>
                  <a:gd name="connsiteY16" fmla="*/ 194362 h 238604"/>
                  <a:gd name="connsiteX17" fmla="*/ 0 w 179133"/>
                  <a:gd name="connsiteY17" fmla="*/ 238583 h 238604"/>
                  <a:gd name="connsiteX18" fmla="*/ 5608 w 179133"/>
                  <a:gd name="connsiteY18" fmla="*/ 238583 h 238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9133" h="238604">
                    <a:moveTo>
                      <a:pt x="5568" y="238604"/>
                    </a:moveTo>
                    <a:lnTo>
                      <a:pt x="41046" y="195541"/>
                    </a:lnTo>
                    <a:lnTo>
                      <a:pt x="59741" y="172143"/>
                    </a:lnTo>
                    <a:lnTo>
                      <a:pt x="77988" y="147959"/>
                    </a:lnTo>
                    <a:lnTo>
                      <a:pt x="113223" y="97125"/>
                    </a:lnTo>
                    <a:lnTo>
                      <a:pt x="130251" y="73094"/>
                    </a:lnTo>
                    <a:lnTo>
                      <a:pt x="146873" y="47731"/>
                    </a:lnTo>
                    <a:lnTo>
                      <a:pt x="163048" y="22041"/>
                    </a:lnTo>
                    <a:lnTo>
                      <a:pt x="178938" y="2005"/>
                    </a:lnTo>
                    <a:cubicBezTo>
                      <a:pt x="179466" y="1263"/>
                      <a:pt x="178897" y="455"/>
                      <a:pt x="177597" y="128"/>
                    </a:cubicBezTo>
                    <a:cubicBezTo>
                      <a:pt x="176377" y="-200"/>
                      <a:pt x="174833" y="128"/>
                      <a:pt x="174264" y="826"/>
                    </a:cubicBezTo>
                    <a:lnTo>
                      <a:pt x="158333" y="20972"/>
                    </a:lnTo>
                    <a:lnTo>
                      <a:pt x="142077" y="46771"/>
                    </a:lnTo>
                    <a:lnTo>
                      <a:pt x="125496" y="72133"/>
                    </a:lnTo>
                    <a:lnTo>
                      <a:pt x="73314" y="146889"/>
                    </a:lnTo>
                    <a:lnTo>
                      <a:pt x="55108" y="171029"/>
                    </a:lnTo>
                    <a:lnTo>
                      <a:pt x="36413" y="194362"/>
                    </a:lnTo>
                    <a:lnTo>
                      <a:pt x="0" y="238583"/>
                    </a:lnTo>
                    <a:lnTo>
                      <a:pt x="5608" y="23858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4" name="Freeform: Shape 373">
                <a:extLst>
                  <a:ext uri="{FF2B5EF4-FFF2-40B4-BE49-F238E27FC236}">
                    <a16:creationId xmlns:a16="http://schemas.microsoft.com/office/drawing/2014/main" id="{F0C33E9E-5E3A-4138-825C-64438A51054A}"/>
                  </a:ext>
                </a:extLst>
              </p:cNvPr>
              <p:cNvSpPr/>
              <p:nvPr/>
            </p:nvSpPr>
            <p:spPr>
              <a:xfrm>
                <a:off x="9959049" y="5897781"/>
                <a:ext cx="2233031" cy="117448"/>
              </a:xfrm>
              <a:custGeom>
                <a:avLst/>
                <a:gdLst>
                  <a:gd name="connsiteX0" fmla="*/ 2232951 w 2233031"/>
                  <a:gd name="connsiteY0" fmla="*/ 78183 h 117448"/>
                  <a:gd name="connsiteX1" fmla="*/ 2186215 w 2233031"/>
                  <a:gd name="connsiteY1" fmla="*/ 82352 h 117448"/>
                  <a:gd name="connsiteX2" fmla="*/ 2089572 w 2233031"/>
                  <a:gd name="connsiteY2" fmla="*/ 91715 h 117448"/>
                  <a:gd name="connsiteX3" fmla="*/ 1993052 w 2233031"/>
                  <a:gd name="connsiteY3" fmla="*/ 99966 h 117448"/>
                  <a:gd name="connsiteX4" fmla="*/ 1896492 w 2233031"/>
                  <a:gd name="connsiteY4" fmla="*/ 106579 h 117448"/>
                  <a:gd name="connsiteX5" fmla="*/ 1799931 w 2233031"/>
                  <a:gd name="connsiteY5" fmla="*/ 111381 h 117448"/>
                  <a:gd name="connsiteX6" fmla="*/ 1704305 w 2233031"/>
                  <a:gd name="connsiteY6" fmla="*/ 114524 h 117448"/>
                  <a:gd name="connsiteX7" fmla="*/ 1671956 w 2233031"/>
                  <a:gd name="connsiteY7" fmla="*/ 98438 h 117448"/>
                  <a:gd name="connsiteX8" fmla="*/ 1670087 w 2233031"/>
                  <a:gd name="connsiteY8" fmla="*/ 98067 h 117448"/>
                  <a:gd name="connsiteX9" fmla="*/ 1575314 w 2233031"/>
                  <a:gd name="connsiteY9" fmla="*/ 102279 h 117448"/>
                  <a:gd name="connsiteX10" fmla="*/ 1543575 w 2233031"/>
                  <a:gd name="connsiteY10" fmla="*/ 82395 h 117448"/>
                  <a:gd name="connsiteX11" fmla="*/ 1511916 w 2233031"/>
                  <a:gd name="connsiteY11" fmla="*/ 68754 h 117448"/>
                  <a:gd name="connsiteX12" fmla="*/ 1510330 w 2233031"/>
                  <a:gd name="connsiteY12" fmla="*/ 68492 h 117448"/>
                  <a:gd name="connsiteX13" fmla="*/ 1415193 w 2233031"/>
                  <a:gd name="connsiteY13" fmla="*/ 69081 h 117448"/>
                  <a:gd name="connsiteX14" fmla="*/ 1320623 w 2233031"/>
                  <a:gd name="connsiteY14" fmla="*/ 76546 h 117448"/>
                  <a:gd name="connsiteX15" fmla="*/ 1227070 w 2233031"/>
                  <a:gd name="connsiteY15" fmla="*/ 80867 h 117448"/>
                  <a:gd name="connsiteX16" fmla="*/ 1198094 w 2233031"/>
                  <a:gd name="connsiteY16" fmla="*/ 65109 h 117448"/>
                  <a:gd name="connsiteX17" fmla="*/ 1169321 w 2233031"/>
                  <a:gd name="connsiteY17" fmla="*/ 52536 h 117448"/>
                  <a:gd name="connsiteX18" fmla="*/ 1140344 w 2233031"/>
                  <a:gd name="connsiteY18" fmla="*/ 35534 h 117448"/>
                  <a:gd name="connsiteX19" fmla="*/ 1138434 w 2233031"/>
                  <a:gd name="connsiteY19" fmla="*/ 35097 h 117448"/>
                  <a:gd name="connsiteX20" fmla="*/ 1138434 w 2233031"/>
                  <a:gd name="connsiteY20" fmla="*/ 35097 h 117448"/>
                  <a:gd name="connsiteX21" fmla="*/ 1107182 w 2233031"/>
                  <a:gd name="connsiteY21" fmla="*/ 35206 h 117448"/>
                  <a:gd name="connsiteX22" fmla="*/ 1107100 w 2233031"/>
                  <a:gd name="connsiteY22" fmla="*/ 35163 h 117448"/>
                  <a:gd name="connsiteX23" fmla="*/ 1105394 w 2233031"/>
                  <a:gd name="connsiteY23" fmla="*/ 34835 h 117448"/>
                  <a:gd name="connsiteX24" fmla="*/ 1080318 w 2233031"/>
                  <a:gd name="connsiteY24" fmla="*/ 35315 h 117448"/>
                  <a:gd name="connsiteX25" fmla="*/ 1072679 w 2233031"/>
                  <a:gd name="connsiteY25" fmla="*/ 35315 h 117448"/>
                  <a:gd name="connsiteX26" fmla="*/ 1047360 w 2233031"/>
                  <a:gd name="connsiteY26" fmla="*/ 23856 h 117448"/>
                  <a:gd name="connsiteX27" fmla="*/ 1046872 w 2233031"/>
                  <a:gd name="connsiteY27" fmla="*/ 23529 h 117448"/>
                  <a:gd name="connsiteX28" fmla="*/ 1045694 w 2233031"/>
                  <a:gd name="connsiteY28" fmla="*/ 23114 h 117448"/>
                  <a:gd name="connsiteX29" fmla="*/ 1044678 w 2233031"/>
                  <a:gd name="connsiteY29" fmla="*/ 23005 h 117448"/>
                  <a:gd name="connsiteX30" fmla="*/ 994974 w 2233031"/>
                  <a:gd name="connsiteY30" fmla="*/ 24489 h 117448"/>
                  <a:gd name="connsiteX31" fmla="*/ 902316 w 2233031"/>
                  <a:gd name="connsiteY31" fmla="*/ 28811 h 117448"/>
                  <a:gd name="connsiteX32" fmla="*/ 813802 w 2233031"/>
                  <a:gd name="connsiteY32" fmla="*/ 28113 h 117448"/>
                  <a:gd name="connsiteX33" fmla="*/ 796042 w 2233031"/>
                  <a:gd name="connsiteY33" fmla="*/ 11066 h 117448"/>
                  <a:gd name="connsiteX34" fmla="*/ 793969 w 2233031"/>
                  <a:gd name="connsiteY34" fmla="*/ 10368 h 117448"/>
                  <a:gd name="connsiteX35" fmla="*/ 705658 w 2233031"/>
                  <a:gd name="connsiteY35" fmla="*/ 8403 h 117448"/>
                  <a:gd name="connsiteX36" fmla="*/ 621006 w 2233031"/>
                  <a:gd name="connsiteY36" fmla="*/ 4845 h 117448"/>
                  <a:gd name="connsiteX37" fmla="*/ 536840 w 2233031"/>
                  <a:gd name="connsiteY37" fmla="*/ 2772 h 117448"/>
                  <a:gd name="connsiteX38" fmla="*/ 453122 w 2233031"/>
                  <a:gd name="connsiteY38" fmla="*/ 1593 h 117448"/>
                  <a:gd name="connsiteX39" fmla="*/ 368306 w 2233031"/>
                  <a:gd name="connsiteY39" fmla="*/ 0 h 117448"/>
                  <a:gd name="connsiteX40" fmla="*/ 281581 w 2233031"/>
                  <a:gd name="connsiteY40" fmla="*/ 1441 h 117448"/>
                  <a:gd name="connsiteX41" fmla="*/ 192497 w 2233031"/>
                  <a:gd name="connsiteY41" fmla="*/ 3470 h 117448"/>
                  <a:gd name="connsiteX42" fmla="*/ 101627 w 2233031"/>
                  <a:gd name="connsiteY42" fmla="*/ 11197 h 117448"/>
                  <a:gd name="connsiteX43" fmla="*/ 9374 w 2233031"/>
                  <a:gd name="connsiteY43" fmla="*/ 18705 h 117448"/>
                  <a:gd name="connsiteX44" fmla="*/ 1936 w 2233031"/>
                  <a:gd name="connsiteY44" fmla="*/ 19709 h 117448"/>
                  <a:gd name="connsiteX45" fmla="*/ 67 w 2233031"/>
                  <a:gd name="connsiteY45" fmla="*/ 21412 h 117448"/>
                  <a:gd name="connsiteX46" fmla="*/ 3237 w 2233031"/>
                  <a:gd name="connsiteY46" fmla="*/ 22416 h 117448"/>
                  <a:gd name="connsiteX47" fmla="*/ 10390 w 2233031"/>
                  <a:gd name="connsiteY47" fmla="*/ 21455 h 117448"/>
                  <a:gd name="connsiteX48" fmla="*/ 102480 w 2233031"/>
                  <a:gd name="connsiteY48" fmla="*/ 13947 h 117448"/>
                  <a:gd name="connsiteX49" fmla="*/ 193067 w 2233031"/>
                  <a:gd name="connsiteY49" fmla="*/ 6264 h 117448"/>
                  <a:gd name="connsiteX50" fmla="*/ 281783 w 2233031"/>
                  <a:gd name="connsiteY50" fmla="*/ 4234 h 117448"/>
                  <a:gd name="connsiteX51" fmla="*/ 368387 w 2233031"/>
                  <a:gd name="connsiteY51" fmla="*/ 2794 h 117448"/>
                  <a:gd name="connsiteX52" fmla="*/ 453122 w 2233031"/>
                  <a:gd name="connsiteY52" fmla="*/ 4387 h 117448"/>
                  <a:gd name="connsiteX53" fmla="*/ 536758 w 2233031"/>
                  <a:gd name="connsiteY53" fmla="*/ 5566 h 117448"/>
                  <a:gd name="connsiteX54" fmla="*/ 620803 w 2233031"/>
                  <a:gd name="connsiteY54" fmla="*/ 7639 h 117448"/>
                  <a:gd name="connsiteX55" fmla="*/ 705455 w 2233031"/>
                  <a:gd name="connsiteY55" fmla="*/ 11219 h 117448"/>
                  <a:gd name="connsiteX56" fmla="*/ 792466 w 2233031"/>
                  <a:gd name="connsiteY56" fmla="*/ 13140 h 117448"/>
                  <a:gd name="connsiteX57" fmla="*/ 810225 w 2233031"/>
                  <a:gd name="connsiteY57" fmla="*/ 30186 h 117448"/>
                  <a:gd name="connsiteX58" fmla="*/ 812420 w 2233031"/>
                  <a:gd name="connsiteY58" fmla="*/ 30885 h 117448"/>
                  <a:gd name="connsiteX59" fmla="*/ 902518 w 2233031"/>
                  <a:gd name="connsiteY59" fmla="*/ 31627 h 117448"/>
                  <a:gd name="connsiteX60" fmla="*/ 995381 w 2233031"/>
                  <a:gd name="connsiteY60" fmla="*/ 27305 h 117448"/>
                  <a:gd name="connsiteX61" fmla="*/ 1043986 w 2233031"/>
                  <a:gd name="connsiteY61" fmla="*/ 25864 h 117448"/>
                  <a:gd name="connsiteX62" fmla="*/ 1067476 w 2233031"/>
                  <a:gd name="connsiteY62" fmla="*/ 36516 h 117448"/>
                  <a:gd name="connsiteX63" fmla="*/ 1070158 w 2233031"/>
                  <a:gd name="connsiteY63" fmla="*/ 37804 h 117448"/>
                  <a:gd name="connsiteX64" fmla="*/ 1071866 w 2233031"/>
                  <a:gd name="connsiteY64" fmla="*/ 38131 h 117448"/>
                  <a:gd name="connsiteX65" fmla="*/ 1071866 w 2233031"/>
                  <a:gd name="connsiteY65" fmla="*/ 38131 h 117448"/>
                  <a:gd name="connsiteX66" fmla="*/ 1104702 w 2233031"/>
                  <a:gd name="connsiteY66" fmla="*/ 37716 h 117448"/>
                  <a:gd name="connsiteX67" fmla="*/ 1104784 w 2233031"/>
                  <a:gd name="connsiteY67" fmla="*/ 37716 h 117448"/>
                  <a:gd name="connsiteX68" fmla="*/ 1106369 w 2233031"/>
                  <a:gd name="connsiteY68" fmla="*/ 38044 h 117448"/>
                  <a:gd name="connsiteX69" fmla="*/ 1137418 w 2233031"/>
                  <a:gd name="connsiteY69" fmla="*/ 37935 h 117448"/>
                  <a:gd name="connsiteX70" fmla="*/ 1165906 w 2233031"/>
                  <a:gd name="connsiteY70" fmla="*/ 54610 h 117448"/>
                  <a:gd name="connsiteX71" fmla="*/ 1194761 w 2233031"/>
                  <a:gd name="connsiteY71" fmla="*/ 67182 h 117448"/>
                  <a:gd name="connsiteX72" fmla="*/ 1224347 w 2233031"/>
                  <a:gd name="connsiteY72" fmla="*/ 83334 h 117448"/>
                  <a:gd name="connsiteX73" fmla="*/ 1226339 w 2233031"/>
                  <a:gd name="connsiteY73" fmla="*/ 83770 h 117448"/>
                  <a:gd name="connsiteX74" fmla="*/ 1321314 w 2233031"/>
                  <a:gd name="connsiteY74" fmla="*/ 79339 h 117448"/>
                  <a:gd name="connsiteX75" fmla="*/ 1415680 w 2233031"/>
                  <a:gd name="connsiteY75" fmla="*/ 71875 h 117448"/>
                  <a:gd name="connsiteX76" fmla="*/ 1509640 w 2233031"/>
                  <a:gd name="connsiteY76" fmla="*/ 71351 h 117448"/>
                  <a:gd name="connsiteX77" fmla="*/ 1540201 w 2233031"/>
                  <a:gd name="connsiteY77" fmla="*/ 84512 h 117448"/>
                  <a:gd name="connsiteX78" fmla="*/ 1572428 w 2233031"/>
                  <a:gd name="connsiteY78" fmla="*/ 104702 h 117448"/>
                  <a:gd name="connsiteX79" fmla="*/ 1574501 w 2233031"/>
                  <a:gd name="connsiteY79" fmla="*/ 105138 h 117448"/>
                  <a:gd name="connsiteX80" fmla="*/ 1669437 w 2233031"/>
                  <a:gd name="connsiteY80" fmla="*/ 100926 h 117448"/>
                  <a:gd name="connsiteX81" fmla="*/ 1701786 w 2233031"/>
                  <a:gd name="connsiteY81" fmla="*/ 117078 h 117448"/>
                  <a:gd name="connsiteX82" fmla="*/ 1703492 w 2233031"/>
                  <a:gd name="connsiteY82" fmla="*/ 117449 h 117448"/>
                  <a:gd name="connsiteX83" fmla="*/ 1703574 w 2233031"/>
                  <a:gd name="connsiteY83" fmla="*/ 117449 h 117448"/>
                  <a:gd name="connsiteX84" fmla="*/ 1800419 w 2233031"/>
                  <a:gd name="connsiteY84" fmla="*/ 114262 h 117448"/>
                  <a:gd name="connsiteX85" fmla="*/ 1897061 w 2233031"/>
                  <a:gd name="connsiteY85" fmla="*/ 109416 h 117448"/>
                  <a:gd name="connsiteX86" fmla="*/ 1993784 w 2233031"/>
                  <a:gd name="connsiteY86" fmla="*/ 102868 h 117448"/>
                  <a:gd name="connsiteX87" fmla="*/ 2090548 w 2233031"/>
                  <a:gd name="connsiteY87" fmla="*/ 94553 h 117448"/>
                  <a:gd name="connsiteX88" fmla="*/ 2187109 w 2233031"/>
                  <a:gd name="connsiteY88" fmla="*/ 85167 h 117448"/>
                  <a:gd name="connsiteX89" fmla="*/ 2233032 w 2233031"/>
                  <a:gd name="connsiteY89" fmla="*/ 81129 h 117448"/>
                  <a:gd name="connsiteX90" fmla="*/ 2233032 w 2233031"/>
                  <a:gd name="connsiteY90" fmla="*/ 78248 h 11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233031" h="117448">
                    <a:moveTo>
                      <a:pt x="2232951" y="78183"/>
                    </a:moveTo>
                    <a:lnTo>
                      <a:pt x="2186215" y="82352"/>
                    </a:lnTo>
                    <a:lnTo>
                      <a:pt x="2089572" y="91715"/>
                    </a:lnTo>
                    <a:lnTo>
                      <a:pt x="1993052" y="99966"/>
                    </a:lnTo>
                    <a:lnTo>
                      <a:pt x="1896492" y="106579"/>
                    </a:lnTo>
                    <a:lnTo>
                      <a:pt x="1799931" y="111381"/>
                    </a:lnTo>
                    <a:lnTo>
                      <a:pt x="1704305" y="114524"/>
                    </a:lnTo>
                    <a:lnTo>
                      <a:pt x="1671956" y="98438"/>
                    </a:lnTo>
                    <a:cubicBezTo>
                      <a:pt x="1671469" y="98176"/>
                      <a:pt x="1670655" y="98067"/>
                      <a:pt x="1670087" y="98067"/>
                    </a:cubicBezTo>
                    <a:lnTo>
                      <a:pt x="1575314" y="102279"/>
                    </a:lnTo>
                    <a:lnTo>
                      <a:pt x="1543575" y="82395"/>
                    </a:lnTo>
                    <a:lnTo>
                      <a:pt x="1511916" y="68754"/>
                    </a:lnTo>
                    <a:cubicBezTo>
                      <a:pt x="1511509" y="68601"/>
                      <a:pt x="1510941" y="68426"/>
                      <a:pt x="1510330" y="68492"/>
                    </a:cubicBezTo>
                    <a:lnTo>
                      <a:pt x="1415193" y="69081"/>
                    </a:lnTo>
                    <a:lnTo>
                      <a:pt x="1320623" y="76546"/>
                    </a:lnTo>
                    <a:lnTo>
                      <a:pt x="1227070" y="80867"/>
                    </a:lnTo>
                    <a:lnTo>
                      <a:pt x="1198094" y="65109"/>
                    </a:lnTo>
                    <a:lnTo>
                      <a:pt x="1169321" y="52536"/>
                    </a:lnTo>
                    <a:lnTo>
                      <a:pt x="1140344" y="35534"/>
                    </a:lnTo>
                    <a:cubicBezTo>
                      <a:pt x="1139857" y="35272"/>
                      <a:pt x="1139166" y="35097"/>
                      <a:pt x="1138434" y="35097"/>
                    </a:cubicBezTo>
                    <a:lnTo>
                      <a:pt x="1138434" y="35097"/>
                    </a:lnTo>
                    <a:lnTo>
                      <a:pt x="1107182" y="35206"/>
                    </a:lnTo>
                    <a:lnTo>
                      <a:pt x="1107100" y="35163"/>
                    </a:lnTo>
                    <a:cubicBezTo>
                      <a:pt x="1106613" y="34944"/>
                      <a:pt x="1106003" y="34835"/>
                      <a:pt x="1105394" y="34835"/>
                    </a:cubicBezTo>
                    <a:lnTo>
                      <a:pt x="1080318" y="35315"/>
                    </a:lnTo>
                    <a:lnTo>
                      <a:pt x="1072679" y="35315"/>
                    </a:lnTo>
                    <a:lnTo>
                      <a:pt x="1047360" y="23856"/>
                    </a:lnTo>
                    <a:lnTo>
                      <a:pt x="1046872" y="23529"/>
                    </a:lnTo>
                    <a:cubicBezTo>
                      <a:pt x="1046547" y="23311"/>
                      <a:pt x="1045978" y="23158"/>
                      <a:pt x="1045694" y="23114"/>
                    </a:cubicBezTo>
                    <a:cubicBezTo>
                      <a:pt x="1045287" y="23071"/>
                      <a:pt x="1045002" y="23005"/>
                      <a:pt x="1044678" y="23005"/>
                    </a:cubicBezTo>
                    <a:lnTo>
                      <a:pt x="994974" y="24489"/>
                    </a:lnTo>
                    <a:lnTo>
                      <a:pt x="902316" y="28811"/>
                    </a:lnTo>
                    <a:lnTo>
                      <a:pt x="813802" y="28113"/>
                    </a:lnTo>
                    <a:lnTo>
                      <a:pt x="796042" y="11066"/>
                    </a:lnTo>
                    <a:cubicBezTo>
                      <a:pt x="795636" y="10651"/>
                      <a:pt x="794863" y="10368"/>
                      <a:pt x="793969" y="10368"/>
                    </a:cubicBezTo>
                    <a:lnTo>
                      <a:pt x="705658" y="8403"/>
                    </a:lnTo>
                    <a:lnTo>
                      <a:pt x="621006" y="4845"/>
                    </a:lnTo>
                    <a:lnTo>
                      <a:pt x="536840" y="2772"/>
                    </a:lnTo>
                    <a:lnTo>
                      <a:pt x="453122" y="1593"/>
                    </a:lnTo>
                    <a:lnTo>
                      <a:pt x="368306" y="0"/>
                    </a:lnTo>
                    <a:lnTo>
                      <a:pt x="281581" y="1441"/>
                    </a:lnTo>
                    <a:lnTo>
                      <a:pt x="192497" y="3470"/>
                    </a:lnTo>
                    <a:lnTo>
                      <a:pt x="101627" y="11197"/>
                    </a:lnTo>
                    <a:lnTo>
                      <a:pt x="9374" y="18705"/>
                    </a:lnTo>
                    <a:lnTo>
                      <a:pt x="1936" y="19709"/>
                    </a:lnTo>
                    <a:cubicBezTo>
                      <a:pt x="636" y="19884"/>
                      <a:pt x="-258" y="20626"/>
                      <a:pt x="67" y="21412"/>
                    </a:cubicBezTo>
                    <a:cubicBezTo>
                      <a:pt x="473" y="22154"/>
                      <a:pt x="1774" y="22590"/>
                      <a:pt x="3237" y="22416"/>
                    </a:cubicBezTo>
                    <a:lnTo>
                      <a:pt x="10390" y="21455"/>
                    </a:lnTo>
                    <a:lnTo>
                      <a:pt x="102480" y="13947"/>
                    </a:lnTo>
                    <a:lnTo>
                      <a:pt x="193067" y="6264"/>
                    </a:lnTo>
                    <a:lnTo>
                      <a:pt x="281783" y="4234"/>
                    </a:lnTo>
                    <a:lnTo>
                      <a:pt x="368387" y="2794"/>
                    </a:lnTo>
                    <a:lnTo>
                      <a:pt x="453122" y="4387"/>
                    </a:lnTo>
                    <a:lnTo>
                      <a:pt x="536758" y="5566"/>
                    </a:lnTo>
                    <a:lnTo>
                      <a:pt x="620803" y="7639"/>
                    </a:lnTo>
                    <a:lnTo>
                      <a:pt x="705455" y="11219"/>
                    </a:lnTo>
                    <a:lnTo>
                      <a:pt x="792466" y="13140"/>
                    </a:lnTo>
                    <a:lnTo>
                      <a:pt x="810225" y="30186"/>
                    </a:lnTo>
                    <a:cubicBezTo>
                      <a:pt x="810713" y="30601"/>
                      <a:pt x="811526" y="30885"/>
                      <a:pt x="812420" y="30885"/>
                    </a:cubicBezTo>
                    <a:lnTo>
                      <a:pt x="902518" y="31627"/>
                    </a:lnTo>
                    <a:lnTo>
                      <a:pt x="995381" y="27305"/>
                    </a:lnTo>
                    <a:lnTo>
                      <a:pt x="1043986" y="25864"/>
                    </a:lnTo>
                    <a:lnTo>
                      <a:pt x="1067476" y="36516"/>
                    </a:lnTo>
                    <a:lnTo>
                      <a:pt x="1070158" y="37804"/>
                    </a:lnTo>
                    <a:cubicBezTo>
                      <a:pt x="1070647" y="38022"/>
                      <a:pt x="1071256" y="38131"/>
                      <a:pt x="1071866" y="38131"/>
                    </a:cubicBezTo>
                    <a:lnTo>
                      <a:pt x="1071866" y="38131"/>
                    </a:lnTo>
                    <a:lnTo>
                      <a:pt x="1104702" y="37716"/>
                    </a:lnTo>
                    <a:lnTo>
                      <a:pt x="1104784" y="37716"/>
                    </a:lnTo>
                    <a:cubicBezTo>
                      <a:pt x="1105272" y="37935"/>
                      <a:pt x="1106166" y="37978"/>
                      <a:pt x="1106369" y="38044"/>
                    </a:cubicBezTo>
                    <a:lnTo>
                      <a:pt x="1137418" y="37935"/>
                    </a:lnTo>
                    <a:lnTo>
                      <a:pt x="1165906" y="54610"/>
                    </a:lnTo>
                    <a:lnTo>
                      <a:pt x="1194761" y="67182"/>
                    </a:lnTo>
                    <a:lnTo>
                      <a:pt x="1224347" y="83334"/>
                    </a:lnTo>
                    <a:cubicBezTo>
                      <a:pt x="1224956" y="83661"/>
                      <a:pt x="1225647" y="83770"/>
                      <a:pt x="1226339" y="83770"/>
                    </a:cubicBezTo>
                    <a:lnTo>
                      <a:pt x="1321314" y="79339"/>
                    </a:lnTo>
                    <a:lnTo>
                      <a:pt x="1415680" y="71875"/>
                    </a:lnTo>
                    <a:lnTo>
                      <a:pt x="1509640" y="71351"/>
                    </a:lnTo>
                    <a:lnTo>
                      <a:pt x="1540201" y="84512"/>
                    </a:lnTo>
                    <a:lnTo>
                      <a:pt x="1572428" y="104702"/>
                    </a:lnTo>
                    <a:cubicBezTo>
                      <a:pt x="1572917" y="105029"/>
                      <a:pt x="1573933" y="105182"/>
                      <a:pt x="1574501" y="105138"/>
                    </a:cubicBezTo>
                    <a:lnTo>
                      <a:pt x="1669437" y="100926"/>
                    </a:lnTo>
                    <a:lnTo>
                      <a:pt x="1701786" y="117078"/>
                    </a:lnTo>
                    <a:cubicBezTo>
                      <a:pt x="1702192" y="117296"/>
                      <a:pt x="1702883" y="117449"/>
                      <a:pt x="1703492" y="117449"/>
                    </a:cubicBezTo>
                    <a:lnTo>
                      <a:pt x="1703574" y="117449"/>
                    </a:lnTo>
                    <a:lnTo>
                      <a:pt x="1800419" y="114262"/>
                    </a:lnTo>
                    <a:lnTo>
                      <a:pt x="1897061" y="109416"/>
                    </a:lnTo>
                    <a:lnTo>
                      <a:pt x="1993784" y="102868"/>
                    </a:lnTo>
                    <a:lnTo>
                      <a:pt x="2090548" y="94553"/>
                    </a:lnTo>
                    <a:lnTo>
                      <a:pt x="2187109" y="85167"/>
                    </a:lnTo>
                    <a:lnTo>
                      <a:pt x="2233032" y="81129"/>
                    </a:lnTo>
                    <a:lnTo>
                      <a:pt x="2233032" y="7824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5" name="Freeform: Shape 374">
                <a:extLst>
                  <a:ext uri="{FF2B5EF4-FFF2-40B4-BE49-F238E27FC236}">
                    <a16:creationId xmlns:a16="http://schemas.microsoft.com/office/drawing/2014/main" id="{4A46E628-CB14-4DFA-A929-62785DC5C371}"/>
                  </a:ext>
                </a:extLst>
              </p:cNvPr>
              <p:cNvSpPr/>
              <p:nvPr/>
            </p:nvSpPr>
            <p:spPr>
              <a:xfrm>
                <a:off x="4042155" y="5972541"/>
                <a:ext cx="69351" cy="69273"/>
              </a:xfrm>
              <a:custGeom>
                <a:avLst/>
                <a:gdLst>
                  <a:gd name="connsiteX0" fmla="*/ 2541 w 69351"/>
                  <a:gd name="connsiteY0" fmla="*/ 69273 h 69273"/>
                  <a:gd name="connsiteX1" fmla="*/ 1647 w 69351"/>
                  <a:gd name="connsiteY1" fmla="*/ 69164 h 69273"/>
                  <a:gd name="connsiteX2" fmla="*/ 184 w 69351"/>
                  <a:gd name="connsiteY2" fmla="*/ 67352 h 69273"/>
                  <a:gd name="connsiteX3" fmla="*/ 14570 w 69351"/>
                  <a:gd name="connsiteY3" fmla="*/ 47054 h 69273"/>
                  <a:gd name="connsiteX4" fmla="*/ 30013 w 69351"/>
                  <a:gd name="connsiteY4" fmla="*/ 27432 h 69273"/>
                  <a:gd name="connsiteX5" fmla="*/ 46757 w 69351"/>
                  <a:gd name="connsiteY5" fmla="*/ 12721 h 69273"/>
                  <a:gd name="connsiteX6" fmla="*/ 64842 w 69351"/>
                  <a:gd name="connsiteY6" fmla="*/ 520 h 69273"/>
                  <a:gd name="connsiteX7" fmla="*/ 68459 w 69351"/>
                  <a:gd name="connsiteY7" fmla="*/ 301 h 69273"/>
                  <a:gd name="connsiteX8" fmla="*/ 68784 w 69351"/>
                  <a:gd name="connsiteY8" fmla="*/ 2331 h 69273"/>
                  <a:gd name="connsiteX9" fmla="*/ 50780 w 69351"/>
                  <a:gd name="connsiteY9" fmla="*/ 14379 h 69273"/>
                  <a:gd name="connsiteX10" fmla="*/ 34403 w 69351"/>
                  <a:gd name="connsiteY10" fmla="*/ 28763 h 69273"/>
                  <a:gd name="connsiteX11" fmla="*/ 19244 w 69351"/>
                  <a:gd name="connsiteY11" fmla="*/ 48101 h 69273"/>
                  <a:gd name="connsiteX12" fmla="*/ 4857 w 69351"/>
                  <a:gd name="connsiteY12" fmla="*/ 68356 h 69273"/>
                  <a:gd name="connsiteX13" fmla="*/ 2459 w 69351"/>
                  <a:gd name="connsiteY13" fmla="*/ 69273 h 69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351" h="69273">
                    <a:moveTo>
                      <a:pt x="2541" y="69273"/>
                    </a:moveTo>
                    <a:cubicBezTo>
                      <a:pt x="2256" y="69273"/>
                      <a:pt x="1931" y="69229"/>
                      <a:pt x="1647" y="69164"/>
                    </a:cubicBezTo>
                    <a:cubicBezTo>
                      <a:pt x="306" y="68902"/>
                      <a:pt x="-345" y="68051"/>
                      <a:pt x="184" y="67352"/>
                    </a:cubicBezTo>
                    <a:lnTo>
                      <a:pt x="14570" y="47054"/>
                    </a:lnTo>
                    <a:lnTo>
                      <a:pt x="30013" y="27432"/>
                    </a:lnTo>
                    <a:lnTo>
                      <a:pt x="46757" y="12721"/>
                    </a:lnTo>
                    <a:lnTo>
                      <a:pt x="64842" y="520"/>
                    </a:lnTo>
                    <a:cubicBezTo>
                      <a:pt x="65736" y="-70"/>
                      <a:pt x="67362" y="-179"/>
                      <a:pt x="68459" y="301"/>
                    </a:cubicBezTo>
                    <a:cubicBezTo>
                      <a:pt x="69475" y="825"/>
                      <a:pt x="69678" y="1676"/>
                      <a:pt x="68784" y="2331"/>
                    </a:cubicBezTo>
                    <a:lnTo>
                      <a:pt x="50780" y="14379"/>
                    </a:lnTo>
                    <a:lnTo>
                      <a:pt x="34403" y="28763"/>
                    </a:lnTo>
                    <a:lnTo>
                      <a:pt x="19244" y="48101"/>
                    </a:lnTo>
                    <a:lnTo>
                      <a:pt x="4857" y="68356"/>
                    </a:lnTo>
                    <a:cubicBezTo>
                      <a:pt x="4451" y="68946"/>
                      <a:pt x="3516" y="69273"/>
                      <a:pt x="2459" y="6927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6" name="Freeform: Shape 375">
                <a:extLst>
                  <a:ext uri="{FF2B5EF4-FFF2-40B4-BE49-F238E27FC236}">
                    <a16:creationId xmlns:a16="http://schemas.microsoft.com/office/drawing/2014/main" id="{EE3EB047-9E2F-4169-ACFD-639974E6E6C0}"/>
                  </a:ext>
                </a:extLst>
              </p:cNvPr>
              <p:cNvSpPr/>
              <p:nvPr/>
            </p:nvSpPr>
            <p:spPr>
              <a:xfrm>
                <a:off x="8802031" y="5724347"/>
                <a:ext cx="1166863" cy="22634"/>
              </a:xfrm>
              <a:custGeom>
                <a:avLst/>
                <a:gdLst>
                  <a:gd name="connsiteX0" fmla="*/ 778727 w 1166863"/>
                  <a:gd name="connsiteY0" fmla="*/ 22634 h 22634"/>
                  <a:gd name="connsiteX1" fmla="*/ 776532 w 1166863"/>
                  <a:gd name="connsiteY1" fmla="*/ 22045 h 22634"/>
                  <a:gd name="connsiteX2" fmla="*/ 766331 w 1166863"/>
                  <a:gd name="connsiteY2" fmla="*/ 13358 h 22634"/>
                  <a:gd name="connsiteX3" fmla="*/ 704396 w 1166863"/>
                  <a:gd name="connsiteY3" fmla="*/ 12769 h 22634"/>
                  <a:gd name="connsiteX4" fmla="*/ 702201 w 1166863"/>
                  <a:gd name="connsiteY4" fmla="*/ 12070 h 22634"/>
                  <a:gd name="connsiteX5" fmla="*/ 693261 w 1166863"/>
                  <a:gd name="connsiteY5" fmla="*/ 3972 h 22634"/>
                  <a:gd name="connsiteX6" fmla="*/ 631448 w 1166863"/>
                  <a:gd name="connsiteY6" fmla="*/ 2794 h 22634"/>
                  <a:gd name="connsiteX7" fmla="*/ 567033 w 1166863"/>
                  <a:gd name="connsiteY7" fmla="*/ 3056 h 22634"/>
                  <a:gd name="connsiteX8" fmla="*/ 501033 w 1166863"/>
                  <a:gd name="connsiteY8" fmla="*/ 4911 h 22634"/>
                  <a:gd name="connsiteX9" fmla="*/ 433653 w 1166863"/>
                  <a:gd name="connsiteY9" fmla="*/ 8381 h 22634"/>
                  <a:gd name="connsiteX10" fmla="*/ 296817 w 1166863"/>
                  <a:gd name="connsiteY10" fmla="*/ 18072 h 22634"/>
                  <a:gd name="connsiteX11" fmla="*/ 229559 w 1166863"/>
                  <a:gd name="connsiteY11" fmla="*/ 22023 h 22634"/>
                  <a:gd name="connsiteX12" fmla="*/ 227568 w 1166863"/>
                  <a:gd name="connsiteY12" fmla="*/ 21608 h 22634"/>
                  <a:gd name="connsiteX13" fmla="*/ 217936 w 1166863"/>
                  <a:gd name="connsiteY13" fmla="*/ 15802 h 22634"/>
                  <a:gd name="connsiteX14" fmla="*/ 216838 w 1166863"/>
                  <a:gd name="connsiteY14" fmla="*/ 15475 h 22634"/>
                  <a:gd name="connsiteX15" fmla="*/ 206922 w 1166863"/>
                  <a:gd name="connsiteY15" fmla="*/ 13707 h 22634"/>
                  <a:gd name="connsiteX16" fmla="*/ 196396 w 1166863"/>
                  <a:gd name="connsiteY16" fmla="*/ 11153 h 22634"/>
                  <a:gd name="connsiteX17" fmla="*/ 130234 w 1166863"/>
                  <a:gd name="connsiteY17" fmla="*/ 15737 h 22634"/>
                  <a:gd name="connsiteX18" fmla="*/ 128853 w 1166863"/>
                  <a:gd name="connsiteY18" fmla="*/ 15628 h 22634"/>
                  <a:gd name="connsiteX19" fmla="*/ 118245 w 1166863"/>
                  <a:gd name="connsiteY19" fmla="*/ 12965 h 22634"/>
                  <a:gd name="connsiteX20" fmla="*/ 108208 w 1166863"/>
                  <a:gd name="connsiteY20" fmla="*/ 11415 h 22634"/>
                  <a:gd name="connsiteX21" fmla="*/ 42127 w 1166863"/>
                  <a:gd name="connsiteY21" fmla="*/ 15148 h 22634"/>
                  <a:gd name="connsiteX22" fmla="*/ 2828 w 1166863"/>
                  <a:gd name="connsiteY22" fmla="*/ 17177 h 22634"/>
                  <a:gd name="connsiteX23" fmla="*/ 24 w 1166863"/>
                  <a:gd name="connsiteY23" fmla="*/ 15912 h 22634"/>
                  <a:gd name="connsiteX24" fmla="*/ 2299 w 1166863"/>
                  <a:gd name="connsiteY24" fmla="*/ 14362 h 22634"/>
                  <a:gd name="connsiteX25" fmla="*/ 41599 w 1166863"/>
                  <a:gd name="connsiteY25" fmla="*/ 12397 h 22634"/>
                  <a:gd name="connsiteX26" fmla="*/ 108167 w 1166863"/>
                  <a:gd name="connsiteY26" fmla="*/ 8621 h 22634"/>
                  <a:gd name="connsiteX27" fmla="*/ 109061 w 1166863"/>
                  <a:gd name="connsiteY27" fmla="*/ 8665 h 22634"/>
                  <a:gd name="connsiteX28" fmla="*/ 119953 w 1166863"/>
                  <a:gd name="connsiteY28" fmla="*/ 10324 h 22634"/>
                  <a:gd name="connsiteX29" fmla="*/ 130193 w 1166863"/>
                  <a:gd name="connsiteY29" fmla="*/ 12878 h 22634"/>
                  <a:gd name="connsiteX30" fmla="*/ 196355 w 1166863"/>
                  <a:gd name="connsiteY30" fmla="*/ 8360 h 22634"/>
                  <a:gd name="connsiteX31" fmla="*/ 197738 w 1166863"/>
                  <a:gd name="connsiteY31" fmla="*/ 8469 h 22634"/>
                  <a:gd name="connsiteX32" fmla="*/ 212124 w 1166863"/>
                  <a:gd name="connsiteY32" fmla="*/ 11830 h 22634"/>
                  <a:gd name="connsiteX33" fmla="*/ 218789 w 1166863"/>
                  <a:gd name="connsiteY33" fmla="*/ 12899 h 22634"/>
                  <a:gd name="connsiteX34" fmla="*/ 220658 w 1166863"/>
                  <a:gd name="connsiteY34" fmla="*/ 13445 h 22634"/>
                  <a:gd name="connsiteX35" fmla="*/ 221350 w 1166863"/>
                  <a:gd name="connsiteY35" fmla="*/ 13773 h 22634"/>
                  <a:gd name="connsiteX36" fmla="*/ 230575 w 1166863"/>
                  <a:gd name="connsiteY36" fmla="*/ 19251 h 22634"/>
                  <a:gd name="connsiteX37" fmla="*/ 296168 w 1166863"/>
                  <a:gd name="connsiteY37" fmla="*/ 15300 h 22634"/>
                  <a:gd name="connsiteX38" fmla="*/ 433002 w 1166863"/>
                  <a:gd name="connsiteY38" fmla="*/ 5653 h 22634"/>
                  <a:gd name="connsiteX39" fmla="*/ 500546 w 1166863"/>
                  <a:gd name="connsiteY39" fmla="*/ 2183 h 22634"/>
                  <a:gd name="connsiteX40" fmla="*/ 566708 w 1166863"/>
                  <a:gd name="connsiteY40" fmla="*/ 262 h 22634"/>
                  <a:gd name="connsiteX41" fmla="*/ 631407 w 1166863"/>
                  <a:gd name="connsiteY41" fmla="*/ 0 h 22634"/>
                  <a:gd name="connsiteX42" fmla="*/ 694684 w 1166863"/>
                  <a:gd name="connsiteY42" fmla="*/ 1222 h 22634"/>
                  <a:gd name="connsiteX43" fmla="*/ 696756 w 1166863"/>
                  <a:gd name="connsiteY43" fmla="*/ 1921 h 22634"/>
                  <a:gd name="connsiteX44" fmla="*/ 705697 w 1166863"/>
                  <a:gd name="connsiteY44" fmla="*/ 9975 h 22634"/>
                  <a:gd name="connsiteX45" fmla="*/ 767510 w 1166863"/>
                  <a:gd name="connsiteY45" fmla="*/ 10564 h 22634"/>
                  <a:gd name="connsiteX46" fmla="*/ 769583 w 1166863"/>
                  <a:gd name="connsiteY46" fmla="*/ 11197 h 22634"/>
                  <a:gd name="connsiteX47" fmla="*/ 779906 w 1166863"/>
                  <a:gd name="connsiteY47" fmla="*/ 19884 h 22634"/>
                  <a:gd name="connsiteX48" fmla="*/ 842531 w 1166863"/>
                  <a:gd name="connsiteY48" fmla="*/ 19666 h 22634"/>
                  <a:gd name="connsiteX49" fmla="*/ 1015374 w 1166863"/>
                  <a:gd name="connsiteY49" fmla="*/ 17745 h 22634"/>
                  <a:gd name="connsiteX50" fmla="*/ 1015374 w 1166863"/>
                  <a:gd name="connsiteY50" fmla="*/ 17745 h 22634"/>
                  <a:gd name="connsiteX51" fmla="*/ 1016349 w 1166863"/>
                  <a:gd name="connsiteY51" fmla="*/ 17854 h 22634"/>
                  <a:gd name="connsiteX52" fmla="*/ 1036222 w 1166863"/>
                  <a:gd name="connsiteY52" fmla="*/ 17592 h 22634"/>
                  <a:gd name="connsiteX53" fmla="*/ 1086697 w 1166863"/>
                  <a:gd name="connsiteY53" fmla="*/ 16195 h 22634"/>
                  <a:gd name="connsiteX54" fmla="*/ 1134815 w 1166863"/>
                  <a:gd name="connsiteY54" fmla="*/ 13118 h 22634"/>
                  <a:gd name="connsiteX55" fmla="*/ 1164076 w 1166863"/>
                  <a:gd name="connsiteY55" fmla="*/ 11459 h 22634"/>
                  <a:gd name="connsiteX56" fmla="*/ 1166839 w 1166863"/>
                  <a:gd name="connsiteY56" fmla="*/ 12747 h 22634"/>
                  <a:gd name="connsiteX57" fmla="*/ 1164563 w 1166863"/>
                  <a:gd name="connsiteY57" fmla="*/ 14296 h 22634"/>
                  <a:gd name="connsiteX58" fmla="*/ 1135384 w 1166863"/>
                  <a:gd name="connsiteY58" fmla="*/ 15890 h 22634"/>
                  <a:gd name="connsiteX59" fmla="*/ 1087144 w 1166863"/>
                  <a:gd name="connsiteY59" fmla="*/ 19033 h 22634"/>
                  <a:gd name="connsiteX60" fmla="*/ 1036263 w 1166863"/>
                  <a:gd name="connsiteY60" fmla="*/ 20408 h 22634"/>
                  <a:gd name="connsiteX61" fmla="*/ 1015902 w 1166863"/>
                  <a:gd name="connsiteY61" fmla="*/ 20626 h 22634"/>
                  <a:gd name="connsiteX62" fmla="*/ 1014805 w 1166863"/>
                  <a:gd name="connsiteY62" fmla="*/ 20517 h 22634"/>
                  <a:gd name="connsiteX63" fmla="*/ 971239 w 1166863"/>
                  <a:gd name="connsiteY63" fmla="*/ 21106 h 22634"/>
                  <a:gd name="connsiteX64" fmla="*/ 842531 w 1166863"/>
                  <a:gd name="connsiteY64" fmla="*/ 22481 h 22634"/>
                  <a:gd name="connsiteX65" fmla="*/ 778442 w 1166863"/>
                  <a:gd name="connsiteY65" fmla="*/ 22634 h 22634"/>
                  <a:gd name="connsiteX66" fmla="*/ 778442 w 1166863"/>
                  <a:gd name="connsiteY66" fmla="*/ 22634 h 22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66863" h="22634">
                    <a:moveTo>
                      <a:pt x="778727" y="22634"/>
                    </a:moveTo>
                    <a:cubicBezTo>
                      <a:pt x="777833" y="22634"/>
                      <a:pt x="777020" y="22416"/>
                      <a:pt x="776532" y="22045"/>
                    </a:cubicBezTo>
                    <a:lnTo>
                      <a:pt x="766331" y="13358"/>
                    </a:lnTo>
                    <a:lnTo>
                      <a:pt x="704396" y="12769"/>
                    </a:lnTo>
                    <a:cubicBezTo>
                      <a:pt x="703502" y="12725"/>
                      <a:pt x="702690" y="12507"/>
                      <a:pt x="702201" y="12070"/>
                    </a:cubicBezTo>
                    <a:lnTo>
                      <a:pt x="693261" y="3972"/>
                    </a:lnTo>
                    <a:lnTo>
                      <a:pt x="631448" y="2794"/>
                    </a:lnTo>
                    <a:lnTo>
                      <a:pt x="567033" y="3056"/>
                    </a:lnTo>
                    <a:lnTo>
                      <a:pt x="501033" y="4911"/>
                    </a:lnTo>
                    <a:lnTo>
                      <a:pt x="433653" y="8381"/>
                    </a:lnTo>
                    <a:lnTo>
                      <a:pt x="296817" y="18072"/>
                    </a:lnTo>
                    <a:lnTo>
                      <a:pt x="229559" y="22023"/>
                    </a:lnTo>
                    <a:cubicBezTo>
                      <a:pt x="228786" y="22023"/>
                      <a:pt x="228055" y="21848"/>
                      <a:pt x="227568" y="21608"/>
                    </a:cubicBezTo>
                    <a:lnTo>
                      <a:pt x="217936" y="15802"/>
                    </a:lnTo>
                    <a:lnTo>
                      <a:pt x="216838" y="15475"/>
                    </a:lnTo>
                    <a:lnTo>
                      <a:pt x="206922" y="13707"/>
                    </a:lnTo>
                    <a:lnTo>
                      <a:pt x="196396" y="11153"/>
                    </a:lnTo>
                    <a:lnTo>
                      <a:pt x="130234" y="15737"/>
                    </a:lnTo>
                    <a:cubicBezTo>
                      <a:pt x="129747" y="15802"/>
                      <a:pt x="129218" y="15737"/>
                      <a:pt x="128853" y="15628"/>
                    </a:cubicBezTo>
                    <a:lnTo>
                      <a:pt x="118245" y="12965"/>
                    </a:lnTo>
                    <a:lnTo>
                      <a:pt x="108208" y="11415"/>
                    </a:lnTo>
                    <a:lnTo>
                      <a:pt x="42127" y="15148"/>
                    </a:lnTo>
                    <a:lnTo>
                      <a:pt x="2828" y="17177"/>
                    </a:lnTo>
                    <a:cubicBezTo>
                      <a:pt x="1446" y="17177"/>
                      <a:pt x="145" y="16654"/>
                      <a:pt x="24" y="15912"/>
                    </a:cubicBezTo>
                    <a:cubicBezTo>
                      <a:pt x="-179" y="15104"/>
                      <a:pt x="918" y="14405"/>
                      <a:pt x="2299" y="14362"/>
                    </a:cubicBezTo>
                    <a:lnTo>
                      <a:pt x="41599" y="12397"/>
                    </a:lnTo>
                    <a:lnTo>
                      <a:pt x="108167" y="8621"/>
                    </a:lnTo>
                    <a:cubicBezTo>
                      <a:pt x="108452" y="8578"/>
                      <a:pt x="108777" y="8621"/>
                      <a:pt x="109061" y="8665"/>
                    </a:cubicBezTo>
                    <a:lnTo>
                      <a:pt x="119953" y="10324"/>
                    </a:lnTo>
                    <a:lnTo>
                      <a:pt x="130193" y="12878"/>
                    </a:lnTo>
                    <a:lnTo>
                      <a:pt x="196355" y="8360"/>
                    </a:lnTo>
                    <a:cubicBezTo>
                      <a:pt x="196844" y="8294"/>
                      <a:pt x="197331" y="8360"/>
                      <a:pt x="197738" y="8469"/>
                    </a:cubicBezTo>
                    <a:lnTo>
                      <a:pt x="212124" y="11830"/>
                    </a:lnTo>
                    <a:lnTo>
                      <a:pt x="218789" y="12899"/>
                    </a:lnTo>
                    <a:lnTo>
                      <a:pt x="220658" y="13445"/>
                    </a:lnTo>
                    <a:cubicBezTo>
                      <a:pt x="220943" y="13554"/>
                      <a:pt x="221146" y="13598"/>
                      <a:pt x="221350" y="13773"/>
                    </a:cubicBezTo>
                    <a:lnTo>
                      <a:pt x="230575" y="19251"/>
                    </a:lnTo>
                    <a:lnTo>
                      <a:pt x="296168" y="15300"/>
                    </a:lnTo>
                    <a:lnTo>
                      <a:pt x="433002" y="5653"/>
                    </a:lnTo>
                    <a:lnTo>
                      <a:pt x="500546" y="2183"/>
                    </a:lnTo>
                    <a:lnTo>
                      <a:pt x="566708" y="262"/>
                    </a:lnTo>
                    <a:lnTo>
                      <a:pt x="631407" y="0"/>
                    </a:lnTo>
                    <a:lnTo>
                      <a:pt x="694684" y="1222"/>
                    </a:lnTo>
                    <a:cubicBezTo>
                      <a:pt x="695496" y="1222"/>
                      <a:pt x="696268" y="1484"/>
                      <a:pt x="696756" y="1921"/>
                    </a:cubicBezTo>
                    <a:lnTo>
                      <a:pt x="705697" y="9975"/>
                    </a:lnTo>
                    <a:lnTo>
                      <a:pt x="767510" y="10564"/>
                    </a:lnTo>
                    <a:cubicBezTo>
                      <a:pt x="768404" y="10564"/>
                      <a:pt x="769217" y="10826"/>
                      <a:pt x="769583" y="11197"/>
                    </a:cubicBezTo>
                    <a:lnTo>
                      <a:pt x="779906" y="19884"/>
                    </a:lnTo>
                    <a:lnTo>
                      <a:pt x="842531" y="19666"/>
                    </a:lnTo>
                    <a:lnTo>
                      <a:pt x="1015374" y="17745"/>
                    </a:lnTo>
                    <a:lnTo>
                      <a:pt x="1015374" y="17745"/>
                    </a:lnTo>
                    <a:cubicBezTo>
                      <a:pt x="1015374" y="17745"/>
                      <a:pt x="1016145" y="17789"/>
                      <a:pt x="1016349" y="17854"/>
                    </a:cubicBezTo>
                    <a:lnTo>
                      <a:pt x="1036222" y="17592"/>
                    </a:lnTo>
                    <a:lnTo>
                      <a:pt x="1086697" y="16195"/>
                    </a:lnTo>
                    <a:lnTo>
                      <a:pt x="1134815" y="13118"/>
                    </a:lnTo>
                    <a:lnTo>
                      <a:pt x="1164076" y="11459"/>
                    </a:lnTo>
                    <a:cubicBezTo>
                      <a:pt x="1165579" y="11350"/>
                      <a:pt x="1166758" y="11939"/>
                      <a:pt x="1166839" y="12747"/>
                    </a:cubicBezTo>
                    <a:cubicBezTo>
                      <a:pt x="1167042" y="13489"/>
                      <a:pt x="1165945" y="14187"/>
                      <a:pt x="1164563" y="14296"/>
                    </a:cubicBezTo>
                    <a:lnTo>
                      <a:pt x="1135384" y="15890"/>
                    </a:lnTo>
                    <a:lnTo>
                      <a:pt x="1087144" y="19033"/>
                    </a:lnTo>
                    <a:lnTo>
                      <a:pt x="1036263" y="20408"/>
                    </a:lnTo>
                    <a:lnTo>
                      <a:pt x="1015902" y="20626"/>
                    </a:lnTo>
                    <a:cubicBezTo>
                      <a:pt x="1015902" y="20626"/>
                      <a:pt x="1015008" y="20582"/>
                      <a:pt x="1014805" y="20517"/>
                    </a:cubicBezTo>
                    <a:lnTo>
                      <a:pt x="971239" y="21106"/>
                    </a:lnTo>
                    <a:lnTo>
                      <a:pt x="842531" y="22481"/>
                    </a:lnTo>
                    <a:lnTo>
                      <a:pt x="778442" y="22634"/>
                    </a:lnTo>
                    <a:lnTo>
                      <a:pt x="778442" y="2263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7" name="Freeform: Shape 376">
                <a:extLst>
                  <a:ext uri="{FF2B5EF4-FFF2-40B4-BE49-F238E27FC236}">
                    <a16:creationId xmlns:a16="http://schemas.microsoft.com/office/drawing/2014/main" id="{D29E1BCC-AEF2-4E32-9D8A-84F30B857279}"/>
                  </a:ext>
                </a:extLst>
              </p:cNvPr>
              <p:cNvSpPr/>
              <p:nvPr/>
            </p:nvSpPr>
            <p:spPr>
              <a:xfrm>
                <a:off x="11216273" y="5732488"/>
                <a:ext cx="345972" cy="3885"/>
              </a:xfrm>
              <a:custGeom>
                <a:avLst/>
                <a:gdLst>
                  <a:gd name="connsiteX0" fmla="*/ 343489 w 345972"/>
                  <a:gd name="connsiteY0" fmla="*/ 3885 h 3885"/>
                  <a:gd name="connsiteX1" fmla="*/ 343489 w 345972"/>
                  <a:gd name="connsiteY1" fmla="*/ 3885 h 3885"/>
                  <a:gd name="connsiteX2" fmla="*/ 2479 w 345972"/>
                  <a:gd name="connsiteY2" fmla="*/ 2816 h 3885"/>
                  <a:gd name="connsiteX3" fmla="*/ 0 w 345972"/>
                  <a:gd name="connsiteY3" fmla="*/ 1375 h 3885"/>
                  <a:gd name="connsiteX4" fmla="*/ 2479 w 345972"/>
                  <a:gd name="connsiteY4" fmla="*/ 0 h 3885"/>
                  <a:gd name="connsiteX5" fmla="*/ 2561 w 345972"/>
                  <a:gd name="connsiteY5" fmla="*/ 0 h 3885"/>
                  <a:gd name="connsiteX6" fmla="*/ 343489 w 345972"/>
                  <a:gd name="connsiteY6" fmla="*/ 1069 h 3885"/>
                  <a:gd name="connsiteX7" fmla="*/ 345969 w 345972"/>
                  <a:gd name="connsiteY7" fmla="*/ 2510 h 3885"/>
                  <a:gd name="connsiteX8" fmla="*/ 343489 w 345972"/>
                  <a:gd name="connsiteY8" fmla="*/ 3885 h 3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72" h="3885">
                    <a:moveTo>
                      <a:pt x="343489" y="3885"/>
                    </a:moveTo>
                    <a:lnTo>
                      <a:pt x="343489" y="3885"/>
                    </a:lnTo>
                    <a:lnTo>
                      <a:pt x="2479" y="2816"/>
                    </a:lnTo>
                    <a:cubicBezTo>
                      <a:pt x="1097" y="2816"/>
                      <a:pt x="0" y="2183"/>
                      <a:pt x="0" y="1375"/>
                    </a:cubicBezTo>
                    <a:cubicBezTo>
                      <a:pt x="0" y="633"/>
                      <a:pt x="1097" y="0"/>
                      <a:pt x="2479" y="0"/>
                    </a:cubicBezTo>
                    <a:lnTo>
                      <a:pt x="2561" y="0"/>
                    </a:lnTo>
                    <a:lnTo>
                      <a:pt x="343489" y="1069"/>
                    </a:lnTo>
                    <a:cubicBezTo>
                      <a:pt x="344871" y="1069"/>
                      <a:pt x="346050" y="1702"/>
                      <a:pt x="345969" y="2510"/>
                    </a:cubicBezTo>
                    <a:cubicBezTo>
                      <a:pt x="345969" y="3252"/>
                      <a:pt x="344871" y="3885"/>
                      <a:pt x="343489" y="388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8" name="Freeform: Shape 377">
                <a:extLst>
                  <a:ext uri="{FF2B5EF4-FFF2-40B4-BE49-F238E27FC236}">
                    <a16:creationId xmlns:a16="http://schemas.microsoft.com/office/drawing/2014/main" id="{EB9715BF-679D-4082-A826-A96CA8F2B0A9}"/>
                  </a:ext>
                </a:extLst>
              </p:cNvPr>
              <p:cNvSpPr/>
              <p:nvPr/>
            </p:nvSpPr>
            <p:spPr>
              <a:xfrm>
                <a:off x="4390735" y="6078909"/>
                <a:ext cx="228926" cy="318436"/>
              </a:xfrm>
              <a:custGeom>
                <a:avLst/>
                <a:gdLst>
                  <a:gd name="connsiteX0" fmla="*/ 2530 w 228926"/>
                  <a:gd name="connsiteY0" fmla="*/ 318437 h 318436"/>
                  <a:gd name="connsiteX1" fmla="*/ 1392 w 228926"/>
                  <a:gd name="connsiteY1" fmla="*/ 318262 h 318436"/>
                  <a:gd name="connsiteX2" fmla="*/ 254 w 228926"/>
                  <a:gd name="connsiteY2" fmla="*/ 316407 h 318436"/>
                  <a:gd name="connsiteX3" fmla="*/ 18054 w 228926"/>
                  <a:gd name="connsiteY3" fmla="*/ 297112 h 318436"/>
                  <a:gd name="connsiteX4" fmla="*/ 35408 w 228926"/>
                  <a:gd name="connsiteY4" fmla="*/ 271161 h 318436"/>
                  <a:gd name="connsiteX5" fmla="*/ 52598 w 228926"/>
                  <a:gd name="connsiteY5" fmla="*/ 244467 h 318436"/>
                  <a:gd name="connsiteX6" fmla="*/ 69464 w 228926"/>
                  <a:gd name="connsiteY6" fmla="*/ 217598 h 318436"/>
                  <a:gd name="connsiteX7" fmla="*/ 86045 w 228926"/>
                  <a:gd name="connsiteY7" fmla="*/ 192018 h 318436"/>
                  <a:gd name="connsiteX8" fmla="*/ 101854 w 228926"/>
                  <a:gd name="connsiteY8" fmla="*/ 163665 h 318436"/>
                  <a:gd name="connsiteX9" fmla="*/ 116444 w 228926"/>
                  <a:gd name="connsiteY9" fmla="*/ 135465 h 318436"/>
                  <a:gd name="connsiteX10" fmla="*/ 130465 w 228926"/>
                  <a:gd name="connsiteY10" fmla="*/ 111107 h 318436"/>
                  <a:gd name="connsiteX11" fmla="*/ 144161 w 228926"/>
                  <a:gd name="connsiteY11" fmla="*/ 94257 h 318436"/>
                  <a:gd name="connsiteX12" fmla="*/ 157613 w 228926"/>
                  <a:gd name="connsiteY12" fmla="*/ 80571 h 318436"/>
                  <a:gd name="connsiteX13" fmla="*/ 170901 w 228926"/>
                  <a:gd name="connsiteY13" fmla="*/ 64420 h 318436"/>
                  <a:gd name="connsiteX14" fmla="*/ 184678 w 228926"/>
                  <a:gd name="connsiteY14" fmla="*/ 49599 h 318436"/>
                  <a:gd name="connsiteX15" fmla="*/ 198009 w 228926"/>
                  <a:gd name="connsiteY15" fmla="*/ 30479 h 318436"/>
                  <a:gd name="connsiteX16" fmla="*/ 211135 w 228926"/>
                  <a:gd name="connsiteY16" fmla="*/ 9526 h 318436"/>
                  <a:gd name="connsiteX17" fmla="*/ 211582 w 228926"/>
                  <a:gd name="connsiteY17" fmla="*/ 9111 h 318436"/>
                  <a:gd name="connsiteX18" fmla="*/ 224425 w 228926"/>
                  <a:gd name="connsiteY18" fmla="*/ 533 h 318436"/>
                  <a:gd name="connsiteX19" fmla="*/ 228001 w 228926"/>
                  <a:gd name="connsiteY19" fmla="*/ 315 h 318436"/>
                  <a:gd name="connsiteX20" fmla="*/ 228366 w 228926"/>
                  <a:gd name="connsiteY20" fmla="*/ 2279 h 318436"/>
                  <a:gd name="connsiteX21" fmla="*/ 215809 w 228926"/>
                  <a:gd name="connsiteY21" fmla="*/ 10705 h 318436"/>
                  <a:gd name="connsiteX22" fmla="*/ 202764 w 228926"/>
                  <a:gd name="connsiteY22" fmla="*/ 31440 h 318436"/>
                  <a:gd name="connsiteX23" fmla="*/ 189271 w 228926"/>
                  <a:gd name="connsiteY23" fmla="*/ 50778 h 318436"/>
                  <a:gd name="connsiteX24" fmla="*/ 175494 w 228926"/>
                  <a:gd name="connsiteY24" fmla="*/ 65642 h 318436"/>
                  <a:gd name="connsiteX25" fmla="*/ 162124 w 228926"/>
                  <a:gd name="connsiteY25" fmla="*/ 81837 h 318436"/>
                  <a:gd name="connsiteX26" fmla="*/ 148671 w 228926"/>
                  <a:gd name="connsiteY26" fmla="*/ 95544 h 318436"/>
                  <a:gd name="connsiteX27" fmla="*/ 135179 w 228926"/>
                  <a:gd name="connsiteY27" fmla="*/ 112111 h 318436"/>
                  <a:gd name="connsiteX28" fmla="*/ 121280 w 228926"/>
                  <a:gd name="connsiteY28" fmla="*/ 136251 h 318436"/>
                  <a:gd name="connsiteX29" fmla="*/ 106691 w 228926"/>
                  <a:gd name="connsiteY29" fmla="*/ 164451 h 318436"/>
                  <a:gd name="connsiteX30" fmla="*/ 90841 w 228926"/>
                  <a:gd name="connsiteY30" fmla="*/ 192891 h 318436"/>
                  <a:gd name="connsiteX31" fmla="*/ 74219 w 228926"/>
                  <a:gd name="connsiteY31" fmla="*/ 218515 h 318436"/>
                  <a:gd name="connsiteX32" fmla="*/ 57354 w 228926"/>
                  <a:gd name="connsiteY32" fmla="*/ 245383 h 318436"/>
                  <a:gd name="connsiteX33" fmla="*/ 40204 w 228926"/>
                  <a:gd name="connsiteY33" fmla="*/ 272077 h 318436"/>
                  <a:gd name="connsiteX34" fmla="*/ 22647 w 228926"/>
                  <a:gd name="connsiteY34" fmla="*/ 298182 h 318436"/>
                  <a:gd name="connsiteX35" fmla="*/ 4765 w 228926"/>
                  <a:gd name="connsiteY35" fmla="*/ 317629 h 318436"/>
                  <a:gd name="connsiteX36" fmla="*/ 2490 w 228926"/>
                  <a:gd name="connsiteY36" fmla="*/ 318371 h 31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28926" h="318436">
                    <a:moveTo>
                      <a:pt x="2530" y="318437"/>
                    </a:moveTo>
                    <a:cubicBezTo>
                      <a:pt x="2124" y="318437"/>
                      <a:pt x="1758" y="318393"/>
                      <a:pt x="1392" y="318262"/>
                    </a:cubicBezTo>
                    <a:cubicBezTo>
                      <a:pt x="173" y="317957"/>
                      <a:pt x="-355" y="317084"/>
                      <a:pt x="254" y="316407"/>
                    </a:cubicBezTo>
                    <a:lnTo>
                      <a:pt x="18054" y="297112"/>
                    </a:lnTo>
                    <a:lnTo>
                      <a:pt x="35408" y="271161"/>
                    </a:lnTo>
                    <a:lnTo>
                      <a:pt x="52598" y="244467"/>
                    </a:lnTo>
                    <a:lnTo>
                      <a:pt x="69464" y="217598"/>
                    </a:lnTo>
                    <a:lnTo>
                      <a:pt x="86045" y="192018"/>
                    </a:lnTo>
                    <a:lnTo>
                      <a:pt x="101854" y="163665"/>
                    </a:lnTo>
                    <a:lnTo>
                      <a:pt x="116444" y="135465"/>
                    </a:lnTo>
                    <a:lnTo>
                      <a:pt x="130465" y="111107"/>
                    </a:lnTo>
                    <a:lnTo>
                      <a:pt x="144161" y="94257"/>
                    </a:lnTo>
                    <a:lnTo>
                      <a:pt x="157613" y="80571"/>
                    </a:lnTo>
                    <a:lnTo>
                      <a:pt x="170901" y="64420"/>
                    </a:lnTo>
                    <a:lnTo>
                      <a:pt x="184678" y="49599"/>
                    </a:lnTo>
                    <a:lnTo>
                      <a:pt x="198009" y="30479"/>
                    </a:lnTo>
                    <a:lnTo>
                      <a:pt x="211135" y="9526"/>
                    </a:lnTo>
                    <a:cubicBezTo>
                      <a:pt x="211135" y="9526"/>
                      <a:pt x="211379" y="9264"/>
                      <a:pt x="211582" y="9111"/>
                    </a:cubicBezTo>
                    <a:lnTo>
                      <a:pt x="224425" y="533"/>
                    </a:lnTo>
                    <a:cubicBezTo>
                      <a:pt x="225318" y="-100"/>
                      <a:pt x="226903" y="-165"/>
                      <a:pt x="228001" y="315"/>
                    </a:cubicBezTo>
                    <a:cubicBezTo>
                      <a:pt x="229098" y="839"/>
                      <a:pt x="229220" y="1690"/>
                      <a:pt x="228366" y="2279"/>
                    </a:cubicBezTo>
                    <a:lnTo>
                      <a:pt x="215809" y="10705"/>
                    </a:lnTo>
                    <a:lnTo>
                      <a:pt x="202764" y="31440"/>
                    </a:lnTo>
                    <a:lnTo>
                      <a:pt x="189271" y="50778"/>
                    </a:lnTo>
                    <a:lnTo>
                      <a:pt x="175494" y="65642"/>
                    </a:lnTo>
                    <a:lnTo>
                      <a:pt x="162124" y="81837"/>
                    </a:lnTo>
                    <a:lnTo>
                      <a:pt x="148671" y="95544"/>
                    </a:lnTo>
                    <a:lnTo>
                      <a:pt x="135179" y="112111"/>
                    </a:lnTo>
                    <a:lnTo>
                      <a:pt x="121280" y="136251"/>
                    </a:lnTo>
                    <a:lnTo>
                      <a:pt x="106691" y="164451"/>
                    </a:lnTo>
                    <a:lnTo>
                      <a:pt x="90841" y="192891"/>
                    </a:lnTo>
                    <a:lnTo>
                      <a:pt x="74219" y="218515"/>
                    </a:lnTo>
                    <a:lnTo>
                      <a:pt x="57354" y="245383"/>
                    </a:lnTo>
                    <a:lnTo>
                      <a:pt x="40204" y="272077"/>
                    </a:lnTo>
                    <a:lnTo>
                      <a:pt x="22647" y="298182"/>
                    </a:lnTo>
                    <a:lnTo>
                      <a:pt x="4765" y="317629"/>
                    </a:lnTo>
                    <a:cubicBezTo>
                      <a:pt x="4318" y="318110"/>
                      <a:pt x="3424" y="318371"/>
                      <a:pt x="2490" y="31837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79" name="Freeform: Shape 378">
                <a:extLst>
                  <a:ext uri="{FF2B5EF4-FFF2-40B4-BE49-F238E27FC236}">
                    <a16:creationId xmlns:a16="http://schemas.microsoft.com/office/drawing/2014/main" id="{00751C3A-9A44-4F11-ABC7-4D65C1B50059}"/>
                  </a:ext>
                </a:extLst>
              </p:cNvPr>
              <p:cNvSpPr/>
              <p:nvPr/>
            </p:nvSpPr>
            <p:spPr>
              <a:xfrm>
                <a:off x="6293144" y="5900793"/>
                <a:ext cx="32759" cy="181487"/>
              </a:xfrm>
              <a:custGeom>
                <a:avLst/>
                <a:gdLst>
                  <a:gd name="connsiteX0" fmla="*/ 2560 w 32759"/>
                  <a:gd name="connsiteY0" fmla="*/ 181466 h 181487"/>
                  <a:gd name="connsiteX1" fmla="*/ 2560 w 32759"/>
                  <a:gd name="connsiteY1" fmla="*/ 181466 h 181487"/>
                  <a:gd name="connsiteX2" fmla="*/ 0 w 32759"/>
                  <a:gd name="connsiteY2" fmla="*/ 180025 h 181487"/>
                  <a:gd name="connsiteX3" fmla="*/ 488 w 32759"/>
                  <a:gd name="connsiteY3" fmla="*/ 98983 h 181487"/>
                  <a:gd name="connsiteX4" fmla="*/ 1179 w 32759"/>
                  <a:gd name="connsiteY4" fmla="*/ 93287 h 181487"/>
                  <a:gd name="connsiteX5" fmla="*/ 3048 w 32759"/>
                  <a:gd name="connsiteY5" fmla="*/ 86302 h 181487"/>
                  <a:gd name="connsiteX6" fmla="*/ 5608 w 32759"/>
                  <a:gd name="connsiteY6" fmla="*/ 78685 h 181487"/>
                  <a:gd name="connsiteX7" fmla="*/ 24343 w 32759"/>
                  <a:gd name="connsiteY7" fmla="*/ 29990 h 181487"/>
                  <a:gd name="connsiteX8" fmla="*/ 26416 w 32759"/>
                  <a:gd name="connsiteY8" fmla="*/ 22743 h 181487"/>
                  <a:gd name="connsiteX9" fmla="*/ 27716 w 32759"/>
                  <a:gd name="connsiteY9" fmla="*/ 1375 h 181487"/>
                  <a:gd name="connsiteX10" fmla="*/ 30277 w 32759"/>
                  <a:gd name="connsiteY10" fmla="*/ 0 h 181487"/>
                  <a:gd name="connsiteX11" fmla="*/ 32756 w 32759"/>
                  <a:gd name="connsiteY11" fmla="*/ 1441 h 181487"/>
                  <a:gd name="connsiteX12" fmla="*/ 31455 w 32759"/>
                  <a:gd name="connsiteY12" fmla="*/ 23027 h 181487"/>
                  <a:gd name="connsiteX13" fmla="*/ 29261 w 32759"/>
                  <a:gd name="connsiteY13" fmla="*/ 30492 h 181487"/>
                  <a:gd name="connsiteX14" fmla="*/ 21905 w 32759"/>
                  <a:gd name="connsiteY14" fmla="*/ 50092 h 181487"/>
                  <a:gd name="connsiteX15" fmla="*/ 10485 w 32759"/>
                  <a:gd name="connsiteY15" fmla="*/ 79296 h 181487"/>
                  <a:gd name="connsiteX16" fmla="*/ 7925 w 32759"/>
                  <a:gd name="connsiteY16" fmla="*/ 86760 h 181487"/>
                  <a:gd name="connsiteX17" fmla="*/ 6137 w 32759"/>
                  <a:gd name="connsiteY17" fmla="*/ 93636 h 181487"/>
                  <a:gd name="connsiteX18" fmla="*/ 5446 w 32759"/>
                  <a:gd name="connsiteY18" fmla="*/ 99114 h 181487"/>
                  <a:gd name="connsiteX19" fmla="*/ 4958 w 32759"/>
                  <a:gd name="connsiteY19" fmla="*/ 180047 h 181487"/>
                  <a:gd name="connsiteX20" fmla="*/ 2479 w 32759"/>
                  <a:gd name="connsiteY20" fmla="*/ 181488 h 18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759" h="181487">
                    <a:moveTo>
                      <a:pt x="2560" y="181466"/>
                    </a:moveTo>
                    <a:lnTo>
                      <a:pt x="2560" y="181466"/>
                    </a:lnTo>
                    <a:cubicBezTo>
                      <a:pt x="1097" y="181422"/>
                      <a:pt x="0" y="180833"/>
                      <a:pt x="0" y="180025"/>
                    </a:cubicBezTo>
                    <a:lnTo>
                      <a:pt x="488" y="98983"/>
                    </a:lnTo>
                    <a:lnTo>
                      <a:pt x="1179" y="93287"/>
                    </a:lnTo>
                    <a:lnTo>
                      <a:pt x="3048" y="86302"/>
                    </a:lnTo>
                    <a:lnTo>
                      <a:pt x="5608" y="78685"/>
                    </a:lnTo>
                    <a:lnTo>
                      <a:pt x="24343" y="29990"/>
                    </a:lnTo>
                    <a:lnTo>
                      <a:pt x="26416" y="22743"/>
                    </a:lnTo>
                    <a:lnTo>
                      <a:pt x="27716" y="1375"/>
                    </a:lnTo>
                    <a:cubicBezTo>
                      <a:pt x="27716" y="567"/>
                      <a:pt x="28895" y="44"/>
                      <a:pt x="30277" y="0"/>
                    </a:cubicBezTo>
                    <a:cubicBezTo>
                      <a:pt x="31740" y="0"/>
                      <a:pt x="32837" y="698"/>
                      <a:pt x="32756" y="1441"/>
                    </a:cubicBezTo>
                    <a:lnTo>
                      <a:pt x="31455" y="23027"/>
                    </a:lnTo>
                    <a:lnTo>
                      <a:pt x="29261" y="30492"/>
                    </a:lnTo>
                    <a:lnTo>
                      <a:pt x="21905" y="50092"/>
                    </a:lnTo>
                    <a:lnTo>
                      <a:pt x="10485" y="79296"/>
                    </a:lnTo>
                    <a:lnTo>
                      <a:pt x="7925" y="86760"/>
                    </a:lnTo>
                    <a:lnTo>
                      <a:pt x="6137" y="93636"/>
                    </a:lnTo>
                    <a:lnTo>
                      <a:pt x="5446" y="99114"/>
                    </a:lnTo>
                    <a:lnTo>
                      <a:pt x="4958" y="180047"/>
                    </a:lnTo>
                    <a:cubicBezTo>
                      <a:pt x="4958" y="180855"/>
                      <a:pt x="3861" y="181488"/>
                      <a:pt x="2479" y="18148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0" name="Freeform: Shape 379">
                <a:extLst>
                  <a:ext uri="{FF2B5EF4-FFF2-40B4-BE49-F238E27FC236}">
                    <a16:creationId xmlns:a16="http://schemas.microsoft.com/office/drawing/2014/main" id="{1997B640-5F6D-449A-A371-6B20994EDF05}"/>
                  </a:ext>
                </a:extLst>
              </p:cNvPr>
              <p:cNvSpPr/>
              <p:nvPr/>
            </p:nvSpPr>
            <p:spPr>
              <a:xfrm>
                <a:off x="6766722" y="6107577"/>
                <a:ext cx="1478564" cy="5172"/>
              </a:xfrm>
              <a:custGeom>
                <a:avLst/>
                <a:gdLst>
                  <a:gd name="connsiteX0" fmla="*/ 1476085 w 1478564"/>
                  <a:gd name="connsiteY0" fmla="*/ 5173 h 5172"/>
                  <a:gd name="connsiteX1" fmla="*/ 1476085 w 1478564"/>
                  <a:gd name="connsiteY1" fmla="*/ 5173 h 5172"/>
                  <a:gd name="connsiteX2" fmla="*/ 2479 w 1478564"/>
                  <a:gd name="connsiteY2" fmla="*/ 2772 h 5172"/>
                  <a:gd name="connsiteX3" fmla="*/ 0 w 1478564"/>
                  <a:gd name="connsiteY3" fmla="*/ 1375 h 5172"/>
                  <a:gd name="connsiteX4" fmla="*/ 2601 w 1478564"/>
                  <a:gd name="connsiteY4" fmla="*/ 0 h 5172"/>
                  <a:gd name="connsiteX5" fmla="*/ 2601 w 1478564"/>
                  <a:gd name="connsiteY5" fmla="*/ 0 h 5172"/>
                  <a:gd name="connsiteX6" fmla="*/ 1476085 w 1478564"/>
                  <a:gd name="connsiteY6" fmla="*/ 2357 h 5172"/>
                  <a:gd name="connsiteX7" fmla="*/ 1478564 w 1478564"/>
                  <a:gd name="connsiteY7" fmla="*/ 3798 h 5172"/>
                  <a:gd name="connsiteX8" fmla="*/ 1476085 w 1478564"/>
                  <a:gd name="connsiteY8" fmla="*/ 5173 h 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564" h="5172">
                    <a:moveTo>
                      <a:pt x="1476085" y="5173"/>
                    </a:moveTo>
                    <a:lnTo>
                      <a:pt x="1476085" y="5173"/>
                    </a:lnTo>
                    <a:lnTo>
                      <a:pt x="2479" y="2772"/>
                    </a:lnTo>
                    <a:cubicBezTo>
                      <a:pt x="1097" y="2772"/>
                      <a:pt x="0" y="2139"/>
                      <a:pt x="0" y="1375"/>
                    </a:cubicBezTo>
                    <a:cubicBezTo>
                      <a:pt x="0" y="568"/>
                      <a:pt x="1097" y="0"/>
                      <a:pt x="2601" y="0"/>
                    </a:cubicBezTo>
                    <a:lnTo>
                      <a:pt x="2601" y="0"/>
                    </a:lnTo>
                    <a:lnTo>
                      <a:pt x="1476085" y="2357"/>
                    </a:lnTo>
                    <a:cubicBezTo>
                      <a:pt x="1477467" y="2357"/>
                      <a:pt x="1478564" y="2990"/>
                      <a:pt x="1478564" y="3798"/>
                    </a:cubicBezTo>
                    <a:cubicBezTo>
                      <a:pt x="1478564" y="4540"/>
                      <a:pt x="1477467" y="5173"/>
                      <a:pt x="1476085" y="517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1" name="Freeform: Shape 380">
                <a:extLst>
                  <a:ext uri="{FF2B5EF4-FFF2-40B4-BE49-F238E27FC236}">
                    <a16:creationId xmlns:a16="http://schemas.microsoft.com/office/drawing/2014/main" id="{E7BCF374-656B-4B34-B719-126B5C6CEDFD}"/>
                  </a:ext>
                </a:extLst>
              </p:cNvPr>
              <p:cNvSpPr/>
              <p:nvPr/>
            </p:nvSpPr>
            <p:spPr>
              <a:xfrm>
                <a:off x="7707384" y="5633258"/>
                <a:ext cx="301987" cy="370359"/>
              </a:xfrm>
              <a:custGeom>
                <a:avLst/>
                <a:gdLst>
                  <a:gd name="connsiteX0" fmla="*/ 299265 w 301987"/>
                  <a:gd name="connsiteY0" fmla="*/ 370359 h 370359"/>
                  <a:gd name="connsiteX1" fmla="*/ 299265 w 301987"/>
                  <a:gd name="connsiteY1" fmla="*/ 370359 h 370359"/>
                  <a:gd name="connsiteX2" fmla="*/ 213433 w 301987"/>
                  <a:gd name="connsiteY2" fmla="*/ 370206 h 370359"/>
                  <a:gd name="connsiteX3" fmla="*/ 211848 w 301987"/>
                  <a:gd name="connsiteY3" fmla="*/ 369879 h 370359"/>
                  <a:gd name="connsiteX4" fmla="*/ 131584 w 301987"/>
                  <a:gd name="connsiteY4" fmla="*/ 330809 h 370359"/>
                  <a:gd name="connsiteX5" fmla="*/ 130893 w 301987"/>
                  <a:gd name="connsiteY5" fmla="*/ 330329 h 370359"/>
                  <a:gd name="connsiteX6" fmla="*/ 122440 w 301987"/>
                  <a:gd name="connsiteY6" fmla="*/ 319569 h 370359"/>
                  <a:gd name="connsiteX7" fmla="*/ 105371 w 301987"/>
                  <a:gd name="connsiteY7" fmla="*/ 278862 h 370359"/>
                  <a:gd name="connsiteX8" fmla="*/ 97040 w 301987"/>
                  <a:gd name="connsiteY8" fmla="*/ 255617 h 370359"/>
                  <a:gd name="connsiteX9" fmla="*/ 88790 w 301987"/>
                  <a:gd name="connsiteY9" fmla="*/ 235733 h 370359"/>
                  <a:gd name="connsiteX10" fmla="*/ 80865 w 301987"/>
                  <a:gd name="connsiteY10" fmla="*/ 222746 h 370359"/>
                  <a:gd name="connsiteX11" fmla="*/ 72819 w 301987"/>
                  <a:gd name="connsiteY11" fmla="*/ 206704 h 370359"/>
                  <a:gd name="connsiteX12" fmla="*/ 64893 w 301987"/>
                  <a:gd name="connsiteY12" fmla="*/ 189548 h 370359"/>
                  <a:gd name="connsiteX13" fmla="*/ 56969 w 301987"/>
                  <a:gd name="connsiteY13" fmla="*/ 168485 h 370359"/>
                  <a:gd name="connsiteX14" fmla="*/ 49816 w 301987"/>
                  <a:gd name="connsiteY14" fmla="*/ 145458 h 370359"/>
                  <a:gd name="connsiteX15" fmla="*/ 43070 w 301987"/>
                  <a:gd name="connsiteY15" fmla="*/ 122868 h 370359"/>
                  <a:gd name="connsiteX16" fmla="*/ 36527 w 301987"/>
                  <a:gd name="connsiteY16" fmla="*/ 104752 h 370359"/>
                  <a:gd name="connsiteX17" fmla="*/ 29902 w 301987"/>
                  <a:gd name="connsiteY17" fmla="*/ 88120 h 370359"/>
                  <a:gd name="connsiteX18" fmla="*/ 22953 w 301987"/>
                  <a:gd name="connsiteY18" fmla="*/ 69306 h 370359"/>
                  <a:gd name="connsiteX19" fmla="*/ 15597 w 301987"/>
                  <a:gd name="connsiteY19" fmla="*/ 47566 h 370359"/>
                  <a:gd name="connsiteX20" fmla="*/ 7957 w 301987"/>
                  <a:gd name="connsiteY20" fmla="*/ 22575 h 370359"/>
                  <a:gd name="connsiteX21" fmla="*/ 32 w 301987"/>
                  <a:gd name="connsiteY21" fmla="*/ 1687 h 370359"/>
                  <a:gd name="connsiteX22" fmla="*/ 2023 w 301987"/>
                  <a:gd name="connsiteY22" fmla="*/ 28 h 370359"/>
                  <a:gd name="connsiteX23" fmla="*/ 5112 w 301987"/>
                  <a:gd name="connsiteY23" fmla="*/ 1141 h 370359"/>
                  <a:gd name="connsiteX24" fmla="*/ 12955 w 301987"/>
                  <a:gd name="connsiteY24" fmla="*/ 22073 h 370359"/>
                  <a:gd name="connsiteX25" fmla="*/ 20718 w 301987"/>
                  <a:gd name="connsiteY25" fmla="*/ 47064 h 370359"/>
                  <a:gd name="connsiteX26" fmla="*/ 27952 w 301987"/>
                  <a:gd name="connsiteY26" fmla="*/ 68760 h 370359"/>
                  <a:gd name="connsiteX27" fmla="*/ 34901 w 301987"/>
                  <a:gd name="connsiteY27" fmla="*/ 87509 h 370359"/>
                  <a:gd name="connsiteX28" fmla="*/ 41566 w 301987"/>
                  <a:gd name="connsiteY28" fmla="*/ 104185 h 370359"/>
                  <a:gd name="connsiteX29" fmla="*/ 48231 w 301987"/>
                  <a:gd name="connsiteY29" fmla="*/ 122366 h 370359"/>
                  <a:gd name="connsiteX30" fmla="*/ 54855 w 301987"/>
                  <a:gd name="connsiteY30" fmla="*/ 145022 h 370359"/>
                  <a:gd name="connsiteX31" fmla="*/ 62008 w 301987"/>
                  <a:gd name="connsiteY31" fmla="*/ 167983 h 370359"/>
                  <a:gd name="connsiteX32" fmla="*/ 69851 w 301987"/>
                  <a:gd name="connsiteY32" fmla="*/ 188871 h 370359"/>
                  <a:gd name="connsiteX33" fmla="*/ 77777 w 301987"/>
                  <a:gd name="connsiteY33" fmla="*/ 205918 h 370359"/>
                  <a:gd name="connsiteX34" fmla="*/ 85823 w 301987"/>
                  <a:gd name="connsiteY34" fmla="*/ 221851 h 370359"/>
                  <a:gd name="connsiteX35" fmla="*/ 93870 w 301987"/>
                  <a:gd name="connsiteY35" fmla="*/ 234904 h 370359"/>
                  <a:gd name="connsiteX36" fmla="*/ 102120 w 301987"/>
                  <a:gd name="connsiteY36" fmla="*/ 254984 h 370359"/>
                  <a:gd name="connsiteX37" fmla="*/ 110451 w 301987"/>
                  <a:gd name="connsiteY37" fmla="*/ 278164 h 370359"/>
                  <a:gd name="connsiteX38" fmla="*/ 118904 w 301987"/>
                  <a:gd name="connsiteY38" fmla="*/ 297830 h 370359"/>
                  <a:gd name="connsiteX39" fmla="*/ 127357 w 301987"/>
                  <a:gd name="connsiteY39" fmla="*/ 318608 h 370359"/>
                  <a:gd name="connsiteX40" fmla="*/ 135485 w 301987"/>
                  <a:gd name="connsiteY40" fmla="*/ 328845 h 370359"/>
                  <a:gd name="connsiteX41" fmla="*/ 214571 w 301987"/>
                  <a:gd name="connsiteY41" fmla="*/ 367369 h 370359"/>
                  <a:gd name="connsiteX42" fmla="*/ 299427 w 301987"/>
                  <a:gd name="connsiteY42" fmla="*/ 367478 h 370359"/>
                  <a:gd name="connsiteX43" fmla="*/ 301988 w 301987"/>
                  <a:gd name="connsiteY43" fmla="*/ 368853 h 370359"/>
                  <a:gd name="connsiteX44" fmla="*/ 299427 w 301987"/>
                  <a:gd name="connsiteY44" fmla="*/ 370294 h 37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01987" h="370359">
                    <a:moveTo>
                      <a:pt x="299265" y="370359"/>
                    </a:moveTo>
                    <a:lnTo>
                      <a:pt x="299265" y="370359"/>
                    </a:lnTo>
                    <a:lnTo>
                      <a:pt x="213433" y="370206"/>
                    </a:lnTo>
                    <a:cubicBezTo>
                      <a:pt x="212823" y="370206"/>
                      <a:pt x="212254" y="370097"/>
                      <a:pt x="211848" y="369879"/>
                    </a:cubicBezTo>
                    <a:lnTo>
                      <a:pt x="131584" y="330809"/>
                    </a:lnTo>
                    <a:cubicBezTo>
                      <a:pt x="131259" y="330657"/>
                      <a:pt x="131096" y="330504"/>
                      <a:pt x="130893" y="330329"/>
                    </a:cubicBezTo>
                    <a:lnTo>
                      <a:pt x="122440" y="319569"/>
                    </a:lnTo>
                    <a:lnTo>
                      <a:pt x="105371" y="278862"/>
                    </a:lnTo>
                    <a:lnTo>
                      <a:pt x="97040" y="255617"/>
                    </a:lnTo>
                    <a:lnTo>
                      <a:pt x="88790" y="235733"/>
                    </a:lnTo>
                    <a:lnTo>
                      <a:pt x="80865" y="222746"/>
                    </a:lnTo>
                    <a:lnTo>
                      <a:pt x="72819" y="206704"/>
                    </a:lnTo>
                    <a:lnTo>
                      <a:pt x="64893" y="189548"/>
                    </a:lnTo>
                    <a:lnTo>
                      <a:pt x="56969" y="168485"/>
                    </a:lnTo>
                    <a:lnTo>
                      <a:pt x="49816" y="145458"/>
                    </a:lnTo>
                    <a:lnTo>
                      <a:pt x="43070" y="122868"/>
                    </a:lnTo>
                    <a:lnTo>
                      <a:pt x="36527" y="104752"/>
                    </a:lnTo>
                    <a:lnTo>
                      <a:pt x="29902" y="88120"/>
                    </a:lnTo>
                    <a:lnTo>
                      <a:pt x="22953" y="69306"/>
                    </a:lnTo>
                    <a:lnTo>
                      <a:pt x="15597" y="47566"/>
                    </a:lnTo>
                    <a:lnTo>
                      <a:pt x="7957" y="22575"/>
                    </a:lnTo>
                    <a:lnTo>
                      <a:pt x="32" y="1687"/>
                    </a:lnTo>
                    <a:cubicBezTo>
                      <a:pt x="-171" y="945"/>
                      <a:pt x="601" y="181"/>
                      <a:pt x="2023" y="28"/>
                    </a:cubicBezTo>
                    <a:cubicBezTo>
                      <a:pt x="3446" y="-125"/>
                      <a:pt x="4787" y="356"/>
                      <a:pt x="5112" y="1141"/>
                    </a:cubicBezTo>
                    <a:lnTo>
                      <a:pt x="12955" y="22073"/>
                    </a:lnTo>
                    <a:lnTo>
                      <a:pt x="20718" y="47064"/>
                    </a:lnTo>
                    <a:lnTo>
                      <a:pt x="27952" y="68760"/>
                    </a:lnTo>
                    <a:lnTo>
                      <a:pt x="34901" y="87509"/>
                    </a:lnTo>
                    <a:lnTo>
                      <a:pt x="41566" y="104185"/>
                    </a:lnTo>
                    <a:lnTo>
                      <a:pt x="48231" y="122366"/>
                    </a:lnTo>
                    <a:lnTo>
                      <a:pt x="54855" y="145022"/>
                    </a:lnTo>
                    <a:lnTo>
                      <a:pt x="62008" y="167983"/>
                    </a:lnTo>
                    <a:lnTo>
                      <a:pt x="69851" y="188871"/>
                    </a:lnTo>
                    <a:lnTo>
                      <a:pt x="77777" y="205918"/>
                    </a:lnTo>
                    <a:lnTo>
                      <a:pt x="85823" y="221851"/>
                    </a:lnTo>
                    <a:lnTo>
                      <a:pt x="93870" y="234904"/>
                    </a:lnTo>
                    <a:lnTo>
                      <a:pt x="102120" y="254984"/>
                    </a:lnTo>
                    <a:lnTo>
                      <a:pt x="110451" y="278164"/>
                    </a:lnTo>
                    <a:lnTo>
                      <a:pt x="118904" y="297830"/>
                    </a:lnTo>
                    <a:lnTo>
                      <a:pt x="127357" y="318608"/>
                    </a:lnTo>
                    <a:lnTo>
                      <a:pt x="135485" y="328845"/>
                    </a:lnTo>
                    <a:lnTo>
                      <a:pt x="214571" y="367369"/>
                    </a:lnTo>
                    <a:lnTo>
                      <a:pt x="299427" y="367478"/>
                    </a:lnTo>
                    <a:cubicBezTo>
                      <a:pt x="300809" y="367478"/>
                      <a:pt x="301988" y="368111"/>
                      <a:pt x="301988" y="368853"/>
                    </a:cubicBezTo>
                    <a:cubicBezTo>
                      <a:pt x="301988" y="369661"/>
                      <a:pt x="300809" y="370294"/>
                      <a:pt x="299427" y="37029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2" name="Freeform: Shape 381">
                <a:extLst>
                  <a:ext uri="{FF2B5EF4-FFF2-40B4-BE49-F238E27FC236}">
                    <a16:creationId xmlns:a16="http://schemas.microsoft.com/office/drawing/2014/main" id="{0D67A684-649D-4CBB-B5EA-43BB103C03BE}"/>
                  </a:ext>
                </a:extLst>
              </p:cNvPr>
              <p:cNvSpPr/>
              <p:nvPr/>
            </p:nvSpPr>
            <p:spPr>
              <a:xfrm>
                <a:off x="11471847" y="5812253"/>
                <a:ext cx="346757" cy="11775"/>
              </a:xfrm>
              <a:custGeom>
                <a:avLst/>
                <a:gdLst>
                  <a:gd name="connsiteX0" fmla="*/ 344111 w 346757"/>
                  <a:gd name="connsiteY0" fmla="*/ 11775 h 11775"/>
                  <a:gd name="connsiteX1" fmla="*/ 344029 w 346757"/>
                  <a:gd name="connsiteY1" fmla="*/ 11775 h 11775"/>
                  <a:gd name="connsiteX2" fmla="*/ 282907 w 346757"/>
                  <a:gd name="connsiteY2" fmla="*/ 10007 h 11775"/>
                  <a:gd name="connsiteX3" fmla="*/ 257629 w 346757"/>
                  <a:gd name="connsiteY3" fmla="*/ 7672 h 11775"/>
                  <a:gd name="connsiteX4" fmla="*/ 184884 w 346757"/>
                  <a:gd name="connsiteY4" fmla="*/ 7825 h 11775"/>
                  <a:gd name="connsiteX5" fmla="*/ 114251 w 346757"/>
                  <a:gd name="connsiteY5" fmla="*/ 8349 h 11775"/>
                  <a:gd name="connsiteX6" fmla="*/ 40327 w 346757"/>
                  <a:gd name="connsiteY6" fmla="*/ 6581 h 11775"/>
                  <a:gd name="connsiteX7" fmla="*/ 2044 w 346757"/>
                  <a:gd name="connsiteY7" fmla="*/ 2805 h 11775"/>
                  <a:gd name="connsiteX8" fmla="*/ 53 w 346757"/>
                  <a:gd name="connsiteY8" fmla="*/ 1146 h 11775"/>
                  <a:gd name="connsiteX9" fmla="*/ 2938 w 346757"/>
                  <a:gd name="connsiteY9" fmla="*/ 33 h 11775"/>
                  <a:gd name="connsiteX10" fmla="*/ 40937 w 346757"/>
                  <a:gd name="connsiteY10" fmla="*/ 3809 h 11775"/>
                  <a:gd name="connsiteX11" fmla="*/ 114251 w 346757"/>
                  <a:gd name="connsiteY11" fmla="*/ 5511 h 11775"/>
                  <a:gd name="connsiteX12" fmla="*/ 184802 w 346757"/>
                  <a:gd name="connsiteY12" fmla="*/ 4987 h 11775"/>
                  <a:gd name="connsiteX13" fmla="*/ 258036 w 346757"/>
                  <a:gd name="connsiteY13" fmla="*/ 4878 h 11775"/>
                  <a:gd name="connsiteX14" fmla="*/ 283517 w 346757"/>
                  <a:gd name="connsiteY14" fmla="*/ 7236 h 11775"/>
                  <a:gd name="connsiteX15" fmla="*/ 344355 w 346757"/>
                  <a:gd name="connsiteY15" fmla="*/ 8938 h 11775"/>
                  <a:gd name="connsiteX16" fmla="*/ 346753 w 346757"/>
                  <a:gd name="connsiteY16" fmla="*/ 10422 h 11775"/>
                  <a:gd name="connsiteX17" fmla="*/ 344151 w 346757"/>
                  <a:gd name="connsiteY17" fmla="*/ 11754 h 11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6757" h="11775">
                    <a:moveTo>
                      <a:pt x="344111" y="11775"/>
                    </a:moveTo>
                    <a:lnTo>
                      <a:pt x="344029" y="11775"/>
                    </a:lnTo>
                    <a:lnTo>
                      <a:pt x="282907" y="10007"/>
                    </a:lnTo>
                    <a:lnTo>
                      <a:pt x="257629" y="7672"/>
                    </a:lnTo>
                    <a:lnTo>
                      <a:pt x="184884" y="7825"/>
                    </a:lnTo>
                    <a:lnTo>
                      <a:pt x="114251" y="8349"/>
                    </a:lnTo>
                    <a:lnTo>
                      <a:pt x="40327" y="6581"/>
                    </a:lnTo>
                    <a:lnTo>
                      <a:pt x="2044" y="2805"/>
                    </a:lnTo>
                    <a:cubicBezTo>
                      <a:pt x="662" y="2630"/>
                      <a:pt x="-232" y="1953"/>
                      <a:pt x="53" y="1146"/>
                    </a:cubicBezTo>
                    <a:cubicBezTo>
                      <a:pt x="256" y="404"/>
                      <a:pt x="1637" y="-142"/>
                      <a:pt x="2938" y="33"/>
                    </a:cubicBezTo>
                    <a:lnTo>
                      <a:pt x="40937" y="3809"/>
                    </a:lnTo>
                    <a:lnTo>
                      <a:pt x="114251" y="5511"/>
                    </a:lnTo>
                    <a:lnTo>
                      <a:pt x="184802" y="4987"/>
                    </a:lnTo>
                    <a:lnTo>
                      <a:pt x="258036" y="4878"/>
                    </a:lnTo>
                    <a:lnTo>
                      <a:pt x="283517" y="7236"/>
                    </a:lnTo>
                    <a:lnTo>
                      <a:pt x="344355" y="8938"/>
                    </a:lnTo>
                    <a:cubicBezTo>
                      <a:pt x="345737" y="8982"/>
                      <a:pt x="346833" y="9680"/>
                      <a:pt x="346753" y="10422"/>
                    </a:cubicBezTo>
                    <a:cubicBezTo>
                      <a:pt x="346672" y="11164"/>
                      <a:pt x="345574" y="11754"/>
                      <a:pt x="344151" y="1175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3" name="Freeform: Shape 382">
                <a:extLst>
                  <a:ext uri="{FF2B5EF4-FFF2-40B4-BE49-F238E27FC236}">
                    <a16:creationId xmlns:a16="http://schemas.microsoft.com/office/drawing/2014/main" id="{540F7718-1380-4E84-981A-B558D7A41A9E}"/>
                  </a:ext>
                </a:extLst>
              </p:cNvPr>
              <p:cNvSpPr/>
              <p:nvPr/>
            </p:nvSpPr>
            <p:spPr>
              <a:xfrm>
                <a:off x="9487568" y="6131574"/>
                <a:ext cx="2704431" cy="24633"/>
              </a:xfrm>
              <a:custGeom>
                <a:avLst/>
                <a:gdLst>
                  <a:gd name="connsiteX0" fmla="*/ 2704432 w 2704431"/>
                  <a:gd name="connsiteY0" fmla="*/ 21818 h 24633"/>
                  <a:gd name="connsiteX1" fmla="*/ 26012 w 2704431"/>
                  <a:gd name="connsiteY1" fmla="*/ 17343 h 24633"/>
                  <a:gd name="connsiteX2" fmla="*/ 4594 w 2704431"/>
                  <a:gd name="connsiteY2" fmla="*/ 602 h 24633"/>
                  <a:gd name="connsiteX3" fmla="*/ 1141 w 2704431"/>
                  <a:gd name="connsiteY3" fmla="*/ 275 h 24633"/>
                  <a:gd name="connsiteX4" fmla="*/ 449 w 2704431"/>
                  <a:gd name="connsiteY4" fmla="*/ 2239 h 24633"/>
                  <a:gd name="connsiteX5" fmla="*/ 22558 w 2704431"/>
                  <a:gd name="connsiteY5" fmla="*/ 19504 h 24633"/>
                  <a:gd name="connsiteX6" fmla="*/ 24631 w 2704431"/>
                  <a:gd name="connsiteY6" fmla="*/ 20093 h 24633"/>
                  <a:gd name="connsiteX7" fmla="*/ 2704432 w 2704431"/>
                  <a:gd name="connsiteY7" fmla="*/ 24633 h 24633"/>
                  <a:gd name="connsiteX8" fmla="*/ 2704432 w 2704431"/>
                  <a:gd name="connsiteY8" fmla="*/ 21796 h 2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4431" h="24633">
                    <a:moveTo>
                      <a:pt x="2704432" y="21818"/>
                    </a:moveTo>
                    <a:lnTo>
                      <a:pt x="26012" y="17343"/>
                    </a:lnTo>
                    <a:lnTo>
                      <a:pt x="4594" y="602"/>
                    </a:lnTo>
                    <a:cubicBezTo>
                      <a:pt x="3782" y="-31"/>
                      <a:pt x="2197" y="-206"/>
                      <a:pt x="1141" y="275"/>
                    </a:cubicBezTo>
                    <a:cubicBezTo>
                      <a:pt x="-38" y="689"/>
                      <a:pt x="-364" y="1606"/>
                      <a:pt x="449" y="2239"/>
                    </a:cubicBezTo>
                    <a:lnTo>
                      <a:pt x="22558" y="19504"/>
                    </a:lnTo>
                    <a:cubicBezTo>
                      <a:pt x="23045" y="19875"/>
                      <a:pt x="23858" y="20093"/>
                      <a:pt x="24631" y="20093"/>
                    </a:cubicBezTo>
                    <a:lnTo>
                      <a:pt x="2704432" y="24633"/>
                    </a:lnTo>
                    <a:lnTo>
                      <a:pt x="2704432" y="2179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4" name="Freeform: Shape 383">
                <a:extLst>
                  <a:ext uri="{FF2B5EF4-FFF2-40B4-BE49-F238E27FC236}">
                    <a16:creationId xmlns:a16="http://schemas.microsoft.com/office/drawing/2014/main" id="{085A165D-E624-434D-AAE0-BE493890621F}"/>
                  </a:ext>
                </a:extLst>
              </p:cNvPr>
              <p:cNvSpPr/>
              <p:nvPr/>
            </p:nvSpPr>
            <p:spPr>
              <a:xfrm>
                <a:off x="11183315" y="5723627"/>
                <a:ext cx="279968" cy="3361"/>
              </a:xfrm>
              <a:custGeom>
                <a:avLst/>
                <a:gdLst>
                  <a:gd name="connsiteX0" fmla="*/ 277531 w 279968"/>
                  <a:gd name="connsiteY0" fmla="*/ 3361 h 3361"/>
                  <a:gd name="connsiteX1" fmla="*/ 277409 w 279968"/>
                  <a:gd name="connsiteY1" fmla="*/ 3361 h 3361"/>
                  <a:gd name="connsiteX2" fmla="*/ 2478 w 279968"/>
                  <a:gd name="connsiteY2" fmla="*/ 2837 h 3361"/>
                  <a:gd name="connsiteX3" fmla="*/ 0 w 279968"/>
                  <a:gd name="connsiteY3" fmla="*/ 1397 h 3361"/>
                  <a:gd name="connsiteX4" fmla="*/ 2560 w 279968"/>
                  <a:gd name="connsiteY4" fmla="*/ 0 h 3361"/>
                  <a:gd name="connsiteX5" fmla="*/ 2560 w 279968"/>
                  <a:gd name="connsiteY5" fmla="*/ 0 h 3361"/>
                  <a:gd name="connsiteX6" fmla="*/ 277490 w 279968"/>
                  <a:gd name="connsiteY6" fmla="*/ 524 h 3361"/>
                  <a:gd name="connsiteX7" fmla="*/ 279969 w 279968"/>
                  <a:gd name="connsiteY7" fmla="*/ 1964 h 3361"/>
                  <a:gd name="connsiteX8" fmla="*/ 277490 w 279968"/>
                  <a:gd name="connsiteY8" fmla="*/ 3339 h 3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9968" h="3361">
                    <a:moveTo>
                      <a:pt x="277531" y="3361"/>
                    </a:moveTo>
                    <a:lnTo>
                      <a:pt x="277409" y="3361"/>
                    </a:lnTo>
                    <a:lnTo>
                      <a:pt x="2478" y="2837"/>
                    </a:lnTo>
                    <a:cubicBezTo>
                      <a:pt x="1097" y="2837"/>
                      <a:pt x="0" y="2204"/>
                      <a:pt x="0" y="1397"/>
                    </a:cubicBezTo>
                    <a:cubicBezTo>
                      <a:pt x="0" y="655"/>
                      <a:pt x="1097" y="0"/>
                      <a:pt x="2560" y="0"/>
                    </a:cubicBezTo>
                    <a:lnTo>
                      <a:pt x="2560" y="0"/>
                    </a:lnTo>
                    <a:lnTo>
                      <a:pt x="277490" y="524"/>
                    </a:lnTo>
                    <a:cubicBezTo>
                      <a:pt x="278871" y="524"/>
                      <a:pt x="279969" y="1157"/>
                      <a:pt x="279969" y="1964"/>
                    </a:cubicBezTo>
                    <a:cubicBezTo>
                      <a:pt x="279969" y="2706"/>
                      <a:pt x="278871" y="3339"/>
                      <a:pt x="277490" y="33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5" name="Freeform: Shape 384">
                <a:extLst>
                  <a:ext uri="{FF2B5EF4-FFF2-40B4-BE49-F238E27FC236}">
                    <a16:creationId xmlns:a16="http://schemas.microsoft.com/office/drawing/2014/main" id="{3E74C3B6-E0FC-4330-B840-C123D96057E2}"/>
                  </a:ext>
                </a:extLst>
              </p:cNvPr>
              <p:cNvSpPr/>
              <p:nvPr/>
            </p:nvSpPr>
            <p:spPr>
              <a:xfrm>
                <a:off x="6048370" y="5492624"/>
                <a:ext cx="2789001" cy="415175"/>
              </a:xfrm>
              <a:custGeom>
                <a:avLst/>
                <a:gdLst>
                  <a:gd name="connsiteX0" fmla="*/ 820928 w 2789001"/>
                  <a:gd name="connsiteY0" fmla="*/ 415175 h 415175"/>
                  <a:gd name="connsiteX1" fmla="*/ 739892 w 2789001"/>
                  <a:gd name="connsiteY1" fmla="*/ 414215 h 415175"/>
                  <a:gd name="connsiteX2" fmla="*/ 659221 w 2789001"/>
                  <a:gd name="connsiteY2" fmla="*/ 403280 h 415175"/>
                  <a:gd name="connsiteX3" fmla="*/ 578957 w 2789001"/>
                  <a:gd name="connsiteY3" fmla="*/ 405091 h 415175"/>
                  <a:gd name="connsiteX4" fmla="*/ 497881 w 2789001"/>
                  <a:gd name="connsiteY4" fmla="*/ 405310 h 415175"/>
                  <a:gd name="connsiteX5" fmla="*/ 416722 w 2789001"/>
                  <a:gd name="connsiteY5" fmla="*/ 397692 h 415175"/>
                  <a:gd name="connsiteX6" fmla="*/ 335849 w 2789001"/>
                  <a:gd name="connsiteY6" fmla="*/ 384858 h 415175"/>
                  <a:gd name="connsiteX7" fmla="*/ 254691 w 2789001"/>
                  <a:gd name="connsiteY7" fmla="*/ 366306 h 415175"/>
                  <a:gd name="connsiteX8" fmla="*/ 171663 w 2789001"/>
                  <a:gd name="connsiteY8" fmla="*/ 338389 h 415175"/>
                  <a:gd name="connsiteX9" fmla="*/ 100015 w 2789001"/>
                  <a:gd name="connsiteY9" fmla="*/ 317087 h 415175"/>
                  <a:gd name="connsiteX10" fmla="*/ 88270 w 2789001"/>
                  <a:gd name="connsiteY10" fmla="*/ 315057 h 415175"/>
                  <a:gd name="connsiteX11" fmla="*/ 28082 w 2789001"/>
                  <a:gd name="connsiteY11" fmla="*/ 296788 h 415175"/>
                  <a:gd name="connsiteX12" fmla="*/ 1991 w 2789001"/>
                  <a:gd name="connsiteY12" fmla="*/ 286661 h 415175"/>
                  <a:gd name="connsiteX13" fmla="*/ 691 w 2789001"/>
                  <a:gd name="connsiteY13" fmla="*/ 285482 h 415175"/>
                  <a:gd name="connsiteX14" fmla="*/ 0 w 2789001"/>
                  <a:gd name="connsiteY14" fmla="*/ 272430 h 415175"/>
                  <a:gd name="connsiteX15" fmla="*/ 691 w 2789001"/>
                  <a:gd name="connsiteY15" fmla="*/ 260054 h 415175"/>
                  <a:gd name="connsiteX16" fmla="*/ 5161 w 2789001"/>
                  <a:gd name="connsiteY16" fmla="*/ 249446 h 415175"/>
                  <a:gd name="connsiteX17" fmla="*/ 11217 w 2789001"/>
                  <a:gd name="connsiteY17" fmla="*/ 237245 h 415175"/>
                  <a:gd name="connsiteX18" fmla="*/ 27391 w 2789001"/>
                  <a:gd name="connsiteY18" fmla="*/ 208260 h 415175"/>
                  <a:gd name="connsiteX19" fmla="*/ 37267 w 2789001"/>
                  <a:gd name="connsiteY19" fmla="*/ 188812 h 415175"/>
                  <a:gd name="connsiteX20" fmla="*/ 47467 w 2789001"/>
                  <a:gd name="connsiteY20" fmla="*/ 173141 h 415175"/>
                  <a:gd name="connsiteX21" fmla="*/ 57790 w 2789001"/>
                  <a:gd name="connsiteY21" fmla="*/ 150332 h 415175"/>
                  <a:gd name="connsiteX22" fmla="*/ 66975 w 2789001"/>
                  <a:gd name="connsiteY22" fmla="*/ 123005 h 415175"/>
                  <a:gd name="connsiteX23" fmla="*/ 73721 w 2789001"/>
                  <a:gd name="connsiteY23" fmla="*/ 93758 h 415175"/>
                  <a:gd name="connsiteX24" fmla="*/ 76484 w 2789001"/>
                  <a:gd name="connsiteY24" fmla="*/ 63593 h 415175"/>
                  <a:gd name="connsiteX25" fmla="*/ 74493 w 2789001"/>
                  <a:gd name="connsiteY25" fmla="*/ 41527 h 415175"/>
                  <a:gd name="connsiteX26" fmla="*/ 67909 w 2789001"/>
                  <a:gd name="connsiteY26" fmla="*/ 21599 h 415175"/>
                  <a:gd name="connsiteX27" fmla="*/ 57790 w 2789001"/>
                  <a:gd name="connsiteY27" fmla="*/ 1824 h 415175"/>
                  <a:gd name="connsiteX28" fmla="*/ 59538 w 2789001"/>
                  <a:gd name="connsiteY28" fmla="*/ 56 h 415175"/>
                  <a:gd name="connsiteX29" fmla="*/ 62667 w 2789001"/>
                  <a:gd name="connsiteY29" fmla="*/ 1017 h 415175"/>
                  <a:gd name="connsiteX30" fmla="*/ 72867 w 2789001"/>
                  <a:gd name="connsiteY30" fmla="*/ 20944 h 415175"/>
                  <a:gd name="connsiteX31" fmla="*/ 79573 w 2789001"/>
                  <a:gd name="connsiteY31" fmla="*/ 41199 h 415175"/>
                  <a:gd name="connsiteX32" fmla="*/ 81564 w 2789001"/>
                  <a:gd name="connsiteY32" fmla="*/ 63572 h 415175"/>
                  <a:gd name="connsiteX33" fmla="*/ 78842 w 2789001"/>
                  <a:gd name="connsiteY33" fmla="*/ 93998 h 415175"/>
                  <a:gd name="connsiteX34" fmla="*/ 72014 w 2789001"/>
                  <a:gd name="connsiteY34" fmla="*/ 123420 h 415175"/>
                  <a:gd name="connsiteX35" fmla="*/ 62789 w 2789001"/>
                  <a:gd name="connsiteY35" fmla="*/ 150921 h 415175"/>
                  <a:gd name="connsiteX36" fmla="*/ 52385 w 2789001"/>
                  <a:gd name="connsiteY36" fmla="*/ 173948 h 415175"/>
                  <a:gd name="connsiteX37" fmla="*/ 42184 w 2789001"/>
                  <a:gd name="connsiteY37" fmla="*/ 189663 h 415175"/>
                  <a:gd name="connsiteX38" fmla="*/ 32309 w 2789001"/>
                  <a:gd name="connsiteY38" fmla="*/ 209045 h 415175"/>
                  <a:gd name="connsiteX39" fmla="*/ 16134 w 2789001"/>
                  <a:gd name="connsiteY39" fmla="*/ 238031 h 415175"/>
                  <a:gd name="connsiteX40" fmla="*/ 10119 w 2789001"/>
                  <a:gd name="connsiteY40" fmla="*/ 250123 h 415175"/>
                  <a:gd name="connsiteX41" fmla="*/ 5771 w 2789001"/>
                  <a:gd name="connsiteY41" fmla="*/ 260403 h 415175"/>
                  <a:gd name="connsiteX42" fmla="*/ 5161 w 2789001"/>
                  <a:gd name="connsiteY42" fmla="*/ 272408 h 415175"/>
                  <a:gd name="connsiteX43" fmla="*/ 6015 w 2789001"/>
                  <a:gd name="connsiteY43" fmla="*/ 284653 h 415175"/>
                  <a:gd name="connsiteX44" fmla="*/ 30886 w 2789001"/>
                  <a:gd name="connsiteY44" fmla="*/ 294344 h 415175"/>
                  <a:gd name="connsiteX45" fmla="*/ 90261 w 2789001"/>
                  <a:gd name="connsiteY45" fmla="*/ 312460 h 415175"/>
                  <a:gd name="connsiteX46" fmla="*/ 102088 w 2789001"/>
                  <a:gd name="connsiteY46" fmla="*/ 314446 h 415175"/>
                  <a:gd name="connsiteX47" fmla="*/ 174711 w 2789001"/>
                  <a:gd name="connsiteY47" fmla="*/ 336076 h 415175"/>
                  <a:gd name="connsiteX48" fmla="*/ 257048 w 2789001"/>
                  <a:gd name="connsiteY48" fmla="*/ 363774 h 415175"/>
                  <a:gd name="connsiteX49" fmla="*/ 337596 w 2789001"/>
                  <a:gd name="connsiteY49" fmla="*/ 382152 h 415175"/>
                  <a:gd name="connsiteX50" fmla="*/ 417860 w 2789001"/>
                  <a:gd name="connsiteY50" fmla="*/ 394877 h 415175"/>
                  <a:gd name="connsiteX51" fmla="*/ 498409 w 2789001"/>
                  <a:gd name="connsiteY51" fmla="*/ 402494 h 415175"/>
                  <a:gd name="connsiteX52" fmla="*/ 578876 w 2789001"/>
                  <a:gd name="connsiteY52" fmla="*/ 402232 h 415175"/>
                  <a:gd name="connsiteX53" fmla="*/ 659425 w 2789001"/>
                  <a:gd name="connsiteY53" fmla="*/ 400421 h 415175"/>
                  <a:gd name="connsiteX54" fmla="*/ 660115 w 2789001"/>
                  <a:gd name="connsiteY54" fmla="*/ 400464 h 415175"/>
                  <a:gd name="connsiteX55" fmla="*/ 740583 w 2789001"/>
                  <a:gd name="connsiteY55" fmla="*/ 411399 h 415175"/>
                  <a:gd name="connsiteX56" fmla="*/ 820643 w 2789001"/>
                  <a:gd name="connsiteY56" fmla="*/ 412316 h 415175"/>
                  <a:gd name="connsiteX57" fmla="*/ 901314 w 2789001"/>
                  <a:gd name="connsiteY57" fmla="*/ 406183 h 415175"/>
                  <a:gd name="connsiteX58" fmla="*/ 982675 w 2789001"/>
                  <a:gd name="connsiteY58" fmla="*/ 398609 h 415175"/>
                  <a:gd name="connsiteX59" fmla="*/ 1064036 w 2789001"/>
                  <a:gd name="connsiteY59" fmla="*/ 384160 h 415175"/>
                  <a:gd name="connsiteX60" fmla="*/ 1146170 w 2789001"/>
                  <a:gd name="connsiteY60" fmla="*/ 380798 h 415175"/>
                  <a:gd name="connsiteX61" fmla="*/ 1227816 w 2789001"/>
                  <a:gd name="connsiteY61" fmla="*/ 379292 h 415175"/>
                  <a:gd name="connsiteX62" fmla="*/ 1309177 w 2789001"/>
                  <a:gd name="connsiteY62" fmla="*/ 370977 h 415175"/>
                  <a:gd name="connsiteX63" fmla="*/ 1390823 w 2789001"/>
                  <a:gd name="connsiteY63" fmla="*/ 361220 h 415175"/>
                  <a:gd name="connsiteX64" fmla="*/ 1472387 w 2789001"/>
                  <a:gd name="connsiteY64" fmla="*/ 347469 h 415175"/>
                  <a:gd name="connsiteX65" fmla="*/ 1553830 w 2789001"/>
                  <a:gd name="connsiteY65" fmla="*/ 329288 h 415175"/>
                  <a:gd name="connsiteX66" fmla="*/ 1635679 w 2789001"/>
                  <a:gd name="connsiteY66" fmla="*/ 311761 h 415175"/>
                  <a:gd name="connsiteX67" fmla="*/ 1636248 w 2789001"/>
                  <a:gd name="connsiteY67" fmla="*/ 311652 h 415175"/>
                  <a:gd name="connsiteX68" fmla="*/ 1718097 w 2789001"/>
                  <a:gd name="connsiteY68" fmla="*/ 307396 h 415175"/>
                  <a:gd name="connsiteX69" fmla="*/ 1801449 w 2789001"/>
                  <a:gd name="connsiteY69" fmla="*/ 304733 h 415175"/>
                  <a:gd name="connsiteX70" fmla="*/ 1885290 w 2789001"/>
                  <a:gd name="connsiteY70" fmla="*/ 297487 h 415175"/>
                  <a:gd name="connsiteX71" fmla="*/ 1969943 w 2789001"/>
                  <a:gd name="connsiteY71" fmla="*/ 286988 h 415175"/>
                  <a:gd name="connsiteX72" fmla="*/ 2055165 w 2789001"/>
                  <a:gd name="connsiteY72" fmla="*/ 281400 h 415175"/>
                  <a:gd name="connsiteX73" fmla="*/ 2140102 w 2789001"/>
                  <a:gd name="connsiteY73" fmla="*/ 278410 h 415175"/>
                  <a:gd name="connsiteX74" fmla="*/ 2224024 w 2789001"/>
                  <a:gd name="connsiteY74" fmla="*/ 272233 h 415175"/>
                  <a:gd name="connsiteX75" fmla="*/ 2306889 w 2789001"/>
                  <a:gd name="connsiteY75" fmla="*/ 265511 h 415175"/>
                  <a:gd name="connsiteX76" fmla="*/ 2388738 w 2789001"/>
                  <a:gd name="connsiteY76" fmla="*/ 269876 h 415175"/>
                  <a:gd name="connsiteX77" fmla="*/ 2468717 w 2789001"/>
                  <a:gd name="connsiteY77" fmla="*/ 270684 h 415175"/>
                  <a:gd name="connsiteX78" fmla="*/ 2548087 w 2789001"/>
                  <a:gd name="connsiteY78" fmla="*/ 273608 h 415175"/>
                  <a:gd name="connsiteX79" fmla="*/ 2627173 w 2789001"/>
                  <a:gd name="connsiteY79" fmla="*/ 275202 h 415175"/>
                  <a:gd name="connsiteX80" fmla="*/ 2706258 w 2789001"/>
                  <a:gd name="connsiteY80" fmla="*/ 272277 h 415175"/>
                  <a:gd name="connsiteX81" fmla="*/ 2786522 w 2789001"/>
                  <a:gd name="connsiteY81" fmla="*/ 274569 h 415175"/>
                  <a:gd name="connsiteX82" fmla="*/ 2789001 w 2789001"/>
                  <a:gd name="connsiteY82" fmla="*/ 276053 h 415175"/>
                  <a:gd name="connsiteX83" fmla="*/ 2786319 w 2789001"/>
                  <a:gd name="connsiteY83" fmla="*/ 277384 h 415175"/>
                  <a:gd name="connsiteX84" fmla="*/ 2706339 w 2789001"/>
                  <a:gd name="connsiteY84" fmla="*/ 275093 h 415175"/>
                  <a:gd name="connsiteX85" fmla="*/ 2627254 w 2789001"/>
                  <a:gd name="connsiteY85" fmla="*/ 278039 h 415175"/>
                  <a:gd name="connsiteX86" fmla="*/ 2547884 w 2789001"/>
                  <a:gd name="connsiteY86" fmla="*/ 276380 h 415175"/>
                  <a:gd name="connsiteX87" fmla="*/ 2468514 w 2789001"/>
                  <a:gd name="connsiteY87" fmla="*/ 273499 h 415175"/>
                  <a:gd name="connsiteX88" fmla="*/ 2388453 w 2789001"/>
                  <a:gd name="connsiteY88" fmla="*/ 272692 h 415175"/>
                  <a:gd name="connsiteX89" fmla="*/ 2307011 w 2789001"/>
                  <a:gd name="connsiteY89" fmla="*/ 268326 h 415175"/>
                  <a:gd name="connsiteX90" fmla="*/ 2224755 w 2789001"/>
                  <a:gd name="connsiteY90" fmla="*/ 275049 h 415175"/>
                  <a:gd name="connsiteX91" fmla="*/ 2140631 w 2789001"/>
                  <a:gd name="connsiteY91" fmla="*/ 281182 h 415175"/>
                  <a:gd name="connsiteX92" fmla="*/ 2055693 w 2789001"/>
                  <a:gd name="connsiteY92" fmla="*/ 284216 h 415175"/>
                  <a:gd name="connsiteX93" fmla="*/ 1970755 w 2789001"/>
                  <a:gd name="connsiteY93" fmla="*/ 289760 h 415175"/>
                  <a:gd name="connsiteX94" fmla="*/ 1886224 w 2789001"/>
                  <a:gd name="connsiteY94" fmla="*/ 300259 h 415175"/>
                  <a:gd name="connsiteX95" fmla="*/ 1801978 w 2789001"/>
                  <a:gd name="connsiteY95" fmla="*/ 307570 h 415175"/>
                  <a:gd name="connsiteX96" fmla="*/ 1718544 w 2789001"/>
                  <a:gd name="connsiteY96" fmla="*/ 310233 h 415175"/>
                  <a:gd name="connsiteX97" fmla="*/ 1637182 w 2789001"/>
                  <a:gd name="connsiteY97" fmla="*/ 314446 h 415175"/>
                  <a:gd name="connsiteX98" fmla="*/ 1555740 w 2789001"/>
                  <a:gd name="connsiteY98" fmla="*/ 331929 h 415175"/>
                  <a:gd name="connsiteX99" fmla="*/ 1474094 w 2789001"/>
                  <a:gd name="connsiteY99" fmla="*/ 350154 h 415175"/>
                  <a:gd name="connsiteX100" fmla="*/ 1392123 w 2789001"/>
                  <a:gd name="connsiteY100" fmla="*/ 363970 h 415175"/>
                  <a:gd name="connsiteX101" fmla="*/ 1310193 w 2789001"/>
                  <a:gd name="connsiteY101" fmla="*/ 373727 h 415175"/>
                  <a:gd name="connsiteX102" fmla="*/ 1228425 w 2789001"/>
                  <a:gd name="connsiteY102" fmla="*/ 382152 h 415175"/>
                  <a:gd name="connsiteX103" fmla="*/ 1146454 w 2789001"/>
                  <a:gd name="connsiteY103" fmla="*/ 383636 h 415175"/>
                  <a:gd name="connsiteX104" fmla="*/ 1065012 w 2789001"/>
                  <a:gd name="connsiteY104" fmla="*/ 386932 h 415175"/>
                  <a:gd name="connsiteX105" fmla="*/ 983854 w 2789001"/>
                  <a:gd name="connsiteY105" fmla="*/ 401315 h 415175"/>
                  <a:gd name="connsiteX106" fmla="*/ 902127 w 2789001"/>
                  <a:gd name="connsiteY106" fmla="*/ 408933 h 415175"/>
                  <a:gd name="connsiteX107" fmla="*/ 820969 w 2789001"/>
                  <a:gd name="connsiteY107" fmla="*/ 415110 h 4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2789001" h="415175">
                    <a:moveTo>
                      <a:pt x="820928" y="415175"/>
                    </a:moveTo>
                    <a:lnTo>
                      <a:pt x="739892" y="414215"/>
                    </a:lnTo>
                    <a:lnTo>
                      <a:pt x="659221" y="403280"/>
                    </a:lnTo>
                    <a:lnTo>
                      <a:pt x="578957" y="405091"/>
                    </a:lnTo>
                    <a:lnTo>
                      <a:pt x="497881" y="405310"/>
                    </a:lnTo>
                    <a:lnTo>
                      <a:pt x="416722" y="397692"/>
                    </a:lnTo>
                    <a:lnTo>
                      <a:pt x="335849" y="384858"/>
                    </a:lnTo>
                    <a:lnTo>
                      <a:pt x="254691" y="366306"/>
                    </a:lnTo>
                    <a:lnTo>
                      <a:pt x="171663" y="338389"/>
                    </a:lnTo>
                    <a:lnTo>
                      <a:pt x="100015" y="317087"/>
                    </a:lnTo>
                    <a:lnTo>
                      <a:pt x="88270" y="315057"/>
                    </a:lnTo>
                    <a:lnTo>
                      <a:pt x="28082" y="296788"/>
                    </a:lnTo>
                    <a:lnTo>
                      <a:pt x="1991" y="286661"/>
                    </a:lnTo>
                    <a:cubicBezTo>
                      <a:pt x="1260" y="286442"/>
                      <a:pt x="772" y="285962"/>
                      <a:pt x="691" y="285482"/>
                    </a:cubicBezTo>
                    <a:lnTo>
                      <a:pt x="0" y="272430"/>
                    </a:lnTo>
                    <a:lnTo>
                      <a:pt x="691" y="260054"/>
                    </a:lnTo>
                    <a:lnTo>
                      <a:pt x="5161" y="249446"/>
                    </a:lnTo>
                    <a:lnTo>
                      <a:pt x="11217" y="237245"/>
                    </a:lnTo>
                    <a:lnTo>
                      <a:pt x="27391" y="208260"/>
                    </a:lnTo>
                    <a:lnTo>
                      <a:pt x="37267" y="188812"/>
                    </a:lnTo>
                    <a:lnTo>
                      <a:pt x="47467" y="173141"/>
                    </a:lnTo>
                    <a:lnTo>
                      <a:pt x="57790" y="150332"/>
                    </a:lnTo>
                    <a:lnTo>
                      <a:pt x="66975" y="123005"/>
                    </a:lnTo>
                    <a:lnTo>
                      <a:pt x="73721" y="93758"/>
                    </a:lnTo>
                    <a:lnTo>
                      <a:pt x="76484" y="63593"/>
                    </a:lnTo>
                    <a:lnTo>
                      <a:pt x="74493" y="41527"/>
                    </a:lnTo>
                    <a:lnTo>
                      <a:pt x="67909" y="21599"/>
                    </a:lnTo>
                    <a:lnTo>
                      <a:pt x="57790" y="1824"/>
                    </a:lnTo>
                    <a:cubicBezTo>
                      <a:pt x="57384" y="1082"/>
                      <a:pt x="58196" y="275"/>
                      <a:pt x="59538" y="56"/>
                    </a:cubicBezTo>
                    <a:cubicBezTo>
                      <a:pt x="60879" y="-162"/>
                      <a:pt x="62260" y="275"/>
                      <a:pt x="62667" y="1017"/>
                    </a:cubicBezTo>
                    <a:lnTo>
                      <a:pt x="72867" y="20944"/>
                    </a:lnTo>
                    <a:lnTo>
                      <a:pt x="79573" y="41199"/>
                    </a:lnTo>
                    <a:lnTo>
                      <a:pt x="81564" y="63572"/>
                    </a:lnTo>
                    <a:lnTo>
                      <a:pt x="78842" y="93998"/>
                    </a:lnTo>
                    <a:lnTo>
                      <a:pt x="72014" y="123420"/>
                    </a:lnTo>
                    <a:lnTo>
                      <a:pt x="62789" y="150921"/>
                    </a:lnTo>
                    <a:lnTo>
                      <a:pt x="52385" y="173948"/>
                    </a:lnTo>
                    <a:lnTo>
                      <a:pt x="42184" y="189663"/>
                    </a:lnTo>
                    <a:lnTo>
                      <a:pt x="32309" y="209045"/>
                    </a:lnTo>
                    <a:lnTo>
                      <a:pt x="16134" y="238031"/>
                    </a:lnTo>
                    <a:lnTo>
                      <a:pt x="10119" y="250123"/>
                    </a:lnTo>
                    <a:lnTo>
                      <a:pt x="5771" y="260403"/>
                    </a:lnTo>
                    <a:lnTo>
                      <a:pt x="5161" y="272408"/>
                    </a:lnTo>
                    <a:lnTo>
                      <a:pt x="6015" y="284653"/>
                    </a:lnTo>
                    <a:lnTo>
                      <a:pt x="30886" y="294344"/>
                    </a:lnTo>
                    <a:lnTo>
                      <a:pt x="90261" y="312460"/>
                    </a:lnTo>
                    <a:lnTo>
                      <a:pt x="102088" y="314446"/>
                    </a:lnTo>
                    <a:lnTo>
                      <a:pt x="174711" y="336076"/>
                    </a:lnTo>
                    <a:lnTo>
                      <a:pt x="257048" y="363774"/>
                    </a:lnTo>
                    <a:lnTo>
                      <a:pt x="337596" y="382152"/>
                    </a:lnTo>
                    <a:lnTo>
                      <a:pt x="417860" y="394877"/>
                    </a:lnTo>
                    <a:lnTo>
                      <a:pt x="498409" y="402494"/>
                    </a:lnTo>
                    <a:lnTo>
                      <a:pt x="578876" y="402232"/>
                    </a:lnTo>
                    <a:lnTo>
                      <a:pt x="659425" y="400421"/>
                    </a:lnTo>
                    <a:cubicBezTo>
                      <a:pt x="659425" y="400421"/>
                      <a:pt x="659912" y="400464"/>
                      <a:pt x="660115" y="400464"/>
                    </a:cubicBezTo>
                    <a:lnTo>
                      <a:pt x="740583" y="411399"/>
                    </a:lnTo>
                    <a:lnTo>
                      <a:pt x="820643" y="412316"/>
                    </a:lnTo>
                    <a:lnTo>
                      <a:pt x="901314" y="406183"/>
                    </a:lnTo>
                    <a:lnTo>
                      <a:pt x="982675" y="398609"/>
                    </a:lnTo>
                    <a:lnTo>
                      <a:pt x="1064036" y="384160"/>
                    </a:lnTo>
                    <a:lnTo>
                      <a:pt x="1146170" y="380798"/>
                    </a:lnTo>
                    <a:lnTo>
                      <a:pt x="1227816" y="379292"/>
                    </a:lnTo>
                    <a:lnTo>
                      <a:pt x="1309177" y="370977"/>
                    </a:lnTo>
                    <a:lnTo>
                      <a:pt x="1390823" y="361220"/>
                    </a:lnTo>
                    <a:lnTo>
                      <a:pt x="1472387" y="347469"/>
                    </a:lnTo>
                    <a:lnTo>
                      <a:pt x="1553830" y="329288"/>
                    </a:lnTo>
                    <a:lnTo>
                      <a:pt x="1635679" y="311761"/>
                    </a:lnTo>
                    <a:cubicBezTo>
                      <a:pt x="1635679" y="311761"/>
                      <a:pt x="1636085" y="311652"/>
                      <a:pt x="1636248" y="311652"/>
                    </a:cubicBezTo>
                    <a:lnTo>
                      <a:pt x="1718097" y="307396"/>
                    </a:lnTo>
                    <a:lnTo>
                      <a:pt x="1801449" y="304733"/>
                    </a:lnTo>
                    <a:lnTo>
                      <a:pt x="1885290" y="297487"/>
                    </a:lnTo>
                    <a:lnTo>
                      <a:pt x="1969943" y="286988"/>
                    </a:lnTo>
                    <a:lnTo>
                      <a:pt x="2055165" y="281400"/>
                    </a:lnTo>
                    <a:lnTo>
                      <a:pt x="2140102" y="278410"/>
                    </a:lnTo>
                    <a:lnTo>
                      <a:pt x="2224024" y="272233"/>
                    </a:lnTo>
                    <a:lnTo>
                      <a:pt x="2306889" y="265511"/>
                    </a:lnTo>
                    <a:lnTo>
                      <a:pt x="2388738" y="269876"/>
                    </a:lnTo>
                    <a:lnTo>
                      <a:pt x="2468717" y="270684"/>
                    </a:lnTo>
                    <a:lnTo>
                      <a:pt x="2548087" y="273608"/>
                    </a:lnTo>
                    <a:lnTo>
                      <a:pt x="2627173" y="275202"/>
                    </a:lnTo>
                    <a:lnTo>
                      <a:pt x="2706258" y="272277"/>
                    </a:lnTo>
                    <a:lnTo>
                      <a:pt x="2786522" y="274569"/>
                    </a:lnTo>
                    <a:cubicBezTo>
                      <a:pt x="2788026" y="274634"/>
                      <a:pt x="2789001" y="275267"/>
                      <a:pt x="2789001" y="276053"/>
                    </a:cubicBezTo>
                    <a:cubicBezTo>
                      <a:pt x="2788879" y="276795"/>
                      <a:pt x="2787823" y="277493"/>
                      <a:pt x="2786319" y="277384"/>
                    </a:cubicBezTo>
                    <a:lnTo>
                      <a:pt x="2706339" y="275093"/>
                    </a:lnTo>
                    <a:lnTo>
                      <a:pt x="2627254" y="278039"/>
                    </a:lnTo>
                    <a:lnTo>
                      <a:pt x="2547884" y="276380"/>
                    </a:lnTo>
                    <a:lnTo>
                      <a:pt x="2468514" y="273499"/>
                    </a:lnTo>
                    <a:lnTo>
                      <a:pt x="2388453" y="272692"/>
                    </a:lnTo>
                    <a:lnTo>
                      <a:pt x="2307011" y="268326"/>
                    </a:lnTo>
                    <a:lnTo>
                      <a:pt x="2224755" y="275049"/>
                    </a:lnTo>
                    <a:lnTo>
                      <a:pt x="2140631" y="281182"/>
                    </a:lnTo>
                    <a:lnTo>
                      <a:pt x="2055693" y="284216"/>
                    </a:lnTo>
                    <a:lnTo>
                      <a:pt x="1970755" y="289760"/>
                    </a:lnTo>
                    <a:lnTo>
                      <a:pt x="1886224" y="300259"/>
                    </a:lnTo>
                    <a:lnTo>
                      <a:pt x="1801978" y="307570"/>
                    </a:lnTo>
                    <a:lnTo>
                      <a:pt x="1718544" y="310233"/>
                    </a:lnTo>
                    <a:lnTo>
                      <a:pt x="1637182" y="314446"/>
                    </a:lnTo>
                    <a:lnTo>
                      <a:pt x="1555740" y="331929"/>
                    </a:lnTo>
                    <a:lnTo>
                      <a:pt x="1474094" y="350154"/>
                    </a:lnTo>
                    <a:lnTo>
                      <a:pt x="1392123" y="363970"/>
                    </a:lnTo>
                    <a:lnTo>
                      <a:pt x="1310193" y="373727"/>
                    </a:lnTo>
                    <a:lnTo>
                      <a:pt x="1228425" y="382152"/>
                    </a:lnTo>
                    <a:lnTo>
                      <a:pt x="1146454" y="383636"/>
                    </a:lnTo>
                    <a:lnTo>
                      <a:pt x="1065012" y="386932"/>
                    </a:lnTo>
                    <a:lnTo>
                      <a:pt x="983854" y="401315"/>
                    </a:lnTo>
                    <a:lnTo>
                      <a:pt x="902127" y="408933"/>
                    </a:lnTo>
                    <a:lnTo>
                      <a:pt x="820969" y="4151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6" name="Freeform: Shape 385">
                <a:extLst>
                  <a:ext uri="{FF2B5EF4-FFF2-40B4-BE49-F238E27FC236}">
                    <a16:creationId xmlns:a16="http://schemas.microsoft.com/office/drawing/2014/main" id="{8D7764B1-B911-4AF4-87CB-723DD9C2FB4F}"/>
                  </a:ext>
                </a:extLst>
              </p:cNvPr>
              <p:cNvSpPr/>
              <p:nvPr/>
            </p:nvSpPr>
            <p:spPr>
              <a:xfrm>
                <a:off x="0" y="5734671"/>
                <a:ext cx="235680" cy="13554"/>
              </a:xfrm>
              <a:custGeom>
                <a:avLst/>
                <a:gdLst>
                  <a:gd name="connsiteX0" fmla="*/ 233030 w 235680"/>
                  <a:gd name="connsiteY0" fmla="*/ 0 h 13554"/>
                  <a:gd name="connsiteX1" fmla="*/ 131064 w 235680"/>
                  <a:gd name="connsiteY1" fmla="*/ 3951 h 13554"/>
                  <a:gd name="connsiteX2" fmla="*/ 26091 w 235680"/>
                  <a:gd name="connsiteY2" fmla="*/ 9931 h 13554"/>
                  <a:gd name="connsiteX3" fmla="*/ 0 w 235680"/>
                  <a:gd name="connsiteY3" fmla="*/ 10717 h 13554"/>
                  <a:gd name="connsiteX4" fmla="*/ 0 w 235680"/>
                  <a:gd name="connsiteY4" fmla="*/ 13554 h 13554"/>
                  <a:gd name="connsiteX5" fmla="*/ 26497 w 235680"/>
                  <a:gd name="connsiteY5" fmla="*/ 12703 h 13554"/>
                  <a:gd name="connsiteX6" fmla="*/ 131511 w 235680"/>
                  <a:gd name="connsiteY6" fmla="*/ 6788 h 13554"/>
                  <a:gd name="connsiteX7" fmla="*/ 233355 w 235680"/>
                  <a:gd name="connsiteY7" fmla="*/ 2794 h 13554"/>
                  <a:gd name="connsiteX8" fmla="*/ 235671 w 235680"/>
                  <a:gd name="connsiteY8" fmla="*/ 1310 h 13554"/>
                  <a:gd name="connsiteX9" fmla="*/ 232989 w 235680"/>
                  <a:gd name="connsiteY9" fmla="*/ 22 h 1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680" h="13554">
                    <a:moveTo>
                      <a:pt x="233030" y="0"/>
                    </a:moveTo>
                    <a:lnTo>
                      <a:pt x="131064" y="3951"/>
                    </a:lnTo>
                    <a:lnTo>
                      <a:pt x="26091" y="9931"/>
                    </a:lnTo>
                    <a:lnTo>
                      <a:pt x="0" y="10717"/>
                    </a:lnTo>
                    <a:lnTo>
                      <a:pt x="0" y="13554"/>
                    </a:lnTo>
                    <a:lnTo>
                      <a:pt x="26497" y="12703"/>
                    </a:lnTo>
                    <a:lnTo>
                      <a:pt x="131511" y="6788"/>
                    </a:lnTo>
                    <a:lnTo>
                      <a:pt x="233355" y="2794"/>
                    </a:lnTo>
                    <a:cubicBezTo>
                      <a:pt x="234737" y="2728"/>
                      <a:pt x="235793" y="2095"/>
                      <a:pt x="235671" y="1310"/>
                    </a:cubicBezTo>
                    <a:cubicBezTo>
                      <a:pt x="235549" y="502"/>
                      <a:pt x="234330" y="-22"/>
                      <a:pt x="232989" y="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7" name="Freeform: Shape 386">
                <a:extLst>
                  <a:ext uri="{FF2B5EF4-FFF2-40B4-BE49-F238E27FC236}">
                    <a16:creationId xmlns:a16="http://schemas.microsoft.com/office/drawing/2014/main" id="{C934AA9C-32C5-4210-981E-4DF25F731A20}"/>
                  </a:ext>
                </a:extLst>
              </p:cNvPr>
              <p:cNvSpPr/>
              <p:nvPr/>
            </p:nvSpPr>
            <p:spPr>
              <a:xfrm>
                <a:off x="8766611" y="6176588"/>
                <a:ext cx="3425469" cy="34141"/>
              </a:xfrm>
              <a:custGeom>
                <a:avLst/>
                <a:gdLst>
                  <a:gd name="connsiteX0" fmla="*/ 3425388 w 3425469"/>
                  <a:gd name="connsiteY0" fmla="*/ 31282 h 34141"/>
                  <a:gd name="connsiteX1" fmla="*/ 134808 w 3425469"/>
                  <a:gd name="connsiteY1" fmla="*/ 25477 h 34141"/>
                  <a:gd name="connsiteX2" fmla="*/ 22195 w 3425469"/>
                  <a:gd name="connsiteY2" fmla="*/ 18077 h 34141"/>
                  <a:gd name="connsiteX3" fmla="*/ 4720 w 3425469"/>
                  <a:gd name="connsiteY3" fmla="*/ 703 h 34141"/>
                  <a:gd name="connsiteX4" fmla="*/ 1265 w 3425469"/>
                  <a:gd name="connsiteY4" fmla="*/ 180 h 34141"/>
                  <a:gd name="connsiteX5" fmla="*/ 289 w 3425469"/>
                  <a:gd name="connsiteY5" fmla="*/ 2100 h 34141"/>
                  <a:gd name="connsiteX6" fmla="*/ 18455 w 3425469"/>
                  <a:gd name="connsiteY6" fmla="*/ 20063 h 34141"/>
                  <a:gd name="connsiteX7" fmla="*/ 20365 w 3425469"/>
                  <a:gd name="connsiteY7" fmla="*/ 20806 h 34141"/>
                  <a:gd name="connsiteX8" fmla="*/ 134564 w 3425469"/>
                  <a:gd name="connsiteY8" fmla="*/ 28270 h 34141"/>
                  <a:gd name="connsiteX9" fmla="*/ 3425470 w 3425469"/>
                  <a:gd name="connsiteY9" fmla="*/ 34142 h 34141"/>
                  <a:gd name="connsiteX10" fmla="*/ 3425470 w 3425469"/>
                  <a:gd name="connsiteY10" fmla="*/ 31304 h 34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25469" h="34141">
                    <a:moveTo>
                      <a:pt x="3425388" y="31282"/>
                    </a:moveTo>
                    <a:lnTo>
                      <a:pt x="134808" y="25477"/>
                    </a:lnTo>
                    <a:lnTo>
                      <a:pt x="22195" y="18077"/>
                    </a:lnTo>
                    <a:lnTo>
                      <a:pt x="4720" y="703"/>
                    </a:lnTo>
                    <a:cubicBezTo>
                      <a:pt x="4028" y="27"/>
                      <a:pt x="2525" y="-192"/>
                      <a:pt x="1265" y="180"/>
                    </a:cubicBezTo>
                    <a:cubicBezTo>
                      <a:pt x="45" y="551"/>
                      <a:pt x="-320" y="1402"/>
                      <a:pt x="289" y="2100"/>
                    </a:cubicBezTo>
                    <a:lnTo>
                      <a:pt x="18455" y="20063"/>
                    </a:lnTo>
                    <a:cubicBezTo>
                      <a:pt x="18862" y="20500"/>
                      <a:pt x="19553" y="20762"/>
                      <a:pt x="20365" y="20806"/>
                    </a:cubicBezTo>
                    <a:lnTo>
                      <a:pt x="134564" y="28270"/>
                    </a:lnTo>
                    <a:lnTo>
                      <a:pt x="3425470" y="34142"/>
                    </a:lnTo>
                    <a:lnTo>
                      <a:pt x="3425470" y="313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8" name="Freeform: Shape 387">
                <a:extLst>
                  <a:ext uri="{FF2B5EF4-FFF2-40B4-BE49-F238E27FC236}">
                    <a16:creationId xmlns:a16="http://schemas.microsoft.com/office/drawing/2014/main" id="{C22EE169-0EF7-4B6F-A140-A3FE58A97494}"/>
                  </a:ext>
                </a:extLst>
              </p:cNvPr>
              <p:cNvSpPr/>
              <p:nvPr/>
            </p:nvSpPr>
            <p:spPr>
              <a:xfrm>
                <a:off x="81" y="6481946"/>
                <a:ext cx="3827268" cy="80168"/>
              </a:xfrm>
              <a:custGeom>
                <a:avLst/>
                <a:gdLst>
                  <a:gd name="connsiteX0" fmla="*/ 3826419 w 3827268"/>
                  <a:gd name="connsiteY0" fmla="*/ 14515 h 80168"/>
                  <a:gd name="connsiteX1" fmla="*/ 3822883 w 3827268"/>
                  <a:gd name="connsiteY1" fmla="*/ 14558 h 80168"/>
                  <a:gd name="connsiteX2" fmla="*/ 3792037 w 3827268"/>
                  <a:gd name="connsiteY2" fmla="*/ 14340 h 80168"/>
                  <a:gd name="connsiteX3" fmla="*/ 3636549 w 3827268"/>
                  <a:gd name="connsiteY3" fmla="*/ 10499 h 80168"/>
                  <a:gd name="connsiteX4" fmla="*/ 3481182 w 3827268"/>
                  <a:gd name="connsiteY4" fmla="*/ 4845 h 80168"/>
                  <a:gd name="connsiteX5" fmla="*/ 3325856 w 3827268"/>
                  <a:gd name="connsiteY5" fmla="*/ 0 h 80168"/>
                  <a:gd name="connsiteX6" fmla="*/ 3324068 w 3827268"/>
                  <a:gd name="connsiteY6" fmla="*/ 327 h 80168"/>
                  <a:gd name="connsiteX7" fmla="*/ 3293913 w 3827268"/>
                  <a:gd name="connsiteY7" fmla="*/ 14449 h 80168"/>
                  <a:gd name="connsiteX8" fmla="*/ 3263961 w 3827268"/>
                  <a:gd name="connsiteY8" fmla="*/ 29204 h 80168"/>
                  <a:gd name="connsiteX9" fmla="*/ 3106441 w 3827268"/>
                  <a:gd name="connsiteY9" fmla="*/ 27283 h 80168"/>
                  <a:gd name="connsiteX10" fmla="*/ 2948066 w 3827268"/>
                  <a:gd name="connsiteY10" fmla="*/ 28462 h 80168"/>
                  <a:gd name="connsiteX11" fmla="*/ 2789896 w 3827268"/>
                  <a:gd name="connsiteY11" fmla="*/ 29269 h 80168"/>
                  <a:gd name="connsiteX12" fmla="*/ 2631806 w 3827268"/>
                  <a:gd name="connsiteY12" fmla="*/ 26716 h 80168"/>
                  <a:gd name="connsiteX13" fmla="*/ 2473716 w 3827268"/>
                  <a:gd name="connsiteY13" fmla="*/ 23573 h 80168"/>
                  <a:gd name="connsiteX14" fmla="*/ 2315667 w 3827268"/>
                  <a:gd name="connsiteY14" fmla="*/ 22983 h 80168"/>
                  <a:gd name="connsiteX15" fmla="*/ 2157700 w 3827268"/>
                  <a:gd name="connsiteY15" fmla="*/ 25974 h 80168"/>
                  <a:gd name="connsiteX16" fmla="*/ 2156481 w 3827268"/>
                  <a:gd name="connsiteY16" fmla="*/ 26192 h 80168"/>
                  <a:gd name="connsiteX17" fmla="*/ 2114296 w 3827268"/>
                  <a:gd name="connsiteY17" fmla="*/ 40576 h 80168"/>
                  <a:gd name="connsiteX18" fmla="*/ 1955516 w 3827268"/>
                  <a:gd name="connsiteY18" fmla="*/ 44613 h 80168"/>
                  <a:gd name="connsiteX19" fmla="*/ 1796085 w 3827268"/>
                  <a:gd name="connsiteY19" fmla="*/ 47538 h 80168"/>
                  <a:gd name="connsiteX20" fmla="*/ 1636776 w 3827268"/>
                  <a:gd name="connsiteY20" fmla="*/ 52013 h 80168"/>
                  <a:gd name="connsiteX21" fmla="*/ 1477549 w 3827268"/>
                  <a:gd name="connsiteY21" fmla="*/ 56116 h 80168"/>
                  <a:gd name="connsiteX22" fmla="*/ 1476614 w 3827268"/>
                  <a:gd name="connsiteY22" fmla="*/ 56225 h 80168"/>
                  <a:gd name="connsiteX23" fmla="*/ 1426992 w 3827268"/>
                  <a:gd name="connsiteY23" fmla="*/ 68470 h 80168"/>
                  <a:gd name="connsiteX24" fmla="*/ 1106180 w 3827268"/>
                  <a:gd name="connsiteY24" fmla="*/ 70172 h 80168"/>
                  <a:gd name="connsiteX25" fmla="*/ 945530 w 3827268"/>
                  <a:gd name="connsiteY25" fmla="*/ 71613 h 80168"/>
                  <a:gd name="connsiteX26" fmla="*/ 785043 w 3827268"/>
                  <a:gd name="connsiteY26" fmla="*/ 75411 h 80168"/>
                  <a:gd name="connsiteX27" fmla="*/ 624718 w 3827268"/>
                  <a:gd name="connsiteY27" fmla="*/ 77331 h 80168"/>
                  <a:gd name="connsiteX28" fmla="*/ 464556 w 3827268"/>
                  <a:gd name="connsiteY28" fmla="*/ 76917 h 80168"/>
                  <a:gd name="connsiteX29" fmla="*/ 304434 w 3827268"/>
                  <a:gd name="connsiteY29" fmla="*/ 75214 h 80168"/>
                  <a:gd name="connsiteX30" fmla="*/ 144394 w 3827268"/>
                  <a:gd name="connsiteY30" fmla="*/ 75149 h 80168"/>
                  <a:gd name="connsiteX31" fmla="*/ 0 w 3827268"/>
                  <a:gd name="connsiteY31" fmla="*/ 74887 h 80168"/>
                  <a:gd name="connsiteX32" fmla="*/ 0 w 3827268"/>
                  <a:gd name="connsiteY32" fmla="*/ 77724 h 80168"/>
                  <a:gd name="connsiteX33" fmla="*/ 144394 w 3827268"/>
                  <a:gd name="connsiteY33" fmla="*/ 77986 h 80168"/>
                  <a:gd name="connsiteX34" fmla="*/ 304394 w 3827268"/>
                  <a:gd name="connsiteY34" fmla="*/ 78052 h 80168"/>
                  <a:gd name="connsiteX35" fmla="*/ 464515 w 3827268"/>
                  <a:gd name="connsiteY35" fmla="*/ 79754 h 80168"/>
                  <a:gd name="connsiteX36" fmla="*/ 624799 w 3827268"/>
                  <a:gd name="connsiteY36" fmla="*/ 80169 h 80168"/>
                  <a:gd name="connsiteX37" fmla="*/ 785246 w 3827268"/>
                  <a:gd name="connsiteY37" fmla="*/ 78248 h 80168"/>
                  <a:gd name="connsiteX38" fmla="*/ 945733 w 3827268"/>
                  <a:gd name="connsiteY38" fmla="*/ 74472 h 80168"/>
                  <a:gd name="connsiteX39" fmla="*/ 1106262 w 3827268"/>
                  <a:gd name="connsiteY39" fmla="*/ 73032 h 80168"/>
                  <a:gd name="connsiteX40" fmla="*/ 1427561 w 3827268"/>
                  <a:gd name="connsiteY40" fmla="*/ 71329 h 80168"/>
                  <a:gd name="connsiteX41" fmla="*/ 1428537 w 3827268"/>
                  <a:gd name="connsiteY41" fmla="*/ 71220 h 80168"/>
                  <a:gd name="connsiteX42" fmla="*/ 1478239 w 3827268"/>
                  <a:gd name="connsiteY42" fmla="*/ 58910 h 80168"/>
                  <a:gd name="connsiteX43" fmla="*/ 1637020 w 3827268"/>
                  <a:gd name="connsiteY43" fmla="*/ 54872 h 80168"/>
                  <a:gd name="connsiteX44" fmla="*/ 1796329 w 3827268"/>
                  <a:gd name="connsiteY44" fmla="*/ 50354 h 80168"/>
                  <a:gd name="connsiteX45" fmla="*/ 1955719 w 3827268"/>
                  <a:gd name="connsiteY45" fmla="*/ 47473 h 80168"/>
                  <a:gd name="connsiteX46" fmla="*/ 2115190 w 3827268"/>
                  <a:gd name="connsiteY46" fmla="*/ 43369 h 80168"/>
                  <a:gd name="connsiteX47" fmla="*/ 2116450 w 3827268"/>
                  <a:gd name="connsiteY47" fmla="*/ 43151 h 80168"/>
                  <a:gd name="connsiteX48" fmla="*/ 2158553 w 3827268"/>
                  <a:gd name="connsiteY48" fmla="*/ 28811 h 80168"/>
                  <a:gd name="connsiteX49" fmla="*/ 2315708 w 3827268"/>
                  <a:gd name="connsiteY49" fmla="*/ 25821 h 80168"/>
                  <a:gd name="connsiteX50" fmla="*/ 2473635 w 3827268"/>
                  <a:gd name="connsiteY50" fmla="*/ 26366 h 80168"/>
                  <a:gd name="connsiteX51" fmla="*/ 2631643 w 3827268"/>
                  <a:gd name="connsiteY51" fmla="*/ 29553 h 80168"/>
                  <a:gd name="connsiteX52" fmla="*/ 2789896 w 3827268"/>
                  <a:gd name="connsiteY52" fmla="*/ 32063 h 80168"/>
                  <a:gd name="connsiteX53" fmla="*/ 2948148 w 3827268"/>
                  <a:gd name="connsiteY53" fmla="*/ 31321 h 80168"/>
                  <a:gd name="connsiteX54" fmla="*/ 3106441 w 3827268"/>
                  <a:gd name="connsiteY54" fmla="*/ 30142 h 80168"/>
                  <a:gd name="connsiteX55" fmla="*/ 3264855 w 3827268"/>
                  <a:gd name="connsiteY55" fmla="*/ 32063 h 80168"/>
                  <a:gd name="connsiteX56" fmla="*/ 3266603 w 3827268"/>
                  <a:gd name="connsiteY56" fmla="*/ 31692 h 80168"/>
                  <a:gd name="connsiteX57" fmla="*/ 3297286 w 3827268"/>
                  <a:gd name="connsiteY57" fmla="*/ 16610 h 80168"/>
                  <a:gd name="connsiteX58" fmla="*/ 3326669 w 3827268"/>
                  <a:gd name="connsiteY58" fmla="*/ 2859 h 80168"/>
                  <a:gd name="connsiteX59" fmla="*/ 3480897 w 3827268"/>
                  <a:gd name="connsiteY59" fmla="*/ 7705 h 80168"/>
                  <a:gd name="connsiteX60" fmla="*/ 3636386 w 3827268"/>
                  <a:gd name="connsiteY60" fmla="*/ 13358 h 80168"/>
                  <a:gd name="connsiteX61" fmla="*/ 3791956 w 3827268"/>
                  <a:gd name="connsiteY61" fmla="*/ 17199 h 80168"/>
                  <a:gd name="connsiteX62" fmla="*/ 3824021 w 3827268"/>
                  <a:gd name="connsiteY62" fmla="*/ 17418 h 80168"/>
                  <a:gd name="connsiteX63" fmla="*/ 3825890 w 3827268"/>
                  <a:gd name="connsiteY63" fmla="*/ 16937 h 80168"/>
                  <a:gd name="connsiteX64" fmla="*/ 3826581 w 3827268"/>
                  <a:gd name="connsiteY64" fmla="*/ 16566 h 80168"/>
                  <a:gd name="connsiteX65" fmla="*/ 3826459 w 3827268"/>
                  <a:gd name="connsiteY65" fmla="*/ 14536 h 8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827268" h="80168">
                    <a:moveTo>
                      <a:pt x="3826419" y="14515"/>
                    </a:moveTo>
                    <a:cubicBezTo>
                      <a:pt x="3825362" y="14034"/>
                      <a:pt x="3823858" y="14034"/>
                      <a:pt x="3822883" y="14558"/>
                    </a:cubicBezTo>
                    <a:lnTo>
                      <a:pt x="3792037" y="14340"/>
                    </a:lnTo>
                    <a:lnTo>
                      <a:pt x="3636549" y="10499"/>
                    </a:lnTo>
                    <a:lnTo>
                      <a:pt x="3481182" y="4845"/>
                    </a:lnTo>
                    <a:lnTo>
                      <a:pt x="3325856" y="0"/>
                    </a:lnTo>
                    <a:cubicBezTo>
                      <a:pt x="3325205" y="0"/>
                      <a:pt x="3324555" y="44"/>
                      <a:pt x="3324068" y="327"/>
                    </a:cubicBezTo>
                    <a:lnTo>
                      <a:pt x="3293913" y="14449"/>
                    </a:lnTo>
                    <a:lnTo>
                      <a:pt x="3263961" y="29204"/>
                    </a:lnTo>
                    <a:lnTo>
                      <a:pt x="3106441" y="27283"/>
                    </a:lnTo>
                    <a:lnTo>
                      <a:pt x="2948066" y="28462"/>
                    </a:lnTo>
                    <a:lnTo>
                      <a:pt x="2789896" y="29269"/>
                    </a:lnTo>
                    <a:lnTo>
                      <a:pt x="2631806" y="26716"/>
                    </a:lnTo>
                    <a:lnTo>
                      <a:pt x="2473716" y="23573"/>
                    </a:lnTo>
                    <a:lnTo>
                      <a:pt x="2315667" y="22983"/>
                    </a:lnTo>
                    <a:lnTo>
                      <a:pt x="2157700" y="25974"/>
                    </a:lnTo>
                    <a:cubicBezTo>
                      <a:pt x="2157253" y="25974"/>
                      <a:pt x="2156805" y="26083"/>
                      <a:pt x="2156481" y="26192"/>
                    </a:cubicBezTo>
                    <a:lnTo>
                      <a:pt x="2114296" y="40576"/>
                    </a:lnTo>
                    <a:lnTo>
                      <a:pt x="1955516" y="44613"/>
                    </a:lnTo>
                    <a:lnTo>
                      <a:pt x="1796085" y="47538"/>
                    </a:lnTo>
                    <a:lnTo>
                      <a:pt x="1636776" y="52013"/>
                    </a:lnTo>
                    <a:lnTo>
                      <a:pt x="1477549" y="56116"/>
                    </a:lnTo>
                    <a:cubicBezTo>
                      <a:pt x="1477183" y="56116"/>
                      <a:pt x="1476898" y="56160"/>
                      <a:pt x="1476614" y="56225"/>
                    </a:cubicBezTo>
                    <a:lnTo>
                      <a:pt x="1426992" y="68470"/>
                    </a:lnTo>
                    <a:lnTo>
                      <a:pt x="1106180" y="70172"/>
                    </a:lnTo>
                    <a:lnTo>
                      <a:pt x="945530" y="71613"/>
                    </a:lnTo>
                    <a:lnTo>
                      <a:pt x="785043" y="75411"/>
                    </a:lnTo>
                    <a:lnTo>
                      <a:pt x="624718" y="77331"/>
                    </a:lnTo>
                    <a:lnTo>
                      <a:pt x="464556" y="76917"/>
                    </a:lnTo>
                    <a:lnTo>
                      <a:pt x="304434" y="75214"/>
                    </a:lnTo>
                    <a:lnTo>
                      <a:pt x="144394" y="75149"/>
                    </a:lnTo>
                    <a:lnTo>
                      <a:pt x="0" y="74887"/>
                    </a:lnTo>
                    <a:lnTo>
                      <a:pt x="0" y="77724"/>
                    </a:lnTo>
                    <a:lnTo>
                      <a:pt x="144394" y="77986"/>
                    </a:lnTo>
                    <a:lnTo>
                      <a:pt x="304394" y="78052"/>
                    </a:lnTo>
                    <a:lnTo>
                      <a:pt x="464515" y="79754"/>
                    </a:lnTo>
                    <a:lnTo>
                      <a:pt x="624799" y="80169"/>
                    </a:lnTo>
                    <a:lnTo>
                      <a:pt x="785246" y="78248"/>
                    </a:lnTo>
                    <a:lnTo>
                      <a:pt x="945733" y="74472"/>
                    </a:lnTo>
                    <a:lnTo>
                      <a:pt x="1106262" y="73032"/>
                    </a:lnTo>
                    <a:lnTo>
                      <a:pt x="1427561" y="71329"/>
                    </a:lnTo>
                    <a:cubicBezTo>
                      <a:pt x="1427927" y="71329"/>
                      <a:pt x="1428252" y="71264"/>
                      <a:pt x="1428537" y="71220"/>
                    </a:cubicBezTo>
                    <a:lnTo>
                      <a:pt x="1478239" y="58910"/>
                    </a:lnTo>
                    <a:lnTo>
                      <a:pt x="1637020" y="54872"/>
                    </a:lnTo>
                    <a:lnTo>
                      <a:pt x="1796329" y="50354"/>
                    </a:lnTo>
                    <a:lnTo>
                      <a:pt x="1955719" y="47473"/>
                    </a:lnTo>
                    <a:lnTo>
                      <a:pt x="2115190" y="43369"/>
                    </a:lnTo>
                    <a:cubicBezTo>
                      <a:pt x="2115637" y="43369"/>
                      <a:pt x="2116044" y="43326"/>
                      <a:pt x="2116450" y="43151"/>
                    </a:cubicBezTo>
                    <a:lnTo>
                      <a:pt x="2158553" y="28811"/>
                    </a:lnTo>
                    <a:lnTo>
                      <a:pt x="2315708" y="25821"/>
                    </a:lnTo>
                    <a:lnTo>
                      <a:pt x="2473635" y="26366"/>
                    </a:lnTo>
                    <a:lnTo>
                      <a:pt x="2631643" y="29553"/>
                    </a:lnTo>
                    <a:lnTo>
                      <a:pt x="2789896" y="32063"/>
                    </a:lnTo>
                    <a:lnTo>
                      <a:pt x="2948148" y="31321"/>
                    </a:lnTo>
                    <a:lnTo>
                      <a:pt x="3106441" y="30142"/>
                    </a:lnTo>
                    <a:lnTo>
                      <a:pt x="3264855" y="32063"/>
                    </a:lnTo>
                    <a:cubicBezTo>
                      <a:pt x="3265465" y="32063"/>
                      <a:pt x="3266115" y="31954"/>
                      <a:pt x="3266603" y="31692"/>
                    </a:cubicBezTo>
                    <a:lnTo>
                      <a:pt x="3297286" y="16610"/>
                    </a:lnTo>
                    <a:lnTo>
                      <a:pt x="3326669" y="2859"/>
                    </a:lnTo>
                    <a:lnTo>
                      <a:pt x="3480897" y="7705"/>
                    </a:lnTo>
                    <a:lnTo>
                      <a:pt x="3636386" y="13358"/>
                    </a:lnTo>
                    <a:lnTo>
                      <a:pt x="3791956" y="17199"/>
                    </a:lnTo>
                    <a:lnTo>
                      <a:pt x="3824021" y="17418"/>
                    </a:lnTo>
                    <a:cubicBezTo>
                      <a:pt x="3824671" y="17483"/>
                      <a:pt x="3825443" y="17265"/>
                      <a:pt x="3825890" y="16937"/>
                    </a:cubicBezTo>
                    <a:lnTo>
                      <a:pt x="3826581" y="16566"/>
                    </a:lnTo>
                    <a:cubicBezTo>
                      <a:pt x="3827557" y="15977"/>
                      <a:pt x="3827475" y="15060"/>
                      <a:pt x="3826459" y="145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89" name="Freeform: Shape 388">
                <a:extLst>
                  <a:ext uri="{FF2B5EF4-FFF2-40B4-BE49-F238E27FC236}">
                    <a16:creationId xmlns:a16="http://schemas.microsoft.com/office/drawing/2014/main" id="{C8FCCAA6-1235-40C7-AD3B-D842B5411C7D}"/>
                  </a:ext>
                </a:extLst>
              </p:cNvPr>
              <p:cNvSpPr/>
              <p:nvPr/>
            </p:nvSpPr>
            <p:spPr>
              <a:xfrm>
                <a:off x="8545531" y="5698351"/>
                <a:ext cx="1939720" cy="34595"/>
              </a:xfrm>
              <a:custGeom>
                <a:avLst/>
                <a:gdLst>
                  <a:gd name="connsiteX0" fmla="*/ 277494 w 1939720"/>
                  <a:gd name="connsiteY0" fmla="*/ 34551 h 34595"/>
                  <a:gd name="connsiteX1" fmla="*/ 260019 w 1939720"/>
                  <a:gd name="connsiteY1" fmla="*/ 34289 h 34595"/>
                  <a:gd name="connsiteX2" fmla="*/ 257743 w 1939720"/>
                  <a:gd name="connsiteY2" fmla="*/ 33504 h 34595"/>
                  <a:gd name="connsiteX3" fmla="*/ 254452 w 1939720"/>
                  <a:gd name="connsiteY3" fmla="*/ 29226 h 34595"/>
                  <a:gd name="connsiteX4" fmla="*/ 253964 w 1939720"/>
                  <a:gd name="connsiteY4" fmla="*/ 28898 h 34595"/>
                  <a:gd name="connsiteX5" fmla="*/ 248599 w 1939720"/>
                  <a:gd name="connsiteY5" fmla="*/ 24096 h 34595"/>
                  <a:gd name="connsiteX6" fmla="*/ 239090 w 1939720"/>
                  <a:gd name="connsiteY6" fmla="*/ 19884 h 34595"/>
                  <a:gd name="connsiteX7" fmla="*/ 227873 w 1939720"/>
                  <a:gd name="connsiteY7" fmla="*/ 16632 h 34595"/>
                  <a:gd name="connsiteX8" fmla="*/ 168742 w 1939720"/>
                  <a:gd name="connsiteY8" fmla="*/ 16304 h 34595"/>
                  <a:gd name="connsiteX9" fmla="*/ 108838 w 1939720"/>
                  <a:gd name="connsiteY9" fmla="*/ 15038 h 34595"/>
                  <a:gd name="connsiteX10" fmla="*/ 108066 w 1939720"/>
                  <a:gd name="connsiteY10" fmla="*/ 14973 h 34595"/>
                  <a:gd name="connsiteX11" fmla="*/ 97540 w 1939720"/>
                  <a:gd name="connsiteY11" fmla="*/ 12747 h 34595"/>
                  <a:gd name="connsiteX12" fmla="*/ 2402 w 1939720"/>
                  <a:gd name="connsiteY12" fmla="*/ 10499 h 34595"/>
                  <a:gd name="connsiteX13" fmla="*/ 4 w 1939720"/>
                  <a:gd name="connsiteY13" fmla="*/ 9014 h 34595"/>
                  <a:gd name="connsiteX14" fmla="*/ 2605 w 1939720"/>
                  <a:gd name="connsiteY14" fmla="*/ 7683 h 34595"/>
                  <a:gd name="connsiteX15" fmla="*/ 98231 w 1939720"/>
                  <a:gd name="connsiteY15" fmla="*/ 9909 h 34595"/>
                  <a:gd name="connsiteX16" fmla="*/ 99044 w 1939720"/>
                  <a:gd name="connsiteY16" fmla="*/ 10018 h 34595"/>
                  <a:gd name="connsiteX17" fmla="*/ 109447 w 1939720"/>
                  <a:gd name="connsiteY17" fmla="*/ 12245 h 34595"/>
                  <a:gd name="connsiteX18" fmla="*/ 168864 w 1939720"/>
                  <a:gd name="connsiteY18" fmla="*/ 13467 h 34595"/>
                  <a:gd name="connsiteX19" fmla="*/ 228197 w 1939720"/>
                  <a:gd name="connsiteY19" fmla="*/ 13794 h 34595"/>
                  <a:gd name="connsiteX20" fmla="*/ 229905 w 1939720"/>
                  <a:gd name="connsiteY20" fmla="*/ 13947 h 34595"/>
                  <a:gd name="connsiteX21" fmla="*/ 231774 w 1939720"/>
                  <a:gd name="connsiteY21" fmla="*/ 14689 h 34595"/>
                  <a:gd name="connsiteX22" fmla="*/ 241812 w 1939720"/>
                  <a:gd name="connsiteY22" fmla="*/ 17505 h 34595"/>
                  <a:gd name="connsiteX23" fmla="*/ 252135 w 1939720"/>
                  <a:gd name="connsiteY23" fmla="*/ 21979 h 34595"/>
                  <a:gd name="connsiteX24" fmla="*/ 252744 w 1939720"/>
                  <a:gd name="connsiteY24" fmla="*/ 22350 h 34595"/>
                  <a:gd name="connsiteX25" fmla="*/ 258394 w 1939720"/>
                  <a:gd name="connsiteY25" fmla="*/ 27349 h 34595"/>
                  <a:gd name="connsiteX26" fmla="*/ 259003 w 1939720"/>
                  <a:gd name="connsiteY26" fmla="*/ 27785 h 34595"/>
                  <a:gd name="connsiteX27" fmla="*/ 261888 w 1939720"/>
                  <a:gd name="connsiteY27" fmla="*/ 31452 h 34595"/>
                  <a:gd name="connsiteX28" fmla="*/ 277576 w 1939720"/>
                  <a:gd name="connsiteY28" fmla="*/ 31670 h 34595"/>
                  <a:gd name="connsiteX29" fmla="*/ 298018 w 1939720"/>
                  <a:gd name="connsiteY29" fmla="*/ 31299 h 34595"/>
                  <a:gd name="connsiteX30" fmla="*/ 331139 w 1939720"/>
                  <a:gd name="connsiteY30" fmla="*/ 30186 h 34595"/>
                  <a:gd name="connsiteX31" fmla="*/ 346135 w 1939720"/>
                  <a:gd name="connsiteY31" fmla="*/ 30252 h 34595"/>
                  <a:gd name="connsiteX32" fmla="*/ 386410 w 1939720"/>
                  <a:gd name="connsiteY32" fmla="*/ 27960 h 34595"/>
                  <a:gd name="connsiteX33" fmla="*/ 396732 w 1939720"/>
                  <a:gd name="connsiteY33" fmla="*/ 27065 h 34595"/>
                  <a:gd name="connsiteX34" fmla="*/ 406567 w 1939720"/>
                  <a:gd name="connsiteY34" fmla="*/ 26694 h 34595"/>
                  <a:gd name="connsiteX35" fmla="*/ 420060 w 1939720"/>
                  <a:gd name="connsiteY35" fmla="*/ 26541 h 34595"/>
                  <a:gd name="connsiteX36" fmla="*/ 422620 w 1939720"/>
                  <a:gd name="connsiteY36" fmla="*/ 27654 h 34595"/>
                  <a:gd name="connsiteX37" fmla="*/ 442249 w 1939720"/>
                  <a:gd name="connsiteY37" fmla="*/ 24948 h 34595"/>
                  <a:gd name="connsiteX38" fmla="*/ 462488 w 1939720"/>
                  <a:gd name="connsiteY38" fmla="*/ 22438 h 34595"/>
                  <a:gd name="connsiteX39" fmla="*/ 474395 w 1939720"/>
                  <a:gd name="connsiteY39" fmla="*/ 21696 h 34595"/>
                  <a:gd name="connsiteX40" fmla="*/ 490773 w 1939720"/>
                  <a:gd name="connsiteY40" fmla="*/ 21106 h 34595"/>
                  <a:gd name="connsiteX41" fmla="*/ 491667 w 1939720"/>
                  <a:gd name="connsiteY41" fmla="*/ 21150 h 34595"/>
                  <a:gd name="connsiteX42" fmla="*/ 501380 w 1939720"/>
                  <a:gd name="connsiteY42" fmla="*/ 22590 h 34595"/>
                  <a:gd name="connsiteX43" fmla="*/ 556650 w 1939720"/>
                  <a:gd name="connsiteY43" fmla="*/ 15781 h 34595"/>
                  <a:gd name="connsiteX44" fmla="*/ 563803 w 1939720"/>
                  <a:gd name="connsiteY44" fmla="*/ 15148 h 34595"/>
                  <a:gd name="connsiteX45" fmla="*/ 582579 w 1939720"/>
                  <a:gd name="connsiteY45" fmla="*/ 15257 h 34595"/>
                  <a:gd name="connsiteX46" fmla="*/ 598672 w 1939720"/>
                  <a:gd name="connsiteY46" fmla="*/ 14296 h 34595"/>
                  <a:gd name="connsiteX47" fmla="*/ 606109 w 1939720"/>
                  <a:gd name="connsiteY47" fmla="*/ 11852 h 34595"/>
                  <a:gd name="connsiteX48" fmla="*/ 606922 w 1939720"/>
                  <a:gd name="connsiteY48" fmla="*/ 11677 h 34595"/>
                  <a:gd name="connsiteX49" fmla="*/ 619236 w 1939720"/>
                  <a:gd name="connsiteY49" fmla="*/ 10520 h 34595"/>
                  <a:gd name="connsiteX50" fmla="*/ 622894 w 1939720"/>
                  <a:gd name="connsiteY50" fmla="*/ 9713 h 34595"/>
                  <a:gd name="connsiteX51" fmla="*/ 624763 w 1939720"/>
                  <a:gd name="connsiteY51" fmla="*/ 9495 h 34595"/>
                  <a:gd name="connsiteX52" fmla="*/ 627933 w 1939720"/>
                  <a:gd name="connsiteY52" fmla="*/ 9451 h 34595"/>
                  <a:gd name="connsiteX53" fmla="*/ 628624 w 1939720"/>
                  <a:gd name="connsiteY53" fmla="*/ 9451 h 34595"/>
                  <a:gd name="connsiteX54" fmla="*/ 637362 w 1939720"/>
                  <a:gd name="connsiteY54" fmla="*/ 10630 h 34595"/>
                  <a:gd name="connsiteX55" fmla="*/ 651260 w 1939720"/>
                  <a:gd name="connsiteY55" fmla="*/ 9516 h 34595"/>
                  <a:gd name="connsiteX56" fmla="*/ 663168 w 1939720"/>
                  <a:gd name="connsiteY56" fmla="*/ 7377 h 34595"/>
                  <a:gd name="connsiteX57" fmla="*/ 682797 w 1939720"/>
                  <a:gd name="connsiteY57" fmla="*/ 5609 h 34595"/>
                  <a:gd name="connsiteX58" fmla="*/ 691332 w 1939720"/>
                  <a:gd name="connsiteY58" fmla="*/ 4649 h 34595"/>
                  <a:gd name="connsiteX59" fmla="*/ 692104 w 1939720"/>
                  <a:gd name="connsiteY59" fmla="*/ 4649 h 34595"/>
                  <a:gd name="connsiteX60" fmla="*/ 703239 w 1939720"/>
                  <a:gd name="connsiteY60" fmla="*/ 5500 h 34595"/>
                  <a:gd name="connsiteX61" fmla="*/ 718925 w 1939720"/>
                  <a:gd name="connsiteY61" fmla="*/ 5129 h 34595"/>
                  <a:gd name="connsiteX62" fmla="*/ 733516 w 1939720"/>
                  <a:gd name="connsiteY62" fmla="*/ 5937 h 34595"/>
                  <a:gd name="connsiteX63" fmla="*/ 795410 w 1939720"/>
                  <a:gd name="connsiteY63" fmla="*/ 2728 h 34595"/>
                  <a:gd name="connsiteX64" fmla="*/ 807440 w 1939720"/>
                  <a:gd name="connsiteY64" fmla="*/ 371 h 34595"/>
                  <a:gd name="connsiteX65" fmla="*/ 808212 w 1939720"/>
                  <a:gd name="connsiteY65" fmla="*/ 262 h 34595"/>
                  <a:gd name="connsiteX66" fmla="*/ 819022 w 1939720"/>
                  <a:gd name="connsiteY66" fmla="*/ 0 h 34595"/>
                  <a:gd name="connsiteX67" fmla="*/ 834018 w 1939720"/>
                  <a:gd name="connsiteY67" fmla="*/ 0 h 34595"/>
                  <a:gd name="connsiteX68" fmla="*/ 838489 w 1939720"/>
                  <a:gd name="connsiteY68" fmla="*/ 371 h 34595"/>
                  <a:gd name="connsiteX69" fmla="*/ 847226 w 1939720"/>
                  <a:gd name="connsiteY69" fmla="*/ 786 h 34595"/>
                  <a:gd name="connsiteX70" fmla="*/ 866165 w 1939720"/>
                  <a:gd name="connsiteY70" fmla="*/ 1419 h 34595"/>
                  <a:gd name="connsiteX71" fmla="*/ 908512 w 1939720"/>
                  <a:gd name="connsiteY71" fmla="*/ 3601 h 34595"/>
                  <a:gd name="connsiteX72" fmla="*/ 925987 w 1939720"/>
                  <a:gd name="connsiteY72" fmla="*/ 5522 h 34595"/>
                  <a:gd name="connsiteX73" fmla="*/ 978656 w 1939720"/>
                  <a:gd name="connsiteY73" fmla="*/ 8883 h 34595"/>
                  <a:gd name="connsiteX74" fmla="*/ 991173 w 1939720"/>
                  <a:gd name="connsiteY74" fmla="*/ 8469 h 34595"/>
                  <a:gd name="connsiteX75" fmla="*/ 1013282 w 1939720"/>
                  <a:gd name="connsiteY75" fmla="*/ 9691 h 34595"/>
                  <a:gd name="connsiteX76" fmla="*/ 1025596 w 1939720"/>
                  <a:gd name="connsiteY76" fmla="*/ 11088 h 34595"/>
                  <a:gd name="connsiteX77" fmla="*/ 1033520 w 1939720"/>
                  <a:gd name="connsiteY77" fmla="*/ 10826 h 34595"/>
                  <a:gd name="connsiteX78" fmla="*/ 1043721 w 1939720"/>
                  <a:gd name="connsiteY78" fmla="*/ 10891 h 34595"/>
                  <a:gd name="connsiteX79" fmla="*/ 1083710 w 1939720"/>
                  <a:gd name="connsiteY79" fmla="*/ 12332 h 34595"/>
                  <a:gd name="connsiteX80" fmla="*/ 1112199 w 1939720"/>
                  <a:gd name="connsiteY80" fmla="*/ 12550 h 34595"/>
                  <a:gd name="connsiteX81" fmla="*/ 1120043 w 1939720"/>
                  <a:gd name="connsiteY81" fmla="*/ 13030 h 34595"/>
                  <a:gd name="connsiteX82" fmla="*/ 1135608 w 1939720"/>
                  <a:gd name="connsiteY82" fmla="*/ 15628 h 34595"/>
                  <a:gd name="connsiteX83" fmla="*/ 1145240 w 1939720"/>
                  <a:gd name="connsiteY83" fmla="*/ 17483 h 34595"/>
                  <a:gd name="connsiteX84" fmla="*/ 1153571 w 1939720"/>
                  <a:gd name="connsiteY84" fmla="*/ 15999 h 34595"/>
                  <a:gd name="connsiteX85" fmla="*/ 1154262 w 1939720"/>
                  <a:gd name="connsiteY85" fmla="*/ 15955 h 34595"/>
                  <a:gd name="connsiteX86" fmla="*/ 1213515 w 1939720"/>
                  <a:gd name="connsiteY86" fmla="*/ 15955 h 34595"/>
                  <a:gd name="connsiteX87" fmla="*/ 1340027 w 1939720"/>
                  <a:gd name="connsiteY87" fmla="*/ 14667 h 34595"/>
                  <a:gd name="connsiteX88" fmla="*/ 1403629 w 1939720"/>
                  <a:gd name="connsiteY88" fmla="*/ 15890 h 34595"/>
                  <a:gd name="connsiteX89" fmla="*/ 1466946 w 1939720"/>
                  <a:gd name="connsiteY89" fmla="*/ 16370 h 34595"/>
                  <a:gd name="connsiteX90" fmla="*/ 1530426 w 1939720"/>
                  <a:gd name="connsiteY90" fmla="*/ 17112 h 34595"/>
                  <a:gd name="connsiteX91" fmla="*/ 1656247 w 1939720"/>
                  <a:gd name="connsiteY91" fmla="*/ 17592 h 34595"/>
                  <a:gd name="connsiteX92" fmla="*/ 1676608 w 1939720"/>
                  <a:gd name="connsiteY92" fmla="*/ 19076 h 34595"/>
                  <a:gd name="connsiteX93" fmla="*/ 1736917 w 1939720"/>
                  <a:gd name="connsiteY93" fmla="*/ 20670 h 34595"/>
                  <a:gd name="connsiteX94" fmla="*/ 1800804 w 1939720"/>
                  <a:gd name="connsiteY94" fmla="*/ 22001 h 34595"/>
                  <a:gd name="connsiteX95" fmla="*/ 1848921 w 1939720"/>
                  <a:gd name="connsiteY95" fmla="*/ 22700 h 34595"/>
                  <a:gd name="connsiteX96" fmla="*/ 1864608 w 1939720"/>
                  <a:gd name="connsiteY96" fmla="*/ 23245 h 34595"/>
                  <a:gd name="connsiteX97" fmla="*/ 1881474 w 1939720"/>
                  <a:gd name="connsiteY97" fmla="*/ 24948 h 34595"/>
                  <a:gd name="connsiteX98" fmla="*/ 1922926 w 1939720"/>
                  <a:gd name="connsiteY98" fmla="*/ 24839 h 34595"/>
                  <a:gd name="connsiteX99" fmla="*/ 1928982 w 1939720"/>
                  <a:gd name="connsiteY99" fmla="*/ 24991 h 34595"/>
                  <a:gd name="connsiteX100" fmla="*/ 1934265 w 1939720"/>
                  <a:gd name="connsiteY100" fmla="*/ 25472 h 34595"/>
                  <a:gd name="connsiteX101" fmla="*/ 1937150 w 1939720"/>
                  <a:gd name="connsiteY101" fmla="*/ 25428 h 34595"/>
                  <a:gd name="connsiteX102" fmla="*/ 1939711 w 1939720"/>
                  <a:gd name="connsiteY102" fmla="*/ 26759 h 34595"/>
                  <a:gd name="connsiteX103" fmla="*/ 1937354 w 1939720"/>
                  <a:gd name="connsiteY103" fmla="*/ 28200 h 34595"/>
                  <a:gd name="connsiteX104" fmla="*/ 1933981 w 1939720"/>
                  <a:gd name="connsiteY104" fmla="*/ 28309 h 34595"/>
                  <a:gd name="connsiteX105" fmla="*/ 1928332 w 1939720"/>
                  <a:gd name="connsiteY105" fmla="*/ 27785 h 34595"/>
                  <a:gd name="connsiteX106" fmla="*/ 1922886 w 1939720"/>
                  <a:gd name="connsiteY106" fmla="*/ 27676 h 34595"/>
                  <a:gd name="connsiteX107" fmla="*/ 1881027 w 1939720"/>
                  <a:gd name="connsiteY107" fmla="*/ 27742 h 34595"/>
                  <a:gd name="connsiteX108" fmla="*/ 1863958 w 1939720"/>
                  <a:gd name="connsiteY108" fmla="*/ 26083 h 34595"/>
                  <a:gd name="connsiteX109" fmla="*/ 1848677 w 1939720"/>
                  <a:gd name="connsiteY109" fmla="*/ 25559 h 34595"/>
                  <a:gd name="connsiteX110" fmla="*/ 1800763 w 1939720"/>
                  <a:gd name="connsiteY110" fmla="*/ 24860 h 34595"/>
                  <a:gd name="connsiteX111" fmla="*/ 1736755 w 1939720"/>
                  <a:gd name="connsiteY111" fmla="*/ 23529 h 34595"/>
                  <a:gd name="connsiteX112" fmla="*/ 1676242 w 1939720"/>
                  <a:gd name="connsiteY112" fmla="*/ 21936 h 34595"/>
                  <a:gd name="connsiteX113" fmla="*/ 1656003 w 1939720"/>
                  <a:gd name="connsiteY113" fmla="*/ 20451 h 34595"/>
                  <a:gd name="connsiteX114" fmla="*/ 1530385 w 1939720"/>
                  <a:gd name="connsiteY114" fmla="*/ 19971 h 34595"/>
                  <a:gd name="connsiteX115" fmla="*/ 1466905 w 1939720"/>
                  <a:gd name="connsiteY115" fmla="*/ 19229 h 34595"/>
                  <a:gd name="connsiteX116" fmla="*/ 1403588 w 1939720"/>
                  <a:gd name="connsiteY116" fmla="*/ 18749 h 34595"/>
                  <a:gd name="connsiteX117" fmla="*/ 1340108 w 1939720"/>
                  <a:gd name="connsiteY117" fmla="*/ 17527 h 34595"/>
                  <a:gd name="connsiteX118" fmla="*/ 1213596 w 1939720"/>
                  <a:gd name="connsiteY118" fmla="*/ 18793 h 34595"/>
                  <a:gd name="connsiteX119" fmla="*/ 1154749 w 1939720"/>
                  <a:gd name="connsiteY119" fmla="*/ 18793 h 34595"/>
                  <a:gd name="connsiteX120" fmla="*/ 1146134 w 1939720"/>
                  <a:gd name="connsiteY120" fmla="*/ 20342 h 34595"/>
                  <a:gd name="connsiteX121" fmla="*/ 1144549 w 1939720"/>
                  <a:gd name="connsiteY121" fmla="*/ 20342 h 34595"/>
                  <a:gd name="connsiteX122" fmla="*/ 1134145 w 1939720"/>
                  <a:gd name="connsiteY122" fmla="*/ 18378 h 34595"/>
                  <a:gd name="connsiteX123" fmla="*/ 1119068 w 1939720"/>
                  <a:gd name="connsiteY123" fmla="*/ 15824 h 34595"/>
                  <a:gd name="connsiteX124" fmla="*/ 1111996 w 1939720"/>
                  <a:gd name="connsiteY124" fmla="*/ 15410 h 34595"/>
                  <a:gd name="connsiteX125" fmla="*/ 1083629 w 1939720"/>
                  <a:gd name="connsiteY125" fmla="*/ 15191 h 34595"/>
                  <a:gd name="connsiteX126" fmla="*/ 1043640 w 1939720"/>
                  <a:gd name="connsiteY126" fmla="*/ 13751 h 34595"/>
                  <a:gd name="connsiteX127" fmla="*/ 1033805 w 1939720"/>
                  <a:gd name="connsiteY127" fmla="*/ 13707 h 34595"/>
                  <a:gd name="connsiteX128" fmla="*/ 1025677 w 1939720"/>
                  <a:gd name="connsiteY128" fmla="*/ 13969 h 34595"/>
                  <a:gd name="connsiteX129" fmla="*/ 1024986 w 1939720"/>
                  <a:gd name="connsiteY129" fmla="*/ 13925 h 34595"/>
                  <a:gd name="connsiteX130" fmla="*/ 1012590 w 1939720"/>
                  <a:gd name="connsiteY130" fmla="*/ 12528 h 34595"/>
                  <a:gd name="connsiteX131" fmla="*/ 991173 w 1939720"/>
                  <a:gd name="connsiteY131" fmla="*/ 11306 h 34595"/>
                  <a:gd name="connsiteX132" fmla="*/ 978656 w 1939720"/>
                  <a:gd name="connsiteY132" fmla="*/ 11721 h 34595"/>
                  <a:gd name="connsiteX133" fmla="*/ 925296 w 1939720"/>
                  <a:gd name="connsiteY133" fmla="*/ 8360 h 34595"/>
                  <a:gd name="connsiteX134" fmla="*/ 907942 w 1939720"/>
                  <a:gd name="connsiteY134" fmla="*/ 6439 h 34595"/>
                  <a:gd name="connsiteX135" fmla="*/ 865880 w 1939720"/>
                  <a:gd name="connsiteY135" fmla="*/ 4256 h 34595"/>
                  <a:gd name="connsiteX136" fmla="*/ 837920 w 1939720"/>
                  <a:gd name="connsiteY136" fmla="*/ 3187 h 34595"/>
                  <a:gd name="connsiteX137" fmla="*/ 833733 w 1939720"/>
                  <a:gd name="connsiteY137" fmla="*/ 2816 h 34595"/>
                  <a:gd name="connsiteX138" fmla="*/ 817072 w 1939720"/>
                  <a:gd name="connsiteY138" fmla="*/ 2925 h 34595"/>
                  <a:gd name="connsiteX139" fmla="*/ 808944 w 1939720"/>
                  <a:gd name="connsiteY139" fmla="*/ 3143 h 34595"/>
                  <a:gd name="connsiteX140" fmla="*/ 796630 w 1939720"/>
                  <a:gd name="connsiteY140" fmla="*/ 5500 h 34595"/>
                  <a:gd name="connsiteX141" fmla="*/ 733638 w 1939720"/>
                  <a:gd name="connsiteY141" fmla="*/ 8796 h 34595"/>
                  <a:gd name="connsiteX142" fmla="*/ 718966 w 1939720"/>
                  <a:gd name="connsiteY142" fmla="*/ 7989 h 34595"/>
                  <a:gd name="connsiteX143" fmla="*/ 703198 w 1939720"/>
                  <a:gd name="connsiteY143" fmla="*/ 8360 h 34595"/>
                  <a:gd name="connsiteX144" fmla="*/ 692063 w 1939720"/>
                  <a:gd name="connsiteY144" fmla="*/ 7508 h 34595"/>
                  <a:gd name="connsiteX145" fmla="*/ 683854 w 1939720"/>
                  <a:gd name="connsiteY145" fmla="*/ 8425 h 34595"/>
                  <a:gd name="connsiteX146" fmla="*/ 664509 w 1939720"/>
                  <a:gd name="connsiteY146" fmla="*/ 10171 h 34595"/>
                  <a:gd name="connsiteX147" fmla="*/ 652602 w 1939720"/>
                  <a:gd name="connsiteY147" fmla="*/ 12245 h 34595"/>
                  <a:gd name="connsiteX148" fmla="*/ 637808 w 1939720"/>
                  <a:gd name="connsiteY148" fmla="*/ 13467 h 34595"/>
                  <a:gd name="connsiteX149" fmla="*/ 636833 w 1939720"/>
                  <a:gd name="connsiteY149" fmla="*/ 13467 h 34595"/>
                  <a:gd name="connsiteX150" fmla="*/ 628014 w 1939720"/>
                  <a:gd name="connsiteY150" fmla="*/ 12245 h 34595"/>
                  <a:gd name="connsiteX151" fmla="*/ 624357 w 1939720"/>
                  <a:gd name="connsiteY151" fmla="*/ 12463 h 34595"/>
                  <a:gd name="connsiteX152" fmla="*/ 620658 w 1939720"/>
                  <a:gd name="connsiteY152" fmla="*/ 13271 h 34595"/>
                  <a:gd name="connsiteX153" fmla="*/ 608344 w 1939720"/>
                  <a:gd name="connsiteY153" fmla="*/ 14449 h 34595"/>
                  <a:gd name="connsiteX154" fmla="*/ 600908 w 1939720"/>
                  <a:gd name="connsiteY154" fmla="*/ 16894 h 34595"/>
                  <a:gd name="connsiteX155" fmla="*/ 599932 w 1939720"/>
                  <a:gd name="connsiteY155" fmla="*/ 17112 h 34595"/>
                  <a:gd name="connsiteX156" fmla="*/ 582944 w 1939720"/>
                  <a:gd name="connsiteY156" fmla="*/ 18072 h 34595"/>
                  <a:gd name="connsiteX157" fmla="*/ 564413 w 1939720"/>
                  <a:gd name="connsiteY157" fmla="*/ 17963 h 34595"/>
                  <a:gd name="connsiteX158" fmla="*/ 557870 w 1939720"/>
                  <a:gd name="connsiteY158" fmla="*/ 18596 h 34595"/>
                  <a:gd name="connsiteX159" fmla="*/ 547466 w 1939720"/>
                  <a:gd name="connsiteY159" fmla="*/ 19819 h 34595"/>
                  <a:gd name="connsiteX160" fmla="*/ 502112 w 1939720"/>
                  <a:gd name="connsiteY160" fmla="*/ 25472 h 34595"/>
                  <a:gd name="connsiteX161" fmla="*/ 500933 w 1939720"/>
                  <a:gd name="connsiteY161" fmla="*/ 25406 h 34595"/>
                  <a:gd name="connsiteX162" fmla="*/ 491017 w 1939720"/>
                  <a:gd name="connsiteY162" fmla="*/ 23966 h 34595"/>
                  <a:gd name="connsiteX163" fmla="*/ 475045 w 1939720"/>
                  <a:gd name="connsiteY163" fmla="*/ 24555 h 34595"/>
                  <a:gd name="connsiteX164" fmla="*/ 463626 w 1939720"/>
                  <a:gd name="connsiteY164" fmla="*/ 25253 h 34595"/>
                  <a:gd name="connsiteX165" fmla="*/ 443589 w 1939720"/>
                  <a:gd name="connsiteY165" fmla="*/ 27698 h 34595"/>
                  <a:gd name="connsiteX166" fmla="*/ 421848 w 1939720"/>
                  <a:gd name="connsiteY166" fmla="*/ 30688 h 34595"/>
                  <a:gd name="connsiteX167" fmla="*/ 420466 w 1939720"/>
                  <a:gd name="connsiteY167" fmla="*/ 30754 h 34595"/>
                  <a:gd name="connsiteX168" fmla="*/ 418393 w 1939720"/>
                  <a:gd name="connsiteY168" fmla="*/ 29640 h 34595"/>
                  <a:gd name="connsiteX169" fmla="*/ 418271 w 1939720"/>
                  <a:gd name="connsiteY169" fmla="*/ 29422 h 34595"/>
                  <a:gd name="connsiteX170" fmla="*/ 406973 w 1939720"/>
                  <a:gd name="connsiteY170" fmla="*/ 29531 h 34595"/>
                  <a:gd name="connsiteX171" fmla="*/ 397464 w 1939720"/>
                  <a:gd name="connsiteY171" fmla="*/ 29902 h 34595"/>
                  <a:gd name="connsiteX172" fmla="*/ 387263 w 1939720"/>
                  <a:gd name="connsiteY172" fmla="*/ 30819 h 34595"/>
                  <a:gd name="connsiteX173" fmla="*/ 346582 w 1939720"/>
                  <a:gd name="connsiteY173" fmla="*/ 33155 h 34595"/>
                  <a:gd name="connsiteX174" fmla="*/ 331505 w 1939720"/>
                  <a:gd name="connsiteY174" fmla="*/ 33111 h 34595"/>
                  <a:gd name="connsiteX175" fmla="*/ 298586 w 1939720"/>
                  <a:gd name="connsiteY175" fmla="*/ 34224 h 34595"/>
                  <a:gd name="connsiteX176" fmla="*/ 277860 w 1939720"/>
                  <a:gd name="connsiteY176" fmla="*/ 34595 h 3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1939720" h="34595">
                    <a:moveTo>
                      <a:pt x="277494" y="34551"/>
                    </a:moveTo>
                    <a:lnTo>
                      <a:pt x="260019" y="34289"/>
                    </a:lnTo>
                    <a:cubicBezTo>
                      <a:pt x="259044" y="34289"/>
                      <a:pt x="258150" y="33962"/>
                      <a:pt x="257743" y="33504"/>
                    </a:cubicBezTo>
                    <a:lnTo>
                      <a:pt x="254452" y="29226"/>
                    </a:lnTo>
                    <a:cubicBezTo>
                      <a:pt x="254248" y="29073"/>
                      <a:pt x="254045" y="28964"/>
                      <a:pt x="253964" y="28898"/>
                    </a:cubicBezTo>
                    <a:lnTo>
                      <a:pt x="248599" y="24096"/>
                    </a:lnTo>
                    <a:lnTo>
                      <a:pt x="239090" y="19884"/>
                    </a:lnTo>
                    <a:lnTo>
                      <a:pt x="227873" y="16632"/>
                    </a:lnTo>
                    <a:lnTo>
                      <a:pt x="168742" y="16304"/>
                    </a:lnTo>
                    <a:lnTo>
                      <a:pt x="108838" y="15038"/>
                    </a:lnTo>
                    <a:cubicBezTo>
                      <a:pt x="108513" y="15038"/>
                      <a:pt x="108229" y="15038"/>
                      <a:pt x="108066" y="14973"/>
                    </a:cubicBezTo>
                    <a:lnTo>
                      <a:pt x="97540" y="12747"/>
                    </a:lnTo>
                    <a:lnTo>
                      <a:pt x="2402" y="10499"/>
                    </a:lnTo>
                    <a:cubicBezTo>
                      <a:pt x="1020" y="10455"/>
                      <a:pt x="-77" y="9800"/>
                      <a:pt x="4" y="9014"/>
                    </a:cubicBezTo>
                    <a:cubicBezTo>
                      <a:pt x="4" y="8207"/>
                      <a:pt x="1305" y="7683"/>
                      <a:pt x="2605" y="7683"/>
                    </a:cubicBezTo>
                    <a:lnTo>
                      <a:pt x="98231" y="9909"/>
                    </a:lnTo>
                    <a:cubicBezTo>
                      <a:pt x="98231" y="9909"/>
                      <a:pt x="98719" y="9975"/>
                      <a:pt x="99044" y="10018"/>
                    </a:cubicBezTo>
                    <a:lnTo>
                      <a:pt x="109447" y="12245"/>
                    </a:lnTo>
                    <a:lnTo>
                      <a:pt x="168864" y="13467"/>
                    </a:lnTo>
                    <a:lnTo>
                      <a:pt x="228197" y="13794"/>
                    </a:lnTo>
                    <a:cubicBezTo>
                      <a:pt x="228604" y="13794"/>
                      <a:pt x="229580" y="13860"/>
                      <a:pt x="229905" y="13947"/>
                    </a:cubicBezTo>
                    <a:lnTo>
                      <a:pt x="231774" y="14689"/>
                    </a:lnTo>
                    <a:lnTo>
                      <a:pt x="241812" y="17505"/>
                    </a:lnTo>
                    <a:lnTo>
                      <a:pt x="252135" y="21979"/>
                    </a:lnTo>
                    <a:cubicBezTo>
                      <a:pt x="252460" y="22088"/>
                      <a:pt x="252622" y="22198"/>
                      <a:pt x="252744" y="22350"/>
                    </a:cubicBezTo>
                    <a:lnTo>
                      <a:pt x="258394" y="27349"/>
                    </a:lnTo>
                    <a:cubicBezTo>
                      <a:pt x="258597" y="27523"/>
                      <a:pt x="258881" y="27611"/>
                      <a:pt x="259003" y="27785"/>
                    </a:cubicBezTo>
                    <a:lnTo>
                      <a:pt x="261888" y="31452"/>
                    </a:lnTo>
                    <a:lnTo>
                      <a:pt x="277576" y="31670"/>
                    </a:lnTo>
                    <a:lnTo>
                      <a:pt x="298018" y="31299"/>
                    </a:lnTo>
                    <a:lnTo>
                      <a:pt x="331139" y="30186"/>
                    </a:lnTo>
                    <a:lnTo>
                      <a:pt x="346135" y="30252"/>
                    </a:lnTo>
                    <a:lnTo>
                      <a:pt x="386410" y="27960"/>
                    </a:lnTo>
                    <a:lnTo>
                      <a:pt x="396732" y="27065"/>
                    </a:lnTo>
                    <a:lnTo>
                      <a:pt x="406567" y="26694"/>
                    </a:lnTo>
                    <a:lnTo>
                      <a:pt x="420060" y="26541"/>
                    </a:lnTo>
                    <a:cubicBezTo>
                      <a:pt x="421035" y="26497"/>
                      <a:pt x="422335" y="27021"/>
                      <a:pt x="422620" y="27654"/>
                    </a:cubicBezTo>
                    <a:lnTo>
                      <a:pt x="442249" y="24948"/>
                    </a:lnTo>
                    <a:lnTo>
                      <a:pt x="462488" y="22438"/>
                    </a:lnTo>
                    <a:lnTo>
                      <a:pt x="474395" y="21696"/>
                    </a:lnTo>
                    <a:lnTo>
                      <a:pt x="490773" y="21106"/>
                    </a:lnTo>
                    <a:cubicBezTo>
                      <a:pt x="491058" y="21106"/>
                      <a:pt x="491382" y="21106"/>
                      <a:pt x="491667" y="21150"/>
                    </a:cubicBezTo>
                    <a:lnTo>
                      <a:pt x="501380" y="22590"/>
                    </a:lnTo>
                    <a:lnTo>
                      <a:pt x="556650" y="15781"/>
                    </a:lnTo>
                    <a:lnTo>
                      <a:pt x="563803" y="15148"/>
                    </a:lnTo>
                    <a:lnTo>
                      <a:pt x="582579" y="15257"/>
                    </a:lnTo>
                    <a:lnTo>
                      <a:pt x="598672" y="14296"/>
                    </a:lnTo>
                    <a:lnTo>
                      <a:pt x="606109" y="11852"/>
                    </a:lnTo>
                    <a:cubicBezTo>
                      <a:pt x="606109" y="11852"/>
                      <a:pt x="606597" y="11677"/>
                      <a:pt x="606922" y="11677"/>
                    </a:cubicBezTo>
                    <a:lnTo>
                      <a:pt x="619236" y="10520"/>
                    </a:lnTo>
                    <a:lnTo>
                      <a:pt x="622894" y="9713"/>
                    </a:lnTo>
                    <a:lnTo>
                      <a:pt x="624763" y="9495"/>
                    </a:lnTo>
                    <a:lnTo>
                      <a:pt x="627933" y="9451"/>
                    </a:lnTo>
                    <a:cubicBezTo>
                      <a:pt x="628218" y="9407"/>
                      <a:pt x="628421" y="9451"/>
                      <a:pt x="628624" y="9451"/>
                    </a:cubicBezTo>
                    <a:lnTo>
                      <a:pt x="637362" y="10630"/>
                    </a:lnTo>
                    <a:lnTo>
                      <a:pt x="651260" y="9516"/>
                    </a:lnTo>
                    <a:lnTo>
                      <a:pt x="663168" y="7377"/>
                    </a:lnTo>
                    <a:lnTo>
                      <a:pt x="682797" y="5609"/>
                    </a:lnTo>
                    <a:lnTo>
                      <a:pt x="691332" y="4649"/>
                    </a:lnTo>
                    <a:cubicBezTo>
                      <a:pt x="691332" y="4649"/>
                      <a:pt x="691819" y="4605"/>
                      <a:pt x="692104" y="4649"/>
                    </a:cubicBezTo>
                    <a:lnTo>
                      <a:pt x="703239" y="5500"/>
                    </a:lnTo>
                    <a:lnTo>
                      <a:pt x="718925" y="5129"/>
                    </a:lnTo>
                    <a:lnTo>
                      <a:pt x="733516" y="5937"/>
                    </a:lnTo>
                    <a:lnTo>
                      <a:pt x="795410" y="2728"/>
                    </a:lnTo>
                    <a:lnTo>
                      <a:pt x="807440" y="371"/>
                    </a:lnTo>
                    <a:cubicBezTo>
                      <a:pt x="807724" y="327"/>
                      <a:pt x="807928" y="262"/>
                      <a:pt x="808212" y="262"/>
                    </a:cubicBezTo>
                    <a:lnTo>
                      <a:pt x="819022" y="0"/>
                    </a:lnTo>
                    <a:lnTo>
                      <a:pt x="834018" y="0"/>
                    </a:lnTo>
                    <a:lnTo>
                      <a:pt x="838489" y="371"/>
                    </a:lnTo>
                    <a:lnTo>
                      <a:pt x="847226" y="786"/>
                    </a:lnTo>
                    <a:lnTo>
                      <a:pt x="866165" y="1419"/>
                    </a:lnTo>
                    <a:lnTo>
                      <a:pt x="908512" y="3601"/>
                    </a:lnTo>
                    <a:lnTo>
                      <a:pt x="925987" y="5522"/>
                    </a:lnTo>
                    <a:lnTo>
                      <a:pt x="978656" y="8883"/>
                    </a:lnTo>
                    <a:lnTo>
                      <a:pt x="991173" y="8469"/>
                    </a:lnTo>
                    <a:lnTo>
                      <a:pt x="1013282" y="9691"/>
                    </a:lnTo>
                    <a:lnTo>
                      <a:pt x="1025596" y="11088"/>
                    </a:lnTo>
                    <a:lnTo>
                      <a:pt x="1033520" y="10826"/>
                    </a:lnTo>
                    <a:lnTo>
                      <a:pt x="1043721" y="10891"/>
                    </a:lnTo>
                    <a:lnTo>
                      <a:pt x="1083710" y="12332"/>
                    </a:lnTo>
                    <a:lnTo>
                      <a:pt x="1112199" y="12550"/>
                    </a:lnTo>
                    <a:lnTo>
                      <a:pt x="1120043" y="13030"/>
                    </a:lnTo>
                    <a:lnTo>
                      <a:pt x="1135608" y="15628"/>
                    </a:lnTo>
                    <a:lnTo>
                      <a:pt x="1145240" y="17483"/>
                    </a:lnTo>
                    <a:lnTo>
                      <a:pt x="1153571" y="15999"/>
                    </a:lnTo>
                    <a:cubicBezTo>
                      <a:pt x="1153571" y="15999"/>
                      <a:pt x="1154058" y="15955"/>
                      <a:pt x="1154262" y="15955"/>
                    </a:cubicBezTo>
                    <a:lnTo>
                      <a:pt x="1213515" y="15955"/>
                    </a:lnTo>
                    <a:lnTo>
                      <a:pt x="1340027" y="14667"/>
                    </a:lnTo>
                    <a:lnTo>
                      <a:pt x="1403629" y="15890"/>
                    </a:lnTo>
                    <a:lnTo>
                      <a:pt x="1466946" y="16370"/>
                    </a:lnTo>
                    <a:lnTo>
                      <a:pt x="1530426" y="17112"/>
                    </a:lnTo>
                    <a:lnTo>
                      <a:pt x="1656247" y="17592"/>
                    </a:lnTo>
                    <a:lnTo>
                      <a:pt x="1676608" y="19076"/>
                    </a:lnTo>
                    <a:lnTo>
                      <a:pt x="1736917" y="20670"/>
                    </a:lnTo>
                    <a:lnTo>
                      <a:pt x="1800804" y="22001"/>
                    </a:lnTo>
                    <a:lnTo>
                      <a:pt x="1848921" y="22700"/>
                    </a:lnTo>
                    <a:lnTo>
                      <a:pt x="1864608" y="23245"/>
                    </a:lnTo>
                    <a:lnTo>
                      <a:pt x="1881474" y="24948"/>
                    </a:lnTo>
                    <a:lnTo>
                      <a:pt x="1922926" y="24839"/>
                    </a:lnTo>
                    <a:lnTo>
                      <a:pt x="1928982" y="24991"/>
                    </a:lnTo>
                    <a:lnTo>
                      <a:pt x="1934265" y="25472"/>
                    </a:lnTo>
                    <a:lnTo>
                      <a:pt x="1937150" y="25428"/>
                    </a:lnTo>
                    <a:cubicBezTo>
                      <a:pt x="1938654" y="25319"/>
                      <a:pt x="1939711" y="25952"/>
                      <a:pt x="1939711" y="26759"/>
                    </a:cubicBezTo>
                    <a:cubicBezTo>
                      <a:pt x="1939833" y="27501"/>
                      <a:pt x="1938736" y="28200"/>
                      <a:pt x="1937354" y="28200"/>
                    </a:cubicBezTo>
                    <a:lnTo>
                      <a:pt x="1933981" y="28309"/>
                    </a:lnTo>
                    <a:lnTo>
                      <a:pt x="1928332" y="27785"/>
                    </a:lnTo>
                    <a:lnTo>
                      <a:pt x="1922886" y="27676"/>
                    </a:lnTo>
                    <a:lnTo>
                      <a:pt x="1881027" y="27742"/>
                    </a:lnTo>
                    <a:lnTo>
                      <a:pt x="1863958" y="26083"/>
                    </a:lnTo>
                    <a:lnTo>
                      <a:pt x="1848677" y="25559"/>
                    </a:lnTo>
                    <a:lnTo>
                      <a:pt x="1800763" y="24860"/>
                    </a:lnTo>
                    <a:lnTo>
                      <a:pt x="1736755" y="23529"/>
                    </a:lnTo>
                    <a:lnTo>
                      <a:pt x="1676242" y="21936"/>
                    </a:lnTo>
                    <a:lnTo>
                      <a:pt x="1656003" y="20451"/>
                    </a:lnTo>
                    <a:lnTo>
                      <a:pt x="1530385" y="19971"/>
                    </a:lnTo>
                    <a:lnTo>
                      <a:pt x="1466905" y="19229"/>
                    </a:lnTo>
                    <a:lnTo>
                      <a:pt x="1403588" y="18749"/>
                    </a:lnTo>
                    <a:lnTo>
                      <a:pt x="1340108" y="17527"/>
                    </a:lnTo>
                    <a:lnTo>
                      <a:pt x="1213596" y="18793"/>
                    </a:lnTo>
                    <a:lnTo>
                      <a:pt x="1154749" y="18793"/>
                    </a:lnTo>
                    <a:lnTo>
                      <a:pt x="1146134" y="20342"/>
                    </a:lnTo>
                    <a:cubicBezTo>
                      <a:pt x="1145646" y="20451"/>
                      <a:pt x="1145036" y="20451"/>
                      <a:pt x="1144549" y="20342"/>
                    </a:cubicBezTo>
                    <a:lnTo>
                      <a:pt x="1134145" y="18378"/>
                    </a:lnTo>
                    <a:lnTo>
                      <a:pt x="1119068" y="15824"/>
                    </a:lnTo>
                    <a:lnTo>
                      <a:pt x="1111996" y="15410"/>
                    </a:lnTo>
                    <a:lnTo>
                      <a:pt x="1083629" y="15191"/>
                    </a:lnTo>
                    <a:lnTo>
                      <a:pt x="1043640" y="13751"/>
                    </a:lnTo>
                    <a:lnTo>
                      <a:pt x="1033805" y="13707"/>
                    </a:lnTo>
                    <a:lnTo>
                      <a:pt x="1025677" y="13969"/>
                    </a:lnTo>
                    <a:cubicBezTo>
                      <a:pt x="1025677" y="13969"/>
                      <a:pt x="1025189" y="13969"/>
                      <a:pt x="1024986" y="13925"/>
                    </a:cubicBezTo>
                    <a:lnTo>
                      <a:pt x="1012590" y="12528"/>
                    </a:lnTo>
                    <a:lnTo>
                      <a:pt x="991173" y="11306"/>
                    </a:lnTo>
                    <a:lnTo>
                      <a:pt x="978656" y="11721"/>
                    </a:lnTo>
                    <a:lnTo>
                      <a:pt x="925296" y="8360"/>
                    </a:lnTo>
                    <a:lnTo>
                      <a:pt x="907942" y="6439"/>
                    </a:lnTo>
                    <a:lnTo>
                      <a:pt x="865880" y="4256"/>
                    </a:lnTo>
                    <a:lnTo>
                      <a:pt x="837920" y="3187"/>
                    </a:lnTo>
                    <a:lnTo>
                      <a:pt x="833733" y="2816"/>
                    </a:lnTo>
                    <a:lnTo>
                      <a:pt x="817072" y="2925"/>
                    </a:lnTo>
                    <a:lnTo>
                      <a:pt x="808944" y="3143"/>
                    </a:lnTo>
                    <a:lnTo>
                      <a:pt x="796630" y="5500"/>
                    </a:lnTo>
                    <a:lnTo>
                      <a:pt x="733638" y="8796"/>
                    </a:lnTo>
                    <a:lnTo>
                      <a:pt x="718966" y="7989"/>
                    </a:lnTo>
                    <a:lnTo>
                      <a:pt x="703198" y="8360"/>
                    </a:lnTo>
                    <a:lnTo>
                      <a:pt x="692063" y="7508"/>
                    </a:lnTo>
                    <a:lnTo>
                      <a:pt x="683854" y="8425"/>
                    </a:lnTo>
                    <a:lnTo>
                      <a:pt x="664509" y="10171"/>
                    </a:lnTo>
                    <a:lnTo>
                      <a:pt x="652602" y="12245"/>
                    </a:lnTo>
                    <a:lnTo>
                      <a:pt x="637808" y="13467"/>
                    </a:lnTo>
                    <a:cubicBezTo>
                      <a:pt x="637402" y="13511"/>
                      <a:pt x="637118" y="13511"/>
                      <a:pt x="636833" y="13467"/>
                    </a:cubicBezTo>
                    <a:lnTo>
                      <a:pt x="628014" y="12245"/>
                    </a:lnTo>
                    <a:lnTo>
                      <a:pt x="624357" y="12463"/>
                    </a:lnTo>
                    <a:lnTo>
                      <a:pt x="620658" y="13271"/>
                    </a:lnTo>
                    <a:lnTo>
                      <a:pt x="608344" y="14449"/>
                    </a:lnTo>
                    <a:lnTo>
                      <a:pt x="600908" y="16894"/>
                    </a:lnTo>
                    <a:cubicBezTo>
                      <a:pt x="600623" y="17003"/>
                      <a:pt x="600216" y="17047"/>
                      <a:pt x="599932" y="17112"/>
                    </a:cubicBezTo>
                    <a:lnTo>
                      <a:pt x="582944" y="18072"/>
                    </a:lnTo>
                    <a:lnTo>
                      <a:pt x="564413" y="17963"/>
                    </a:lnTo>
                    <a:lnTo>
                      <a:pt x="557870" y="18596"/>
                    </a:lnTo>
                    <a:lnTo>
                      <a:pt x="547466" y="19819"/>
                    </a:lnTo>
                    <a:lnTo>
                      <a:pt x="502112" y="25472"/>
                    </a:lnTo>
                    <a:cubicBezTo>
                      <a:pt x="501705" y="25472"/>
                      <a:pt x="501218" y="25472"/>
                      <a:pt x="500933" y="25406"/>
                    </a:cubicBezTo>
                    <a:lnTo>
                      <a:pt x="491017" y="23966"/>
                    </a:lnTo>
                    <a:lnTo>
                      <a:pt x="475045" y="24555"/>
                    </a:lnTo>
                    <a:lnTo>
                      <a:pt x="463626" y="25253"/>
                    </a:lnTo>
                    <a:lnTo>
                      <a:pt x="443589" y="27698"/>
                    </a:lnTo>
                    <a:lnTo>
                      <a:pt x="421848" y="30688"/>
                    </a:lnTo>
                    <a:cubicBezTo>
                      <a:pt x="421441" y="30797"/>
                      <a:pt x="420872" y="30797"/>
                      <a:pt x="420466" y="30754"/>
                    </a:cubicBezTo>
                    <a:cubicBezTo>
                      <a:pt x="419572" y="30601"/>
                      <a:pt x="418596" y="30164"/>
                      <a:pt x="418393" y="29640"/>
                    </a:cubicBezTo>
                    <a:lnTo>
                      <a:pt x="418271" y="29422"/>
                    </a:lnTo>
                    <a:lnTo>
                      <a:pt x="406973" y="29531"/>
                    </a:lnTo>
                    <a:lnTo>
                      <a:pt x="397464" y="29902"/>
                    </a:lnTo>
                    <a:lnTo>
                      <a:pt x="387263" y="30819"/>
                    </a:lnTo>
                    <a:lnTo>
                      <a:pt x="346582" y="33155"/>
                    </a:lnTo>
                    <a:lnTo>
                      <a:pt x="331505" y="33111"/>
                    </a:lnTo>
                    <a:lnTo>
                      <a:pt x="298586" y="34224"/>
                    </a:lnTo>
                    <a:lnTo>
                      <a:pt x="277860" y="3459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0" name="Freeform: Shape 389">
                <a:extLst>
                  <a:ext uri="{FF2B5EF4-FFF2-40B4-BE49-F238E27FC236}">
                    <a16:creationId xmlns:a16="http://schemas.microsoft.com/office/drawing/2014/main" id="{79E4B18F-0186-4FFF-8507-B0E39D3C7A8E}"/>
                  </a:ext>
                </a:extLst>
              </p:cNvPr>
              <p:cNvSpPr/>
              <p:nvPr/>
            </p:nvSpPr>
            <p:spPr>
              <a:xfrm>
                <a:off x="6134608" y="5500896"/>
                <a:ext cx="1725050" cy="418143"/>
              </a:xfrm>
              <a:custGeom>
                <a:avLst/>
                <a:gdLst>
                  <a:gd name="connsiteX0" fmla="*/ 492719 w 1725050"/>
                  <a:gd name="connsiteY0" fmla="*/ 418144 h 418143"/>
                  <a:gd name="connsiteX1" fmla="*/ 411074 w 1725050"/>
                  <a:gd name="connsiteY1" fmla="*/ 414892 h 418143"/>
                  <a:gd name="connsiteX2" fmla="*/ 328940 w 1725050"/>
                  <a:gd name="connsiteY2" fmla="*/ 402429 h 418143"/>
                  <a:gd name="connsiteX3" fmla="*/ 248757 w 1725050"/>
                  <a:gd name="connsiteY3" fmla="*/ 386932 h 418143"/>
                  <a:gd name="connsiteX4" fmla="*/ 168981 w 1725050"/>
                  <a:gd name="connsiteY4" fmla="*/ 369296 h 418143"/>
                  <a:gd name="connsiteX5" fmla="*/ 165608 w 1725050"/>
                  <a:gd name="connsiteY5" fmla="*/ 368117 h 418143"/>
                  <a:gd name="connsiteX6" fmla="*/ 87213 w 1725050"/>
                  <a:gd name="connsiteY6" fmla="*/ 341533 h 418143"/>
                  <a:gd name="connsiteX7" fmla="*/ 3048 w 1725050"/>
                  <a:gd name="connsiteY7" fmla="*/ 308662 h 418143"/>
                  <a:gd name="connsiteX8" fmla="*/ 2316 w 1725050"/>
                  <a:gd name="connsiteY8" fmla="*/ 308182 h 418143"/>
                  <a:gd name="connsiteX9" fmla="*/ 284 w 1725050"/>
                  <a:gd name="connsiteY9" fmla="*/ 306043 h 418143"/>
                  <a:gd name="connsiteX10" fmla="*/ 0 w 1725050"/>
                  <a:gd name="connsiteY10" fmla="*/ 305344 h 418143"/>
                  <a:gd name="connsiteX11" fmla="*/ 0 w 1725050"/>
                  <a:gd name="connsiteY11" fmla="*/ 292226 h 418143"/>
                  <a:gd name="connsiteX12" fmla="*/ 610 w 1725050"/>
                  <a:gd name="connsiteY12" fmla="*/ 275223 h 418143"/>
                  <a:gd name="connsiteX13" fmla="*/ 4186 w 1725050"/>
                  <a:gd name="connsiteY13" fmla="*/ 260556 h 418143"/>
                  <a:gd name="connsiteX14" fmla="*/ 9591 w 1725050"/>
                  <a:gd name="connsiteY14" fmla="*/ 244470 h 418143"/>
                  <a:gd name="connsiteX15" fmla="*/ 16053 w 1725050"/>
                  <a:gd name="connsiteY15" fmla="*/ 230195 h 418143"/>
                  <a:gd name="connsiteX16" fmla="*/ 23490 w 1725050"/>
                  <a:gd name="connsiteY16" fmla="*/ 212931 h 418143"/>
                  <a:gd name="connsiteX17" fmla="*/ 31659 w 1725050"/>
                  <a:gd name="connsiteY17" fmla="*/ 195251 h 418143"/>
                  <a:gd name="connsiteX18" fmla="*/ 39990 w 1725050"/>
                  <a:gd name="connsiteY18" fmla="*/ 179536 h 418143"/>
                  <a:gd name="connsiteX19" fmla="*/ 48362 w 1725050"/>
                  <a:gd name="connsiteY19" fmla="*/ 155025 h 418143"/>
                  <a:gd name="connsiteX20" fmla="*/ 56246 w 1725050"/>
                  <a:gd name="connsiteY20" fmla="*/ 126672 h 418143"/>
                  <a:gd name="connsiteX21" fmla="*/ 62260 w 1725050"/>
                  <a:gd name="connsiteY21" fmla="*/ 96944 h 418143"/>
                  <a:gd name="connsiteX22" fmla="*/ 64740 w 1725050"/>
                  <a:gd name="connsiteY22" fmla="*/ 68548 h 418143"/>
                  <a:gd name="connsiteX23" fmla="*/ 62301 w 1725050"/>
                  <a:gd name="connsiteY23" fmla="*/ 40719 h 418143"/>
                  <a:gd name="connsiteX24" fmla="*/ 56043 w 1725050"/>
                  <a:gd name="connsiteY24" fmla="*/ 20901 h 418143"/>
                  <a:gd name="connsiteX25" fmla="*/ 46370 w 1725050"/>
                  <a:gd name="connsiteY25" fmla="*/ 1824 h 418143"/>
                  <a:gd name="connsiteX26" fmla="*/ 48158 w 1725050"/>
                  <a:gd name="connsiteY26" fmla="*/ 56 h 418143"/>
                  <a:gd name="connsiteX27" fmla="*/ 51288 w 1725050"/>
                  <a:gd name="connsiteY27" fmla="*/ 1017 h 418143"/>
                  <a:gd name="connsiteX28" fmla="*/ 61001 w 1725050"/>
                  <a:gd name="connsiteY28" fmla="*/ 20246 h 418143"/>
                  <a:gd name="connsiteX29" fmla="*/ 67422 w 1725050"/>
                  <a:gd name="connsiteY29" fmla="*/ 40457 h 418143"/>
                  <a:gd name="connsiteX30" fmla="*/ 69779 w 1725050"/>
                  <a:gd name="connsiteY30" fmla="*/ 68548 h 418143"/>
                  <a:gd name="connsiteX31" fmla="*/ 67300 w 1725050"/>
                  <a:gd name="connsiteY31" fmla="*/ 97163 h 418143"/>
                  <a:gd name="connsiteX32" fmla="*/ 61244 w 1725050"/>
                  <a:gd name="connsiteY32" fmla="*/ 127065 h 418143"/>
                  <a:gd name="connsiteX33" fmla="*/ 53360 w 1725050"/>
                  <a:gd name="connsiteY33" fmla="*/ 155527 h 418143"/>
                  <a:gd name="connsiteX34" fmla="*/ 44948 w 1725050"/>
                  <a:gd name="connsiteY34" fmla="*/ 180256 h 418143"/>
                  <a:gd name="connsiteX35" fmla="*/ 36576 w 1725050"/>
                  <a:gd name="connsiteY35" fmla="*/ 196015 h 418143"/>
                  <a:gd name="connsiteX36" fmla="*/ 28448 w 1725050"/>
                  <a:gd name="connsiteY36" fmla="*/ 213651 h 418143"/>
                  <a:gd name="connsiteX37" fmla="*/ 21011 w 1725050"/>
                  <a:gd name="connsiteY37" fmla="*/ 230916 h 418143"/>
                  <a:gd name="connsiteX38" fmla="*/ 14590 w 1725050"/>
                  <a:gd name="connsiteY38" fmla="*/ 245146 h 418143"/>
                  <a:gd name="connsiteX39" fmla="*/ 9225 w 1725050"/>
                  <a:gd name="connsiteY39" fmla="*/ 261080 h 418143"/>
                  <a:gd name="connsiteX40" fmla="*/ 5771 w 1725050"/>
                  <a:gd name="connsiteY40" fmla="*/ 275464 h 418143"/>
                  <a:gd name="connsiteX41" fmla="*/ 5202 w 1725050"/>
                  <a:gd name="connsiteY41" fmla="*/ 292314 h 418143"/>
                  <a:gd name="connsiteX42" fmla="*/ 5202 w 1725050"/>
                  <a:gd name="connsiteY42" fmla="*/ 305039 h 418143"/>
                  <a:gd name="connsiteX43" fmla="*/ 6624 w 1725050"/>
                  <a:gd name="connsiteY43" fmla="*/ 306588 h 418143"/>
                  <a:gd name="connsiteX44" fmla="*/ 90099 w 1725050"/>
                  <a:gd name="connsiteY44" fmla="*/ 339197 h 418143"/>
                  <a:gd name="connsiteX45" fmla="*/ 171338 w 1725050"/>
                  <a:gd name="connsiteY45" fmla="*/ 366742 h 418143"/>
                  <a:gd name="connsiteX46" fmla="*/ 251521 w 1725050"/>
                  <a:gd name="connsiteY46" fmla="*/ 384487 h 418143"/>
                  <a:gd name="connsiteX47" fmla="*/ 331785 w 1725050"/>
                  <a:gd name="connsiteY47" fmla="*/ 400049 h 418143"/>
                  <a:gd name="connsiteX48" fmla="*/ 411968 w 1725050"/>
                  <a:gd name="connsiteY48" fmla="*/ 412207 h 418143"/>
                  <a:gd name="connsiteX49" fmla="*/ 492719 w 1725050"/>
                  <a:gd name="connsiteY49" fmla="*/ 415394 h 418143"/>
                  <a:gd name="connsiteX50" fmla="*/ 573674 w 1725050"/>
                  <a:gd name="connsiteY50" fmla="*/ 409915 h 418143"/>
                  <a:gd name="connsiteX51" fmla="*/ 655320 w 1725050"/>
                  <a:gd name="connsiteY51" fmla="*/ 410504 h 418143"/>
                  <a:gd name="connsiteX52" fmla="*/ 736884 w 1725050"/>
                  <a:gd name="connsiteY52" fmla="*/ 412643 h 418143"/>
                  <a:gd name="connsiteX53" fmla="*/ 818327 w 1725050"/>
                  <a:gd name="connsiteY53" fmla="*/ 411618 h 418143"/>
                  <a:gd name="connsiteX54" fmla="*/ 900095 w 1725050"/>
                  <a:gd name="connsiteY54" fmla="*/ 404109 h 418143"/>
                  <a:gd name="connsiteX55" fmla="*/ 982147 w 1725050"/>
                  <a:gd name="connsiteY55" fmla="*/ 395160 h 418143"/>
                  <a:gd name="connsiteX56" fmla="*/ 1146536 w 1725050"/>
                  <a:gd name="connsiteY56" fmla="*/ 382152 h 418143"/>
                  <a:gd name="connsiteX57" fmla="*/ 1228791 w 1725050"/>
                  <a:gd name="connsiteY57" fmla="*/ 376237 h 418143"/>
                  <a:gd name="connsiteX58" fmla="*/ 1310762 w 1725050"/>
                  <a:gd name="connsiteY58" fmla="*/ 365585 h 418143"/>
                  <a:gd name="connsiteX59" fmla="*/ 1392895 w 1725050"/>
                  <a:gd name="connsiteY59" fmla="*/ 353712 h 418143"/>
                  <a:gd name="connsiteX60" fmla="*/ 1474826 w 1725050"/>
                  <a:gd name="connsiteY60" fmla="*/ 337298 h 418143"/>
                  <a:gd name="connsiteX61" fmla="*/ 1556878 w 1725050"/>
                  <a:gd name="connsiteY61" fmla="*/ 319553 h 418143"/>
                  <a:gd name="connsiteX62" fmla="*/ 1557853 w 1725050"/>
                  <a:gd name="connsiteY62" fmla="*/ 319444 h 418143"/>
                  <a:gd name="connsiteX63" fmla="*/ 1640190 w 1725050"/>
                  <a:gd name="connsiteY63" fmla="*/ 320186 h 418143"/>
                  <a:gd name="connsiteX64" fmla="*/ 1722364 w 1725050"/>
                  <a:gd name="connsiteY64" fmla="*/ 317742 h 418143"/>
                  <a:gd name="connsiteX65" fmla="*/ 1722486 w 1725050"/>
                  <a:gd name="connsiteY65" fmla="*/ 317742 h 418143"/>
                  <a:gd name="connsiteX66" fmla="*/ 1725046 w 1725050"/>
                  <a:gd name="connsiteY66" fmla="*/ 319073 h 418143"/>
                  <a:gd name="connsiteX67" fmla="*/ 1722689 w 1725050"/>
                  <a:gd name="connsiteY67" fmla="*/ 320514 h 418143"/>
                  <a:gd name="connsiteX68" fmla="*/ 1640312 w 1725050"/>
                  <a:gd name="connsiteY68" fmla="*/ 323024 h 418143"/>
                  <a:gd name="connsiteX69" fmla="*/ 1558260 w 1725050"/>
                  <a:gd name="connsiteY69" fmla="*/ 322282 h 418143"/>
                  <a:gd name="connsiteX70" fmla="*/ 1476614 w 1725050"/>
                  <a:gd name="connsiteY70" fmla="*/ 339917 h 418143"/>
                  <a:gd name="connsiteX71" fmla="*/ 1394358 w 1725050"/>
                  <a:gd name="connsiteY71" fmla="*/ 356375 h 418143"/>
                  <a:gd name="connsiteX72" fmla="*/ 1311900 w 1725050"/>
                  <a:gd name="connsiteY72" fmla="*/ 368357 h 418143"/>
                  <a:gd name="connsiteX73" fmla="*/ 1229644 w 1725050"/>
                  <a:gd name="connsiteY73" fmla="*/ 379009 h 418143"/>
                  <a:gd name="connsiteX74" fmla="*/ 1147186 w 1725050"/>
                  <a:gd name="connsiteY74" fmla="*/ 384967 h 418143"/>
                  <a:gd name="connsiteX75" fmla="*/ 982878 w 1725050"/>
                  <a:gd name="connsiteY75" fmla="*/ 397910 h 418143"/>
                  <a:gd name="connsiteX76" fmla="*/ 900948 w 1725050"/>
                  <a:gd name="connsiteY76" fmla="*/ 406859 h 418143"/>
                  <a:gd name="connsiteX77" fmla="*/ 818815 w 1725050"/>
                  <a:gd name="connsiteY77" fmla="*/ 414433 h 418143"/>
                  <a:gd name="connsiteX78" fmla="*/ 736763 w 1725050"/>
                  <a:gd name="connsiteY78" fmla="*/ 415437 h 418143"/>
                  <a:gd name="connsiteX79" fmla="*/ 655198 w 1725050"/>
                  <a:gd name="connsiteY79" fmla="*/ 413255 h 418143"/>
                  <a:gd name="connsiteX80" fmla="*/ 573959 w 1725050"/>
                  <a:gd name="connsiteY80" fmla="*/ 412665 h 418143"/>
                  <a:gd name="connsiteX81" fmla="*/ 492801 w 1725050"/>
                  <a:gd name="connsiteY81" fmla="*/ 418144 h 418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1725050" h="418143">
                    <a:moveTo>
                      <a:pt x="492719" y="418144"/>
                    </a:moveTo>
                    <a:lnTo>
                      <a:pt x="411074" y="414892"/>
                    </a:lnTo>
                    <a:lnTo>
                      <a:pt x="328940" y="402429"/>
                    </a:lnTo>
                    <a:lnTo>
                      <a:pt x="248757" y="386932"/>
                    </a:lnTo>
                    <a:lnTo>
                      <a:pt x="168981" y="369296"/>
                    </a:lnTo>
                    <a:lnTo>
                      <a:pt x="165608" y="368117"/>
                    </a:lnTo>
                    <a:lnTo>
                      <a:pt x="87213" y="341533"/>
                    </a:lnTo>
                    <a:lnTo>
                      <a:pt x="3048" y="308662"/>
                    </a:lnTo>
                    <a:cubicBezTo>
                      <a:pt x="2764" y="308553"/>
                      <a:pt x="2438" y="308400"/>
                      <a:pt x="2316" y="308182"/>
                    </a:cubicBezTo>
                    <a:lnTo>
                      <a:pt x="284" y="306043"/>
                    </a:lnTo>
                    <a:cubicBezTo>
                      <a:pt x="81" y="305824"/>
                      <a:pt x="0" y="305628"/>
                      <a:pt x="0" y="305344"/>
                    </a:cubicBezTo>
                    <a:lnTo>
                      <a:pt x="0" y="292226"/>
                    </a:lnTo>
                    <a:lnTo>
                      <a:pt x="610" y="275223"/>
                    </a:lnTo>
                    <a:lnTo>
                      <a:pt x="4186" y="260556"/>
                    </a:lnTo>
                    <a:lnTo>
                      <a:pt x="9591" y="244470"/>
                    </a:lnTo>
                    <a:lnTo>
                      <a:pt x="16053" y="230195"/>
                    </a:lnTo>
                    <a:lnTo>
                      <a:pt x="23490" y="212931"/>
                    </a:lnTo>
                    <a:lnTo>
                      <a:pt x="31659" y="195251"/>
                    </a:lnTo>
                    <a:lnTo>
                      <a:pt x="39990" y="179536"/>
                    </a:lnTo>
                    <a:lnTo>
                      <a:pt x="48362" y="155025"/>
                    </a:lnTo>
                    <a:lnTo>
                      <a:pt x="56246" y="126672"/>
                    </a:lnTo>
                    <a:lnTo>
                      <a:pt x="62260" y="96944"/>
                    </a:lnTo>
                    <a:lnTo>
                      <a:pt x="64740" y="68548"/>
                    </a:lnTo>
                    <a:lnTo>
                      <a:pt x="62301" y="40719"/>
                    </a:lnTo>
                    <a:lnTo>
                      <a:pt x="56043" y="20901"/>
                    </a:lnTo>
                    <a:lnTo>
                      <a:pt x="46370" y="1824"/>
                    </a:lnTo>
                    <a:cubicBezTo>
                      <a:pt x="46045" y="1082"/>
                      <a:pt x="46817" y="275"/>
                      <a:pt x="48158" y="56"/>
                    </a:cubicBezTo>
                    <a:cubicBezTo>
                      <a:pt x="49500" y="-162"/>
                      <a:pt x="50922" y="275"/>
                      <a:pt x="51288" y="1017"/>
                    </a:cubicBezTo>
                    <a:lnTo>
                      <a:pt x="61001" y="20246"/>
                    </a:lnTo>
                    <a:lnTo>
                      <a:pt x="67422" y="40457"/>
                    </a:lnTo>
                    <a:lnTo>
                      <a:pt x="69779" y="68548"/>
                    </a:lnTo>
                    <a:lnTo>
                      <a:pt x="67300" y="97163"/>
                    </a:lnTo>
                    <a:lnTo>
                      <a:pt x="61244" y="127065"/>
                    </a:lnTo>
                    <a:lnTo>
                      <a:pt x="53360" y="155527"/>
                    </a:lnTo>
                    <a:lnTo>
                      <a:pt x="44948" y="180256"/>
                    </a:lnTo>
                    <a:lnTo>
                      <a:pt x="36576" y="196015"/>
                    </a:lnTo>
                    <a:lnTo>
                      <a:pt x="28448" y="213651"/>
                    </a:lnTo>
                    <a:lnTo>
                      <a:pt x="21011" y="230916"/>
                    </a:lnTo>
                    <a:lnTo>
                      <a:pt x="14590" y="245146"/>
                    </a:lnTo>
                    <a:lnTo>
                      <a:pt x="9225" y="261080"/>
                    </a:lnTo>
                    <a:lnTo>
                      <a:pt x="5771" y="275464"/>
                    </a:lnTo>
                    <a:lnTo>
                      <a:pt x="5202" y="292314"/>
                    </a:lnTo>
                    <a:lnTo>
                      <a:pt x="5202" y="305039"/>
                    </a:lnTo>
                    <a:lnTo>
                      <a:pt x="6624" y="306588"/>
                    </a:lnTo>
                    <a:lnTo>
                      <a:pt x="90099" y="339197"/>
                    </a:lnTo>
                    <a:lnTo>
                      <a:pt x="171338" y="366742"/>
                    </a:lnTo>
                    <a:lnTo>
                      <a:pt x="251521" y="384487"/>
                    </a:lnTo>
                    <a:lnTo>
                      <a:pt x="331785" y="400049"/>
                    </a:lnTo>
                    <a:lnTo>
                      <a:pt x="411968" y="412207"/>
                    </a:lnTo>
                    <a:lnTo>
                      <a:pt x="492719" y="415394"/>
                    </a:lnTo>
                    <a:lnTo>
                      <a:pt x="573674" y="409915"/>
                    </a:lnTo>
                    <a:lnTo>
                      <a:pt x="655320" y="410504"/>
                    </a:lnTo>
                    <a:lnTo>
                      <a:pt x="736884" y="412643"/>
                    </a:lnTo>
                    <a:lnTo>
                      <a:pt x="818327" y="411618"/>
                    </a:lnTo>
                    <a:lnTo>
                      <a:pt x="900095" y="404109"/>
                    </a:lnTo>
                    <a:lnTo>
                      <a:pt x="982147" y="395160"/>
                    </a:lnTo>
                    <a:lnTo>
                      <a:pt x="1146536" y="382152"/>
                    </a:lnTo>
                    <a:lnTo>
                      <a:pt x="1228791" y="376237"/>
                    </a:lnTo>
                    <a:lnTo>
                      <a:pt x="1310762" y="365585"/>
                    </a:lnTo>
                    <a:lnTo>
                      <a:pt x="1392895" y="353712"/>
                    </a:lnTo>
                    <a:lnTo>
                      <a:pt x="1474826" y="337298"/>
                    </a:lnTo>
                    <a:lnTo>
                      <a:pt x="1556878" y="319553"/>
                    </a:lnTo>
                    <a:cubicBezTo>
                      <a:pt x="1557162" y="319510"/>
                      <a:pt x="1557487" y="319444"/>
                      <a:pt x="1557853" y="319444"/>
                    </a:cubicBezTo>
                    <a:lnTo>
                      <a:pt x="1640190" y="320186"/>
                    </a:lnTo>
                    <a:lnTo>
                      <a:pt x="1722364" y="317742"/>
                    </a:lnTo>
                    <a:lnTo>
                      <a:pt x="1722486" y="317742"/>
                    </a:lnTo>
                    <a:cubicBezTo>
                      <a:pt x="1723868" y="317742"/>
                      <a:pt x="1724965" y="318331"/>
                      <a:pt x="1725046" y="319073"/>
                    </a:cubicBezTo>
                    <a:cubicBezTo>
                      <a:pt x="1725127" y="319815"/>
                      <a:pt x="1724030" y="320514"/>
                      <a:pt x="1722689" y="320514"/>
                    </a:cubicBezTo>
                    <a:lnTo>
                      <a:pt x="1640312" y="323024"/>
                    </a:lnTo>
                    <a:lnTo>
                      <a:pt x="1558260" y="322282"/>
                    </a:lnTo>
                    <a:lnTo>
                      <a:pt x="1476614" y="339917"/>
                    </a:lnTo>
                    <a:lnTo>
                      <a:pt x="1394358" y="356375"/>
                    </a:lnTo>
                    <a:lnTo>
                      <a:pt x="1311900" y="368357"/>
                    </a:lnTo>
                    <a:lnTo>
                      <a:pt x="1229644" y="379009"/>
                    </a:lnTo>
                    <a:lnTo>
                      <a:pt x="1147186" y="384967"/>
                    </a:lnTo>
                    <a:lnTo>
                      <a:pt x="982878" y="397910"/>
                    </a:lnTo>
                    <a:lnTo>
                      <a:pt x="900948" y="406859"/>
                    </a:lnTo>
                    <a:lnTo>
                      <a:pt x="818815" y="414433"/>
                    </a:lnTo>
                    <a:lnTo>
                      <a:pt x="736763" y="415437"/>
                    </a:lnTo>
                    <a:lnTo>
                      <a:pt x="655198" y="413255"/>
                    </a:lnTo>
                    <a:lnTo>
                      <a:pt x="573959" y="412665"/>
                    </a:lnTo>
                    <a:lnTo>
                      <a:pt x="492801" y="41814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1" name="Freeform: Shape 390">
                <a:extLst>
                  <a:ext uri="{FF2B5EF4-FFF2-40B4-BE49-F238E27FC236}">
                    <a16:creationId xmlns:a16="http://schemas.microsoft.com/office/drawing/2014/main" id="{AC9C904E-99B9-4719-8917-C1879D2ED47A}"/>
                  </a:ext>
                </a:extLst>
              </p:cNvPr>
              <p:cNvSpPr/>
              <p:nvPr/>
            </p:nvSpPr>
            <p:spPr>
              <a:xfrm>
                <a:off x="1920357" y="5685864"/>
                <a:ext cx="203813" cy="4585"/>
              </a:xfrm>
              <a:custGeom>
                <a:avLst/>
                <a:gdLst>
                  <a:gd name="connsiteX0" fmla="*/ 131881 w 203813"/>
                  <a:gd name="connsiteY0" fmla="*/ 4586 h 4585"/>
                  <a:gd name="connsiteX1" fmla="*/ 77383 w 203813"/>
                  <a:gd name="connsiteY1" fmla="*/ 4520 h 4585"/>
                  <a:gd name="connsiteX2" fmla="*/ 35320 w 203813"/>
                  <a:gd name="connsiteY2" fmla="*/ 3669 h 4585"/>
                  <a:gd name="connsiteX3" fmla="*/ 2443 w 203813"/>
                  <a:gd name="connsiteY3" fmla="*/ 2818 h 4585"/>
                  <a:gd name="connsiteX4" fmla="*/ 4 w 203813"/>
                  <a:gd name="connsiteY4" fmla="*/ 1334 h 4585"/>
                  <a:gd name="connsiteX5" fmla="*/ 2646 w 203813"/>
                  <a:gd name="connsiteY5" fmla="*/ 2 h 4585"/>
                  <a:gd name="connsiteX6" fmla="*/ 35524 w 203813"/>
                  <a:gd name="connsiteY6" fmla="*/ 854 h 4585"/>
                  <a:gd name="connsiteX7" fmla="*/ 77505 w 203813"/>
                  <a:gd name="connsiteY7" fmla="*/ 1705 h 4585"/>
                  <a:gd name="connsiteX8" fmla="*/ 131393 w 203813"/>
                  <a:gd name="connsiteY8" fmla="*/ 1748 h 4585"/>
                  <a:gd name="connsiteX9" fmla="*/ 145699 w 203813"/>
                  <a:gd name="connsiteY9" fmla="*/ 155 h 4585"/>
                  <a:gd name="connsiteX10" fmla="*/ 201294 w 203813"/>
                  <a:gd name="connsiteY10" fmla="*/ 155 h 4585"/>
                  <a:gd name="connsiteX11" fmla="*/ 203814 w 203813"/>
                  <a:gd name="connsiteY11" fmla="*/ 1596 h 4585"/>
                  <a:gd name="connsiteX12" fmla="*/ 201253 w 203813"/>
                  <a:gd name="connsiteY12" fmla="*/ 2971 h 4585"/>
                  <a:gd name="connsiteX13" fmla="*/ 199994 w 203813"/>
                  <a:gd name="connsiteY13" fmla="*/ 2971 h 4585"/>
                  <a:gd name="connsiteX14" fmla="*/ 146186 w 203813"/>
                  <a:gd name="connsiteY14" fmla="*/ 2927 h 4585"/>
                  <a:gd name="connsiteX15" fmla="*/ 131922 w 203813"/>
                  <a:gd name="connsiteY15" fmla="*/ 4586 h 4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3813" h="4585">
                    <a:moveTo>
                      <a:pt x="131881" y="4586"/>
                    </a:moveTo>
                    <a:lnTo>
                      <a:pt x="77383" y="4520"/>
                    </a:lnTo>
                    <a:lnTo>
                      <a:pt x="35320" y="3669"/>
                    </a:lnTo>
                    <a:lnTo>
                      <a:pt x="2443" y="2818"/>
                    </a:lnTo>
                    <a:cubicBezTo>
                      <a:pt x="1020" y="2774"/>
                      <a:pt x="-77" y="2119"/>
                      <a:pt x="4" y="1334"/>
                    </a:cubicBezTo>
                    <a:cubicBezTo>
                      <a:pt x="45" y="548"/>
                      <a:pt x="1305" y="-41"/>
                      <a:pt x="2646" y="2"/>
                    </a:cubicBezTo>
                    <a:lnTo>
                      <a:pt x="35524" y="854"/>
                    </a:lnTo>
                    <a:lnTo>
                      <a:pt x="77505" y="1705"/>
                    </a:lnTo>
                    <a:lnTo>
                      <a:pt x="131393" y="1748"/>
                    </a:lnTo>
                    <a:lnTo>
                      <a:pt x="145699" y="155"/>
                    </a:lnTo>
                    <a:lnTo>
                      <a:pt x="201294" y="155"/>
                    </a:lnTo>
                    <a:cubicBezTo>
                      <a:pt x="202676" y="155"/>
                      <a:pt x="203814" y="788"/>
                      <a:pt x="203814" y="1596"/>
                    </a:cubicBezTo>
                    <a:cubicBezTo>
                      <a:pt x="203814" y="2338"/>
                      <a:pt x="202635" y="2971"/>
                      <a:pt x="201253" y="2971"/>
                    </a:cubicBezTo>
                    <a:lnTo>
                      <a:pt x="199994" y="2971"/>
                    </a:lnTo>
                    <a:lnTo>
                      <a:pt x="146186" y="2927"/>
                    </a:lnTo>
                    <a:lnTo>
                      <a:pt x="131922" y="458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2" name="Freeform: Shape 391">
                <a:extLst>
                  <a:ext uri="{FF2B5EF4-FFF2-40B4-BE49-F238E27FC236}">
                    <a16:creationId xmlns:a16="http://schemas.microsoft.com/office/drawing/2014/main" id="{50ED09A5-AE22-4539-82AA-B551B8E305AF}"/>
                  </a:ext>
                </a:extLst>
              </p:cNvPr>
              <p:cNvSpPr/>
              <p:nvPr/>
            </p:nvSpPr>
            <p:spPr>
              <a:xfrm>
                <a:off x="11405697" y="5793176"/>
                <a:ext cx="786302" cy="20376"/>
              </a:xfrm>
              <a:custGeom>
                <a:avLst/>
                <a:gdLst>
                  <a:gd name="connsiteX0" fmla="*/ 786303 w 786302"/>
                  <a:gd name="connsiteY0" fmla="*/ 17583 h 20376"/>
                  <a:gd name="connsiteX1" fmla="*/ 741639 w 786302"/>
                  <a:gd name="connsiteY1" fmla="*/ 16622 h 20376"/>
                  <a:gd name="connsiteX2" fmla="*/ 671210 w 786302"/>
                  <a:gd name="connsiteY2" fmla="*/ 14767 h 20376"/>
                  <a:gd name="connsiteX3" fmla="*/ 600863 w 786302"/>
                  <a:gd name="connsiteY3" fmla="*/ 13326 h 20376"/>
                  <a:gd name="connsiteX4" fmla="*/ 530433 w 786302"/>
                  <a:gd name="connsiteY4" fmla="*/ 12148 h 20376"/>
                  <a:gd name="connsiteX5" fmla="*/ 460085 w 786302"/>
                  <a:gd name="connsiteY5" fmla="*/ 11362 h 20376"/>
                  <a:gd name="connsiteX6" fmla="*/ 389859 w 786302"/>
                  <a:gd name="connsiteY6" fmla="*/ 9965 h 20376"/>
                  <a:gd name="connsiteX7" fmla="*/ 249164 w 786302"/>
                  <a:gd name="connsiteY7" fmla="*/ 6822 h 20376"/>
                  <a:gd name="connsiteX8" fmla="*/ 108671 w 786302"/>
                  <a:gd name="connsiteY8" fmla="*/ 2675 h 20376"/>
                  <a:gd name="connsiteX9" fmla="*/ 2682 w 786302"/>
                  <a:gd name="connsiteY9" fmla="*/ 12 h 20376"/>
                  <a:gd name="connsiteX10" fmla="*/ 0 w 786302"/>
                  <a:gd name="connsiteY10" fmla="*/ 1344 h 20376"/>
                  <a:gd name="connsiteX11" fmla="*/ 2478 w 786302"/>
                  <a:gd name="connsiteY11" fmla="*/ 2828 h 20376"/>
                  <a:gd name="connsiteX12" fmla="*/ 108346 w 786302"/>
                  <a:gd name="connsiteY12" fmla="*/ 5491 h 20376"/>
                  <a:gd name="connsiteX13" fmla="*/ 237825 w 786302"/>
                  <a:gd name="connsiteY13" fmla="*/ 9267 h 20376"/>
                  <a:gd name="connsiteX14" fmla="*/ 319268 w 786302"/>
                  <a:gd name="connsiteY14" fmla="*/ 11297 h 20376"/>
                  <a:gd name="connsiteX15" fmla="*/ 459963 w 786302"/>
                  <a:gd name="connsiteY15" fmla="*/ 14178 h 20376"/>
                  <a:gd name="connsiteX16" fmla="*/ 530311 w 786302"/>
                  <a:gd name="connsiteY16" fmla="*/ 14985 h 20376"/>
                  <a:gd name="connsiteX17" fmla="*/ 600659 w 786302"/>
                  <a:gd name="connsiteY17" fmla="*/ 16164 h 20376"/>
                  <a:gd name="connsiteX18" fmla="*/ 671007 w 786302"/>
                  <a:gd name="connsiteY18" fmla="*/ 17604 h 20376"/>
                  <a:gd name="connsiteX19" fmla="*/ 741436 w 786302"/>
                  <a:gd name="connsiteY19" fmla="*/ 19460 h 20376"/>
                  <a:gd name="connsiteX20" fmla="*/ 786303 w 786302"/>
                  <a:gd name="connsiteY20" fmla="*/ 20376 h 20376"/>
                  <a:gd name="connsiteX21" fmla="*/ 786303 w 786302"/>
                  <a:gd name="connsiteY21" fmla="*/ 17604 h 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86302" h="20376">
                    <a:moveTo>
                      <a:pt x="786303" y="17583"/>
                    </a:moveTo>
                    <a:lnTo>
                      <a:pt x="741639" y="16622"/>
                    </a:lnTo>
                    <a:lnTo>
                      <a:pt x="671210" y="14767"/>
                    </a:lnTo>
                    <a:lnTo>
                      <a:pt x="600863" y="13326"/>
                    </a:lnTo>
                    <a:lnTo>
                      <a:pt x="530433" y="12148"/>
                    </a:lnTo>
                    <a:lnTo>
                      <a:pt x="460085" y="11362"/>
                    </a:lnTo>
                    <a:lnTo>
                      <a:pt x="389859" y="9965"/>
                    </a:lnTo>
                    <a:lnTo>
                      <a:pt x="249164" y="6822"/>
                    </a:lnTo>
                    <a:lnTo>
                      <a:pt x="108671" y="2675"/>
                    </a:lnTo>
                    <a:lnTo>
                      <a:pt x="2682" y="12"/>
                    </a:lnTo>
                    <a:cubicBezTo>
                      <a:pt x="1382" y="-97"/>
                      <a:pt x="122" y="536"/>
                      <a:pt x="0" y="1344"/>
                    </a:cubicBezTo>
                    <a:cubicBezTo>
                      <a:pt x="0" y="2129"/>
                      <a:pt x="975" y="2784"/>
                      <a:pt x="2478" y="2828"/>
                    </a:cubicBezTo>
                    <a:lnTo>
                      <a:pt x="108346" y="5491"/>
                    </a:lnTo>
                    <a:lnTo>
                      <a:pt x="237825" y="9267"/>
                    </a:lnTo>
                    <a:lnTo>
                      <a:pt x="319268" y="11297"/>
                    </a:lnTo>
                    <a:lnTo>
                      <a:pt x="459963" y="14178"/>
                    </a:lnTo>
                    <a:lnTo>
                      <a:pt x="530311" y="14985"/>
                    </a:lnTo>
                    <a:lnTo>
                      <a:pt x="600659" y="16164"/>
                    </a:lnTo>
                    <a:lnTo>
                      <a:pt x="671007" y="17604"/>
                    </a:lnTo>
                    <a:lnTo>
                      <a:pt x="741436" y="19460"/>
                    </a:lnTo>
                    <a:lnTo>
                      <a:pt x="786303" y="20376"/>
                    </a:lnTo>
                    <a:lnTo>
                      <a:pt x="786303" y="176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3" name="Freeform: Shape 392">
                <a:extLst>
                  <a:ext uri="{FF2B5EF4-FFF2-40B4-BE49-F238E27FC236}">
                    <a16:creationId xmlns:a16="http://schemas.microsoft.com/office/drawing/2014/main" id="{913DA8CD-0BDB-4B27-A05A-D9598B9D9BC9}"/>
                  </a:ext>
                </a:extLst>
              </p:cNvPr>
              <p:cNvSpPr/>
              <p:nvPr/>
            </p:nvSpPr>
            <p:spPr>
              <a:xfrm>
                <a:off x="162" y="5686652"/>
                <a:ext cx="2119833" cy="210342"/>
              </a:xfrm>
              <a:custGeom>
                <a:avLst/>
                <a:gdLst>
                  <a:gd name="connsiteX0" fmla="*/ 2116531 w 2119833"/>
                  <a:gd name="connsiteY0" fmla="*/ 0 h 210342"/>
                  <a:gd name="connsiteX1" fmla="*/ 2106818 w 2119833"/>
                  <a:gd name="connsiteY1" fmla="*/ 1026 h 210342"/>
                  <a:gd name="connsiteX2" fmla="*/ 2102470 w 2119833"/>
                  <a:gd name="connsiteY2" fmla="*/ 1353 h 210342"/>
                  <a:gd name="connsiteX3" fmla="*/ 2091131 w 2119833"/>
                  <a:gd name="connsiteY3" fmla="*/ 2728 h 210342"/>
                  <a:gd name="connsiteX4" fmla="*/ 2080565 w 2119833"/>
                  <a:gd name="connsiteY4" fmla="*/ 4387 h 210342"/>
                  <a:gd name="connsiteX5" fmla="*/ 2056668 w 2119833"/>
                  <a:gd name="connsiteY5" fmla="*/ 6526 h 210342"/>
                  <a:gd name="connsiteX6" fmla="*/ 2036267 w 2119833"/>
                  <a:gd name="connsiteY6" fmla="*/ 7792 h 210342"/>
                  <a:gd name="connsiteX7" fmla="*/ 2018833 w 2119833"/>
                  <a:gd name="connsiteY7" fmla="*/ 9822 h 210342"/>
                  <a:gd name="connsiteX8" fmla="*/ 1982460 w 2119833"/>
                  <a:gd name="connsiteY8" fmla="*/ 13030 h 210342"/>
                  <a:gd name="connsiteX9" fmla="*/ 1972747 w 2119833"/>
                  <a:gd name="connsiteY9" fmla="*/ 13663 h 210342"/>
                  <a:gd name="connsiteX10" fmla="*/ 1965147 w 2119833"/>
                  <a:gd name="connsiteY10" fmla="*/ 13620 h 210342"/>
                  <a:gd name="connsiteX11" fmla="*/ 1929181 w 2119833"/>
                  <a:gd name="connsiteY11" fmla="*/ 14886 h 210342"/>
                  <a:gd name="connsiteX12" fmla="*/ 1904350 w 2119833"/>
                  <a:gd name="connsiteY12" fmla="*/ 16654 h 210342"/>
                  <a:gd name="connsiteX13" fmla="*/ 1847982 w 2119833"/>
                  <a:gd name="connsiteY13" fmla="*/ 19316 h 210342"/>
                  <a:gd name="connsiteX14" fmla="*/ 1817665 w 2119833"/>
                  <a:gd name="connsiteY14" fmla="*/ 23682 h 210342"/>
                  <a:gd name="connsiteX15" fmla="*/ 1787916 w 2119833"/>
                  <a:gd name="connsiteY15" fmla="*/ 29160 h 210342"/>
                  <a:gd name="connsiteX16" fmla="*/ 1684284 w 2119833"/>
                  <a:gd name="connsiteY16" fmla="*/ 29269 h 210342"/>
                  <a:gd name="connsiteX17" fmla="*/ 1580205 w 2119833"/>
                  <a:gd name="connsiteY17" fmla="*/ 33045 h 210342"/>
                  <a:gd name="connsiteX18" fmla="*/ 1529608 w 2119833"/>
                  <a:gd name="connsiteY18" fmla="*/ 35970 h 210342"/>
                  <a:gd name="connsiteX19" fmla="*/ 1515710 w 2119833"/>
                  <a:gd name="connsiteY19" fmla="*/ 36079 h 210342"/>
                  <a:gd name="connsiteX20" fmla="*/ 1421262 w 2119833"/>
                  <a:gd name="connsiteY20" fmla="*/ 28986 h 210342"/>
                  <a:gd name="connsiteX21" fmla="*/ 1382776 w 2119833"/>
                  <a:gd name="connsiteY21" fmla="*/ 26803 h 210342"/>
                  <a:gd name="connsiteX22" fmla="*/ 1373713 w 2119833"/>
                  <a:gd name="connsiteY22" fmla="*/ 25581 h 210342"/>
                  <a:gd name="connsiteX23" fmla="*/ 1351280 w 2119833"/>
                  <a:gd name="connsiteY23" fmla="*/ 23136 h 210342"/>
                  <a:gd name="connsiteX24" fmla="*/ 1332220 w 2119833"/>
                  <a:gd name="connsiteY24" fmla="*/ 23660 h 210342"/>
                  <a:gd name="connsiteX25" fmla="*/ 1324702 w 2119833"/>
                  <a:gd name="connsiteY25" fmla="*/ 23398 h 210342"/>
                  <a:gd name="connsiteX26" fmla="*/ 1323360 w 2119833"/>
                  <a:gd name="connsiteY26" fmla="*/ 23573 h 210342"/>
                  <a:gd name="connsiteX27" fmla="*/ 1292759 w 2119833"/>
                  <a:gd name="connsiteY27" fmla="*/ 32631 h 210342"/>
                  <a:gd name="connsiteX28" fmla="*/ 1196726 w 2119833"/>
                  <a:gd name="connsiteY28" fmla="*/ 21979 h 210342"/>
                  <a:gd name="connsiteX29" fmla="*/ 1195954 w 2119833"/>
                  <a:gd name="connsiteY29" fmla="*/ 21979 h 210342"/>
                  <a:gd name="connsiteX30" fmla="*/ 1163767 w 2119833"/>
                  <a:gd name="connsiteY30" fmla="*/ 24271 h 210342"/>
                  <a:gd name="connsiteX31" fmla="*/ 1131296 w 2119833"/>
                  <a:gd name="connsiteY31" fmla="*/ 26083 h 210342"/>
                  <a:gd name="connsiteX32" fmla="*/ 1095370 w 2119833"/>
                  <a:gd name="connsiteY32" fmla="*/ 26563 h 210342"/>
                  <a:gd name="connsiteX33" fmla="*/ 1094598 w 2119833"/>
                  <a:gd name="connsiteY33" fmla="*/ 26672 h 210342"/>
                  <a:gd name="connsiteX34" fmla="*/ 1063996 w 2119833"/>
                  <a:gd name="connsiteY34" fmla="*/ 32740 h 210342"/>
                  <a:gd name="connsiteX35" fmla="*/ 1030346 w 2119833"/>
                  <a:gd name="connsiteY35" fmla="*/ 38022 h 210342"/>
                  <a:gd name="connsiteX36" fmla="*/ 996533 w 2119833"/>
                  <a:gd name="connsiteY36" fmla="*/ 37433 h 210342"/>
                  <a:gd name="connsiteX37" fmla="*/ 950082 w 2119833"/>
                  <a:gd name="connsiteY37" fmla="*/ 35250 h 210342"/>
                  <a:gd name="connsiteX38" fmla="*/ 928177 w 2119833"/>
                  <a:gd name="connsiteY38" fmla="*/ 33766 h 210342"/>
                  <a:gd name="connsiteX39" fmla="*/ 898754 w 2119833"/>
                  <a:gd name="connsiteY39" fmla="*/ 33809 h 210342"/>
                  <a:gd name="connsiteX40" fmla="*/ 857382 w 2119833"/>
                  <a:gd name="connsiteY40" fmla="*/ 31518 h 210342"/>
                  <a:gd name="connsiteX41" fmla="*/ 856325 w 2119833"/>
                  <a:gd name="connsiteY41" fmla="*/ 31583 h 210342"/>
                  <a:gd name="connsiteX42" fmla="*/ 853440 w 2119833"/>
                  <a:gd name="connsiteY42" fmla="*/ 32107 h 210342"/>
                  <a:gd name="connsiteX43" fmla="*/ 816295 w 2119833"/>
                  <a:gd name="connsiteY43" fmla="*/ 42976 h 210342"/>
                  <a:gd name="connsiteX44" fmla="*/ 815604 w 2119833"/>
                  <a:gd name="connsiteY44" fmla="*/ 43304 h 210342"/>
                  <a:gd name="connsiteX45" fmla="*/ 778053 w 2119833"/>
                  <a:gd name="connsiteY45" fmla="*/ 65261 h 210342"/>
                  <a:gd name="connsiteX46" fmla="*/ 740014 w 2119833"/>
                  <a:gd name="connsiteY46" fmla="*/ 83377 h 210342"/>
                  <a:gd name="connsiteX47" fmla="*/ 701406 w 2119833"/>
                  <a:gd name="connsiteY47" fmla="*/ 99245 h 210342"/>
                  <a:gd name="connsiteX48" fmla="*/ 662269 w 2119833"/>
                  <a:gd name="connsiteY48" fmla="*/ 114218 h 210342"/>
                  <a:gd name="connsiteX49" fmla="*/ 622442 w 2119833"/>
                  <a:gd name="connsiteY49" fmla="*/ 128929 h 210342"/>
                  <a:gd name="connsiteX50" fmla="*/ 582209 w 2119833"/>
                  <a:gd name="connsiteY50" fmla="*/ 145932 h 210342"/>
                  <a:gd name="connsiteX51" fmla="*/ 542016 w 2119833"/>
                  <a:gd name="connsiteY51" fmla="*/ 161233 h 210342"/>
                  <a:gd name="connsiteX52" fmla="*/ 433466 w 2119833"/>
                  <a:gd name="connsiteY52" fmla="*/ 159377 h 210342"/>
                  <a:gd name="connsiteX53" fmla="*/ 431841 w 2119833"/>
                  <a:gd name="connsiteY53" fmla="*/ 159639 h 210342"/>
                  <a:gd name="connsiteX54" fmla="*/ 390266 w 2119833"/>
                  <a:gd name="connsiteY54" fmla="*/ 177231 h 210342"/>
                  <a:gd name="connsiteX55" fmla="*/ 281391 w 2119833"/>
                  <a:gd name="connsiteY55" fmla="*/ 175354 h 210342"/>
                  <a:gd name="connsiteX56" fmla="*/ 171501 w 2119833"/>
                  <a:gd name="connsiteY56" fmla="*/ 166187 h 210342"/>
                  <a:gd name="connsiteX57" fmla="*/ 169835 w 2119833"/>
                  <a:gd name="connsiteY57" fmla="*/ 166406 h 210342"/>
                  <a:gd name="connsiteX58" fmla="*/ 125781 w 2119833"/>
                  <a:gd name="connsiteY58" fmla="*/ 181117 h 210342"/>
                  <a:gd name="connsiteX59" fmla="*/ 80955 w 2119833"/>
                  <a:gd name="connsiteY59" fmla="*/ 191943 h 210342"/>
                  <a:gd name="connsiteX60" fmla="*/ 35682 w 2119833"/>
                  <a:gd name="connsiteY60" fmla="*/ 201743 h 210342"/>
                  <a:gd name="connsiteX61" fmla="*/ 0 w 2119833"/>
                  <a:gd name="connsiteY61" fmla="*/ 207505 h 210342"/>
                  <a:gd name="connsiteX62" fmla="*/ 0 w 2119833"/>
                  <a:gd name="connsiteY62" fmla="*/ 210342 h 210342"/>
                  <a:gd name="connsiteX63" fmla="*/ 37308 w 2119833"/>
                  <a:gd name="connsiteY63" fmla="*/ 204427 h 210342"/>
                  <a:gd name="connsiteX64" fmla="*/ 82946 w 2119833"/>
                  <a:gd name="connsiteY64" fmla="*/ 194562 h 210342"/>
                  <a:gd name="connsiteX65" fmla="*/ 128138 w 2119833"/>
                  <a:gd name="connsiteY65" fmla="*/ 183627 h 210342"/>
                  <a:gd name="connsiteX66" fmla="*/ 171704 w 2119833"/>
                  <a:gd name="connsiteY66" fmla="*/ 169090 h 210342"/>
                  <a:gd name="connsiteX67" fmla="*/ 280985 w 2119833"/>
                  <a:gd name="connsiteY67" fmla="*/ 178148 h 210342"/>
                  <a:gd name="connsiteX68" fmla="*/ 391079 w 2119833"/>
                  <a:gd name="connsiteY68" fmla="*/ 180069 h 210342"/>
                  <a:gd name="connsiteX69" fmla="*/ 392704 w 2119833"/>
                  <a:gd name="connsiteY69" fmla="*/ 179807 h 210342"/>
                  <a:gd name="connsiteX70" fmla="*/ 434279 w 2119833"/>
                  <a:gd name="connsiteY70" fmla="*/ 162215 h 210342"/>
                  <a:gd name="connsiteX71" fmla="*/ 542788 w 2119833"/>
                  <a:gd name="connsiteY71" fmla="*/ 164070 h 210342"/>
                  <a:gd name="connsiteX72" fmla="*/ 544251 w 2119833"/>
                  <a:gd name="connsiteY72" fmla="*/ 163852 h 210342"/>
                  <a:gd name="connsiteX73" fmla="*/ 585257 w 2119833"/>
                  <a:gd name="connsiteY73" fmla="*/ 148246 h 210342"/>
                  <a:gd name="connsiteX74" fmla="*/ 625450 w 2119833"/>
                  <a:gd name="connsiteY74" fmla="*/ 131243 h 210342"/>
                  <a:gd name="connsiteX75" fmla="*/ 665196 w 2119833"/>
                  <a:gd name="connsiteY75" fmla="*/ 116597 h 210342"/>
                  <a:gd name="connsiteX76" fmla="*/ 704413 w 2119833"/>
                  <a:gd name="connsiteY76" fmla="*/ 101559 h 210342"/>
                  <a:gd name="connsiteX77" fmla="*/ 743265 w 2119833"/>
                  <a:gd name="connsiteY77" fmla="*/ 85582 h 210342"/>
                  <a:gd name="connsiteX78" fmla="*/ 781629 w 2119833"/>
                  <a:gd name="connsiteY78" fmla="*/ 67313 h 210342"/>
                  <a:gd name="connsiteX79" fmla="*/ 819140 w 2119833"/>
                  <a:gd name="connsiteY79" fmla="*/ 45421 h 210342"/>
                  <a:gd name="connsiteX80" fmla="*/ 855513 w 2119833"/>
                  <a:gd name="connsiteY80" fmla="*/ 34770 h 210342"/>
                  <a:gd name="connsiteX81" fmla="*/ 857504 w 2119833"/>
                  <a:gd name="connsiteY81" fmla="*/ 34399 h 210342"/>
                  <a:gd name="connsiteX82" fmla="*/ 898632 w 2119833"/>
                  <a:gd name="connsiteY82" fmla="*/ 36690 h 210342"/>
                  <a:gd name="connsiteX83" fmla="*/ 928014 w 2119833"/>
                  <a:gd name="connsiteY83" fmla="*/ 36581 h 210342"/>
                  <a:gd name="connsiteX84" fmla="*/ 949716 w 2119833"/>
                  <a:gd name="connsiteY84" fmla="*/ 38065 h 210342"/>
                  <a:gd name="connsiteX85" fmla="*/ 996371 w 2119833"/>
                  <a:gd name="connsiteY85" fmla="*/ 40248 h 210342"/>
                  <a:gd name="connsiteX86" fmla="*/ 1030712 w 2119833"/>
                  <a:gd name="connsiteY86" fmla="*/ 40881 h 210342"/>
                  <a:gd name="connsiteX87" fmla="*/ 1031484 w 2119833"/>
                  <a:gd name="connsiteY87" fmla="*/ 40837 h 210342"/>
                  <a:gd name="connsiteX88" fmla="*/ 1065662 w 2119833"/>
                  <a:gd name="connsiteY88" fmla="*/ 35446 h 210342"/>
                  <a:gd name="connsiteX89" fmla="*/ 1096061 w 2119833"/>
                  <a:gd name="connsiteY89" fmla="*/ 29422 h 210342"/>
                  <a:gd name="connsiteX90" fmla="*/ 1131743 w 2119833"/>
                  <a:gd name="connsiteY90" fmla="*/ 28898 h 210342"/>
                  <a:gd name="connsiteX91" fmla="*/ 1164458 w 2119833"/>
                  <a:gd name="connsiteY91" fmla="*/ 27087 h 210342"/>
                  <a:gd name="connsiteX92" fmla="*/ 1196360 w 2119833"/>
                  <a:gd name="connsiteY92" fmla="*/ 24839 h 210342"/>
                  <a:gd name="connsiteX93" fmla="*/ 1292840 w 2119833"/>
                  <a:gd name="connsiteY93" fmla="*/ 35490 h 210342"/>
                  <a:gd name="connsiteX94" fmla="*/ 1294506 w 2119833"/>
                  <a:gd name="connsiteY94" fmla="*/ 35381 h 210342"/>
                  <a:gd name="connsiteX95" fmla="*/ 1325311 w 2119833"/>
                  <a:gd name="connsiteY95" fmla="*/ 26279 h 210342"/>
                  <a:gd name="connsiteX96" fmla="*/ 1332423 w 2119833"/>
                  <a:gd name="connsiteY96" fmla="*/ 26541 h 210342"/>
                  <a:gd name="connsiteX97" fmla="*/ 1351077 w 2119833"/>
                  <a:gd name="connsiteY97" fmla="*/ 25952 h 210342"/>
                  <a:gd name="connsiteX98" fmla="*/ 1372819 w 2119833"/>
                  <a:gd name="connsiteY98" fmla="*/ 28396 h 210342"/>
                  <a:gd name="connsiteX99" fmla="*/ 1382167 w 2119833"/>
                  <a:gd name="connsiteY99" fmla="*/ 29619 h 210342"/>
                  <a:gd name="connsiteX100" fmla="*/ 1420896 w 2119833"/>
                  <a:gd name="connsiteY100" fmla="*/ 31867 h 210342"/>
                  <a:gd name="connsiteX101" fmla="*/ 1515669 w 2119833"/>
                  <a:gd name="connsiteY101" fmla="*/ 38895 h 210342"/>
                  <a:gd name="connsiteX102" fmla="*/ 1530137 w 2119833"/>
                  <a:gd name="connsiteY102" fmla="*/ 38851 h 210342"/>
                  <a:gd name="connsiteX103" fmla="*/ 1580855 w 2119833"/>
                  <a:gd name="connsiteY103" fmla="*/ 35926 h 210342"/>
                  <a:gd name="connsiteX104" fmla="*/ 1684691 w 2119833"/>
                  <a:gd name="connsiteY104" fmla="*/ 32129 h 210342"/>
                  <a:gd name="connsiteX105" fmla="*/ 1788607 w 2119833"/>
                  <a:gd name="connsiteY105" fmla="*/ 32020 h 210342"/>
                  <a:gd name="connsiteX106" fmla="*/ 1789420 w 2119833"/>
                  <a:gd name="connsiteY106" fmla="*/ 31954 h 210342"/>
                  <a:gd name="connsiteX107" fmla="*/ 1819412 w 2119833"/>
                  <a:gd name="connsiteY107" fmla="*/ 26366 h 210342"/>
                  <a:gd name="connsiteX108" fmla="*/ 1849079 w 2119833"/>
                  <a:gd name="connsiteY108" fmla="*/ 22088 h 210342"/>
                  <a:gd name="connsiteX109" fmla="*/ 1905163 w 2119833"/>
                  <a:gd name="connsiteY109" fmla="*/ 19491 h 210342"/>
                  <a:gd name="connsiteX110" fmla="*/ 1928084 w 2119833"/>
                  <a:gd name="connsiteY110" fmla="*/ 17789 h 210342"/>
                  <a:gd name="connsiteX111" fmla="*/ 1965554 w 2119833"/>
                  <a:gd name="connsiteY111" fmla="*/ 16457 h 210342"/>
                  <a:gd name="connsiteX112" fmla="*/ 1973235 w 2119833"/>
                  <a:gd name="connsiteY112" fmla="*/ 16457 h 210342"/>
                  <a:gd name="connsiteX113" fmla="*/ 1983395 w 2119833"/>
                  <a:gd name="connsiteY113" fmla="*/ 15824 h 210342"/>
                  <a:gd name="connsiteX114" fmla="*/ 2019971 w 2119833"/>
                  <a:gd name="connsiteY114" fmla="*/ 12616 h 210342"/>
                  <a:gd name="connsiteX115" fmla="*/ 2037283 w 2119833"/>
                  <a:gd name="connsiteY115" fmla="*/ 10586 h 210342"/>
                  <a:gd name="connsiteX116" fmla="*/ 2057563 w 2119833"/>
                  <a:gd name="connsiteY116" fmla="*/ 9364 h 210342"/>
                  <a:gd name="connsiteX117" fmla="*/ 2081865 w 2119833"/>
                  <a:gd name="connsiteY117" fmla="*/ 7181 h 210342"/>
                  <a:gd name="connsiteX118" fmla="*/ 2092594 w 2119833"/>
                  <a:gd name="connsiteY118" fmla="*/ 5522 h 210342"/>
                  <a:gd name="connsiteX119" fmla="*/ 2117791 w 2119833"/>
                  <a:gd name="connsiteY119" fmla="*/ 2750 h 210342"/>
                  <a:gd name="connsiteX120" fmla="*/ 2119783 w 2119833"/>
                  <a:gd name="connsiteY120" fmla="*/ 1113 h 210342"/>
                  <a:gd name="connsiteX121" fmla="*/ 2116816 w 2119833"/>
                  <a:gd name="connsiteY121" fmla="*/ 44 h 21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119833" h="210342">
                    <a:moveTo>
                      <a:pt x="2116531" y="0"/>
                    </a:moveTo>
                    <a:lnTo>
                      <a:pt x="2106818" y="1026"/>
                    </a:lnTo>
                    <a:lnTo>
                      <a:pt x="2102470" y="1353"/>
                    </a:lnTo>
                    <a:lnTo>
                      <a:pt x="2091131" y="2728"/>
                    </a:lnTo>
                    <a:lnTo>
                      <a:pt x="2080565" y="4387"/>
                    </a:lnTo>
                    <a:lnTo>
                      <a:pt x="2056668" y="6526"/>
                    </a:lnTo>
                    <a:lnTo>
                      <a:pt x="2036267" y="7792"/>
                    </a:lnTo>
                    <a:lnTo>
                      <a:pt x="2018833" y="9822"/>
                    </a:lnTo>
                    <a:lnTo>
                      <a:pt x="1982460" y="13030"/>
                    </a:lnTo>
                    <a:lnTo>
                      <a:pt x="1972747" y="13663"/>
                    </a:lnTo>
                    <a:lnTo>
                      <a:pt x="1965147" y="13620"/>
                    </a:lnTo>
                    <a:lnTo>
                      <a:pt x="1929181" y="14886"/>
                    </a:lnTo>
                    <a:lnTo>
                      <a:pt x="1904350" y="16654"/>
                    </a:lnTo>
                    <a:lnTo>
                      <a:pt x="1847982" y="19316"/>
                    </a:lnTo>
                    <a:lnTo>
                      <a:pt x="1817665" y="23682"/>
                    </a:lnTo>
                    <a:lnTo>
                      <a:pt x="1787916" y="29160"/>
                    </a:lnTo>
                    <a:lnTo>
                      <a:pt x="1684284" y="29269"/>
                    </a:lnTo>
                    <a:lnTo>
                      <a:pt x="1580205" y="33045"/>
                    </a:lnTo>
                    <a:lnTo>
                      <a:pt x="1529608" y="35970"/>
                    </a:lnTo>
                    <a:lnTo>
                      <a:pt x="1515710" y="36079"/>
                    </a:lnTo>
                    <a:lnTo>
                      <a:pt x="1421262" y="28986"/>
                    </a:lnTo>
                    <a:lnTo>
                      <a:pt x="1382776" y="26803"/>
                    </a:lnTo>
                    <a:lnTo>
                      <a:pt x="1373713" y="25581"/>
                    </a:lnTo>
                    <a:lnTo>
                      <a:pt x="1351280" y="23136"/>
                    </a:lnTo>
                    <a:lnTo>
                      <a:pt x="1332220" y="23660"/>
                    </a:lnTo>
                    <a:lnTo>
                      <a:pt x="1324702" y="23398"/>
                    </a:lnTo>
                    <a:cubicBezTo>
                      <a:pt x="1324255" y="23398"/>
                      <a:pt x="1323807" y="23464"/>
                      <a:pt x="1323360" y="23573"/>
                    </a:cubicBezTo>
                    <a:lnTo>
                      <a:pt x="1292759" y="32631"/>
                    </a:lnTo>
                    <a:lnTo>
                      <a:pt x="1196726" y="21979"/>
                    </a:lnTo>
                    <a:lnTo>
                      <a:pt x="1195954" y="21979"/>
                    </a:lnTo>
                    <a:lnTo>
                      <a:pt x="1163767" y="24271"/>
                    </a:lnTo>
                    <a:lnTo>
                      <a:pt x="1131296" y="26083"/>
                    </a:lnTo>
                    <a:lnTo>
                      <a:pt x="1095370" y="26563"/>
                    </a:lnTo>
                    <a:cubicBezTo>
                      <a:pt x="1095126" y="26563"/>
                      <a:pt x="1094842" y="26607"/>
                      <a:pt x="1094598" y="26672"/>
                    </a:cubicBezTo>
                    <a:lnTo>
                      <a:pt x="1063996" y="32740"/>
                    </a:lnTo>
                    <a:lnTo>
                      <a:pt x="1030346" y="38022"/>
                    </a:lnTo>
                    <a:lnTo>
                      <a:pt x="996533" y="37433"/>
                    </a:lnTo>
                    <a:lnTo>
                      <a:pt x="950082" y="35250"/>
                    </a:lnTo>
                    <a:lnTo>
                      <a:pt x="928177" y="33766"/>
                    </a:lnTo>
                    <a:lnTo>
                      <a:pt x="898754" y="33809"/>
                    </a:lnTo>
                    <a:lnTo>
                      <a:pt x="857382" y="31518"/>
                    </a:lnTo>
                    <a:cubicBezTo>
                      <a:pt x="857016" y="31518"/>
                      <a:pt x="856691" y="31518"/>
                      <a:pt x="856325" y="31583"/>
                    </a:cubicBezTo>
                    <a:lnTo>
                      <a:pt x="853440" y="32107"/>
                    </a:lnTo>
                    <a:lnTo>
                      <a:pt x="816295" y="42976"/>
                    </a:lnTo>
                    <a:cubicBezTo>
                      <a:pt x="816051" y="43086"/>
                      <a:pt x="815807" y="43195"/>
                      <a:pt x="815604" y="43304"/>
                    </a:cubicBezTo>
                    <a:lnTo>
                      <a:pt x="778053" y="65261"/>
                    </a:lnTo>
                    <a:lnTo>
                      <a:pt x="740014" y="83377"/>
                    </a:lnTo>
                    <a:lnTo>
                      <a:pt x="701406" y="99245"/>
                    </a:lnTo>
                    <a:lnTo>
                      <a:pt x="662269" y="114218"/>
                    </a:lnTo>
                    <a:lnTo>
                      <a:pt x="622442" y="128929"/>
                    </a:lnTo>
                    <a:lnTo>
                      <a:pt x="582209" y="145932"/>
                    </a:lnTo>
                    <a:lnTo>
                      <a:pt x="542016" y="161233"/>
                    </a:lnTo>
                    <a:lnTo>
                      <a:pt x="433466" y="159377"/>
                    </a:lnTo>
                    <a:cubicBezTo>
                      <a:pt x="432857" y="159377"/>
                      <a:pt x="432328" y="159487"/>
                      <a:pt x="431841" y="159639"/>
                    </a:cubicBezTo>
                    <a:lnTo>
                      <a:pt x="390266" y="177231"/>
                    </a:lnTo>
                    <a:lnTo>
                      <a:pt x="281391" y="175354"/>
                    </a:lnTo>
                    <a:lnTo>
                      <a:pt x="171501" y="166187"/>
                    </a:lnTo>
                    <a:cubicBezTo>
                      <a:pt x="170891" y="166122"/>
                      <a:pt x="170363" y="166231"/>
                      <a:pt x="169835" y="166406"/>
                    </a:cubicBezTo>
                    <a:lnTo>
                      <a:pt x="125781" y="181117"/>
                    </a:lnTo>
                    <a:lnTo>
                      <a:pt x="80955" y="191943"/>
                    </a:lnTo>
                    <a:lnTo>
                      <a:pt x="35682" y="201743"/>
                    </a:lnTo>
                    <a:lnTo>
                      <a:pt x="0" y="207505"/>
                    </a:lnTo>
                    <a:lnTo>
                      <a:pt x="0" y="210342"/>
                    </a:lnTo>
                    <a:lnTo>
                      <a:pt x="37308" y="204427"/>
                    </a:lnTo>
                    <a:lnTo>
                      <a:pt x="82946" y="194562"/>
                    </a:lnTo>
                    <a:lnTo>
                      <a:pt x="128138" y="183627"/>
                    </a:lnTo>
                    <a:lnTo>
                      <a:pt x="171704" y="169090"/>
                    </a:lnTo>
                    <a:lnTo>
                      <a:pt x="280985" y="178148"/>
                    </a:lnTo>
                    <a:lnTo>
                      <a:pt x="391079" y="180069"/>
                    </a:lnTo>
                    <a:cubicBezTo>
                      <a:pt x="391729" y="180003"/>
                      <a:pt x="392257" y="179960"/>
                      <a:pt x="392704" y="179807"/>
                    </a:cubicBezTo>
                    <a:lnTo>
                      <a:pt x="434279" y="162215"/>
                    </a:lnTo>
                    <a:lnTo>
                      <a:pt x="542788" y="164070"/>
                    </a:lnTo>
                    <a:cubicBezTo>
                      <a:pt x="543316" y="164136"/>
                      <a:pt x="543885" y="164026"/>
                      <a:pt x="544251" y="163852"/>
                    </a:cubicBezTo>
                    <a:lnTo>
                      <a:pt x="585257" y="148246"/>
                    </a:lnTo>
                    <a:lnTo>
                      <a:pt x="625450" y="131243"/>
                    </a:lnTo>
                    <a:lnTo>
                      <a:pt x="665196" y="116597"/>
                    </a:lnTo>
                    <a:lnTo>
                      <a:pt x="704413" y="101559"/>
                    </a:lnTo>
                    <a:lnTo>
                      <a:pt x="743265" y="85582"/>
                    </a:lnTo>
                    <a:lnTo>
                      <a:pt x="781629" y="67313"/>
                    </a:lnTo>
                    <a:lnTo>
                      <a:pt x="819140" y="45421"/>
                    </a:lnTo>
                    <a:lnTo>
                      <a:pt x="855513" y="34770"/>
                    </a:lnTo>
                    <a:lnTo>
                      <a:pt x="857504" y="34399"/>
                    </a:lnTo>
                    <a:lnTo>
                      <a:pt x="898632" y="36690"/>
                    </a:lnTo>
                    <a:lnTo>
                      <a:pt x="928014" y="36581"/>
                    </a:lnTo>
                    <a:lnTo>
                      <a:pt x="949716" y="38065"/>
                    </a:lnTo>
                    <a:lnTo>
                      <a:pt x="996371" y="40248"/>
                    </a:lnTo>
                    <a:lnTo>
                      <a:pt x="1030712" y="40881"/>
                    </a:lnTo>
                    <a:cubicBezTo>
                      <a:pt x="1031077" y="40881"/>
                      <a:pt x="1031240" y="40881"/>
                      <a:pt x="1031484" y="40837"/>
                    </a:cubicBezTo>
                    <a:lnTo>
                      <a:pt x="1065662" y="35446"/>
                    </a:lnTo>
                    <a:lnTo>
                      <a:pt x="1096061" y="29422"/>
                    </a:lnTo>
                    <a:lnTo>
                      <a:pt x="1131743" y="28898"/>
                    </a:lnTo>
                    <a:lnTo>
                      <a:pt x="1164458" y="27087"/>
                    </a:lnTo>
                    <a:lnTo>
                      <a:pt x="1196360" y="24839"/>
                    </a:lnTo>
                    <a:lnTo>
                      <a:pt x="1292840" y="35490"/>
                    </a:lnTo>
                    <a:cubicBezTo>
                      <a:pt x="1293368" y="35599"/>
                      <a:pt x="1293978" y="35534"/>
                      <a:pt x="1294506" y="35381"/>
                    </a:cubicBezTo>
                    <a:lnTo>
                      <a:pt x="1325311" y="26279"/>
                    </a:lnTo>
                    <a:lnTo>
                      <a:pt x="1332423" y="26541"/>
                    </a:lnTo>
                    <a:lnTo>
                      <a:pt x="1351077" y="25952"/>
                    </a:lnTo>
                    <a:lnTo>
                      <a:pt x="1372819" y="28396"/>
                    </a:lnTo>
                    <a:lnTo>
                      <a:pt x="1382167" y="29619"/>
                    </a:lnTo>
                    <a:lnTo>
                      <a:pt x="1420896" y="31867"/>
                    </a:lnTo>
                    <a:lnTo>
                      <a:pt x="1515669" y="38895"/>
                    </a:lnTo>
                    <a:lnTo>
                      <a:pt x="1530137" y="38851"/>
                    </a:lnTo>
                    <a:lnTo>
                      <a:pt x="1580855" y="35926"/>
                    </a:lnTo>
                    <a:lnTo>
                      <a:pt x="1684691" y="32129"/>
                    </a:lnTo>
                    <a:lnTo>
                      <a:pt x="1788607" y="32020"/>
                    </a:lnTo>
                    <a:cubicBezTo>
                      <a:pt x="1788851" y="32020"/>
                      <a:pt x="1789176" y="32020"/>
                      <a:pt x="1789420" y="31954"/>
                    </a:cubicBezTo>
                    <a:lnTo>
                      <a:pt x="1819412" y="26366"/>
                    </a:lnTo>
                    <a:lnTo>
                      <a:pt x="1849079" y="22088"/>
                    </a:lnTo>
                    <a:lnTo>
                      <a:pt x="1905163" y="19491"/>
                    </a:lnTo>
                    <a:lnTo>
                      <a:pt x="1928084" y="17789"/>
                    </a:lnTo>
                    <a:lnTo>
                      <a:pt x="1965554" y="16457"/>
                    </a:lnTo>
                    <a:lnTo>
                      <a:pt x="1973235" y="16457"/>
                    </a:lnTo>
                    <a:lnTo>
                      <a:pt x="1983395" y="15824"/>
                    </a:lnTo>
                    <a:lnTo>
                      <a:pt x="2019971" y="12616"/>
                    </a:lnTo>
                    <a:lnTo>
                      <a:pt x="2037283" y="10586"/>
                    </a:lnTo>
                    <a:lnTo>
                      <a:pt x="2057563" y="9364"/>
                    </a:lnTo>
                    <a:lnTo>
                      <a:pt x="2081865" y="7181"/>
                    </a:lnTo>
                    <a:lnTo>
                      <a:pt x="2092594" y="5522"/>
                    </a:lnTo>
                    <a:lnTo>
                      <a:pt x="2117791" y="2750"/>
                    </a:lnTo>
                    <a:cubicBezTo>
                      <a:pt x="2119132" y="2641"/>
                      <a:pt x="2120067" y="1899"/>
                      <a:pt x="2119783" y="1113"/>
                    </a:cubicBezTo>
                    <a:cubicBezTo>
                      <a:pt x="2119539" y="371"/>
                      <a:pt x="2118157" y="-109"/>
                      <a:pt x="2116816" y="4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4" name="Freeform: Shape 393">
                <a:extLst>
                  <a:ext uri="{FF2B5EF4-FFF2-40B4-BE49-F238E27FC236}">
                    <a16:creationId xmlns:a16="http://schemas.microsoft.com/office/drawing/2014/main" id="{3212A272-B69C-462E-9987-5990B04E9050}"/>
                  </a:ext>
                </a:extLst>
              </p:cNvPr>
              <p:cNvSpPr/>
              <p:nvPr/>
            </p:nvSpPr>
            <p:spPr>
              <a:xfrm>
                <a:off x="5078049" y="6055237"/>
                <a:ext cx="3206373" cy="75628"/>
              </a:xfrm>
              <a:custGeom>
                <a:avLst/>
                <a:gdLst>
                  <a:gd name="connsiteX0" fmla="*/ 3203935 w 3206373"/>
                  <a:gd name="connsiteY0" fmla="*/ 75629 h 75628"/>
                  <a:gd name="connsiteX1" fmla="*/ 3203813 w 3206373"/>
                  <a:gd name="connsiteY1" fmla="*/ 75629 h 75628"/>
                  <a:gd name="connsiteX2" fmla="*/ 3104204 w 3206373"/>
                  <a:gd name="connsiteY2" fmla="*/ 75454 h 75628"/>
                  <a:gd name="connsiteX3" fmla="*/ 3102498 w 3206373"/>
                  <a:gd name="connsiteY3" fmla="*/ 75083 h 75628"/>
                  <a:gd name="connsiteX4" fmla="*/ 2962778 w 3206373"/>
                  <a:gd name="connsiteY4" fmla="*/ 7094 h 75628"/>
                  <a:gd name="connsiteX5" fmla="*/ 157398 w 3206373"/>
                  <a:gd name="connsiteY5" fmla="*/ 2837 h 75628"/>
                  <a:gd name="connsiteX6" fmla="*/ 138013 w 3206373"/>
                  <a:gd name="connsiteY6" fmla="*/ 18181 h 75628"/>
                  <a:gd name="connsiteX7" fmla="*/ 135940 w 3206373"/>
                  <a:gd name="connsiteY7" fmla="*/ 18771 h 75628"/>
                  <a:gd name="connsiteX8" fmla="*/ 135940 w 3206373"/>
                  <a:gd name="connsiteY8" fmla="*/ 18771 h 75628"/>
                  <a:gd name="connsiteX9" fmla="*/ 37835 w 3206373"/>
                  <a:gd name="connsiteY9" fmla="*/ 18618 h 75628"/>
                  <a:gd name="connsiteX10" fmla="*/ 10688 w 3206373"/>
                  <a:gd name="connsiteY10" fmla="*/ 17658 h 75628"/>
                  <a:gd name="connsiteX11" fmla="*/ 2072 w 3206373"/>
                  <a:gd name="connsiteY11" fmla="*/ 16741 h 75628"/>
                  <a:gd name="connsiteX12" fmla="*/ 40 w 3206373"/>
                  <a:gd name="connsiteY12" fmla="*/ 15082 h 75628"/>
                  <a:gd name="connsiteX13" fmla="*/ 3007 w 3206373"/>
                  <a:gd name="connsiteY13" fmla="*/ 13969 h 75628"/>
                  <a:gd name="connsiteX14" fmla="*/ 11338 w 3206373"/>
                  <a:gd name="connsiteY14" fmla="*/ 14886 h 75628"/>
                  <a:gd name="connsiteX15" fmla="*/ 37998 w 3206373"/>
                  <a:gd name="connsiteY15" fmla="*/ 15781 h 75628"/>
                  <a:gd name="connsiteX16" fmla="*/ 134680 w 3206373"/>
                  <a:gd name="connsiteY16" fmla="*/ 15933 h 75628"/>
                  <a:gd name="connsiteX17" fmla="*/ 154066 w 3206373"/>
                  <a:gd name="connsiteY17" fmla="*/ 589 h 75628"/>
                  <a:gd name="connsiteX18" fmla="*/ 156138 w 3206373"/>
                  <a:gd name="connsiteY18" fmla="*/ 0 h 75628"/>
                  <a:gd name="connsiteX19" fmla="*/ 156138 w 3206373"/>
                  <a:gd name="connsiteY19" fmla="*/ 0 h 75628"/>
                  <a:gd name="connsiteX20" fmla="*/ 2963672 w 3206373"/>
                  <a:gd name="connsiteY20" fmla="*/ 4256 h 75628"/>
                  <a:gd name="connsiteX21" fmla="*/ 2965378 w 3206373"/>
                  <a:gd name="connsiteY21" fmla="*/ 4627 h 75628"/>
                  <a:gd name="connsiteX22" fmla="*/ 3105180 w 3206373"/>
                  <a:gd name="connsiteY22" fmla="*/ 72617 h 75628"/>
                  <a:gd name="connsiteX23" fmla="*/ 3203895 w 3206373"/>
                  <a:gd name="connsiteY23" fmla="*/ 72770 h 75628"/>
                  <a:gd name="connsiteX24" fmla="*/ 3206374 w 3206373"/>
                  <a:gd name="connsiteY24" fmla="*/ 74210 h 75628"/>
                  <a:gd name="connsiteX25" fmla="*/ 3203895 w 3206373"/>
                  <a:gd name="connsiteY25" fmla="*/ 75607 h 7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206373" h="75628">
                    <a:moveTo>
                      <a:pt x="3203935" y="75629"/>
                    </a:moveTo>
                    <a:lnTo>
                      <a:pt x="3203813" y="75629"/>
                    </a:lnTo>
                    <a:lnTo>
                      <a:pt x="3104204" y="75454"/>
                    </a:lnTo>
                    <a:cubicBezTo>
                      <a:pt x="3103595" y="75454"/>
                      <a:pt x="3103026" y="75345"/>
                      <a:pt x="3102498" y="75083"/>
                    </a:cubicBezTo>
                    <a:lnTo>
                      <a:pt x="2962778" y="7094"/>
                    </a:lnTo>
                    <a:lnTo>
                      <a:pt x="157398" y="2837"/>
                    </a:lnTo>
                    <a:lnTo>
                      <a:pt x="138013" y="18181"/>
                    </a:lnTo>
                    <a:cubicBezTo>
                      <a:pt x="137566" y="18553"/>
                      <a:pt x="136794" y="18771"/>
                      <a:pt x="135940" y="18771"/>
                    </a:cubicBezTo>
                    <a:lnTo>
                      <a:pt x="135940" y="18771"/>
                    </a:lnTo>
                    <a:lnTo>
                      <a:pt x="37835" y="18618"/>
                    </a:lnTo>
                    <a:lnTo>
                      <a:pt x="10688" y="17658"/>
                    </a:lnTo>
                    <a:lnTo>
                      <a:pt x="2072" y="16741"/>
                    </a:lnTo>
                    <a:cubicBezTo>
                      <a:pt x="690" y="16566"/>
                      <a:pt x="-204" y="15824"/>
                      <a:pt x="40" y="15082"/>
                    </a:cubicBezTo>
                    <a:cubicBezTo>
                      <a:pt x="284" y="14340"/>
                      <a:pt x="1666" y="13794"/>
                      <a:pt x="3007" y="13969"/>
                    </a:cubicBezTo>
                    <a:lnTo>
                      <a:pt x="11338" y="14886"/>
                    </a:lnTo>
                    <a:lnTo>
                      <a:pt x="37998" y="15781"/>
                    </a:lnTo>
                    <a:lnTo>
                      <a:pt x="134680" y="15933"/>
                    </a:lnTo>
                    <a:lnTo>
                      <a:pt x="154066" y="589"/>
                    </a:lnTo>
                    <a:cubicBezTo>
                      <a:pt x="154513" y="218"/>
                      <a:pt x="155285" y="0"/>
                      <a:pt x="156138" y="0"/>
                    </a:cubicBezTo>
                    <a:lnTo>
                      <a:pt x="156138" y="0"/>
                    </a:lnTo>
                    <a:lnTo>
                      <a:pt x="2963672" y="4256"/>
                    </a:lnTo>
                    <a:cubicBezTo>
                      <a:pt x="2964362" y="4256"/>
                      <a:pt x="2964972" y="4431"/>
                      <a:pt x="2965378" y="4627"/>
                    </a:cubicBezTo>
                    <a:lnTo>
                      <a:pt x="3105180" y="72617"/>
                    </a:lnTo>
                    <a:lnTo>
                      <a:pt x="3203895" y="72770"/>
                    </a:lnTo>
                    <a:cubicBezTo>
                      <a:pt x="3205276" y="72770"/>
                      <a:pt x="3206374" y="73403"/>
                      <a:pt x="3206374" y="74210"/>
                    </a:cubicBezTo>
                    <a:cubicBezTo>
                      <a:pt x="3206374" y="74952"/>
                      <a:pt x="3205276" y="75607"/>
                      <a:pt x="3203895" y="7560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5" name="Freeform: Shape 394">
                <a:extLst>
                  <a:ext uri="{FF2B5EF4-FFF2-40B4-BE49-F238E27FC236}">
                    <a16:creationId xmlns:a16="http://schemas.microsoft.com/office/drawing/2014/main" id="{0E983CA0-C84B-4A54-BC29-BFEDA7CD6D22}"/>
                  </a:ext>
                </a:extLst>
              </p:cNvPr>
              <p:cNvSpPr/>
              <p:nvPr/>
            </p:nvSpPr>
            <p:spPr>
              <a:xfrm>
                <a:off x="1182217" y="5477826"/>
                <a:ext cx="11009619" cy="1425109"/>
              </a:xfrm>
              <a:custGeom>
                <a:avLst/>
                <a:gdLst>
                  <a:gd name="connsiteX0" fmla="*/ 8494 w 11009619"/>
                  <a:gd name="connsiteY0" fmla="*/ 1425066 h 1425109"/>
                  <a:gd name="connsiteX1" fmla="*/ 43078 w 11009619"/>
                  <a:gd name="connsiteY1" fmla="*/ 1410399 h 1425109"/>
                  <a:gd name="connsiteX2" fmla="*/ 235306 w 11009619"/>
                  <a:gd name="connsiteY2" fmla="*/ 1411992 h 1425109"/>
                  <a:gd name="connsiteX3" fmla="*/ 428549 w 11009619"/>
                  <a:gd name="connsiteY3" fmla="*/ 1414240 h 1425109"/>
                  <a:gd name="connsiteX4" fmla="*/ 815401 w 11009619"/>
                  <a:gd name="connsiteY4" fmla="*/ 1422229 h 1425109"/>
                  <a:gd name="connsiteX5" fmla="*/ 1009091 w 11009619"/>
                  <a:gd name="connsiteY5" fmla="*/ 1424848 h 1425109"/>
                  <a:gd name="connsiteX6" fmla="*/ 1010839 w 11009619"/>
                  <a:gd name="connsiteY6" fmla="*/ 1424477 h 1425109"/>
                  <a:gd name="connsiteX7" fmla="*/ 1061720 w 11009619"/>
                  <a:gd name="connsiteY7" fmla="*/ 1400075 h 1425109"/>
                  <a:gd name="connsiteX8" fmla="*/ 1111341 w 11009619"/>
                  <a:gd name="connsiteY8" fmla="*/ 1375346 h 1425109"/>
                  <a:gd name="connsiteX9" fmla="*/ 1159825 w 11009619"/>
                  <a:gd name="connsiteY9" fmla="*/ 1351795 h 1425109"/>
                  <a:gd name="connsiteX10" fmla="*/ 1207211 w 11009619"/>
                  <a:gd name="connsiteY10" fmla="*/ 1327916 h 1425109"/>
                  <a:gd name="connsiteX11" fmla="*/ 1253460 w 11009619"/>
                  <a:gd name="connsiteY11" fmla="*/ 1302707 h 1425109"/>
                  <a:gd name="connsiteX12" fmla="*/ 1298611 w 11009619"/>
                  <a:gd name="connsiteY12" fmla="*/ 1277454 h 1425109"/>
                  <a:gd name="connsiteX13" fmla="*/ 1385865 w 11009619"/>
                  <a:gd name="connsiteY13" fmla="*/ 1227798 h 1425109"/>
                  <a:gd name="connsiteX14" fmla="*/ 1428090 w 11009619"/>
                  <a:gd name="connsiteY14" fmla="*/ 1202065 h 1425109"/>
                  <a:gd name="connsiteX15" fmla="*/ 1469380 w 11009619"/>
                  <a:gd name="connsiteY15" fmla="*/ 1175851 h 1425109"/>
                  <a:gd name="connsiteX16" fmla="*/ 1509532 w 11009619"/>
                  <a:gd name="connsiteY16" fmla="*/ 1148415 h 1425109"/>
                  <a:gd name="connsiteX17" fmla="*/ 1548668 w 11009619"/>
                  <a:gd name="connsiteY17" fmla="*/ 1127571 h 1425109"/>
                  <a:gd name="connsiteX18" fmla="*/ 1587276 w 11009619"/>
                  <a:gd name="connsiteY18" fmla="*/ 1111266 h 1425109"/>
                  <a:gd name="connsiteX19" fmla="*/ 1624787 w 11009619"/>
                  <a:gd name="connsiteY19" fmla="*/ 1093150 h 1425109"/>
                  <a:gd name="connsiteX20" fmla="*/ 1661526 w 11009619"/>
                  <a:gd name="connsiteY20" fmla="*/ 1078068 h 1425109"/>
                  <a:gd name="connsiteX21" fmla="*/ 1697614 w 11009619"/>
                  <a:gd name="connsiteY21" fmla="*/ 1064361 h 1425109"/>
                  <a:gd name="connsiteX22" fmla="*/ 1733052 w 11009619"/>
                  <a:gd name="connsiteY22" fmla="*/ 1050196 h 1425109"/>
                  <a:gd name="connsiteX23" fmla="*/ 1767677 w 11009619"/>
                  <a:gd name="connsiteY23" fmla="*/ 1035113 h 1425109"/>
                  <a:gd name="connsiteX24" fmla="*/ 1801490 w 11009619"/>
                  <a:gd name="connsiteY24" fmla="*/ 1019442 h 1425109"/>
                  <a:gd name="connsiteX25" fmla="*/ 1834652 w 11009619"/>
                  <a:gd name="connsiteY25" fmla="*/ 1005735 h 1425109"/>
                  <a:gd name="connsiteX26" fmla="*/ 1867530 w 11009619"/>
                  <a:gd name="connsiteY26" fmla="*/ 993425 h 1425109"/>
                  <a:gd name="connsiteX27" fmla="*/ 1899514 w 11009619"/>
                  <a:gd name="connsiteY27" fmla="*/ 975680 h 1425109"/>
                  <a:gd name="connsiteX28" fmla="*/ 1930929 w 11009619"/>
                  <a:gd name="connsiteY28" fmla="*/ 958895 h 1425109"/>
                  <a:gd name="connsiteX29" fmla="*/ 1961368 w 11009619"/>
                  <a:gd name="connsiteY29" fmla="*/ 941565 h 1425109"/>
                  <a:gd name="connsiteX30" fmla="*/ 1991279 w 11009619"/>
                  <a:gd name="connsiteY30" fmla="*/ 933576 h 1425109"/>
                  <a:gd name="connsiteX31" fmla="*/ 2021108 w 11009619"/>
                  <a:gd name="connsiteY31" fmla="*/ 922707 h 1425109"/>
                  <a:gd name="connsiteX32" fmla="*/ 2050288 w 11009619"/>
                  <a:gd name="connsiteY32" fmla="*/ 908258 h 1425109"/>
                  <a:gd name="connsiteX33" fmla="*/ 2078980 w 11009619"/>
                  <a:gd name="connsiteY33" fmla="*/ 891735 h 1425109"/>
                  <a:gd name="connsiteX34" fmla="*/ 2107144 w 11009619"/>
                  <a:gd name="connsiteY34" fmla="*/ 872877 h 1425109"/>
                  <a:gd name="connsiteX35" fmla="*/ 2134738 w 11009619"/>
                  <a:gd name="connsiteY35" fmla="*/ 849435 h 1425109"/>
                  <a:gd name="connsiteX36" fmla="*/ 2161886 w 11009619"/>
                  <a:gd name="connsiteY36" fmla="*/ 826954 h 1425109"/>
                  <a:gd name="connsiteX37" fmla="*/ 2214758 w 11009619"/>
                  <a:gd name="connsiteY37" fmla="*/ 777386 h 1425109"/>
                  <a:gd name="connsiteX38" fmla="*/ 2240565 w 11009619"/>
                  <a:gd name="connsiteY38" fmla="*/ 748138 h 1425109"/>
                  <a:gd name="connsiteX39" fmla="*/ 2265965 w 11009619"/>
                  <a:gd name="connsiteY39" fmla="*/ 716708 h 1425109"/>
                  <a:gd name="connsiteX40" fmla="*/ 2290714 w 11009619"/>
                  <a:gd name="connsiteY40" fmla="*/ 684623 h 1425109"/>
                  <a:gd name="connsiteX41" fmla="*/ 2314814 w 11009619"/>
                  <a:gd name="connsiteY41" fmla="*/ 662032 h 1425109"/>
                  <a:gd name="connsiteX42" fmla="*/ 2338345 w 11009619"/>
                  <a:gd name="connsiteY42" fmla="*/ 652647 h 1425109"/>
                  <a:gd name="connsiteX43" fmla="*/ 2361550 w 11009619"/>
                  <a:gd name="connsiteY43" fmla="*/ 641668 h 1425109"/>
                  <a:gd name="connsiteX44" fmla="*/ 2384837 w 11009619"/>
                  <a:gd name="connsiteY44" fmla="*/ 632567 h 1425109"/>
                  <a:gd name="connsiteX45" fmla="*/ 2407351 w 11009619"/>
                  <a:gd name="connsiteY45" fmla="*/ 621326 h 1425109"/>
                  <a:gd name="connsiteX46" fmla="*/ 2427874 w 11009619"/>
                  <a:gd name="connsiteY46" fmla="*/ 608317 h 1425109"/>
                  <a:gd name="connsiteX47" fmla="*/ 2464450 w 11009619"/>
                  <a:gd name="connsiteY47" fmla="*/ 607837 h 1425109"/>
                  <a:gd name="connsiteX48" fmla="*/ 2465141 w 11009619"/>
                  <a:gd name="connsiteY48" fmla="*/ 607793 h 1425109"/>
                  <a:gd name="connsiteX49" fmla="*/ 2467661 w 11009619"/>
                  <a:gd name="connsiteY49" fmla="*/ 607357 h 1425109"/>
                  <a:gd name="connsiteX50" fmla="*/ 2468636 w 11009619"/>
                  <a:gd name="connsiteY50" fmla="*/ 606986 h 1425109"/>
                  <a:gd name="connsiteX51" fmla="*/ 2488306 w 11009619"/>
                  <a:gd name="connsiteY51" fmla="*/ 596487 h 1425109"/>
                  <a:gd name="connsiteX52" fmla="*/ 2507732 w 11009619"/>
                  <a:gd name="connsiteY52" fmla="*/ 584286 h 1425109"/>
                  <a:gd name="connsiteX53" fmla="*/ 2526873 w 11009619"/>
                  <a:gd name="connsiteY53" fmla="*/ 567654 h 1425109"/>
                  <a:gd name="connsiteX54" fmla="*/ 2546177 w 11009619"/>
                  <a:gd name="connsiteY54" fmla="*/ 553227 h 1425109"/>
                  <a:gd name="connsiteX55" fmla="*/ 2565969 w 11009619"/>
                  <a:gd name="connsiteY55" fmla="*/ 540371 h 1425109"/>
                  <a:gd name="connsiteX56" fmla="*/ 2585842 w 11009619"/>
                  <a:gd name="connsiteY56" fmla="*/ 525660 h 1425109"/>
                  <a:gd name="connsiteX57" fmla="*/ 2591491 w 11009619"/>
                  <a:gd name="connsiteY57" fmla="*/ 522670 h 1425109"/>
                  <a:gd name="connsiteX58" fmla="*/ 2592019 w 11009619"/>
                  <a:gd name="connsiteY58" fmla="*/ 522255 h 1425109"/>
                  <a:gd name="connsiteX59" fmla="*/ 2607910 w 11009619"/>
                  <a:gd name="connsiteY59" fmla="*/ 504816 h 1425109"/>
                  <a:gd name="connsiteX60" fmla="*/ 2625060 w 11009619"/>
                  <a:gd name="connsiteY60" fmla="*/ 483557 h 1425109"/>
                  <a:gd name="connsiteX61" fmla="*/ 2640747 w 11009619"/>
                  <a:gd name="connsiteY61" fmla="*/ 480938 h 1425109"/>
                  <a:gd name="connsiteX62" fmla="*/ 2719670 w 11009619"/>
                  <a:gd name="connsiteY62" fmla="*/ 482487 h 1425109"/>
                  <a:gd name="connsiteX63" fmla="*/ 2720726 w 11009619"/>
                  <a:gd name="connsiteY63" fmla="*/ 482378 h 1425109"/>
                  <a:gd name="connsiteX64" fmla="*/ 2723165 w 11009619"/>
                  <a:gd name="connsiteY64" fmla="*/ 481854 h 1425109"/>
                  <a:gd name="connsiteX65" fmla="*/ 2727025 w 11009619"/>
                  <a:gd name="connsiteY65" fmla="*/ 481854 h 1425109"/>
                  <a:gd name="connsiteX66" fmla="*/ 2733040 w 11009619"/>
                  <a:gd name="connsiteY66" fmla="*/ 482771 h 1425109"/>
                  <a:gd name="connsiteX67" fmla="*/ 2742428 w 11009619"/>
                  <a:gd name="connsiteY67" fmla="*/ 482989 h 1425109"/>
                  <a:gd name="connsiteX68" fmla="*/ 2743729 w 11009619"/>
                  <a:gd name="connsiteY68" fmla="*/ 482771 h 1425109"/>
                  <a:gd name="connsiteX69" fmla="*/ 2755352 w 11009619"/>
                  <a:gd name="connsiteY69" fmla="*/ 479322 h 1425109"/>
                  <a:gd name="connsiteX70" fmla="*/ 2756042 w 11009619"/>
                  <a:gd name="connsiteY70" fmla="*/ 478995 h 1425109"/>
                  <a:gd name="connsiteX71" fmla="*/ 2771567 w 11009619"/>
                  <a:gd name="connsiteY71" fmla="*/ 469610 h 1425109"/>
                  <a:gd name="connsiteX72" fmla="*/ 2787091 w 11009619"/>
                  <a:gd name="connsiteY72" fmla="*/ 459700 h 1425109"/>
                  <a:gd name="connsiteX73" fmla="*/ 2802413 w 11009619"/>
                  <a:gd name="connsiteY73" fmla="*/ 446102 h 1425109"/>
                  <a:gd name="connsiteX74" fmla="*/ 2817449 w 11009619"/>
                  <a:gd name="connsiteY74" fmla="*/ 427135 h 1425109"/>
                  <a:gd name="connsiteX75" fmla="*/ 2832324 w 11009619"/>
                  <a:gd name="connsiteY75" fmla="*/ 406465 h 1425109"/>
                  <a:gd name="connsiteX76" fmla="*/ 2847035 w 11009619"/>
                  <a:gd name="connsiteY76" fmla="*/ 380885 h 1425109"/>
                  <a:gd name="connsiteX77" fmla="*/ 2861625 w 11009619"/>
                  <a:gd name="connsiteY77" fmla="*/ 347534 h 1425109"/>
                  <a:gd name="connsiteX78" fmla="*/ 2877841 w 11009619"/>
                  <a:gd name="connsiteY78" fmla="*/ 309534 h 1425109"/>
                  <a:gd name="connsiteX79" fmla="*/ 2896047 w 11009619"/>
                  <a:gd name="connsiteY79" fmla="*/ 288122 h 1425109"/>
                  <a:gd name="connsiteX80" fmla="*/ 2913319 w 11009619"/>
                  <a:gd name="connsiteY80" fmla="*/ 285132 h 1425109"/>
                  <a:gd name="connsiteX81" fmla="*/ 2914742 w 11009619"/>
                  <a:gd name="connsiteY81" fmla="*/ 284499 h 1425109"/>
                  <a:gd name="connsiteX82" fmla="*/ 2935224 w 11009619"/>
                  <a:gd name="connsiteY82" fmla="*/ 264353 h 1425109"/>
                  <a:gd name="connsiteX83" fmla="*/ 2956763 w 11009619"/>
                  <a:gd name="connsiteY83" fmla="*/ 239842 h 1425109"/>
                  <a:gd name="connsiteX84" fmla="*/ 2980172 w 11009619"/>
                  <a:gd name="connsiteY84" fmla="*/ 200838 h 1425109"/>
                  <a:gd name="connsiteX85" fmla="*/ 3002605 w 11009619"/>
                  <a:gd name="connsiteY85" fmla="*/ 161681 h 1425109"/>
                  <a:gd name="connsiteX86" fmla="*/ 3019918 w 11009619"/>
                  <a:gd name="connsiteY86" fmla="*/ 143303 h 1425109"/>
                  <a:gd name="connsiteX87" fmla="*/ 3044912 w 11009619"/>
                  <a:gd name="connsiteY87" fmla="*/ 117613 h 1425109"/>
                  <a:gd name="connsiteX88" fmla="*/ 3052999 w 11009619"/>
                  <a:gd name="connsiteY88" fmla="*/ 107747 h 1425109"/>
                  <a:gd name="connsiteX89" fmla="*/ 3058607 w 11009619"/>
                  <a:gd name="connsiteY89" fmla="*/ 100610 h 1425109"/>
                  <a:gd name="connsiteX90" fmla="*/ 3063037 w 11009619"/>
                  <a:gd name="connsiteY90" fmla="*/ 96070 h 1425109"/>
                  <a:gd name="connsiteX91" fmla="*/ 3066857 w 11009619"/>
                  <a:gd name="connsiteY91" fmla="*/ 90199 h 1425109"/>
                  <a:gd name="connsiteX92" fmla="*/ 3083722 w 11009619"/>
                  <a:gd name="connsiteY92" fmla="*/ 72563 h 1425109"/>
                  <a:gd name="connsiteX93" fmla="*/ 3093111 w 11009619"/>
                  <a:gd name="connsiteY93" fmla="*/ 66692 h 1425109"/>
                  <a:gd name="connsiteX94" fmla="*/ 3102173 w 11009619"/>
                  <a:gd name="connsiteY94" fmla="*/ 66539 h 1425109"/>
                  <a:gd name="connsiteX95" fmla="*/ 3106481 w 11009619"/>
                  <a:gd name="connsiteY95" fmla="*/ 67237 h 1425109"/>
                  <a:gd name="connsiteX96" fmla="*/ 3127777 w 11009619"/>
                  <a:gd name="connsiteY96" fmla="*/ 71974 h 1425109"/>
                  <a:gd name="connsiteX97" fmla="*/ 3158175 w 11009619"/>
                  <a:gd name="connsiteY97" fmla="*/ 81730 h 1425109"/>
                  <a:gd name="connsiteX98" fmla="*/ 3163296 w 11009619"/>
                  <a:gd name="connsiteY98" fmla="*/ 83062 h 1425109"/>
                  <a:gd name="connsiteX99" fmla="*/ 3164475 w 11009619"/>
                  <a:gd name="connsiteY99" fmla="*/ 83214 h 1425109"/>
                  <a:gd name="connsiteX100" fmla="*/ 3199303 w 11009619"/>
                  <a:gd name="connsiteY100" fmla="*/ 82472 h 1425109"/>
                  <a:gd name="connsiteX101" fmla="*/ 3286354 w 11009619"/>
                  <a:gd name="connsiteY101" fmla="*/ 112375 h 1425109"/>
                  <a:gd name="connsiteX102" fmla="*/ 3375234 w 11009619"/>
                  <a:gd name="connsiteY102" fmla="*/ 133153 h 1425109"/>
                  <a:gd name="connsiteX103" fmla="*/ 3465617 w 11009619"/>
                  <a:gd name="connsiteY103" fmla="*/ 153627 h 1425109"/>
                  <a:gd name="connsiteX104" fmla="*/ 3550717 w 11009619"/>
                  <a:gd name="connsiteY104" fmla="*/ 165828 h 1425109"/>
                  <a:gd name="connsiteX105" fmla="*/ 3556854 w 11009619"/>
                  <a:gd name="connsiteY105" fmla="*/ 166417 h 1425109"/>
                  <a:gd name="connsiteX106" fmla="*/ 3645896 w 11009619"/>
                  <a:gd name="connsiteY106" fmla="*/ 177396 h 1425109"/>
                  <a:gd name="connsiteX107" fmla="*/ 3729574 w 11009619"/>
                  <a:gd name="connsiteY107" fmla="*/ 189924 h 1425109"/>
                  <a:gd name="connsiteX108" fmla="*/ 3731565 w 11009619"/>
                  <a:gd name="connsiteY108" fmla="*/ 189706 h 1425109"/>
                  <a:gd name="connsiteX109" fmla="*/ 3739002 w 11009619"/>
                  <a:gd name="connsiteY109" fmla="*/ 186890 h 1425109"/>
                  <a:gd name="connsiteX110" fmla="*/ 3739734 w 11009619"/>
                  <a:gd name="connsiteY110" fmla="*/ 186476 h 1425109"/>
                  <a:gd name="connsiteX111" fmla="*/ 3755258 w 11009619"/>
                  <a:gd name="connsiteY111" fmla="*/ 170913 h 1425109"/>
                  <a:gd name="connsiteX112" fmla="*/ 3762777 w 11009619"/>
                  <a:gd name="connsiteY112" fmla="*/ 165588 h 1425109"/>
                  <a:gd name="connsiteX113" fmla="*/ 3763183 w 11009619"/>
                  <a:gd name="connsiteY113" fmla="*/ 165151 h 1425109"/>
                  <a:gd name="connsiteX114" fmla="*/ 3770579 w 11009619"/>
                  <a:gd name="connsiteY114" fmla="*/ 154980 h 1425109"/>
                  <a:gd name="connsiteX115" fmla="*/ 3777610 w 11009619"/>
                  <a:gd name="connsiteY115" fmla="*/ 146773 h 1425109"/>
                  <a:gd name="connsiteX116" fmla="*/ 3785088 w 11009619"/>
                  <a:gd name="connsiteY116" fmla="*/ 141448 h 1425109"/>
                  <a:gd name="connsiteX117" fmla="*/ 3785372 w 11009619"/>
                  <a:gd name="connsiteY117" fmla="*/ 141077 h 1425109"/>
                  <a:gd name="connsiteX118" fmla="*/ 3792606 w 11009619"/>
                  <a:gd name="connsiteY118" fmla="*/ 129356 h 1425109"/>
                  <a:gd name="connsiteX119" fmla="*/ 3799596 w 11009619"/>
                  <a:gd name="connsiteY119" fmla="*/ 109908 h 1425109"/>
                  <a:gd name="connsiteX120" fmla="*/ 3799800 w 11009619"/>
                  <a:gd name="connsiteY120" fmla="*/ 109537 h 1425109"/>
                  <a:gd name="connsiteX121" fmla="*/ 3806871 w 11009619"/>
                  <a:gd name="connsiteY121" fmla="*/ 90570 h 1425109"/>
                  <a:gd name="connsiteX122" fmla="*/ 3827963 w 11009619"/>
                  <a:gd name="connsiteY122" fmla="*/ 4290 h 1425109"/>
                  <a:gd name="connsiteX123" fmla="*/ 3828491 w 11009619"/>
                  <a:gd name="connsiteY123" fmla="*/ 3067 h 1425109"/>
                  <a:gd name="connsiteX124" fmla="*/ 3829142 w 11009619"/>
                  <a:gd name="connsiteY124" fmla="*/ 2893 h 1425109"/>
                  <a:gd name="connsiteX125" fmla="*/ 3834831 w 11009619"/>
                  <a:gd name="connsiteY125" fmla="*/ 4115 h 1425109"/>
                  <a:gd name="connsiteX126" fmla="*/ 3854135 w 11009619"/>
                  <a:gd name="connsiteY126" fmla="*/ 7323 h 1425109"/>
                  <a:gd name="connsiteX127" fmla="*/ 3855273 w 11009619"/>
                  <a:gd name="connsiteY127" fmla="*/ 7389 h 1425109"/>
                  <a:gd name="connsiteX128" fmla="*/ 3901440 w 11009619"/>
                  <a:gd name="connsiteY128" fmla="*/ 3395 h 1425109"/>
                  <a:gd name="connsiteX129" fmla="*/ 3979185 w 11009619"/>
                  <a:gd name="connsiteY129" fmla="*/ 23584 h 1425109"/>
                  <a:gd name="connsiteX130" fmla="*/ 4056238 w 11009619"/>
                  <a:gd name="connsiteY130" fmla="*/ 38339 h 1425109"/>
                  <a:gd name="connsiteX131" fmla="*/ 4131910 w 11009619"/>
                  <a:gd name="connsiteY131" fmla="*/ 45847 h 1425109"/>
                  <a:gd name="connsiteX132" fmla="*/ 4206687 w 11009619"/>
                  <a:gd name="connsiteY132" fmla="*/ 44778 h 1425109"/>
                  <a:gd name="connsiteX133" fmla="*/ 4281262 w 11009619"/>
                  <a:gd name="connsiteY133" fmla="*/ 38383 h 1425109"/>
                  <a:gd name="connsiteX134" fmla="*/ 4357259 w 11009619"/>
                  <a:gd name="connsiteY134" fmla="*/ 41198 h 1425109"/>
                  <a:gd name="connsiteX135" fmla="*/ 4436181 w 11009619"/>
                  <a:gd name="connsiteY135" fmla="*/ 54316 h 1425109"/>
                  <a:gd name="connsiteX136" fmla="*/ 4454835 w 11009619"/>
                  <a:gd name="connsiteY136" fmla="*/ 60602 h 1425109"/>
                  <a:gd name="connsiteX137" fmla="*/ 4455526 w 11009619"/>
                  <a:gd name="connsiteY137" fmla="*/ 60755 h 1425109"/>
                  <a:gd name="connsiteX138" fmla="*/ 4464264 w 11009619"/>
                  <a:gd name="connsiteY138" fmla="*/ 61933 h 1425109"/>
                  <a:gd name="connsiteX139" fmla="*/ 4471213 w 11009619"/>
                  <a:gd name="connsiteY139" fmla="*/ 65338 h 1425109"/>
                  <a:gd name="connsiteX140" fmla="*/ 4482389 w 11009619"/>
                  <a:gd name="connsiteY140" fmla="*/ 71363 h 1425109"/>
                  <a:gd name="connsiteX141" fmla="*/ 4502872 w 11009619"/>
                  <a:gd name="connsiteY141" fmla="*/ 80050 h 1425109"/>
                  <a:gd name="connsiteX142" fmla="*/ 4518965 w 11009619"/>
                  <a:gd name="connsiteY142" fmla="*/ 86117 h 1425109"/>
                  <a:gd name="connsiteX143" fmla="*/ 4524451 w 11009619"/>
                  <a:gd name="connsiteY143" fmla="*/ 89959 h 1425109"/>
                  <a:gd name="connsiteX144" fmla="*/ 4525427 w 11009619"/>
                  <a:gd name="connsiteY144" fmla="*/ 93429 h 1425109"/>
                  <a:gd name="connsiteX145" fmla="*/ 4525630 w 11009619"/>
                  <a:gd name="connsiteY145" fmla="*/ 93800 h 1425109"/>
                  <a:gd name="connsiteX146" fmla="*/ 4531279 w 11009619"/>
                  <a:gd name="connsiteY146" fmla="*/ 100457 h 1425109"/>
                  <a:gd name="connsiteX147" fmla="*/ 4601464 w 11009619"/>
                  <a:gd name="connsiteY147" fmla="*/ 148519 h 1425109"/>
                  <a:gd name="connsiteX148" fmla="*/ 4692457 w 11009619"/>
                  <a:gd name="connsiteY148" fmla="*/ 204526 h 1425109"/>
                  <a:gd name="connsiteX149" fmla="*/ 4773006 w 11009619"/>
                  <a:gd name="connsiteY149" fmla="*/ 240911 h 1425109"/>
                  <a:gd name="connsiteX150" fmla="*/ 4781134 w 11009619"/>
                  <a:gd name="connsiteY150" fmla="*/ 244796 h 1425109"/>
                  <a:gd name="connsiteX151" fmla="*/ 4868144 w 11009619"/>
                  <a:gd name="connsiteY151" fmla="*/ 276183 h 1425109"/>
                  <a:gd name="connsiteX152" fmla="*/ 4953772 w 11009619"/>
                  <a:gd name="connsiteY152" fmla="*/ 299428 h 1425109"/>
                  <a:gd name="connsiteX153" fmla="*/ 5039563 w 11009619"/>
                  <a:gd name="connsiteY153" fmla="*/ 337363 h 1425109"/>
                  <a:gd name="connsiteX154" fmla="*/ 5123282 w 11009619"/>
                  <a:gd name="connsiteY154" fmla="*/ 360433 h 1425109"/>
                  <a:gd name="connsiteX155" fmla="*/ 5205334 w 11009619"/>
                  <a:gd name="connsiteY155" fmla="*/ 372700 h 1425109"/>
                  <a:gd name="connsiteX156" fmla="*/ 5286695 w 11009619"/>
                  <a:gd name="connsiteY156" fmla="*/ 380688 h 1425109"/>
                  <a:gd name="connsiteX157" fmla="*/ 5367244 w 11009619"/>
                  <a:gd name="connsiteY157" fmla="*/ 382282 h 1425109"/>
                  <a:gd name="connsiteX158" fmla="*/ 5446736 w 11009619"/>
                  <a:gd name="connsiteY158" fmla="*/ 378135 h 1425109"/>
                  <a:gd name="connsiteX159" fmla="*/ 5525821 w 11009619"/>
                  <a:gd name="connsiteY159" fmla="*/ 380055 h 1425109"/>
                  <a:gd name="connsiteX160" fmla="*/ 5605475 w 11009619"/>
                  <a:gd name="connsiteY160" fmla="*/ 393217 h 1425109"/>
                  <a:gd name="connsiteX161" fmla="*/ 5685536 w 11009619"/>
                  <a:gd name="connsiteY161" fmla="*/ 395290 h 1425109"/>
                  <a:gd name="connsiteX162" fmla="*/ 5765678 w 11009619"/>
                  <a:gd name="connsiteY162" fmla="*/ 389550 h 1425109"/>
                  <a:gd name="connsiteX163" fmla="*/ 5846349 w 11009619"/>
                  <a:gd name="connsiteY163" fmla="*/ 381714 h 1425109"/>
                  <a:gd name="connsiteX164" fmla="*/ 5926328 w 11009619"/>
                  <a:gd name="connsiteY164" fmla="*/ 365301 h 1425109"/>
                  <a:gd name="connsiteX165" fmla="*/ 6006389 w 11009619"/>
                  <a:gd name="connsiteY165" fmla="*/ 356308 h 1425109"/>
                  <a:gd name="connsiteX166" fmla="*/ 6086531 w 11009619"/>
                  <a:gd name="connsiteY166" fmla="*/ 353863 h 1425109"/>
                  <a:gd name="connsiteX167" fmla="*/ 6166714 w 11009619"/>
                  <a:gd name="connsiteY167" fmla="*/ 349236 h 1425109"/>
                  <a:gd name="connsiteX168" fmla="*/ 6246978 w 11009619"/>
                  <a:gd name="connsiteY168" fmla="*/ 340615 h 1425109"/>
                  <a:gd name="connsiteX169" fmla="*/ 6327161 w 11009619"/>
                  <a:gd name="connsiteY169" fmla="*/ 326056 h 1425109"/>
                  <a:gd name="connsiteX170" fmla="*/ 6407912 w 11009619"/>
                  <a:gd name="connsiteY170" fmla="*/ 309861 h 1425109"/>
                  <a:gd name="connsiteX171" fmla="*/ 6488664 w 11009619"/>
                  <a:gd name="connsiteY171" fmla="*/ 293928 h 1425109"/>
                  <a:gd name="connsiteX172" fmla="*/ 6571041 w 11009619"/>
                  <a:gd name="connsiteY172" fmla="*/ 279544 h 1425109"/>
                  <a:gd name="connsiteX173" fmla="*/ 6645941 w 11009619"/>
                  <a:gd name="connsiteY173" fmla="*/ 272669 h 1425109"/>
                  <a:gd name="connsiteX174" fmla="*/ 6740307 w 11009619"/>
                  <a:gd name="connsiteY174" fmla="*/ 264244 h 1425109"/>
                  <a:gd name="connsiteX175" fmla="*/ 6826423 w 11009619"/>
                  <a:gd name="connsiteY175" fmla="*/ 255993 h 1425109"/>
                  <a:gd name="connsiteX176" fmla="*/ 6913352 w 11009619"/>
                  <a:gd name="connsiteY176" fmla="*/ 251562 h 1425109"/>
                  <a:gd name="connsiteX177" fmla="*/ 6999671 w 11009619"/>
                  <a:gd name="connsiteY177" fmla="*/ 242941 h 1425109"/>
                  <a:gd name="connsiteX178" fmla="*/ 7084406 w 11009619"/>
                  <a:gd name="connsiteY178" fmla="*/ 235956 h 1425109"/>
                  <a:gd name="connsiteX179" fmla="*/ 7166458 w 11009619"/>
                  <a:gd name="connsiteY179" fmla="*/ 230936 h 1425109"/>
                  <a:gd name="connsiteX180" fmla="*/ 7244649 w 11009619"/>
                  <a:gd name="connsiteY180" fmla="*/ 234822 h 1425109"/>
                  <a:gd name="connsiteX181" fmla="*/ 7246803 w 11009619"/>
                  <a:gd name="connsiteY181" fmla="*/ 234341 h 1425109"/>
                  <a:gd name="connsiteX182" fmla="*/ 7247128 w 11009619"/>
                  <a:gd name="connsiteY182" fmla="*/ 234123 h 1425109"/>
                  <a:gd name="connsiteX183" fmla="*/ 7255663 w 11009619"/>
                  <a:gd name="connsiteY183" fmla="*/ 235891 h 1425109"/>
                  <a:gd name="connsiteX184" fmla="*/ 7320727 w 11009619"/>
                  <a:gd name="connsiteY184" fmla="*/ 252457 h 1425109"/>
                  <a:gd name="connsiteX185" fmla="*/ 7321703 w 11009619"/>
                  <a:gd name="connsiteY185" fmla="*/ 252719 h 1425109"/>
                  <a:gd name="connsiteX186" fmla="*/ 7326457 w 11009619"/>
                  <a:gd name="connsiteY186" fmla="*/ 263436 h 1425109"/>
                  <a:gd name="connsiteX187" fmla="*/ 7338853 w 11009619"/>
                  <a:gd name="connsiteY187" fmla="*/ 314859 h 1425109"/>
                  <a:gd name="connsiteX188" fmla="*/ 7347103 w 11009619"/>
                  <a:gd name="connsiteY188" fmla="*/ 339633 h 1425109"/>
                  <a:gd name="connsiteX189" fmla="*/ 7356653 w 11009619"/>
                  <a:gd name="connsiteY189" fmla="*/ 373464 h 1425109"/>
                  <a:gd name="connsiteX190" fmla="*/ 7368276 w 11009619"/>
                  <a:gd name="connsiteY190" fmla="*/ 403999 h 1425109"/>
                  <a:gd name="connsiteX191" fmla="*/ 7380793 w 11009619"/>
                  <a:gd name="connsiteY191" fmla="*/ 428947 h 1425109"/>
                  <a:gd name="connsiteX192" fmla="*/ 7393311 w 11009619"/>
                  <a:gd name="connsiteY192" fmla="*/ 451646 h 1425109"/>
                  <a:gd name="connsiteX193" fmla="*/ 7405909 w 11009619"/>
                  <a:gd name="connsiteY193" fmla="*/ 472491 h 1425109"/>
                  <a:gd name="connsiteX194" fmla="*/ 7406193 w 11009619"/>
                  <a:gd name="connsiteY194" fmla="*/ 472818 h 1425109"/>
                  <a:gd name="connsiteX195" fmla="*/ 7418873 w 11009619"/>
                  <a:gd name="connsiteY195" fmla="*/ 482989 h 1425109"/>
                  <a:gd name="connsiteX196" fmla="*/ 7419686 w 11009619"/>
                  <a:gd name="connsiteY196" fmla="*/ 483404 h 1425109"/>
                  <a:gd name="connsiteX197" fmla="*/ 8005186 w 11009619"/>
                  <a:gd name="connsiteY197" fmla="*/ 673208 h 1425109"/>
                  <a:gd name="connsiteX198" fmla="*/ 8006771 w 11009619"/>
                  <a:gd name="connsiteY198" fmla="*/ 673360 h 1425109"/>
                  <a:gd name="connsiteX199" fmla="*/ 8094879 w 11009619"/>
                  <a:gd name="connsiteY199" fmla="*/ 667445 h 1425109"/>
                  <a:gd name="connsiteX200" fmla="*/ 8113533 w 11009619"/>
                  <a:gd name="connsiteY200" fmla="*/ 666594 h 1425109"/>
                  <a:gd name="connsiteX201" fmla="*/ 8133161 w 11009619"/>
                  <a:gd name="connsiteY201" fmla="*/ 673579 h 1425109"/>
                  <a:gd name="connsiteX202" fmla="*/ 8154091 w 11009619"/>
                  <a:gd name="connsiteY202" fmla="*/ 686151 h 1425109"/>
                  <a:gd name="connsiteX203" fmla="*/ 8154701 w 11009619"/>
                  <a:gd name="connsiteY203" fmla="*/ 686413 h 1425109"/>
                  <a:gd name="connsiteX204" fmla="*/ 9588317 w 11009619"/>
                  <a:gd name="connsiteY204" fmla="*/ 1134555 h 1425109"/>
                  <a:gd name="connsiteX205" fmla="*/ 9634931 w 11009619"/>
                  <a:gd name="connsiteY205" fmla="*/ 1145534 h 1425109"/>
                  <a:gd name="connsiteX206" fmla="*/ 9682074 w 11009619"/>
                  <a:gd name="connsiteY206" fmla="*/ 1152824 h 1425109"/>
                  <a:gd name="connsiteX207" fmla="*/ 9730111 w 11009619"/>
                  <a:gd name="connsiteY207" fmla="*/ 1159066 h 1425109"/>
                  <a:gd name="connsiteX208" fmla="*/ 9778918 w 11009619"/>
                  <a:gd name="connsiteY208" fmla="*/ 1166727 h 1425109"/>
                  <a:gd name="connsiteX209" fmla="*/ 9828946 w 11009619"/>
                  <a:gd name="connsiteY209" fmla="*/ 1178514 h 1425109"/>
                  <a:gd name="connsiteX210" fmla="*/ 9933229 w 11009619"/>
                  <a:gd name="connsiteY210" fmla="*/ 1212192 h 1425109"/>
                  <a:gd name="connsiteX211" fmla="*/ 9986996 w 11009619"/>
                  <a:gd name="connsiteY211" fmla="*/ 1228933 h 1425109"/>
                  <a:gd name="connsiteX212" fmla="*/ 10042062 w 11009619"/>
                  <a:gd name="connsiteY212" fmla="*/ 1246307 h 1425109"/>
                  <a:gd name="connsiteX213" fmla="*/ 10098308 w 11009619"/>
                  <a:gd name="connsiteY213" fmla="*/ 1263092 h 1425109"/>
                  <a:gd name="connsiteX214" fmla="*/ 10155854 w 11009619"/>
                  <a:gd name="connsiteY214" fmla="*/ 1279462 h 1425109"/>
                  <a:gd name="connsiteX215" fmla="*/ 10400020 w 11009619"/>
                  <a:gd name="connsiteY215" fmla="*/ 1353213 h 1425109"/>
                  <a:gd name="connsiteX216" fmla="*/ 10464922 w 11009619"/>
                  <a:gd name="connsiteY216" fmla="*/ 1373687 h 1425109"/>
                  <a:gd name="connsiteX217" fmla="*/ 10531287 w 11009619"/>
                  <a:gd name="connsiteY217" fmla="*/ 1394204 h 1425109"/>
                  <a:gd name="connsiteX218" fmla="*/ 10532466 w 11009619"/>
                  <a:gd name="connsiteY218" fmla="*/ 1394422 h 1425109"/>
                  <a:gd name="connsiteX219" fmla="*/ 10728228 w 11009619"/>
                  <a:gd name="connsiteY219" fmla="*/ 1395906 h 1425109"/>
                  <a:gd name="connsiteX220" fmla="*/ 10924072 w 11009619"/>
                  <a:gd name="connsiteY220" fmla="*/ 1397761 h 1425109"/>
                  <a:gd name="connsiteX221" fmla="*/ 11009620 w 11009619"/>
                  <a:gd name="connsiteY221" fmla="*/ 1398831 h 1425109"/>
                  <a:gd name="connsiteX222" fmla="*/ 11009620 w 11009619"/>
                  <a:gd name="connsiteY222" fmla="*/ 1395993 h 1425109"/>
                  <a:gd name="connsiteX223" fmla="*/ 10924194 w 11009619"/>
                  <a:gd name="connsiteY223" fmla="*/ 1394924 h 1425109"/>
                  <a:gd name="connsiteX224" fmla="*/ 10728350 w 11009619"/>
                  <a:gd name="connsiteY224" fmla="*/ 1393069 h 1425109"/>
                  <a:gd name="connsiteX225" fmla="*/ 10533278 w 11009619"/>
                  <a:gd name="connsiteY225" fmla="*/ 1391563 h 1425109"/>
                  <a:gd name="connsiteX226" fmla="*/ 10467401 w 11009619"/>
                  <a:gd name="connsiteY226" fmla="*/ 1371220 h 1425109"/>
                  <a:gd name="connsiteX227" fmla="*/ 10402499 w 11009619"/>
                  <a:gd name="connsiteY227" fmla="*/ 1350747 h 1425109"/>
                  <a:gd name="connsiteX228" fmla="*/ 10158212 w 11009619"/>
                  <a:gd name="connsiteY228" fmla="*/ 1276995 h 1425109"/>
                  <a:gd name="connsiteX229" fmla="*/ 10100666 w 11009619"/>
                  <a:gd name="connsiteY229" fmla="*/ 1260582 h 1425109"/>
                  <a:gd name="connsiteX230" fmla="*/ 10044501 w 11009619"/>
                  <a:gd name="connsiteY230" fmla="*/ 1243841 h 1425109"/>
                  <a:gd name="connsiteX231" fmla="*/ 9989434 w 11009619"/>
                  <a:gd name="connsiteY231" fmla="*/ 1226467 h 1425109"/>
                  <a:gd name="connsiteX232" fmla="*/ 9935748 w 11009619"/>
                  <a:gd name="connsiteY232" fmla="*/ 1209791 h 1425109"/>
                  <a:gd name="connsiteX233" fmla="*/ 9883038 w 11009619"/>
                  <a:gd name="connsiteY233" fmla="*/ 1192636 h 1425109"/>
                  <a:gd name="connsiteX234" fmla="*/ 9831141 w 11009619"/>
                  <a:gd name="connsiteY234" fmla="*/ 1175960 h 1425109"/>
                  <a:gd name="connsiteX235" fmla="*/ 9780544 w 11009619"/>
                  <a:gd name="connsiteY235" fmla="*/ 1164086 h 1425109"/>
                  <a:gd name="connsiteX236" fmla="*/ 9731329 w 11009619"/>
                  <a:gd name="connsiteY236" fmla="*/ 1156316 h 1425109"/>
                  <a:gd name="connsiteX237" fmla="*/ 9683293 w 11009619"/>
                  <a:gd name="connsiteY237" fmla="*/ 1150139 h 1425109"/>
                  <a:gd name="connsiteX238" fmla="*/ 9636557 w 11009619"/>
                  <a:gd name="connsiteY238" fmla="*/ 1142893 h 1425109"/>
                  <a:gd name="connsiteX239" fmla="*/ 9590512 w 11009619"/>
                  <a:gd name="connsiteY239" fmla="*/ 1132023 h 1425109"/>
                  <a:gd name="connsiteX240" fmla="*/ 8157505 w 11009619"/>
                  <a:gd name="connsiteY240" fmla="*/ 684077 h 1425109"/>
                  <a:gd name="connsiteX241" fmla="*/ 8136657 w 11009619"/>
                  <a:gd name="connsiteY241" fmla="*/ 671505 h 1425109"/>
                  <a:gd name="connsiteX242" fmla="*/ 8136169 w 11009619"/>
                  <a:gd name="connsiteY242" fmla="*/ 671287 h 1425109"/>
                  <a:gd name="connsiteX243" fmla="*/ 8115443 w 11009619"/>
                  <a:gd name="connsiteY243" fmla="*/ 663997 h 1425109"/>
                  <a:gd name="connsiteX244" fmla="*/ 8113857 w 11009619"/>
                  <a:gd name="connsiteY244" fmla="*/ 663778 h 1425109"/>
                  <a:gd name="connsiteX245" fmla="*/ 8094310 w 11009619"/>
                  <a:gd name="connsiteY245" fmla="*/ 664630 h 1425109"/>
                  <a:gd name="connsiteX246" fmla="*/ 8007015 w 11009619"/>
                  <a:gd name="connsiteY246" fmla="*/ 670545 h 1425109"/>
                  <a:gd name="connsiteX247" fmla="*/ 7422693 w 11009619"/>
                  <a:gd name="connsiteY247" fmla="*/ 481112 h 1425109"/>
                  <a:gd name="connsiteX248" fmla="*/ 7410583 w 11009619"/>
                  <a:gd name="connsiteY248" fmla="*/ 471356 h 1425109"/>
                  <a:gd name="connsiteX249" fmla="*/ 7398065 w 11009619"/>
                  <a:gd name="connsiteY249" fmla="*/ 450795 h 1425109"/>
                  <a:gd name="connsiteX250" fmla="*/ 7385548 w 11009619"/>
                  <a:gd name="connsiteY250" fmla="*/ 428205 h 1425109"/>
                  <a:gd name="connsiteX251" fmla="*/ 7373153 w 11009619"/>
                  <a:gd name="connsiteY251" fmla="*/ 403366 h 1425109"/>
                  <a:gd name="connsiteX252" fmla="*/ 7361652 w 11009619"/>
                  <a:gd name="connsiteY252" fmla="*/ 372940 h 1425109"/>
                  <a:gd name="connsiteX253" fmla="*/ 7352020 w 11009619"/>
                  <a:gd name="connsiteY253" fmla="*/ 339196 h 1425109"/>
                  <a:gd name="connsiteX254" fmla="*/ 7343892 w 11009619"/>
                  <a:gd name="connsiteY254" fmla="*/ 314423 h 1425109"/>
                  <a:gd name="connsiteX255" fmla="*/ 7331375 w 11009619"/>
                  <a:gd name="connsiteY255" fmla="*/ 262890 h 1425109"/>
                  <a:gd name="connsiteX256" fmla="*/ 7326295 w 11009619"/>
                  <a:gd name="connsiteY256" fmla="*/ 251322 h 1425109"/>
                  <a:gd name="connsiteX257" fmla="*/ 7324791 w 11009619"/>
                  <a:gd name="connsiteY257" fmla="*/ 250362 h 1425109"/>
                  <a:gd name="connsiteX258" fmla="*/ 7257532 w 11009619"/>
                  <a:gd name="connsiteY258" fmla="*/ 233250 h 1425109"/>
                  <a:gd name="connsiteX259" fmla="*/ 7247128 w 11009619"/>
                  <a:gd name="connsiteY259" fmla="*/ 231111 h 1425109"/>
                  <a:gd name="connsiteX260" fmla="*/ 7244324 w 11009619"/>
                  <a:gd name="connsiteY260" fmla="*/ 231548 h 1425109"/>
                  <a:gd name="connsiteX261" fmla="*/ 7243633 w 11009619"/>
                  <a:gd name="connsiteY261" fmla="*/ 231919 h 1425109"/>
                  <a:gd name="connsiteX262" fmla="*/ 7166255 w 11009619"/>
                  <a:gd name="connsiteY262" fmla="*/ 228143 h 1425109"/>
                  <a:gd name="connsiteX263" fmla="*/ 7083593 w 11009619"/>
                  <a:gd name="connsiteY263" fmla="*/ 233097 h 1425109"/>
                  <a:gd name="connsiteX264" fmla="*/ 6998655 w 11009619"/>
                  <a:gd name="connsiteY264" fmla="*/ 240125 h 1425109"/>
                  <a:gd name="connsiteX265" fmla="*/ 6912539 w 11009619"/>
                  <a:gd name="connsiteY265" fmla="*/ 248747 h 1425109"/>
                  <a:gd name="connsiteX266" fmla="*/ 6825610 w 11009619"/>
                  <a:gd name="connsiteY266" fmla="*/ 253178 h 1425109"/>
                  <a:gd name="connsiteX267" fmla="*/ 6739291 w 11009619"/>
                  <a:gd name="connsiteY267" fmla="*/ 261384 h 1425109"/>
                  <a:gd name="connsiteX268" fmla="*/ 6654069 w 11009619"/>
                  <a:gd name="connsiteY268" fmla="*/ 269002 h 1425109"/>
                  <a:gd name="connsiteX269" fmla="*/ 6569741 w 11009619"/>
                  <a:gd name="connsiteY269" fmla="*/ 276794 h 1425109"/>
                  <a:gd name="connsiteX270" fmla="*/ 6486998 w 11009619"/>
                  <a:gd name="connsiteY270" fmla="*/ 291221 h 1425109"/>
                  <a:gd name="connsiteX271" fmla="*/ 6406124 w 11009619"/>
                  <a:gd name="connsiteY271" fmla="*/ 307220 h 1425109"/>
                  <a:gd name="connsiteX272" fmla="*/ 6325372 w 11009619"/>
                  <a:gd name="connsiteY272" fmla="*/ 323372 h 1425109"/>
                  <a:gd name="connsiteX273" fmla="*/ 6245596 w 11009619"/>
                  <a:gd name="connsiteY273" fmla="*/ 337821 h 1425109"/>
                  <a:gd name="connsiteX274" fmla="*/ 6165820 w 11009619"/>
                  <a:gd name="connsiteY274" fmla="*/ 346442 h 1425109"/>
                  <a:gd name="connsiteX275" fmla="*/ 6086043 w 11009619"/>
                  <a:gd name="connsiteY275" fmla="*/ 351026 h 1425109"/>
                  <a:gd name="connsiteX276" fmla="*/ 6005658 w 11009619"/>
                  <a:gd name="connsiteY276" fmla="*/ 353471 h 1425109"/>
                  <a:gd name="connsiteX277" fmla="*/ 5924784 w 11009619"/>
                  <a:gd name="connsiteY277" fmla="*/ 362594 h 1425109"/>
                  <a:gd name="connsiteX278" fmla="*/ 5844804 w 11009619"/>
                  <a:gd name="connsiteY278" fmla="*/ 379051 h 1425109"/>
                  <a:gd name="connsiteX279" fmla="*/ 5764744 w 11009619"/>
                  <a:gd name="connsiteY279" fmla="*/ 386778 h 1425109"/>
                  <a:gd name="connsiteX280" fmla="*/ 5685171 w 11009619"/>
                  <a:gd name="connsiteY280" fmla="*/ 392518 h 1425109"/>
                  <a:gd name="connsiteX281" fmla="*/ 5606207 w 11009619"/>
                  <a:gd name="connsiteY281" fmla="*/ 390488 h 1425109"/>
                  <a:gd name="connsiteX282" fmla="*/ 5526431 w 11009619"/>
                  <a:gd name="connsiteY282" fmla="*/ 377327 h 1425109"/>
                  <a:gd name="connsiteX283" fmla="*/ 5446451 w 11009619"/>
                  <a:gd name="connsiteY283" fmla="*/ 375297 h 1425109"/>
                  <a:gd name="connsiteX284" fmla="*/ 5366878 w 11009619"/>
                  <a:gd name="connsiteY284" fmla="*/ 379444 h 1425109"/>
                  <a:gd name="connsiteX285" fmla="*/ 5287020 w 11009619"/>
                  <a:gd name="connsiteY285" fmla="*/ 377894 h 1425109"/>
                  <a:gd name="connsiteX286" fmla="*/ 5206269 w 11009619"/>
                  <a:gd name="connsiteY286" fmla="*/ 369906 h 1425109"/>
                  <a:gd name="connsiteX287" fmla="*/ 5125029 w 11009619"/>
                  <a:gd name="connsiteY287" fmla="*/ 357814 h 1425109"/>
                  <a:gd name="connsiteX288" fmla="*/ 5042164 w 11009619"/>
                  <a:gd name="connsiteY288" fmla="*/ 335005 h 1425109"/>
                  <a:gd name="connsiteX289" fmla="*/ 4956292 w 11009619"/>
                  <a:gd name="connsiteY289" fmla="*/ 297071 h 1425109"/>
                  <a:gd name="connsiteX290" fmla="*/ 4870501 w 11009619"/>
                  <a:gd name="connsiteY290" fmla="*/ 273738 h 1425109"/>
                  <a:gd name="connsiteX291" fmla="*/ 4784060 w 11009619"/>
                  <a:gd name="connsiteY291" fmla="*/ 242570 h 1425109"/>
                  <a:gd name="connsiteX292" fmla="*/ 4695790 w 11009619"/>
                  <a:gd name="connsiteY292" fmla="*/ 202496 h 1425109"/>
                  <a:gd name="connsiteX293" fmla="*/ 4607438 w 11009619"/>
                  <a:gd name="connsiteY293" fmla="*/ 148192 h 1425109"/>
                  <a:gd name="connsiteX294" fmla="*/ 4535424 w 11009619"/>
                  <a:gd name="connsiteY294" fmla="*/ 99017 h 1425109"/>
                  <a:gd name="connsiteX295" fmla="*/ 4530222 w 11009619"/>
                  <a:gd name="connsiteY295" fmla="*/ 92796 h 1425109"/>
                  <a:gd name="connsiteX296" fmla="*/ 4529206 w 11009619"/>
                  <a:gd name="connsiteY296" fmla="*/ 89173 h 1425109"/>
                  <a:gd name="connsiteX297" fmla="*/ 4528678 w 11009619"/>
                  <a:gd name="connsiteY297" fmla="*/ 88540 h 1425109"/>
                  <a:gd name="connsiteX298" fmla="*/ 4522582 w 11009619"/>
                  <a:gd name="connsiteY298" fmla="*/ 84218 h 1425109"/>
                  <a:gd name="connsiteX299" fmla="*/ 4522054 w 11009619"/>
                  <a:gd name="connsiteY299" fmla="*/ 83956 h 1425109"/>
                  <a:gd name="connsiteX300" fmla="*/ 4505676 w 11009619"/>
                  <a:gd name="connsiteY300" fmla="*/ 77780 h 1425109"/>
                  <a:gd name="connsiteX301" fmla="*/ 4485518 w 11009619"/>
                  <a:gd name="connsiteY301" fmla="*/ 69245 h 1425109"/>
                  <a:gd name="connsiteX302" fmla="*/ 4474505 w 11009619"/>
                  <a:gd name="connsiteY302" fmla="*/ 63287 h 1425109"/>
                  <a:gd name="connsiteX303" fmla="*/ 4466987 w 11009619"/>
                  <a:gd name="connsiteY303" fmla="*/ 59598 h 1425109"/>
                  <a:gd name="connsiteX304" fmla="*/ 4465889 w 11009619"/>
                  <a:gd name="connsiteY304" fmla="*/ 59271 h 1425109"/>
                  <a:gd name="connsiteX305" fmla="*/ 4456948 w 11009619"/>
                  <a:gd name="connsiteY305" fmla="*/ 58048 h 1425109"/>
                  <a:gd name="connsiteX306" fmla="*/ 4438376 w 11009619"/>
                  <a:gd name="connsiteY306" fmla="*/ 51806 h 1425109"/>
                  <a:gd name="connsiteX307" fmla="*/ 4437807 w 11009619"/>
                  <a:gd name="connsiteY307" fmla="*/ 51653 h 1425109"/>
                  <a:gd name="connsiteX308" fmla="*/ 4357990 w 11009619"/>
                  <a:gd name="connsiteY308" fmla="*/ 38426 h 1425109"/>
                  <a:gd name="connsiteX309" fmla="*/ 4280896 w 11009619"/>
                  <a:gd name="connsiteY309" fmla="*/ 35611 h 1425109"/>
                  <a:gd name="connsiteX310" fmla="*/ 4206078 w 11009619"/>
                  <a:gd name="connsiteY310" fmla="*/ 42006 h 1425109"/>
                  <a:gd name="connsiteX311" fmla="*/ 4132113 w 11009619"/>
                  <a:gd name="connsiteY311" fmla="*/ 43032 h 1425109"/>
                  <a:gd name="connsiteX312" fmla="*/ 4057417 w 11009619"/>
                  <a:gd name="connsiteY312" fmla="*/ 35611 h 1425109"/>
                  <a:gd name="connsiteX313" fmla="*/ 3980973 w 11009619"/>
                  <a:gd name="connsiteY313" fmla="*/ 20965 h 1425109"/>
                  <a:gd name="connsiteX314" fmla="*/ 3902781 w 11009619"/>
                  <a:gd name="connsiteY314" fmla="*/ 666 h 1425109"/>
                  <a:gd name="connsiteX315" fmla="*/ 3901278 w 11009619"/>
                  <a:gd name="connsiteY315" fmla="*/ 557 h 1425109"/>
                  <a:gd name="connsiteX316" fmla="*/ 3854948 w 11009619"/>
                  <a:gd name="connsiteY316" fmla="*/ 4552 h 1425109"/>
                  <a:gd name="connsiteX317" fmla="*/ 3836294 w 11009619"/>
                  <a:gd name="connsiteY317" fmla="*/ 1452 h 1425109"/>
                  <a:gd name="connsiteX318" fmla="*/ 3829873 w 11009619"/>
                  <a:gd name="connsiteY318" fmla="*/ 121 h 1425109"/>
                  <a:gd name="connsiteX319" fmla="*/ 3828126 w 11009619"/>
                  <a:gd name="connsiteY319" fmla="*/ 77 h 1425109"/>
                  <a:gd name="connsiteX320" fmla="*/ 3825362 w 11009619"/>
                  <a:gd name="connsiteY320" fmla="*/ 666 h 1425109"/>
                  <a:gd name="connsiteX321" fmla="*/ 3823777 w 11009619"/>
                  <a:gd name="connsiteY321" fmla="*/ 1627 h 1425109"/>
                  <a:gd name="connsiteX322" fmla="*/ 3822802 w 11009619"/>
                  <a:gd name="connsiteY322" fmla="*/ 3744 h 1425109"/>
                  <a:gd name="connsiteX323" fmla="*/ 3808903 w 11009619"/>
                  <a:gd name="connsiteY323" fmla="*/ 61672 h 1425109"/>
                  <a:gd name="connsiteX324" fmla="*/ 3802116 w 11009619"/>
                  <a:gd name="connsiteY324" fmla="*/ 88780 h 1425109"/>
                  <a:gd name="connsiteX325" fmla="*/ 3794801 w 11009619"/>
                  <a:gd name="connsiteY325" fmla="*/ 108817 h 1425109"/>
                  <a:gd name="connsiteX326" fmla="*/ 3794598 w 11009619"/>
                  <a:gd name="connsiteY326" fmla="*/ 109144 h 1425109"/>
                  <a:gd name="connsiteX327" fmla="*/ 3787608 w 11009619"/>
                  <a:gd name="connsiteY327" fmla="*/ 128657 h 1425109"/>
                  <a:gd name="connsiteX328" fmla="*/ 3780698 w 11009619"/>
                  <a:gd name="connsiteY328" fmla="*/ 139898 h 1425109"/>
                  <a:gd name="connsiteX329" fmla="*/ 3773221 w 11009619"/>
                  <a:gd name="connsiteY329" fmla="*/ 145289 h 1425109"/>
                  <a:gd name="connsiteX330" fmla="*/ 3765784 w 11009619"/>
                  <a:gd name="connsiteY330" fmla="*/ 153867 h 1425109"/>
                  <a:gd name="connsiteX331" fmla="*/ 3758631 w 11009619"/>
                  <a:gd name="connsiteY331" fmla="*/ 163820 h 1425109"/>
                  <a:gd name="connsiteX332" fmla="*/ 3751113 w 11009619"/>
                  <a:gd name="connsiteY332" fmla="*/ 169145 h 1425109"/>
                  <a:gd name="connsiteX333" fmla="*/ 3750787 w 11009619"/>
                  <a:gd name="connsiteY333" fmla="*/ 169473 h 1425109"/>
                  <a:gd name="connsiteX334" fmla="*/ 3735629 w 11009619"/>
                  <a:gd name="connsiteY334" fmla="*/ 184708 h 1425109"/>
                  <a:gd name="connsiteX335" fmla="*/ 3729533 w 11009619"/>
                  <a:gd name="connsiteY335" fmla="*/ 187043 h 1425109"/>
                  <a:gd name="connsiteX336" fmla="*/ 3646993 w 11009619"/>
                  <a:gd name="connsiteY336" fmla="*/ 174689 h 1425109"/>
                  <a:gd name="connsiteX337" fmla="*/ 3557747 w 11009619"/>
                  <a:gd name="connsiteY337" fmla="*/ 163645 h 1425109"/>
                  <a:gd name="connsiteX338" fmla="*/ 3551692 w 11009619"/>
                  <a:gd name="connsiteY338" fmla="*/ 163056 h 1425109"/>
                  <a:gd name="connsiteX339" fmla="*/ 3467161 w 11009619"/>
                  <a:gd name="connsiteY339" fmla="*/ 150964 h 1425109"/>
                  <a:gd name="connsiteX340" fmla="*/ 3377062 w 11009619"/>
                  <a:gd name="connsiteY340" fmla="*/ 130556 h 1425109"/>
                  <a:gd name="connsiteX341" fmla="*/ 3288548 w 11009619"/>
                  <a:gd name="connsiteY341" fmla="*/ 109886 h 1425109"/>
                  <a:gd name="connsiteX342" fmla="*/ 3201172 w 11009619"/>
                  <a:gd name="connsiteY342" fmla="*/ 79875 h 1425109"/>
                  <a:gd name="connsiteX343" fmla="*/ 3199750 w 11009619"/>
                  <a:gd name="connsiteY343" fmla="*/ 79657 h 1425109"/>
                  <a:gd name="connsiteX344" fmla="*/ 3164759 w 11009619"/>
                  <a:gd name="connsiteY344" fmla="*/ 80399 h 1425109"/>
                  <a:gd name="connsiteX345" fmla="*/ 3160411 w 11009619"/>
                  <a:gd name="connsiteY345" fmla="*/ 79220 h 1425109"/>
                  <a:gd name="connsiteX346" fmla="*/ 3129809 w 11009619"/>
                  <a:gd name="connsiteY346" fmla="*/ 69464 h 1425109"/>
                  <a:gd name="connsiteX347" fmla="*/ 3107985 w 11009619"/>
                  <a:gd name="connsiteY347" fmla="*/ 64553 h 1425109"/>
                  <a:gd name="connsiteX348" fmla="*/ 3103067 w 11009619"/>
                  <a:gd name="connsiteY348" fmla="*/ 63745 h 1425109"/>
                  <a:gd name="connsiteX349" fmla="*/ 3102214 w 11009619"/>
                  <a:gd name="connsiteY349" fmla="*/ 63701 h 1425109"/>
                  <a:gd name="connsiteX350" fmla="*/ 3091648 w 11009619"/>
                  <a:gd name="connsiteY350" fmla="*/ 63920 h 1425109"/>
                  <a:gd name="connsiteX351" fmla="*/ 3089818 w 11009619"/>
                  <a:gd name="connsiteY351" fmla="*/ 64334 h 1425109"/>
                  <a:gd name="connsiteX352" fmla="*/ 3079415 w 11009619"/>
                  <a:gd name="connsiteY352" fmla="*/ 70948 h 1425109"/>
                  <a:gd name="connsiteX353" fmla="*/ 3066776 w 11009619"/>
                  <a:gd name="connsiteY353" fmla="*/ 84328 h 1425109"/>
                  <a:gd name="connsiteX354" fmla="*/ 3062102 w 11009619"/>
                  <a:gd name="connsiteY354" fmla="*/ 89020 h 1425109"/>
                  <a:gd name="connsiteX355" fmla="*/ 3058282 w 11009619"/>
                  <a:gd name="connsiteY355" fmla="*/ 94892 h 1425109"/>
                  <a:gd name="connsiteX356" fmla="*/ 3053934 w 11009619"/>
                  <a:gd name="connsiteY356" fmla="*/ 99322 h 1425109"/>
                  <a:gd name="connsiteX357" fmla="*/ 3040238 w 11009619"/>
                  <a:gd name="connsiteY357" fmla="*/ 116369 h 1425109"/>
                  <a:gd name="connsiteX358" fmla="*/ 3015285 w 11009619"/>
                  <a:gd name="connsiteY358" fmla="*/ 141950 h 1425109"/>
                  <a:gd name="connsiteX359" fmla="*/ 2997851 w 11009619"/>
                  <a:gd name="connsiteY359" fmla="*/ 160546 h 1425109"/>
                  <a:gd name="connsiteX360" fmla="*/ 2975295 w 11009619"/>
                  <a:gd name="connsiteY360" fmla="*/ 199921 h 1425109"/>
                  <a:gd name="connsiteX361" fmla="*/ 2951968 w 11009619"/>
                  <a:gd name="connsiteY361" fmla="*/ 238772 h 1425109"/>
                  <a:gd name="connsiteX362" fmla="*/ 2930632 w 11009619"/>
                  <a:gd name="connsiteY362" fmla="*/ 263065 h 1425109"/>
                  <a:gd name="connsiteX363" fmla="*/ 2910759 w 11009619"/>
                  <a:gd name="connsiteY363" fmla="*/ 282622 h 1425109"/>
                  <a:gd name="connsiteX364" fmla="*/ 2893406 w 11009619"/>
                  <a:gd name="connsiteY364" fmla="*/ 285612 h 1425109"/>
                  <a:gd name="connsiteX365" fmla="*/ 2891861 w 11009619"/>
                  <a:gd name="connsiteY365" fmla="*/ 286354 h 1425109"/>
                  <a:gd name="connsiteX366" fmla="*/ 2872964 w 11009619"/>
                  <a:gd name="connsiteY366" fmla="*/ 308639 h 1425109"/>
                  <a:gd name="connsiteX367" fmla="*/ 2856626 w 11009619"/>
                  <a:gd name="connsiteY367" fmla="*/ 346901 h 1425109"/>
                  <a:gd name="connsiteX368" fmla="*/ 2842037 w 11009619"/>
                  <a:gd name="connsiteY368" fmla="*/ 380164 h 1425109"/>
                  <a:gd name="connsiteX369" fmla="*/ 2827406 w 11009619"/>
                  <a:gd name="connsiteY369" fmla="*/ 405592 h 1425109"/>
                  <a:gd name="connsiteX370" fmla="*/ 2812613 w 11009619"/>
                  <a:gd name="connsiteY370" fmla="*/ 426066 h 1425109"/>
                  <a:gd name="connsiteX371" fmla="*/ 2797780 w 11009619"/>
                  <a:gd name="connsiteY371" fmla="*/ 444815 h 1425109"/>
                  <a:gd name="connsiteX372" fmla="*/ 2782905 w 11009619"/>
                  <a:gd name="connsiteY372" fmla="*/ 458085 h 1425109"/>
                  <a:gd name="connsiteX373" fmla="*/ 2767625 w 11009619"/>
                  <a:gd name="connsiteY373" fmla="*/ 467776 h 1425109"/>
                  <a:gd name="connsiteX374" fmla="*/ 2752425 w 11009619"/>
                  <a:gd name="connsiteY374" fmla="*/ 476987 h 1425109"/>
                  <a:gd name="connsiteX375" fmla="*/ 2741778 w 11009619"/>
                  <a:gd name="connsiteY375" fmla="*/ 480195 h 1425109"/>
                  <a:gd name="connsiteX376" fmla="*/ 2733731 w 11009619"/>
                  <a:gd name="connsiteY376" fmla="*/ 480043 h 1425109"/>
                  <a:gd name="connsiteX377" fmla="*/ 2727960 w 11009619"/>
                  <a:gd name="connsiteY377" fmla="*/ 479148 h 1425109"/>
                  <a:gd name="connsiteX378" fmla="*/ 2727229 w 11009619"/>
                  <a:gd name="connsiteY378" fmla="*/ 479082 h 1425109"/>
                  <a:gd name="connsiteX379" fmla="*/ 2722555 w 11009619"/>
                  <a:gd name="connsiteY379" fmla="*/ 479082 h 1425109"/>
                  <a:gd name="connsiteX380" fmla="*/ 2721661 w 11009619"/>
                  <a:gd name="connsiteY380" fmla="*/ 479191 h 1425109"/>
                  <a:gd name="connsiteX381" fmla="*/ 2719223 w 11009619"/>
                  <a:gd name="connsiteY381" fmla="*/ 479715 h 1425109"/>
                  <a:gd name="connsiteX382" fmla="*/ 2640381 w 11009619"/>
                  <a:gd name="connsiteY382" fmla="*/ 478166 h 1425109"/>
                  <a:gd name="connsiteX383" fmla="*/ 2639528 w 11009619"/>
                  <a:gd name="connsiteY383" fmla="*/ 478231 h 1425109"/>
                  <a:gd name="connsiteX384" fmla="*/ 2622377 w 11009619"/>
                  <a:gd name="connsiteY384" fmla="*/ 481112 h 1425109"/>
                  <a:gd name="connsiteX385" fmla="*/ 2620793 w 11009619"/>
                  <a:gd name="connsiteY385" fmla="*/ 481920 h 1425109"/>
                  <a:gd name="connsiteX386" fmla="*/ 2603236 w 11009619"/>
                  <a:gd name="connsiteY386" fmla="*/ 503659 h 1425109"/>
                  <a:gd name="connsiteX387" fmla="*/ 2587549 w 11009619"/>
                  <a:gd name="connsiteY387" fmla="*/ 520815 h 1425109"/>
                  <a:gd name="connsiteX388" fmla="*/ 2581941 w 11009619"/>
                  <a:gd name="connsiteY388" fmla="*/ 523849 h 1425109"/>
                  <a:gd name="connsiteX389" fmla="*/ 2561905 w 11009619"/>
                  <a:gd name="connsiteY389" fmla="*/ 538669 h 1425109"/>
                  <a:gd name="connsiteX390" fmla="*/ 2542073 w 11009619"/>
                  <a:gd name="connsiteY390" fmla="*/ 551503 h 1425109"/>
                  <a:gd name="connsiteX391" fmla="*/ 2522566 w 11009619"/>
                  <a:gd name="connsiteY391" fmla="*/ 566105 h 1425109"/>
                  <a:gd name="connsiteX392" fmla="*/ 2503505 w 11009619"/>
                  <a:gd name="connsiteY392" fmla="*/ 582671 h 1425109"/>
                  <a:gd name="connsiteX393" fmla="*/ 2484445 w 11009619"/>
                  <a:gd name="connsiteY393" fmla="*/ 594610 h 1425109"/>
                  <a:gd name="connsiteX394" fmla="*/ 2465385 w 11009619"/>
                  <a:gd name="connsiteY394" fmla="*/ 604781 h 1425109"/>
                  <a:gd name="connsiteX395" fmla="*/ 2463760 w 11009619"/>
                  <a:gd name="connsiteY395" fmla="*/ 605109 h 1425109"/>
                  <a:gd name="connsiteX396" fmla="*/ 2426452 w 11009619"/>
                  <a:gd name="connsiteY396" fmla="*/ 605545 h 1425109"/>
                  <a:gd name="connsiteX397" fmla="*/ 2424583 w 11009619"/>
                  <a:gd name="connsiteY397" fmla="*/ 606025 h 1425109"/>
                  <a:gd name="connsiteX398" fmla="*/ 2403531 w 11009619"/>
                  <a:gd name="connsiteY398" fmla="*/ 619405 h 1425109"/>
                  <a:gd name="connsiteX399" fmla="*/ 2381464 w 11009619"/>
                  <a:gd name="connsiteY399" fmla="*/ 630428 h 1425109"/>
                  <a:gd name="connsiteX400" fmla="*/ 2358258 w 11009619"/>
                  <a:gd name="connsiteY400" fmla="*/ 639486 h 1425109"/>
                  <a:gd name="connsiteX401" fmla="*/ 2335053 w 11009619"/>
                  <a:gd name="connsiteY401" fmla="*/ 650464 h 1425109"/>
                  <a:gd name="connsiteX402" fmla="*/ 2311238 w 11009619"/>
                  <a:gd name="connsiteY402" fmla="*/ 659959 h 1425109"/>
                  <a:gd name="connsiteX403" fmla="*/ 2310547 w 11009619"/>
                  <a:gd name="connsiteY403" fmla="*/ 660395 h 1425109"/>
                  <a:gd name="connsiteX404" fmla="*/ 2286041 w 11009619"/>
                  <a:gd name="connsiteY404" fmla="*/ 683422 h 1425109"/>
                  <a:gd name="connsiteX405" fmla="*/ 2261129 w 11009619"/>
                  <a:gd name="connsiteY405" fmla="*/ 715660 h 1425109"/>
                  <a:gd name="connsiteX406" fmla="*/ 2235850 w 11009619"/>
                  <a:gd name="connsiteY406" fmla="*/ 747047 h 1425109"/>
                  <a:gd name="connsiteX407" fmla="*/ 2210125 w 11009619"/>
                  <a:gd name="connsiteY407" fmla="*/ 776142 h 1425109"/>
                  <a:gd name="connsiteX408" fmla="*/ 2157456 w 11009619"/>
                  <a:gd name="connsiteY408" fmla="*/ 825535 h 1425109"/>
                  <a:gd name="connsiteX409" fmla="*/ 2130308 w 11009619"/>
                  <a:gd name="connsiteY409" fmla="*/ 847929 h 1425109"/>
                  <a:gd name="connsiteX410" fmla="*/ 2102917 w 11009619"/>
                  <a:gd name="connsiteY410" fmla="*/ 871262 h 1425109"/>
                  <a:gd name="connsiteX411" fmla="*/ 2074997 w 11009619"/>
                  <a:gd name="connsiteY411" fmla="*/ 889967 h 1425109"/>
                  <a:gd name="connsiteX412" fmla="*/ 2046630 w 11009619"/>
                  <a:gd name="connsiteY412" fmla="*/ 906337 h 1425109"/>
                  <a:gd name="connsiteX413" fmla="*/ 2017898 w 11009619"/>
                  <a:gd name="connsiteY413" fmla="*/ 920568 h 1425109"/>
                  <a:gd name="connsiteX414" fmla="*/ 1988678 w 11009619"/>
                  <a:gd name="connsiteY414" fmla="*/ 931219 h 1425109"/>
                  <a:gd name="connsiteX415" fmla="*/ 1958604 w 11009619"/>
                  <a:gd name="connsiteY415" fmla="*/ 939273 h 1425109"/>
                  <a:gd name="connsiteX416" fmla="*/ 1957913 w 11009619"/>
                  <a:gd name="connsiteY416" fmla="*/ 939535 h 1425109"/>
                  <a:gd name="connsiteX417" fmla="*/ 1927189 w 11009619"/>
                  <a:gd name="connsiteY417" fmla="*/ 957018 h 1425109"/>
                  <a:gd name="connsiteX418" fmla="*/ 1895775 w 11009619"/>
                  <a:gd name="connsiteY418" fmla="*/ 973759 h 1425109"/>
                  <a:gd name="connsiteX419" fmla="*/ 1864116 w 11009619"/>
                  <a:gd name="connsiteY419" fmla="*/ 991395 h 1425109"/>
                  <a:gd name="connsiteX420" fmla="*/ 1831482 w 11009619"/>
                  <a:gd name="connsiteY420" fmla="*/ 1003530 h 1425109"/>
                  <a:gd name="connsiteX421" fmla="*/ 1798198 w 11009619"/>
                  <a:gd name="connsiteY421" fmla="*/ 1017281 h 1425109"/>
                  <a:gd name="connsiteX422" fmla="*/ 1764305 w 11009619"/>
                  <a:gd name="connsiteY422" fmla="*/ 1032996 h 1425109"/>
                  <a:gd name="connsiteX423" fmla="*/ 1729801 w 11009619"/>
                  <a:gd name="connsiteY423" fmla="*/ 1047969 h 1425109"/>
                  <a:gd name="connsiteX424" fmla="*/ 1694525 w 11009619"/>
                  <a:gd name="connsiteY424" fmla="*/ 1062135 h 1425109"/>
                  <a:gd name="connsiteX425" fmla="*/ 1658437 w 11009619"/>
                  <a:gd name="connsiteY425" fmla="*/ 1075820 h 1425109"/>
                  <a:gd name="connsiteX426" fmla="*/ 1621414 w 11009619"/>
                  <a:gd name="connsiteY426" fmla="*/ 1091011 h 1425109"/>
                  <a:gd name="connsiteX427" fmla="*/ 1583863 w 11009619"/>
                  <a:gd name="connsiteY427" fmla="*/ 1109127 h 1425109"/>
                  <a:gd name="connsiteX428" fmla="*/ 1545214 w 11009619"/>
                  <a:gd name="connsiteY428" fmla="*/ 1125475 h 1425109"/>
                  <a:gd name="connsiteX429" fmla="*/ 1505631 w 11009619"/>
                  <a:gd name="connsiteY429" fmla="*/ 1146516 h 1425109"/>
                  <a:gd name="connsiteX430" fmla="*/ 1465275 w 11009619"/>
                  <a:gd name="connsiteY430" fmla="*/ 1174061 h 1425109"/>
                  <a:gd name="connsiteX431" fmla="*/ 1424107 w 11009619"/>
                  <a:gd name="connsiteY431" fmla="*/ 1200231 h 1425109"/>
                  <a:gd name="connsiteX432" fmla="*/ 1382004 w 11009619"/>
                  <a:gd name="connsiteY432" fmla="*/ 1225921 h 1425109"/>
                  <a:gd name="connsiteX433" fmla="*/ 1294831 w 11009619"/>
                  <a:gd name="connsiteY433" fmla="*/ 1275533 h 1425109"/>
                  <a:gd name="connsiteX434" fmla="*/ 1249680 w 11009619"/>
                  <a:gd name="connsiteY434" fmla="*/ 1300786 h 1425109"/>
                  <a:gd name="connsiteX435" fmla="*/ 1203554 w 11009619"/>
                  <a:gd name="connsiteY435" fmla="*/ 1325930 h 1425109"/>
                  <a:gd name="connsiteX436" fmla="*/ 1156330 w 11009619"/>
                  <a:gd name="connsiteY436" fmla="*/ 1349743 h 1425109"/>
                  <a:gd name="connsiteX437" fmla="*/ 1107846 w 11009619"/>
                  <a:gd name="connsiteY437" fmla="*/ 1373250 h 1425109"/>
                  <a:gd name="connsiteX438" fmla="*/ 1058225 w 11009619"/>
                  <a:gd name="connsiteY438" fmla="*/ 1398023 h 1425109"/>
                  <a:gd name="connsiteX439" fmla="*/ 1008116 w 11009619"/>
                  <a:gd name="connsiteY439" fmla="*/ 1422011 h 1425109"/>
                  <a:gd name="connsiteX440" fmla="*/ 815442 w 11009619"/>
                  <a:gd name="connsiteY440" fmla="*/ 1419457 h 1425109"/>
                  <a:gd name="connsiteX441" fmla="*/ 428589 w 11009619"/>
                  <a:gd name="connsiteY441" fmla="*/ 1411468 h 1425109"/>
                  <a:gd name="connsiteX442" fmla="*/ 235306 w 11009619"/>
                  <a:gd name="connsiteY442" fmla="*/ 1409286 h 1425109"/>
                  <a:gd name="connsiteX443" fmla="*/ 42184 w 11009619"/>
                  <a:gd name="connsiteY443" fmla="*/ 1407627 h 1425109"/>
                  <a:gd name="connsiteX444" fmla="*/ 40599 w 11009619"/>
                  <a:gd name="connsiteY444" fmla="*/ 1407954 h 1425109"/>
                  <a:gd name="connsiteX445" fmla="*/ 0 w 11009619"/>
                  <a:gd name="connsiteY445" fmla="*/ 1425110 h 1425109"/>
                  <a:gd name="connsiteX446" fmla="*/ 8372 w 11009619"/>
                  <a:gd name="connsiteY446" fmla="*/ 1425110 h 142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Lst>
                <a:rect l="l" t="t" r="r" b="b"/>
                <a:pathLst>
                  <a:path w="11009619" h="1425109">
                    <a:moveTo>
                      <a:pt x="8494" y="1425066"/>
                    </a:moveTo>
                    <a:lnTo>
                      <a:pt x="43078" y="1410399"/>
                    </a:lnTo>
                    <a:lnTo>
                      <a:pt x="235306" y="1411992"/>
                    </a:lnTo>
                    <a:lnTo>
                      <a:pt x="428549" y="1414240"/>
                    </a:lnTo>
                    <a:lnTo>
                      <a:pt x="815401" y="1422229"/>
                    </a:lnTo>
                    <a:lnTo>
                      <a:pt x="1009091" y="1424848"/>
                    </a:lnTo>
                    <a:cubicBezTo>
                      <a:pt x="1009620" y="1424848"/>
                      <a:pt x="1010310" y="1424695"/>
                      <a:pt x="1010839" y="1424477"/>
                    </a:cubicBezTo>
                    <a:lnTo>
                      <a:pt x="1061720" y="1400075"/>
                    </a:lnTo>
                    <a:lnTo>
                      <a:pt x="1111341" y="1375346"/>
                    </a:lnTo>
                    <a:lnTo>
                      <a:pt x="1159825" y="1351795"/>
                    </a:lnTo>
                    <a:lnTo>
                      <a:pt x="1207211" y="1327916"/>
                    </a:lnTo>
                    <a:lnTo>
                      <a:pt x="1253460" y="1302707"/>
                    </a:lnTo>
                    <a:lnTo>
                      <a:pt x="1298611" y="1277454"/>
                    </a:lnTo>
                    <a:lnTo>
                      <a:pt x="1385865" y="1227798"/>
                    </a:lnTo>
                    <a:lnTo>
                      <a:pt x="1428090" y="1202065"/>
                    </a:lnTo>
                    <a:lnTo>
                      <a:pt x="1469380" y="1175851"/>
                    </a:lnTo>
                    <a:lnTo>
                      <a:pt x="1509532" y="1148415"/>
                    </a:lnTo>
                    <a:lnTo>
                      <a:pt x="1548668" y="1127571"/>
                    </a:lnTo>
                    <a:lnTo>
                      <a:pt x="1587276" y="1111266"/>
                    </a:lnTo>
                    <a:lnTo>
                      <a:pt x="1624787" y="1093150"/>
                    </a:lnTo>
                    <a:lnTo>
                      <a:pt x="1661526" y="1078068"/>
                    </a:lnTo>
                    <a:lnTo>
                      <a:pt x="1697614" y="1064361"/>
                    </a:lnTo>
                    <a:lnTo>
                      <a:pt x="1733052" y="1050196"/>
                    </a:lnTo>
                    <a:lnTo>
                      <a:pt x="1767677" y="1035113"/>
                    </a:lnTo>
                    <a:lnTo>
                      <a:pt x="1801490" y="1019442"/>
                    </a:lnTo>
                    <a:lnTo>
                      <a:pt x="1834652" y="1005735"/>
                    </a:lnTo>
                    <a:lnTo>
                      <a:pt x="1867530" y="993425"/>
                    </a:lnTo>
                    <a:lnTo>
                      <a:pt x="1899514" y="975680"/>
                    </a:lnTo>
                    <a:lnTo>
                      <a:pt x="1930929" y="958895"/>
                    </a:lnTo>
                    <a:lnTo>
                      <a:pt x="1961368" y="941565"/>
                    </a:lnTo>
                    <a:lnTo>
                      <a:pt x="1991279" y="933576"/>
                    </a:lnTo>
                    <a:lnTo>
                      <a:pt x="2021108" y="922707"/>
                    </a:lnTo>
                    <a:lnTo>
                      <a:pt x="2050288" y="908258"/>
                    </a:lnTo>
                    <a:lnTo>
                      <a:pt x="2078980" y="891735"/>
                    </a:lnTo>
                    <a:lnTo>
                      <a:pt x="2107144" y="872877"/>
                    </a:lnTo>
                    <a:lnTo>
                      <a:pt x="2134738" y="849435"/>
                    </a:lnTo>
                    <a:lnTo>
                      <a:pt x="2161886" y="826954"/>
                    </a:lnTo>
                    <a:lnTo>
                      <a:pt x="2214758" y="777386"/>
                    </a:lnTo>
                    <a:lnTo>
                      <a:pt x="2240565" y="748138"/>
                    </a:lnTo>
                    <a:lnTo>
                      <a:pt x="2265965" y="716708"/>
                    </a:lnTo>
                    <a:lnTo>
                      <a:pt x="2290714" y="684623"/>
                    </a:lnTo>
                    <a:lnTo>
                      <a:pt x="2314814" y="662032"/>
                    </a:lnTo>
                    <a:lnTo>
                      <a:pt x="2338345" y="652647"/>
                    </a:lnTo>
                    <a:lnTo>
                      <a:pt x="2361550" y="641668"/>
                    </a:lnTo>
                    <a:lnTo>
                      <a:pt x="2384837" y="632567"/>
                    </a:lnTo>
                    <a:lnTo>
                      <a:pt x="2407351" y="621326"/>
                    </a:lnTo>
                    <a:lnTo>
                      <a:pt x="2427874" y="608317"/>
                    </a:lnTo>
                    <a:lnTo>
                      <a:pt x="2464450" y="607837"/>
                    </a:lnTo>
                    <a:cubicBezTo>
                      <a:pt x="2464694" y="607837"/>
                      <a:pt x="2464938" y="607837"/>
                      <a:pt x="2465141" y="607793"/>
                    </a:cubicBezTo>
                    <a:lnTo>
                      <a:pt x="2467661" y="607357"/>
                    </a:lnTo>
                    <a:cubicBezTo>
                      <a:pt x="2468067" y="607248"/>
                      <a:pt x="2468393" y="607139"/>
                      <a:pt x="2468636" y="606986"/>
                    </a:cubicBezTo>
                    <a:lnTo>
                      <a:pt x="2488306" y="596487"/>
                    </a:lnTo>
                    <a:lnTo>
                      <a:pt x="2507732" y="584286"/>
                    </a:lnTo>
                    <a:lnTo>
                      <a:pt x="2526873" y="567654"/>
                    </a:lnTo>
                    <a:lnTo>
                      <a:pt x="2546177" y="553227"/>
                    </a:lnTo>
                    <a:lnTo>
                      <a:pt x="2565969" y="540371"/>
                    </a:lnTo>
                    <a:lnTo>
                      <a:pt x="2585842" y="525660"/>
                    </a:lnTo>
                    <a:lnTo>
                      <a:pt x="2591491" y="522670"/>
                    </a:lnTo>
                    <a:cubicBezTo>
                      <a:pt x="2591735" y="522517"/>
                      <a:pt x="2591897" y="522408"/>
                      <a:pt x="2592019" y="522255"/>
                    </a:cubicBezTo>
                    <a:lnTo>
                      <a:pt x="2607910" y="504816"/>
                    </a:lnTo>
                    <a:lnTo>
                      <a:pt x="2625060" y="483557"/>
                    </a:lnTo>
                    <a:lnTo>
                      <a:pt x="2640747" y="480938"/>
                    </a:lnTo>
                    <a:lnTo>
                      <a:pt x="2719670" y="482487"/>
                    </a:lnTo>
                    <a:cubicBezTo>
                      <a:pt x="2720117" y="482487"/>
                      <a:pt x="2720361" y="482487"/>
                      <a:pt x="2720726" y="482378"/>
                    </a:cubicBezTo>
                    <a:lnTo>
                      <a:pt x="2723165" y="481854"/>
                    </a:lnTo>
                    <a:lnTo>
                      <a:pt x="2727025" y="481854"/>
                    </a:lnTo>
                    <a:lnTo>
                      <a:pt x="2733040" y="482771"/>
                    </a:lnTo>
                    <a:lnTo>
                      <a:pt x="2742428" y="482989"/>
                    </a:lnTo>
                    <a:cubicBezTo>
                      <a:pt x="2742875" y="482989"/>
                      <a:pt x="2743322" y="482946"/>
                      <a:pt x="2743729" y="482771"/>
                    </a:cubicBezTo>
                    <a:lnTo>
                      <a:pt x="2755352" y="479322"/>
                    </a:lnTo>
                    <a:cubicBezTo>
                      <a:pt x="2755595" y="479257"/>
                      <a:pt x="2755839" y="479148"/>
                      <a:pt x="2756042" y="478995"/>
                    </a:cubicBezTo>
                    <a:lnTo>
                      <a:pt x="2771567" y="469610"/>
                    </a:lnTo>
                    <a:lnTo>
                      <a:pt x="2787091" y="459700"/>
                    </a:lnTo>
                    <a:lnTo>
                      <a:pt x="2802413" y="446102"/>
                    </a:lnTo>
                    <a:lnTo>
                      <a:pt x="2817449" y="427135"/>
                    </a:lnTo>
                    <a:lnTo>
                      <a:pt x="2832324" y="406465"/>
                    </a:lnTo>
                    <a:lnTo>
                      <a:pt x="2847035" y="380885"/>
                    </a:lnTo>
                    <a:lnTo>
                      <a:pt x="2861625" y="347534"/>
                    </a:lnTo>
                    <a:lnTo>
                      <a:pt x="2877841" y="309534"/>
                    </a:lnTo>
                    <a:lnTo>
                      <a:pt x="2896047" y="288122"/>
                    </a:lnTo>
                    <a:lnTo>
                      <a:pt x="2913319" y="285132"/>
                    </a:lnTo>
                    <a:cubicBezTo>
                      <a:pt x="2913888" y="285023"/>
                      <a:pt x="2914457" y="284804"/>
                      <a:pt x="2914742" y="284499"/>
                    </a:cubicBezTo>
                    <a:lnTo>
                      <a:pt x="2935224" y="264353"/>
                    </a:lnTo>
                    <a:lnTo>
                      <a:pt x="2956763" y="239842"/>
                    </a:lnTo>
                    <a:lnTo>
                      <a:pt x="2980172" y="200838"/>
                    </a:lnTo>
                    <a:lnTo>
                      <a:pt x="3002605" y="161681"/>
                    </a:lnTo>
                    <a:lnTo>
                      <a:pt x="3019918" y="143303"/>
                    </a:lnTo>
                    <a:lnTo>
                      <a:pt x="3044912" y="117613"/>
                    </a:lnTo>
                    <a:lnTo>
                      <a:pt x="3052999" y="107747"/>
                    </a:lnTo>
                    <a:lnTo>
                      <a:pt x="3058607" y="100610"/>
                    </a:lnTo>
                    <a:lnTo>
                      <a:pt x="3063037" y="96070"/>
                    </a:lnTo>
                    <a:lnTo>
                      <a:pt x="3066857" y="90199"/>
                    </a:lnTo>
                    <a:lnTo>
                      <a:pt x="3083722" y="72563"/>
                    </a:lnTo>
                    <a:lnTo>
                      <a:pt x="3093111" y="66692"/>
                    </a:lnTo>
                    <a:lnTo>
                      <a:pt x="3102173" y="66539"/>
                    </a:lnTo>
                    <a:lnTo>
                      <a:pt x="3106481" y="67237"/>
                    </a:lnTo>
                    <a:lnTo>
                      <a:pt x="3127777" y="71974"/>
                    </a:lnTo>
                    <a:lnTo>
                      <a:pt x="3158175" y="81730"/>
                    </a:lnTo>
                    <a:lnTo>
                      <a:pt x="3163296" y="83062"/>
                    </a:lnTo>
                    <a:cubicBezTo>
                      <a:pt x="3163621" y="83171"/>
                      <a:pt x="3164068" y="83214"/>
                      <a:pt x="3164475" y="83214"/>
                    </a:cubicBezTo>
                    <a:lnTo>
                      <a:pt x="3199303" y="82472"/>
                    </a:lnTo>
                    <a:lnTo>
                      <a:pt x="3286354" y="112375"/>
                    </a:lnTo>
                    <a:lnTo>
                      <a:pt x="3375234" y="133153"/>
                    </a:lnTo>
                    <a:lnTo>
                      <a:pt x="3465617" y="153627"/>
                    </a:lnTo>
                    <a:lnTo>
                      <a:pt x="3550717" y="165828"/>
                    </a:lnTo>
                    <a:lnTo>
                      <a:pt x="3556854" y="166417"/>
                    </a:lnTo>
                    <a:lnTo>
                      <a:pt x="3645896" y="177396"/>
                    </a:lnTo>
                    <a:lnTo>
                      <a:pt x="3729574" y="189924"/>
                    </a:lnTo>
                    <a:cubicBezTo>
                      <a:pt x="3730305" y="190033"/>
                      <a:pt x="3730996" y="189968"/>
                      <a:pt x="3731565" y="189706"/>
                    </a:cubicBezTo>
                    <a:lnTo>
                      <a:pt x="3739002" y="186890"/>
                    </a:lnTo>
                    <a:cubicBezTo>
                      <a:pt x="3739287" y="186781"/>
                      <a:pt x="3739531" y="186629"/>
                      <a:pt x="3739734" y="186476"/>
                    </a:cubicBezTo>
                    <a:lnTo>
                      <a:pt x="3755258" y="170913"/>
                    </a:lnTo>
                    <a:lnTo>
                      <a:pt x="3762777" y="165588"/>
                    </a:lnTo>
                    <a:cubicBezTo>
                      <a:pt x="3762777" y="165588"/>
                      <a:pt x="3763102" y="165217"/>
                      <a:pt x="3763183" y="165151"/>
                    </a:cubicBezTo>
                    <a:lnTo>
                      <a:pt x="3770579" y="154980"/>
                    </a:lnTo>
                    <a:lnTo>
                      <a:pt x="3777610" y="146773"/>
                    </a:lnTo>
                    <a:lnTo>
                      <a:pt x="3785088" y="141448"/>
                    </a:lnTo>
                    <a:cubicBezTo>
                      <a:pt x="3785088" y="141448"/>
                      <a:pt x="3785331" y="141186"/>
                      <a:pt x="3785372" y="141077"/>
                    </a:cubicBezTo>
                    <a:lnTo>
                      <a:pt x="3792606" y="129356"/>
                    </a:lnTo>
                    <a:lnTo>
                      <a:pt x="3799596" y="109908"/>
                    </a:lnTo>
                    <a:cubicBezTo>
                      <a:pt x="3799596" y="109908"/>
                      <a:pt x="3799800" y="109646"/>
                      <a:pt x="3799800" y="109537"/>
                    </a:cubicBezTo>
                    <a:lnTo>
                      <a:pt x="3806871" y="90570"/>
                    </a:lnTo>
                    <a:lnTo>
                      <a:pt x="3827963" y="4290"/>
                    </a:lnTo>
                    <a:lnTo>
                      <a:pt x="3828491" y="3067"/>
                    </a:lnTo>
                    <a:lnTo>
                      <a:pt x="3829142" y="2893"/>
                    </a:lnTo>
                    <a:lnTo>
                      <a:pt x="3834831" y="4115"/>
                    </a:lnTo>
                    <a:lnTo>
                      <a:pt x="3854135" y="7323"/>
                    </a:lnTo>
                    <a:cubicBezTo>
                      <a:pt x="3854460" y="7433"/>
                      <a:pt x="3854866" y="7433"/>
                      <a:pt x="3855273" y="7389"/>
                    </a:cubicBezTo>
                    <a:lnTo>
                      <a:pt x="3901440" y="3395"/>
                    </a:lnTo>
                    <a:lnTo>
                      <a:pt x="3979185" y="23584"/>
                    </a:lnTo>
                    <a:lnTo>
                      <a:pt x="4056238" y="38339"/>
                    </a:lnTo>
                    <a:lnTo>
                      <a:pt x="4131910" y="45847"/>
                    </a:lnTo>
                    <a:lnTo>
                      <a:pt x="4206687" y="44778"/>
                    </a:lnTo>
                    <a:lnTo>
                      <a:pt x="4281262" y="38383"/>
                    </a:lnTo>
                    <a:lnTo>
                      <a:pt x="4357259" y="41198"/>
                    </a:lnTo>
                    <a:lnTo>
                      <a:pt x="4436181" y="54316"/>
                    </a:lnTo>
                    <a:lnTo>
                      <a:pt x="4454835" y="60602"/>
                    </a:lnTo>
                    <a:cubicBezTo>
                      <a:pt x="4454835" y="60602"/>
                      <a:pt x="4455282" y="60711"/>
                      <a:pt x="4455526" y="60755"/>
                    </a:cubicBezTo>
                    <a:lnTo>
                      <a:pt x="4464264" y="61933"/>
                    </a:lnTo>
                    <a:lnTo>
                      <a:pt x="4471213" y="65338"/>
                    </a:lnTo>
                    <a:lnTo>
                      <a:pt x="4482389" y="71363"/>
                    </a:lnTo>
                    <a:lnTo>
                      <a:pt x="4502872" y="80050"/>
                    </a:lnTo>
                    <a:lnTo>
                      <a:pt x="4518965" y="86117"/>
                    </a:lnTo>
                    <a:lnTo>
                      <a:pt x="4524451" y="89959"/>
                    </a:lnTo>
                    <a:lnTo>
                      <a:pt x="4525427" y="93429"/>
                    </a:lnTo>
                    <a:cubicBezTo>
                      <a:pt x="4525427" y="93429"/>
                      <a:pt x="4525508" y="93691"/>
                      <a:pt x="4525630" y="93800"/>
                    </a:cubicBezTo>
                    <a:lnTo>
                      <a:pt x="4531279" y="100457"/>
                    </a:lnTo>
                    <a:lnTo>
                      <a:pt x="4601464" y="148519"/>
                    </a:lnTo>
                    <a:lnTo>
                      <a:pt x="4692457" y="204526"/>
                    </a:lnTo>
                    <a:lnTo>
                      <a:pt x="4773006" y="240911"/>
                    </a:lnTo>
                    <a:lnTo>
                      <a:pt x="4781134" y="244796"/>
                    </a:lnTo>
                    <a:lnTo>
                      <a:pt x="4868144" y="276183"/>
                    </a:lnTo>
                    <a:lnTo>
                      <a:pt x="4953772" y="299428"/>
                    </a:lnTo>
                    <a:lnTo>
                      <a:pt x="5039563" y="337363"/>
                    </a:lnTo>
                    <a:lnTo>
                      <a:pt x="5123282" y="360433"/>
                    </a:lnTo>
                    <a:lnTo>
                      <a:pt x="5205334" y="372700"/>
                    </a:lnTo>
                    <a:lnTo>
                      <a:pt x="5286695" y="380688"/>
                    </a:lnTo>
                    <a:lnTo>
                      <a:pt x="5367244" y="382282"/>
                    </a:lnTo>
                    <a:lnTo>
                      <a:pt x="5446736" y="378135"/>
                    </a:lnTo>
                    <a:lnTo>
                      <a:pt x="5525821" y="380055"/>
                    </a:lnTo>
                    <a:lnTo>
                      <a:pt x="5605475" y="393217"/>
                    </a:lnTo>
                    <a:lnTo>
                      <a:pt x="5685536" y="395290"/>
                    </a:lnTo>
                    <a:lnTo>
                      <a:pt x="5765678" y="389550"/>
                    </a:lnTo>
                    <a:lnTo>
                      <a:pt x="5846349" y="381714"/>
                    </a:lnTo>
                    <a:lnTo>
                      <a:pt x="5926328" y="365301"/>
                    </a:lnTo>
                    <a:lnTo>
                      <a:pt x="6006389" y="356308"/>
                    </a:lnTo>
                    <a:lnTo>
                      <a:pt x="6086531" y="353863"/>
                    </a:lnTo>
                    <a:lnTo>
                      <a:pt x="6166714" y="349236"/>
                    </a:lnTo>
                    <a:lnTo>
                      <a:pt x="6246978" y="340615"/>
                    </a:lnTo>
                    <a:lnTo>
                      <a:pt x="6327161" y="326056"/>
                    </a:lnTo>
                    <a:lnTo>
                      <a:pt x="6407912" y="309861"/>
                    </a:lnTo>
                    <a:lnTo>
                      <a:pt x="6488664" y="293928"/>
                    </a:lnTo>
                    <a:lnTo>
                      <a:pt x="6571041" y="279544"/>
                    </a:lnTo>
                    <a:lnTo>
                      <a:pt x="6645941" y="272669"/>
                    </a:lnTo>
                    <a:lnTo>
                      <a:pt x="6740307" y="264244"/>
                    </a:lnTo>
                    <a:lnTo>
                      <a:pt x="6826423" y="255993"/>
                    </a:lnTo>
                    <a:lnTo>
                      <a:pt x="6913352" y="251562"/>
                    </a:lnTo>
                    <a:lnTo>
                      <a:pt x="6999671" y="242941"/>
                    </a:lnTo>
                    <a:lnTo>
                      <a:pt x="7084406" y="235956"/>
                    </a:lnTo>
                    <a:lnTo>
                      <a:pt x="7166458" y="230936"/>
                    </a:lnTo>
                    <a:lnTo>
                      <a:pt x="7244649" y="234822"/>
                    </a:lnTo>
                    <a:cubicBezTo>
                      <a:pt x="7245421" y="234822"/>
                      <a:pt x="7246356" y="234669"/>
                      <a:pt x="7246803" y="234341"/>
                    </a:cubicBezTo>
                    <a:lnTo>
                      <a:pt x="7247128" y="234123"/>
                    </a:lnTo>
                    <a:lnTo>
                      <a:pt x="7255663" y="235891"/>
                    </a:lnTo>
                    <a:lnTo>
                      <a:pt x="7320727" y="252457"/>
                    </a:lnTo>
                    <a:lnTo>
                      <a:pt x="7321703" y="252719"/>
                    </a:lnTo>
                    <a:lnTo>
                      <a:pt x="7326457" y="263436"/>
                    </a:lnTo>
                    <a:lnTo>
                      <a:pt x="7338853" y="314859"/>
                    </a:lnTo>
                    <a:lnTo>
                      <a:pt x="7347103" y="339633"/>
                    </a:lnTo>
                    <a:lnTo>
                      <a:pt x="7356653" y="373464"/>
                    </a:lnTo>
                    <a:lnTo>
                      <a:pt x="7368276" y="403999"/>
                    </a:lnTo>
                    <a:lnTo>
                      <a:pt x="7380793" y="428947"/>
                    </a:lnTo>
                    <a:lnTo>
                      <a:pt x="7393311" y="451646"/>
                    </a:lnTo>
                    <a:lnTo>
                      <a:pt x="7405909" y="472491"/>
                    </a:lnTo>
                    <a:cubicBezTo>
                      <a:pt x="7405909" y="472491"/>
                      <a:pt x="7406112" y="472709"/>
                      <a:pt x="7406193" y="472818"/>
                    </a:cubicBezTo>
                    <a:lnTo>
                      <a:pt x="7418873" y="482989"/>
                    </a:lnTo>
                    <a:cubicBezTo>
                      <a:pt x="7419076" y="483142"/>
                      <a:pt x="7419361" y="483295"/>
                      <a:pt x="7419686" y="483404"/>
                    </a:cubicBezTo>
                    <a:lnTo>
                      <a:pt x="8005186" y="673208"/>
                    </a:lnTo>
                    <a:cubicBezTo>
                      <a:pt x="8005674" y="673360"/>
                      <a:pt x="8006283" y="673426"/>
                      <a:pt x="8006771" y="673360"/>
                    </a:cubicBezTo>
                    <a:lnTo>
                      <a:pt x="8094879" y="667445"/>
                    </a:lnTo>
                    <a:lnTo>
                      <a:pt x="8113533" y="666594"/>
                    </a:lnTo>
                    <a:lnTo>
                      <a:pt x="8133161" y="673579"/>
                    </a:lnTo>
                    <a:lnTo>
                      <a:pt x="8154091" y="686151"/>
                    </a:lnTo>
                    <a:cubicBezTo>
                      <a:pt x="8154091" y="686151"/>
                      <a:pt x="8154497" y="686369"/>
                      <a:pt x="8154701" y="686413"/>
                    </a:cubicBezTo>
                    <a:lnTo>
                      <a:pt x="9588317" y="1134555"/>
                    </a:lnTo>
                    <a:lnTo>
                      <a:pt x="9634931" y="1145534"/>
                    </a:lnTo>
                    <a:lnTo>
                      <a:pt x="9682074" y="1152824"/>
                    </a:lnTo>
                    <a:lnTo>
                      <a:pt x="9730111" y="1159066"/>
                    </a:lnTo>
                    <a:lnTo>
                      <a:pt x="9778918" y="1166727"/>
                    </a:lnTo>
                    <a:lnTo>
                      <a:pt x="9828946" y="1178514"/>
                    </a:lnTo>
                    <a:lnTo>
                      <a:pt x="9933229" y="1212192"/>
                    </a:lnTo>
                    <a:lnTo>
                      <a:pt x="9986996" y="1228933"/>
                    </a:lnTo>
                    <a:lnTo>
                      <a:pt x="10042062" y="1246307"/>
                    </a:lnTo>
                    <a:lnTo>
                      <a:pt x="10098308" y="1263092"/>
                    </a:lnTo>
                    <a:lnTo>
                      <a:pt x="10155854" y="1279462"/>
                    </a:lnTo>
                    <a:lnTo>
                      <a:pt x="10400020" y="1353213"/>
                    </a:lnTo>
                    <a:lnTo>
                      <a:pt x="10464922" y="1373687"/>
                    </a:lnTo>
                    <a:lnTo>
                      <a:pt x="10531287" y="1394204"/>
                    </a:lnTo>
                    <a:cubicBezTo>
                      <a:pt x="10531694" y="1394356"/>
                      <a:pt x="10532059" y="1394422"/>
                      <a:pt x="10532466" y="1394422"/>
                    </a:cubicBezTo>
                    <a:lnTo>
                      <a:pt x="10728228" y="1395906"/>
                    </a:lnTo>
                    <a:lnTo>
                      <a:pt x="10924072" y="1397761"/>
                    </a:lnTo>
                    <a:lnTo>
                      <a:pt x="11009620" y="1398831"/>
                    </a:lnTo>
                    <a:lnTo>
                      <a:pt x="11009620" y="1395993"/>
                    </a:lnTo>
                    <a:lnTo>
                      <a:pt x="10924194" y="1394924"/>
                    </a:lnTo>
                    <a:lnTo>
                      <a:pt x="10728350" y="1393069"/>
                    </a:lnTo>
                    <a:lnTo>
                      <a:pt x="10533278" y="1391563"/>
                    </a:lnTo>
                    <a:lnTo>
                      <a:pt x="10467401" y="1371220"/>
                    </a:lnTo>
                    <a:lnTo>
                      <a:pt x="10402499" y="1350747"/>
                    </a:lnTo>
                    <a:lnTo>
                      <a:pt x="10158212" y="1276995"/>
                    </a:lnTo>
                    <a:lnTo>
                      <a:pt x="10100666" y="1260582"/>
                    </a:lnTo>
                    <a:lnTo>
                      <a:pt x="10044501" y="1243841"/>
                    </a:lnTo>
                    <a:lnTo>
                      <a:pt x="9989434" y="1226467"/>
                    </a:lnTo>
                    <a:lnTo>
                      <a:pt x="9935748" y="1209791"/>
                    </a:lnTo>
                    <a:lnTo>
                      <a:pt x="9883038" y="1192636"/>
                    </a:lnTo>
                    <a:lnTo>
                      <a:pt x="9831141" y="1175960"/>
                    </a:lnTo>
                    <a:lnTo>
                      <a:pt x="9780544" y="1164086"/>
                    </a:lnTo>
                    <a:lnTo>
                      <a:pt x="9731329" y="1156316"/>
                    </a:lnTo>
                    <a:lnTo>
                      <a:pt x="9683293" y="1150139"/>
                    </a:lnTo>
                    <a:lnTo>
                      <a:pt x="9636557" y="1142893"/>
                    </a:lnTo>
                    <a:lnTo>
                      <a:pt x="9590512" y="1132023"/>
                    </a:lnTo>
                    <a:lnTo>
                      <a:pt x="8157505" y="684077"/>
                    </a:lnTo>
                    <a:lnTo>
                      <a:pt x="8136657" y="671505"/>
                    </a:lnTo>
                    <a:cubicBezTo>
                      <a:pt x="8136657" y="671505"/>
                      <a:pt x="8136372" y="671330"/>
                      <a:pt x="8136169" y="671287"/>
                    </a:cubicBezTo>
                    <a:lnTo>
                      <a:pt x="8115443" y="663997"/>
                    </a:lnTo>
                    <a:cubicBezTo>
                      <a:pt x="8114955" y="663822"/>
                      <a:pt x="8114467" y="663735"/>
                      <a:pt x="8113857" y="663778"/>
                    </a:cubicBezTo>
                    <a:lnTo>
                      <a:pt x="8094310" y="664630"/>
                    </a:lnTo>
                    <a:lnTo>
                      <a:pt x="8007015" y="670545"/>
                    </a:lnTo>
                    <a:lnTo>
                      <a:pt x="7422693" y="481112"/>
                    </a:lnTo>
                    <a:lnTo>
                      <a:pt x="7410583" y="471356"/>
                    </a:lnTo>
                    <a:lnTo>
                      <a:pt x="7398065" y="450795"/>
                    </a:lnTo>
                    <a:lnTo>
                      <a:pt x="7385548" y="428205"/>
                    </a:lnTo>
                    <a:lnTo>
                      <a:pt x="7373153" y="403366"/>
                    </a:lnTo>
                    <a:lnTo>
                      <a:pt x="7361652" y="372940"/>
                    </a:lnTo>
                    <a:lnTo>
                      <a:pt x="7352020" y="339196"/>
                    </a:lnTo>
                    <a:lnTo>
                      <a:pt x="7343892" y="314423"/>
                    </a:lnTo>
                    <a:lnTo>
                      <a:pt x="7331375" y="262890"/>
                    </a:lnTo>
                    <a:lnTo>
                      <a:pt x="7326295" y="251322"/>
                    </a:lnTo>
                    <a:cubicBezTo>
                      <a:pt x="7326092" y="250886"/>
                      <a:pt x="7325482" y="250515"/>
                      <a:pt x="7324791" y="250362"/>
                    </a:cubicBezTo>
                    <a:lnTo>
                      <a:pt x="7257532" y="233250"/>
                    </a:lnTo>
                    <a:lnTo>
                      <a:pt x="7247128" y="231111"/>
                    </a:lnTo>
                    <a:cubicBezTo>
                      <a:pt x="7246153" y="230893"/>
                      <a:pt x="7244934" y="231067"/>
                      <a:pt x="7244324" y="231548"/>
                    </a:cubicBezTo>
                    <a:lnTo>
                      <a:pt x="7243633" y="231919"/>
                    </a:lnTo>
                    <a:lnTo>
                      <a:pt x="7166255" y="228143"/>
                    </a:lnTo>
                    <a:lnTo>
                      <a:pt x="7083593" y="233097"/>
                    </a:lnTo>
                    <a:lnTo>
                      <a:pt x="6998655" y="240125"/>
                    </a:lnTo>
                    <a:lnTo>
                      <a:pt x="6912539" y="248747"/>
                    </a:lnTo>
                    <a:lnTo>
                      <a:pt x="6825610" y="253178"/>
                    </a:lnTo>
                    <a:lnTo>
                      <a:pt x="6739291" y="261384"/>
                    </a:lnTo>
                    <a:lnTo>
                      <a:pt x="6654069" y="269002"/>
                    </a:lnTo>
                    <a:lnTo>
                      <a:pt x="6569741" y="276794"/>
                    </a:lnTo>
                    <a:lnTo>
                      <a:pt x="6486998" y="291221"/>
                    </a:lnTo>
                    <a:lnTo>
                      <a:pt x="6406124" y="307220"/>
                    </a:lnTo>
                    <a:lnTo>
                      <a:pt x="6325372" y="323372"/>
                    </a:lnTo>
                    <a:lnTo>
                      <a:pt x="6245596" y="337821"/>
                    </a:lnTo>
                    <a:lnTo>
                      <a:pt x="6165820" y="346442"/>
                    </a:lnTo>
                    <a:lnTo>
                      <a:pt x="6086043" y="351026"/>
                    </a:lnTo>
                    <a:lnTo>
                      <a:pt x="6005658" y="353471"/>
                    </a:lnTo>
                    <a:lnTo>
                      <a:pt x="5924784" y="362594"/>
                    </a:lnTo>
                    <a:lnTo>
                      <a:pt x="5844804" y="379051"/>
                    </a:lnTo>
                    <a:lnTo>
                      <a:pt x="5764744" y="386778"/>
                    </a:lnTo>
                    <a:lnTo>
                      <a:pt x="5685171" y="392518"/>
                    </a:lnTo>
                    <a:lnTo>
                      <a:pt x="5606207" y="390488"/>
                    </a:lnTo>
                    <a:lnTo>
                      <a:pt x="5526431" y="377327"/>
                    </a:lnTo>
                    <a:lnTo>
                      <a:pt x="5446451" y="375297"/>
                    </a:lnTo>
                    <a:lnTo>
                      <a:pt x="5366878" y="379444"/>
                    </a:lnTo>
                    <a:lnTo>
                      <a:pt x="5287020" y="377894"/>
                    </a:lnTo>
                    <a:lnTo>
                      <a:pt x="5206269" y="369906"/>
                    </a:lnTo>
                    <a:lnTo>
                      <a:pt x="5125029" y="357814"/>
                    </a:lnTo>
                    <a:lnTo>
                      <a:pt x="5042164" y="335005"/>
                    </a:lnTo>
                    <a:lnTo>
                      <a:pt x="4956292" y="297071"/>
                    </a:lnTo>
                    <a:lnTo>
                      <a:pt x="4870501" y="273738"/>
                    </a:lnTo>
                    <a:lnTo>
                      <a:pt x="4784060" y="242570"/>
                    </a:lnTo>
                    <a:lnTo>
                      <a:pt x="4695790" y="202496"/>
                    </a:lnTo>
                    <a:lnTo>
                      <a:pt x="4607438" y="148192"/>
                    </a:lnTo>
                    <a:lnTo>
                      <a:pt x="4535424" y="99017"/>
                    </a:lnTo>
                    <a:lnTo>
                      <a:pt x="4530222" y="92796"/>
                    </a:lnTo>
                    <a:lnTo>
                      <a:pt x="4529206" y="89173"/>
                    </a:lnTo>
                    <a:cubicBezTo>
                      <a:pt x="4529125" y="88911"/>
                      <a:pt x="4528963" y="88693"/>
                      <a:pt x="4528678" y="88540"/>
                    </a:cubicBezTo>
                    <a:lnTo>
                      <a:pt x="4522582" y="84218"/>
                    </a:lnTo>
                    <a:cubicBezTo>
                      <a:pt x="4522582" y="84218"/>
                      <a:pt x="4522216" y="84000"/>
                      <a:pt x="4522054" y="83956"/>
                    </a:cubicBezTo>
                    <a:lnTo>
                      <a:pt x="4505676" y="77780"/>
                    </a:lnTo>
                    <a:lnTo>
                      <a:pt x="4485518" y="69245"/>
                    </a:lnTo>
                    <a:lnTo>
                      <a:pt x="4474505" y="63287"/>
                    </a:lnTo>
                    <a:lnTo>
                      <a:pt x="4466987" y="59598"/>
                    </a:lnTo>
                    <a:cubicBezTo>
                      <a:pt x="4466702" y="59445"/>
                      <a:pt x="4466336" y="59336"/>
                      <a:pt x="4465889" y="59271"/>
                    </a:cubicBezTo>
                    <a:lnTo>
                      <a:pt x="4456948" y="58048"/>
                    </a:lnTo>
                    <a:lnTo>
                      <a:pt x="4438376" y="51806"/>
                    </a:lnTo>
                    <a:cubicBezTo>
                      <a:pt x="4438376" y="51806"/>
                      <a:pt x="4437970" y="51697"/>
                      <a:pt x="4437807" y="51653"/>
                    </a:cubicBezTo>
                    <a:lnTo>
                      <a:pt x="4357990" y="38426"/>
                    </a:lnTo>
                    <a:lnTo>
                      <a:pt x="4280896" y="35611"/>
                    </a:lnTo>
                    <a:lnTo>
                      <a:pt x="4206078" y="42006"/>
                    </a:lnTo>
                    <a:lnTo>
                      <a:pt x="4132113" y="43032"/>
                    </a:lnTo>
                    <a:lnTo>
                      <a:pt x="4057417" y="35611"/>
                    </a:lnTo>
                    <a:lnTo>
                      <a:pt x="3980973" y="20965"/>
                    </a:lnTo>
                    <a:lnTo>
                      <a:pt x="3902781" y="666"/>
                    </a:lnTo>
                    <a:cubicBezTo>
                      <a:pt x="3902334" y="557"/>
                      <a:pt x="3901806" y="514"/>
                      <a:pt x="3901278" y="557"/>
                    </a:cubicBezTo>
                    <a:lnTo>
                      <a:pt x="3854948" y="4552"/>
                    </a:lnTo>
                    <a:lnTo>
                      <a:pt x="3836294" y="1452"/>
                    </a:lnTo>
                    <a:lnTo>
                      <a:pt x="3829873" y="121"/>
                    </a:lnTo>
                    <a:cubicBezTo>
                      <a:pt x="3829304" y="-32"/>
                      <a:pt x="3828735" y="-32"/>
                      <a:pt x="3828126" y="77"/>
                    </a:cubicBezTo>
                    <a:lnTo>
                      <a:pt x="3825362" y="666"/>
                    </a:lnTo>
                    <a:cubicBezTo>
                      <a:pt x="3824549" y="819"/>
                      <a:pt x="3823980" y="1147"/>
                      <a:pt x="3823777" y="1627"/>
                    </a:cubicBezTo>
                    <a:lnTo>
                      <a:pt x="3822802" y="3744"/>
                    </a:lnTo>
                    <a:lnTo>
                      <a:pt x="3808903" y="61672"/>
                    </a:lnTo>
                    <a:lnTo>
                      <a:pt x="3802116" y="88780"/>
                    </a:lnTo>
                    <a:lnTo>
                      <a:pt x="3794801" y="108817"/>
                    </a:lnTo>
                    <a:cubicBezTo>
                      <a:pt x="3794801" y="108817"/>
                      <a:pt x="3794638" y="109079"/>
                      <a:pt x="3794598" y="109144"/>
                    </a:cubicBezTo>
                    <a:lnTo>
                      <a:pt x="3787608" y="128657"/>
                    </a:lnTo>
                    <a:lnTo>
                      <a:pt x="3780698" y="139898"/>
                    </a:lnTo>
                    <a:lnTo>
                      <a:pt x="3773221" y="145289"/>
                    </a:lnTo>
                    <a:lnTo>
                      <a:pt x="3765784" y="153867"/>
                    </a:lnTo>
                    <a:lnTo>
                      <a:pt x="3758631" y="163820"/>
                    </a:lnTo>
                    <a:lnTo>
                      <a:pt x="3751113" y="169145"/>
                    </a:lnTo>
                    <a:cubicBezTo>
                      <a:pt x="3751113" y="169145"/>
                      <a:pt x="3750828" y="169407"/>
                      <a:pt x="3750787" y="169473"/>
                    </a:cubicBezTo>
                    <a:lnTo>
                      <a:pt x="3735629" y="184708"/>
                    </a:lnTo>
                    <a:lnTo>
                      <a:pt x="3729533" y="187043"/>
                    </a:lnTo>
                    <a:lnTo>
                      <a:pt x="3646993" y="174689"/>
                    </a:lnTo>
                    <a:lnTo>
                      <a:pt x="3557747" y="163645"/>
                    </a:lnTo>
                    <a:lnTo>
                      <a:pt x="3551692" y="163056"/>
                    </a:lnTo>
                    <a:lnTo>
                      <a:pt x="3467161" y="150964"/>
                    </a:lnTo>
                    <a:lnTo>
                      <a:pt x="3377062" y="130556"/>
                    </a:lnTo>
                    <a:lnTo>
                      <a:pt x="3288548" y="109886"/>
                    </a:lnTo>
                    <a:lnTo>
                      <a:pt x="3201172" y="79875"/>
                    </a:lnTo>
                    <a:cubicBezTo>
                      <a:pt x="3200725" y="79722"/>
                      <a:pt x="3200238" y="79657"/>
                      <a:pt x="3199750" y="79657"/>
                    </a:cubicBezTo>
                    <a:lnTo>
                      <a:pt x="3164759" y="80399"/>
                    </a:lnTo>
                    <a:lnTo>
                      <a:pt x="3160411" y="79220"/>
                    </a:lnTo>
                    <a:lnTo>
                      <a:pt x="3129809" y="69464"/>
                    </a:lnTo>
                    <a:lnTo>
                      <a:pt x="3107985" y="64553"/>
                    </a:lnTo>
                    <a:lnTo>
                      <a:pt x="3103067" y="63745"/>
                    </a:lnTo>
                    <a:cubicBezTo>
                      <a:pt x="3102783" y="63701"/>
                      <a:pt x="3102458" y="63701"/>
                      <a:pt x="3102214" y="63701"/>
                    </a:cubicBezTo>
                    <a:lnTo>
                      <a:pt x="3091648" y="63920"/>
                    </a:lnTo>
                    <a:cubicBezTo>
                      <a:pt x="3090957" y="63920"/>
                      <a:pt x="3090307" y="64072"/>
                      <a:pt x="3089818" y="64334"/>
                    </a:cubicBezTo>
                    <a:lnTo>
                      <a:pt x="3079415" y="70948"/>
                    </a:lnTo>
                    <a:lnTo>
                      <a:pt x="3066776" y="84328"/>
                    </a:lnTo>
                    <a:lnTo>
                      <a:pt x="3062102" y="89020"/>
                    </a:lnTo>
                    <a:lnTo>
                      <a:pt x="3058282" y="94892"/>
                    </a:lnTo>
                    <a:lnTo>
                      <a:pt x="3053934" y="99322"/>
                    </a:lnTo>
                    <a:lnTo>
                      <a:pt x="3040238" y="116369"/>
                    </a:lnTo>
                    <a:lnTo>
                      <a:pt x="3015285" y="141950"/>
                    </a:lnTo>
                    <a:lnTo>
                      <a:pt x="2997851" y="160546"/>
                    </a:lnTo>
                    <a:lnTo>
                      <a:pt x="2975295" y="199921"/>
                    </a:lnTo>
                    <a:lnTo>
                      <a:pt x="2951968" y="238772"/>
                    </a:lnTo>
                    <a:lnTo>
                      <a:pt x="2930632" y="263065"/>
                    </a:lnTo>
                    <a:lnTo>
                      <a:pt x="2910759" y="282622"/>
                    </a:lnTo>
                    <a:lnTo>
                      <a:pt x="2893406" y="285612"/>
                    </a:lnTo>
                    <a:cubicBezTo>
                      <a:pt x="2892715" y="285721"/>
                      <a:pt x="2892186" y="285983"/>
                      <a:pt x="2891861" y="286354"/>
                    </a:cubicBezTo>
                    <a:lnTo>
                      <a:pt x="2872964" y="308639"/>
                    </a:lnTo>
                    <a:lnTo>
                      <a:pt x="2856626" y="346901"/>
                    </a:lnTo>
                    <a:lnTo>
                      <a:pt x="2842037" y="380164"/>
                    </a:lnTo>
                    <a:lnTo>
                      <a:pt x="2827406" y="405592"/>
                    </a:lnTo>
                    <a:lnTo>
                      <a:pt x="2812613" y="426066"/>
                    </a:lnTo>
                    <a:lnTo>
                      <a:pt x="2797780" y="444815"/>
                    </a:lnTo>
                    <a:lnTo>
                      <a:pt x="2782905" y="458085"/>
                    </a:lnTo>
                    <a:lnTo>
                      <a:pt x="2767625" y="467776"/>
                    </a:lnTo>
                    <a:lnTo>
                      <a:pt x="2752425" y="476987"/>
                    </a:lnTo>
                    <a:lnTo>
                      <a:pt x="2741778" y="480195"/>
                    </a:lnTo>
                    <a:lnTo>
                      <a:pt x="2733731" y="480043"/>
                    </a:lnTo>
                    <a:lnTo>
                      <a:pt x="2727960" y="479148"/>
                    </a:lnTo>
                    <a:cubicBezTo>
                      <a:pt x="2727716" y="479082"/>
                      <a:pt x="2727391" y="479039"/>
                      <a:pt x="2727229" y="479082"/>
                    </a:cubicBezTo>
                    <a:lnTo>
                      <a:pt x="2722555" y="479082"/>
                    </a:lnTo>
                    <a:cubicBezTo>
                      <a:pt x="2722271" y="479082"/>
                      <a:pt x="2721945" y="479148"/>
                      <a:pt x="2721661" y="479191"/>
                    </a:cubicBezTo>
                    <a:lnTo>
                      <a:pt x="2719223" y="479715"/>
                    </a:lnTo>
                    <a:lnTo>
                      <a:pt x="2640381" y="478166"/>
                    </a:lnTo>
                    <a:cubicBezTo>
                      <a:pt x="2640137" y="478166"/>
                      <a:pt x="2639812" y="478166"/>
                      <a:pt x="2639528" y="478231"/>
                    </a:cubicBezTo>
                    <a:lnTo>
                      <a:pt x="2622377" y="481112"/>
                    </a:lnTo>
                    <a:cubicBezTo>
                      <a:pt x="2621687" y="481221"/>
                      <a:pt x="2621077" y="481549"/>
                      <a:pt x="2620793" y="481920"/>
                    </a:cubicBezTo>
                    <a:lnTo>
                      <a:pt x="2603236" y="503659"/>
                    </a:lnTo>
                    <a:lnTo>
                      <a:pt x="2587549" y="520815"/>
                    </a:lnTo>
                    <a:lnTo>
                      <a:pt x="2581941" y="523849"/>
                    </a:lnTo>
                    <a:lnTo>
                      <a:pt x="2561905" y="538669"/>
                    </a:lnTo>
                    <a:lnTo>
                      <a:pt x="2542073" y="551503"/>
                    </a:lnTo>
                    <a:lnTo>
                      <a:pt x="2522566" y="566105"/>
                    </a:lnTo>
                    <a:lnTo>
                      <a:pt x="2503505" y="582671"/>
                    </a:lnTo>
                    <a:lnTo>
                      <a:pt x="2484445" y="594610"/>
                    </a:lnTo>
                    <a:lnTo>
                      <a:pt x="2465385" y="604781"/>
                    </a:lnTo>
                    <a:lnTo>
                      <a:pt x="2463760" y="605109"/>
                    </a:lnTo>
                    <a:lnTo>
                      <a:pt x="2426452" y="605545"/>
                    </a:lnTo>
                    <a:cubicBezTo>
                      <a:pt x="2425721" y="605589"/>
                      <a:pt x="2425070" y="605764"/>
                      <a:pt x="2424583" y="606025"/>
                    </a:cubicBezTo>
                    <a:lnTo>
                      <a:pt x="2403531" y="619405"/>
                    </a:lnTo>
                    <a:lnTo>
                      <a:pt x="2381464" y="630428"/>
                    </a:lnTo>
                    <a:lnTo>
                      <a:pt x="2358258" y="639486"/>
                    </a:lnTo>
                    <a:lnTo>
                      <a:pt x="2335053" y="650464"/>
                    </a:lnTo>
                    <a:lnTo>
                      <a:pt x="2311238" y="659959"/>
                    </a:lnTo>
                    <a:cubicBezTo>
                      <a:pt x="2310994" y="660068"/>
                      <a:pt x="2310750" y="660221"/>
                      <a:pt x="2310547" y="660395"/>
                    </a:cubicBezTo>
                    <a:lnTo>
                      <a:pt x="2286041" y="683422"/>
                    </a:lnTo>
                    <a:lnTo>
                      <a:pt x="2261129" y="715660"/>
                    </a:lnTo>
                    <a:lnTo>
                      <a:pt x="2235850" y="747047"/>
                    </a:lnTo>
                    <a:lnTo>
                      <a:pt x="2210125" y="776142"/>
                    </a:lnTo>
                    <a:lnTo>
                      <a:pt x="2157456" y="825535"/>
                    </a:lnTo>
                    <a:lnTo>
                      <a:pt x="2130308" y="847929"/>
                    </a:lnTo>
                    <a:lnTo>
                      <a:pt x="2102917" y="871262"/>
                    </a:lnTo>
                    <a:lnTo>
                      <a:pt x="2074997" y="889967"/>
                    </a:lnTo>
                    <a:lnTo>
                      <a:pt x="2046630" y="906337"/>
                    </a:lnTo>
                    <a:lnTo>
                      <a:pt x="2017898" y="920568"/>
                    </a:lnTo>
                    <a:lnTo>
                      <a:pt x="1988678" y="931219"/>
                    </a:lnTo>
                    <a:lnTo>
                      <a:pt x="1958604" y="939273"/>
                    </a:lnTo>
                    <a:cubicBezTo>
                      <a:pt x="1958361" y="939339"/>
                      <a:pt x="1958116" y="939426"/>
                      <a:pt x="1957913" y="939535"/>
                    </a:cubicBezTo>
                    <a:lnTo>
                      <a:pt x="1927189" y="957018"/>
                    </a:lnTo>
                    <a:lnTo>
                      <a:pt x="1895775" y="973759"/>
                    </a:lnTo>
                    <a:lnTo>
                      <a:pt x="1864116" y="991395"/>
                    </a:lnTo>
                    <a:lnTo>
                      <a:pt x="1831482" y="1003530"/>
                    </a:lnTo>
                    <a:lnTo>
                      <a:pt x="1798198" y="1017281"/>
                    </a:lnTo>
                    <a:lnTo>
                      <a:pt x="1764305" y="1032996"/>
                    </a:lnTo>
                    <a:lnTo>
                      <a:pt x="1729801" y="1047969"/>
                    </a:lnTo>
                    <a:lnTo>
                      <a:pt x="1694525" y="1062135"/>
                    </a:lnTo>
                    <a:lnTo>
                      <a:pt x="1658437" y="1075820"/>
                    </a:lnTo>
                    <a:lnTo>
                      <a:pt x="1621414" y="1091011"/>
                    </a:lnTo>
                    <a:lnTo>
                      <a:pt x="1583863" y="1109127"/>
                    </a:lnTo>
                    <a:lnTo>
                      <a:pt x="1545214" y="1125475"/>
                    </a:lnTo>
                    <a:lnTo>
                      <a:pt x="1505631" y="1146516"/>
                    </a:lnTo>
                    <a:lnTo>
                      <a:pt x="1465275" y="1174061"/>
                    </a:lnTo>
                    <a:lnTo>
                      <a:pt x="1424107" y="1200231"/>
                    </a:lnTo>
                    <a:lnTo>
                      <a:pt x="1382004" y="1225921"/>
                    </a:lnTo>
                    <a:lnTo>
                      <a:pt x="1294831" y="1275533"/>
                    </a:lnTo>
                    <a:lnTo>
                      <a:pt x="1249680" y="1300786"/>
                    </a:lnTo>
                    <a:lnTo>
                      <a:pt x="1203554" y="1325930"/>
                    </a:lnTo>
                    <a:lnTo>
                      <a:pt x="1156330" y="1349743"/>
                    </a:lnTo>
                    <a:lnTo>
                      <a:pt x="1107846" y="1373250"/>
                    </a:lnTo>
                    <a:lnTo>
                      <a:pt x="1058225" y="1398023"/>
                    </a:lnTo>
                    <a:lnTo>
                      <a:pt x="1008116" y="1422011"/>
                    </a:lnTo>
                    <a:lnTo>
                      <a:pt x="815442" y="1419457"/>
                    </a:lnTo>
                    <a:lnTo>
                      <a:pt x="428589" y="1411468"/>
                    </a:lnTo>
                    <a:lnTo>
                      <a:pt x="235306" y="1409286"/>
                    </a:lnTo>
                    <a:lnTo>
                      <a:pt x="42184" y="1407627"/>
                    </a:lnTo>
                    <a:cubicBezTo>
                      <a:pt x="41737" y="1407736"/>
                      <a:pt x="41046" y="1407736"/>
                      <a:pt x="40599" y="1407954"/>
                    </a:cubicBezTo>
                    <a:lnTo>
                      <a:pt x="0" y="1425110"/>
                    </a:lnTo>
                    <a:lnTo>
                      <a:pt x="8372" y="14251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6" name="Freeform: Shape 395">
                <a:extLst>
                  <a:ext uri="{FF2B5EF4-FFF2-40B4-BE49-F238E27FC236}">
                    <a16:creationId xmlns:a16="http://schemas.microsoft.com/office/drawing/2014/main" id="{D17DDB5F-841F-4230-9A34-E5A7636434C5}"/>
                  </a:ext>
                </a:extLst>
              </p:cNvPr>
              <p:cNvSpPr/>
              <p:nvPr/>
            </p:nvSpPr>
            <p:spPr>
              <a:xfrm>
                <a:off x="6540470" y="6089745"/>
                <a:ext cx="37112" cy="222128"/>
              </a:xfrm>
              <a:custGeom>
                <a:avLst/>
                <a:gdLst>
                  <a:gd name="connsiteX0" fmla="*/ 34553 w 37112"/>
                  <a:gd name="connsiteY0" fmla="*/ 222129 h 222128"/>
                  <a:gd name="connsiteX1" fmla="*/ 32399 w 37112"/>
                  <a:gd name="connsiteY1" fmla="*/ 221430 h 222128"/>
                  <a:gd name="connsiteX2" fmla="*/ 27523 w 37112"/>
                  <a:gd name="connsiteY2" fmla="*/ 217109 h 222128"/>
                  <a:gd name="connsiteX3" fmla="*/ 27238 w 37112"/>
                  <a:gd name="connsiteY3" fmla="*/ 216781 h 222128"/>
                  <a:gd name="connsiteX4" fmla="*/ 22361 w 37112"/>
                  <a:gd name="connsiteY4" fmla="*/ 207505 h 222128"/>
                  <a:gd name="connsiteX5" fmla="*/ 18216 w 37112"/>
                  <a:gd name="connsiteY5" fmla="*/ 186289 h 222128"/>
                  <a:gd name="connsiteX6" fmla="*/ 14762 w 37112"/>
                  <a:gd name="connsiteY6" fmla="*/ 160927 h 222128"/>
                  <a:gd name="connsiteX7" fmla="*/ 10291 w 37112"/>
                  <a:gd name="connsiteY7" fmla="*/ 100489 h 222128"/>
                  <a:gd name="connsiteX8" fmla="*/ 8219 w 37112"/>
                  <a:gd name="connsiteY8" fmla="*/ 89358 h 222128"/>
                  <a:gd name="connsiteX9" fmla="*/ 4073 w 37112"/>
                  <a:gd name="connsiteY9" fmla="*/ 48542 h 222128"/>
                  <a:gd name="connsiteX10" fmla="*/ 2001 w 37112"/>
                  <a:gd name="connsiteY10" fmla="*/ 20997 h 222128"/>
                  <a:gd name="connsiteX11" fmla="*/ 9 w 37112"/>
                  <a:gd name="connsiteY11" fmla="*/ 1484 h 222128"/>
                  <a:gd name="connsiteX12" fmla="*/ 2407 w 37112"/>
                  <a:gd name="connsiteY12" fmla="*/ 44 h 222128"/>
                  <a:gd name="connsiteX13" fmla="*/ 2610 w 37112"/>
                  <a:gd name="connsiteY13" fmla="*/ 0 h 222128"/>
                  <a:gd name="connsiteX14" fmla="*/ 5089 w 37112"/>
                  <a:gd name="connsiteY14" fmla="*/ 1331 h 222128"/>
                  <a:gd name="connsiteX15" fmla="*/ 7162 w 37112"/>
                  <a:gd name="connsiteY15" fmla="*/ 20888 h 222128"/>
                  <a:gd name="connsiteX16" fmla="*/ 9153 w 37112"/>
                  <a:gd name="connsiteY16" fmla="*/ 48389 h 222128"/>
                  <a:gd name="connsiteX17" fmla="*/ 13299 w 37112"/>
                  <a:gd name="connsiteY17" fmla="*/ 89140 h 222128"/>
                  <a:gd name="connsiteX18" fmla="*/ 15371 w 37112"/>
                  <a:gd name="connsiteY18" fmla="*/ 100271 h 222128"/>
                  <a:gd name="connsiteX19" fmla="*/ 19842 w 37112"/>
                  <a:gd name="connsiteY19" fmla="*/ 160752 h 222128"/>
                  <a:gd name="connsiteX20" fmla="*/ 23296 w 37112"/>
                  <a:gd name="connsiteY20" fmla="*/ 186006 h 222128"/>
                  <a:gd name="connsiteX21" fmla="*/ 27360 w 37112"/>
                  <a:gd name="connsiteY21" fmla="*/ 206959 h 222128"/>
                  <a:gd name="connsiteX22" fmla="*/ 32034 w 37112"/>
                  <a:gd name="connsiteY22" fmla="*/ 215799 h 222128"/>
                  <a:gd name="connsiteX23" fmla="*/ 36707 w 37112"/>
                  <a:gd name="connsiteY23" fmla="*/ 219902 h 222128"/>
                  <a:gd name="connsiteX24" fmla="*/ 35894 w 37112"/>
                  <a:gd name="connsiteY24" fmla="*/ 221823 h 222128"/>
                  <a:gd name="connsiteX25" fmla="*/ 34594 w 37112"/>
                  <a:gd name="connsiteY25" fmla="*/ 222085 h 22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112" h="222128">
                    <a:moveTo>
                      <a:pt x="34553" y="222129"/>
                    </a:moveTo>
                    <a:cubicBezTo>
                      <a:pt x="33659" y="222129"/>
                      <a:pt x="32887" y="221867"/>
                      <a:pt x="32399" y="221430"/>
                    </a:cubicBezTo>
                    <a:lnTo>
                      <a:pt x="27523" y="217109"/>
                    </a:lnTo>
                    <a:cubicBezTo>
                      <a:pt x="27523" y="217109"/>
                      <a:pt x="27238" y="216890"/>
                      <a:pt x="27238" y="216781"/>
                    </a:cubicBezTo>
                    <a:lnTo>
                      <a:pt x="22361" y="207505"/>
                    </a:lnTo>
                    <a:lnTo>
                      <a:pt x="18216" y="186289"/>
                    </a:lnTo>
                    <a:lnTo>
                      <a:pt x="14762" y="160927"/>
                    </a:lnTo>
                    <a:lnTo>
                      <a:pt x="10291" y="100489"/>
                    </a:lnTo>
                    <a:lnTo>
                      <a:pt x="8219" y="89358"/>
                    </a:lnTo>
                    <a:lnTo>
                      <a:pt x="4073" y="48542"/>
                    </a:lnTo>
                    <a:lnTo>
                      <a:pt x="2001" y="20997"/>
                    </a:lnTo>
                    <a:lnTo>
                      <a:pt x="9" y="1484"/>
                    </a:lnTo>
                    <a:cubicBezTo>
                      <a:pt x="-113" y="742"/>
                      <a:pt x="985" y="44"/>
                      <a:pt x="2407" y="44"/>
                    </a:cubicBezTo>
                    <a:cubicBezTo>
                      <a:pt x="2407" y="44"/>
                      <a:pt x="2488" y="28"/>
                      <a:pt x="2610" y="0"/>
                    </a:cubicBezTo>
                    <a:cubicBezTo>
                      <a:pt x="3911" y="0"/>
                      <a:pt x="5089" y="589"/>
                      <a:pt x="5089" y="1331"/>
                    </a:cubicBezTo>
                    <a:lnTo>
                      <a:pt x="7162" y="20888"/>
                    </a:lnTo>
                    <a:lnTo>
                      <a:pt x="9153" y="48389"/>
                    </a:lnTo>
                    <a:lnTo>
                      <a:pt x="13299" y="89140"/>
                    </a:lnTo>
                    <a:lnTo>
                      <a:pt x="15371" y="100271"/>
                    </a:lnTo>
                    <a:lnTo>
                      <a:pt x="19842" y="160752"/>
                    </a:lnTo>
                    <a:lnTo>
                      <a:pt x="23296" y="186006"/>
                    </a:lnTo>
                    <a:lnTo>
                      <a:pt x="27360" y="206959"/>
                    </a:lnTo>
                    <a:lnTo>
                      <a:pt x="32034" y="215799"/>
                    </a:lnTo>
                    <a:lnTo>
                      <a:pt x="36707" y="219902"/>
                    </a:lnTo>
                    <a:cubicBezTo>
                      <a:pt x="37479" y="220535"/>
                      <a:pt x="37114" y="221452"/>
                      <a:pt x="35894" y="221823"/>
                    </a:cubicBezTo>
                    <a:cubicBezTo>
                      <a:pt x="35488" y="221976"/>
                      <a:pt x="35000" y="222085"/>
                      <a:pt x="34594" y="22208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7" name="Freeform: Shape 396">
                <a:extLst>
                  <a:ext uri="{FF2B5EF4-FFF2-40B4-BE49-F238E27FC236}">
                    <a16:creationId xmlns:a16="http://schemas.microsoft.com/office/drawing/2014/main" id="{50146E90-70A8-4489-8456-746DF2E0AA62}"/>
                  </a:ext>
                </a:extLst>
              </p:cNvPr>
              <p:cNvSpPr/>
              <p:nvPr/>
            </p:nvSpPr>
            <p:spPr>
              <a:xfrm>
                <a:off x="0" y="6427838"/>
                <a:ext cx="3899709" cy="141064"/>
              </a:xfrm>
              <a:custGeom>
                <a:avLst/>
                <a:gdLst>
                  <a:gd name="connsiteX0" fmla="*/ 3898920 w 3899709"/>
                  <a:gd name="connsiteY0" fmla="*/ 19011 h 141064"/>
                  <a:gd name="connsiteX1" fmla="*/ 3895303 w 3899709"/>
                  <a:gd name="connsiteY1" fmla="*/ 19076 h 141064"/>
                  <a:gd name="connsiteX2" fmla="*/ 3895303 w 3899709"/>
                  <a:gd name="connsiteY2" fmla="*/ 19120 h 141064"/>
                  <a:gd name="connsiteX3" fmla="*/ 3865433 w 3899709"/>
                  <a:gd name="connsiteY3" fmla="*/ 19076 h 141064"/>
                  <a:gd name="connsiteX4" fmla="*/ 3714455 w 3899709"/>
                  <a:gd name="connsiteY4" fmla="*/ 16894 h 141064"/>
                  <a:gd name="connsiteX5" fmla="*/ 3563518 w 3899709"/>
                  <a:gd name="connsiteY5" fmla="*/ 14013 h 141064"/>
                  <a:gd name="connsiteX6" fmla="*/ 3412744 w 3899709"/>
                  <a:gd name="connsiteY6" fmla="*/ 10804 h 141064"/>
                  <a:gd name="connsiteX7" fmla="*/ 3261888 w 3899709"/>
                  <a:gd name="connsiteY7" fmla="*/ 5893 h 141064"/>
                  <a:gd name="connsiteX8" fmla="*/ 3111155 w 3899709"/>
                  <a:gd name="connsiteY8" fmla="*/ 6482 h 141064"/>
                  <a:gd name="connsiteX9" fmla="*/ 2960624 w 3899709"/>
                  <a:gd name="connsiteY9" fmla="*/ 7705 h 141064"/>
                  <a:gd name="connsiteX10" fmla="*/ 2810215 w 3899709"/>
                  <a:gd name="connsiteY10" fmla="*/ 6221 h 141064"/>
                  <a:gd name="connsiteX11" fmla="*/ 2659726 w 3899709"/>
                  <a:gd name="connsiteY11" fmla="*/ 1855 h 141064"/>
                  <a:gd name="connsiteX12" fmla="*/ 2509154 w 3899709"/>
                  <a:gd name="connsiteY12" fmla="*/ 0 h 141064"/>
                  <a:gd name="connsiteX13" fmla="*/ 2208500 w 3899709"/>
                  <a:gd name="connsiteY13" fmla="*/ 14231 h 141064"/>
                  <a:gd name="connsiteX14" fmla="*/ 2058294 w 3899709"/>
                  <a:gd name="connsiteY14" fmla="*/ 18116 h 141064"/>
                  <a:gd name="connsiteX15" fmla="*/ 2057197 w 3899709"/>
                  <a:gd name="connsiteY15" fmla="*/ 18269 h 141064"/>
                  <a:gd name="connsiteX16" fmla="*/ 2015663 w 3899709"/>
                  <a:gd name="connsiteY16" fmla="*/ 30579 h 141064"/>
                  <a:gd name="connsiteX17" fmla="*/ 1973844 w 3899709"/>
                  <a:gd name="connsiteY17" fmla="*/ 42562 h 141064"/>
                  <a:gd name="connsiteX18" fmla="*/ 1821241 w 3899709"/>
                  <a:gd name="connsiteY18" fmla="*/ 46600 h 141064"/>
                  <a:gd name="connsiteX19" fmla="*/ 1668231 w 3899709"/>
                  <a:gd name="connsiteY19" fmla="*/ 52624 h 141064"/>
                  <a:gd name="connsiteX20" fmla="*/ 1515344 w 3899709"/>
                  <a:gd name="connsiteY20" fmla="*/ 56727 h 141064"/>
                  <a:gd name="connsiteX21" fmla="*/ 1362456 w 3899709"/>
                  <a:gd name="connsiteY21" fmla="*/ 61616 h 141064"/>
                  <a:gd name="connsiteX22" fmla="*/ 1361562 w 3899709"/>
                  <a:gd name="connsiteY22" fmla="*/ 61725 h 141064"/>
                  <a:gd name="connsiteX23" fmla="*/ 1312753 w 3899709"/>
                  <a:gd name="connsiteY23" fmla="*/ 74036 h 141064"/>
                  <a:gd name="connsiteX24" fmla="*/ 1159053 w 3899709"/>
                  <a:gd name="connsiteY24" fmla="*/ 77070 h 141064"/>
                  <a:gd name="connsiteX25" fmla="*/ 1004905 w 3899709"/>
                  <a:gd name="connsiteY25" fmla="*/ 79470 h 141064"/>
                  <a:gd name="connsiteX26" fmla="*/ 850758 w 3899709"/>
                  <a:gd name="connsiteY26" fmla="*/ 81391 h 141064"/>
                  <a:gd name="connsiteX27" fmla="*/ 696773 w 3899709"/>
                  <a:gd name="connsiteY27" fmla="*/ 85189 h 141064"/>
                  <a:gd name="connsiteX28" fmla="*/ 542869 w 3899709"/>
                  <a:gd name="connsiteY28" fmla="*/ 88223 h 141064"/>
                  <a:gd name="connsiteX29" fmla="*/ 542138 w 3899709"/>
                  <a:gd name="connsiteY29" fmla="*/ 88267 h 141064"/>
                  <a:gd name="connsiteX30" fmla="*/ 484348 w 3899709"/>
                  <a:gd name="connsiteY30" fmla="*/ 98700 h 141064"/>
                  <a:gd name="connsiteX31" fmla="*/ 425663 w 3899709"/>
                  <a:gd name="connsiteY31" fmla="*/ 108783 h 141064"/>
                  <a:gd name="connsiteX32" fmla="*/ 269159 w 3899709"/>
                  <a:gd name="connsiteY32" fmla="*/ 109897 h 141064"/>
                  <a:gd name="connsiteX33" fmla="*/ 268468 w 3899709"/>
                  <a:gd name="connsiteY33" fmla="*/ 109940 h 141064"/>
                  <a:gd name="connsiteX34" fmla="*/ 206736 w 3899709"/>
                  <a:gd name="connsiteY34" fmla="*/ 120286 h 141064"/>
                  <a:gd name="connsiteX35" fmla="*/ 79898 w 3899709"/>
                  <a:gd name="connsiteY35" fmla="*/ 138249 h 141064"/>
                  <a:gd name="connsiteX36" fmla="*/ 0 w 3899709"/>
                  <a:gd name="connsiteY36" fmla="*/ 138249 h 141064"/>
                  <a:gd name="connsiteX37" fmla="*/ 0 w 3899709"/>
                  <a:gd name="connsiteY37" fmla="*/ 141065 h 141064"/>
                  <a:gd name="connsiteX38" fmla="*/ 80670 w 3899709"/>
                  <a:gd name="connsiteY38" fmla="*/ 141021 h 141064"/>
                  <a:gd name="connsiteX39" fmla="*/ 145044 w 3899709"/>
                  <a:gd name="connsiteY39" fmla="*/ 132029 h 141064"/>
                  <a:gd name="connsiteX40" fmla="*/ 208199 w 3899709"/>
                  <a:gd name="connsiteY40" fmla="*/ 123014 h 141064"/>
                  <a:gd name="connsiteX41" fmla="*/ 269728 w 3899709"/>
                  <a:gd name="connsiteY41" fmla="*/ 112690 h 141064"/>
                  <a:gd name="connsiteX42" fmla="*/ 426232 w 3899709"/>
                  <a:gd name="connsiteY42" fmla="*/ 111577 h 141064"/>
                  <a:gd name="connsiteX43" fmla="*/ 426923 w 3899709"/>
                  <a:gd name="connsiteY43" fmla="*/ 111512 h 141064"/>
                  <a:gd name="connsiteX44" fmla="*/ 486014 w 3899709"/>
                  <a:gd name="connsiteY44" fmla="*/ 101450 h 141064"/>
                  <a:gd name="connsiteX45" fmla="*/ 543519 w 3899709"/>
                  <a:gd name="connsiteY45" fmla="*/ 91060 h 141064"/>
                  <a:gd name="connsiteX46" fmla="*/ 697098 w 3899709"/>
                  <a:gd name="connsiteY46" fmla="*/ 88026 h 141064"/>
                  <a:gd name="connsiteX47" fmla="*/ 851083 w 3899709"/>
                  <a:gd name="connsiteY47" fmla="*/ 84250 h 141064"/>
                  <a:gd name="connsiteX48" fmla="*/ 1005109 w 3899709"/>
                  <a:gd name="connsiteY48" fmla="*/ 82330 h 141064"/>
                  <a:gd name="connsiteX49" fmla="*/ 1159297 w 3899709"/>
                  <a:gd name="connsiteY49" fmla="*/ 79929 h 141064"/>
                  <a:gd name="connsiteX50" fmla="*/ 1313525 w 3899709"/>
                  <a:gd name="connsiteY50" fmla="*/ 76829 h 141064"/>
                  <a:gd name="connsiteX51" fmla="*/ 1314501 w 3899709"/>
                  <a:gd name="connsiteY51" fmla="*/ 76720 h 141064"/>
                  <a:gd name="connsiteX52" fmla="*/ 1363309 w 3899709"/>
                  <a:gd name="connsiteY52" fmla="*/ 64410 h 141064"/>
                  <a:gd name="connsiteX53" fmla="*/ 1515669 w 3899709"/>
                  <a:gd name="connsiteY53" fmla="*/ 59565 h 141064"/>
                  <a:gd name="connsiteX54" fmla="*/ 1668597 w 3899709"/>
                  <a:gd name="connsiteY54" fmla="*/ 55418 h 141064"/>
                  <a:gd name="connsiteX55" fmla="*/ 1821607 w 3899709"/>
                  <a:gd name="connsiteY55" fmla="*/ 49393 h 141064"/>
                  <a:gd name="connsiteX56" fmla="*/ 1974698 w 3899709"/>
                  <a:gd name="connsiteY56" fmla="*/ 45356 h 141064"/>
                  <a:gd name="connsiteX57" fmla="*/ 1975754 w 3899709"/>
                  <a:gd name="connsiteY57" fmla="*/ 45203 h 141064"/>
                  <a:gd name="connsiteX58" fmla="*/ 2018142 w 3899709"/>
                  <a:gd name="connsiteY58" fmla="*/ 33111 h 141064"/>
                  <a:gd name="connsiteX59" fmla="*/ 2059148 w 3899709"/>
                  <a:gd name="connsiteY59" fmla="*/ 20953 h 141064"/>
                  <a:gd name="connsiteX60" fmla="*/ 2208906 w 3899709"/>
                  <a:gd name="connsiteY60" fmla="*/ 17068 h 141064"/>
                  <a:gd name="connsiteX61" fmla="*/ 2509358 w 3899709"/>
                  <a:gd name="connsiteY61" fmla="*/ 2837 h 141064"/>
                  <a:gd name="connsiteX62" fmla="*/ 2659644 w 3899709"/>
                  <a:gd name="connsiteY62" fmla="*/ 4649 h 141064"/>
                  <a:gd name="connsiteX63" fmla="*/ 2810053 w 3899709"/>
                  <a:gd name="connsiteY63" fmla="*/ 9080 h 141064"/>
                  <a:gd name="connsiteX64" fmla="*/ 2960665 w 3899709"/>
                  <a:gd name="connsiteY64" fmla="*/ 10564 h 141064"/>
                  <a:gd name="connsiteX65" fmla="*/ 3111236 w 3899709"/>
                  <a:gd name="connsiteY65" fmla="*/ 9342 h 141064"/>
                  <a:gd name="connsiteX66" fmla="*/ 3261807 w 3899709"/>
                  <a:gd name="connsiteY66" fmla="*/ 8752 h 141064"/>
                  <a:gd name="connsiteX67" fmla="*/ 3412541 w 3899709"/>
                  <a:gd name="connsiteY67" fmla="*/ 13642 h 141064"/>
                  <a:gd name="connsiteX68" fmla="*/ 3563397 w 3899709"/>
                  <a:gd name="connsiteY68" fmla="*/ 16785 h 141064"/>
                  <a:gd name="connsiteX69" fmla="*/ 3714293 w 3899709"/>
                  <a:gd name="connsiteY69" fmla="*/ 19709 h 141064"/>
                  <a:gd name="connsiteX70" fmla="*/ 3865352 w 3899709"/>
                  <a:gd name="connsiteY70" fmla="*/ 21892 h 141064"/>
                  <a:gd name="connsiteX71" fmla="*/ 3896360 w 3899709"/>
                  <a:gd name="connsiteY71" fmla="*/ 21936 h 141064"/>
                  <a:gd name="connsiteX72" fmla="*/ 3896360 w 3899709"/>
                  <a:gd name="connsiteY72" fmla="*/ 21936 h 141064"/>
                  <a:gd name="connsiteX73" fmla="*/ 3898270 w 3899709"/>
                  <a:gd name="connsiteY73" fmla="*/ 21455 h 141064"/>
                  <a:gd name="connsiteX74" fmla="*/ 3899042 w 3899709"/>
                  <a:gd name="connsiteY74" fmla="*/ 20975 h 141064"/>
                  <a:gd name="connsiteX75" fmla="*/ 3898880 w 3899709"/>
                  <a:gd name="connsiteY75" fmla="*/ 19011 h 141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99709" h="141064">
                    <a:moveTo>
                      <a:pt x="3898920" y="19011"/>
                    </a:moveTo>
                    <a:cubicBezTo>
                      <a:pt x="3897864" y="18487"/>
                      <a:pt x="3896238" y="18531"/>
                      <a:pt x="3895303" y="19076"/>
                    </a:cubicBezTo>
                    <a:lnTo>
                      <a:pt x="3895303" y="19120"/>
                    </a:lnTo>
                    <a:lnTo>
                      <a:pt x="3865433" y="19076"/>
                    </a:lnTo>
                    <a:lnTo>
                      <a:pt x="3714455" y="16894"/>
                    </a:lnTo>
                    <a:lnTo>
                      <a:pt x="3563518" y="14013"/>
                    </a:lnTo>
                    <a:lnTo>
                      <a:pt x="3412744" y="10804"/>
                    </a:lnTo>
                    <a:lnTo>
                      <a:pt x="3261888" y="5893"/>
                    </a:lnTo>
                    <a:lnTo>
                      <a:pt x="3111155" y="6482"/>
                    </a:lnTo>
                    <a:lnTo>
                      <a:pt x="2960624" y="7705"/>
                    </a:lnTo>
                    <a:lnTo>
                      <a:pt x="2810215" y="6221"/>
                    </a:lnTo>
                    <a:lnTo>
                      <a:pt x="2659726" y="1855"/>
                    </a:lnTo>
                    <a:lnTo>
                      <a:pt x="2509154" y="0"/>
                    </a:lnTo>
                    <a:lnTo>
                      <a:pt x="2208500" y="14231"/>
                    </a:lnTo>
                    <a:lnTo>
                      <a:pt x="2058294" y="18116"/>
                    </a:lnTo>
                    <a:cubicBezTo>
                      <a:pt x="2057888" y="18116"/>
                      <a:pt x="2057522" y="18181"/>
                      <a:pt x="2057197" y="18269"/>
                    </a:cubicBezTo>
                    <a:lnTo>
                      <a:pt x="2015663" y="30579"/>
                    </a:lnTo>
                    <a:lnTo>
                      <a:pt x="1973844" y="42562"/>
                    </a:lnTo>
                    <a:lnTo>
                      <a:pt x="1821241" y="46600"/>
                    </a:lnTo>
                    <a:lnTo>
                      <a:pt x="1668231" y="52624"/>
                    </a:lnTo>
                    <a:lnTo>
                      <a:pt x="1515344" y="56727"/>
                    </a:lnTo>
                    <a:lnTo>
                      <a:pt x="1362456" y="61616"/>
                    </a:lnTo>
                    <a:cubicBezTo>
                      <a:pt x="1362172" y="61616"/>
                      <a:pt x="1361846" y="61682"/>
                      <a:pt x="1361562" y="61725"/>
                    </a:cubicBezTo>
                    <a:lnTo>
                      <a:pt x="1312753" y="74036"/>
                    </a:lnTo>
                    <a:lnTo>
                      <a:pt x="1159053" y="77070"/>
                    </a:lnTo>
                    <a:lnTo>
                      <a:pt x="1004905" y="79470"/>
                    </a:lnTo>
                    <a:lnTo>
                      <a:pt x="850758" y="81391"/>
                    </a:lnTo>
                    <a:lnTo>
                      <a:pt x="696773" y="85189"/>
                    </a:lnTo>
                    <a:lnTo>
                      <a:pt x="542869" y="88223"/>
                    </a:lnTo>
                    <a:cubicBezTo>
                      <a:pt x="542625" y="88223"/>
                      <a:pt x="542381" y="88267"/>
                      <a:pt x="542138" y="88267"/>
                    </a:cubicBezTo>
                    <a:lnTo>
                      <a:pt x="484348" y="98700"/>
                    </a:lnTo>
                    <a:lnTo>
                      <a:pt x="425663" y="108783"/>
                    </a:lnTo>
                    <a:lnTo>
                      <a:pt x="269159" y="109897"/>
                    </a:lnTo>
                    <a:cubicBezTo>
                      <a:pt x="268915" y="109897"/>
                      <a:pt x="268671" y="109897"/>
                      <a:pt x="268468" y="109940"/>
                    </a:cubicBezTo>
                    <a:lnTo>
                      <a:pt x="206736" y="120286"/>
                    </a:lnTo>
                    <a:lnTo>
                      <a:pt x="79898" y="138249"/>
                    </a:lnTo>
                    <a:lnTo>
                      <a:pt x="0" y="138249"/>
                    </a:lnTo>
                    <a:lnTo>
                      <a:pt x="0" y="141065"/>
                    </a:lnTo>
                    <a:lnTo>
                      <a:pt x="80670" y="141021"/>
                    </a:lnTo>
                    <a:lnTo>
                      <a:pt x="145044" y="132029"/>
                    </a:lnTo>
                    <a:lnTo>
                      <a:pt x="208199" y="123014"/>
                    </a:lnTo>
                    <a:lnTo>
                      <a:pt x="269728" y="112690"/>
                    </a:lnTo>
                    <a:lnTo>
                      <a:pt x="426232" y="111577"/>
                    </a:lnTo>
                    <a:cubicBezTo>
                      <a:pt x="426436" y="111577"/>
                      <a:pt x="426679" y="111577"/>
                      <a:pt x="426923" y="111512"/>
                    </a:cubicBezTo>
                    <a:lnTo>
                      <a:pt x="486014" y="101450"/>
                    </a:lnTo>
                    <a:lnTo>
                      <a:pt x="543519" y="91060"/>
                    </a:lnTo>
                    <a:lnTo>
                      <a:pt x="697098" y="88026"/>
                    </a:lnTo>
                    <a:lnTo>
                      <a:pt x="851083" y="84250"/>
                    </a:lnTo>
                    <a:lnTo>
                      <a:pt x="1005109" y="82330"/>
                    </a:lnTo>
                    <a:lnTo>
                      <a:pt x="1159297" y="79929"/>
                    </a:lnTo>
                    <a:lnTo>
                      <a:pt x="1313525" y="76829"/>
                    </a:lnTo>
                    <a:cubicBezTo>
                      <a:pt x="1313891" y="76829"/>
                      <a:pt x="1314176" y="76786"/>
                      <a:pt x="1314501" y="76720"/>
                    </a:cubicBezTo>
                    <a:lnTo>
                      <a:pt x="1363309" y="64410"/>
                    </a:lnTo>
                    <a:lnTo>
                      <a:pt x="1515669" y="59565"/>
                    </a:lnTo>
                    <a:lnTo>
                      <a:pt x="1668597" y="55418"/>
                    </a:lnTo>
                    <a:lnTo>
                      <a:pt x="1821607" y="49393"/>
                    </a:lnTo>
                    <a:lnTo>
                      <a:pt x="1974698" y="45356"/>
                    </a:lnTo>
                    <a:cubicBezTo>
                      <a:pt x="1975063" y="45356"/>
                      <a:pt x="1975389" y="45290"/>
                      <a:pt x="1975754" y="45203"/>
                    </a:cubicBezTo>
                    <a:lnTo>
                      <a:pt x="2018142" y="33111"/>
                    </a:lnTo>
                    <a:lnTo>
                      <a:pt x="2059148" y="20953"/>
                    </a:lnTo>
                    <a:lnTo>
                      <a:pt x="2208906" y="17068"/>
                    </a:lnTo>
                    <a:lnTo>
                      <a:pt x="2509358" y="2837"/>
                    </a:lnTo>
                    <a:lnTo>
                      <a:pt x="2659644" y="4649"/>
                    </a:lnTo>
                    <a:lnTo>
                      <a:pt x="2810053" y="9080"/>
                    </a:lnTo>
                    <a:lnTo>
                      <a:pt x="2960665" y="10564"/>
                    </a:lnTo>
                    <a:lnTo>
                      <a:pt x="3111236" y="9342"/>
                    </a:lnTo>
                    <a:lnTo>
                      <a:pt x="3261807" y="8752"/>
                    </a:lnTo>
                    <a:lnTo>
                      <a:pt x="3412541" y="13642"/>
                    </a:lnTo>
                    <a:lnTo>
                      <a:pt x="3563397" y="16785"/>
                    </a:lnTo>
                    <a:lnTo>
                      <a:pt x="3714293" y="19709"/>
                    </a:lnTo>
                    <a:lnTo>
                      <a:pt x="3865352" y="21892"/>
                    </a:lnTo>
                    <a:lnTo>
                      <a:pt x="3896360" y="21936"/>
                    </a:lnTo>
                    <a:lnTo>
                      <a:pt x="3896360" y="21936"/>
                    </a:lnTo>
                    <a:cubicBezTo>
                      <a:pt x="3897051" y="21936"/>
                      <a:pt x="3897742" y="21783"/>
                      <a:pt x="3898270" y="21455"/>
                    </a:cubicBezTo>
                    <a:lnTo>
                      <a:pt x="3899042" y="20975"/>
                    </a:lnTo>
                    <a:cubicBezTo>
                      <a:pt x="3899977" y="20386"/>
                      <a:pt x="3899936" y="19491"/>
                      <a:pt x="3898880" y="1901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8" name="Freeform: Shape 397">
                <a:extLst>
                  <a:ext uri="{FF2B5EF4-FFF2-40B4-BE49-F238E27FC236}">
                    <a16:creationId xmlns:a16="http://schemas.microsoft.com/office/drawing/2014/main" id="{B58E9BC3-4BB9-48BD-9DFE-3CEE2E8D28ED}"/>
                  </a:ext>
                </a:extLst>
              </p:cNvPr>
              <p:cNvSpPr/>
              <p:nvPr/>
            </p:nvSpPr>
            <p:spPr>
              <a:xfrm>
                <a:off x="6223097" y="5509033"/>
                <a:ext cx="51149" cy="291007"/>
              </a:xfrm>
              <a:custGeom>
                <a:avLst/>
                <a:gdLst>
                  <a:gd name="connsiteX0" fmla="*/ 2585 w 51149"/>
                  <a:gd name="connsiteY0" fmla="*/ 290964 h 291007"/>
                  <a:gd name="connsiteX1" fmla="*/ 2300 w 51149"/>
                  <a:gd name="connsiteY1" fmla="*/ 290964 h 291007"/>
                  <a:gd name="connsiteX2" fmla="*/ 24 w 51149"/>
                  <a:gd name="connsiteY2" fmla="*/ 289371 h 291007"/>
                  <a:gd name="connsiteX3" fmla="*/ 4495 w 51149"/>
                  <a:gd name="connsiteY3" fmla="*/ 266453 h 291007"/>
                  <a:gd name="connsiteX4" fmla="*/ 9859 w 51149"/>
                  <a:gd name="connsiteY4" fmla="*/ 243535 h 291007"/>
                  <a:gd name="connsiteX5" fmla="*/ 15996 w 51149"/>
                  <a:gd name="connsiteY5" fmla="*/ 214550 h 291007"/>
                  <a:gd name="connsiteX6" fmla="*/ 22336 w 51149"/>
                  <a:gd name="connsiteY6" fmla="*/ 191326 h 291007"/>
                  <a:gd name="connsiteX7" fmla="*/ 28391 w 51149"/>
                  <a:gd name="connsiteY7" fmla="*/ 173952 h 291007"/>
                  <a:gd name="connsiteX8" fmla="*/ 34528 w 51149"/>
                  <a:gd name="connsiteY8" fmla="*/ 152802 h 291007"/>
                  <a:gd name="connsiteX9" fmla="*/ 40177 w 51149"/>
                  <a:gd name="connsiteY9" fmla="*/ 127920 h 291007"/>
                  <a:gd name="connsiteX10" fmla="*/ 44525 w 51149"/>
                  <a:gd name="connsiteY10" fmla="*/ 100222 h 291007"/>
                  <a:gd name="connsiteX11" fmla="*/ 46110 w 51149"/>
                  <a:gd name="connsiteY11" fmla="*/ 72350 h 291007"/>
                  <a:gd name="connsiteX12" fmla="*/ 43712 w 51149"/>
                  <a:gd name="connsiteY12" fmla="*/ 46027 h 291007"/>
                  <a:gd name="connsiteX13" fmla="*/ 37372 w 51149"/>
                  <a:gd name="connsiteY13" fmla="*/ 20446 h 291007"/>
                  <a:gd name="connsiteX14" fmla="*/ 28838 w 51149"/>
                  <a:gd name="connsiteY14" fmla="*/ 1741 h 291007"/>
                  <a:gd name="connsiteX15" fmla="*/ 30707 w 51149"/>
                  <a:gd name="connsiteY15" fmla="*/ 38 h 291007"/>
                  <a:gd name="connsiteX16" fmla="*/ 33796 w 51149"/>
                  <a:gd name="connsiteY16" fmla="*/ 1042 h 291007"/>
                  <a:gd name="connsiteX17" fmla="*/ 42330 w 51149"/>
                  <a:gd name="connsiteY17" fmla="*/ 19901 h 291007"/>
                  <a:gd name="connsiteX18" fmla="*/ 48752 w 51149"/>
                  <a:gd name="connsiteY18" fmla="*/ 45743 h 291007"/>
                  <a:gd name="connsiteX19" fmla="*/ 51149 w 51149"/>
                  <a:gd name="connsiteY19" fmla="*/ 72328 h 291007"/>
                  <a:gd name="connsiteX20" fmla="*/ 49564 w 51149"/>
                  <a:gd name="connsiteY20" fmla="*/ 100353 h 291007"/>
                  <a:gd name="connsiteX21" fmla="*/ 45216 w 51149"/>
                  <a:gd name="connsiteY21" fmla="*/ 128182 h 291007"/>
                  <a:gd name="connsiteX22" fmla="*/ 39567 w 51149"/>
                  <a:gd name="connsiteY22" fmla="*/ 153217 h 291007"/>
                  <a:gd name="connsiteX23" fmla="*/ 33430 w 51149"/>
                  <a:gd name="connsiteY23" fmla="*/ 174432 h 291007"/>
                  <a:gd name="connsiteX24" fmla="*/ 27294 w 51149"/>
                  <a:gd name="connsiteY24" fmla="*/ 191806 h 291007"/>
                  <a:gd name="connsiteX25" fmla="*/ 21035 w 51149"/>
                  <a:gd name="connsiteY25" fmla="*/ 214942 h 291007"/>
                  <a:gd name="connsiteX26" fmla="*/ 14898 w 51149"/>
                  <a:gd name="connsiteY26" fmla="*/ 243884 h 291007"/>
                  <a:gd name="connsiteX27" fmla="*/ 9534 w 51149"/>
                  <a:gd name="connsiteY27" fmla="*/ 266802 h 291007"/>
                  <a:gd name="connsiteX28" fmla="*/ 5064 w 51149"/>
                  <a:gd name="connsiteY28" fmla="*/ 289720 h 291007"/>
                  <a:gd name="connsiteX29" fmla="*/ 2585 w 51149"/>
                  <a:gd name="connsiteY29" fmla="*/ 291008 h 291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1149" h="291007">
                    <a:moveTo>
                      <a:pt x="2585" y="290964"/>
                    </a:moveTo>
                    <a:lnTo>
                      <a:pt x="2300" y="290964"/>
                    </a:lnTo>
                    <a:cubicBezTo>
                      <a:pt x="918" y="290855"/>
                      <a:pt x="-179" y="290157"/>
                      <a:pt x="24" y="289371"/>
                    </a:cubicBezTo>
                    <a:lnTo>
                      <a:pt x="4495" y="266453"/>
                    </a:lnTo>
                    <a:lnTo>
                      <a:pt x="9859" y="243535"/>
                    </a:lnTo>
                    <a:lnTo>
                      <a:pt x="15996" y="214550"/>
                    </a:lnTo>
                    <a:lnTo>
                      <a:pt x="22336" y="191326"/>
                    </a:lnTo>
                    <a:lnTo>
                      <a:pt x="28391" y="173952"/>
                    </a:lnTo>
                    <a:lnTo>
                      <a:pt x="34528" y="152802"/>
                    </a:lnTo>
                    <a:lnTo>
                      <a:pt x="40177" y="127920"/>
                    </a:lnTo>
                    <a:lnTo>
                      <a:pt x="44525" y="100222"/>
                    </a:lnTo>
                    <a:lnTo>
                      <a:pt x="46110" y="72350"/>
                    </a:lnTo>
                    <a:lnTo>
                      <a:pt x="43712" y="46027"/>
                    </a:lnTo>
                    <a:lnTo>
                      <a:pt x="37372" y="20446"/>
                    </a:lnTo>
                    <a:lnTo>
                      <a:pt x="28838" y="1741"/>
                    </a:lnTo>
                    <a:cubicBezTo>
                      <a:pt x="28554" y="999"/>
                      <a:pt x="29326" y="257"/>
                      <a:pt x="30707" y="38"/>
                    </a:cubicBezTo>
                    <a:cubicBezTo>
                      <a:pt x="32089" y="-136"/>
                      <a:pt x="33390" y="300"/>
                      <a:pt x="33796" y="1042"/>
                    </a:cubicBezTo>
                    <a:lnTo>
                      <a:pt x="42330" y="19901"/>
                    </a:lnTo>
                    <a:lnTo>
                      <a:pt x="48752" y="45743"/>
                    </a:lnTo>
                    <a:lnTo>
                      <a:pt x="51149" y="72328"/>
                    </a:lnTo>
                    <a:lnTo>
                      <a:pt x="49564" y="100353"/>
                    </a:lnTo>
                    <a:lnTo>
                      <a:pt x="45216" y="128182"/>
                    </a:lnTo>
                    <a:lnTo>
                      <a:pt x="39567" y="153217"/>
                    </a:lnTo>
                    <a:lnTo>
                      <a:pt x="33430" y="174432"/>
                    </a:lnTo>
                    <a:lnTo>
                      <a:pt x="27294" y="191806"/>
                    </a:lnTo>
                    <a:lnTo>
                      <a:pt x="21035" y="214942"/>
                    </a:lnTo>
                    <a:lnTo>
                      <a:pt x="14898" y="243884"/>
                    </a:lnTo>
                    <a:lnTo>
                      <a:pt x="9534" y="266802"/>
                    </a:lnTo>
                    <a:lnTo>
                      <a:pt x="5064" y="289720"/>
                    </a:lnTo>
                    <a:cubicBezTo>
                      <a:pt x="4982" y="290462"/>
                      <a:pt x="3763" y="291008"/>
                      <a:pt x="2585" y="29100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399" name="Freeform: Shape 398">
                <a:extLst>
                  <a:ext uri="{FF2B5EF4-FFF2-40B4-BE49-F238E27FC236}">
                    <a16:creationId xmlns:a16="http://schemas.microsoft.com/office/drawing/2014/main" id="{24AFA2BB-6D1E-4290-A783-B8091DDA292E}"/>
                  </a:ext>
                </a:extLst>
              </p:cNvPr>
              <p:cNvSpPr/>
              <p:nvPr/>
            </p:nvSpPr>
            <p:spPr>
              <a:xfrm>
                <a:off x="5184024" y="5448540"/>
                <a:ext cx="251187" cy="574633"/>
              </a:xfrm>
              <a:custGeom>
                <a:avLst/>
                <a:gdLst>
                  <a:gd name="connsiteX0" fmla="*/ 186836 w 251187"/>
                  <a:gd name="connsiteY0" fmla="*/ 574634 h 574633"/>
                  <a:gd name="connsiteX1" fmla="*/ 185617 w 251187"/>
                  <a:gd name="connsiteY1" fmla="*/ 574481 h 574633"/>
                  <a:gd name="connsiteX2" fmla="*/ 184641 w 251187"/>
                  <a:gd name="connsiteY2" fmla="*/ 572560 h 574633"/>
                  <a:gd name="connsiteX3" fmla="*/ 190575 w 251187"/>
                  <a:gd name="connsiteY3" fmla="*/ 566536 h 574633"/>
                  <a:gd name="connsiteX4" fmla="*/ 197362 w 251187"/>
                  <a:gd name="connsiteY4" fmla="*/ 560730 h 574633"/>
                  <a:gd name="connsiteX5" fmla="*/ 204433 w 251187"/>
                  <a:gd name="connsiteY5" fmla="*/ 555339 h 574633"/>
                  <a:gd name="connsiteX6" fmla="*/ 219754 w 251187"/>
                  <a:gd name="connsiteY6" fmla="*/ 540039 h 574633"/>
                  <a:gd name="connsiteX7" fmla="*/ 227882 w 251187"/>
                  <a:gd name="connsiteY7" fmla="*/ 531505 h 574633"/>
                  <a:gd name="connsiteX8" fmla="*/ 236376 w 251187"/>
                  <a:gd name="connsiteY8" fmla="*/ 511686 h 574633"/>
                  <a:gd name="connsiteX9" fmla="*/ 246048 w 251187"/>
                  <a:gd name="connsiteY9" fmla="*/ 467247 h 574633"/>
                  <a:gd name="connsiteX10" fmla="*/ 163021 w 251187"/>
                  <a:gd name="connsiteY10" fmla="*/ 404998 h 574633"/>
                  <a:gd name="connsiteX11" fmla="*/ 162574 w 251187"/>
                  <a:gd name="connsiteY11" fmla="*/ 403994 h 574633"/>
                  <a:gd name="connsiteX12" fmla="*/ 170051 w 251187"/>
                  <a:gd name="connsiteY12" fmla="*/ 370861 h 574633"/>
                  <a:gd name="connsiteX13" fmla="*/ 86171 w 251187"/>
                  <a:gd name="connsiteY13" fmla="*/ 325833 h 574633"/>
                  <a:gd name="connsiteX14" fmla="*/ 786 w 251187"/>
                  <a:gd name="connsiteY14" fmla="*/ 281285 h 574633"/>
                  <a:gd name="connsiteX15" fmla="*/ 14 w 251187"/>
                  <a:gd name="connsiteY15" fmla="*/ 280172 h 574633"/>
                  <a:gd name="connsiteX16" fmla="*/ 3915 w 251187"/>
                  <a:gd name="connsiteY16" fmla="*/ 251295 h 574633"/>
                  <a:gd name="connsiteX17" fmla="*/ 6475 w 251187"/>
                  <a:gd name="connsiteY17" fmla="*/ 244791 h 574633"/>
                  <a:gd name="connsiteX18" fmla="*/ 9117 w 251187"/>
                  <a:gd name="connsiteY18" fmla="*/ 229491 h 574633"/>
                  <a:gd name="connsiteX19" fmla="*/ 13222 w 251187"/>
                  <a:gd name="connsiteY19" fmla="*/ 220433 h 574633"/>
                  <a:gd name="connsiteX20" fmla="*/ 15863 w 251187"/>
                  <a:gd name="connsiteY20" fmla="*/ 207752 h 574633"/>
                  <a:gd name="connsiteX21" fmla="*/ 18789 w 251187"/>
                  <a:gd name="connsiteY21" fmla="*/ 190159 h 574633"/>
                  <a:gd name="connsiteX22" fmla="*/ 22650 w 251187"/>
                  <a:gd name="connsiteY22" fmla="*/ 172633 h 574633"/>
                  <a:gd name="connsiteX23" fmla="*/ 27243 w 251187"/>
                  <a:gd name="connsiteY23" fmla="*/ 149715 h 574633"/>
                  <a:gd name="connsiteX24" fmla="*/ 31835 w 251187"/>
                  <a:gd name="connsiteY24" fmla="*/ 124614 h 574633"/>
                  <a:gd name="connsiteX25" fmla="*/ 36508 w 251187"/>
                  <a:gd name="connsiteY25" fmla="*/ 105843 h 574633"/>
                  <a:gd name="connsiteX26" fmla="*/ 41426 w 251187"/>
                  <a:gd name="connsiteY26" fmla="*/ 89866 h 574633"/>
                  <a:gd name="connsiteX27" fmla="*/ 46668 w 251187"/>
                  <a:gd name="connsiteY27" fmla="*/ 77600 h 574633"/>
                  <a:gd name="connsiteX28" fmla="*/ 58860 w 251187"/>
                  <a:gd name="connsiteY28" fmla="*/ 52456 h 574633"/>
                  <a:gd name="connsiteX29" fmla="*/ 65647 w 251187"/>
                  <a:gd name="connsiteY29" fmla="*/ 36893 h 574633"/>
                  <a:gd name="connsiteX30" fmla="*/ 72597 w 251187"/>
                  <a:gd name="connsiteY30" fmla="*/ 19803 h 574633"/>
                  <a:gd name="connsiteX31" fmla="*/ 79343 w 251187"/>
                  <a:gd name="connsiteY31" fmla="*/ 1098 h 574633"/>
                  <a:gd name="connsiteX32" fmla="*/ 82310 w 251187"/>
                  <a:gd name="connsiteY32" fmla="*/ 28 h 574633"/>
                  <a:gd name="connsiteX33" fmla="*/ 84301 w 251187"/>
                  <a:gd name="connsiteY33" fmla="*/ 1687 h 574633"/>
                  <a:gd name="connsiteX34" fmla="*/ 77555 w 251187"/>
                  <a:gd name="connsiteY34" fmla="*/ 20393 h 574633"/>
                  <a:gd name="connsiteX35" fmla="*/ 70605 w 251187"/>
                  <a:gd name="connsiteY35" fmla="*/ 37548 h 574633"/>
                  <a:gd name="connsiteX36" fmla="*/ 63778 w 251187"/>
                  <a:gd name="connsiteY36" fmla="*/ 53154 h 574633"/>
                  <a:gd name="connsiteX37" fmla="*/ 51627 w 251187"/>
                  <a:gd name="connsiteY37" fmla="*/ 78364 h 574633"/>
                  <a:gd name="connsiteX38" fmla="*/ 46425 w 251187"/>
                  <a:gd name="connsiteY38" fmla="*/ 90456 h 574633"/>
                  <a:gd name="connsiteX39" fmla="*/ 41588 w 251187"/>
                  <a:gd name="connsiteY39" fmla="*/ 106280 h 574633"/>
                  <a:gd name="connsiteX40" fmla="*/ 36915 w 251187"/>
                  <a:gd name="connsiteY40" fmla="*/ 124985 h 574633"/>
                  <a:gd name="connsiteX41" fmla="*/ 32241 w 251187"/>
                  <a:gd name="connsiteY41" fmla="*/ 149977 h 574633"/>
                  <a:gd name="connsiteX42" fmla="*/ 27649 w 251187"/>
                  <a:gd name="connsiteY42" fmla="*/ 172938 h 574633"/>
                  <a:gd name="connsiteX43" fmla="*/ 23829 w 251187"/>
                  <a:gd name="connsiteY43" fmla="*/ 190421 h 574633"/>
                  <a:gd name="connsiteX44" fmla="*/ 20903 w 251187"/>
                  <a:gd name="connsiteY44" fmla="*/ 208057 h 574633"/>
                  <a:gd name="connsiteX45" fmla="*/ 18220 w 251187"/>
                  <a:gd name="connsiteY45" fmla="*/ 220891 h 574633"/>
                  <a:gd name="connsiteX46" fmla="*/ 14116 w 251187"/>
                  <a:gd name="connsiteY46" fmla="*/ 229949 h 574633"/>
                  <a:gd name="connsiteX47" fmla="*/ 11474 w 251187"/>
                  <a:gd name="connsiteY47" fmla="*/ 245250 h 574633"/>
                  <a:gd name="connsiteX48" fmla="*/ 8955 w 251187"/>
                  <a:gd name="connsiteY48" fmla="*/ 251645 h 574633"/>
                  <a:gd name="connsiteX49" fmla="*/ 5134 w 251187"/>
                  <a:gd name="connsiteY49" fmla="*/ 279670 h 574633"/>
                  <a:gd name="connsiteX50" fmla="*/ 89625 w 251187"/>
                  <a:gd name="connsiteY50" fmla="*/ 323803 h 574633"/>
                  <a:gd name="connsiteX51" fmla="*/ 174441 w 251187"/>
                  <a:gd name="connsiteY51" fmla="*/ 369312 h 574633"/>
                  <a:gd name="connsiteX52" fmla="*/ 175253 w 251187"/>
                  <a:gd name="connsiteY52" fmla="*/ 370490 h 574633"/>
                  <a:gd name="connsiteX53" fmla="*/ 167694 w 251187"/>
                  <a:gd name="connsiteY53" fmla="*/ 403798 h 574633"/>
                  <a:gd name="connsiteX54" fmla="*/ 250722 w 251187"/>
                  <a:gd name="connsiteY54" fmla="*/ 466025 h 574633"/>
                  <a:gd name="connsiteX55" fmla="*/ 251169 w 251187"/>
                  <a:gd name="connsiteY55" fmla="*/ 467051 h 574633"/>
                  <a:gd name="connsiteX56" fmla="*/ 241334 w 251187"/>
                  <a:gd name="connsiteY56" fmla="*/ 512188 h 574633"/>
                  <a:gd name="connsiteX57" fmla="*/ 232556 w 251187"/>
                  <a:gd name="connsiteY57" fmla="*/ 532487 h 574633"/>
                  <a:gd name="connsiteX58" fmla="*/ 224225 w 251187"/>
                  <a:gd name="connsiteY58" fmla="*/ 541392 h 574633"/>
                  <a:gd name="connsiteX59" fmla="*/ 208659 w 251187"/>
                  <a:gd name="connsiteY59" fmla="*/ 556889 h 574633"/>
                  <a:gd name="connsiteX60" fmla="*/ 201466 w 251187"/>
                  <a:gd name="connsiteY60" fmla="*/ 562324 h 574633"/>
                  <a:gd name="connsiteX61" fmla="*/ 194883 w 251187"/>
                  <a:gd name="connsiteY61" fmla="*/ 567977 h 574633"/>
                  <a:gd name="connsiteX62" fmla="*/ 188990 w 251187"/>
                  <a:gd name="connsiteY62" fmla="*/ 573892 h 574633"/>
                  <a:gd name="connsiteX63" fmla="*/ 186795 w 251187"/>
                  <a:gd name="connsiteY63" fmla="*/ 574634 h 57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51187" h="574633">
                    <a:moveTo>
                      <a:pt x="186836" y="574634"/>
                    </a:moveTo>
                    <a:cubicBezTo>
                      <a:pt x="186389" y="574634"/>
                      <a:pt x="185982" y="574590"/>
                      <a:pt x="185617" y="574481"/>
                    </a:cubicBezTo>
                    <a:cubicBezTo>
                      <a:pt x="184397" y="574110"/>
                      <a:pt x="183950" y="573259"/>
                      <a:pt x="184641" y="572560"/>
                    </a:cubicBezTo>
                    <a:lnTo>
                      <a:pt x="190575" y="566536"/>
                    </a:lnTo>
                    <a:lnTo>
                      <a:pt x="197362" y="560730"/>
                    </a:lnTo>
                    <a:lnTo>
                      <a:pt x="204433" y="555339"/>
                    </a:lnTo>
                    <a:lnTo>
                      <a:pt x="219754" y="540039"/>
                    </a:lnTo>
                    <a:lnTo>
                      <a:pt x="227882" y="531505"/>
                    </a:lnTo>
                    <a:lnTo>
                      <a:pt x="236376" y="511686"/>
                    </a:lnTo>
                    <a:lnTo>
                      <a:pt x="246048" y="467247"/>
                    </a:lnTo>
                    <a:lnTo>
                      <a:pt x="163021" y="404998"/>
                    </a:lnTo>
                    <a:cubicBezTo>
                      <a:pt x="162614" y="404671"/>
                      <a:pt x="162492" y="404300"/>
                      <a:pt x="162574" y="403994"/>
                    </a:cubicBezTo>
                    <a:lnTo>
                      <a:pt x="170051" y="370861"/>
                    </a:lnTo>
                    <a:lnTo>
                      <a:pt x="86171" y="325833"/>
                    </a:lnTo>
                    <a:lnTo>
                      <a:pt x="786" y="281285"/>
                    </a:lnTo>
                    <a:cubicBezTo>
                      <a:pt x="217" y="281023"/>
                      <a:pt x="-68" y="280587"/>
                      <a:pt x="14" y="280172"/>
                    </a:cubicBezTo>
                    <a:lnTo>
                      <a:pt x="3915" y="251295"/>
                    </a:lnTo>
                    <a:lnTo>
                      <a:pt x="6475" y="244791"/>
                    </a:lnTo>
                    <a:lnTo>
                      <a:pt x="9117" y="229491"/>
                    </a:lnTo>
                    <a:lnTo>
                      <a:pt x="13222" y="220433"/>
                    </a:lnTo>
                    <a:lnTo>
                      <a:pt x="15863" y="207752"/>
                    </a:lnTo>
                    <a:lnTo>
                      <a:pt x="18789" y="190159"/>
                    </a:lnTo>
                    <a:lnTo>
                      <a:pt x="22650" y="172633"/>
                    </a:lnTo>
                    <a:lnTo>
                      <a:pt x="27243" y="149715"/>
                    </a:lnTo>
                    <a:lnTo>
                      <a:pt x="31835" y="124614"/>
                    </a:lnTo>
                    <a:lnTo>
                      <a:pt x="36508" y="105843"/>
                    </a:lnTo>
                    <a:lnTo>
                      <a:pt x="41426" y="89866"/>
                    </a:lnTo>
                    <a:lnTo>
                      <a:pt x="46668" y="77600"/>
                    </a:lnTo>
                    <a:lnTo>
                      <a:pt x="58860" y="52456"/>
                    </a:lnTo>
                    <a:lnTo>
                      <a:pt x="65647" y="36893"/>
                    </a:lnTo>
                    <a:lnTo>
                      <a:pt x="72597" y="19803"/>
                    </a:lnTo>
                    <a:lnTo>
                      <a:pt x="79343" y="1098"/>
                    </a:lnTo>
                    <a:cubicBezTo>
                      <a:pt x="79587" y="356"/>
                      <a:pt x="80969" y="-124"/>
                      <a:pt x="82310" y="28"/>
                    </a:cubicBezTo>
                    <a:cubicBezTo>
                      <a:pt x="83691" y="137"/>
                      <a:pt x="84586" y="880"/>
                      <a:pt x="84301" y="1687"/>
                    </a:cubicBezTo>
                    <a:lnTo>
                      <a:pt x="77555" y="20393"/>
                    </a:lnTo>
                    <a:lnTo>
                      <a:pt x="70605" y="37548"/>
                    </a:lnTo>
                    <a:lnTo>
                      <a:pt x="63778" y="53154"/>
                    </a:lnTo>
                    <a:lnTo>
                      <a:pt x="51627" y="78364"/>
                    </a:lnTo>
                    <a:lnTo>
                      <a:pt x="46425" y="90456"/>
                    </a:lnTo>
                    <a:lnTo>
                      <a:pt x="41588" y="106280"/>
                    </a:lnTo>
                    <a:lnTo>
                      <a:pt x="36915" y="124985"/>
                    </a:lnTo>
                    <a:lnTo>
                      <a:pt x="32241" y="149977"/>
                    </a:lnTo>
                    <a:lnTo>
                      <a:pt x="27649" y="172938"/>
                    </a:lnTo>
                    <a:lnTo>
                      <a:pt x="23829" y="190421"/>
                    </a:lnTo>
                    <a:lnTo>
                      <a:pt x="20903" y="208057"/>
                    </a:lnTo>
                    <a:lnTo>
                      <a:pt x="18220" y="220891"/>
                    </a:lnTo>
                    <a:lnTo>
                      <a:pt x="14116" y="229949"/>
                    </a:lnTo>
                    <a:lnTo>
                      <a:pt x="11474" y="245250"/>
                    </a:lnTo>
                    <a:lnTo>
                      <a:pt x="8955" y="251645"/>
                    </a:lnTo>
                    <a:lnTo>
                      <a:pt x="5134" y="279670"/>
                    </a:lnTo>
                    <a:lnTo>
                      <a:pt x="89625" y="323803"/>
                    </a:lnTo>
                    <a:lnTo>
                      <a:pt x="174441" y="369312"/>
                    </a:lnTo>
                    <a:cubicBezTo>
                      <a:pt x="175050" y="369639"/>
                      <a:pt x="175335" y="370054"/>
                      <a:pt x="175253" y="370490"/>
                    </a:cubicBezTo>
                    <a:lnTo>
                      <a:pt x="167694" y="403798"/>
                    </a:lnTo>
                    <a:lnTo>
                      <a:pt x="250722" y="466025"/>
                    </a:lnTo>
                    <a:cubicBezTo>
                      <a:pt x="251047" y="466287"/>
                      <a:pt x="251250" y="466658"/>
                      <a:pt x="251169" y="467051"/>
                    </a:cubicBezTo>
                    <a:lnTo>
                      <a:pt x="241334" y="512188"/>
                    </a:lnTo>
                    <a:lnTo>
                      <a:pt x="232556" y="532487"/>
                    </a:lnTo>
                    <a:lnTo>
                      <a:pt x="224225" y="541392"/>
                    </a:lnTo>
                    <a:lnTo>
                      <a:pt x="208659" y="556889"/>
                    </a:lnTo>
                    <a:lnTo>
                      <a:pt x="201466" y="562324"/>
                    </a:lnTo>
                    <a:lnTo>
                      <a:pt x="194883" y="567977"/>
                    </a:lnTo>
                    <a:lnTo>
                      <a:pt x="188990" y="573892"/>
                    </a:lnTo>
                    <a:cubicBezTo>
                      <a:pt x="188543" y="574372"/>
                      <a:pt x="187689" y="574634"/>
                      <a:pt x="186795" y="57463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0" name="Freeform: Shape 399">
                <a:extLst>
                  <a:ext uri="{FF2B5EF4-FFF2-40B4-BE49-F238E27FC236}">
                    <a16:creationId xmlns:a16="http://schemas.microsoft.com/office/drawing/2014/main" id="{C2A7DFF6-294C-4DB1-B40C-37F36F54D6C7}"/>
                  </a:ext>
                </a:extLst>
              </p:cNvPr>
              <p:cNvSpPr/>
              <p:nvPr/>
            </p:nvSpPr>
            <p:spPr>
              <a:xfrm>
                <a:off x="6897760" y="6358626"/>
                <a:ext cx="184450" cy="544266"/>
              </a:xfrm>
              <a:custGeom>
                <a:avLst/>
                <a:gdLst>
                  <a:gd name="connsiteX0" fmla="*/ 7747 w 184450"/>
                  <a:gd name="connsiteY0" fmla="*/ 40532 h 544266"/>
                  <a:gd name="connsiteX1" fmla="*/ 9617 w 184450"/>
                  <a:gd name="connsiteY1" fmla="*/ 66047 h 544266"/>
                  <a:gd name="connsiteX2" fmla="*/ 13478 w 184450"/>
                  <a:gd name="connsiteY2" fmla="*/ 142724 h 544266"/>
                  <a:gd name="connsiteX3" fmla="*/ 15754 w 184450"/>
                  <a:gd name="connsiteY3" fmla="*/ 168043 h 544266"/>
                  <a:gd name="connsiteX4" fmla="*/ 19005 w 184450"/>
                  <a:gd name="connsiteY4" fmla="*/ 188930 h 544266"/>
                  <a:gd name="connsiteX5" fmla="*/ 23150 w 184450"/>
                  <a:gd name="connsiteY5" fmla="*/ 207308 h 544266"/>
                  <a:gd name="connsiteX6" fmla="*/ 28108 w 184450"/>
                  <a:gd name="connsiteY6" fmla="*/ 223984 h 544266"/>
                  <a:gd name="connsiteX7" fmla="*/ 34367 w 184450"/>
                  <a:gd name="connsiteY7" fmla="*/ 235443 h 544266"/>
                  <a:gd name="connsiteX8" fmla="*/ 40910 w 184450"/>
                  <a:gd name="connsiteY8" fmla="*/ 248932 h 544266"/>
                  <a:gd name="connsiteX9" fmla="*/ 54483 w 184450"/>
                  <a:gd name="connsiteY9" fmla="*/ 274665 h 544266"/>
                  <a:gd name="connsiteX10" fmla="*/ 61514 w 184450"/>
                  <a:gd name="connsiteY10" fmla="*/ 286277 h 544266"/>
                  <a:gd name="connsiteX11" fmla="*/ 83460 w 184450"/>
                  <a:gd name="connsiteY11" fmla="*/ 319475 h 544266"/>
                  <a:gd name="connsiteX12" fmla="*/ 91100 w 184450"/>
                  <a:gd name="connsiteY12" fmla="*/ 330301 h 544266"/>
                  <a:gd name="connsiteX13" fmla="*/ 106868 w 184450"/>
                  <a:gd name="connsiteY13" fmla="*/ 356951 h 544266"/>
                  <a:gd name="connsiteX14" fmla="*/ 115118 w 184450"/>
                  <a:gd name="connsiteY14" fmla="*/ 369785 h 544266"/>
                  <a:gd name="connsiteX15" fmla="*/ 123328 w 184450"/>
                  <a:gd name="connsiteY15" fmla="*/ 384234 h 544266"/>
                  <a:gd name="connsiteX16" fmla="*/ 131943 w 184450"/>
                  <a:gd name="connsiteY16" fmla="*/ 405384 h 544266"/>
                  <a:gd name="connsiteX17" fmla="*/ 159050 w 184450"/>
                  <a:gd name="connsiteY17" fmla="*/ 478983 h 544266"/>
                  <a:gd name="connsiteX18" fmla="*/ 178395 w 184450"/>
                  <a:gd name="connsiteY18" fmla="*/ 541647 h 544266"/>
                  <a:gd name="connsiteX19" fmla="*/ 179208 w 184450"/>
                  <a:gd name="connsiteY19" fmla="*/ 544267 h 544266"/>
                  <a:gd name="connsiteX20" fmla="*/ 184450 w 184450"/>
                  <a:gd name="connsiteY20" fmla="*/ 544267 h 544266"/>
                  <a:gd name="connsiteX21" fmla="*/ 183353 w 184450"/>
                  <a:gd name="connsiteY21" fmla="*/ 541167 h 544266"/>
                  <a:gd name="connsiteX22" fmla="*/ 164090 w 184450"/>
                  <a:gd name="connsiteY22" fmla="*/ 478503 h 544266"/>
                  <a:gd name="connsiteX23" fmla="*/ 136901 w 184450"/>
                  <a:gd name="connsiteY23" fmla="*/ 404817 h 544266"/>
                  <a:gd name="connsiteX24" fmla="*/ 128286 w 184450"/>
                  <a:gd name="connsiteY24" fmla="*/ 383514 h 544266"/>
                  <a:gd name="connsiteX25" fmla="*/ 119873 w 184450"/>
                  <a:gd name="connsiteY25" fmla="*/ 368956 h 544266"/>
                  <a:gd name="connsiteX26" fmla="*/ 111745 w 184450"/>
                  <a:gd name="connsiteY26" fmla="*/ 356056 h 544266"/>
                  <a:gd name="connsiteX27" fmla="*/ 95855 w 184450"/>
                  <a:gd name="connsiteY27" fmla="*/ 329362 h 544266"/>
                  <a:gd name="connsiteX28" fmla="*/ 88215 w 184450"/>
                  <a:gd name="connsiteY28" fmla="*/ 318493 h 544266"/>
                  <a:gd name="connsiteX29" fmla="*/ 80778 w 184450"/>
                  <a:gd name="connsiteY29" fmla="*/ 307405 h 544266"/>
                  <a:gd name="connsiteX30" fmla="*/ 66391 w 184450"/>
                  <a:gd name="connsiteY30" fmla="*/ 285404 h 544266"/>
                  <a:gd name="connsiteX31" fmla="*/ 59360 w 184450"/>
                  <a:gd name="connsiteY31" fmla="*/ 273836 h 544266"/>
                  <a:gd name="connsiteX32" fmla="*/ 45868 w 184450"/>
                  <a:gd name="connsiteY32" fmla="*/ 248211 h 544266"/>
                  <a:gd name="connsiteX33" fmla="*/ 39203 w 184450"/>
                  <a:gd name="connsiteY33" fmla="*/ 234723 h 544266"/>
                  <a:gd name="connsiteX34" fmla="*/ 33066 w 184450"/>
                  <a:gd name="connsiteY34" fmla="*/ 223373 h 544266"/>
                  <a:gd name="connsiteX35" fmla="*/ 28189 w 184450"/>
                  <a:gd name="connsiteY35" fmla="*/ 206915 h 544266"/>
                  <a:gd name="connsiteX36" fmla="*/ 24044 w 184450"/>
                  <a:gd name="connsiteY36" fmla="*/ 188625 h 544266"/>
                  <a:gd name="connsiteX37" fmla="*/ 20793 w 184450"/>
                  <a:gd name="connsiteY37" fmla="*/ 167846 h 544266"/>
                  <a:gd name="connsiteX38" fmla="*/ 18517 w 184450"/>
                  <a:gd name="connsiteY38" fmla="*/ 142636 h 544266"/>
                  <a:gd name="connsiteX39" fmla="*/ 14656 w 184450"/>
                  <a:gd name="connsiteY39" fmla="*/ 65960 h 544266"/>
                  <a:gd name="connsiteX40" fmla="*/ 12868 w 184450"/>
                  <a:gd name="connsiteY40" fmla="*/ 40379 h 544266"/>
                  <a:gd name="connsiteX41" fmla="*/ 9779 w 184450"/>
                  <a:gd name="connsiteY41" fmla="*/ 20080 h 544266"/>
                  <a:gd name="connsiteX42" fmla="*/ 5106 w 184450"/>
                  <a:gd name="connsiteY42" fmla="*/ 1222 h 544266"/>
                  <a:gd name="connsiteX43" fmla="*/ 2220 w 184450"/>
                  <a:gd name="connsiteY43" fmla="*/ 0 h 544266"/>
                  <a:gd name="connsiteX44" fmla="*/ 26 w 184450"/>
                  <a:gd name="connsiteY44" fmla="*/ 1593 h 544266"/>
                  <a:gd name="connsiteX45" fmla="*/ 4699 w 184450"/>
                  <a:gd name="connsiteY45" fmla="*/ 20408 h 544266"/>
                  <a:gd name="connsiteX46" fmla="*/ 7666 w 184450"/>
                  <a:gd name="connsiteY46" fmla="*/ 40554 h 544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4450" h="544266">
                    <a:moveTo>
                      <a:pt x="7747" y="40532"/>
                    </a:moveTo>
                    <a:lnTo>
                      <a:pt x="9617" y="66047"/>
                    </a:lnTo>
                    <a:lnTo>
                      <a:pt x="13478" y="142724"/>
                    </a:lnTo>
                    <a:lnTo>
                      <a:pt x="15754" y="168043"/>
                    </a:lnTo>
                    <a:lnTo>
                      <a:pt x="19005" y="188930"/>
                    </a:lnTo>
                    <a:lnTo>
                      <a:pt x="23150" y="207308"/>
                    </a:lnTo>
                    <a:lnTo>
                      <a:pt x="28108" y="223984"/>
                    </a:lnTo>
                    <a:lnTo>
                      <a:pt x="34367" y="235443"/>
                    </a:lnTo>
                    <a:lnTo>
                      <a:pt x="40910" y="248932"/>
                    </a:lnTo>
                    <a:lnTo>
                      <a:pt x="54483" y="274665"/>
                    </a:lnTo>
                    <a:lnTo>
                      <a:pt x="61514" y="286277"/>
                    </a:lnTo>
                    <a:lnTo>
                      <a:pt x="83460" y="319475"/>
                    </a:lnTo>
                    <a:lnTo>
                      <a:pt x="91100" y="330301"/>
                    </a:lnTo>
                    <a:lnTo>
                      <a:pt x="106868" y="356951"/>
                    </a:lnTo>
                    <a:lnTo>
                      <a:pt x="115118" y="369785"/>
                    </a:lnTo>
                    <a:lnTo>
                      <a:pt x="123328" y="384234"/>
                    </a:lnTo>
                    <a:lnTo>
                      <a:pt x="131943" y="405384"/>
                    </a:lnTo>
                    <a:lnTo>
                      <a:pt x="159050" y="478983"/>
                    </a:lnTo>
                    <a:lnTo>
                      <a:pt x="178395" y="541647"/>
                    </a:lnTo>
                    <a:lnTo>
                      <a:pt x="179208" y="544267"/>
                    </a:lnTo>
                    <a:lnTo>
                      <a:pt x="184450" y="544267"/>
                    </a:lnTo>
                    <a:lnTo>
                      <a:pt x="183353" y="541167"/>
                    </a:lnTo>
                    <a:lnTo>
                      <a:pt x="164090" y="478503"/>
                    </a:lnTo>
                    <a:lnTo>
                      <a:pt x="136901" y="404817"/>
                    </a:lnTo>
                    <a:lnTo>
                      <a:pt x="128286" y="383514"/>
                    </a:lnTo>
                    <a:lnTo>
                      <a:pt x="119873" y="368956"/>
                    </a:lnTo>
                    <a:lnTo>
                      <a:pt x="111745" y="356056"/>
                    </a:lnTo>
                    <a:lnTo>
                      <a:pt x="95855" y="329362"/>
                    </a:lnTo>
                    <a:lnTo>
                      <a:pt x="88215" y="318493"/>
                    </a:lnTo>
                    <a:lnTo>
                      <a:pt x="80778" y="307405"/>
                    </a:lnTo>
                    <a:lnTo>
                      <a:pt x="66391" y="285404"/>
                    </a:lnTo>
                    <a:lnTo>
                      <a:pt x="59360" y="273836"/>
                    </a:lnTo>
                    <a:lnTo>
                      <a:pt x="45868" y="248211"/>
                    </a:lnTo>
                    <a:lnTo>
                      <a:pt x="39203" y="234723"/>
                    </a:lnTo>
                    <a:lnTo>
                      <a:pt x="33066" y="223373"/>
                    </a:lnTo>
                    <a:lnTo>
                      <a:pt x="28189" y="206915"/>
                    </a:lnTo>
                    <a:lnTo>
                      <a:pt x="24044" y="188625"/>
                    </a:lnTo>
                    <a:lnTo>
                      <a:pt x="20793" y="167846"/>
                    </a:lnTo>
                    <a:lnTo>
                      <a:pt x="18517" y="142636"/>
                    </a:lnTo>
                    <a:lnTo>
                      <a:pt x="14656" y="65960"/>
                    </a:lnTo>
                    <a:lnTo>
                      <a:pt x="12868" y="40379"/>
                    </a:lnTo>
                    <a:lnTo>
                      <a:pt x="9779" y="20080"/>
                    </a:lnTo>
                    <a:lnTo>
                      <a:pt x="5106" y="1222"/>
                    </a:lnTo>
                    <a:cubicBezTo>
                      <a:pt x="4903" y="480"/>
                      <a:pt x="3724" y="0"/>
                      <a:pt x="2220" y="0"/>
                    </a:cubicBezTo>
                    <a:cubicBezTo>
                      <a:pt x="839" y="153"/>
                      <a:pt x="-177" y="851"/>
                      <a:pt x="26" y="1593"/>
                    </a:cubicBezTo>
                    <a:lnTo>
                      <a:pt x="4699" y="20408"/>
                    </a:lnTo>
                    <a:lnTo>
                      <a:pt x="7666" y="4055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1" name="Freeform: Shape 400">
                <a:extLst>
                  <a:ext uri="{FF2B5EF4-FFF2-40B4-BE49-F238E27FC236}">
                    <a16:creationId xmlns:a16="http://schemas.microsoft.com/office/drawing/2014/main" id="{5DB1080B-6555-4A97-9FAE-53D81CC15878}"/>
                  </a:ext>
                </a:extLst>
              </p:cNvPr>
              <p:cNvSpPr/>
              <p:nvPr/>
            </p:nvSpPr>
            <p:spPr>
              <a:xfrm>
                <a:off x="-40" y="6372355"/>
                <a:ext cx="3989636" cy="211979"/>
              </a:xfrm>
              <a:custGeom>
                <a:avLst/>
                <a:gdLst>
                  <a:gd name="connsiteX0" fmla="*/ 3988938 w 3989636"/>
                  <a:gd name="connsiteY0" fmla="*/ 19076 h 211979"/>
                  <a:gd name="connsiteX1" fmla="*/ 3985362 w 3989636"/>
                  <a:gd name="connsiteY1" fmla="*/ 19229 h 211979"/>
                  <a:gd name="connsiteX2" fmla="*/ 3984996 w 3989636"/>
                  <a:gd name="connsiteY2" fmla="*/ 19491 h 211979"/>
                  <a:gd name="connsiteX3" fmla="*/ 3956711 w 3989636"/>
                  <a:gd name="connsiteY3" fmla="*/ 19753 h 211979"/>
                  <a:gd name="connsiteX4" fmla="*/ 3811301 w 3989636"/>
                  <a:gd name="connsiteY4" fmla="*/ 19229 h 211979"/>
                  <a:gd name="connsiteX5" fmla="*/ 3666013 w 3989636"/>
                  <a:gd name="connsiteY5" fmla="*/ 18422 h 211979"/>
                  <a:gd name="connsiteX6" fmla="*/ 3520887 w 3989636"/>
                  <a:gd name="connsiteY6" fmla="*/ 18160 h 211979"/>
                  <a:gd name="connsiteX7" fmla="*/ 3375802 w 3989636"/>
                  <a:gd name="connsiteY7" fmla="*/ 15017 h 211979"/>
                  <a:gd name="connsiteX8" fmla="*/ 3230718 w 3989636"/>
                  <a:gd name="connsiteY8" fmla="*/ 11350 h 211979"/>
                  <a:gd name="connsiteX9" fmla="*/ 3085917 w 3989636"/>
                  <a:gd name="connsiteY9" fmla="*/ 7945 h 211979"/>
                  <a:gd name="connsiteX10" fmla="*/ 2940914 w 3989636"/>
                  <a:gd name="connsiteY10" fmla="*/ 1070 h 211979"/>
                  <a:gd name="connsiteX11" fmla="*/ 2796073 w 3989636"/>
                  <a:gd name="connsiteY11" fmla="*/ 0 h 211979"/>
                  <a:gd name="connsiteX12" fmla="*/ 2651272 w 3989636"/>
                  <a:gd name="connsiteY12" fmla="*/ 371 h 211979"/>
                  <a:gd name="connsiteX13" fmla="*/ 2506513 w 3989636"/>
                  <a:gd name="connsiteY13" fmla="*/ 1550 h 211979"/>
                  <a:gd name="connsiteX14" fmla="*/ 2361794 w 3989636"/>
                  <a:gd name="connsiteY14" fmla="*/ 5326 h 211979"/>
                  <a:gd name="connsiteX15" fmla="*/ 2072721 w 3989636"/>
                  <a:gd name="connsiteY15" fmla="*/ 14427 h 211979"/>
                  <a:gd name="connsiteX16" fmla="*/ 1928368 w 3989636"/>
                  <a:gd name="connsiteY16" fmla="*/ 14318 h 211979"/>
                  <a:gd name="connsiteX17" fmla="*/ 1928368 w 3989636"/>
                  <a:gd name="connsiteY17" fmla="*/ 14318 h 211979"/>
                  <a:gd name="connsiteX18" fmla="*/ 1926864 w 3989636"/>
                  <a:gd name="connsiteY18" fmla="*/ 14580 h 211979"/>
                  <a:gd name="connsiteX19" fmla="*/ 1885655 w 3989636"/>
                  <a:gd name="connsiteY19" fmla="*/ 31256 h 211979"/>
                  <a:gd name="connsiteX20" fmla="*/ 1843634 w 3989636"/>
                  <a:gd name="connsiteY20" fmla="*/ 46927 h 211979"/>
                  <a:gd name="connsiteX21" fmla="*/ 1800921 w 3989636"/>
                  <a:gd name="connsiteY21" fmla="*/ 62053 h 211979"/>
                  <a:gd name="connsiteX22" fmla="*/ 1757761 w 3989636"/>
                  <a:gd name="connsiteY22" fmla="*/ 75738 h 211979"/>
                  <a:gd name="connsiteX23" fmla="*/ 1608287 w 3989636"/>
                  <a:gd name="connsiteY23" fmla="*/ 83574 h 211979"/>
                  <a:gd name="connsiteX24" fmla="*/ 1458366 w 3989636"/>
                  <a:gd name="connsiteY24" fmla="*/ 89271 h 211979"/>
                  <a:gd name="connsiteX25" fmla="*/ 1308486 w 3989636"/>
                  <a:gd name="connsiteY25" fmla="*/ 94269 h 211979"/>
                  <a:gd name="connsiteX26" fmla="*/ 1307551 w 3989636"/>
                  <a:gd name="connsiteY26" fmla="*/ 94378 h 211979"/>
                  <a:gd name="connsiteX27" fmla="*/ 1259190 w 3989636"/>
                  <a:gd name="connsiteY27" fmla="*/ 107321 h 211979"/>
                  <a:gd name="connsiteX28" fmla="*/ 1108537 w 3989636"/>
                  <a:gd name="connsiteY28" fmla="*/ 110617 h 211979"/>
                  <a:gd name="connsiteX29" fmla="*/ 957438 w 3989636"/>
                  <a:gd name="connsiteY29" fmla="*/ 114240 h 211979"/>
                  <a:gd name="connsiteX30" fmla="*/ 806379 w 3989636"/>
                  <a:gd name="connsiteY30" fmla="*/ 118343 h 211979"/>
                  <a:gd name="connsiteX31" fmla="*/ 805647 w 3989636"/>
                  <a:gd name="connsiteY31" fmla="*/ 118453 h 211979"/>
                  <a:gd name="connsiteX32" fmla="*/ 751474 w 3989636"/>
                  <a:gd name="connsiteY32" fmla="*/ 129541 h 211979"/>
                  <a:gd name="connsiteX33" fmla="*/ 696245 w 3989636"/>
                  <a:gd name="connsiteY33" fmla="*/ 140672 h 211979"/>
                  <a:gd name="connsiteX34" fmla="*/ 639917 w 3989636"/>
                  <a:gd name="connsiteY34" fmla="*/ 151542 h 211979"/>
                  <a:gd name="connsiteX35" fmla="*/ 582778 w 3989636"/>
                  <a:gd name="connsiteY35" fmla="*/ 161975 h 211979"/>
                  <a:gd name="connsiteX36" fmla="*/ 426192 w 3989636"/>
                  <a:gd name="connsiteY36" fmla="*/ 164223 h 211979"/>
                  <a:gd name="connsiteX37" fmla="*/ 425541 w 3989636"/>
                  <a:gd name="connsiteY37" fmla="*/ 164288 h 211979"/>
                  <a:gd name="connsiteX38" fmla="*/ 365191 w 3989636"/>
                  <a:gd name="connsiteY38" fmla="*/ 173827 h 211979"/>
                  <a:gd name="connsiteX39" fmla="*/ 303621 w 3989636"/>
                  <a:gd name="connsiteY39" fmla="*/ 184849 h 211979"/>
                  <a:gd name="connsiteX40" fmla="*/ 241239 w 3989636"/>
                  <a:gd name="connsiteY40" fmla="*/ 197159 h 211979"/>
                  <a:gd name="connsiteX41" fmla="*/ 80101 w 3989636"/>
                  <a:gd name="connsiteY41" fmla="*/ 193689 h 211979"/>
                  <a:gd name="connsiteX42" fmla="*/ 79167 w 3989636"/>
                  <a:gd name="connsiteY42" fmla="*/ 193754 h 211979"/>
                  <a:gd name="connsiteX43" fmla="*/ 13371 w 3989636"/>
                  <a:gd name="connsiteY43" fmla="*/ 206654 h 211979"/>
                  <a:gd name="connsiteX44" fmla="*/ 0 w 3989636"/>
                  <a:gd name="connsiteY44" fmla="*/ 209055 h 211979"/>
                  <a:gd name="connsiteX45" fmla="*/ 0 w 3989636"/>
                  <a:gd name="connsiteY45" fmla="*/ 211979 h 211979"/>
                  <a:gd name="connsiteX46" fmla="*/ 15037 w 3989636"/>
                  <a:gd name="connsiteY46" fmla="*/ 209273 h 211979"/>
                  <a:gd name="connsiteX47" fmla="*/ 80427 w 3989636"/>
                  <a:gd name="connsiteY47" fmla="*/ 196526 h 211979"/>
                  <a:gd name="connsiteX48" fmla="*/ 241564 w 3989636"/>
                  <a:gd name="connsiteY48" fmla="*/ 199997 h 211979"/>
                  <a:gd name="connsiteX49" fmla="*/ 242499 w 3989636"/>
                  <a:gd name="connsiteY49" fmla="*/ 199931 h 211979"/>
                  <a:gd name="connsiteX50" fmla="*/ 305247 w 3989636"/>
                  <a:gd name="connsiteY50" fmla="*/ 187512 h 211979"/>
                  <a:gd name="connsiteX51" fmla="*/ 366654 w 3989636"/>
                  <a:gd name="connsiteY51" fmla="*/ 176533 h 211979"/>
                  <a:gd name="connsiteX52" fmla="*/ 426557 w 3989636"/>
                  <a:gd name="connsiteY52" fmla="*/ 166995 h 211979"/>
                  <a:gd name="connsiteX53" fmla="*/ 583225 w 3989636"/>
                  <a:gd name="connsiteY53" fmla="*/ 164812 h 211979"/>
                  <a:gd name="connsiteX54" fmla="*/ 583916 w 3989636"/>
                  <a:gd name="connsiteY54" fmla="*/ 164703 h 211979"/>
                  <a:gd name="connsiteX55" fmla="*/ 641462 w 3989636"/>
                  <a:gd name="connsiteY55" fmla="*/ 154204 h 211979"/>
                  <a:gd name="connsiteX56" fmla="*/ 697829 w 3989636"/>
                  <a:gd name="connsiteY56" fmla="*/ 143335 h 211979"/>
                  <a:gd name="connsiteX57" fmla="*/ 753100 w 3989636"/>
                  <a:gd name="connsiteY57" fmla="*/ 132203 h 211979"/>
                  <a:gd name="connsiteX58" fmla="*/ 806907 w 3989636"/>
                  <a:gd name="connsiteY58" fmla="*/ 121116 h 211979"/>
                  <a:gd name="connsiteX59" fmla="*/ 957560 w 3989636"/>
                  <a:gd name="connsiteY59" fmla="*/ 117056 h 211979"/>
                  <a:gd name="connsiteX60" fmla="*/ 1108659 w 3989636"/>
                  <a:gd name="connsiteY60" fmla="*/ 113433 h 211979"/>
                  <a:gd name="connsiteX61" fmla="*/ 1259799 w 3989636"/>
                  <a:gd name="connsiteY61" fmla="*/ 110137 h 211979"/>
                  <a:gd name="connsiteX62" fmla="*/ 1260775 w 3989636"/>
                  <a:gd name="connsiteY62" fmla="*/ 109962 h 211979"/>
                  <a:gd name="connsiteX63" fmla="*/ 1309177 w 3989636"/>
                  <a:gd name="connsiteY63" fmla="*/ 97019 h 211979"/>
                  <a:gd name="connsiteX64" fmla="*/ 1458529 w 3989636"/>
                  <a:gd name="connsiteY64" fmla="*/ 92064 h 211979"/>
                  <a:gd name="connsiteX65" fmla="*/ 1608491 w 3989636"/>
                  <a:gd name="connsiteY65" fmla="*/ 86368 h 211979"/>
                  <a:gd name="connsiteX66" fmla="*/ 1758574 w 3989636"/>
                  <a:gd name="connsiteY66" fmla="*/ 78488 h 211979"/>
                  <a:gd name="connsiteX67" fmla="*/ 1759631 w 3989636"/>
                  <a:gd name="connsiteY67" fmla="*/ 78270 h 211979"/>
                  <a:gd name="connsiteX68" fmla="*/ 1803400 w 3989636"/>
                  <a:gd name="connsiteY68" fmla="*/ 64410 h 211979"/>
                  <a:gd name="connsiteX69" fmla="*/ 1846275 w 3989636"/>
                  <a:gd name="connsiteY69" fmla="*/ 49219 h 211979"/>
                  <a:gd name="connsiteX70" fmla="*/ 1888460 w 3989636"/>
                  <a:gd name="connsiteY70" fmla="*/ 33504 h 211979"/>
                  <a:gd name="connsiteX71" fmla="*/ 1929018 w 3989636"/>
                  <a:gd name="connsiteY71" fmla="*/ 17090 h 211979"/>
                  <a:gd name="connsiteX72" fmla="*/ 2072721 w 3989636"/>
                  <a:gd name="connsiteY72" fmla="*/ 17199 h 211979"/>
                  <a:gd name="connsiteX73" fmla="*/ 2361875 w 3989636"/>
                  <a:gd name="connsiteY73" fmla="*/ 8032 h 211979"/>
                  <a:gd name="connsiteX74" fmla="*/ 2506472 w 3989636"/>
                  <a:gd name="connsiteY74" fmla="*/ 4300 h 211979"/>
                  <a:gd name="connsiteX75" fmla="*/ 2651151 w 3989636"/>
                  <a:gd name="connsiteY75" fmla="*/ 3121 h 211979"/>
                  <a:gd name="connsiteX76" fmla="*/ 2795870 w 3989636"/>
                  <a:gd name="connsiteY76" fmla="*/ 2750 h 211979"/>
                  <a:gd name="connsiteX77" fmla="*/ 2940548 w 3989636"/>
                  <a:gd name="connsiteY77" fmla="*/ 3820 h 211979"/>
                  <a:gd name="connsiteX78" fmla="*/ 3085430 w 3989636"/>
                  <a:gd name="connsiteY78" fmla="*/ 10695 h 211979"/>
                  <a:gd name="connsiteX79" fmla="*/ 3230392 w 3989636"/>
                  <a:gd name="connsiteY79" fmla="*/ 14100 h 211979"/>
                  <a:gd name="connsiteX80" fmla="*/ 3375396 w 3989636"/>
                  <a:gd name="connsiteY80" fmla="*/ 17723 h 211979"/>
                  <a:gd name="connsiteX81" fmla="*/ 3520643 w 3989636"/>
                  <a:gd name="connsiteY81" fmla="*/ 20932 h 211979"/>
                  <a:gd name="connsiteX82" fmla="*/ 3665850 w 3989636"/>
                  <a:gd name="connsiteY82" fmla="*/ 21150 h 211979"/>
                  <a:gd name="connsiteX83" fmla="*/ 3811138 w 3989636"/>
                  <a:gd name="connsiteY83" fmla="*/ 21957 h 211979"/>
                  <a:gd name="connsiteX84" fmla="*/ 3956548 w 3989636"/>
                  <a:gd name="connsiteY84" fmla="*/ 22547 h 211979"/>
                  <a:gd name="connsiteX85" fmla="*/ 3986053 w 3989636"/>
                  <a:gd name="connsiteY85" fmla="*/ 22285 h 211979"/>
                  <a:gd name="connsiteX86" fmla="*/ 3987922 w 3989636"/>
                  <a:gd name="connsiteY86" fmla="*/ 21761 h 211979"/>
                  <a:gd name="connsiteX87" fmla="*/ 3989060 w 3989636"/>
                  <a:gd name="connsiteY87" fmla="*/ 21019 h 211979"/>
                  <a:gd name="connsiteX88" fmla="*/ 3988694 w 3989636"/>
                  <a:gd name="connsiteY88" fmla="*/ 19055 h 211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3989636" h="211979">
                    <a:moveTo>
                      <a:pt x="3988938" y="19076"/>
                    </a:moveTo>
                    <a:cubicBezTo>
                      <a:pt x="3987881" y="18596"/>
                      <a:pt x="3986256" y="18640"/>
                      <a:pt x="3985362" y="19229"/>
                    </a:cubicBezTo>
                    <a:lnTo>
                      <a:pt x="3984996" y="19491"/>
                    </a:lnTo>
                    <a:lnTo>
                      <a:pt x="3956711" y="19753"/>
                    </a:lnTo>
                    <a:lnTo>
                      <a:pt x="3811301" y="19229"/>
                    </a:lnTo>
                    <a:lnTo>
                      <a:pt x="3666013" y="18422"/>
                    </a:lnTo>
                    <a:lnTo>
                      <a:pt x="3520887" y="18160"/>
                    </a:lnTo>
                    <a:lnTo>
                      <a:pt x="3375802" y="15017"/>
                    </a:lnTo>
                    <a:lnTo>
                      <a:pt x="3230718" y="11350"/>
                    </a:lnTo>
                    <a:lnTo>
                      <a:pt x="3085917" y="7945"/>
                    </a:lnTo>
                    <a:lnTo>
                      <a:pt x="2940914" y="1070"/>
                    </a:lnTo>
                    <a:lnTo>
                      <a:pt x="2796073" y="0"/>
                    </a:lnTo>
                    <a:lnTo>
                      <a:pt x="2651272" y="371"/>
                    </a:lnTo>
                    <a:lnTo>
                      <a:pt x="2506513" y="1550"/>
                    </a:lnTo>
                    <a:lnTo>
                      <a:pt x="2361794" y="5326"/>
                    </a:lnTo>
                    <a:lnTo>
                      <a:pt x="2072721" y="14427"/>
                    </a:lnTo>
                    <a:lnTo>
                      <a:pt x="1928368" y="14318"/>
                    </a:lnTo>
                    <a:lnTo>
                      <a:pt x="1928368" y="14318"/>
                    </a:lnTo>
                    <a:cubicBezTo>
                      <a:pt x="1927799" y="14318"/>
                      <a:pt x="1927271" y="14362"/>
                      <a:pt x="1926864" y="14580"/>
                    </a:cubicBezTo>
                    <a:lnTo>
                      <a:pt x="1885655" y="31256"/>
                    </a:lnTo>
                    <a:lnTo>
                      <a:pt x="1843634" y="46927"/>
                    </a:lnTo>
                    <a:lnTo>
                      <a:pt x="1800921" y="62053"/>
                    </a:lnTo>
                    <a:lnTo>
                      <a:pt x="1757761" y="75738"/>
                    </a:lnTo>
                    <a:lnTo>
                      <a:pt x="1608287" y="83574"/>
                    </a:lnTo>
                    <a:lnTo>
                      <a:pt x="1458366" y="89271"/>
                    </a:lnTo>
                    <a:lnTo>
                      <a:pt x="1308486" y="94269"/>
                    </a:lnTo>
                    <a:cubicBezTo>
                      <a:pt x="1308202" y="94269"/>
                      <a:pt x="1307836" y="94313"/>
                      <a:pt x="1307551" y="94378"/>
                    </a:cubicBezTo>
                    <a:lnTo>
                      <a:pt x="1259190" y="107321"/>
                    </a:lnTo>
                    <a:lnTo>
                      <a:pt x="1108537" y="110617"/>
                    </a:lnTo>
                    <a:lnTo>
                      <a:pt x="957438" y="114240"/>
                    </a:lnTo>
                    <a:lnTo>
                      <a:pt x="806379" y="118343"/>
                    </a:lnTo>
                    <a:cubicBezTo>
                      <a:pt x="806135" y="118343"/>
                      <a:pt x="805891" y="118343"/>
                      <a:pt x="805647" y="118453"/>
                    </a:cubicBezTo>
                    <a:lnTo>
                      <a:pt x="751474" y="129541"/>
                    </a:lnTo>
                    <a:lnTo>
                      <a:pt x="696245" y="140672"/>
                    </a:lnTo>
                    <a:lnTo>
                      <a:pt x="639917" y="151542"/>
                    </a:lnTo>
                    <a:lnTo>
                      <a:pt x="582778" y="161975"/>
                    </a:lnTo>
                    <a:lnTo>
                      <a:pt x="426192" y="164223"/>
                    </a:lnTo>
                    <a:cubicBezTo>
                      <a:pt x="425948" y="164223"/>
                      <a:pt x="425745" y="164223"/>
                      <a:pt x="425541" y="164288"/>
                    </a:cubicBezTo>
                    <a:lnTo>
                      <a:pt x="365191" y="173827"/>
                    </a:lnTo>
                    <a:lnTo>
                      <a:pt x="303621" y="184849"/>
                    </a:lnTo>
                    <a:lnTo>
                      <a:pt x="241239" y="197159"/>
                    </a:lnTo>
                    <a:lnTo>
                      <a:pt x="80101" y="193689"/>
                    </a:lnTo>
                    <a:cubicBezTo>
                      <a:pt x="79776" y="193623"/>
                      <a:pt x="79451" y="193689"/>
                      <a:pt x="79167" y="193754"/>
                    </a:cubicBezTo>
                    <a:lnTo>
                      <a:pt x="13371" y="206654"/>
                    </a:lnTo>
                    <a:lnTo>
                      <a:pt x="0" y="209055"/>
                    </a:lnTo>
                    <a:lnTo>
                      <a:pt x="0" y="211979"/>
                    </a:lnTo>
                    <a:lnTo>
                      <a:pt x="15037" y="209273"/>
                    </a:lnTo>
                    <a:lnTo>
                      <a:pt x="80427" y="196526"/>
                    </a:lnTo>
                    <a:lnTo>
                      <a:pt x="241564" y="199997"/>
                    </a:lnTo>
                    <a:cubicBezTo>
                      <a:pt x="241930" y="200040"/>
                      <a:pt x="242214" y="199997"/>
                      <a:pt x="242499" y="199931"/>
                    </a:cubicBezTo>
                    <a:lnTo>
                      <a:pt x="305247" y="187512"/>
                    </a:lnTo>
                    <a:lnTo>
                      <a:pt x="366654" y="176533"/>
                    </a:lnTo>
                    <a:lnTo>
                      <a:pt x="426557" y="166995"/>
                    </a:lnTo>
                    <a:lnTo>
                      <a:pt x="583225" y="164812"/>
                    </a:lnTo>
                    <a:cubicBezTo>
                      <a:pt x="583469" y="164812"/>
                      <a:pt x="583712" y="164769"/>
                      <a:pt x="583916" y="164703"/>
                    </a:cubicBezTo>
                    <a:lnTo>
                      <a:pt x="641462" y="154204"/>
                    </a:lnTo>
                    <a:lnTo>
                      <a:pt x="697829" y="143335"/>
                    </a:lnTo>
                    <a:lnTo>
                      <a:pt x="753100" y="132203"/>
                    </a:lnTo>
                    <a:lnTo>
                      <a:pt x="806907" y="121116"/>
                    </a:lnTo>
                    <a:lnTo>
                      <a:pt x="957560" y="117056"/>
                    </a:lnTo>
                    <a:lnTo>
                      <a:pt x="1108659" y="113433"/>
                    </a:lnTo>
                    <a:lnTo>
                      <a:pt x="1259799" y="110137"/>
                    </a:lnTo>
                    <a:cubicBezTo>
                      <a:pt x="1260165" y="110071"/>
                      <a:pt x="1260490" y="110071"/>
                      <a:pt x="1260775" y="109962"/>
                    </a:cubicBezTo>
                    <a:lnTo>
                      <a:pt x="1309177" y="97019"/>
                    </a:lnTo>
                    <a:lnTo>
                      <a:pt x="1458529" y="92064"/>
                    </a:lnTo>
                    <a:lnTo>
                      <a:pt x="1608491" y="86368"/>
                    </a:lnTo>
                    <a:lnTo>
                      <a:pt x="1758574" y="78488"/>
                    </a:lnTo>
                    <a:cubicBezTo>
                      <a:pt x="1758940" y="78445"/>
                      <a:pt x="1759265" y="78379"/>
                      <a:pt x="1759631" y="78270"/>
                    </a:cubicBezTo>
                    <a:lnTo>
                      <a:pt x="1803400" y="64410"/>
                    </a:lnTo>
                    <a:lnTo>
                      <a:pt x="1846275" y="49219"/>
                    </a:lnTo>
                    <a:lnTo>
                      <a:pt x="1888460" y="33504"/>
                    </a:lnTo>
                    <a:lnTo>
                      <a:pt x="1929018" y="17090"/>
                    </a:lnTo>
                    <a:lnTo>
                      <a:pt x="2072721" y="17199"/>
                    </a:lnTo>
                    <a:lnTo>
                      <a:pt x="2361875" y="8032"/>
                    </a:lnTo>
                    <a:lnTo>
                      <a:pt x="2506472" y="4300"/>
                    </a:lnTo>
                    <a:lnTo>
                      <a:pt x="2651151" y="3121"/>
                    </a:lnTo>
                    <a:lnTo>
                      <a:pt x="2795870" y="2750"/>
                    </a:lnTo>
                    <a:lnTo>
                      <a:pt x="2940548" y="3820"/>
                    </a:lnTo>
                    <a:lnTo>
                      <a:pt x="3085430" y="10695"/>
                    </a:lnTo>
                    <a:lnTo>
                      <a:pt x="3230392" y="14100"/>
                    </a:lnTo>
                    <a:lnTo>
                      <a:pt x="3375396" y="17723"/>
                    </a:lnTo>
                    <a:lnTo>
                      <a:pt x="3520643" y="20932"/>
                    </a:lnTo>
                    <a:lnTo>
                      <a:pt x="3665850" y="21150"/>
                    </a:lnTo>
                    <a:lnTo>
                      <a:pt x="3811138" y="21957"/>
                    </a:lnTo>
                    <a:lnTo>
                      <a:pt x="3956548" y="22547"/>
                    </a:lnTo>
                    <a:lnTo>
                      <a:pt x="3986053" y="22285"/>
                    </a:lnTo>
                    <a:cubicBezTo>
                      <a:pt x="3986784" y="22241"/>
                      <a:pt x="3987475" y="22067"/>
                      <a:pt x="3987922" y="21761"/>
                    </a:cubicBezTo>
                    <a:lnTo>
                      <a:pt x="3989060" y="21019"/>
                    </a:lnTo>
                    <a:cubicBezTo>
                      <a:pt x="3989954" y="20430"/>
                      <a:pt x="3989791" y="19513"/>
                      <a:pt x="3988694" y="190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2" name="Freeform: Shape 401">
                <a:extLst>
                  <a:ext uri="{FF2B5EF4-FFF2-40B4-BE49-F238E27FC236}">
                    <a16:creationId xmlns:a16="http://schemas.microsoft.com/office/drawing/2014/main" id="{1C7B837F-F6B7-449C-A24F-8AA4F85D5C9B}"/>
                  </a:ext>
                </a:extLst>
              </p:cNvPr>
              <p:cNvSpPr/>
              <p:nvPr/>
            </p:nvSpPr>
            <p:spPr>
              <a:xfrm>
                <a:off x="1574145" y="5904073"/>
                <a:ext cx="1965730" cy="36640"/>
              </a:xfrm>
              <a:custGeom>
                <a:avLst/>
                <a:gdLst>
                  <a:gd name="connsiteX0" fmla="*/ 724006 w 1965730"/>
                  <a:gd name="connsiteY0" fmla="*/ 36596 h 36640"/>
                  <a:gd name="connsiteX1" fmla="*/ 723884 w 1965730"/>
                  <a:gd name="connsiteY1" fmla="*/ 36596 h 36640"/>
                  <a:gd name="connsiteX2" fmla="*/ 613709 w 1965730"/>
                  <a:gd name="connsiteY2" fmla="*/ 32275 h 36640"/>
                  <a:gd name="connsiteX3" fmla="*/ 503697 w 1965730"/>
                  <a:gd name="connsiteY3" fmla="*/ 27167 h 36640"/>
                  <a:gd name="connsiteX4" fmla="*/ 396001 w 1965730"/>
                  <a:gd name="connsiteY4" fmla="*/ 24505 h 36640"/>
                  <a:gd name="connsiteX5" fmla="*/ 394903 w 1965730"/>
                  <a:gd name="connsiteY5" fmla="*/ 24505 h 36640"/>
                  <a:gd name="connsiteX6" fmla="*/ 283631 w 1965730"/>
                  <a:gd name="connsiteY6" fmla="*/ 16843 h 36640"/>
                  <a:gd name="connsiteX7" fmla="*/ 173822 w 1965730"/>
                  <a:gd name="connsiteY7" fmla="*/ 10710 h 36640"/>
                  <a:gd name="connsiteX8" fmla="*/ 64866 w 1965730"/>
                  <a:gd name="connsiteY8" fmla="*/ 2831 h 36640"/>
                  <a:gd name="connsiteX9" fmla="*/ 32110 w 1965730"/>
                  <a:gd name="connsiteY9" fmla="*/ 14399 h 36640"/>
                  <a:gd name="connsiteX10" fmla="*/ 3987 w 1965730"/>
                  <a:gd name="connsiteY10" fmla="*/ 25116 h 36640"/>
                  <a:gd name="connsiteX11" fmla="*/ 452 w 1965730"/>
                  <a:gd name="connsiteY11" fmla="*/ 24788 h 36640"/>
                  <a:gd name="connsiteX12" fmla="*/ 1102 w 1965730"/>
                  <a:gd name="connsiteY12" fmla="*/ 22824 h 36640"/>
                  <a:gd name="connsiteX13" fmla="*/ 29265 w 1965730"/>
                  <a:gd name="connsiteY13" fmla="*/ 12063 h 36640"/>
                  <a:gd name="connsiteX14" fmla="*/ 62875 w 1965730"/>
                  <a:gd name="connsiteY14" fmla="*/ 233 h 36640"/>
                  <a:gd name="connsiteX15" fmla="*/ 64622 w 1965730"/>
                  <a:gd name="connsiteY15" fmla="*/ 15 h 36640"/>
                  <a:gd name="connsiteX16" fmla="*/ 174350 w 1965730"/>
                  <a:gd name="connsiteY16" fmla="*/ 7960 h 36640"/>
                  <a:gd name="connsiteX17" fmla="*/ 284159 w 1965730"/>
                  <a:gd name="connsiteY17" fmla="*/ 14028 h 36640"/>
                  <a:gd name="connsiteX18" fmla="*/ 395147 w 1965730"/>
                  <a:gd name="connsiteY18" fmla="*/ 21754 h 36640"/>
                  <a:gd name="connsiteX19" fmla="*/ 396001 w 1965730"/>
                  <a:gd name="connsiteY19" fmla="*/ 21711 h 36640"/>
                  <a:gd name="connsiteX20" fmla="*/ 503940 w 1965730"/>
                  <a:gd name="connsiteY20" fmla="*/ 24417 h 36640"/>
                  <a:gd name="connsiteX21" fmla="*/ 614075 w 1965730"/>
                  <a:gd name="connsiteY21" fmla="*/ 29481 h 36640"/>
                  <a:gd name="connsiteX22" fmla="*/ 723112 w 1965730"/>
                  <a:gd name="connsiteY22" fmla="*/ 33803 h 36640"/>
                  <a:gd name="connsiteX23" fmla="*/ 750747 w 1965730"/>
                  <a:gd name="connsiteY23" fmla="*/ 19987 h 36640"/>
                  <a:gd name="connsiteX24" fmla="*/ 752657 w 1965730"/>
                  <a:gd name="connsiteY24" fmla="*/ 19615 h 36640"/>
                  <a:gd name="connsiteX25" fmla="*/ 862060 w 1965730"/>
                  <a:gd name="connsiteY25" fmla="*/ 23653 h 36640"/>
                  <a:gd name="connsiteX26" fmla="*/ 971463 w 1965730"/>
                  <a:gd name="connsiteY26" fmla="*/ 26316 h 36640"/>
                  <a:gd name="connsiteX27" fmla="*/ 1096797 w 1965730"/>
                  <a:gd name="connsiteY27" fmla="*/ 23610 h 36640"/>
                  <a:gd name="connsiteX28" fmla="*/ 1190472 w 1965730"/>
                  <a:gd name="connsiteY28" fmla="*/ 20903 h 36640"/>
                  <a:gd name="connsiteX29" fmla="*/ 1299753 w 1965730"/>
                  <a:gd name="connsiteY29" fmla="*/ 19834 h 36640"/>
                  <a:gd name="connsiteX30" fmla="*/ 1323405 w 1965730"/>
                  <a:gd name="connsiteY30" fmla="*/ 14879 h 36640"/>
                  <a:gd name="connsiteX31" fmla="*/ 1324178 w 1965730"/>
                  <a:gd name="connsiteY31" fmla="*/ 14814 h 36640"/>
                  <a:gd name="connsiteX32" fmla="*/ 1347830 w 1965730"/>
                  <a:gd name="connsiteY32" fmla="*/ 14181 h 36640"/>
                  <a:gd name="connsiteX33" fmla="*/ 1370426 w 1965730"/>
                  <a:gd name="connsiteY33" fmla="*/ 12325 h 36640"/>
                  <a:gd name="connsiteX34" fmla="*/ 1393347 w 1965730"/>
                  <a:gd name="connsiteY34" fmla="*/ 5014 h 36640"/>
                  <a:gd name="connsiteX35" fmla="*/ 1394769 w 1965730"/>
                  <a:gd name="connsiteY35" fmla="*/ 4861 h 36640"/>
                  <a:gd name="connsiteX36" fmla="*/ 1500474 w 1965730"/>
                  <a:gd name="connsiteY36" fmla="*/ 8637 h 36640"/>
                  <a:gd name="connsiteX37" fmla="*/ 1522298 w 1965730"/>
                  <a:gd name="connsiteY37" fmla="*/ 2722 h 36640"/>
                  <a:gd name="connsiteX38" fmla="*/ 1523598 w 1965730"/>
                  <a:gd name="connsiteY38" fmla="*/ 2613 h 36640"/>
                  <a:gd name="connsiteX39" fmla="*/ 1629181 w 1965730"/>
                  <a:gd name="connsiteY39" fmla="*/ 6869 h 36640"/>
                  <a:gd name="connsiteX40" fmla="*/ 1734682 w 1965730"/>
                  <a:gd name="connsiteY40" fmla="*/ 11409 h 36640"/>
                  <a:gd name="connsiteX41" fmla="*/ 1754474 w 1965730"/>
                  <a:gd name="connsiteY41" fmla="*/ 7851 h 36640"/>
                  <a:gd name="connsiteX42" fmla="*/ 1755774 w 1965730"/>
                  <a:gd name="connsiteY42" fmla="*/ 7785 h 36640"/>
                  <a:gd name="connsiteX43" fmla="*/ 1860991 w 1965730"/>
                  <a:gd name="connsiteY43" fmla="*/ 19201 h 36640"/>
                  <a:gd name="connsiteX44" fmla="*/ 1906874 w 1965730"/>
                  <a:gd name="connsiteY44" fmla="*/ 24483 h 36640"/>
                  <a:gd name="connsiteX45" fmla="*/ 1908662 w 1965730"/>
                  <a:gd name="connsiteY45" fmla="*/ 24483 h 36640"/>
                  <a:gd name="connsiteX46" fmla="*/ 1963404 w 1965730"/>
                  <a:gd name="connsiteY46" fmla="*/ 26775 h 36640"/>
                  <a:gd name="connsiteX47" fmla="*/ 1965721 w 1965730"/>
                  <a:gd name="connsiteY47" fmla="*/ 28259 h 36640"/>
                  <a:gd name="connsiteX48" fmla="*/ 1962998 w 1965730"/>
                  <a:gd name="connsiteY48" fmla="*/ 29525 h 36640"/>
                  <a:gd name="connsiteX49" fmla="*/ 1906305 w 1965730"/>
                  <a:gd name="connsiteY49" fmla="*/ 27233 h 36640"/>
                  <a:gd name="connsiteX50" fmla="*/ 1821286 w 1965730"/>
                  <a:gd name="connsiteY50" fmla="*/ 17760 h 36640"/>
                  <a:gd name="connsiteX51" fmla="*/ 1755449 w 1965730"/>
                  <a:gd name="connsiteY51" fmla="*/ 10623 h 36640"/>
                  <a:gd name="connsiteX52" fmla="*/ 1735820 w 1965730"/>
                  <a:gd name="connsiteY52" fmla="*/ 14202 h 36640"/>
                  <a:gd name="connsiteX53" fmla="*/ 1734845 w 1965730"/>
                  <a:gd name="connsiteY53" fmla="*/ 14268 h 36640"/>
                  <a:gd name="connsiteX54" fmla="*/ 1628896 w 1965730"/>
                  <a:gd name="connsiteY54" fmla="*/ 9728 h 36640"/>
                  <a:gd name="connsiteX55" fmla="*/ 1523964 w 1965730"/>
                  <a:gd name="connsiteY55" fmla="*/ 5472 h 36640"/>
                  <a:gd name="connsiteX56" fmla="*/ 1502181 w 1965730"/>
                  <a:gd name="connsiteY56" fmla="*/ 11387 h 36640"/>
                  <a:gd name="connsiteX57" fmla="*/ 1500880 w 1965730"/>
                  <a:gd name="connsiteY57" fmla="*/ 11496 h 36640"/>
                  <a:gd name="connsiteX58" fmla="*/ 1395257 w 1965730"/>
                  <a:gd name="connsiteY58" fmla="*/ 7698 h 36640"/>
                  <a:gd name="connsiteX59" fmla="*/ 1372580 w 1965730"/>
                  <a:gd name="connsiteY59" fmla="*/ 14945 h 36640"/>
                  <a:gd name="connsiteX60" fmla="*/ 1371686 w 1965730"/>
                  <a:gd name="connsiteY60" fmla="*/ 15097 h 36640"/>
                  <a:gd name="connsiteX61" fmla="*/ 1348318 w 1965730"/>
                  <a:gd name="connsiteY61" fmla="*/ 17018 h 36640"/>
                  <a:gd name="connsiteX62" fmla="*/ 1324787 w 1965730"/>
                  <a:gd name="connsiteY62" fmla="*/ 17607 h 36640"/>
                  <a:gd name="connsiteX63" fmla="*/ 1301053 w 1965730"/>
                  <a:gd name="connsiteY63" fmla="*/ 22562 h 36640"/>
                  <a:gd name="connsiteX64" fmla="*/ 1300200 w 1965730"/>
                  <a:gd name="connsiteY64" fmla="*/ 22671 h 36640"/>
                  <a:gd name="connsiteX65" fmla="*/ 1190553 w 1965730"/>
                  <a:gd name="connsiteY65" fmla="*/ 23741 h 36640"/>
                  <a:gd name="connsiteX66" fmla="*/ 1080947 w 1965730"/>
                  <a:gd name="connsiteY66" fmla="*/ 26884 h 36640"/>
                  <a:gd name="connsiteX67" fmla="*/ 971382 w 1965730"/>
                  <a:gd name="connsiteY67" fmla="*/ 29175 h 36640"/>
                  <a:gd name="connsiteX68" fmla="*/ 861694 w 1965730"/>
                  <a:gd name="connsiteY68" fmla="*/ 26513 h 36640"/>
                  <a:gd name="connsiteX69" fmla="*/ 753348 w 1965730"/>
                  <a:gd name="connsiteY69" fmla="*/ 22518 h 36640"/>
                  <a:gd name="connsiteX70" fmla="*/ 725672 w 1965730"/>
                  <a:gd name="connsiteY70" fmla="*/ 36269 h 36640"/>
                  <a:gd name="connsiteX71" fmla="*/ 724006 w 1965730"/>
                  <a:gd name="connsiteY71" fmla="*/ 36640 h 36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965730" h="36640">
                    <a:moveTo>
                      <a:pt x="724006" y="36596"/>
                    </a:moveTo>
                    <a:lnTo>
                      <a:pt x="723884" y="36596"/>
                    </a:lnTo>
                    <a:lnTo>
                      <a:pt x="613709" y="32275"/>
                    </a:lnTo>
                    <a:lnTo>
                      <a:pt x="503697" y="27167"/>
                    </a:lnTo>
                    <a:lnTo>
                      <a:pt x="396001" y="24505"/>
                    </a:lnTo>
                    <a:lnTo>
                      <a:pt x="394903" y="24505"/>
                    </a:lnTo>
                    <a:lnTo>
                      <a:pt x="283631" y="16843"/>
                    </a:lnTo>
                    <a:lnTo>
                      <a:pt x="173822" y="10710"/>
                    </a:lnTo>
                    <a:lnTo>
                      <a:pt x="64866" y="2831"/>
                    </a:lnTo>
                    <a:lnTo>
                      <a:pt x="32110" y="14399"/>
                    </a:lnTo>
                    <a:lnTo>
                      <a:pt x="3987" y="25116"/>
                    </a:lnTo>
                    <a:cubicBezTo>
                      <a:pt x="2849" y="25596"/>
                      <a:pt x="1264" y="25443"/>
                      <a:pt x="452" y="24788"/>
                    </a:cubicBezTo>
                    <a:cubicBezTo>
                      <a:pt x="-361" y="24155"/>
                      <a:pt x="-36" y="23239"/>
                      <a:pt x="1102" y="22824"/>
                    </a:cubicBezTo>
                    <a:lnTo>
                      <a:pt x="29265" y="12063"/>
                    </a:lnTo>
                    <a:lnTo>
                      <a:pt x="62875" y="233"/>
                    </a:lnTo>
                    <a:cubicBezTo>
                      <a:pt x="63444" y="15"/>
                      <a:pt x="63972" y="-28"/>
                      <a:pt x="64622" y="15"/>
                    </a:cubicBezTo>
                    <a:lnTo>
                      <a:pt x="174350" y="7960"/>
                    </a:lnTo>
                    <a:lnTo>
                      <a:pt x="284159" y="14028"/>
                    </a:lnTo>
                    <a:lnTo>
                      <a:pt x="395147" y="21754"/>
                    </a:lnTo>
                    <a:lnTo>
                      <a:pt x="396001" y="21711"/>
                    </a:lnTo>
                    <a:lnTo>
                      <a:pt x="503940" y="24417"/>
                    </a:lnTo>
                    <a:lnTo>
                      <a:pt x="614075" y="29481"/>
                    </a:lnTo>
                    <a:lnTo>
                      <a:pt x="723112" y="33803"/>
                    </a:lnTo>
                    <a:lnTo>
                      <a:pt x="750747" y="19987"/>
                    </a:lnTo>
                    <a:cubicBezTo>
                      <a:pt x="751235" y="19725"/>
                      <a:pt x="751926" y="19572"/>
                      <a:pt x="752657" y="19615"/>
                    </a:cubicBezTo>
                    <a:lnTo>
                      <a:pt x="862060" y="23653"/>
                    </a:lnTo>
                    <a:lnTo>
                      <a:pt x="971463" y="26316"/>
                    </a:lnTo>
                    <a:lnTo>
                      <a:pt x="1096797" y="23610"/>
                    </a:lnTo>
                    <a:lnTo>
                      <a:pt x="1190472" y="20903"/>
                    </a:lnTo>
                    <a:lnTo>
                      <a:pt x="1299753" y="19834"/>
                    </a:lnTo>
                    <a:lnTo>
                      <a:pt x="1323405" y="14879"/>
                    </a:lnTo>
                    <a:cubicBezTo>
                      <a:pt x="1323649" y="14879"/>
                      <a:pt x="1323934" y="14814"/>
                      <a:pt x="1324178" y="14814"/>
                    </a:cubicBezTo>
                    <a:lnTo>
                      <a:pt x="1347830" y="14181"/>
                    </a:lnTo>
                    <a:lnTo>
                      <a:pt x="1370426" y="12325"/>
                    </a:lnTo>
                    <a:lnTo>
                      <a:pt x="1393347" y="5014"/>
                    </a:lnTo>
                    <a:cubicBezTo>
                      <a:pt x="1393794" y="4904"/>
                      <a:pt x="1394322" y="4795"/>
                      <a:pt x="1394769" y="4861"/>
                    </a:cubicBezTo>
                    <a:lnTo>
                      <a:pt x="1500474" y="8637"/>
                    </a:lnTo>
                    <a:lnTo>
                      <a:pt x="1522298" y="2722"/>
                    </a:lnTo>
                    <a:cubicBezTo>
                      <a:pt x="1522704" y="2613"/>
                      <a:pt x="1523151" y="2569"/>
                      <a:pt x="1523598" y="2613"/>
                    </a:cubicBezTo>
                    <a:lnTo>
                      <a:pt x="1629181" y="6869"/>
                    </a:lnTo>
                    <a:lnTo>
                      <a:pt x="1734682" y="11409"/>
                    </a:lnTo>
                    <a:lnTo>
                      <a:pt x="1754474" y="7851"/>
                    </a:lnTo>
                    <a:cubicBezTo>
                      <a:pt x="1754921" y="7742"/>
                      <a:pt x="1755327" y="7742"/>
                      <a:pt x="1755774" y="7785"/>
                    </a:cubicBezTo>
                    <a:lnTo>
                      <a:pt x="1860991" y="19201"/>
                    </a:lnTo>
                    <a:lnTo>
                      <a:pt x="1906874" y="24483"/>
                    </a:lnTo>
                    <a:lnTo>
                      <a:pt x="1908662" y="24483"/>
                    </a:lnTo>
                    <a:lnTo>
                      <a:pt x="1963404" y="26775"/>
                    </a:lnTo>
                    <a:cubicBezTo>
                      <a:pt x="1964786" y="26818"/>
                      <a:pt x="1965843" y="27517"/>
                      <a:pt x="1965721" y="28259"/>
                    </a:cubicBezTo>
                    <a:cubicBezTo>
                      <a:pt x="1965599" y="29066"/>
                      <a:pt x="1964380" y="29590"/>
                      <a:pt x="1962998" y="29525"/>
                    </a:cubicBezTo>
                    <a:lnTo>
                      <a:pt x="1906305" y="27233"/>
                    </a:lnTo>
                    <a:lnTo>
                      <a:pt x="1821286" y="17760"/>
                    </a:lnTo>
                    <a:lnTo>
                      <a:pt x="1755449" y="10623"/>
                    </a:lnTo>
                    <a:lnTo>
                      <a:pt x="1735820" y="14202"/>
                    </a:lnTo>
                    <a:cubicBezTo>
                      <a:pt x="1735454" y="14268"/>
                      <a:pt x="1735129" y="14312"/>
                      <a:pt x="1734845" y="14268"/>
                    </a:cubicBezTo>
                    <a:lnTo>
                      <a:pt x="1628896" y="9728"/>
                    </a:lnTo>
                    <a:lnTo>
                      <a:pt x="1523964" y="5472"/>
                    </a:lnTo>
                    <a:lnTo>
                      <a:pt x="1502181" y="11387"/>
                    </a:lnTo>
                    <a:cubicBezTo>
                      <a:pt x="1501774" y="11496"/>
                      <a:pt x="1501327" y="11496"/>
                      <a:pt x="1500880" y="11496"/>
                    </a:cubicBezTo>
                    <a:lnTo>
                      <a:pt x="1395257" y="7698"/>
                    </a:lnTo>
                    <a:lnTo>
                      <a:pt x="1372580" y="14945"/>
                    </a:lnTo>
                    <a:cubicBezTo>
                      <a:pt x="1372295" y="14988"/>
                      <a:pt x="1371970" y="15054"/>
                      <a:pt x="1371686" y="15097"/>
                    </a:cubicBezTo>
                    <a:lnTo>
                      <a:pt x="1348318" y="17018"/>
                    </a:lnTo>
                    <a:lnTo>
                      <a:pt x="1324787" y="17607"/>
                    </a:lnTo>
                    <a:lnTo>
                      <a:pt x="1301053" y="22562"/>
                    </a:lnTo>
                    <a:cubicBezTo>
                      <a:pt x="1300810" y="22628"/>
                      <a:pt x="1300485" y="22671"/>
                      <a:pt x="1300200" y="22671"/>
                    </a:cubicBezTo>
                    <a:lnTo>
                      <a:pt x="1190553" y="23741"/>
                    </a:lnTo>
                    <a:lnTo>
                      <a:pt x="1080947" y="26884"/>
                    </a:lnTo>
                    <a:lnTo>
                      <a:pt x="971382" y="29175"/>
                    </a:lnTo>
                    <a:lnTo>
                      <a:pt x="861694" y="26513"/>
                    </a:lnTo>
                    <a:lnTo>
                      <a:pt x="753348" y="22518"/>
                    </a:lnTo>
                    <a:lnTo>
                      <a:pt x="725672" y="36269"/>
                    </a:lnTo>
                    <a:cubicBezTo>
                      <a:pt x="725185" y="36531"/>
                      <a:pt x="724575" y="36640"/>
                      <a:pt x="724006" y="3664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3" name="Freeform: Shape 402">
                <a:extLst>
                  <a:ext uri="{FF2B5EF4-FFF2-40B4-BE49-F238E27FC236}">
                    <a16:creationId xmlns:a16="http://schemas.microsoft.com/office/drawing/2014/main" id="{EB6D60FF-A6C6-471D-8779-968E65E6F344}"/>
                  </a:ext>
                </a:extLst>
              </p:cNvPr>
              <p:cNvSpPr/>
              <p:nvPr/>
            </p:nvSpPr>
            <p:spPr>
              <a:xfrm>
                <a:off x="10112825" y="5718694"/>
                <a:ext cx="2079174" cy="296052"/>
              </a:xfrm>
              <a:custGeom>
                <a:avLst/>
                <a:gdLst>
                  <a:gd name="connsiteX0" fmla="*/ 2079175 w 2079174"/>
                  <a:gd name="connsiteY0" fmla="*/ 275385 h 296052"/>
                  <a:gd name="connsiteX1" fmla="*/ 2070234 w 2079174"/>
                  <a:gd name="connsiteY1" fmla="*/ 272875 h 296052"/>
                  <a:gd name="connsiteX2" fmla="*/ 2068527 w 2079174"/>
                  <a:gd name="connsiteY2" fmla="*/ 272766 h 296052"/>
                  <a:gd name="connsiteX3" fmla="*/ 1971601 w 2079174"/>
                  <a:gd name="connsiteY3" fmla="*/ 284116 h 296052"/>
                  <a:gd name="connsiteX4" fmla="*/ 1875447 w 2079174"/>
                  <a:gd name="connsiteY4" fmla="*/ 293109 h 296052"/>
                  <a:gd name="connsiteX5" fmla="*/ 1841105 w 2079174"/>
                  <a:gd name="connsiteY5" fmla="*/ 279358 h 296052"/>
                  <a:gd name="connsiteX6" fmla="*/ 1806480 w 2079174"/>
                  <a:gd name="connsiteY6" fmla="*/ 263839 h 296052"/>
                  <a:gd name="connsiteX7" fmla="*/ 1772058 w 2079174"/>
                  <a:gd name="connsiteY7" fmla="*/ 244763 h 296052"/>
                  <a:gd name="connsiteX8" fmla="*/ 1737921 w 2079174"/>
                  <a:gd name="connsiteY8" fmla="*/ 223613 h 296052"/>
                  <a:gd name="connsiteX9" fmla="*/ 1735645 w 2079174"/>
                  <a:gd name="connsiteY9" fmla="*/ 223198 h 296052"/>
                  <a:gd name="connsiteX10" fmla="*/ 1640710 w 2079174"/>
                  <a:gd name="connsiteY10" fmla="*/ 230597 h 296052"/>
                  <a:gd name="connsiteX11" fmla="*/ 1546141 w 2079174"/>
                  <a:gd name="connsiteY11" fmla="*/ 238433 h 296052"/>
                  <a:gd name="connsiteX12" fmla="*/ 1451165 w 2079174"/>
                  <a:gd name="connsiteY12" fmla="*/ 242471 h 296052"/>
                  <a:gd name="connsiteX13" fmla="*/ 1357489 w 2079174"/>
                  <a:gd name="connsiteY13" fmla="*/ 247469 h 296052"/>
                  <a:gd name="connsiteX14" fmla="*/ 1326644 w 2079174"/>
                  <a:gd name="connsiteY14" fmla="*/ 231056 h 296052"/>
                  <a:gd name="connsiteX15" fmla="*/ 1295880 w 2079174"/>
                  <a:gd name="connsiteY15" fmla="*/ 219771 h 296052"/>
                  <a:gd name="connsiteX16" fmla="*/ 1294295 w 2079174"/>
                  <a:gd name="connsiteY16" fmla="*/ 219510 h 296052"/>
                  <a:gd name="connsiteX17" fmla="*/ 1266009 w 2079174"/>
                  <a:gd name="connsiteY17" fmla="*/ 220317 h 296052"/>
                  <a:gd name="connsiteX18" fmla="*/ 1243373 w 2079174"/>
                  <a:gd name="connsiteY18" fmla="*/ 216432 h 296052"/>
                  <a:gd name="connsiteX19" fmla="*/ 1222239 w 2079174"/>
                  <a:gd name="connsiteY19" fmla="*/ 206785 h 296052"/>
                  <a:gd name="connsiteX20" fmla="*/ 1204073 w 2079174"/>
                  <a:gd name="connsiteY20" fmla="*/ 193994 h 296052"/>
                  <a:gd name="connsiteX21" fmla="*/ 1189971 w 2079174"/>
                  <a:gd name="connsiteY21" fmla="*/ 178541 h 296052"/>
                  <a:gd name="connsiteX22" fmla="*/ 1180462 w 2079174"/>
                  <a:gd name="connsiteY22" fmla="*/ 158504 h 296052"/>
                  <a:gd name="connsiteX23" fmla="*/ 1174813 w 2079174"/>
                  <a:gd name="connsiteY23" fmla="*/ 136612 h 296052"/>
                  <a:gd name="connsiteX24" fmla="*/ 1173512 w 2079174"/>
                  <a:gd name="connsiteY24" fmla="*/ 112101 h 296052"/>
                  <a:gd name="connsiteX25" fmla="*/ 1172618 w 2079174"/>
                  <a:gd name="connsiteY25" fmla="*/ 86477 h 296052"/>
                  <a:gd name="connsiteX26" fmla="*/ 1168635 w 2079174"/>
                  <a:gd name="connsiteY26" fmla="*/ 63624 h 296052"/>
                  <a:gd name="connsiteX27" fmla="*/ 1158598 w 2079174"/>
                  <a:gd name="connsiteY27" fmla="*/ 43478 h 296052"/>
                  <a:gd name="connsiteX28" fmla="*/ 1157215 w 2079174"/>
                  <a:gd name="connsiteY28" fmla="*/ 42562 h 296052"/>
                  <a:gd name="connsiteX29" fmla="*/ 1090322 w 2079174"/>
                  <a:gd name="connsiteY29" fmla="*/ 25624 h 296052"/>
                  <a:gd name="connsiteX30" fmla="*/ 1009652 w 2079174"/>
                  <a:gd name="connsiteY30" fmla="*/ 10870 h 296052"/>
                  <a:gd name="connsiteX31" fmla="*/ 918862 w 2079174"/>
                  <a:gd name="connsiteY31" fmla="*/ 633 h 296052"/>
                  <a:gd name="connsiteX32" fmla="*/ 815067 w 2079174"/>
                  <a:gd name="connsiteY32" fmla="*/ 0 h 296052"/>
                  <a:gd name="connsiteX33" fmla="*/ 705217 w 2079174"/>
                  <a:gd name="connsiteY33" fmla="*/ 10761 h 296052"/>
                  <a:gd name="connsiteX34" fmla="*/ 585289 w 2079174"/>
                  <a:gd name="connsiteY34" fmla="*/ 24511 h 296052"/>
                  <a:gd name="connsiteX35" fmla="*/ 474952 w 2079174"/>
                  <a:gd name="connsiteY35" fmla="*/ 36079 h 296052"/>
                  <a:gd name="connsiteX36" fmla="*/ 374449 w 2079174"/>
                  <a:gd name="connsiteY36" fmla="*/ 41558 h 296052"/>
                  <a:gd name="connsiteX37" fmla="*/ 282561 w 2079174"/>
                  <a:gd name="connsiteY37" fmla="*/ 39484 h 296052"/>
                  <a:gd name="connsiteX38" fmla="*/ 198111 w 2079174"/>
                  <a:gd name="connsiteY38" fmla="*/ 33307 h 296052"/>
                  <a:gd name="connsiteX39" fmla="*/ 30431 w 2079174"/>
                  <a:gd name="connsiteY39" fmla="*/ 21957 h 296052"/>
                  <a:gd name="connsiteX40" fmla="*/ 4137 w 2079174"/>
                  <a:gd name="connsiteY40" fmla="*/ 10673 h 296052"/>
                  <a:gd name="connsiteX41" fmla="*/ 561 w 2079174"/>
                  <a:gd name="connsiteY41" fmla="*/ 10935 h 296052"/>
                  <a:gd name="connsiteX42" fmla="*/ 967 w 2079174"/>
                  <a:gd name="connsiteY42" fmla="*/ 12899 h 296052"/>
                  <a:gd name="connsiteX43" fmla="*/ 27871 w 2079174"/>
                  <a:gd name="connsiteY43" fmla="*/ 24402 h 296052"/>
                  <a:gd name="connsiteX44" fmla="*/ 29050 w 2079174"/>
                  <a:gd name="connsiteY44" fmla="*/ 24729 h 296052"/>
                  <a:gd name="connsiteX45" fmla="*/ 197421 w 2079174"/>
                  <a:gd name="connsiteY45" fmla="*/ 36079 h 296052"/>
                  <a:gd name="connsiteX46" fmla="*/ 282074 w 2079174"/>
                  <a:gd name="connsiteY46" fmla="*/ 42300 h 296052"/>
                  <a:gd name="connsiteX47" fmla="*/ 374530 w 2079174"/>
                  <a:gd name="connsiteY47" fmla="*/ 44373 h 296052"/>
                  <a:gd name="connsiteX48" fmla="*/ 475642 w 2079174"/>
                  <a:gd name="connsiteY48" fmla="*/ 38829 h 296052"/>
                  <a:gd name="connsiteX49" fmla="*/ 586264 w 2079174"/>
                  <a:gd name="connsiteY49" fmla="*/ 27261 h 296052"/>
                  <a:gd name="connsiteX50" fmla="*/ 701764 w 2079174"/>
                  <a:gd name="connsiteY50" fmla="*/ 13947 h 296052"/>
                  <a:gd name="connsiteX51" fmla="*/ 815474 w 2079174"/>
                  <a:gd name="connsiteY51" fmla="*/ 2816 h 296052"/>
                  <a:gd name="connsiteX52" fmla="*/ 918375 w 2079174"/>
                  <a:gd name="connsiteY52" fmla="*/ 3405 h 296052"/>
                  <a:gd name="connsiteX53" fmla="*/ 1008352 w 2079174"/>
                  <a:gd name="connsiteY53" fmla="*/ 13576 h 296052"/>
                  <a:gd name="connsiteX54" fmla="*/ 1086543 w 2079174"/>
                  <a:gd name="connsiteY54" fmla="*/ 27742 h 296052"/>
                  <a:gd name="connsiteX55" fmla="*/ 1153924 w 2079174"/>
                  <a:gd name="connsiteY55" fmla="*/ 44854 h 296052"/>
                  <a:gd name="connsiteX56" fmla="*/ 1163637 w 2079174"/>
                  <a:gd name="connsiteY56" fmla="*/ 64083 h 296052"/>
                  <a:gd name="connsiteX57" fmla="*/ 1167497 w 2079174"/>
                  <a:gd name="connsiteY57" fmla="*/ 86630 h 296052"/>
                  <a:gd name="connsiteX58" fmla="*/ 1168391 w 2079174"/>
                  <a:gd name="connsiteY58" fmla="*/ 112145 h 296052"/>
                  <a:gd name="connsiteX59" fmla="*/ 1169692 w 2079174"/>
                  <a:gd name="connsiteY59" fmla="*/ 136831 h 296052"/>
                  <a:gd name="connsiteX60" fmla="*/ 1175463 w 2079174"/>
                  <a:gd name="connsiteY60" fmla="*/ 159050 h 296052"/>
                  <a:gd name="connsiteX61" fmla="*/ 1185298 w 2079174"/>
                  <a:gd name="connsiteY61" fmla="*/ 179567 h 296052"/>
                  <a:gd name="connsiteX62" fmla="*/ 1199766 w 2079174"/>
                  <a:gd name="connsiteY62" fmla="*/ 195500 h 296052"/>
                  <a:gd name="connsiteX63" fmla="*/ 1218542 w 2079174"/>
                  <a:gd name="connsiteY63" fmla="*/ 208771 h 296052"/>
                  <a:gd name="connsiteX64" fmla="*/ 1240568 w 2079174"/>
                  <a:gd name="connsiteY64" fmla="*/ 218789 h 296052"/>
                  <a:gd name="connsiteX65" fmla="*/ 1241341 w 2079174"/>
                  <a:gd name="connsiteY65" fmla="*/ 219051 h 296052"/>
                  <a:gd name="connsiteX66" fmla="*/ 1264831 w 2079174"/>
                  <a:gd name="connsiteY66" fmla="*/ 223045 h 296052"/>
                  <a:gd name="connsiteX67" fmla="*/ 1265725 w 2079174"/>
                  <a:gd name="connsiteY67" fmla="*/ 223155 h 296052"/>
                  <a:gd name="connsiteX68" fmla="*/ 1293603 w 2079174"/>
                  <a:gd name="connsiteY68" fmla="*/ 222412 h 296052"/>
                  <a:gd name="connsiteX69" fmla="*/ 1323352 w 2079174"/>
                  <a:gd name="connsiteY69" fmla="*/ 233282 h 296052"/>
                  <a:gd name="connsiteX70" fmla="*/ 1354726 w 2079174"/>
                  <a:gd name="connsiteY70" fmla="*/ 249958 h 296052"/>
                  <a:gd name="connsiteX71" fmla="*/ 1356718 w 2079174"/>
                  <a:gd name="connsiteY71" fmla="*/ 250329 h 296052"/>
                  <a:gd name="connsiteX72" fmla="*/ 1451572 w 2079174"/>
                  <a:gd name="connsiteY72" fmla="*/ 245265 h 296052"/>
                  <a:gd name="connsiteX73" fmla="*/ 1546628 w 2079174"/>
                  <a:gd name="connsiteY73" fmla="*/ 241271 h 296052"/>
                  <a:gd name="connsiteX74" fmla="*/ 1641360 w 2079174"/>
                  <a:gd name="connsiteY74" fmla="*/ 233391 h 296052"/>
                  <a:gd name="connsiteX75" fmla="*/ 1734832 w 2079174"/>
                  <a:gd name="connsiteY75" fmla="*/ 226101 h 296052"/>
                  <a:gd name="connsiteX76" fmla="*/ 1768279 w 2079174"/>
                  <a:gd name="connsiteY76" fmla="*/ 246727 h 296052"/>
                  <a:gd name="connsiteX77" fmla="*/ 1802986 w 2079174"/>
                  <a:gd name="connsiteY77" fmla="*/ 265978 h 296052"/>
                  <a:gd name="connsiteX78" fmla="*/ 1837935 w 2079174"/>
                  <a:gd name="connsiteY78" fmla="*/ 281650 h 296052"/>
                  <a:gd name="connsiteX79" fmla="*/ 1873130 w 2079174"/>
                  <a:gd name="connsiteY79" fmla="*/ 295771 h 296052"/>
                  <a:gd name="connsiteX80" fmla="*/ 1875122 w 2079174"/>
                  <a:gd name="connsiteY80" fmla="*/ 296033 h 296052"/>
                  <a:gd name="connsiteX81" fmla="*/ 1972332 w 2079174"/>
                  <a:gd name="connsiteY81" fmla="*/ 286932 h 296052"/>
                  <a:gd name="connsiteX82" fmla="*/ 2068567 w 2079174"/>
                  <a:gd name="connsiteY82" fmla="*/ 275626 h 296052"/>
                  <a:gd name="connsiteX83" fmla="*/ 2078971 w 2079174"/>
                  <a:gd name="connsiteY83" fmla="*/ 278550 h 296052"/>
                  <a:gd name="connsiteX84" fmla="*/ 2078971 w 2079174"/>
                  <a:gd name="connsiteY84" fmla="*/ 275407 h 296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079174" h="296052">
                    <a:moveTo>
                      <a:pt x="2079175" y="275385"/>
                    </a:moveTo>
                    <a:lnTo>
                      <a:pt x="2070234" y="272875"/>
                    </a:lnTo>
                    <a:cubicBezTo>
                      <a:pt x="2069746" y="272723"/>
                      <a:pt x="2069137" y="272657"/>
                      <a:pt x="2068527" y="272766"/>
                    </a:cubicBezTo>
                    <a:lnTo>
                      <a:pt x="1971601" y="284116"/>
                    </a:lnTo>
                    <a:lnTo>
                      <a:pt x="1875447" y="293109"/>
                    </a:lnTo>
                    <a:lnTo>
                      <a:pt x="1841105" y="279358"/>
                    </a:lnTo>
                    <a:lnTo>
                      <a:pt x="1806480" y="263839"/>
                    </a:lnTo>
                    <a:lnTo>
                      <a:pt x="1772058" y="244763"/>
                    </a:lnTo>
                    <a:lnTo>
                      <a:pt x="1737921" y="223613"/>
                    </a:lnTo>
                    <a:cubicBezTo>
                      <a:pt x="1737311" y="223286"/>
                      <a:pt x="1736457" y="223089"/>
                      <a:pt x="1735645" y="223198"/>
                    </a:cubicBezTo>
                    <a:lnTo>
                      <a:pt x="1640710" y="230597"/>
                    </a:lnTo>
                    <a:lnTo>
                      <a:pt x="1546141" y="238433"/>
                    </a:lnTo>
                    <a:lnTo>
                      <a:pt x="1451165" y="242471"/>
                    </a:lnTo>
                    <a:lnTo>
                      <a:pt x="1357489" y="247469"/>
                    </a:lnTo>
                    <a:lnTo>
                      <a:pt x="1326644" y="231056"/>
                    </a:lnTo>
                    <a:lnTo>
                      <a:pt x="1295880" y="219771"/>
                    </a:lnTo>
                    <a:cubicBezTo>
                      <a:pt x="1295391" y="219597"/>
                      <a:pt x="1294904" y="219510"/>
                      <a:pt x="1294295" y="219510"/>
                    </a:cubicBezTo>
                    <a:lnTo>
                      <a:pt x="1266009" y="220317"/>
                    </a:lnTo>
                    <a:lnTo>
                      <a:pt x="1243373" y="216432"/>
                    </a:lnTo>
                    <a:lnTo>
                      <a:pt x="1222239" y="206785"/>
                    </a:lnTo>
                    <a:lnTo>
                      <a:pt x="1204073" y="193994"/>
                    </a:lnTo>
                    <a:lnTo>
                      <a:pt x="1189971" y="178541"/>
                    </a:lnTo>
                    <a:lnTo>
                      <a:pt x="1180462" y="158504"/>
                    </a:lnTo>
                    <a:lnTo>
                      <a:pt x="1174813" y="136612"/>
                    </a:lnTo>
                    <a:lnTo>
                      <a:pt x="1173512" y="112101"/>
                    </a:lnTo>
                    <a:lnTo>
                      <a:pt x="1172618" y="86477"/>
                    </a:lnTo>
                    <a:lnTo>
                      <a:pt x="1168635" y="63624"/>
                    </a:lnTo>
                    <a:lnTo>
                      <a:pt x="1158598" y="43478"/>
                    </a:lnTo>
                    <a:cubicBezTo>
                      <a:pt x="1158394" y="43107"/>
                      <a:pt x="1157826" y="42780"/>
                      <a:pt x="1157215" y="42562"/>
                    </a:cubicBezTo>
                    <a:lnTo>
                      <a:pt x="1090322" y="25624"/>
                    </a:lnTo>
                    <a:lnTo>
                      <a:pt x="1009652" y="10870"/>
                    </a:lnTo>
                    <a:lnTo>
                      <a:pt x="918862" y="633"/>
                    </a:lnTo>
                    <a:lnTo>
                      <a:pt x="815067" y="0"/>
                    </a:lnTo>
                    <a:lnTo>
                      <a:pt x="705217" y="10761"/>
                    </a:lnTo>
                    <a:lnTo>
                      <a:pt x="585289" y="24511"/>
                    </a:lnTo>
                    <a:lnTo>
                      <a:pt x="474952" y="36079"/>
                    </a:lnTo>
                    <a:lnTo>
                      <a:pt x="374449" y="41558"/>
                    </a:lnTo>
                    <a:lnTo>
                      <a:pt x="282561" y="39484"/>
                    </a:lnTo>
                    <a:lnTo>
                      <a:pt x="198111" y="33307"/>
                    </a:lnTo>
                    <a:lnTo>
                      <a:pt x="30431" y="21957"/>
                    </a:lnTo>
                    <a:lnTo>
                      <a:pt x="4137" y="10673"/>
                    </a:lnTo>
                    <a:cubicBezTo>
                      <a:pt x="2959" y="10258"/>
                      <a:pt x="1373" y="10302"/>
                      <a:pt x="561" y="10935"/>
                    </a:cubicBezTo>
                    <a:cubicBezTo>
                      <a:pt x="-333" y="11568"/>
                      <a:pt x="-130" y="12419"/>
                      <a:pt x="967" y="12899"/>
                    </a:cubicBezTo>
                    <a:lnTo>
                      <a:pt x="27871" y="24402"/>
                    </a:lnTo>
                    <a:cubicBezTo>
                      <a:pt x="28196" y="24555"/>
                      <a:pt x="28643" y="24664"/>
                      <a:pt x="29050" y="24729"/>
                    </a:cubicBezTo>
                    <a:lnTo>
                      <a:pt x="197421" y="36079"/>
                    </a:lnTo>
                    <a:lnTo>
                      <a:pt x="282074" y="42300"/>
                    </a:lnTo>
                    <a:lnTo>
                      <a:pt x="374530" y="44373"/>
                    </a:lnTo>
                    <a:lnTo>
                      <a:pt x="475642" y="38829"/>
                    </a:lnTo>
                    <a:lnTo>
                      <a:pt x="586264" y="27261"/>
                    </a:lnTo>
                    <a:lnTo>
                      <a:pt x="701764" y="13947"/>
                    </a:lnTo>
                    <a:lnTo>
                      <a:pt x="815474" y="2816"/>
                    </a:lnTo>
                    <a:lnTo>
                      <a:pt x="918375" y="3405"/>
                    </a:lnTo>
                    <a:lnTo>
                      <a:pt x="1008352" y="13576"/>
                    </a:lnTo>
                    <a:lnTo>
                      <a:pt x="1086543" y="27742"/>
                    </a:lnTo>
                    <a:lnTo>
                      <a:pt x="1153924" y="44854"/>
                    </a:lnTo>
                    <a:lnTo>
                      <a:pt x="1163637" y="64083"/>
                    </a:lnTo>
                    <a:lnTo>
                      <a:pt x="1167497" y="86630"/>
                    </a:lnTo>
                    <a:lnTo>
                      <a:pt x="1168391" y="112145"/>
                    </a:lnTo>
                    <a:lnTo>
                      <a:pt x="1169692" y="136831"/>
                    </a:lnTo>
                    <a:lnTo>
                      <a:pt x="1175463" y="159050"/>
                    </a:lnTo>
                    <a:lnTo>
                      <a:pt x="1185298" y="179567"/>
                    </a:lnTo>
                    <a:lnTo>
                      <a:pt x="1199766" y="195500"/>
                    </a:lnTo>
                    <a:lnTo>
                      <a:pt x="1218542" y="208771"/>
                    </a:lnTo>
                    <a:lnTo>
                      <a:pt x="1240568" y="218789"/>
                    </a:lnTo>
                    <a:cubicBezTo>
                      <a:pt x="1240568" y="218789"/>
                      <a:pt x="1241056" y="219008"/>
                      <a:pt x="1241341" y="219051"/>
                    </a:cubicBezTo>
                    <a:lnTo>
                      <a:pt x="1264831" y="223045"/>
                    </a:lnTo>
                    <a:cubicBezTo>
                      <a:pt x="1265155" y="223111"/>
                      <a:pt x="1265440" y="223155"/>
                      <a:pt x="1265725" y="223155"/>
                    </a:cubicBezTo>
                    <a:lnTo>
                      <a:pt x="1293603" y="222412"/>
                    </a:lnTo>
                    <a:lnTo>
                      <a:pt x="1323352" y="233282"/>
                    </a:lnTo>
                    <a:lnTo>
                      <a:pt x="1354726" y="249958"/>
                    </a:lnTo>
                    <a:cubicBezTo>
                      <a:pt x="1355214" y="250285"/>
                      <a:pt x="1355905" y="250372"/>
                      <a:pt x="1356718" y="250329"/>
                    </a:cubicBezTo>
                    <a:lnTo>
                      <a:pt x="1451572" y="245265"/>
                    </a:lnTo>
                    <a:lnTo>
                      <a:pt x="1546628" y="241271"/>
                    </a:lnTo>
                    <a:lnTo>
                      <a:pt x="1641360" y="233391"/>
                    </a:lnTo>
                    <a:lnTo>
                      <a:pt x="1734832" y="226101"/>
                    </a:lnTo>
                    <a:lnTo>
                      <a:pt x="1768279" y="246727"/>
                    </a:lnTo>
                    <a:lnTo>
                      <a:pt x="1802986" y="265978"/>
                    </a:lnTo>
                    <a:lnTo>
                      <a:pt x="1837935" y="281650"/>
                    </a:lnTo>
                    <a:lnTo>
                      <a:pt x="1873130" y="295771"/>
                    </a:lnTo>
                    <a:cubicBezTo>
                      <a:pt x="1873739" y="295990"/>
                      <a:pt x="1874431" y="296099"/>
                      <a:pt x="1875122" y="296033"/>
                    </a:cubicBezTo>
                    <a:lnTo>
                      <a:pt x="1972332" y="286932"/>
                    </a:lnTo>
                    <a:lnTo>
                      <a:pt x="2068567" y="275626"/>
                    </a:lnTo>
                    <a:lnTo>
                      <a:pt x="2078971" y="278550"/>
                    </a:lnTo>
                    <a:lnTo>
                      <a:pt x="2078971" y="27540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4" name="Freeform: Shape 403">
                <a:extLst>
                  <a:ext uri="{FF2B5EF4-FFF2-40B4-BE49-F238E27FC236}">
                    <a16:creationId xmlns:a16="http://schemas.microsoft.com/office/drawing/2014/main" id="{AB47B4F9-1138-4063-B93E-0044EAF57CF3}"/>
                  </a:ext>
                </a:extLst>
              </p:cNvPr>
              <p:cNvSpPr/>
              <p:nvPr/>
            </p:nvSpPr>
            <p:spPr>
              <a:xfrm>
                <a:off x="0" y="5641668"/>
                <a:ext cx="1954841" cy="62838"/>
              </a:xfrm>
              <a:custGeom>
                <a:avLst/>
                <a:gdLst>
                  <a:gd name="connsiteX0" fmla="*/ 1952630 w 1954841"/>
                  <a:gd name="connsiteY0" fmla="*/ 45945 h 62838"/>
                  <a:gd name="connsiteX1" fmla="*/ 1777147 w 1954841"/>
                  <a:gd name="connsiteY1" fmla="*/ 35337 h 62838"/>
                  <a:gd name="connsiteX2" fmla="*/ 1689445 w 1954841"/>
                  <a:gd name="connsiteY2" fmla="*/ 27349 h 62838"/>
                  <a:gd name="connsiteX3" fmla="*/ 1688714 w 1954841"/>
                  <a:gd name="connsiteY3" fmla="*/ 27349 h 62838"/>
                  <a:gd name="connsiteX4" fmla="*/ 1662379 w 1954841"/>
                  <a:gd name="connsiteY4" fmla="*/ 29313 h 62838"/>
                  <a:gd name="connsiteX5" fmla="*/ 1661282 w 1954841"/>
                  <a:gd name="connsiteY5" fmla="*/ 29575 h 62838"/>
                  <a:gd name="connsiteX6" fmla="*/ 1635313 w 1954841"/>
                  <a:gd name="connsiteY6" fmla="*/ 39266 h 62838"/>
                  <a:gd name="connsiteX7" fmla="*/ 1547815 w 1954841"/>
                  <a:gd name="connsiteY7" fmla="*/ 29248 h 62838"/>
                  <a:gd name="connsiteX8" fmla="*/ 1546068 w 1954841"/>
                  <a:gd name="connsiteY8" fmla="*/ 29400 h 62838"/>
                  <a:gd name="connsiteX9" fmla="*/ 1519123 w 1954841"/>
                  <a:gd name="connsiteY9" fmla="*/ 37607 h 62838"/>
                  <a:gd name="connsiteX10" fmla="*/ 1451823 w 1954841"/>
                  <a:gd name="connsiteY10" fmla="*/ 34137 h 62838"/>
                  <a:gd name="connsiteX11" fmla="*/ 1428252 w 1954841"/>
                  <a:gd name="connsiteY11" fmla="*/ 34464 h 62838"/>
                  <a:gd name="connsiteX12" fmla="*/ 1410940 w 1954841"/>
                  <a:gd name="connsiteY12" fmla="*/ 33285 h 62838"/>
                  <a:gd name="connsiteX13" fmla="*/ 1402405 w 1954841"/>
                  <a:gd name="connsiteY13" fmla="*/ 32325 h 62838"/>
                  <a:gd name="connsiteX14" fmla="*/ 1373551 w 1954841"/>
                  <a:gd name="connsiteY14" fmla="*/ 31365 h 62838"/>
                  <a:gd name="connsiteX15" fmla="*/ 1315801 w 1954841"/>
                  <a:gd name="connsiteY15" fmla="*/ 33766 h 62838"/>
                  <a:gd name="connsiteX16" fmla="*/ 1224808 w 1954841"/>
                  <a:gd name="connsiteY16" fmla="*/ 19949 h 62838"/>
                  <a:gd name="connsiteX17" fmla="*/ 1171489 w 1954841"/>
                  <a:gd name="connsiteY17" fmla="*/ 16108 h 62838"/>
                  <a:gd name="connsiteX18" fmla="*/ 1163239 w 1954841"/>
                  <a:gd name="connsiteY18" fmla="*/ 16370 h 62838"/>
                  <a:gd name="connsiteX19" fmla="*/ 1132027 w 1954841"/>
                  <a:gd name="connsiteY19" fmla="*/ 21325 h 62838"/>
                  <a:gd name="connsiteX20" fmla="*/ 1101019 w 1954841"/>
                  <a:gd name="connsiteY20" fmla="*/ 28418 h 62838"/>
                  <a:gd name="connsiteX21" fmla="*/ 1069279 w 1954841"/>
                  <a:gd name="connsiteY21" fmla="*/ 32412 h 62838"/>
                  <a:gd name="connsiteX22" fmla="*/ 1037133 w 1954841"/>
                  <a:gd name="connsiteY22" fmla="*/ 36843 h 62838"/>
                  <a:gd name="connsiteX23" fmla="*/ 1005190 w 1954841"/>
                  <a:gd name="connsiteY23" fmla="*/ 41798 h 62838"/>
                  <a:gd name="connsiteX24" fmla="*/ 972271 w 1954841"/>
                  <a:gd name="connsiteY24" fmla="*/ 42540 h 62838"/>
                  <a:gd name="connsiteX25" fmla="*/ 939028 w 1954841"/>
                  <a:gd name="connsiteY25" fmla="*/ 44090 h 62838"/>
                  <a:gd name="connsiteX26" fmla="*/ 938174 w 1954841"/>
                  <a:gd name="connsiteY26" fmla="*/ 44199 h 62838"/>
                  <a:gd name="connsiteX27" fmla="*/ 904687 w 1954841"/>
                  <a:gd name="connsiteY27" fmla="*/ 52449 h 62838"/>
                  <a:gd name="connsiteX28" fmla="*/ 870793 w 1954841"/>
                  <a:gd name="connsiteY28" fmla="*/ 57775 h 62838"/>
                  <a:gd name="connsiteX29" fmla="*/ 846206 w 1954841"/>
                  <a:gd name="connsiteY29" fmla="*/ 60023 h 62838"/>
                  <a:gd name="connsiteX30" fmla="*/ 775411 w 1954841"/>
                  <a:gd name="connsiteY30" fmla="*/ 56727 h 62838"/>
                  <a:gd name="connsiteX31" fmla="*/ 725058 w 1954841"/>
                  <a:gd name="connsiteY31" fmla="*/ 51991 h 62838"/>
                  <a:gd name="connsiteX32" fmla="*/ 703722 w 1954841"/>
                  <a:gd name="connsiteY32" fmla="*/ 50921 h 62838"/>
                  <a:gd name="connsiteX33" fmla="*/ 679176 w 1954841"/>
                  <a:gd name="connsiteY33" fmla="*/ 47887 h 62838"/>
                  <a:gd name="connsiteX34" fmla="*/ 640690 w 1954841"/>
                  <a:gd name="connsiteY34" fmla="*/ 42715 h 62838"/>
                  <a:gd name="connsiteX35" fmla="*/ 605008 w 1954841"/>
                  <a:gd name="connsiteY35" fmla="*/ 42933 h 62838"/>
                  <a:gd name="connsiteX36" fmla="*/ 506700 w 1954841"/>
                  <a:gd name="connsiteY36" fmla="*/ 33569 h 62838"/>
                  <a:gd name="connsiteX37" fmla="*/ 428549 w 1954841"/>
                  <a:gd name="connsiteY37" fmla="*/ 22809 h 62838"/>
                  <a:gd name="connsiteX38" fmla="*/ 347716 w 1954841"/>
                  <a:gd name="connsiteY38" fmla="*/ 11132 h 62838"/>
                  <a:gd name="connsiteX39" fmla="*/ 249448 w 1954841"/>
                  <a:gd name="connsiteY39" fmla="*/ 0 h 62838"/>
                  <a:gd name="connsiteX40" fmla="*/ 151181 w 1954841"/>
                  <a:gd name="connsiteY40" fmla="*/ 1812 h 62838"/>
                  <a:gd name="connsiteX41" fmla="*/ 147645 w 1954841"/>
                  <a:gd name="connsiteY41" fmla="*/ 1506 h 62838"/>
                  <a:gd name="connsiteX42" fmla="*/ 131064 w 1954841"/>
                  <a:gd name="connsiteY42" fmla="*/ 1812 h 62838"/>
                  <a:gd name="connsiteX43" fmla="*/ 121636 w 1954841"/>
                  <a:gd name="connsiteY43" fmla="*/ 3099 h 62838"/>
                  <a:gd name="connsiteX44" fmla="*/ 109037 w 1954841"/>
                  <a:gd name="connsiteY44" fmla="*/ 3514 h 62838"/>
                  <a:gd name="connsiteX45" fmla="*/ 73843 w 1954841"/>
                  <a:gd name="connsiteY45" fmla="*/ 3732 h 62838"/>
                  <a:gd name="connsiteX46" fmla="*/ 72746 w 1954841"/>
                  <a:gd name="connsiteY46" fmla="*/ 3885 h 62838"/>
                  <a:gd name="connsiteX47" fmla="*/ 33325 w 1954841"/>
                  <a:gd name="connsiteY47" fmla="*/ 15126 h 62838"/>
                  <a:gd name="connsiteX48" fmla="*/ 0 w 1954841"/>
                  <a:gd name="connsiteY48" fmla="*/ 25646 h 62838"/>
                  <a:gd name="connsiteX49" fmla="*/ 0 w 1954841"/>
                  <a:gd name="connsiteY49" fmla="*/ 28898 h 62838"/>
                  <a:gd name="connsiteX50" fmla="*/ 35763 w 1954841"/>
                  <a:gd name="connsiteY50" fmla="*/ 17614 h 62838"/>
                  <a:gd name="connsiteX51" fmla="*/ 74574 w 1954841"/>
                  <a:gd name="connsiteY51" fmla="*/ 6570 h 62838"/>
                  <a:gd name="connsiteX52" fmla="*/ 109322 w 1954841"/>
                  <a:gd name="connsiteY52" fmla="*/ 6352 h 62838"/>
                  <a:gd name="connsiteX53" fmla="*/ 122448 w 1954841"/>
                  <a:gd name="connsiteY53" fmla="*/ 5937 h 62838"/>
                  <a:gd name="connsiteX54" fmla="*/ 131836 w 1954841"/>
                  <a:gd name="connsiteY54" fmla="*/ 4605 h 62838"/>
                  <a:gd name="connsiteX55" fmla="*/ 147279 w 1954841"/>
                  <a:gd name="connsiteY55" fmla="*/ 4278 h 62838"/>
                  <a:gd name="connsiteX56" fmla="*/ 150856 w 1954841"/>
                  <a:gd name="connsiteY56" fmla="*/ 4649 h 62838"/>
                  <a:gd name="connsiteX57" fmla="*/ 249083 w 1954841"/>
                  <a:gd name="connsiteY57" fmla="*/ 2837 h 62838"/>
                  <a:gd name="connsiteX58" fmla="*/ 346659 w 1954841"/>
                  <a:gd name="connsiteY58" fmla="*/ 13925 h 62838"/>
                  <a:gd name="connsiteX59" fmla="*/ 427370 w 1954841"/>
                  <a:gd name="connsiteY59" fmla="*/ 25537 h 62838"/>
                  <a:gd name="connsiteX60" fmla="*/ 505684 w 1954841"/>
                  <a:gd name="connsiteY60" fmla="*/ 36341 h 62838"/>
                  <a:gd name="connsiteX61" fmla="*/ 604642 w 1954841"/>
                  <a:gd name="connsiteY61" fmla="*/ 45770 h 62838"/>
                  <a:gd name="connsiteX62" fmla="*/ 640161 w 1954841"/>
                  <a:gd name="connsiteY62" fmla="*/ 45508 h 62838"/>
                  <a:gd name="connsiteX63" fmla="*/ 677997 w 1954841"/>
                  <a:gd name="connsiteY63" fmla="*/ 50638 h 62838"/>
                  <a:gd name="connsiteX64" fmla="*/ 702950 w 1954841"/>
                  <a:gd name="connsiteY64" fmla="*/ 53737 h 62838"/>
                  <a:gd name="connsiteX65" fmla="*/ 724449 w 1954841"/>
                  <a:gd name="connsiteY65" fmla="*/ 54806 h 62838"/>
                  <a:gd name="connsiteX66" fmla="*/ 755498 w 1954841"/>
                  <a:gd name="connsiteY66" fmla="*/ 57578 h 62838"/>
                  <a:gd name="connsiteX67" fmla="*/ 774720 w 1954841"/>
                  <a:gd name="connsiteY67" fmla="*/ 59543 h 62838"/>
                  <a:gd name="connsiteX68" fmla="*/ 846450 w 1954841"/>
                  <a:gd name="connsiteY68" fmla="*/ 62839 h 62838"/>
                  <a:gd name="connsiteX69" fmla="*/ 871931 w 1954841"/>
                  <a:gd name="connsiteY69" fmla="*/ 60590 h 62838"/>
                  <a:gd name="connsiteX70" fmla="*/ 906475 w 1954841"/>
                  <a:gd name="connsiteY70" fmla="*/ 55112 h 62838"/>
                  <a:gd name="connsiteX71" fmla="*/ 939922 w 1954841"/>
                  <a:gd name="connsiteY71" fmla="*/ 46905 h 62838"/>
                  <a:gd name="connsiteX72" fmla="*/ 972597 w 1954841"/>
                  <a:gd name="connsiteY72" fmla="*/ 45421 h 62838"/>
                  <a:gd name="connsiteX73" fmla="*/ 1006003 w 1954841"/>
                  <a:gd name="connsiteY73" fmla="*/ 44613 h 62838"/>
                  <a:gd name="connsiteX74" fmla="*/ 1038433 w 1954841"/>
                  <a:gd name="connsiteY74" fmla="*/ 39593 h 62838"/>
                  <a:gd name="connsiteX75" fmla="*/ 1070498 w 1954841"/>
                  <a:gd name="connsiteY75" fmla="*/ 35228 h 62838"/>
                  <a:gd name="connsiteX76" fmla="*/ 1102604 w 1954841"/>
                  <a:gd name="connsiteY76" fmla="*/ 31125 h 62838"/>
                  <a:gd name="connsiteX77" fmla="*/ 1133734 w 1954841"/>
                  <a:gd name="connsiteY77" fmla="*/ 24031 h 62838"/>
                  <a:gd name="connsiteX78" fmla="*/ 1164092 w 1954841"/>
                  <a:gd name="connsiteY78" fmla="*/ 19186 h 62838"/>
                  <a:gd name="connsiteX79" fmla="*/ 1171285 w 1954841"/>
                  <a:gd name="connsiteY79" fmla="*/ 18967 h 62838"/>
                  <a:gd name="connsiteX80" fmla="*/ 1223833 w 1954841"/>
                  <a:gd name="connsiteY80" fmla="*/ 22700 h 62838"/>
                  <a:gd name="connsiteX81" fmla="*/ 1314867 w 1954841"/>
                  <a:gd name="connsiteY81" fmla="*/ 36559 h 62838"/>
                  <a:gd name="connsiteX82" fmla="*/ 1315761 w 1954841"/>
                  <a:gd name="connsiteY82" fmla="*/ 36603 h 62838"/>
                  <a:gd name="connsiteX83" fmla="*/ 1373551 w 1954841"/>
                  <a:gd name="connsiteY83" fmla="*/ 34202 h 62838"/>
                  <a:gd name="connsiteX84" fmla="*/ 1401796 w 1954841"/>
                  <a:gd name="connsiteY84" fmla="*/ 35163 h 62838"/>
                  <a:gd name="connsiteX85" fmla="*/ 1408867 w 1954841"/>
                  <a:gd name="connsiteY85" fmla="*/ 35970 h 62838"/>
                  <a:gd name="connsiteX86" fmla="*/ 1427968 w 1954841"/>
                  <a:gd name="connsiteY86" fmla="*/ 37236 h 62838"/>
                  <a:gd name="connsiteX87" fmla="*/ 1451620 w 1954841"/>
                  <a:gd name="connsiteY87" fmla="*/ 36974 h 62838"/>
                  <a:gd name="connsiteX88" fmla="*/ 1519448 w 1954841"/>
                  <a:gd name="connsiteY88" fmla="*/ 40423 h 62838"/>
                  <a:gd name="connsiteX89" fmla="*/ 1520871 w 1954841"/>
                  <a:gd name="connsiteY89" fmla="*/ 40270 h 62838"/>
                  <a:gd name="connsiteX90" fmla="*/ 1547653 w 1954841"/>
                  <a:gd name="connsiteY90" fmla="*/ 32107 h 62838"/>
                  <a:gd name="connsiteX91" fmla="*/ 1635354 w 1954841"/>
                  <a:gd name="connsiteY91" fmla="*/ 42125 h 62838"/>
                  <a:gd name="connsiteX92" fmla="*/ 1637304 w 1954841"/>
                  <a:gd name="connsiteY92" fmla="*/ 41907 h 62838"/>
                  <a:gd name="connsiteX93" fmla="*/ 1663639 w 1954841"/>
                  <a:gd name="connsiteY93" fmla="*/ 32041 h 62838"/>
                  <a:gd name="connsiteX94" fmla="*/ 1688998 w 1954841"/>
                  <a:gd name="connsiteY94" fmla="*/ 30121 h 62838"/>
                  <a:gd name="connsiteX95" fmla="*/ 1776456 w 1954841"/>
                  <a:gd name="connsiteY95" fmla="*/ 38065 h 62838"/>
                  <a:gd name="connsiteX96" fmla="*/ 1952021 w 1954841"/>
                  <a:gd name="connsiteY96" fmla="*/ 48717 h 62838"/>
                  <a:gd name="connsiteX97" fmla="*/ 1954825 w 1954841"/>
                  <a:gd name="connsiteY97" fmla="*/ 47495 h 62838"/>
                  <a:gd name="connsiteX98" fmla="*/ 1952589 w 1954841"/>
                  <a:gd name="connsiteY98" fmla="*/ 45901 h 62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954841" h="62838">
                    <a:moveTo>
                      <a:pt x="1952630" y="45945"/>
                    </a:moveTo>
                    <a:lnTo>
                      <a:pt x="1777147" y="35337"/>
                    </a:lnTo>
                    <a:lnTo>
                      <a:pt x="1689445" y="27349"/>
                    </a:lnTo>
                    <a:cubicBezTo>
                      <a:pt x="1689202" y="27305"/>
                      <a:pt x="1688958" y="27349"/>
                      <a:pt x="1688714" y="27349"/>
                    </a:cubicBezTo>
                    <a:lnTo>
                      <a:pt x="1662379" y="29313"/>
                    </a:lnTo>
                    <a:cubicBezTo>
                      <a:pt x="1661973" y="29379"/>
                      <a:pt x="1661648" y="29422"/>
                      <a:pt x="1661282" y="29575"/>
                    </a:cubicBezTo>
                    <a:lnTo>
                      <a:pt x="1635313" y="39266"/>
                    </a:lnTo>
                    <a:lnTo>
                      <a:pt x="1547815" y="29248"/>
                    </a:lnTo>
                    <a:cubicBezTo>
                      <a:pt x="1547205" y="29204"/>
                      <a:pt x="1546555" y="29248"/>
                      <a:pt x="1546068" y="29400"/>
                    </a:cubicBezTo>
                    <a:lnTo>
                      <a:pt x="1519123" y="37607"/>
                    </a:lnTo>
                    <a:lnTo>
                      <a:pt x="1451823" y="34137"/>
                    </a:lnTo>
                    <a:lnTo>
                      <a:pt x="1428252" y="34464"/>
                    </a:lnTo>
                    <a:lnTo>
                      <a:pt x="1410940" y="33285"/>
                    </a:lnTo>
                    <a:lnTo>
                      <a:pt x="1402405" y="32325"/>
                    </a:lnTo>
                    <a:lnTo>
                      <a:pt x="1373551" y="31365"/>
                    </a:lnTo>
                    <a:lnTo>
                      <a:pt x="1315801" y="33766"/>
                    </a:lnTo>
                    <a:lnTo>
                      <a:pt x="1224808" y="19949"/>
                    </a:lnTo>
                    <a:lnTo>
                      <a:pt x="1171489" y="16108"/>
                    </a:lnTo>
                    <a:lnTo>
                      <a:pt x="1163239" y="16370"/>
                    </a:lnTo>
                    <a:lnTo>
                      <a:pt x="1132027" y="21325"/>
                    </a:lnTo>
                    <a:lnTo>
                      <a:pt x="1101019" y="28418"/>
                    </a:lnTo>
                    <a:lnTo>
                      <a:pt x="1069279" y="32412"/>
                    </a:lnTo>
                    <a:lnTo>
                      <a:pt x="1037133" y="36843"/>
                    </a:lnTo>
                    <a:lnTo>
                      <a:pt x="1005190" y="41798"/>
                    </a:lnTo>
                    <a:lnTo>
                      <a:pt x="972271" y="42540"/>
                    </a:lnTo>
                    <a:lnTo>
                      <a:pt x="939028" y="44090"/>
                    </a:lnTo>
                    <a:cubicBezTo>
                      <a:pt x="938743" y="44090"/>
                      <a:pt x="938500" y="44133"/>
                      <a:pt x="938174" y="44199"/>
                    </a:cubicBezTo>
                    <a:lnTo>
                      <a:pt x="904687" y="52449"/>
                    </a:lnTo>
                    <a:lnTo>
                      <a:pt x="870793" y="57775"/>
                    </a:lnTo>
                    <a:lnTo>
                      <a:pt x="846206" y="60023"/>
                    </a:lnTo>
                    <a:lnTo>
                      <a:pt x="775411" y="56727"/>
                    </a:lnTo>
                    <a:lnTo>
                      <a:pt x="725058" y="51991"/>
                    </a:lnTo>
                    <a:lnTo>
                      <a:pt x="703722" y="50921"/>
                    </a:lnTo>
                    <a:lnTo>
                      <a:pt x="679176" y="47887"/>
                    </a:lnTo>
                    <a:lnTo>
                      <a:pt x="640690" y="42715"/>
                    </a:lnTo>
                    <a:lnTo>
                      <a:pt x="605008" y="42933"/>
                    </a:lnTo>
                    <a:lnTo>
                      <a:pt x="506700" y="33569"/>
                    </a:lnTo>
                    <a:lnTo>
                      <a:pt x="428549" y="22809"/>
                    </a:lnTo>
                    <a:lnTo>
                      <a:pt x="347716" y="11132"/>
                    </a:lnTo>
                    <a:lnTo>
                      <a:pt x="249448" y="0"/>
                    </a:lnTo>
                    <a:lnTo>
                      <a:pt x="151181" y="1812"/>
                    </a:lnTo>
                    <a:lnTo>
                      <a:pt x="147645" y="1506"/>
                    </a:lnTo>
                    <a:lnTo>
                      <a:pt x="131064" y="1812"/>
                    </a:lnTo>
                    <a:lnTo>
                      <a:pt x="121636" y="3099"/>
                    </a:lnTo>
                    <a:lnTo>
                      <a:pt x="109037" y="3514"/>
                    </a:lnTo>
                    <a:lnTo>
                      <a:pt x="73843" y="3732"/>
                    </a:lnTo>
                    <a:cubicBezTo>
                      <a:pt x="73436" y="3798"/>
                      <a:pt x="73071" y="3798"/>
                      <a:pt x="72746" y="3885"/>
                    </a:cubicBezTo>
                    <a:lnTo>
                      <a:pt x="33325" y="15126"/>
                    </a:lnTo>
                    <a:lnTo>
                      <a:pt x="0" y="25646"/>
                    </a:lnTo>
                    <a:lnTo>
                      <a:pt x="0" y="28898"/>
                    </a:lnTo>
                    <a:lnTo>
                      <a:pt x="35763" y="17614"/>
                    </a:lnTo>
                    <a:lnTo>
                      <a:pt x="74574" y="6570"/>
                    </a:lnTo>
                    <a:lnTo>
                      <a:pt x="109322" y="6352"/>
                    </a:lnTo>
                    <a:lnTo>
                      <a:pt x="122448" y="5937"/>
                    </a:lnTo>
                    <a:lnTo>
                      <a:pt x="131836" y="4605"/>
                    </a:lnTo>
                    <a:lnTo>
                      <a:pt x="147279" y="4278"/>
                    </a:lnTo>
                    <a:lnTo>
                      <a:pt x="150856" y="4649"/>
                    </a:lnTo>
                    <a:lnTo>
                      <a:pt x="249083" y="2837"/>
                    </a:lnTo>
                    <a:lnTo>
                      <a:pt x="346659" y="13925"/>
                    </a:lnTo>
                    <a:lnTo>
                      <a:pt x="427370" y="25537"/>
                    </a:lnTo>
                    <a:lnTo>
                      <a:pt x="505684" y="36341"/>
                    </a:lnTo>
                    <a:lnTo>
                      <a:pt x="604642" y="45770"/>
                    </a:lnTo>
                    <a:lnTo>
                      <a:pt x="640161" y="45508"/>
                    </a:lnTo>
                    <a:lnTo>
                      <a:pt x="677997" y="50638"/>
                    </a:lnTo>
                    <a:lnTo>
                      <a:pt x="702950" y="53737"/>
                    </a:lnTo>
                    <a:lnTo>
                      <a:pt x="724449" y="54806"/>
                    </a:lnTo>
                    <a:lnTo>
                      <a:pt x="755498" y="57578"/>
                    </a:lnTo>
                    <a:lnTo>
                      <a:pt x="774720" y="59543"/>
                    </a:lnTo>
                    <a:lnTo>
                      <a:pt x="846450" y="62839"/>
                    </a:lnTo>
                    <a:lnTo>
                      <a:pt x="871931" y="60590"/>
                    </a:lnTo>
                    <a:lnTo>
                      <a:pt x="906475" y="55112"/>
                    </a:lnTo>
                    <a:lnTo>
                      <a:pt x="939922" y="46905"/>
                    </a:lnTo>
                    <a:lnTo>
                      <a:pt x="972597" y="45421"/>
                    </a:lnTo>
                    <a:lnTo>
                      <a:pt x="1006003" y="44613"/>
                    </a:lnTo>
                    <a:lnTo>
                      <a:pt x="1038433" y="39593"/>
                    </a:lnTo>
                    <a:lnTo>
                      <a:pt x="1070498" y="35228"/>
                    </a:lnTo>
                    <a:lnTo>
                      <a:pt x="1102604" y="31125"/>
                    </a:lnTo>
                    <a:lnTo>
                      <a:pt x="1133734" y="24031"/>
                    </a:lnTo>
                    <a:lnTo>
                      <a:pt x="1164092" y="19186"/>
                    </a:lnTo>
                    <a:lnTo>
                      <a:pt x="1171285" y="18967"/>
                    </a:lnTo>
                    <a:lnTo>
                      <a:pt x="1223833" y="22700"/>
                    </a:lnTo>
                    <a:lnTo>
                      <a:pt x="1314867" y="36559"/>
                    </a:lnTo>
                    <a:cubicBezTo>
                      <a:pt x="1315151" y="36603"/>
                      <a:pt x="1315476" y="36603"/>
                      <a:pt x="1315761" y="36603"/>
                    </a:cubicBezTo>
                    <a:lnTo>
                      <a:pt x="1373551" y="34202"/>
                    </a:lnTo>
                    <a:lnTo>
                      <a:pt x="1401796" y="35163"/>
                    </a:lnTo>
                    <a:lnTo>
                      <a:pt x="1408867" y="35970"/>
                    </a:lnTo>
                    <a:lnTo>
                      <a:pt x="1427968" y="37236"/>
                    </a:lnTo>
                    <a:lnTo>
                      <a:pt x="1451620" y="36974"/>
                    </a:lnTo>
                    <a:lnTo>
                      <a:pt x="1519448" y="40423"/>
                    </a:lnTo>
                    <a:cubicBezTo>
                      <a:pt x="1519936" y="40423"/>
                      <a:pt x="1520505" y="40379"/>
                      <a:pt x="1520871" y="40270"/>
                    </a:cubicBezTo>
                    <a:lnTo>
                      <a:pt x="1547653" y="32107"/>
                    </a:lnTo>
                    <a:lnTo>
                      <a:pt x="1635354" y="42125"/>
                    </a:lnTo>
                    <a:cubicBezTo>
                      <a:pt x="1636004" y="42234"/>
                      <a:pt x="1636735" y="42169"/>
                      <a:pt x="1637304" y="41907"/>
                    </a:cubicBezTo>
                    <a:lnTo>
                      <a:pt x="1663639" y="32041"/>
                    </a:lnTo>
                    <a:lnTo>
                      <a:pt x="1688998" y="30121"/>
                    </a:lnTo>
                    <a:lnTo>
                      <a:pt x="1776456" y="38065"/>
                    </a:lnTo>
                    <a:lnTo>
                      <a:pt x="1952021" y="48717"/>
                    </a:lnTo>
                    <a:cubicBezTo>
                      <a:pt x="1953402" y="48760"/>
                      <a:pt x="1954703" y="48237"/>
                      <a:pt x="1954825" y="47495"/>
                    </a:cubicBezTo>
                    <a:cubicBezTo>
                      <a:pt x="1954987" y="46687"/>
                      <a:pt x="1953971" y="46010"/>
                      <a:pt x="1952589" y="4590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5" name="Freeform: Shape 404">
                <a:extLst>
                  <a:ext uri="{FF2B5EF4-FFF2-40B4-BE49-F238E27FC236}">
                    <a16:creationId xmlns:a16="http://schemas.microsoft.com/office/drawing/2014/main" id="{C3C8C652-F946-426E-8243-C6EFDA481627}"/>
                  </a:ext>
                </a:extLst>
              </p:cNvPr>
              <p:cNvSpPr/>
              <p:nvPr/>
            </p:nvSpPr>
            <p:spPr>
              <a:xfrm>
                <a:off x="5305105" y="6077897"/>
                <a:ext cx="323162" cy="825017"/>
              </a:xfrm>
              <a:custGeom>
                <a:avLst/>
                <a:gdLst>
                  <a:gd name="connsiteX0" fmla="*/ 5446 w 323162"/>
                  <a:gd name="connsiteY0" fmla="*/ 824996 h 825017"/>
                  <a:gd name="connsiteX1" fmla="*/ 6746 w 323162"/>
                  <a:gd name="connsiteY1" fmla="*/ 822551 h 825017"/>
                  <a:gd name="connsiteX2" fmla="*/ 31090 w 323162"/>
                  <a:gd name="connsiteY2" fmla="*/ 774970 h 825017"/>
                  <a:gd name="connsiteX3" fmla="*/ 42835 w 323162"/>
                  <a:gd name="connsiteY3" fmla="*/ 751353 h 825017"/>
                  <a:gd name="connsiteX4" fmla="*/ 65512 w 323162"/>
                  <a:gd name="connsiteY4" fmla="*/ 702440 h 825017"/>
                  <a:gd name="connsiteX5" fmla="*/ 76403 w 323162"/>
                  <a:gd name="connsiteY5" fmla="*/ 680155 h 825017"/>
                  <a:gd name="connsiteX6" fmla="*/ 87091 w 323162"/>
                  <a:gd name="connsiteY6" fmla="*/ 655644 h 825017"/>
                  <a:gd name="connsiteX7" fmla="*/ 97455 w 323162"/>
                  <a:gd name="connsiteY7" fmla="*/ 630652 h 825017"/>
                  <a:gd name="connsiteX8" fmla="*/ 107574 w 323162"/>
                  <a:gd name="connsiteY8" fmla="*/ 610136 h 825017"/>
                  <a:gd name="connsiteX9" fmla="*/ 117531 w 323162"/>
                  <a:gd name="connsiteY9" fmla="*/ 596341 h 825017"/>
                  <a:gd name="connsiteX10" fmla="*/ 127203 w 323162"/>
                  <a:gd name="connsiteY10" fmla="*/ 582110 h 825017"/>
                  <a:gd name="connsiteX11" fmla="*/ 136713 w 323162"/>
                  <a:gd name="connsiteY11" fmla="*/ 568796 h 825017"/>
                  <a:gd name="connsiteX12" fmla="*/ 146019 w 323162"/>
                  <a:gd name="connsiteY12" fmla="*/ 555089 h 825017"/>
                  <a:gd name="connsiteX13" fmla="*/ 164064 w 323162"/>
                  <a:gd name="connsiteY13" fmla="*/ 527064 h 825017"/>
                  <a:gd name="connsiteX14" fmla="*/ 172842 w 323162"/>
                  <a:gd name="connsiteY14" fmla="*/ 511458 h 825017"/>
                  <a:gd name="connsiteX15" fmla="*/ 189748 w 323162"/>
                  <a:gd name="connsiteY15" fmla="*/ 478740 h 825017"/>
                  <a:gd name="connsiteX16" fmla="*/ 197917 w 323162"/>
                  <a:gd name="connsiteY16" fmla="*/ 465207 h 825017"/>
                  <a:gd name="connsiteX17" fmla="*/ 205963 w 323162"/>
                  <a:gd name="connsiteY17" fmla="*/ 451042 h 825017"/>
                  <a:gd name="connsiteX18" fmla="*/ 213807 w 323162"/>
                  <a:gd name="connsiteY18" fmla="*/ 437881 h 825017"/>
                  <a:gd name="connsiteX19" fmla="*/ 221529 w 323162"/>
                  <a:gd name="connsiteY19" fmla="*/ 427447 h 825017"/>
                  <a:gd name="connsiteX20" fmla="*/ 229169 w 323162"/>
                  <a:gd name="connsiteY20" fmla="*/ 416360 h 825017"/>
                  <a:gd name="connsiteX21" fmla="*/ 236647 w 323162"/>
                  <a:gd name="connsiteY21" fmla="*/ 402718 h 825017"/>
                  <a:gd name="connsiteX22" fmla="*/ 243921 w 323162"/>
                  <a:gd name="connsiteY22" fmla="*/ 383685 h 825017"/>
                  <a:gd name="connsiteX23" fmla="*/ 258633 w 323162"/>
                  <a:gd name="connsiteY23" fmla="*/ 341691 h 825017"/>
                  <a:gd name="connsiteX24" fmla="*/ 265745 w 323162"/>
                  <a:gd name="connsiteY24" fmla="*/ 316590 h 825017"/>
                  <a:gd name="connsiteX25" fmla="*/ 272491 w 323162"/>
                  <a:gd name="connsiteY25" fmla="*/ 294437 h 825017"/>
                  <a:gd name="connsiteX26" fmla="*/ 279075 w 323162"/>
                  <a:gd name="connsiteY26" fmla="*/ 279725 h 825017"/>
                  <a:gd name="connsiteX27" fmla="*/ 283830 w 323162"/>
                  <a:gd name="connsiteY27" fmla="*/ 264119 h 825017"/>
                  <a:gd name="connsiteX28" fmla="*/ 287162 w 323162"/>
                  <a:gd name="connsiteY28" fmla="*/ 241965 h 825017"/>
                  <a:gd name="connsiteX29" fmla="*/ 289235 w 323162"/>
                  <a:gd name="connsiteY29" fmla="*/ 213722 h 825017"/>
                  <a:gd name="connsiteX30" fmla="*/ 290088 w 323162"/>
                  <a:gd name="connsiteY30" fmla="*/ 179454 h 825017"/>
                  <a:gd name="connsiteX31" fmla="*/ 289885 w 323162"/>
                  <a:gd name="connsiteY31" fmla="*/ 152018 h 825017"/>
                  <a:gd name="connsiteX32" fmla="*/ 288422 w 323162"/>
                  <a:gd name="connsiteY32" fmla="*/ 110570 h 825017"/>
                  <a:gd name="connsiteX33" fmla="*/ 288707 w 323162"/>
                  <a:gd name="connsiteY33" fmla="*/ 93305 h 825017"/>
                  <a:gd name="connsiteX34" fmla="*/ 290779 w 323162"/>
                  <a:gd name="connsiteY34" fmla="*/ 72417 h 825017"/>
                  <a:gd name="connsiteX35" fmla="*/ 295250 w 323162"/>
                  <a:gd name="connsiteY35" fmla="*/ 52053 h 825017"/>
                  <a:gd name="connsiteX36" fmla="*/ 302280 w 323162"/>
                  <a:gd name="connsiteY36" fmla="*/ 32649 h 825017"/>
                  <a:gd name="connsiteX37" fmla="*/ 311790 w 323162"/>
                  <a:gd name="connsiteY37" fmla="*/ 19269 h 825017"/>
                  <a:gd name="connsiteX38" fmla="*/ 323007 w 323162"/>
                  <a:gd name="connsiteY38" fmla="*/ 1852 h 825017"/>
                  <a:gd name="connsiteX39" fmla="*/ 321462 w 323162"/>
                  <a:gd name="connsiteY39" fmla="*/ 84 h 825017"/>
                  <a:gd name="connsiteX40" fmla="*/ 318252 w 323162"/>
                  <a:gd name="connsiteY40" fmla="*/ 935 h 825017"/>
                  <a:gd name="connsiteX41" fmla="*/ 307035 w 323162"/>
                  <a:gd name="connsiteY41" fmla="*/ 18309 h 825017"/>
                  <a:gd name="connsiteX42" fmla="*/ 297403 w 323162"/>
                  <a:gd name="connsiteY42" fmla="*/ 31841 h 825017"/>
                  <a:gd name="connsiteX43" fmla="*/ 290210 w 323162"/>
                  <a:gd name="connsiteY43" fmla="*/ 51616 h 825017"/>
                  <a:gd name="connsiteX44" fmla="*/ 285699 w 323162"/>
                  <a:gd name="connsiteY44" fmla="*/ 72133 h 825017"/>
                  <a:gd name="connsiteX45" fmla="*/ 283627 w 323162"/>
                  <a:gd name="connsiteY45" fmla="*/ 93196 h 825017"/>
                  <a:gd name="connsiteX46" fmla="*/ 283301 w 323162"/>
                  <a:gd name="connsiteY46" fmla="*/ 110570 h 825017"/>
                  <a:gd name="connsiteX47" fmla="*/ 284764 w 323162"/>
                  <a:gd name="connsiteY47" fmla="*/ 152084 h 825017"/>
                  <a:gd name="connsiteX48" fmla="*/ 285008 w 323162"/>
                  <a:gd name="connsiteY48" fmla="*/ 179476 h 825017"/>
                  <a:gd name="connsiteX49" fmla="*/ 284155 w 323162"/>
                  <a:gd name="connsiteY49" fmla="*/ 213635 h 825017"/>
                  <a:gd name="connsiteX50" fmla="*/ 282082 w 323162"/>
                  <a:gd name="connsiteY50" fmla="*/ 241835 h 825017"/>
                  <a:gd name="connsiteX51" fmla="*/ 278750 w 323162"/>
                  <a:gd name="connsiteY51" fmla="*/ 263792 h 825017"/>
                  <a:gd name="connsiteX52" fmla="*/ 274076 w 323162"/>
                  <a:gd name="connsiteY52" fmla="*/ 279245 h 825017"/>
                  <a:gd name="connsiteX53" fmla="*/ 267492 w 323162"/>
                  <a:gd name="connsiteY53" fmla="*/ 293891 h 825017"/>
                  <a:gd name="connsiteX54" fmla="*/ 260665 w 323162"/>
                  <a:gd name="connsiteY54" fmla="*/ 316154 h 825017"/>
                  <a:gd name="connsiteX55" fmla="*/ 253634 w 323162"/>
                  <a:gd name="connsiteY55" fmla="*/ 341254 h 825017"/>
                  <a:gd name="connsiteX56" fmla="*/ 238963 w 323162"/>
                  <a:gd name="connsiteY56" fmla="*/ 383140 h 825017"/>
                  <a:gd name="connsiteX57" fmla="*/ 231689 w 323162"/>
                  <a:gd name="connsiteY57" fmla="*/ 402063 h 825017"/>
                  <a:gd name="connsiteX58" fmla="*/ 224333 w 323162"/>
                  <a:gd name="connsiteY58" fmla="*/ 415486 h 825017"/>
                  <a:gd name="connsiteX59" fmla="*/ 216814 w 323162"/>
                  <a:gd name="connsiteY59" fmla="*/ 426465 h 825017"/>
                  <a:gd name="connsiteX60" fmla="*/ 209011 w 323162"/>
                  <a:gd name="connsiteY60" fmla="*/ 436964 h 825017"/>
                  <a:gd name="connsiteX61" fmla="*/ 201127 w 323162"/>
                  <a:gd name="connsiteY61" fmla="*/ 450234 h 825017"/>
                  <a:gd name="connsiteX62" fmla="*/ 193081 w 323162"/>
                  <a:gd name="connsiteY62" fmla="*/ 464400 h 825017"/>
                  <a:gd name="connsiteX63" fmla="*/ 184831 w 323162"/>
                  <a:gd name="connsiteY63" fmla="*/ 477932 h 825017"/>
                  <a:gd name="connsiteX64" fmla="*/ 167924 w 323162"/>
                  <a:gd name="connsiteY64" fmla="*/ 510694 h 825017"/>
                  <a:gd name="connsiteX65" fmla="*/ 159187 w 323162"/>
                  <a:gd name="connsiteY65" fmla="*/ 526191 h 825017"/>
                  <a:gd name="connsiteX66" fmla="*/ 141183 w 323162"/>
                  <a:gd name="connsiteY66" fmla="*/ 554172 h 825017"/>
                  <a:gd name="connsiteX67" fmla="*/ 131917 w 323162"/>
                  <a:gd name="connsiteY67" fmla="*/ 567814 h 825017"/>
                  <a:gd name="connsiteX68" fmla="*/ 122408 w 323162"/>
                  <a:gd name="connsiteY68" fmla="*/ 581128 h 825017"/>
                  <a:gd name="connsiteX69" fmla="*/ 112695 w 323162"/>
                  <a:gd name="connsiteY69" fmla="*/ 595359 h 825017"/>
                  <a:gd name="connsiteX70" fmla="*/ 102657 w 323162"/>
                  <a:gd name="connsiteY70" fmla="*/ 609262 h 825017"/>
                  <a:gd name="connsiteX71" fmla="*/ 92456 w 323162"/>
                  <a:gd name="connsiteY71" fmla="*/ 629998 h 825017"/>
                  <a:gd name="connsiteX72" fmla="*/ 82011 w 323162"/>
                  <a:gd name="connsiteY72" fmla="*/ 655033 h 825017"/>
                  <a:gd name="connsiteX73" fmla="*/ 71364 w 323162"/>
                  <a:gd name="connsiteY73" fmla="*/ 679500 h 825017"/>
                  <a:gd name="connsiteX74" fmla="*/ 60472 w 323162"/>
                  <a:gd name="connsiteY74" fmla="*/ 701763 h 825017"/>
                  <a:gd name="connsiteX75" fmla="*/ 37795 w 323162"/>
                  <a:gd name="connsiteY75" fmla="*/ 750677 h 825017"/>
                  <a:gd name="connsiteX76" fmla="*/ 1747 w 323162"/>
                  <a:gd name="connsiteY76" fmla="*/ 821766 h 825017"/>
                  <a:gd name="connsiteX77" fmla="*/ 0 w 323162"/>
                  <a:gd name="connsiteY77" fmla="*/ 825018 h 825017"/>
                  <a:gd name="connsiteX78" fmla="*/ 5324 w 323162"/>
                  <a:gd name="connsiteY78" fmla="*/ 825018 h 82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23162" h="825017">
                    <a:moveTo>
                      <a:pt x="5446" y="824996"/>
                    </a:moveTo>
                    <a:lnTo>
                      <a:pt x="6746" y="822551"/>
                    </a:lnTo>
                    <a:lnTo>
                      <a:pt x="31090" y="774970"/>
                    </a:lnTo>
                    <a:lnTo>
                      <a:pt x="42835" y="751353"/>
                    </a:lnTo>
                    <a:lnTo>
                      <a:pt x="65512" y="702440"/>
                    </a:lnTo>
                    <a:lnTo>
                      <a:pt x="76403" y="680155"/>
                    </a:lnTo>
                    <a:lnTo>
                      <a:pt x="87091" y="655644"/>
                    </a:lnTo>
                    <a:lnTo>
                      <a:pt x="97455" y="630652"/>
                    </a:lnTo>
                    <a:lnTo>
                      <a:pt x="107574" y="610136"/>
                    </a:lnTo>
                    <a:lnTo>
                      <a:pt x="117531" y="596341"/>
                    </a:lnTo>
                    <a:lnTo>
                      <a:pt x="127203" y="582110"/>
                    </a:lnTo>
                    <a:lnTo>
                      <a:pt x="136713" y="568796"/>
                    </a:lnTo>
                    <a:lnTo>
                      <a:pt x="146019" y="555089"/>
                    </a:lnTo>
                    <a:lnTo>
                      <a:pt x="164064" y="527064"/>
                    </a:lnTo>
                    <a:lnTo>
                      <a:pt x="172842" y="511458"/>
                    </a:lnTo>
                    <a:lnTo>
                      <a:pt x="189748" y="478740"/>
                    </a:lnTo>
                    <a:lnTo>
                      <a:pt x="197917" y="465207"/>
                    </a:lnTo>
                    <a:lnTo>
                      <a:pt x="205963" y="451042"/>
                    </a:lnTo>
                    <a:lnTo>
                      <a:pt x="213807" y="437881"/>
                    </a:lnTo>
                    <a:lnTo>
                      <a:pt x="221529" y="427447"/>
                    </a:lnTo>
                    <a:lnTo>
                      <a:pt x="229169" y="416360"/>
                    </a:lnTo>
                    <a:lnTo>
                      <a:pt x="236647" y="402718"/>
                    </a:lnTo>
                    <a:lnTo>
                      <a:pt x="243921" y="383685"/>
                    </a:lnTo>
                    <a:lnTo>
                      <a:pt x="258633" y="341691"/>
                    </a:lnTo>
                    <a:lnTo>
                      <a:pt x="265745" y="316590"/>
                    </a:lnTo>
                    <a:lnTo>
                      <a:pt x="272491" y="294437"/>
                    </a:lnTo>
                    <a:lnTo>
                      <a:pt x="279075" y="279725"/>
                    </a:lnTo>
                    <a:lnTo>
                      <a:pt x="283830" y="264119"/>
                    </a:lnTo>
                    <a:lnTo>
                      <a:pt x="287162" y="241965"/>
                    </a:lnTo>
                    <a:lnTo>
                      <a:pt x="289235" y="213722"/>
                    </a:lnTo>
                    <a:lnTo>
                      <a:pt x="290088" y="179454"/>
                    </a:lnTo>
                    <a:lnTo>
                      <a:pt x="289885" y="152018"/>
                    </a:lnTo>
                    <a:lnTo>
                      <a:pt x="288422" y="110570"/>
                    </a:lnTo>
                    <a:lnTo>
                      <a:pt x="288707" y="93305"/>
                    </a:lnTo>
                    <a:lnTo>
                      <a:pt x="290779" y="72417"/>
                    </a:lnTo>
                    <a:lnTo>
                      <a:pt x="295250" y="52053"/>
                    </a:lnTo>
                    <a:lnTo>
                      <a:pt x="302280" y="32649"/>
                    </a:lnTo>
                    <a:lnTo>
                      <a:pt x="311790" y="19269"/>
                    </a:lnTo>
                    <a:lnTo>
                      <a:pt x="323007" y="1852"/>
                    </a:lnTo>
                    <a:cubicBezTo>
                      <a:pt x="323494" y="1153"/>
                      <a:pt x="322803" y="346"/>
                      <a:pt x="321462" y="84"/>
                    </a:cubicBezTo>
                    <a:cubicBezTo>
                      <a:pt x="320121" y="-178"/>
                      <a:pt x="318699" y="193"/>
                      <a:pt x="318252" y="935"/>
                    </a:cubicBezTo>
                    <a:lnTo>
                      <a:pt x="307035" y="18309"/>
                    </a:lnTo>
                    <a:lnTo>
                      <a:pt x="297403" y="31841"/>
                    </a:lnTo>
                    <a:lnTo>
                      <a:pt x="290210" y="51616"/>
                    </a:lnTo>
                    <a:lnTo>
                      <a:pt x="285699" y="72133"/>
                    </a:lnTo>
                    <a:lnTo>
                      <a:pt x="283627" y="93196"/>
                    </a:lnTo>
                    <a:lnTo>
                      <a:pt x="283301" y="110570"/>
                    </a:lnTo>
                    <a:lnTo>
                      <a:pt x="284764" y="152084"/>
                    </a:lnTo>
                    <a:lnTo>
                      <a:pt x="285008" y="179476"/>
                    </a:lnTo>
                    <a:lnTo>
                      <a:pt x="284155" y="213635"/>
                    </a:lnTo>
                    <a:lnTo>
                      <a:pt x="282082" y="241835"/>
                    </a:lnTo>
                    <a:lnTo>
                      <a:pt x="278750" y="263792"/>
                    </a:lnTo>
                    <a:lnTo>
                      <a:pt x="274076" y="279245"/>
                    </a:lnTo>
                    <a:lnTo>
                      <a:pt x="267492" y="293891"/>
                    </a:lnTo>
                    <a:lnTo>
                      <a:pt x="260665" y="316154"/>
                    </a:lnTo>
                    <a:lnTo>
                      <a:pt x="253634" y="341254"/>
                    </a:lnTo>
                    <a:lnTo>
                      <a:pt x="238963" y="383140"/>
                    </a:lnTo>
                    <a:lnTo>
                      <a:pt x="231689" y="402063"/>
                    </a:lnTo>
                    <a:lnTo>
                      <a:pt x="224333" y="415486"/>
                    </a:lnTo>
                    <a:lnTo>
                      <a:pt x="216814" y="426465"/>
                    </a:lnTo>
                    <a:lnTo>
                      <a:pt x="209011" y="436964"/>
                    </a:lnTo>
                    <a:lnTo>
                      <a:pt x="201127" y="450234"/>
                    </a:lnTo>
                    <a:lnTo>
                      <a:pt x="193081" y="464400"/>
                    </a:lnTo>
                    <a:lnTo>
                      <a:pt x="184831" y="477932"/>
                    </a:lnTo>
                    <a:lnTo>
                      <a:pt x="167924" y="510694"/>
                    </a:lnTo>
                    <a:lnTo>
                      <a:pt x="159187" y="526191"/>
                    </a:lnTo>
                    <a:lnTo>
                      <a:pt x="141183" y="554172"/>
                    </a:lnTo>
                    <a:lnTo>
                      <a:pt x="131917" y="567814"/>
                    </a:lnTo>
                    <a:lnTo>
                      <a:pt x="122408" y="581128"/>
                    </a:lnTo>
                    <a:lnTo>
                      <a:pt x="112695" y="595359"/>
                    </a:lnTo>
                    <a:lnTo>
                      <a:pt x="102657" y="609262"/>
                    </a:lnTo>
                    <a:lnTo>
                      <a:pt x="92456" y="629998"/>
                    </a:lnTo>
                    <a:lnTo>
                      <a:pt x="82011" y="655033"/>
                    </a:lnTo>
                    <a:lnTo>
                      <a:pt x="71364" y="679500"/>
                    </a:lnTo>
                    <a:lnTo>
                      <a:pt x="60472" y="701763"/>
                    </a:lnTo>
                    <a:lnTo>
                      <a:pt x="37795" y="750677"/>
                    </a:lnTo>
                    <a:lnTo>
                      <a:pt x="1747" y="821766"/>
                    </a:lnTo>
                    <a:lnTo>
                      <a:pt x="0" y="825018"/>
                    </a:lnTo>
                    <a:lnTo>
                      <a:pt x="5324" y="8250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6" name="Freeform: Shape 405">
                <a:extLst>
                  <a:ext uri="{FF2B5EF4-FFF2-40B4-BE49-F238E27FC236}">
                    <a16:creationId xmlns:a16="http://schemas.microsoft.com/office/drawing/2014/main" id="{B8FE5165-A47F-4CAC-AEE0-EAD4D3793F89}"/>
                  </a:ext>
                </a:extLst>
              </p:cNvPr>
              <p:cNvSpPr/>
              <p:nvPr/>
            </p:nvSpPr>
            <p:spPr>
              <a:xfrm>
                <a:off x="325" y="5531842"/>
                <a:ext cx="8653759" cy="1371181"/>
              </a:xfrm>
              <a:custGeom>
                <a:avLst/>
                <a:gdLst>
                  <a:gd name="connsiteX0" fmla="*/ 146873 w 8653759"/>
                  <a:gd name="connsiteY0" fmla="*/ 1189759 h 1371181"/>
                  <a:gd name="connsiteX1" fmla="*/ 217668 w 8653759"/>
                  <a:gd name="connsiteY1" fmla="*/ 1162738 h 1371181"/>
                  <a:gd name="connsiteX2" fmla="*/ 286715 w 8653759"/>
                  <a:gd name="connsiteY2" fmla="*/ 1137048 h 1371181"/>
                  <a:gd name="connsiteX3" fmla="*/ 353853 w 8653759"/>
                  <a:gd name="connsiteY3" fmla="*/ 1115156 h 1371181"/>
                  <a:gd name="connsiteX4" fmla="*/ 419649 w 8653759"/>
                  <a:gd name="connsiteY4" fmla="*/ 1101624 h 1371181"/>
                  <a:gd name="connsiteX5" fmla="*/ 483901 w 8653759"/>
                  <a:gd name="connsiteY5" fmla="*/ 1089095 h 1371181"/>
                  <a:gd name="connsiteX6" fmla="*/ 546892 w 8653759"/>
                  <a:gd name="connsiteY6" fmla="*/ 1077898 h 1371181"/>
                  <a:gd name="connsiteX7" fmla="*/ 608543 w 8653759"/>
                  <a:gd name="connsiteY7" fmla="*/ 1065653 h 1371181"/>
                  <a:gd name="connsiteX8" fmla="*/ 727944 w 8653759"/>
                  <a:gd name="connsiteY8" fmla="*/ 1041077 h 1371181"/>
                  <a:gd name="connsiteX9" fmla="*/ 842548 w 8653759"/>
                  <a:gd name="connsiteY9" fmla="*/ 1015561 h 1371181"/>
                  <a:gd name="connsiteX10" fmla="*/ 898063 w 8653759"/>
                  <a:gd name="connsiteY10" fmla="*/ 1002335 h 1371181"/>
                  <a:gd name="connsiteX11" fmla="*/ 952398 w 8653759"/>
                  <a:gd name="connsiteY11" fmla="*/ 989806 h 1371181"/>
                  <a:gd name="connsiteX12" fmla="*/ 1005759 w 8653759"/>
                  <a:gd name="connsiteY12" fmla="*/ 978129 h 1371181"/>
                  <a:gd name="connsiteX13" fmla="*/ 1109310 w 8653759"/>
                  <a:gd name="connsiteY13" fmla="*/ 953836 h 1371181"/>
                  <a:gd name="connsiteX14" fmla="*/ 1159622 w 8653759"/>
                  <a:gd name="connsiteY14" fmla="*/ 941635 h 1371181"/>
                  <a:gd name="connsiteX15" fmla="*/ 1209121 w 8653759"/>
                  <a:gd name="connsiteY15" fmla="*/ 929259 h 1371181"/>
                  <a:gd name="connsiteX16" fmla="*/ 1257605 w 8653759"/>
                  <a:gd name="connsiteY16" fmla="*/ 913959 h 1371181"/>
                  <a:gd name="connsiteX17" fmla="*/ 1305316 w 8653759"/>
                  <a:gd name="connsiteY17" fmla="*/ 899204 h 1371181"/>
                  <a:gd name="connsiteX18" fmla="*/ 1352215 w 8653759"/>
                  <a:gd name="connsiteY18" fmla="*/ 880870 h 1371181"/>
                  <a:gd name="connsiteX19" fmla="*/ 1398301 w 8653759"/>
                  <a:gd name="connsiteY19" fmla="*/ 860397 h 1371181"/>
                  <a:gd name="connsiteX20" fmla="*/ 1443574 w 8653759"/>
                  <a:gd name="connsiteY20" fmla="*/ 836366 h 1371181"/>
                  <a:gd name="connsiteX21" fmla="*/ 1488115 w 8653759"/>
                  <a:gd name="connsiteY21" fmla="*/ 809628 h 1371181"/>
                  <a:gd name="connsiteX22" fmla="*/ 1531478 w 8653759"/>
                  <a:gd name="connsiteY22" fmla="*/ 779202 h 1371181"/>
                  <a:gd name="connsiteX23" fmla="*/ 1574353 w 8653759"/>
                  <a:gd name="connsiteY23" fmla="*/ 759493 h 1371181"/>
                  <a:gd name="connsiteX24" fmla="*/ 1616537 w 8653759"/>
                  <a:gd name="connsiteY24" fmla="*/ 737011 h 1371181"/>
                  <a:gd name="connsiteX25" fmla="*/ 1657990 w 8653759"/>
                  <a:gd name="connsiteY25" fmla="*/ 709095 h 1371181"/>
                  <a:gd name="connsiteX26" fmla="*/ 1738864 w 8653759"/>
                  <a:gd name="connsiteY26" fmla="*/ 649094 h 1371181"/>
                  <a:gd name="connsiteX27" fmla="*/ 1777919 w 8653759"/>
                  <a:gd name="connsiteY27" fmla="*/ 618362 h 1371181"/>
                  <a:gd name="connsiteX28" fmla="*/ 1815755 w 8653759"/>
                  <a:gd name="connsiteY28" fmla="*/ 606161 h 1371181"/>
                  <a:gd name="connsiteX29" fmla="*/ 1853916 w 8653759"/>
                  <a:gd name="connsiteY29" fmla="*/ 593262 h 1371181"/>
                  <a:gd name="connsiteX30" fmla="*/ 1891061 w 8653759"/>
                  <a:gd name="connsiteY30" fmla="*/ 573487 h 1371181"/>
                  <a:gd name="connsiteX31" fmla="*/ 1927880 w 8653759"/>
                  <a:gd name="connsiteY31" fmla="*/ 554192 h 1371181"/>
                  <a:gd name="connsiteX32" fmla="*/ 1964009 w 8653759"/>
                  <a:gd name="connsiteY32" fmla="*/ 530117 h 1371181"/>
                  <a:gd name="connsiteX33" fmla="*/ 1999285 w 8653759"/>
                  <a:gd name="connsiteY33" fmla="*/ 506043 h 1371181"/>
                  <a:gd name="connsiteX34" fmla="*/ 2033707 w 8653759"/>
                  <a:gd name="connsiteY34" fmla="*/ 493471 h 1371181"/>
                  <a:gd name="connsiteX35" fmla="*/ 2068251 w 8653759"/>
                  <a:gd name="connsiteY35" fmla="*/ 479458 h 1371181"/>
                  <a:gd name="connsiteX36" fmla="*/ 2101251 w 8653759"/>
                  <a:gd name="connsiteY36" fmla="*/ 460709 h 1371181"/>
                  <a:gd name="connsiteX37" fmla="*/ 2132828 w 8653759"/>
                  <a:gd name="connsiteY37" fmla="*/ 460753 h 1371181"/>
                  <a:gd name="connsiteX38" fmla="*/ 2164690 w 8653759"/>
                  <a:gd name="connsiteY38" fmla="*/ 461975 h 1371181"/>
                  <a:gd name="connsiteX39" fmla="*/ 2186920 w 8653759"/>
                  <a:gd name="connsiteY39" fmla="*/ 465118 h 1371181"/>
                  <a:gd name="connsiteX40" fmla="*/ 2226137 w 8653759"/>
                  <a:gd name="connsiteY40" fmla="*/ 471513 h 1371181"/>
                  <a:gd name="connsiteX41" fmla="*/ 2254179 w 8653759"/>
                  <a:gd name="connsiteY41" fmla="*/ 472735 h 1371181"/>
                  <a:gd name="connsiteX42" fmla="*/ 2286122 w 8653759"/>
                  <a:gd name="connsiteY42" fmla="*/ 473652 h 1371181"/>
                  <a:gd name="connsiteX43" fmla="*/ 2316643 w 8653759"/>
                  <a:gd name="connsiteY43" fmla="*/ 470444 h 1371181"/>
                  <a:gd name="connsiteX44" fmla="*/ 2332655 w 8653759"/>
                  <a:gd name="connsiteY44" fmla="*/ 470444 h 1371181"/>
                  <a:gd name="connsiteX45" fmla="*/ 2346920 w 8653759"/>
                  <a:gd name="connsiteY45" fmla="*/ 470400 h 1371181"/>
                  <a:gd name="connsiteX46" fmla="*/ 2380935 w 8653759"/>
                  <a:gd name="connsiteY46" fmla="*/ 471884 h 1371181"/>
                  <a:gd name="connsiteX47" fmla="*/ 2382845 w 8653759"/>
                  <a:gd name="connsiteY47" fmla="*/ 471513 h 1371181"/>
                  <a:gd name="connsiteX48" fmla="*/ 2437262 w 8653759"/>
                  <a:gd name="connsiteY48" fmla="*/ 443597 h 1371181"/>
                  <a:gd name="connsiteX49" fmla="*/ 2465304 w 8653759"/>
                  <a:gd name="connsiteY49" fmla="*/ 429541 h 1371181"/>
                  <a:gd name="connsiteX50" fmla="*/ 2492654 w 8653759"/>
                  <a:gd name="connsiteY50" fmla="*/ 416423 h 1371181"/>
                  <a:gd name="connsiteX51" fmla="*/ 2519436 w 8653759"/>
                  <a:gd name="connsiteY51" fmla="*/ 407321 h 1371181"/>
                  <a:gd name="connsiteX52" fmla="*/ 2546625 w 8653759"/>
                  <a:gd name="connsiteY52" fmla="*/ 401188 h 1371181"/>
                  <a:gd name="connsiteX53" fmla="*/ 2573488 w 8653759"/>
                  <a:gd name="connsiteY53" fmla="*/ 391977 h 1371181"/>
                  <a:gd name="connsiteX54" fmla="*/ 2599334 w 8653759"/>
                  <a:gd name="connsiteY54" fmla="*/ 378336 h 1371181"/>
                  <a:gd name="connsiteX55" fmla="*/ 2625832 w 8653759"/>
                  <a:gd name="connsiteY55" fmla="*/ 368208 h 1371181"/>
                  <a:gd name="connsiteX56" fmla="*/ 2652979 w 8653759"/>
                  <a:gd name="connsiteY56" fmla="*/ 357448 h 1371181"/>
                  <a:gd name="connsiteX57" fmla="*/ 2680655 w 8653759"/>
                  <a:gd name="connsiteY57" fmla="*/ 348652 h 1371181"/>
                  <a:gd name="connsiteX58" fmla="*/ 2681305 w 8653759"/>
                  <a:gd name="connsiteY58" fmla="*/ 348390 h 1371181"/>
                  <a:gd name="connsiteX59" fmla="*/ 2710241 w 8653759"/>
                  <a:gd name="connsiteY59" fmla="*/ 330536 h 1371181"/>
                  <a:gd name="connsiteX60" fmla="*/ 2740112 w 8653759"/>
                  <a:gd name="connsiteY60" fmla="*/ 307203 h 1371181"/>
                  <a:gd name="connsiteX61" fmla="*/ 2770876 w 8653759"/>
                  <a:gd name="connsiteY61" fmla="*/ 279811 h 1371181"/>
                  <a:gd name="connsiteX62" fmla="*/ 2802047 w 8653759"/>
                  <a:gd name="connsiteY62" fmla="*/ 246984 h 1371181"/>
                  <a:gd name="connsiteX63" fmla="*/ 2832324 w 8653759"/>
                  <a:gd name="connsiteY63" fmla="*/ 212607 h 1371181"/>
                  <a:gd name="connsiteX64" fmla="*/ 2860243 w 8653759"/>
                  <a:gd name="connsiteY64" fmla="*/ 182290 h 1371181"/>
                  <a:gd name="connsiteX65" fmla="*/ 2906492 w 8653759"/>
                  <a:gd name="connsiteY65" fmla="*/ 123838 h 1371181"/>
                  <a:gd name="connsiteX66" fmla="*/ 2924698 w 8653759"/>
                  <a:gd name="connsiteY66" fmla="*/ 95857 h 1371181"/>
                  <a:gd name="connsiteX67" fmla="*/ 2940426 w 8653759"/>
                  <a:gd name="connsiteY67" fmla="*/ 67024 h 1371181"/>
                  <a:gd name="connsiteX68" fmla="*/ 2955097 w 8653759"/>
                  <a:gd name="connsiteY68" fmla="*/ 42884 h 1371181"/>
                  <a:gd name="connsiteX69" fmla="*/ 2969809 w 8653759"/>
                  <a:gd name="connsiteY69" fmla="*/ 32123 h 1371181"/>
                  <a:gd name="connsiteX70" fmla="*/ 3079212 w 8653759"/>
                  <a:gd name="connsiteY70" fmla="*/ 3028 h 1371181"/>
                  <a:gd name="connsiteX71" fmla="*/ 3121233 w 8653759"/>
                  <a:gd name="connsiteY71" fmla="*/ 16779 h 1371181"/>
                  <a:gd name="connsiteX72" fmla="*/ 3123103 w 8653759"/>
                  <a:gd name="connsiteY72" fmla="*/ 16932 h 1371181"/>
                  <a:gd name="connsiteX73" fmla="*/ 3196133 w 8653759"/>
                  <a:gd name="connsiteY73" fmla="*/ 7132 h 1371181"/>
                  <a:gd name="connsiteX74" fmla="*/ 3251606 w 8653759"/>
                  <a:gd name="connsiteY74" fmla="*/ 13527 h 1371181"/>
                  <a:gd name="connsiteX75" fmla="*/ 3298505 w 8653759"/>
                  <a:gd name="connsiteY75" fmla="*/ 19507 h 1371181"/>
                  <a:gd name="connsiteX76" fmla="*/ 3318500 w 8653759"/>
                  <a:gd name="connsiteY76" fmla="*/ 21254 h 1371181"/>
                  <a:gd name="connsiteX77" fmla="*/ 3420059 w 8653759"/>
                  <a:gd name="connsiteY77" fmla="*/ 36969 h 1371181"/>
                  <a:gd name="connsiteX78" fmla="*/ 3521050 w 8653759"/>
                  <a:gd name="connsiteY78" fmla="*/ 56831 h 1371181"/>
                  <a:gd name="connsiteX79" fmla="*/ 3619602 w 8653759"/>
                  <a:gd name="connsiteY79" fmla="*/ 80382 h 1371181"/>
                  <a:gd name="connsiteX80" fmla="*/ 3714781 w 8653759"/>
                  <a:gd name="connsiteY80" fmla="*/ 107075 h 1371181"/>
                  <a:gd name="connsiteX81" fmla="*/ 3806708 w 8653759"/>
                  <a:gd name="connsiteY81" fmla="*/ 131216 h 1371181"/>
                  <a:gd name="connsiteX82" fmla="*/ 3895710 w 8653759"/>
                  <a:gd name="connsiteY82" fmla="*/ 168845 h 1371181"/>
                  <a:gd name="connsiteX83" fmla="*/ 3984712 w 8653759"/>
                  <a:gd name="connsiteY83" fmla="*/ 204444 h 1371181"/>
                  <a:gd name="connsiteX84" fmla="*/ 4074932 w 8653759"/>
                  <a:gd name="connsiteY84" fmla="*/ 234128 h 1371181"/>
                  <a:gd name="connsiteX85" fmla="*/ 4166454 w 8653759"/>
                  <a:gd name="connsiteY85" fmla="*/ 267064 h 1371181"/>
                  <a:gd name="connsiteX86" fmla="*/ 4168282 w 8653759"/>
                  <a:gd name="connsiteY86" fmla="*/ 267282 h 1371181"/>
                  <a:gd name="connsiteX87" fmla="*/ 4184498 w 8653759"/>
                  <a:gd name="connsiteY87" fmla="*/ 265798 h 1371181"/>
                  <a:gd name="connsiteX88" fmla="*/ 4186164 w 8653759"/>
                  <a:gd name="connsiteY88" fmla="*/ 265165 h 1371181"/>
                  <a:gd name="connsiteX89" fmla="*/ 4203883 w 8653759"/>
                  <a:gd name="connsiteY89" fmla="*/ 250345 h 1371181"/>
                  <a:gd name="connsiteX90" fmla="*/ 4222822 w 8653759"/>
                  <a:gd name="connsiteY90" fmla="*/ 224240 h 1371181"/>
                  <a:gd name="connsiteX91" fmla="*/ 4243101 w 8653759"/>
                  <a:gd name="connsiteY91" fmla="*/ 187746 h 1371181"/>
                  <a:gd name="connsiteX92" fmla="*/ 4263299 w 8653759"/>
                  <a:gd name="connsiteY92" fmla="*/ 148524 h 1371181"/>
                  <a:gd name="connsiteX93" fmla="*/ 4280571 w 8653759"/>
                  <a:gd name="connsiteY93" fmla="*/ 122681 h 1371181"/>
                  <a:gd name="connsiteX94" fmla="*/ 4294835 w 8653759"/>
                  <a:gd name="connsiteY94" fmla="*/ 106115 h 1371181"/>
                  <a:gd name="connsiteX95" fmla="*/ 4306621 w 8653759"/>
                  <a:gd name="connsiteY95" fmla="*/ 94722 h 1371181"/>
                  <a:gd name="connsiteX96" fmla="*/ 4316334 w 8653759"/>
                  <a:gd name="connsiteY96" fmla="*/ 83219 h 1371181"/>
                  <a:gd name="connsiteX97" fmla="*/ 4323771 w 8653759"/>
                  <a:gd name="connsiteY97" fmla="*/ 72502 h 1371181"/>
                  <a:gd name="connsiteX98" fmla="*/ 4329502 w 8653759"/>
                  <a:gd name="connsiteY98" fmla="*/ 69032 h 1371181"/>
                  <a:gd name="connsiteX99" fmla="*/ 4334500 w 8653759"/>
                  <a:gd name="connsiteY99" fmla="*/ 65561 h 1371181"/>
                  <a:gd name="connsiteX100" fmla="*/ 4340352 w 8653759"/>
                  <a:gd name="connsiteY100" fmla="*/ 62855 h 1371181"/>
                  <a:gd name="connsiteX101" fmla="*/ 4346286 w 8653759"/>
                  <a:gd name="connsiteY101" fmla="*/ 58424 h 1371181"/>
                  <a:gd name="connsiteX102" fmla="*/ 4355064 w 8653759"/>
                  <a:gd name="connsiteY102" fmla="*/ 53142 h 1371181"/>
                  <a:gd name="connsiteX103" fmla="*/ 4374002 w 8653759"/>
                  <a:gd name="connsiteY103" fmla="*/ 35615 h 1371181"/>
                  <a:gd name="connsiteX104" fmla="*/ 4383227 w 8653759"/>
                  <a:gd name="connsiteY104" fmla="*/ 28522 h 1371181"/>
                  <a:gd name="connsiteX105" fmla="*/ 4391762 w 8653759"/>
                  <a:gd name="connsiteY105" fmla="*/ 28456 h 1371181"/>
                  <a:gd name="connsiteX106" fmla="*/ 4448861 w 8653759"/>
                  <a:gd name="connsiteY106" fmla="*/ 43953 h 1371181"/>
                  <a:gd name="connsiteX107" fmla="*/ 4450243 w 8653759"/>
                  <a:gd name="connsiteY107" fmla="*/ 44106 h 1371181"/>
                  <a:gd name="connsiteX108" fmla="*/ 4487022 w 8653759"/>
                  <a:gd name="connsiteY108" fmla="*/ 41814 h 1371181"/>
                  <a:gd name="connsiteX109" fmla="*/ 4487957 w 8653759"/>
                  <a:gd name="connsiteY109" fmla="*/ 41661 h 1371181"/>
                  <a:gd name="connsiteX110" fmla="*/ 4498929 w 8653759"/>
                  <a:gd name="connsiteY110" fmla="*/ 38409 h 1371181"/>
                  <a:gd name="connsiteX111" fmla="*/ 4507098 w 8653759"/>
                  <a:gd name="connsiteY111" fmla="*/ 39064 h 1371181"/>
                  <a:gd name="connsiteX112" fmla="*/ 4533555 w 8653759"/>
                  <a:gd name="connsiteY112" fmla="*/ 45132 h 1371181"/>
                  <a:gd name="connsiteX113" fmla="*/ 4535140 w 8653759"/>
                  <a:gd name="connsiteY113" fmla="*/ 45241 h 1371181"/>
                  <a:gd name="connsiteX114" fmla="*/ 4592889 w 8653759"/>
                  <a:gd name="connsiteY114" fmla="*/ 37362 h 1371181"/>
                  <a:gd name="connsiteX115" fmla="*/ 4677786 w 8653759"/>
                  <a:gd name="connsiteY115" fmla="*/ 58511 h 1371181"/>
                  <a:gd name="connsiteX116" fmla="*/ 4764227 w 8653759"/>
                  <a:gd name="connsiteY116" fmla="*/ 76693 h 1371181"/>
                  <a:gd name="connsiteX117" fmla="*/ 4851034 w 8653759"/>
                  <a:gd name="connsiteY117" fmla="*/ 89963 h 1371181"/>
                  <a:gd name="connsiteX118" fmla="*/ 4937313 w 8653759"/>
                  <a:gd name="connsiteY118" fmla="*/ 98869 h 1371181"/>
                  <a:gd name="connsiteX119" fmla="*/ 5023917 w 8653759"/>
                  <a:gd name="connsiteY119" fmla="*/ 115544 h 1371181"/>
                  <a:gd name="connsiteX120" fmla="*/ 5110277 w 8653759"/>
                  <a:gd name="connsiteY120" fmla="*/ 131216 h 1371181"/>
                  <a:gd name="connsiteX121" fmla="*/ 5195418 w 8653759"/>
                  <a:gd name="connsiteY121" fmla="*/ 145883 h 1371181"/>
                  <a:gd name="connsiteX122" fmla="*/ 5280355 w 8653759"/>
                  <a:gd name="connsiteY122" fmla="*/ 162668 h 1371181"/>
                  <a:gd name="connsiteX123" fmla="*/ 5365130 w 8653759"/>
                  <a:gd name="connsiteY123" fmla="*/ 189733 h 1371181"/>
                  <a:gd name="connsiteX124" fmla="*/ 5365130 w 8653759"/>
                  <a:gd name="connsiteY124" fmla="*/ 207849 h 1371181"/>
                  <a:gd name="connsiteX125" fmla="*/ 5363180 w 8653759"/>
                  <a:gd name="connsiteY125" fmla="*/ 230112 h 1371181"/>
                  <a:gd name="connsiteX126" fmla="*/ 5364074 w 8653759"/>
                  <a:gd name="connsiteY126" fmla="*/ 231290 h 1371181"/>
                  <a:gd name="connsiteX127" fmla="*/ 5450840 w 8653759"/>
                  <a:gd name="connsiteY127" fmla="*/ 271626 h 1371181"/>
                  <a:gd name="connsiteX128" fmla="*/ 5445882 w 8653759"/>
                  <a:gd name="connsiteY128" fmla="*/ 298691 h 1371181"/>
                  <a:gd name="connsiteX129" fmla="*/ 5438567 w 8653759"/>
                  <a:gd name="connsiteY129" fmla="*/ 341842 h 1371181"/>
                  <a:gd name="connsiteX130" fmla="*/ 5439095 w 8653759"/>
                  <a:gd name="connsiteY130" fmla="*/ 342868 h 1371181"/>
                  <a:gd name="connsiteX131" fmla="*/ 5524480 w 8653759"/>
                  <a:gd name="connsiteY131" fmla="*/ 400533 h 1371181"/>
                  <a:gd name="connsiteX132" fmla="*/ 5525211 w 8653759"/>
                  <a:gd name="connsiteY132" fmla="*/ 400861 h 1371181"/>
                  <a:gd name="connsiteX133" fmla="*/ 5611937 w 8653759"/>
                  <a:gd name="connsiteY133" fmla="*/ 427445 h 1371181"/>
                  <a:gd name="connsiteX134" fmla="*/ 5613075 w 8653759"/>
                  <a:gd name="connsiteY134" fmla="*/ 427598 h 1371181"/>
                  <a:gd name="connsiteX135" fmla="*/ 5701183 w 8653759"/>
                  <a:gd name="connsiteY135" fmla="*/ 428820 h 1371181"/>
                  <a:gd name="connsiteX136" fmla="*/ 5789249 w 8653759"/>
                  <a:gd name="connsiteY136" fmla="*/ 428078 h 1371181"/>
                  <a:gd name="connsiteX137" fmla="*/ 5876870 w 8653759"/>
                  <a:gd name="connsiteY137" fmla="*/ 426965 h 1371181"/>
                  <a:gd name="connsiteX138" fmla="*/ 5963514 w 8653759"/>
                  <a:gd name="connsiteY138" fmla="*/ 427336 h 1371181"/>
                  <a:gd name="connsiteX139" fmla="*/ 6049305 w 8653759"/>
                  <a:gd name="connsiteY139" fmla="*/ 429192 h 1371181"/>
                  <a:gd name="connsiteX140" fmla="*/ 6134487 w 8653759"/>
                  <a:gd name="connsiteY140" fmla="*/ 432400 h 1371181"/>
                  <a:gd name="connsiteX141" fmla="*/ 6219302 w 8653759"/>
                  <a:gd name="connsiteY141" fmla="*/ 436547 h 1371181"/>
                  <a:gd name="connsiteX142" fmla="*/ 6304036 w 8653759"/>
                  <a:gd name="connsiteY142" fmla="*/ 440978 h 1371181"/>
                  <a:gd name="connsiteX143" fmla="*/ 6389340 w 8653759"/>
                  <a:gd name="connsiteY143" fmla="*/ 443968 h 1371181"/>
                  <a:gd name="connsiteX144" fmla="*/ 6474968 w 8653759"/>
                  <a:gd name="connsiteY144" fmla="*/ 447373 h 1371181"/>
                  <a:gd name="connsiteX145" fmla="*/ 6561084 w 8653759"/>
                  <a:gd name="connsiteY145" fmla="*/ 450145 h 1371181"/>
                  <a:gd name="connsiteX146" fmla="*/ 6648989 w 8653759"/>
                  <a:gd name="connsiteY146" fmla="*/ 454292 h 1371181"/>
                  <a:gd name="connsiteX147" fmla="*/ 6737503 w 8653759"/>
                  <a:gd name="connsiteY147" fmla="*/ 454467 h 1371181"/>
                  <a:gd name="connsiteX148" fmla="*/ 6907865 w 8653759"/>
                  <a:gd name="connsiteY148" fmla="*/ 445998 h 1371181"/>
                  <a:gd name="connsiteX149" fmla="*/ 6936232 w 8653759"/>
                  <a:gd name="connsiteY149" fmla="*/ 441851 h 1371181"/>
                  <a:gd name="connsiteX150" fmla="*/ 6987235 w 8653759"/>
                  <a:gd name="connsiteY150" fmla="*/ 437748 h 1371181"/>
                  <a:gd name="connsiteX151" fmla="*/ 7069287 w 8653759"/>
                  <a:gd name="connsiteY151" fmla="*/ 433710 h 1371181"/>
                  <a:gd name="connsiteX152" fmla="*/ 7151543 w 8653759"/>
                  <a:gd name="connsiteY152" fmla="*/ 431789 h 1371181"/>
                  <a:gd name="connsiteX153" fmla="*/ 7390953 w 8653759"/>
                  <a:gd name="connsiteY153" fmla="*/ 642000 h 1371181"/>
                  <a:gd name="connsiteX154" fmla="*/ 7393026 w 8653759"/>
                  <a:gd name="connsiteY154" fmla="*/ 642633 h 1371181"/>
                  <a:gd name="connsiteX155" fmla="*/ 7501860 w 8653759"/>
                  <a:gd name="connsiteY155" fmla="*/ 642786 h 1371181"/>
                  <a:gd name="connsiteX156" fmla="*/ 7517222 w 8653759"/>
                  <a:gd name="connsiteY156" fmla="*/ 655162 h 1371181"/>
                  <a:gd name="connsiteX157" fmla="*/ 7519010 w 8653759"/>
                  <a:gd name="connsiteY157" fmla="*/ 655751 h 1371181"/>
                  <a:gd name="connsiteX158" fmla="*/ 7612075 w 8653759"/>
                  <a:gd name="connsiteY158" fmla="*/ 662474 h 1371181"/>
                  <a:gd name="connsiteX159" fmla="*/ 7621382 w 8653759"/>
                  <a:gd name="connsiteY159" fmla="*/ 670790 h 1371181"/>
                  <a:gd name="connsiteX160" fmla="*/ 7631786 w 8653759"/>
                  <a:gd name="connsiteY160" fmla="*/ 696479 h 1371181"/>
                  <a:gd name="connsiteX161" fmla="*/ 7642515 w 8653759"/>
                  <a:gd name="connsiteY161" fmla="*/ 721580 h 1371181"/>
                  <a:gd name="connsiteX162" fmla="*/ 7653325 w 8653759"/>
                  <a:gd name="connsiteY162" fmla="*/ 743428 h 1371181"/>
                  <a:gd name="connsiteX163" fmla="*/ 7675433 w 8653759"/>
                  <a:gd name="connsiteY163" fmla="*/ 774924 h 1371181"/>
                  <a:gd name="connsiteX164" fmla="*/ 7686650 w 8653759"/>
                  <a:gd name="connsiteY164" fmla="*/ 786339 h 1371181"/>
                  <a:gd name="connsiteX165" fmla="*/ 7698232 w 8653759"/>
                  <a:gd name="connsiteY165" fmla="*/ 799501 h 1371181"/>
                  <a:gd name="connsiteX166" fmla="*/ 7796663 w 8653759"/>
                  <a:gd name="connsiteY166" fmla="*/ 878142 h 1371181"/>
                  <a:gd name="connsiteX167" fmla="*/ 7809951 w 8653759"/>
                  <a:gd name="connsiteY167" fmla="*/ 886610 h 1371181"/>
                  <a:gd name="connsiteX168" fmla="*/ 7810642 w 8653759"/>
                  <a:gd name="connsiteY168" fmla="*/ 886938 h 1371181"/>
                  <a:gd name="connsiteX169" fmla="*/ 7823444 w 8653759"/>
                  <a:gd name="connsiteY169" fmla="*/ 890823 h 1371181"/>
                  <a:gd name="connsiteX170" fmla="*/ 7837058 w 8653759"/>
                  <a:gd name="connsiteY170" fmla="*/ 903286 h 1371181"/>
                  <a:gd name="connsiteX171" fmla="*/ 7851648 w 8653759"/>
                  <a:gd name="connsiteY171" fmla="*/ 919918 h 1371181"/>
                  <a:gd name="connsiteX172" fmla="*/ 7866035 w 8653759"/>
                  <a:gd name="connsiteY172" fmla="*/ 930722 h 1371181"/>
                  <a:gd name="connsiteX173" fmla="*/ 7880624 w 8653759"/>
                  <a:gd name="connsiteY173" fmla="*/ 942006 h 1371181"/>
                  <a:gd name="connsiteX174" fmla="*/ 7895295 w 8653759"/>
                  <a:gd name="connsiteY174" fmla="*/ 954011 h 1371181"/>
                  <a:gd name="connsiteX175" fmla="*/ 7940650 w 8653759"/>
                  <a:gd name="connsiteY175" fmla="*/ 993015 h 1371181"/>
                  <a:gd name="connsiteX176" fmla="*/ 8041356 w 8653759"/>
                  <a:gd name="connsiteY176" fmla="*/ 1073271 h 1371181"/>
                  <a:gd name="connsiteX177" fmla="*/ 8059319 w 8653759"/>
                  <a:gd name="connsiteY177" fmla="*/ 1086912 h 1371181"/>
                  <a:gd name="connsiteX178" fmla="*/ 8059807 w 8653759"/>
                  <a:gd name="connsiteY178" fmla="*/ 1087240 h 1371181"/>
                  <a:gd name="connsiteX179" fmla="*/ 8078175 w 8653759"/>
                  <a:gd name="connsiteY179" fmla="*/ 1095119 h 1371181"/>
                  <a:gd name="connsiteX180" fmla="*/ 8096911 w 8653759"/>
                  <a:gd name="connsiteY180" fmla="*/ 1102475 h 1371181"/>
                  <a:gd name="connsiteX181" fmla="*/ 8116052 w 8653759"/>
                  <a:gd name="connsiteY181" fmla="*/ 1108805 h 1371181"/>
                  <a:gd name="connsiteX182" fmla="*/ 8135478 w 8653759"/>
                  <a:gd name="connsiteY182" fmla="*/ 1114785 h 1371181"/>
                  <a:gd name="connsiteX183" fmla="*/ 8154904 w 8653759"/>
                  <a:gd name="connsiteY183" fmla="*/ 1121137 h 1371181"/>
                  <a:gd name="connsiteX184" fmla="*/ 8175224 w 8653759"/>
                  <a:gd name="connsiteY184" fmla="*/ 1130718 h 1371181"/>
                  <a:gd name="connsiteX185" fmla="*/ 8196072 w 8653759"/>
                  <a:gd name="connsiteY185" fmla="*/ 1140999 h 1371181"/>
                  <a:gd name="connsiteX186" fmla="*/ 8217205 w 8653759"/>
                  <a:gd name="connsiteY186" fmla="*/ 1150864 h 1371181"/>
                  <a:gd name="connsiteX187" fmla="*/ 8238947 w 8653759"/>
                  <a:gd name="connsiteY187" fmla="*/ 1161799 h 1371181"/>
                  <a:gd name="connsiteX188" fmla="*/ 8240735 w 8653759"/>
                  <a:gd name="connsiteY188" fmla="*/ 1162170 h 1371181"/>
                  <a:gd name="connsiteX189" fmla="*/ 8417235 w 8653759"/>
                  <a:gd name="connsiteY189" fmla="*/ 1160795 h 1371181"/>
                  <a:gd name="connsiteX190" fmla="*/ 8440847 w 8653759"/>
                  <a:gd name="connsiteY190" fmla="*/ 1180505 h 1371181"/>
                  <a:gd name="connsiteX191" fmla="*/ 8465759 w 8653759"/>
                  <a:gd name="connsiteY191" fmla="*/ 1199625 h 1371181"/>
                  <a:gd name="connsiteX192" fmla="*/ 8491444 w 8653759"/>
                  <a:gd name="connsiteY192" fmla="*/ 1221102 h 1371181"/>
                  <a:gd name="connsiteX193" fmla="*/ 8517453 w 8653759"/>
                  <a:gd name="connsiteY193" fmla="*/ 1240135 h 1371181"/>
                  <a:gd name="connsiteX194" fmla="*/ 8544031 w 8653759"/>
                  <a:gd name="connsiteY194" fmla="*/ 1263096 h 1371181"/>
                  <a:gd name="connsiteX195" fmla="*/ 8571708 w 8653759"/>
                  <a:gd name="connsiteY195" fmla="*/ 1295116 h 1371181"/>
                  <a:gd name="connsiteX196" fmla="*/ 8599993 w 8653759"/>
                  <a:gd name="connsiteY196" fmla="*/ 1324909 h 1371181"/>
                  <a:gd name="connsiteX197" fmla="*/ 8628848 w 8653759"/>
                  <a:gd name="connsiteY197" fmla="*/ 1353589 h 1371181"/>
                  <a:gd name="connsiteX198" fmla="*/ 8647786 w 8653759"/>
                  <a:gd name="connsiteY198" fmla="*/ 1371181 h 1371181"/>
                  <a:gd name="connsiteX199" fmla="*/ 8653759 w 8653759"/>
                  <a:gd name="connsiteY199" fmla="*/ 1371181 h 1371181"/>
                  <a:gd name="connsiteX200" fmla="*/ 8633317 w 8653759"/>
                  <a:gd name="connsiteY200" fmla="*/ 1352149 h 1371181"/>
                  <a:gd name="connsiteX201" fmla="*/ 8604464 w 8653759"/>
                  <a:gd name="connsiteY201" fmla="*/ 1323578 h 1371181"/>
                  <a:gd name="connsiteX202" fmla="*/ 8576299 w 8653759"/>
                  <a:gd name="connsiteY202" fmla="*/ 1293850 h 1371181"/>
                  <a:gd name="connsiteX203" fmla="*/ 8548502 w 8653759"/>
                  <a:gd name="connsiteY203" fmla="*/ 1261765 h 1371181"/>
                  <a:gd name="connsiteX204" fmla="*/ 8521598 w 8653759"/>
                  <a:gd name="connsiteY204" fmla="*/ 1238520 h 1371181"/>
                  <a:gd name="connsiteX205" fmla="*/ 8495508 w 8653759"/>
                  <a:gd name="connsiteY205" fmla="*/ 1219443 h 1371181"/>
                  <a:gd name="connsiteX206" fmla="*/ 8469904 w 8653759"/>
                  <a:gd name="connsiteY206" fmla="*/ 1198075 h 1371181"/>
                  <a:gd name="connsiteX207" fmla="*/ 8444992 w 8653759"/>
                  <a:gd name="connsiteY207" fmla="*/ 1178890 h 1371181"/>
                  <a:gd name="connsiteX208" fmla="*/ 8420568 w 8653759"/>
                  <a:gd name="connsiteY208" fmla="*/ 1158591 h 1371181"/>
                  <a:gd name="connsiteX209" fmla="*/ 8418495 w 8653759"/>
                  <a:gd name="connsiteY209" fmla="*/ 1157958 h 1371181"/>
                  <a:gd name="connsiteX210" fmla="*/ 8418495 w 8653759"/>
                  <a:gd name="connsiteY210" fmla="*/ 1157958 h 1371181"/>
                  <a:gd name="connsiteX211" fmla="*/ 8241589 w 8653759"/>
                  <a:gd name="connsiteY211" fmla="*/ 1159333 h 1371181"/>
                  <a:gd name="connsiteX212" fmla="*/ 8220578 w 8653759"/>
                  <a:gd name="connsiteY212" fmla="*/ 1148725 h 1371181"/>
                  <a:gd name="connsiteX213" fmla="*/ 8199323 w 8653759"/>
                  <a:gd name="connsiteY213" fmla="*/ 1138881 h 1371181"/>
                  <a:gd name="connsiteX214" fmla="*/ 8178516 w 8653759"/>
                  <a:gd name="connsiteY214" fmla="*/ 1128601 h 1371181"/>
                  <a:gd name="connsiteX215" fmla="*/ 8157871 w 8653759"/>
                  <a:gd name="connsiteY215" fmla="*/ 1118910 h 1371181"/>
                  <a:gd name="connsiteX216" fmla="*/ 8137916 w 8653759"/>
                  <a:gd name="connsiteY216" fmla="*/ 1112340 h 1371181"/>
                  <a:gd name="connsiteX217" fmla="*/ 8118572 w 8653759"/>
                  <a:gd name="connsiteY217" fmla="*/ 1106425 h 1371181"/>
                  <a:gd name="connsiteX218" fmla="*/ 8099715 w 8653759"/>
                  <a:gd name="connsiteY218" fmla="*/ 1100096 h 1371181"/>
                  <a:gd name="connsiteX219" fmla="*/ 8081061 w 8653759"/>
                  <a:gd name="connsiteY219" fmla="*/ 1092849 h 1371181"/>
                  <a:gd name="connsiteX220" fmla="*/ 8063098 w 8653759"/>
                  <a:gd name="connsiteY220" fmla="*/ 1085123 h 1371181"/>
                  <a:gd name="connsiteX221" fmla="*/ 8045338 w 8653759"/>
                  <a:gd name="connsiteY221" fmla="*/ 1071699 h 1371181"/>
                  <a:gd name="connsiteX222" fmla="*/ 7944836 w 8653759"/>
                  <a:gd name="connsiteY222" fmla="*/ 991509 h 1371181"/>
                  <a:gd name="connsiteX223" fmla="*/ 7914396 w 8653759"/>
                  <a:gd name="connsiteY223" fmla="*/ 965077 h 1371181"/>
                  <a:gd name="connsiteX224" fmla="*/ 7899522 w 8653759"/>
                  <a:gd name="connsiteY224" fmla="*/ 952461 h 1371181"/>
                  <a:gd name="connsiteX225" fmla="*/ 7884729 w 8653759"/>
                  <a:gd name="connsiteY225" fmla="*/ 940478 h 1371181"/>
                  <a:gd name="connsiteX226" fmla="*/ 7870139 w 8653759"/>
                  <a:gd name="connsiteY226" fmla="*/ 929128 h 1371181"/>
                  <a:gd name="connsiteX227" fmla="*/ 7855875 w 8653759"/>
                  <a:gd name="connsiteY227" fmla="*/ 918521 h 1371181"/>
                  <a:gd name="connsiteX228" fmla="*/ 7841488 w 8653759"/>
                  <a:gd name="connsiteY228" fmla="*/ 901954 h 1371181"/>
                  <a:gd name="connsiteX229" fmla="*/ 7827508 w 8653759"/>
                  <a:gd name="connsiteY229" fmla="*/ 889120 h 1371181"/>
                  <a:gd name="connsiteX230" fmla="*/ 7826533 w 8653759"/>
                  <a:gd name="connsiteY230" fmla="*/ 888640 h 1371181"/>
                  <a:gd name="connsiteX231" fmla="*/ 7813528 w 8653759"/>
                  <a:gd name="connsiteY231" fmla="*/ 884646 h 1371181"/>
                  <a:gd name="connsiteX232" fmla="*/ 7800727 w 8653759"/>
                  <a:gd name="connsiteY232" fmla="*/ 876483 h 1371181"/>
                  <a:gd name="connsiteX233" fmla="*/ 7702581 w 8653759"/>
                  <a:gd name="connsiteY233" fmla="*/ 798104 h 1371181"/>
                  <a:gd name="connsiteX234" fmla="*/ 7691161 w 8653759"/>
                  <a:gd name="connsiteY234" fmla="*/ 785051 h 1371181"/>
                  <a:gd name="connsiteX235" fmla="*/ 7680066 w 8653759"/>
                  <a:gd name="connsiteY235" fmla="*/ 773811 h 1371181"/>
                  <a:gd name="connsiteX236" fmla="*/ 7658161 w 8653759"/>
                  <a:gd name="connsiteY236" fmla="*/ 742577 h 1371181"/>
                  <a:gd name="connsiteX237" fmla="*/ 7647351 w 8653759"/>
                  <a:gd name="connsiteY237" fmla="*/ 720947 h 1371181"/>
                  <a:gd name="connsiteX238" fmla="*/ 7636744 w 8653759"/>
                  <a:gd name="connsiteY238" fmla="*/ 695890 h 1371181"/>
                  <a:gd name="connsiteX239" fmla="*/ 7626218 w 8653759"/>
                  <a:gd name="connsiteY239" fmla="*/ 670004 h 1371181"/>
                  <a:gd name="connsiteX240" fmla="*/ 7625934 w 8653759"/>
                  <a:gd name="connsiteY240" fmla="*/ 669589 h 1371181"/>
                  <a:gd name="connsiteX241" fmla="*/ 7615733 w 8653759"/>
                  <a:gd name="connsiteY241" fmla="*/ 660466 h 1371181"/>
                  <a:gd name="connsiteX242" fmla="*/ 7613945 w 8653759"/>
                  <a:gd name="connsiteY242" fmla="*/ 659833 h 1371181"/>
                  <a:gd name="connsiteX243" fmla="*/ 7520798 w 8653759"/>
                  <a:gd name="connsiteY243" fmla="*/ 653110 h 1371181"/>
                  <a:gd name="connsiteX244" fmla="*/ 7505233 w 8653759"/>
                  <a:gd name="connsiteY244" fmla="*/ 640691 h 1371181"/>
                  <a:gd name="connsiteX245" fmla="*/ 7503160 w 8653759"/>
                  <a:gd name="connsiteY245" fmla="*/ 640101 h 1371181"/>
                  <a:gd name="connsiteX246" fmla="*/ 7394529 w 8653759"/>
                  <a:gd name="connsiteY246" fmla="*/ 639883 h 1371181"/>
                  <a:gd name="connsiteX247" fmla="*/ 7155038 w 8653759"/>
                  <a:gd name="connsiteY247" fmla="*/ 429672 h 1371181"/>
                  <a:gd name="connsiteX248" fmla="*/ 7152762 w 8653759"/>
                  <a:gd name="connsiteY248" fmla="*/ 428973 h 1371181"/>
                  <a:gd name="connsiteX249" fmla="*/ 7069044 w 8653759"/>
                  <a:gd name="connsiteY249" fmla="*/ 430960 h 1371181"/>
                  <a:gd name="connsiteX250" fmla="*/ 6986707 w 8653759"/>
                  <a:gd name="connsiteY250" fmla="*/ 434997 h 1371181"/>
                  <a:gd name="connsiteX251" fmla="*/ 6935338 w 8653759"/>
                  <a:gd name="connsiteY251" fmla="*/ 439144 h 1371181"/>
                  <a:gd name="connsiteX252" fmla="*/ 6907053 w 8653759"/>
                  <a:gd name="connsiteY252" fmla="*/ 443292 h 1371181"/>
                  <a:gd name="connsiteX253" fmla="*/ 6737381 w 8653759"/>
                  <a:gd name="connsiteY253" fmla="*/ 451717 h 1371181"/>
                  <a:gd name="connsiteX254" fmla="*/ 6649273 w 8653759"/>
                  <a:gd name="connsiteY254" fmla="*/ 451607 h 1371181"/>
                  <a:gd name="connsiteX255" fmla="*/ 6561491 w 8653759"/>
                  <a:gd name="connsiteY255" fmla="*/ 447395 h 1371181"/>
                  <a:gd name="connsiteX256" fmla="*/ 6475456 w 8653759"/>
                  <a:gd name="connsiteY256" fmla="*/ 444623 h 1371181"/>
                  <a:gd name="connsiteX257" fmla="*/ 6389746 w 8653759"/>
                  <a:gd name="connsiteY257" fmla="*/ 441218 h 1371181"/>
                  <a:gd name="connsiteX258" fmla="*/ 6304524 w 8653759"/>
                  <a:gd name="connsiteY258" fmla="*/ 438228 h 1371181"/>
                  <a:gd name="connsiteX259" fmla="*/ 6219790 w 8653759"/>
                  <a:gd name="connsiteY259" fmla="*/ 433797 h 1371181"/>
                  <a:gd name="connsiteX260" fmla="*/ 6134974 w 8653759"/>
                  <a:gd name="connsiteY260" fmla="*/ 429650 h 1371181"/>
                  <a:gd name="connsiteX261" fmla="*/ 6049711 w 8653759"/>
                  <a:gd name="connsiteY261" fmla="*/ 426441 h 1371181"/>
                  <a:gd name="connsiteX262" fmla="*/ 5963758 w 8653759"/>
                  <a:gd name="connsiteY262" fmla="*/ 424586 h 1371181"/>
                  <a:gd name="connsiteX263" fmla="*/ 5876951 w 8653759"/>
                  <a:gd name="connsiteY263" fmla="*/ 424259 h 1371181"/>
                  <a:gd name="connsiteX264" fmla="*/ 5789290 w 8653759"/>
                  <a:gd name="connsiteY264" fmla="*/ 425328 h 1371181"/>
                  <a:gd name="connsiteX265" fmla="*/ 5701345 w 8653759"/>
                  <a:gd name="connsiteY265" fmla="*/ 426070 h 1371181"/>
                  <a:gd name="connsiteX266" fmla="*/ 5613969 w 8653759"/>
                  <a:gd name="connsiteY266" fmla="*/ 424892 h 1371181"/>
                  <a:gd name="connsiteX267" fmla="*/ 5528259 w 8653759"/>
                  <a:gd name="connsiteY267" fmla="*/ 398569 h 1371181"/>
                  <a:gd name="connsiteX268" fmla="*/ 5443891 w 8653759"/>
                  <a:gd name="connsiteY268" fmla="*/ 341602 h 1371181"/>
                  <a:gd name="connsiteX269" fmla="*/ 5451084 w 8653759"/>
                  <a:gd name="connsiteY269" fmla="*/ 299084 h 1371181"/>
                  <a:gd name="connsiteX270" fmla="*/ 5456205 w 8653759"/>
                  <a:gd name="connsiteY270" fmla="*/ 271211 h 1371181"/>
                  <a:gd name="connsiteX271" fmla="*/ 5455311 w 8653759"/>
                  <a:gd name="connsiteY271" fmla="*/ 269989 h 1371181"/>
                  <a:gd name="connsiteX272" fmla="*/ 5368463 w 8653759"/>
                  <a:gd name="connsiteY272" fmla="*/ 229653 h 1371181"/>
                  <a:gd name="connsiteX273" fmla="*/ 5370414 w 8653759"/>
                  <a:gd name="connsiteY273" fmla="*/ 207958 h 1371181"/>
                  <a:gd name="connsiteX274" fmla="*/ 5370414 w 8653759"/>
                  <a:gd name="connsiteY274" fmla="*/ 188991 h 1371181"/>
                  <a:gd name="connsiteX275" fmla="*/ 5369113 w 8653759"/>
                  <a:gd name="connsiteY275" fmla="*/ 187768 h 1371181"/>
                  <a:gd name="connsiteX276" fmla="*/ 5282631 w 8653759"/>
                  <a:gd name="connsiteY276" fmla="*/ 160158 h 1371181"/>
                  <a:gd name="connsiteX277" fmla="*/ 5197206 w 8653759"/>
                  <a:gd name="connsiteY277" fmla="*/ 143264 h 1371181"/>
                  <a:gd name="connsiteX278" fmla="*/ 5111984 w 8653759"/>
                  <a:gd name="connsiteY278" fmla="*/ 128596 h 1371181"/>
                  <a:gd name="connsiteX279" fmla="*/ 5025705 w 8653759"/>
                  <a:gd name="connsiteY279" fmla="*/ 112925 h 1371181"/>
                  <a:gd name="connsiteX280" fmla="*/ 4938735 w 8653759"/>
                  <a:gd name="connsiteY280" fmla="*/ 96184 h 1371181"/>
                  <a:gd name="connsiteX281" fmla="*/ 4852335 w 8653759"/>
                  <a:gd name="connsiteY281" fmla="*/ 87235 h 1371181"/>
                  <a:gd name="connsiteX282" fmla="*/ 4765975 w 8653759"/>
                  <a:gd name="connsiteY282" fmla="*/ 74074 h 1371181"/>
                  <a:gd name="connsiteX283" fmla="*/ 4679859 w 8653759"/>
                  <a:gd name="connsiteY283" fmla="*/ 55958 h 1371181"/>
                  <a:gd name="connsiteX284" fmla="*/ 4594352 w 8653759"/>
                  <a:gd name="connsiteY284" fmla="*/ 34633 h 1371181"/>
                  <a:gd name="connsiteX285" fmla="*/ 4592727 w 8653759"/>
                  <a:gd name="connsiteY285" fmla="*/ 34524 h 1371181"/>
                  <a:gd name="connsiteX286" fmla="*/ 4534936 w 8653759"/>
                  <a:gd name="connsiteY286" fmla="*/ 42403 h 1371181"/>
                  <a:gd name="connsiteX287" fmla="*/ 4508642 w 8653759"/>
                  <a:gd name="connsiteY287" fmla="*/ 36379 h 1371181"/>
                  <a:gd name="connsiteX288" fmla="*/ 4499011 w 8653759"/>
                  <a:gd name="connsiteY288" fmla="*/ 35572 h 1371181"/>
                  <a:gd name="connsiteX289" fmla="*/ 4497426 w 8653759"/>
                  <a:gd name="connsiteY289" fmla="*/ 35725 h 1371181"/>
                  <a:gd name="connsiteX290" fmla="*/ 4486168 w 8653759"/>
                  <a:gd name="connsiteY290" fmla="*/ 39086 h 1371181"/>
                  <a:gd name="connsiteX291" fmla="*/ 4450649 w 8653759"/>
                  <a:gd name="connsiteY291" fmla="*/ 41268 h 1371181"/>
                  <a:gd name="connsiteX292" fmla="*/ 4393631 w 8653759"/>
                  <a:gd name="connsiteY292" fmla="*/ 25772 h 1371181"/>
                  <a:gd name="connsiteX293" fmla="*/ 4392494 w 8653759"/>
                  <a:gd name="connsiteY293" fmla="*/ 25663 h 1371181"/>
                  <a:gd name="connsiteX294" fmla="*/ 4382089 w 8653759"/>
                  <a:gd name="connsiteY294" fmla="*/ 25706 h 1371181"/>
                  <a:gd name="connsiteX295" fmla="*/ 4380057 w 8653759"/>
                  <a:gd name="connsiteY295" fmla="*/ 26295 h 1371181"/>
                  <a:gd name="connsiteX296" fmla="*/ 4369938 w 8653759"/>
                  <a:gd name="connsiteY296" fmla="*/ 34066 h 1371181"/>
                  <a:gd name="connsiteX297" fmla="*/ 4351244 w 8653759"/>
                  <a:gd name="connsiteY297" fmla="*/ 51483 h 1371181"/>
                  <a:gd name="connsiteX298" fmla="*/ 4342587 w 8653759"/>
                  <a:gd name="connsiteY298" fmla="*/ 56591 h 1371181"/>
                  <a:gd name="connsiteX299" fmla="*/ 4336898 w 8653759"/>
                  <a:gd name="connsiteY299" fmla="*/ 60912 h 1371181"/>
                  <a:gd name="connsiteX300" fmla="*/ 4331087 w 8653759"/>
                  <a:gd name="connsiteY300" fmla="*/ 63575 h 1371181"/>
                  <a:gd name="connsiteX301" fmla="*/ 4325844 w 8653759"/>
                  <a:gd name="connsiteY301" fmla="*/ 67198 h 1371181"/>
                  <a:gd name="connsiteX302" fmla="*/ 4319911 w 8653759"/>
                  <a:gd name="connsiteY302" fmla="*/ 70756 h 1371181"/>
                  <a:gd name="connsiteX303" fmla="*/ 4319423 w 8653759"/>
                  <a:gd name="connsiteY303" fmla="*/ 71236 h 1371181"/>
                  <a:gd name="connsiteX304" fmla="*/ 4311904 w 8653759"/>
                  <a:gd name="connsiteY304" fmla="*/ 82062 h 1371181"/>
                  <a:gd name="connsiteX305" fmla="*/ 4302313 w 8653759"/>
                  <a:gd name="connsiteY305" fmla="*/ 93412 h 1371181"/>
                  <a:gd name="connsiteX306" fmla="*/ 4290527 w 8653759"/>
                  <a:gd name="connsiteY306" fmla="*/ 104762 h 1371181"/>
                  <a:gd name="connsiteX307" fmla="*/ 4276019 w 8653759"/>
                  <a:gd name="connsiteY307" fmla="*/ 121612 h 1371181"/>
                  <a:gd name="connsiteX308" fmla="*/ 4258625 w 8653759"/>
                  <a:gd name="connsiteY308" fmla="*/ 147673 h 1371181"/>
                  <a:gd name="connsiteX309" fmla="*/ 4238427 w 8653759"/>
                  <a:gd name="connsiteY309" fmla="*/ 186939 h 1371181"/>
                  <a:gd name="connsiteX310" fmla="*/ 4218229 w 8653759"/>
                  <a:gd name="connsiteY310" fmla="*/ 223345 h 1371181"/>
                  <a:gd name="connsiteX311" fmla="*/ 4199575 w 8653759"/>
                  <a:gd name="connsiteY311" fmla="*/ 249079 h 1371181"/>
                  <a:gd name="connsiteX312" fmla="*/ 4182710 w 8653759"/>
                  <a:gd name="connsiteY312" fmla="*/ 263135 h 1371181"/>
                  <a:gd name="connsiteX313" fmla="*/ 4168526 w 8653759"/>
                  <a:gd name="connsiteY313" fmla="*/ 264467 h 1371181"/>
                  <a:gd name="connsiteX314" fmla="*/ 4077737 w 8653759"/>
                  <a:gd name="connsiteY314" fmla="*/ 231749 h 1371181"/>
                  <a:gd name="connsiteX315" fmla="*/ 3987637 w 8653759"/>
                  <a:gd name="connsiteY315" fmla="*/ 202108 h 1371181"/>
                  <a:gd name="connsiteX316" fmla="*/ 3898839 w 8653759"/>
                  <a:gd name="connsiteY316" fmla="*/ 166575 h 1371181"/>
                  <a:gd name="connsiteX317" fmla="*/ 3809431 w 8653759"/>
                  <a:gd name="connsiteY317" fmla="*/ 128858 h 1371181"/>
                  <a:gd name="connsiteX318" fmla="*/ 3717097 w 8653759"/>
                  <a:gd name="connsiteY318" fmla="*/ 104565 h 1371181"/>
                  <a:gd name="connsiteX319" fmla="*/ 3621837 w 8653759"/>
                  <a:gd name="connsiteY319" fmla="*/ 77915 h 1371181"/>
                  <a:gd name="connsiteX320" fmla="*/ 3523001 w 8653759"/>
                  <a:gd name="connsiteY320" fmla="*/ 54255 h 1371181"/>
                  <a:gd name="connsiteX321" fmla="*/ 3421644 w 8653759"/>
                  <a:gd name="connsiteY321" fmla="*/ 34328 h 1371181"/>
                  <a:gd name="connsiteX322" fmla="*/ 3319638 w 8653759"/>
                  <a:gd name="connsiteY322" fmla="*/ 18503 h 1371181"/>
                  <a:gd name="connsiteX323" fmla="*/ 3299562 w 8653759"/>
                  <a:gd name="connsiteY323" fmla="*/ 16735 h 1371181"/>
                  <a:gd name="connsiteX324" fmla="*/ 3252785 w 8653759"/>
                  <a:gd name="connsiteY324" fmla="*/ 10755 h 1371181"/>
                  <a:gd name="connsiteX325" fmla="*/ 3196742 w 8653759"/>
                  <a:gd name="connsiteY325" fmla="*/ 4294 h 1371181"/>
                  <a:gd name="connsiteX326" fmla="*/ 3195605 w 8653759"/>
                  <a:gd name="connsiteY326" fmla="*/ 4294 h 1371181"/>
                  <a:gd name="connsiteX327" fmla="*/ 3123021 w 8653759"/>
                  <a:gd name="connsiteY327" fmla="*/ 14051 h 1371181"/>
                  <a:gd name="connsiteX328" fmla="*/ 3080756 w 8653759"/>
                  <a:gd name="connsiteY328" fmla="*/ 191 h 1371181"/>
                  <a:gd name="connsiteX329" fmla="*/ 3078317 w 8653759"/>
                  <a:gd name="connsiteY329" fmla="*/ 125 h 1371181"/>
                  <a:gd name="connsiteX330" fmla="*/ 2967167 w 8653759"/>
                  <a:gd name="connsiteY330" fmla="*/ 29700 h 1371181"/>
                  <a:gd name="connsiteX331" fmla="*/ 2966273 w 8653759"/>
                  <a:gd name="connsiteY331" fmla="*/ 30115 h 1371181"/>
                  <a:gd name="connsiteX332" fmla="*/ 2950911 w 8653759"/>
                  <a:gd name="connsiteY332" fmla="*/ 41312 h 1371181"/>
                  <a:gd name="connsiteX333" fmla="*/ 2950545 w 8653759"/>
                  <a:gd name="connsiteY333" fmla="*/ 41727 h 1371181"/>
                  <a:gd name="connsiteX334" fmla="*/ 2935671 w 8653759"/>
                  <a:gd name="connsiteY334" fmla="*/ 66129 h 1371181"/>
                  <a:gd name="connsiteX335" fmla="*/ 2919984 w 8653759"/>
                  <a:gd name="connsiteY335" fmla="*/ 94918 h 1371181"/>
                  <a:gd name="connsiteX336" fmla="*/ 2901859 w 8653759"/>
                  <a:gd name="connsiteY336" fmla="*/ 122791 h 1371181"/>
                  <a:gd name="connsiteX337" fmla="*/ 2855732 w 8653759"/>
                  <a:gd name="connsiteY337" fmla="*/ 181046 h 1371181"/>
                  <a:gd name="connsiteX338" fmla="*/ 2827853 w 8653759"/>
                  <a:gd name="connsiteY338" fmla="*/ 211363 h 1371181"/>
                  <a:gd name="connsiteX339" fmla="*/ 2797577 w 8653759"/>
                  <a:gd name="connsiteY339" fmla="*/ 245674 h 1371181"/>
                  <a:gd name="connsiteX340" fmla="*/ 2766568 w 8653759"/>
                  <a:gd name="connsiteY340" fmla="*/ 278392 h 1371181"/>
                  <a:gd name="connsiteX341" fmla="*/ 2736007 w 8653759"/>
                  <a:gd name="connsiteY341" fmla="*/ 305610 h 1371181"/>
                  <a:gd name="connsiteX342" fmla="*/ 2706380 w 8653759"/>
                  <a:gd name="connsiteY342" fmla="*/ 328746 h 1371181"/>
                  <a:gd name="connsiteX343" fmla="*/ 2677892 w 8653759"/>
                  <a:gd name="connsiteY343" fmla="*/ 346273 h 1371181"/>
                  <a:gd name="connsiteX344" fmla="*/ 2650297 w 8653759"/>
                  <a:gd name="connsiteY344" fmla="*/ 355003 h 1371181"/>
                  <a:gd name="connsiteX345" fmla="*/ 2623028 w 8653759"/>
                  <a:gd name="connsiteY345" fmla="*/ 365873 h 1371181"/>
                  <a:gd name="connsiteX346" fmla="*/ 2596246 w 8653759"/>
                  <a:gd name="connsiteY346" fmla="*/ 376109 h 1371181"/>
                  <a:gd name="connsiteX347" fmla="*/ 2570561 w 8653759"/>
                  <a:gd name="connsiteY347" fmla="*/ 389751 h 1371181"/>
                  <a:gd name="connsiteX348" fmla="*/ 2544511 w 8653759"/>
                  <a:gd name="connsiteY348" fmla="*/ 398656 h 1371181"/>
                  <a:gd name="connsiteX349" fmla="*/ 2517323 w 8653759"/>
                  <a:gd name="connsiteY349" fmla="*/ 404789 h 1371181"/>
                  <a:gd name="connsiteX350" fmla="*/ 2489850 w 8653759"/>
                  <a:gd name="connsiteY350" fmla="*/ 414109 h 1371181"/>
                  <a:gd name="connsiteX351" fmla="*/ 2462134 w 8653759"/>
                  <a:gd name="connsiteY351" fmla="*/ 427424 h 1371181"/>
                  <a:gd name="connsiteX352" fmla="*/ 2434052 w 8653759"/>
                  <a:gd name="connsiteY352" fmla="*/ 441480 h 1371181"/>
                  <a:gd name="connsiteX353" fmla="*/ 2380407 w 8653759"/>
                  <a:gd name="connsiteY353" fmla="*/ 468981 h 1371181"/>
                  <a:gd name="connsiteX354" fmla="*/ 2347326 w 8653759"/>
                  <a:gd name="connsiteY354" fmla="*/ 467541 h 1371181"/>
                  <a:gd name="connsiteX355" fmla="*/ 2316440 w 8653759"/>
                  <a:gd name="connsiteY355" fmla="*/ 467606 h 1371181"/>
                  <a:gd name="connsiteX356" fmla="*/ 2286081 w 8653759"/>
                  <a:gd name="connsiteY356" fmla="*/ 470858 h 1371181"/>
                  <a:gd name="connsiteX357" fmla="*/ 2254789 w 8653759"/>
                  <a:gd name="connsiteY357" fmla="*/ 469898 h 1371181"/>
                  <a:gd name="connsiteX358" fmla="*/ 2227316 w 8653759"/>
                  <a:gd name="connsiteY358" fmla="*/ 468785 h 1371181"/>
                  <a:gd name="connsiteX359" fmla="*/ 2188586 w 8653759"/>
                  <a:gd name="connsiteY359" fmla="*/ 462390 h 1371181"/>
                  <a:gd name="connsiteX360" fmla="*/ 2165828 w 8653759"/>
                  <a:gd name="connsiteY360" fmla="*/ 459203 h 1371181"/>
                  <a:gd name="connsiteX361" fmla="*/ 2133397 w 8653759"/>
                  <a:gd name="connsiteY361" fmla="*/ 457915 h 1371181"/>
                  <a:gd name="connsiteX362" fmla="*/ 2100478 w 8653759"/>
                  <a:gd name="connsiteY362" fmla="*/ 457850 h 1371181"/>
                  <a:gd name="connsiteX363" fmla="*/ 2100478 w 8653759"/>
                  <a:gd name="connsiteY363" fmla="*/ 457850 h 1371181"/>
                  <a:gd name="connsiteX364" fmla="*/ 2098690 w 8653759"/>
                  <a:gd name="connsiteY364" fmla="*/ 458286 h 1371181"/>
                  <a:gd name="connsiteX365" fmla="*/ 2065244 w 8653759"/>
                  <a:gd name="connsiteY365" fmla="*/ 477319 h 1371181"/>
                  <a:gd name="connsiteX366" fmla="*/ 2031147 w 8653759"/>
                  <a:gd name="connsiteY366" fmla="*/ 491113 h 1371181"/>
                  <a:gd name="connsiteX367" fmla="*/ 1996481 w 8653759"/>
                  <a:gd name="connsiteY367" fmla="*/ 503795 h 1371181"/>
                  <a:gd name="connsiteX368" fmla="*/ 1995871 w 8653759"/>
                  <a:gd name="connsiteY368" fmla="*/ 504057 h 1371181"/>
                  <a:gd name="connsiteX369" fmla="*/ 1960352 w 8653759"/>
                  <a:gd name="connsiteY369" fmla="*/ 528350 h 1371181"/>
                  <a:gd name="connsiteX370" fmla="*/ 1924507 w 8653759"/>
                  <a:gd name="connsiteY370" fmla="*/ 552228 h 1371181"/>
                  <a:gd name="connsiteX371" fmla="*/ 1887931 w 8653759"/>
                  <a:gd name="connsiteY371" fmla="*/ 571413 h 1371181"/>
                  <a:gd name="connsiteX372" fmla="*/ 1851111 w 8653759"/>
                  <a:gd name="connsiteY372" fmla="*/ 591079 h 1371181"/>
                  <a:gd name="connsiteX373" fmla="*/ 1813519 w 8653759"/>
                  <a:gd name="connsiteY373" fmla="*/ 603760 h 1371181"/>
                  <a:gd name="connsiteX374" fmla="*/ 1775155 w 8653759"/>
                  <a:gd name="connsiteY374" fmla="*/ 616114 h 1371181"/>
                  <a:gd name="connsiteX375" fmla="*/ 1774383 w 8653759"/>
                  <a:gd name="connsiteY375" fmla="*/ 616485 h 1371181"/>
                  <a:gd name="connsiteX376" fmla="*/ 1735044 w 8653759"/>
                  <a:gd name="connsiteY376" fmla="*/ 647435 h 1371181"/>
                  <a:gd name="connsiteX377" fmla="*/ 1654373 w 8653759"/>
                  <a:gd name="connsiteY377" fmla="*/ 707327 h 1371181"/>
                  <a:gd name="connsiteX378" fmla="*/ 1613164 w 8653759"/>
                  <a:gd name="connsiteY378" fmla="*/ 735091 h 1371181"/>
                  <a:gd name="connsiteX379" fmla="*/ 1571264 w 8653759"/>
                  <a:gd name="connsiteY379" fmla="*/ 757375 h 1371181"/>
                  <a:gd name="connsiteX380" fmla="*/ 1528227 w 8653759"/>
                  <a:gd name="connsiteY380" fmla="*/ 777259 h 1371181"/>
                  <a:gd name="connsiteX381" fmla="*/ 1484620 w 8653759"/>
                  <a:gd name="connsiteY381" fmla="*/ 807838 h 1371181"/>
                  <a:gd name="connsiteX382" fmla="*/ 1440322 w 8653759"/>
                  <a:gd name="connsiteY382" fmla="*/ 834489 h 1371181"/>
                  <a:gd name="connsiteX383" fmla="*/ 1395334 w 8653759"/>
                  <a:gd name="connsiteY383" fmla="*/ 858367 h 1371181"/>
                  <a:gd name="connsiteX384" fmla="*/ 1349492 w 8653759"/>
                  <a:gd name="connsiteY384" fmla="*/ 878665 h 1371181"/>
                  <a:gd name="connsiteX385" fmla="*/ 1303000 w 8653759"/>
                  <a:gd name="connsiteY385" fmla="*/ 896891 h 1371181"/>
                  <a:gd name="connsiteX386" fmla="*/ 1255492 w 8653759"/>
                  <a:gd name="connsiteY386" fmla="*/ 911558 h 1371181"/>
                  <a:gd name="connsiteX387" fmla="*/ 1207211 w 8653759"/>
                  <a:gd name="connsiteY387" fmla="*/ 926793 h 1371181"/>
                  <a:gd name="connsiteX388" fmla="*/ 1157915 w 8653759"/>
                  <a:gd name="connsiteY388" fmla="*/ 939059 h 1371181"/>
                  <a:gd name="connsiteX389" fmla="*/ 1107643 w 8653759"/>
                  <a:gd name="connsiteY389" fmla="*/ 951304 h 1371181"/>
                  <a:gd name="connsiteX390" fmla="*/ 1004214 w 8653759"/>
                  <a:gd name="connsiteY390" fmla="*/ 975597 h 1371181"/>
                  <a:gd name="connsiteX391" fmla="*/ 950895 w 8653759"/>
                  <a:gd name="connsiteY391" fmla="*/ 987209 h 1371181"/>
                  <a:gd name="connsiteX392" fmla="*/ 896478 w 8653759"/>
                  <a:gd name="connsiteY392" fmla="*/ 999737 h 1371181"/>
                  <a:gd name="connsiteX393" fmla="*/ 840964 w 8653759"/>
                  <a:gd name="connsiteY393" fmla="*/ 1012964 h 1371181"/>
                  <a:gd name="connsiteX394" fmla="*/ 726521 w 8653759"/>
                  <a:gd name="connsiteY394" fmla="*/ 1038436 h 1371181"/>
                  <a:gd name="connsiteX395" fmla="*/ 607202 w 8653759"/>
                  <a:gd name="connsiteY395" fmla="*/ 1063013 h 1371181"/>
                  <a:gd name="connsiteX396" fmla="*/ 545633 w 8653759"/>
                  <a:gd name="connsiteY396" fmla="*/ 1075279 h 1371181"/>
                  <a:gd name="connsiteX397" fmla="*/ 482681 w 8653759"/>
                  <a:gd name="connsiteY397" fmla="*/ 1086476 h 1371181"/>
                  <a:gd name="connsiteX398" fmla="*/ 418267 w 8653759"/>
                  <a:gd name="connsiteY398" fmla="*/ 1099004 h 1371181"/>
                  <a:gd name="connsiteX399" fmla="*/ 352024 w 8653759"/>
                  <a:gd name="connsiteY399" fmla="*/ 1112690 h 1371181"/>
                  <a:gd name="connsiteX400" fmla="*/ 284399 w 8653759"/>
                  <a:gd name="connsiteY400" fmla="*/ 1134756 h 1371181"/>
                  <a:gd name="connsiteX401" fmla="*/ 215189 w 8653759"/>
                  <a:gd name="connsiteY401" fmla="*/ 1160446 h 1371181"/>
                  <a:gd name="connsiteX402" fmla="*/ 144394 w 8653759"/>
                  <a:gd name="connsiteY402" fmla="*/ 1187511 h 1371181"/>
                  <a:gd name="connsiteX403" fmla="*/ 71892 w 8653759"/>
                  <a:gd name="connsiteY403" fmla="*/ 1214532 h 1371181"/>
                  <a:gd name="connsiteX404" fmla="*/ 0 w 8653759"/>
                  <a:gd name="connsiteY404" fmla="*/ 1240746 h 1371181"/>
                  <a:gd name="connsiteX405" fmla="*/ 0 w 8653759"/>
                  <a:gd name="connsiteY405" fmla="*/ 1244151 h 1371181"/>
                  <a:gd name="connsiteX406" fmla="*/ 74696 w 8653759"/>
                  <a:gd name="connsiteY406" fmla="*/ 1216868 h 1371181"/>
                  <a:gd name="connsiteX407" fmla="*/ 147157 w 8653759"/>
                  <a:gd name="connsiteY407" fmla="*/ 1189803 h 1371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Lst>
                <a:rect l="l" t="t" r="r" b="b"/>
                <a:pathLst>
                  <a:path w="8653759" h="1371181">
                    <a:moveTo>
                      <a:pt x="146873" y="1189759"/>
                    </a:moveTo>
                    <a:lnTo>
                      <a:pt x="217668" y="1162738"/>
                    </a:lnTo>
                    <a:lnTo>
                      <a:pt x="286715" y="1137048"/>
                    </a:lnTo>
                    <a:lnTo>
                      <a:pt x="353853" y="1115156"/>
                    </a:lnTo>
                    <a:lnTo>
                      <a:pt x="419649" y="1101624"/>
                    </a:lnTo>
                    <a:lnTo>
                      <a:pt x="483901" y="1089095"/>
                    </a:lnTo>
                    <a:lnTo>
                      <a:pt x="546892" y="1077898"/>
                    </a:lnTo>
                    <a:lnTo>
                      <a:pt x="608543" y="1065653"/>
                    </a:lnTo>
                    <a:lnTo>
                      <a:pt x="727944" y="1041077"/>
                    </a:lnTo>
                    <a:lnTo>
                      <a:pt x="842548" y="1015561"/>
                    </a:lnTo>
                    <a:lnTo>
                      <a:pt x="898063" y="1002335"/>
                    </a:lnTo>
                    <a:lnTo>
                      <a:pt x="952398" y="989806"/>
                    </a:lnTo>
                    <a:lnTo>
                      <a:pt x="1005759" y="978129"/>
                    </a:lnTo>
                    <a:lnTo>
                      <a:pt x="1109310" y="953836"/>
                    </a:lnTo>
                    <a:lnTo>
                      <a:pt x="1159622" y="941635"/>
                    </a:lnTo>
                    <a:lnTo>
                      <a:pt x="1209121" y="929259"/>
                    </a:lnTo>
                    <a:lnTo>
                      <a:pt x="1257605" y="913959"/>
                    </a:lnTo>
                    <a:lnTo>
                      <a:pt x="1305316" y="899204"/>
                    </a:lnTo>
                    <a:lnTo>
                      <a:pt x="1352215" y="880870"/>
                    </a:lnTo>
                    <a:lnTo>
                      <a:pt x="1398301" y="860397"/>
                    </a:lnTo>
                    <a:lnTo>
                      <a:pt x="1443574" y="836366"/>
                    </a:lnTo>
                    <a:lnTo>
                      <a:pt x="1488115" y="809628"/>
                    </a:lnTo>
                    <a:lnTo>
                      <a:pt x="1531478" y="779202"/>
                    </a:lnTo>
                    <a:lnTo>
                      <a:pt x="1574353" y="759493"/>
                    </a:lnTo>
                    <a:lnTo>
                      <a:pt x="1616537" y="737011"/>
                    </a:lnTo>
                    <a:lnTo>
                      <a:pt x="1657990" y="709095"/>
                    </a:lnTo>
                    <a:lnTo>
                      <a:pt x="1738864" y="649094"/>
                    </a:lnTo>
                    <a:lnTo>
                      <a:pt x="1777919" y="618362"/>
                    </a:lnTo>
                    <a:lnTo>
                      <a:pt x="1815755" y="606161"/>
                    </a:lnTo>
                    <a:lnTo>
                      <a:pt x="1853916" y="593262"/>
                    </a:lnTo>
                    <a:lnTo>
                      <a:pt x="1891061" y="573487"/>
                    </a:lnTo>
                    <a:lnTo>
                      <a:pt x="1927880" y="554192"/>
                    </a:lnTo>
                    <a:lnTo>
                      <a:pt x="1964009" y="530117"/>
                    </a:lnTo>
                    <a:lnTo>
                      <a:pt x="1999285" y="506043"/>
                    </a:lnTo>
                    <a:lnTo>
                      <a:pt x="2033707" y="493471"/>
                    </a:lnTo>
                    <a:lnTo>
                      <a:pt x="2068251" y="479458"/>
                    </a:lnTo>
                    <a:lnTo>
                      <a:pt x="2101251" y="460709"/>
                    </a:lnTo>
                    <a:lnTo>
                      <a:pt x="2132828" y="460753"/>
                    </a:lnTo>
                    <a:lnTo>
                      <a:pt x="2164690" y="461975"/>
                    </a:lnTo>
                    <a:lnTo>
                      <a:pt x="2186920" y="465118"/>
                    </a:lnTo>
                    <a:lnTo>
                      <a:pt x="2226137" y="471513"/>
                    </a:lnTo>
                    <a:lnTo>
                      <a:pt x="2254179" y="472735"/>
                    </a:lnTo>
                    <a:lnTo>
                      <a:pt x="2286122" y="473652"/>
                    </a:lnTo>
                    <a:lnTo>
                      <a:pt x="2316643" y="470444"/>
                    </a:lnTo>
                    <a:lnTo>
                      <a:pt x="2332655" y="470444"/>
                    </a:lnTo>
                    <a:lnTo>
                      <a:pt x="2346920" y="470400"/>
                    </a:lnTo>
                    <a:lnTo>
                      <a:pt x="2380935" y="471884"/>
                    </a:lnTo>
                    <a:cubicBezTo>
                      <a:pt x="2381626" y="471884"/>
                      <a:pt x="2382317" y="471775"/>
                      <a:pt x="2382845" y="471513"/>
                    </a:cubicBezTo>
                    <a:lnTo>
                      <a:pt x="2437262" y="443597"/>
                    </a:lnTo>
                    <a:lnTo>
                      <a:pt x="2465304" y="429541"/>
                    </a:lnTo>
                    <a:lnTo>
                      <a:pt x="2492654" y="416423"/>
                    </a:lnTo>
                    <a:lnTo>
                      <a:pt x="2519436" y="407321"/>
                    </a:lnTo>
                    <a:lnTo>
                      <a:pt x="2546625" y="401188"/>
                    </a:lnTo>
                    <a:lnTo>
                      <a:pt x="2573488" y="391977"/>
                    </a:lnTo>
                    <a:lnTo>
                      <a:pt x="2599334" y="378336"/>
                    </a:lnTo>
                    <a:lnTo>
                      <a:pt x="2625832" y="368208"/>
                    </a:lnTo>
                    <a:lnTo>
                      <a:pt x="2652979" y="357448"/>
                    </a:lnTo>
                    <a:lnTo>
                      <a:pt x="2680655" y="348652"/>
                    </a:lnTo>
                    <a:cubicBezTo>
                      <a:pt x="2680899" y="348608"/>
                      <a:pt x="2681102" y="348499"/>
                      <a:pt x="2681305" y="348390"/>
                    </a:cubicBezTo>
                    <a:lnTo>
                      <a:pt x="2710241" y="330536"/>
                    </a:lnTo>
                    <a:lnTo>
                      <a:pt x="2740112" y="307203"/>
                    </a:lnTo>
                    <a:lnTo>
                      <a:pt x="2770876" y="279811"/>
                    </a:lnTo>
                    <a:lnTo>
                      <a:pt x="2802047" y="246984"/>
                    </a:lnTo>
                    <a:lnTo>
                      <a:pt x="2832324" y="212607"/>
                    </a:lnTo>
                    <a:lnTo>
                      <a:pt x="2860243" y="182290"/>
                    </a:lnTo>
                    <a:lnTo>
                      <a:pt x="2906492" y="123838"/>
                    </a:lnTo>
                    <a:lnTo>
                      <a:pt x="2924698" y="95857"/>
                    </a:lnTo>
                    <a:lnTo>
                      <a:pt x="2940426" y="67024"/>
                    </a:lnTo>
                    <a:lnTo>
                      <a:pt x="2955097" y="42884"/>
                    </a:lnTo>
                    <a:lnTo>
                      <a:pt x="2969809" y="32123"/>
                    </a:lnTo>
                    <a:lnTo>
                      <a:pt x="3079212" y="3028"/>
                    </a:lnTo>
                    <a:lnTo>
                      <a:pt x="3121233" y="16779"/>
                    </a:lnTo>
                    <a:cubicBezTo>
                      <a:pt x="3121843" y="16932"/>
                      <a:pt x="3122493" y="16997"/>
                      <a:pt x="3123103" y="16932"/>
                    </a:cubicBezTo>
                    <a:lnTo>
                      <a:pt x="3196133" y="7132"/>
                    </a:lnTo>
                    <a:lnTo>
                      <a:pt x="3251606" y="13527"/>
                    </a:lnTo>
                    <a:lnTo>
                      <a:pt x="3298505" y="19507"/>
                    </a:lnTo>
                    <a:lnTo>
                      <a:pt x="3318500" y="21254"/>
                    </a:lnTo>
                    <a:lnTo>
                      <a:pt x="3420059" y="36969"/>
                    </a:lnTo>
                    <a:lnTo>
                      <a:pt x="3521050" y="56831"/>
                    </a:lnTo>
                    <a:lnTo>
                      <a:pt x="3619602" y="80382"/>
                    </a:lnTo>
                    <a:lnTo>
                      <a:pt x="3714781" y="107075"/>
                    </a:lnTo>
                    <a:lnTo>
                      <a:pt x="3806708" y="131216"/>
                    </a:lnTo>
                    <a:lnTo>
                      <a:pt x="3895710" y="168845"/>
                    </a:lnTo>
                    <a:lnTo>
                      <a:pt x="3984712" y="204444"/>
                    </a:lnTo>
                    <a:lnTo>
                      <a:pt x="4074932" y="234128"/>
                    </a:lnTo>
                    <a:lnTo>
                      <a:pt x="4166454" y="267064"/>
                    </a:lnTo>
                    <a:cubicBezTo>
                      <a:pt x="4166982" y="267282"/>
                      <a:pt x="4167673" y="267391"/>
                      <a:pt x="4168282" y="267282"/>
                    </a:cubicBezTo>
                    <a:lnTo>
                      <a:pt x="4184498" y="265798"/>
                    </a:lnTo>
                    <a:cubicBezTo>
                      <a:pt x="4185189" y="265754"/>
                      <a:pt x="4185798" y="265536"/>
                      <a:pt x="4186164" y="265165"/>
                    </a:cubicBezTo>
                    <a:lnTo>
                      <a:pt x="4203883" y="250345"/>
                    </a:lnTo>
                    <a:lnTo>
                      <a:pt x="4222822" y="224240"/>
                    </a:lnTo>
                    <a:lnTo>
                      <a:pt x="4243101" y="187746"/>
                    </a:lnTo>
                    <a:lnTo>
                      <a:pt x="4263299" y="148524"/>
                    </a:lnTo>
                    <a:lnTo>
                      <a:pt x="4280571" y="122681"/>
                    </a:lnTo>
                    <a:lnTo>
                      <a:pt x="4294835" y="106115"/>
                    </a:lnTo>
                    <a:lnTo>
                      <a:pt x="4306621" y="94722"/>
                    </a:lnTo>
                    <a:lnTo>
                      <a:pt x="4316334" y="83219"/>
                    </a:lnTo>
                    <a:lnTo>
                      <a:pt x="4323771" y="72502"/>
                    </a:lnTo>
                    <a:lnTo>
                      <a:pt x="4329502" y="69032"/>
                    </a:lnTo>
                    <a:lnTo>
                      <a:pt x="4334500" y="65561"/>
                    </a:lnTo>
                    <a:lnTo>
                      <a:pt x="4340352" y="62855"/>
                    </a:lnTo>
                    <a:lnTo>
                      <a:pt x="4346286" y="58424"/>
                    </a:lnTo>
                    <a:lnTo>
                      <a:pt x="4355064" y="53142"/>
                    </a:lnTo>
                    <a:lnTo>
                      <a:pt x="4374002" y="35615"/>
                    </a:lnTo>
                    <a:lnTo>
                      <a:pt x="4383227" y="28522"/>
                    </a:lnTo>
                    <a:lnTo>
                      <a:pt x="4391762" y="28456"/>
                    </a:lnTo>
                    <a:lnTo>
                      <a:pt x="4448861" y="43953"/>
                    </a:lnTo>
                    <a:cubicBezTo>
                      <a:pt x="4449308" y="44062"/>
                      <a:pt x="4449796" y="44106"/>
                      <a:pt x="4450243" y="44106"/>
                    </a:cubicBezTo>
                    <a:lnTo>
                      <a:pt x="4487022" y="41814"/>
                    </a:lnTo>
                    <a:cubicBezTo>
                      <a:pt x="4487347" y="41814"/>
                      <a:pt x="4487672" y="41770"/>
                      <a:pt x="4487957" y="41661"/>
                    </a:cubicBezTo>
                    <a:lnTo>
                      <a:pt x="4498929" y="38409"/>
                    </a:lnTo>
                    <a:lnTo>
                      <a:pt x="4507098" y="39064"/>
                    </a:lnTo>
                    <a:lnTo>
                      <a:pt x="4533555" y="45132"/>
                    </a:lnTo>
                    <a:cubicBezTo>
                      <a:pt x="4534042" y="45285"/>
                      <a:pt x="4534611" y="45285"/>
                      <a:pt x="4535140" y="45241"/>
                    </a:cubicBezTo>
                    <a:lnTo>
                      <a:pt x="4592889" y="37362"/>
                    </a:lnTo>
                    <a:lnTo>
                      <a:pt x="4677786" y="58511"/>
                    </a:lnTo>
                    <a:lnTo>
                      <a:pt x="4764227" y="76693"/>
                    </a:lnTo>
                    <a:lnTo>
                      <a:pt x="4851034" y="89963"/>
                    </a:lnTo>
                    <a:lnTo>
                      <a:pt x="4937313" y="98869"/>
                    </a:lnTo>
                    <a:lnTo>
                      <a:pt x="5023917" y="115544"/>
                    </a:lnTo>
                    <a:lnTo>
                      <a:pt x="5110277" y="131216"/>
                    </a:lnTo>
                    <a:lnTo>
                      <a:pt x="5195418" y="145883"/>
                    </a:lnTo>
                    <a:lnTo>
                      <a:pt x="5280355" y="162668"/>
                    </a:lnTo>
                    <a:lnTo>
                      <a:pt x="5365130" y="189733"/>
                    </a:lnTo>
                    <a:lnTo>
                      <a:pt x="5365130" y="207849"/>
                    </a:lnTo>
                    <a:lnTo>
                      <a:pt x="5363180" y="230112"/>
                    </a:lnTo>
                    <a:cubicBezTo>
                      <a:pt x="5363139" y="230548"/>
                      <a:pt x="5363464" y="230963"/>
                      <a:pt x="5364074" y="231290"/>
                    </a:cubicBezTo>
                    <a:lnTo>
                      <a:pt x="5450840" y="271626"/>
                    </a:lnTo>
                    <a:lnTo>
                      <a:pt x="5445882" y="298691"/>
                    </a:lnTo>
                    <a:lnTo>
                      <a:pt x="5438567" y="341842"/>
                    </a:lnTo>
                    <a:cubicBezTo>
                      <a:pt x="5438527" y="342169"/>
                      <a:pt x="5438729" y="342540"/>
                      <a:pt x="5439095" y="342868"/>
                    </a:cubicBezTo>
                    <a:lnTo>
                      <a:pt x="5524480" y="400533"/>
                    </a:lnTo>
                    <a:cubicBezTo>
                      <a:pt x="5524480" y="400533"/>
                      <a:pt x="5524927" y="400752"/>
                      <a:pt x="5525211" y="400861"/>
                    </a:cubicBezTo>
                    <a:lnTo>
                      <a:pt x="5611937" y="427445"/>
                    </a:lnTo>
                    <a:cubicBezTo>
                      <a:pt x="5612263" y="427555"/>
                      <a:pt x="5612669" y="427598"/>
                      <a:pt x="5613075" y="427598"/>
                    </a:cubicBezTo>
                    <a:lnTo>
                      <a:pt x="5701183" y="428820"/>
                    </a:lnTo>
                    <a:lnTo>
                      <a:pt x="5789249" y="428078"/>
                    </a:lnTo>
                    <a:lnTo>
                      <a:pt x="5876870" y="426965"/>
                    </a:lnTo>
                    <a:lnTo>
                      <a:pt x="5963514" y="427336"/>
                    </a:lnTo>
                    <a:lnTo>
                      <a:pt x="6049305" y="429192"/>
                    </a:lnTo>
                    <a:lnTo>
                      <a:pt x="6134487" y="432400"/>
                    </a:lnTo>
                    <a:lnTo>
                      <a:pt x="6219302" y="436547"/>
                    </a:lnTo>
                    <a:lnTo>
                      <a:pt x="6304036" y="440978"/>
                    </a:lnTo>
                    <a:lnTo>
                      <a:pt x="6389340" y="443968"/>
                    </a:lnTo>
                    <a:lnTo>
                      <a:pt x="6474968" y="447373"/>
                    </a:lnTo>
                    <a:lnTo>
                      <a:pt x="6561084" y="450145"/>
                    </a:lnTo>
                    <a:lnTo>
                      <a:pt x="6648989" y="454292"/>
                    </a:lnTo>
                    <a:lnTo>
                      <a:pt x="6737503" y="454467"/>
                    </a:lnTo>
                    <a:lnTo>
                      <a:pt x="6907865" y="445998"/>
                    </a:lnTo>
                    <a:lnTo>
                      <a:pt x="6936232" y="441851"/>
                    </a:lnTo>
                    <a:lnTo>
                      <a:pt x="6987235" y="437748"/>
                    </a:lnTo>
                    <a:lnTo>
                      <a:pt x="7069287" y="433710"/>
                    </a:lnTo>
                    <a:lnTo>
                      <a:pt x="7151543" y="431789"/>
                    </a:lnTo>
                    <a:lnTo>
                      <a:pt x="7390953" y="642000"/>
                    </a:lnTo>
                    <a:cubicBezTo>
                      <a:pt x="7391441" y="642371"/>
                      <a:pt x="7392254" y="642633"/>
                      <a:pt x="7393026" y="642633"/>
                    </a:cubicBezTo>
                    <a:lnTo>
                      <a:pt x="7501860" y="642786"/>
                    </a:lnTo>
                    <a:lnTo>
                      <a:pt x="7517222" y="655162"/>
                    </a:lnTo>
                    <a:cubicBezTo>
                      <a:pt x="7517710" y="655489"/>
                      <a:pt x="7518319" y="655686"/>
                      <a:pt x="7519010" y="655751"/>
                    </a:cubicBezTo>
                    <a:lnTo>
                      <a:pt x="7612075" y="662474"/>
                    </a:lnTo>
                    <a:lnTo>
                      <a:pt x="7621382" y="670790"/>
                    </a:lnTo>
                    <a:lnTo>
                      <a:pt x="7631786" y="696479"/>
                    </a:lnTo>
                    <a:lnTo>
                      <a:pt x="7642515" y="721580"/>
                    </a:lnTo>
                    <a:lnTo>
                      <a:pt x="7653325" y="743428"/>
                    </a:lnTo>
                    <a:lnTo>
                      <a:pt x="7675433" y="774924"/>
                    </a:lnTo>
                    <a:lnTo>
                      <a:pt x="7686650" y="786339"/>
                    </a:lnTo>
                    <a:lnTo>
                      <a:pt x="7698232" y="799501"/>
                    </a:lnTo>
                    <a:lnTo>
                      <a:pt x="7796663" y="878142"/>
                    </a:lnTo>
                    <a:lnTo>
                      <a:pt x="7809951" y="886610"/>
                    </a:lnTo>
                    <a:cubicBezTo>
                      <a:pt x="7809951" y="886610"/>
                      <a:pt x="7810358" y="886829"/>
                      <a:pt x="7810642" y="886938"/>
                    </a:cubicBezTo>
                    <a:lnTo>
                      <a:pt x="7823444" y="890823"/>
                    </a:lnTo>
                    <a:lnTo>
                      <a:pt x="7837058" y="903286"/>
                    </a:lnTo>
                    <a:lnTo>
                      <a:pt x="7851648" y="919918"/>
                    </a:lnTo>
                    <a:lnTo>
                      <a:pt x="7866035" y="930722"/>
                    </a:lnTo>
                    <a:lnTo>
                      <a:pt x="7880624" y="942006"/>
                    </a:lnTo>
                    <a:lnTo>
                      <a:pt x="7895295" y="954011"/>
                    </a:lnTo>
                    <a:lnTo>
                      <a:pt x="7940650" y="993015"/>
                    </a:lnTo>
                    <a:lnTo>
                      <a:pt x="8041356" y="1073271"/>
                    </a:lnTo>
                    <a:lnTo>
                      <a:pt x="8059319" y="1086912"/>
                    </a:lnTo>
                    <a:cubicBezTo>
                      <a:pt x="8059400" y="1087022"/>
                      <a:pt x="8059603" y="1087131"/>
                      <a:pt x="8059807" y="1087240"/>
                    </a:cubicBezTo>
                    <a:lnTo>
                      <a:pt x="8078175" y="1095119"/>
                    </a:lnTo>
                    <a:lnTo>
                      <a:pt x="8096911" y="1102475"/>
                    </a:lnTo>
                    <a:lnTo>
                      <a:pt x="8116052" y="1108805"/>
                    </a:lnTo>
                    <a:lnTo>
                      <a:pt x="8135478" y="1114785"/>
                    </a:lnTo>
                    <a:lnTo>
                      <a:pt x="8154904" y="1121137"/>
                    </a:lnTo>
                    <a:lnTo>
                      <a:pt x="8175224" y="1130718"/>
                    </a:lnTo>
                    <a:lnTo>
                      <a:pt x="8196072" y="1140999"/>
                    </a:lnTo>
                    <a:lnTo>
                      <a:pt x="8217205" y="1150864"/>
                    </a:lnTo>
                    <a:lnTo>
                      <a:pt x="8238947" y="1161799"/>
                    </a:lnTo>
                    <a:cubicBezTo>
                      <a:pt x="8239435" y="1162061"/>
                      <a:pt x="8240248" y="1162127"/>
                      <a:pt x="8240735" y="1162170"/>
                    </a:cubicBezTo>
                    <a:lnTo>
                      <a:pt x="8417235" y="1160795"/>
                    </a:lnTo>
                    <a:lnTo>
                      <a:pt x="8440847" y="1180505"/>
                    </a:lnTo>
                    <a:lnTo>
                      <a:pt x="8465759" y="1199625"/>
                    </a:lnTo>
                    <a:lnTo>
                      <a:pt x="8491444" y="1221102"/>
                    </a:lnTo>
                    <a:lnTo>
                      <a:pt x="8517453" y="1240135"/>
                    </a:lnTo>
                    <a:lnTo>
                      <a:pt x="8544031" y="1263096"/>
                    </a:lnTo>
                    <a:lnTo>
                      <a:pt x="8571708" y="1295116"/>
                    </a:lnTo>
                    <a:lnTo>
                      <a:pt x="8599993" y="1324909"/>
                    </a:lnTo>
                    <a:lnTo>
                      <a:pt x="8628848" y="1353589"/>
                    </a:lnTo>
                    <a:lnTo>
                      <a:pt x="8647786" y="1371181"/>
                    </a:lnTo>
                    <a:lnTo>
                      <a:pt x="8653759" y="1371181"/>
                    </a:lnTo>
                    <a:lnTo>
                      <a:pt x="8633317" y="1352149"/>
                    </a:lnTo>
                    <a:lnTo>
                      <a:pt x="8604464" y="1323578"/>
                    </a:lnTo>
                    <a:lnTo>
                      <a:pt x="8576299" y="1293850"/>
                    </a:lnTo>
                    <a:lnTo>
                      <a:pt x="8548502" y="1261765"/>
                    </a:lnTo>
                    <a:lnTo>
                      <a:pt x="8521598" y="1238520"/>
                    </a:lnTo>
                    <a:lnTo>
                      <a:pt x="8495508" y="1219443"/>
                    </a:lnTo>
                    <a:lnTo>
                      <a:pt x="8469904" y="1198075"/>
                    </a:lnTo>
                    <a:lnTo>
                      <a:pt x="8444992" y="1178890"/>
                    </a:lnTo>
                    <a:lnTo>
                      <a:pt x="8420568" y="1158591"/>
                    </a:lnTo>
                    <a:cubicBezTo>
                      <a:pt x="8420161" y="1158176"/>
                      <a:pt x="8419389" y="1157958"/>
                      <a:pt x="8418495" y="1157958"/>
                    </a:cubicBezTo>
                    <a:lnTo>
                      <a:pt x="8418495" y="1157958"/>
                    </a:lnTo>
                    <a:lnTo>
                      <a:pt x="8241589" y="1159333"/>
                    </a:lnTo>
                    <a:lnTo>
                      <a:pt x="8220578" y="1148725"/>
                    </a:lnTo>
                    <a:lnTo>
                      <a:pt x="8199323" y="1138881"/>
                    </a:lnTo>
                    <a:lnTo>
                      <a:pt x="8178516" y="1128601"/>
                    </a:lnTo>
                    <a:lnTo>
                      <a:pt x="8157871" y="1118910"/>
                    </a:lnTo>
                    <a:lnTo>
                      <a:pt x="8137916" y="1112340"/>
                    </a:lnTo>
                    <a:lnTo>
                      <a:pt x="8118572" y="1106425"/>
                    </a:lnTo>
                    <a:lnTo>
                      <a:pt x="8099715" y="1100096"/>
                    </a:lnTo>
                    <a:lnTo>
                      <a:pt x="8081061" y="1092849"/>
                    </a:lnTo>
                    <a:lnTo>
                      <a:pt x="8063098" y="1085123"/>
                    </a:lnTo>
                    <a:lnTo>
                      <a:pt x="8045338" y="1071699"/>
                    </a:lnTo>
                    <a:lnTo>
                      <a:pt x="7944836" y="991509"/>
                    </a:lnTo>
                    <a:lnTo>
                      <a:pt x="7914396" y="965077"/>
                    </a:lnTo>
                    <a:lnTo>
                      <a:pt x="7899522" y="952461"/>
                    </a:lnTo>
                    <a:lnTo>
                      <a:pt x="7884729" y="940478"/>
                    </a:lnTo>
                    <a:lnTo>
                      <a:pt x="7870139" y="929128"/>
                    </a:lnTo>
                    <a:lnTo>
                      <a:pt x="7855875" y="918521"/>
                    </a:lnTo>
                    <a:lnTo>
                      <a:pt x="7841488" y="901954"/>
                    </a:lnTo>
                    <a:lnTo>
                      <a:pt x="7827508" y="889120"/>
                    </a:lnTo>
                    <a:cubicBezTo>
                      <a:pt x="7827183" y="888902"/>
                      <a:pt x="7826898" y="888749"/>
                      <a:pt x="7826533" y="888640"/>
                    </a:cubicBezTo>
                    <a:lnTo>
                      <a:pt x="7813528" y="884646"/>
                    </a:lnTo>
                    <a:lnTo>
                      <a:pt x="7800727" y="876483"/>
                    </a:lnTo>
                    <a:lnTo>
                      <a:pt x="7702581" y="798104"/>
                    </a:lnTo>
                    <a:lnTo>
                      <a:pt x="7691161" y="785051"/>
                    </a:lnTo>
                    <a:lnTo>
                      <a:pt x="7680066" y="773811"/>
                    </a:lnTo>
                    <a:lnTo>
                      <a:pt x="7658161" y="742577"/>
                    </a:lnTo>
                    <a:lnTo>
                      <a:pt x="7647351" y="720947"/>
                    </a:lnTo>
                    <a:lnTo>
                      <a:pt x="7636744" y="695890"/>
                    </a:lnTo>
                    <a:lnTo>
                      <a:pt x="7626218" y="670004"/>
                    </a:lnTo>
                    <a:cubicBezTo>
                      <a:pt x="7626218" y="669851"/>
                      <a:pt x="7626137" y="669742"/>
                      <a:pt x="7625934" y="669589"/>
                    </a:cubicBezTo>
                    <a:lnTo>
                      <a:pt x="7615733" y="660466"/>
                    </a:lnTo>
                    <a:cubicBezTo>
                      <a:pt x="7615327" y="660094"/>
                      <a:pt x="7614758" y="659876"/>
                      <a:pt x="7613945" y="659833"/>
                    </a:cubicBezTo>
                    <a:lnTo>
                      <a:pt x="7520798" y="653110"/>
                    </a:lnTo>
                    <a:lnTo>
                      <a:pt x="7505233" y="640691"/>
                    </a:lnTo>
                    <a:cubicBezTo>
                      <a:pt x="7504745" y="640320"/>
                      <a:pt x="7503932" y="640101"/>
                      <a:pt x="7503160" y="640101"/>
                    </a:cubicBezTo>
                    <a:lnTo>
                      <a:pt x="7394529" y="639883"/>
                    </a:lnTo>
                    <a:lnTo>
                      <a:pt x="7155038" y="429672"/>
                    </a:lnTo>
                    <a:cubicBezTo>
                      <a:pt x="7154551" y="429257"/>
                      <a:pt x="7154063" y="429039"/>
                      <a:pt x="7152762" y="428973"/>
                    </a:cubicBezTo>
                    <a:lnTo>
                      <a:pt x="7069044" y="430960"/>
                    </a:lnTo>
                    <a:lnTo>
                      <a:pt x="6986707" y="434997"/>
                    </a:lnTo>
                    <a:lnTo>
                      <a:pt x="6935338" y="439144"/>
                    </a:lnTo>
                    <a:lnTo>
                      <a:pt x="6907053" y="443292"/>
                    </a:lnTo>
                    <a:lnTo>
                      <a:pt x="6737381" y="451717"/>
                    </a:lnTo>
                    <a:lnTo>
                      <a:pt x="6649273" y="451607"/>
                    </a:lnTo>
                    <a:lnTo>
                      <a:pt x="6561491" y="447395"/>
                    </a:lnTo>
                    <a:lnTo>
                      <a:pt x="6475456" y="444623"/>
                    </a:lnTo>
                    <a:lnTo>
                      <a:pt x="6389746" y="441218"/>
                    </a:lnTo>
                    <a:lnTo>
                      <a:pt x="6304524" y="438228"/>
                    </a:lnTo>
                    <a:lnTo>
                      <a:pt x="6219790" y="433797"/>
                    </a:lnTo>
                    <a:lnTo>
                      <a:pt x="6134974" y="429650"/>
                    </a:lnTo>
                    <a:lnTo>
                      <a:pt x="6049711" y="426441"/>
                    </a:lnTo>
                    <a:lnTo>
                      <a:pt x="5963758" y="424586"/>
                    </a:lnTo>
                    <a:lnTo>
                      <a:pt x="5876951" y="424259"/>
                    </a:lnTo>
                    <a:lnTo>
                      <a:pt x="5789290" y="425328"/>
                    </a:lnTo>
                    <a:lnTo>
                      <a:pt x="5701345" y="426070"/>
                    </a:lnTo>
                    <a:lnTo>
                      <a:pt x="5613969" y="424892"/>
                    </a:lnTo>
                    <a:lnTo>
                      <a:pt x="5528259" y="398569"/>
                    </a:lnTo>
                    <a:lnTo>
                      <a:pt x="5443891" y="341602"/>
                    </a:lnTo>
                    <a:lnTo>
                      <a:pt x="5451084" y="299084"/>
                    </a:lnTo>
                    <a:lnTo>
                      <a:pt x="5456205" y="271211"/>
                    </a:lnTo>
                    <a:cubicBezTo>
                      <a:pt x="5456286" y="270731"/>
                      <a:pt x="5455961" y="270294"/>
                      <a:pt x="5455311" y="269989"/>
                    </a:cubicBezTo>
                    <a:lnTo>
                      <a:pt x="5368463" y="229653"/>
                    </a:lnTo>
                    <a:lnTo>
                      <a:pt x="5370414" y="207958"/>
                    </a:lnTo>
                    <a:lnTo>
                      <a:pt x="5370414" y="188991"/>
                    </a:lnTo>
                    <a:cubicBezTo>
                      <a:pt x="5370373" y="188510"/>
                      <a:pt x="5369926" y="188030"/>
                      <a:pt x="5369113" y="187768"/>
                    </a:cubicBezTo>
                    <a:lnTo>
                      <a:pt x="5282631" y="160158"/>
                    </a:lnTo>
                    <a:lnTo>
                      <a:pt x="5197206" y="143264"/>
                    </a:lnTo>
                    <a:lnTo>
                      <a:pt x="5111984" y="128596"/>
                    </a:lnTo>
                    <a:lnTo>
                      <a:pt x="5025705" y="112925"/>
                    </a:lnTo>
                    <a:lnTo>
                      <a:pt x="4938735" y="96184"/>
                    </a:lnTo>
                    <a:lnTo>
                      <a:pt x="4852335" y="87235"/>
                    </a:lnTo>
                    <a:lnTo>
                      <a:pt x="4765975" y="74074"/>
                    </a:lnTo>
                    <a:lnTo>
                      <a:pt x="4679859" y="55958"/>
                    </a:lnTo>
                    <a:lnTo>
                      <a:pt x="4594352" y="34633"/>
                    </a:lnTo>
                    <a:cubicBezTo>
                      <a:pt x="4593824" y="34480"/>
                      <a:pt x="4593255" y="34480"/>
                      <a:pt x="4592727" y="34524"/>
                    </a:cubicBezTo>
                    <a:lnTo>
                      <a:pt x="4534936" y="42403"/>
                    </a:lnTo>
                    <a:lnTo>
                      <a:pt x="4508642" y="36379"/>
                    </a:lnTo>
                    <a:lnTo>
                      <a:pt x="4499011" y="35572"/>
                    </a:lnTo>
                    <a:cubicBezTo>
                      <a:pt x="4498523" y="35506"/>
                      <a:pt x="4497913" y="35572"/>
                      <a:pt x="4497426" y="35725"/>
                    </a:cubicBezTo>
                    <a:lnTo>
                      <a:pt x="4486168" y="39086"/>
                    </a:lnTo>
                    <a:lnTo>
                      <a:pt x="4450649" y="41268"/>
                    </a:lnTo>
                    <a:lnTo>
                      <a:pt x="4393631" y="25772"/>
                    </a:lnTo>
                    <a:cubicBezTo>
                      <a:pt x="4393306" y="25663"/>
                      <a:pt x="4392859" y="25619"/>
                      <a:pt x="4392494" y="25663"/>
                    </a:cubicBezTo>
                    <a:lnTo>
                      <a:pt x="4382089" y="25706"/>
                    </a:lnTo>
                    <a:cubicBezTo>
                      <a:pt x="4381318" y="25706"/>
                      <a:pt x="4380545" y="25924"/>
                      <a:pt x="4380057" y="26295"/>
                    </a:cubicBezTo>
                    <a:lnTo>
                      <a:pt x="4369938" y="34066"/>
                    </a:lnTo>
                    <a:lnTo>
                      <a:pt x="4351244" y="51483"/>
                    </a:lnTo>
                    <a:lnTo>
                      <a:pt x="4342587" y="56591"/>
                    </a:lnTo>
                    <a:lnTo>
                      <a:pt x="4336898" y="60912"/>
                    </a:lnTo>
                    <a:lnTo>
                      <a:pt x="4331087" y="63575"/>
                    </a:lnTo>
                    <a:lnTo>
                      <a:pt x="4325844" y="67198"/>
                    </a:lnTo>
                    <a:lnTo>
                      <a:pt x="4319911" y="70756"/>
                    </a:lnTo>
                    <a:cubicBezTo>
                      <a:pt x="4319707" y="70931"/>
                      <a:pt x="4319504" y="71084"/>
                      <a:pt x="4319423" y="71236"/>
                    </a:cubicBezTo>
                    <a:lnTo>
                      <a:pt x="4311904" y="82062"/>
                    </a:lnTo>
                    <a:lnTo>
                      <a:pt x="4302313" y="93412"/>
                    </a:lnTo>
                    <a:lnTo>
                      <a:pt x="4290527" y="104762"/>
                    </a:lnTo>
                    <a:lnTo>
                      <a:pt x="4276019" y="121612"/>
                    </a:lnTo>
                    <a:lnTo>
                      <a:pt x="4258625" y="147673"/>
                    </a:lnTo>
                    <a:lnTo>
                      <a:pt x="4238427" y="186939"/>
                    </a:lnTo>
                    <a:lnTo>
                      <a:pt x="4218229" y="223345"/>
                    </a:lnTo>
                    <a:lnTo>
                      <a:pt x="4199575" y="249079"/>
                    </a:lnTo>
                    <a:lnTo>
                      <a:pt x="4182710" y="263135"/>
                    </a:lnTo>
                    <a:lnTo>
                      <a:pt x="4168526" y="264467"/>
                    </a:lnTo>
                    <a:lnTo>
                      <a:pt x="4077737" y="231749"/>
                    </a:lnTo>
                    <a:lnTo>
                      <a:pt x="3987637" y="202108"/>
                    </a:lnTo>
                    <a:lnTo>
                      <a:pt x="3898839" y="166575"/>
                    </a:lnTo>
                    <a:lnTo>
                      <a:pt x="3809431" y="128858"/>
                    </a:lnTo>
                    <a:lnTo>
                      <a:pt x="3717097" y="104565"/>
                    </a:lnTo>
                    <a:lnTo>
                      <a:pt x="3621837" y="77915"/>
                    </a:lnTo>
                    <a:lnTo>
                      <a:pt x="3523001" y="54255"/>
                    </a:lnTo>
                    <a:lnTo>
                      <a:pt x="3421644" y="34328"/>
                    </a:lnTo>
                    <a:lnTo>
                      <a:pt x="3319638" y="18503"/>
                    </a:lnTo>
                    <a:lnTo>
                      <a:pt x="3299562" y="16735"/>
                    </a:lnTo>
                    <a:lnTo>
                      <a:pt x="3252785" y="10755"/>
                    </a:lnTo>
                    <a:lnTo>
                      <a:pt x="3196742" y="4294"/>
                    </a:lnTo>
                    <a:cubicBezTo>
                      <a:pt x="3196377" y="4251"/>
                      <a:pt x="3195970" y="4251"/>
                      <a:pt x="3195605" y="4294"/>
                    </a:cubicBezTo>
                    <a:lnTo>
                      <a:pt x="3123021" y="14051"/>
                    </a:lnTo>
                    <a:lnTo>
                      <a:pt x="3080756" y="191"/>
                    </a:lnTo>
                    <a:cubicBezTo>
                      <a:pt x="3079984" y="-27"/>
                      <a:pt x="3079130" y="-71"/>
                      <a:pt x="3078317" y="125"/>
                    </a:cubicBezTo>
                    <a:lnTo>
                      <a:pt x="2967167" y="29700"/>
                    </a:lnTo>
                    <a:cubicBezTo>
                      <a:pt x="2966801" y="29810"/>
                      <a:pt x="2966517" y="29962"/>
                      <a:pt x="2966273" y="30115"/>
                    </a:cubicBezTo>
                    <a:lnTo>
                      <a:pt x="2950911" y="41312"/>
                    </a:lnTo>
                    <a:cubicBezTo>
                      <a:pt x="2950789" y="41465"/>
                      <a:pt x="2950627" y="41574"/>
                      <a:pt x="2950545" y="41727"/>
                    </a:cubicBezTo>
                    <a:lnTo>
                      <a:pt x="2935671" y="66129"/>
                    </a:lnTo>
                    <a:lnTo>
                      <a:pt x="2919984" y="94918"/>
                    </a:lnTo>
                    <a:lnTo>
                      <a:pt x="2901859" y="122791"/>
                    </a:lnTo>
                    <a:lnTo>
                      <a:pt x="2855732" y="181046"/>
                    </a:lnTo>
                    <a:lnTo>
                      <a:pt x="2827853" y="211363"/>
                    </a:lnTo>
                    <a:lnTo>
                      <a:pt x="2797577" y="245674"/>
                    </a:lnTo>
                    <a:lnTo>
                      <a:pt x="2766568" y="278392"/>
                    </a:lnTo>
                    <a:lnTo>
                      <a:pt x="2736007" y="305610"/>
                    </a:lnTo>
                    <a:lnTo>
                      <a:pt x="2706380" y="328746"/>
                    </a:lnTo>
                    <a:lnTo>
                      <a:pt x="2677892" y="346273"/>
                    </a:lnTo>
                    <a:lnTo>
                      <a:pt x="2650297" y="355003"/>
                    </a:lnTo>
                    <a:lnTo>
                      <a:pt x="2623028" y="365873"/>
                    </a:lnTo>
                    <a:lnTo>
                      <a:pt x="2596246" y="376109"/>
                    </a:lnTo>
                    <a:lnTo>
                      <a:pt x="2570561" y="389751"/>
                    </a:lnTo>
                    <a:lnTo>
                      <a:pt x="2544511" y="398656"/>
                    </a:lnTo>
                    <a:lnTo>
                      <a:pt x="2517323" y="404789"/>
                    </a:lnTo>
                    <a:lnTo>
                      <a:pt x="2489850" y="414109"/>
                    </a:lnTo>
                    <a:lnTo>
                      <a:pt x="2462134" y="427424"/>
                    </a:lnTo>
                    <a:lnTo>
                      <a:pt x="2434052" y="441480"/>
                    </a:lnTo>
                    <a:lnTo>
                      <a:pt x="2380407" y="468981"/>
                    </a:lnTo>
                    <a:lnTo>
                      <a:pt x="2347326" y="467541"/>
                    </a:lnTo>
                    <a:lnTo>
                      <a:pt x="2316440" y="467606"/>
                    </a:lnTo>
                    <a:lnTo>
                      <a:pt x="2286081" y="470858"/>
                    </a:lnTo>
                    <a:lnTo>
                      <a:pt x="2254789" y="469898"/>
                    </a:lnTo>
                    <a:lnTo>
                      <a:pt x="2227316" y="468785"/>
                    </a:lnTo>
                    <a:lnTo>
                      <a:pt x="2188586" y="462390"/>
                    </a:lnTo>
                    <a:lnTo>
                      <a:pt x="2165828" y="459203"/>
                    </a:lnTo>
                    <a:lnTo>
                      <a:pt x="2133397" y="457915"/>
                    </a:lnTo>
                    <a:lnTo>
                      <a:pt x="2100478" y="457850"/>
                    </a:lnTo>
                    <a:lnTo>
                      <a:pt x="2100478" y="457850"/>
                    </a:lnTo>
                    <a:cubicBezTo>
                      <a:pt x="2099828" y="457850"/>
                      <a:pt x="2099137" y="458024"/>
                      <a:pt x="2098690" y="458286"/>
                    </a:cubicBezTo>
                    <a:lnTo>
                      <a:pt x="2065244" y="477319"/>
                    </a:lnTo>
                    <a:lnTo>
                      <a:pt x="2031147" y="491113"/>
                    </a:lnTo>
                    <a:lnTo>
                      <a:pt x="1996481" y="503795"/>
                    </a:lnTo>
                    <a:cubicBezTo>
                      <a:pt x="1996237" y="503838"/>
                      <a:pt x="1996034" y="503969"/>
                      <a:pt x="1995871" y="504057"/>
                    </a:cubicBezTo>
                    <a:lnTo>
                      <a:pt x="1960352" y="528350"/>
                    </a:lnTo>
                    <a:lnTo>
                      <a:pt x="1924507" y="552228"/>
                    </a:lnTo>
                    <a:lnTo>
                      <a:pt x="1887931" y="571413"/>
                    </a:lnTo>
                    <a:lnTo>
                      <a:pt x="1851111" y="591079"/>
                    </a:lnTo>
                    <a:lnTo>
                      <a:pt x="1813519" y="603760"/>
                    </a:lnTo>
                    <a:lnTo>
                      <a:pt x="1775155" y="616114"/>
                    </a:lnTo>
                    <a:cubicBezTo>
                      <a:pt x="1774871" y="616223"/>
                      <a:pt x="1774627" y="616332"/>
                      <a:pt x="1774383" y="616485"/>
                    </a:cubicBezTo>
                    <a:lnTo>
                      <a:pt x="1735044" y="647435"/>
                    </a:lnTo>
                    <a:lnTo>
                      <a:pt x="1654373" y="707327"/>
                    </a:lnTo>
                    <a:lnTo>
                      <a:pt x="1613164" y="735091"/>
                    </a:lnTo>
                    <a:lnTo>
                      <a:pt x="1571264" y="757375"/>
                    </a:lnTo>
                    <a:lnTo>
                      <a:pt x="1528227" y="777259"/>
                    </a:lnTo>
                    <a:lnTo>
                      <a:pt x="1484620" y="807838"/>
                    </a:lnTo>
                    <a:lnTo>
                      <a:pt x="1440322" y="834489"/>
                    </a:lnTo>
                    <a:lnTo>
                      <a:pt x="1395334" y="858367"/>
                    </a:lnTo>
                    <a:lnTo>
                      <a:pt x="1349492" y="878665"/>
                    </a:lnTo>
                    <a:lnTo>
                      <a:pt x="1303000" y="896891"/>
                    </a:lnTo>
                    <a:lnTo>
                      <a:pt x="1255492" y="911558"/>
                    </a:lnTo>
                    <a:lnTo>
                      <a:pt x="1207211" y="926793"/>
                    </a:lnTo>
                    <a:lnTo>
                      <a:pt x="1157915" y="939059"/>
                    </a:lnTo>
                    <a:lnTo>
                      <a:pt x="1107643" y="951304"/>
                    </a:lnTo>
                    <a:lnTo>
                      <a:pt x="1004214" y="975597"/>
                    </a:lnTo>
                    <a:lnTo>
                      <a:pt x="950895" y="987209"/>
                    </a:lnTo>
                    <a:lnTo>
                      <a:pt x="896478" y="999737"/>
                    </a:lnTo>
                    <a:lnTo>
                      <a:pt x="840964" y="1012964"/>
                    </a:lnTo>
                    <a:lnTo>
                      <a:pt x="726521" y="1038436"/>
                    </a:lnTo>
                    <a:lnTo>
                      <a:pt x="607202" y="1063013"/>
                    </a:lnTo>
                    <a:lnTo>
                      <a:pt x="545633" y="1075279"/>
                    </a:lnTo>
                    <a:lnTo>
                      <a:pt x="482681" y="1086476"/>
                    </a:lnTo>
                    <a:lnTo>
                      <a:pt x="418267" y="1099004"/>
                    </a:lnTo>
                    <a:lnTo>
                      <a:pt x="352024" y="1112690"/>
                    </a:lnTo>
                    <a:lnTo>
                      <a:pt x="284399" y="1134756"/>
                    </a:lnTo>
                    <a:lnTo>
                      <a:pt x="215189" y="1160446"/>
                    </a:lnTo>
                    <a:lnTo>
                      <a:pt x="144394" y="1187511"/>
                    </a:lnTo>
                    <a:lnTo>
                      <a:pt x="71892" y="1214532"/>
                    </a:lnTo>
                    <a:lnTo>
                      <a:pt x="0" y="1240746"/>
                    </a:lnTo>
                    <a:lnTo>
                      <a:pt x="0" y="1244151"/>
                    </a:lnTo>
                    <a:lnTo>
                      <a:pt x="74696" y="1216868"/>
                    </a:lnTo>
                    <a:lnTo>
                      <a:pt x="147157" y="118980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7" name="Freeform: Shape 406">
                <a:extLst>
                  <a:ext uri="{FF2B5EF4-FFF2-40B4-BE49-F238E27FC236}">
                    <a16:creationId xmlns:a16="http://schemas.microsoft.com/office/drawing/2014/main" id="{68FDB19C-DD1F-400D-92D4-EFA237AC47C7}"/>
                  </a:ext>
                </a:extLst>
              </p:cNvPr>
              <p:cNvSpPr/>
              <p:nvPr/>
            </p:nvSpPr>
            <p:spPr>
              <a:xfrm>
                <a:off x="7265723" y="6162240"/>
                <a:ext cx="109292" cy="201122"/>
              </a:xfrm>
              <a:custGeom>
                <a:avLst/>
                <a:gdLst>
                  <a:gd name="connsiteX0" fmla="*/ 106617 w 109292"/>
                  <a:gd name="connsiteY0" fmla="*/ 201014 h 201122"/>
                  <a:gd name="connsiteX1" fmla="*/ 105926 w 109292"/>
                  <a:gd name="connsiteY1" fmla="*/ 200970 h 201122"/>
                  <a:gd name="connsiteX2" fmla="*/ 102959 w 109292"/>
                  <a:gd name="connsiteY2" fmla="*/ 200424 h 201122"/>
                  <a:gd name="connsiteX3" fmla="*/ 101577 w 109292"/>
                  <a:gd name="connsiteY3" fmla="*/ 199791 h 201122"/>
                  <a:gd name="connsiteX4" fmla="*/ 91865 w 109292"/>
                  <a:gd name="connsiteY4" fmla="*/ 190515 h 201122"/>
                  <a:gd name="connsiteX5" fmla="*/ 82639 w 109292"/>
                  <a:gd name="connsiteY5" fmla="*/ 175542 h 201122"/>
                  <a:gd name="connsiteX6" fmla="*/ 73698 w 109292"/>
                  <a:gd name="connsiteY6" fmla="*/ 156466 h 201122"/>
                  <a:gd name="connsiteX7" fmla="*/ 65083 w 109292"/>
                  <a:gd name="connsiteY7" fmla="*/ 138786 h 201122"/>
                  <a:gd name="connsiteX8" fmla="*/ 56752 w 109292"/>
                  <a:gd name="connsiteY8" fmla="*/ 132347 h 201122"/>
                  <a:gd name="connsiteX9" fmla="*/ 56467 w 109292"/>
                  <a:gd name="connsiteY9" fmla="*/ 131976 h 201122"/>
                  <a:gd name="connsiteX10" fmla="*/ 48055 w 109292"/>
                  <a:gd name="connsiteY10" fmla="*/ 118706 h 201122"/>
                  <a:gd name="connsiteX11" fmla="*/ 39927 w 109292"/>
                  <a:gd name="connsiteY11" fmla="*/ 107400 h 201122"/>
                  <a:gd name="connsiteX12" fmla="*/ 31595 w 109292"/>
                  <a:gd name="connsiteY12" fmla="*/ 90659 h 201122"/>
                  <a:gd name="connsiteX13" fmla="*/ 23549 w 109292"/>
                  <a:gd name="connsiteY13" fmla="*/ 70360 h 201122"/>
                  <a:gd name="connsiteX14" fmla="*/ 7699 w 109292"/>
                  <a:gd name="connsiteY14" fmla="*/ 19417 h 201122"/>
                  <a:gd name="connsiteX15" fmla="*/ 59 w 109292"/>
                  <a:gd name="connsiteY15" fmla="*/ 1737 h 201122"/>
                  <a:gd name="connsiteX16" fmla="*/ 1928 w 109292"/>
                  <a:gd name="connsiteY16" fmla="*/ 35 h 201122"/>
                  <a:gd name="connsiteX17" fmla="*/ 4976 w 109292"/>
                  <a:gd name="connsiteY17" fmla="*/ 1104 h 201122"/>
                  <a:gd name="connsiteX18" fmla="*/ 12617 w 109292"/>
                  <a:gd name="connsiteY18" fmla="*/ 18849 h 201122"/>
                  <a:gd name="connsiteX19" fmla="*/ 28507 w 109292"/>
                  <a:gd name="connsiteY19" fmla="*/ 69858 h 201122"/>
                  <a:gd name="connsiteX20" fmla="*/ 36553 w 109292"/>
                  <a:gd name="connsiteY20" fmla="*/ 90004 h 201122"/>
                  <a:gd name="connsiteX21" fmla="*/ 44681 w 109292"/>
                  <a:gd name="connsiteY21" fmla="*/ 106526 h 201122"/>
                  <a:gd name="connsiteX22" fmla="*/ 52809 w 109292"/>
                  <a:gd name="connsiteY22" fmla="*/ 117767 h 201122"/>
                  <a:gd name="connsiteX23" fmla="*/ 61141 w 109292"/>
                  <a:gd name="connsiteY23" fmla="*/ 130885 h 201122"/>
                  <a:gd name="connsiteX24" fmla="*/ 69472 w 109292"/>
                  <a:gd name="connsiteY24" fmla="*/ 137389 h 201122"/>
                  <a:gd name="connsiteX25" fmla="*/ 69878 w 109292"/>
                  <a:gd name="connsiteY25" fmla="*/ 137869 h 201122"/>
                  <a:gd name="connsiteX26" fmla="*/ 78616 w 109292"/>
                  <a:gd name="connsiteY26" fmla="*/ 155789 h 201122"/>
                  <a:gd name="connsiteX27" fmla="*/ 87557 w 109292"/>
                  <a:gd name="connsiteY27" fmla="*/ 174822 h 201122"/>
                  <a:gd name="connsiteX28" fmla="*/ 96497 w 109292"/>
                  <a:gd name="connsiteY28" fmla="*/ 189424 h 201122"/>
                  <a:gd name="connsiteX29" fmla="*/ 105520 w 109292"/>
                  <a:gd name="connsiteY29" fmla="*/ 198002 h 201122"/>
                  <a:gd name="connsiteX30" fmla="*/ 107511 w 109292"/>
                  <a:gd name="connsiteY30" fmla="*/ 198329 h 201122"/>
                  <a:gd name="connsiteX31" fmla="*/ 109177 w 109292"/>
                  <a:gd name="connsiteY31" fmla="*/ 200097 h 201122"/>
                  <a:gd name="connsiteX32" fmla="*/ 106698 w 109292"/>
                  <a:gd name="connsiteY32" fmla="*/ 201123 h 20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9292" h="201122">
                    <a:moveTo>
                      <a:pt x="106617" y="201014"/>
                    </a:moveTo>
                    <a:cubicBezTo>
                      <a:pt x="106617" y="201014"/>
                      <a:pt x="106129" y="201014"/>
                      <a:pt x="105926" y="200970"/>
                    </a:cubicBezTo>
                    <a:lnTo>
                      <a:pt x="102959" y="200424"/>
                    </a:lnTo>
                    <a:cubicBezTo>
                      <a:pt x="102350" y="200315"/>
                      <a:pt x="101862" y="200097"/>
                      <a:pt x="101577" y="199791"/>
                    </a:cubicBezTo>
                    <a:lnTo>
                      <a:pt x="91865" y="190515"/>
                    </a:lnTo>
                    <a:lnTo>
                      <a:pt x="82639" y="175542"/>
                    </a:lnTo>
                    <a:lnTo>
                      <a:pt x="73698" y="156466"/>
                    </a:lnTo>
                    <a:lnTo>
                      <a:pt x="65083" y="138786"/>
                    </a:lnTo>
                    <a:lnTo>
                      <a:pt x="56752" y="132347"/>
                    </a:lnTo>
                    <a:cubicBezTo>
                      <a:pt x="56670" y="132238"/>
                      <a:pt x="56548" y="132085"/>
                      <a:pt x="56467" y="131976"/>
                    </a:cubicBezTo>
                    <a:lnTo>
                      <a:pt x="48055" y="118706"/>
                    </a:lnTo>
                    <a:lnTo>
                      <a:pt x="39927" y="107400"/>
                    </a:lnTo>
                    <a:lnTo>
                      <a:pt x="31595" y="90659"/>
                    </a:lnTo>
                    <a:lnTo>
                      <a:pt x="23549" y="70360"/>
                    </a:lnTo>
                    <a:lnTo>
                      <a:pt x="7699" y="19417"/>
                    </a:lnTo>
                    <a:lnTo>
                      <a:pt x="59" y="1737"/>
                    </a:lnTo>
                    <a:cubicBezTo>
                      <a:pt x="-226" y="995"/>
                      <a:pt x="546" y="253"/>
                      <a:pt x="1928" y="35"/>
                    </a:cubicBezTo>
                    <a:cubicBezTo>
                      <a:pt x="3310" y="-140"/>
                      <a:pt x="4610" y="362"/>
                      <a:pt x="4976" y="1104"/>
                    </a:cubicBezTo>
                    <a:lnTo>
                      <a:pt x="12617" y="18849"/>
                    </a:lnTo>
                    <a:lnTo>
                      <a:pt x="28507" y="69858"/>
                    </a:lnTo>
                    <a:lnTo>
                      <a:pt x="36553" y="90004"/>
                    </a:lnTo>
                    <a:lnTo>
                      <a:pt x="44681" y="106526"/>
                    </a:lnTo>
                    <a:lnTo>
                      <a:pt x="52809" y="117767"/>
                    </a:lnTo>
                    <a:lnTo>
                      <a:pt x="61141" y="130885"/>
                    </a:lnTo>
                    <a:lnTo>
                      <a:pt x="69472" y="137389"/>
                    </a:lnTo>
                    <a:cubicBezTo>
                      <a:pt x="69675" y="137542"/>
                      <a:pt x="69756" y="137717"/>
                      <a:pt x="69878" y="137869"/>
                    </a:cubicBezTo>
                    <a:lnTo>
                      <a:pt x="78616" y="155789"/>
                    </a:lnTo>
                    <a:lnTo>
                      <a:pt x="87557" y="174822"/>
                    </a:lnTo>
                    <a:lnTo>
                      <a:pt x="96497" y="189424"/>
                    </a:lnTo>
                    <a:lnTo>
                      <a:pt x="105520" y="198002"/>
                    </a:lnTo>
                    <a:lnTo>
                      <a:pt x="107511" y="198329"/>
                    </a:lnTo>
                    <a:cubicBezTo>
                      <a:pt x="108893" y="198547"/>
                      <a:pt x="109584" y="199333"/>
                      <a:pt x="109177" y="200097"/>
                    </a:cubicBezTo>
                    <a:cubicBezTo>
                      <a:pt x="108771" y="200730"/>
                      <a:pt x="107795" y="201123"/>
                      <a:pt x="106698" y="20112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8" name="Freeform: Shape 407">
                <a:extLst>
                  <a:ext uri="{FF2B5EF4-FFF2-40B4-BE49-F238E27FC236}">
                    <a16:creationId xmlns:a16="http://schemas.microsoft.com/office/drawing/2014/main" id="{53C2DA65-FE51-4BC1-A63C-A495612BFD6B}"/>
                  </a:ext>
                </a:extLst>
              </p:cNvPr>
              <p:cNvSpPr/>
              <p:nvPr/>
            </p:nvSpPr>
            <p:spPr>
              <a:xfrm>
                <a:off x="-40" y="6410835"/>
                <a:ext cx="3945576" cy="200673"/>
              </a:xfrm>
              <a:custGeom>
                <a:avLst/>
                <a:gdLst>
                  <a:gd name="connsiteX0" fmla="*/ 3944722 w 3945576"/>
                  <a:gd name="connsiteY0" fmla="*/ 9014 h 200673"/>
                  <a:gd name="connsiteX1" fmla="*/ 3942283 w 3945576"/>
                  <a:gd name="connsiteY1" fmla="*/ 8687 h 200673"/>
                  <a:gd name="connsiteX2" fmla="*/ 3911844 w 3945576"/>
                  <a:gd name="connsiteY2" fmla="*/ 8687 h 200673"/>
                  <a:gd name="connsiteX3" fmla="*/ 3763752 w 3945576"/>
                  <a:gd name="connsiteY3" fmla="*/ 10018 h 200673"/>
                  <a:gd name="connsiteX4" fmla="*/ 3615782 w 3945576"/>
                  <a:gd name="connsiteY4" fmla="*/ 9058 h 200673"/>
                  <a:gd name="connsiteX5" fmla="*/ 3467852 w 3945576"/>
                  <a:gd name="connsiteY5" fmla="*/ 4845 h 200673"/>
                  <a:gd name="connsiteX6" fmla="*/ 3320004 w 3945576"/>
                  <a:gd name="connsiteY6" fmla="*/ 327 h 200673"/>
                  <a:gd name="connsiteX7" fmla="*/ 3318419 w 3945576"/>
                  <a:gd name="connsiteY7" fmla="*/ 546 h 200673"/>
                  <a:gd name="connsiteX8" fmla="*/ 3290499 w 3945576"/>
                  <a:gd name="connsiteY8" fmla="*/ 11088 h 200673"/>
                  <a:gd name="connsiteX9" fmla="*/ 3142041 w 3945576"/>
                  <a:gd name="connsiteY9" fmla="*/ 6024 h 200673"/>
                  <a:gd name="connsiteX10" fmla="*/ 2992974 w 3945576"/>
                  <a:gd name="connsiteY10" fmla="*/ 6024 h 200673"/>
                  <a:gd name="connsiteX11" fmla="*/ 2843987 w 3945576"/>
                  <a:gd name="connsiteY11" fmla="*/ 3623 h 200673"/>
                  <a:gd name="connsiteX12" fmla="*/ 2694798 w 3945576"/>
                  <a:gd name="connsiteY12" fmla="*/ 0 h 200673"/>
                  <a:gd name="connsiteX13" fmla="*/ 2545730 w 3945576"/>
                  <a:gd name="connsiteY13" fmla="*/ 4169 h 200673"/>
                  <a:gd name="connsiteX14" fmla="*/ 2396785 w 3945576"/>
                  <a:gd name="connsiteY14" fmla="*/ 10084 h 200673"/>
                  <a:gd name="connsiteX15" fmla="*/ 2248002 w 3945576"/>
                  <a:gd name="connsiteY15" fmla="*/ 16479 h 200673"/>
                  <a:gd name="connsiteX16" fmla="*/ 2192935 w 3945576"/>
                  <a:gd name="connsiteY16" fmla="*/ 17745 h 200673"/>
                  <a:gd name="connsiteX17" fmla="*/ 2191634 w 3945576"/>
                  <a:gd name="connsiteY17" fmla="*/ 18007 h 200673"/>
                  <a:gd name="connsiteX18" fmla="*/ 2152091 w 3945576"/>
                  <a:gd name="connsiteY18" fmla="*/ 32914 h 200673"/>
                  <a:gd name="connsiteX19" fmla="*/ 2111533 w 3945576"/>
                  <a:gd name="connsiteY19" fmla="*/ 45814 h 200673"/>
                  <a:gd name="connsiteX20" fmla="*/ 2070649 w 3945576"/>
                  <a:gd name="connsiteY20" fmla="*/ 58277 h 200673"/>
                  <a:gd name="connsiteX21" fmla="*/ 2069998 w 3945576"/>
                  <a:gd name="connsiteY21" fmla="*/ 58277 h 200673"/>
                  <a:gd name="connsiteX22" fmla="*/ 2068739 w 3945576"/>
                  <a:gd name="connsiteY22" fmla="*/ 58495 h 200673"/>
                  <a:gd name="connsiteX23" fmla="*/ 2027774 w 3945576"/>
                  <a:gd name="connsiteY23" fmla="*/ 71918 h 200673"/>
                  <a:gd name="connsiteX24" fmla="*/ 1985223 w 3945576"/>
                  <a:gd name="connsiteY24" fmla="*/ 84862 h 200673"/>
                  <a:gd name="connsiteX25" fmla="*/ 1887118 w 3945576"/>
                  <a:gd name="connsiteY25" fmla="*/ 87786 h 200673"/>
                  <a:gd name="connsiteX26" fmla="*/ 1885981 w 3945576"/>
                  <a:gd name="connsiteY26" fmla="*/ 87939 h 200673"/>
                  <a:gd name="connsiteX27" fmla="*/ 1841480 w 3945576"/>
                  <a:gd name="connsiteY27" fmla="*/ 102432 h 200673"/>
                  <a:gd name="connsiteX28" fmla="*/ 1684325 w 3945576"/>
                  <a:gd name="connsiteY28" fmla="*/ 108936 h 200673"/>
                  <a:gd name="connsiteX29" fmla="*/ 1526764 w 3945576"/>
                  <a:gd name="connsiteY29" fmla="*/ 113891 h 200673"/>
                  <a:gd name="connsiteX30" fmla="*/ 1369284 w 3945576"/>
                  <a:gd name="connsiteY30" fmla="*/ 116445 h 200673"/>
                  <a:gd name="connsiteX31" fmla="*/ 1368349 w 3945576"/>
                  <a:gd name="connsiteY31" fmla="*/ 116554 h 200673"/>
                  <a:gd name="connsiteX32" fmla="*/ 1317671 w 3945576"/>
                  <a:gd name="connsiteY32" fmla="*/ 128820 h 200673"/>
                  <a:gd name="connsiteX33" fmla="*/ 1265855 w 3945576"/>
                  <a:gd name="connsiteY33" fmla="*/ 140541 h 200673"/>
                  <a:gd name="connsiteX34" fmla="*/ 1213104 w 3945576"/>
                  <a:gd name="connsiteY34" fmla="*/ 153637 h 200673"/>
                  <a:gd name="connsiteX35" fmla="*/ 1159175 w 3945576"/>
                  <a:gd name="connsiteY35" fmla="*/ 165685 h 200673"/>
                  <a:gd name="connsiteX36" fmla="*/ 1048228 w 3945576"/>
                  <a:gd name="connsiteY36" fmla="*/ 189673 h 200673"/>
                  <a:gd name="connsiteX37" fmla="*/ 881116 w 3945576"/>
                  <a:gd name="connsiteY37" fmla="*/ 191070 h 200673"/>
                  <a:gd name="connsiteX38" fmla="*/ 713638 w 3945576"/>
                  <a:gd name="connsiteY38" fmla="*/ 193405 h 200673"/>
                  <a:gd name="connsiteX39" fmla="*/ 546324 w 3945576"/>
                  <a:gd name="connsiteY39" fmla="*/ 196177 h 200673"/>
                  <a:gd name="connsiteX40" fmla="*/ 379131 w 3945576"/>
                  <a:gd name="connsiteY40" fmla="*/ 197836 h 200673"/>
                  <a:gd name="connsiteX41" fmla="*/ 212100 w 3945576"/>
                  <a:gd name="connsiteY41" fmla="*/ 197618 h 200673"/>
                  <a:gd name="connsiteX42" fmla="*/ 45151 w 3945576"/>
                  <a:gd name="connsiteY42" fmla="*/ 195915 h 200673"/>
                  <a:gd name="connsiteX43" fmla="*/ 0 w 3945576"/>
                  <a:gd name="connsiteY43" fmla="*/ 195064 h 200673"/>
                  <a:gd name="connsiteX44" fmla="*/ 0 w 3945576"/>
                  <a:gd name="connsiteY44" fmla="*/ 197901 h 200673"/>
                  <a:gd name="connsiteX45" fmla="*/ 44988 w 3945576"/>
                  <a:gd name="connsiteY45" fmla="*/ 198753 h 200673"/>
                  <a:gd name="connsiteX46" fmla="*/ 211978 w 3945576"/>
                  <a:gd name="connsiteY46" fmla="*/ 200455 h 200673"/>
                  <a:gd name="connsiteX47" fmla="*/ 379171 w 3945576"/>
                  <a:gd name="connsiteY47" fmla="*/ 200673 h 200673"/>
                  <a:gd name="connsiteX48" fmla="*/ 546445 w 3945576"/>
                  <a:gd name="connsiteY48" fmla="*/ 199014 h 200673"/>
                  <a:gd name="connsiteX49" fmla="*/ 713760 w 3945576"/>
                  <a:gd name="connsiteY49" fmla="*/ 196242 h 200673"/>
                  <a:gd name="connsiteX50" fmla="*/ 881197 w 3945576"/>
                  <a:gd name="connsiteY50" fmla="*/ 193842 h 200673"/>
                  <a:gd name="connsiteX51" fmla="*/ 1048756 w 3945576"/>
                  <a:gd name="connsiteY51" fmla="*/ 192510 h 200673"/>
                  <a:gd name="connsiteX52" fmla="*/ 1049650 w 3945576"/>
                  <a:gd name="connsiteY52" fmla="*/ 192401 h 200673"/>
                  <a:gd name="connsiteX53" fmla="*/ 1161044 w 3945576"/>
                  <a:gd name="connsiteY53" fmla="*/ 168326 h 200673"/>
                  <a:gd name="connsiteX54" fmla="*/ 1215095 w 3945576"/>
                  <a:gd name="connsiteY54" fmla="*/ 156278 h 200673"/>
                  <a:gd name="connsiteX55" fmla="*/ 1267846 w 3945576"/>
                  <a:gd name="connsiteY55" fmla="*/ 143160 h 200673"/>
                  <a:gd name="connsiteX56" fmla="*/ 1319703 w 3945576"/>
                  <a:gd name="connsiteY56" fmla="*/ 131439 h 200673"/>
                  <a:gd name="connsiteX57" fmla="*/ 1369893 w 3945576"/>
                  <a:gd name="connsiteY57" fmla="*/ 119282 h 200673"/>
                  <a:gd name="connsiteX58" fmla="*/ 1527007 w 3945576"/>
                  <a:gd name="connsiteY58" fmla="*/ 116728 h 200673"/>
                  <a:gd name="connsiteX59" fmla="*/ 1684691 w 3945576"/>
                  <a:gd name="connsiteY59" fmla="*/ 111774 h 200673"/>
                  <a:gd name="connsiteX60" fmla="*/ 1842455 w 3945576"/>
                  <a:gd name="connsiteY60" fmla="*/ 105226 h 200673"/>
                  <a:gd name="connsiteX61" fmla="*/ 1843552 w 3945576"/>
                  <a:gd name="connsiteY61" fmla="*/ 105008 h 200673"/>
                  <a:gd name="connsiteX62" fmla="*/ 1888053 w 3945576"/>
                  <a:gd name="connsiteY62" fmla="*/ 90558 h 200673"/>
                  <a:gd name="connsiteX63" fmla="*/ 1986077 w 3945576"/>
                  <a:gd name="connsiteY63" fmla="*/ 87634 h 200673"/>
                  <a:gd name="connsiteX64" fmla="*/ 1987174 w 3945576"/>
                  <a:gd name="connsiteY64" fmla="*/ 87459 h 200673"/>
                  <a:gd name="connsiteX65" fmla="*/ 2028139 w 3945576"/>
                  <a:gd name="connsiteY65" fmla="*/ 75040 h 200673"/>
                  <a:gd name="connsiteX66" fmla="*/ 2070811 w 3945576"/>
                  <a:gd name="connsiteY66" fmla="*/ 61071 h 200673"/>
                  <a:gd name="connsiteX67" fmla="*/ 2071421 w 3945576"/>
                  <a:gd name="connsiteY67" fmla="*/ 61071 h 200673"/>
                  <a:gd name="connsiteX68" fmla="*/ 2072559 w 3945576"/>
                  <a:gd name="connsiteY68" fmla="*/ 60852 h 200673"/>
                  <a:gd name="connsiteX69" fmla="*/ 2114012 w 3945576"/>
                  <a:gd name="connsiteY69" fmla="*/ 48237 h 200673"/>
                  <a:gd name="connsiteX70" fmla="*/ 2154774 w 3945576"/>
                  <a:gd name="connsiteY70" fmla="*/ 35294 h 200673"/>
                  <a:gd name="connsiteX71" fmla="*/ 2193910 w 3945576"/>
                  <a:gd name="connsiteY71" fmla="*/ 20473 h 200673"/>
                  <a:gd name="connsiteX72" fmla="*/ 2248286 w 3945576"/>
                  <a:gd name="connsiteY72" fmla="*/ 19251 h 200673"/>
                  <a:gd name="connsiteX73" fmla="*/ 2397110 w 3945576"/>
                  <a:gd name="connsiteY73" fmla="*/ 12856 h 200673"/>
                  <a:gd name="connsiteX74" fmla="*/ 2546015 w 3945576"/>
                  <a:gd name="connsiteY74" fmla="*/ 6941 h 200673"/>
                  <a:gd name="connsiteX75" fmla="*/ 2694757 w 3945576"/>
                  <a:gd name="connsiteY75" fmla="*/ 2794 h 200673"/>
                  <a:gd name="connsiteX76" fmla="*/ 2843743 w 3945576"/>
                  <a:gd name="connsiteY76" fmla="*/ 6352 h 200673"/>
                  <a:gd name="connsiteX77" fmla="*/ 2992852 w 3945576"/>
                  <a:gd name="connsiteY77" fmla="*/ 8796 h 200673"/>
                  <a:gd name="connsiteX78" fmla="*/ 3141838 w 3945576"/>
                  <a:gd name="connsiteY78" fmla="*/ 8796 h 200673"/>
                  <a:gd name="connsiteX79" fmla="*/ 3291027 w 3945576"/>
                  <a:gd name="connsiteY79" fmla="*/ 13925 h 200673"/>
                  <a:gd name="connsiteX80" fmla="*/ 3292612 w 3945576"/>
                  <a:gd name="connsiteY80" fmla="*/ 13663 h 200673"/>
                  <a:gd name="connsiteX81" fmla="*/ 3320613 w 3945576"/>
                  <a:gd name="connsiteY81" fmla="*/ 3121 h 200673"/>
                  <a:gd name="connsiteX82" fmla="*/ 3467608 w 3945576"/>
                  <a:gd name="connsiteY82" fmla="*/ 7661 h 200673"/>
                  <a:gd name="connsiteX83" fmla="*/ 3615660 w 3945576"/>
                  <a:gd name="connsiteY83" fmla="*/ 11808 h 200673"/>
                  <a:gd name="connsiteX84" fmla="*/ 3763792 w 3945576"/>
                  <a:gd name="connsiteY84" fmla="*/ 12834 h 200673"/>
                  <a:gd name="connsiteX85" fmla="*/ 3911925 w 3945576"/>
                  <a:gd name="connsiteY85" fmla="*/ 11503 h 200673"/>
                  <a:gd name="connsiteX86" fmla="*/ 3942730 w 3945576"/>
                  <a:gd name="connsiteY86" fmla="*/ 11503 h 200673"/>
                  <a:gd name="connsiteX87" fmla="*/ 3944559 w 3945576"/>
                  <a:gd name="connsiteY87" fmla="*/ 11066 h 200673"/>
                  <a:gd name="connsiteX88" fmla="*/ 3944925 w 3945576"/>
                  <a:gd name="connsiteY88" fmla="*/ 10848 h 200673"/>
                  <a:gd name="connsiteX89" fmla="*/ 3944722 w 3945576"/>
                  <a:gd name="connsiteY89" fmla="*/ 8993 h 20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3945576" h="200673">
                    <a:moveTo>
                      <a:pt x="3944722" y="9014"/>
                    </a:moveTo>
                    <a:cubicBezTo>
                      <a:pt x="3944071" y="8643"/>
                      <a:pt x="3943137" y="8578"/>
                      <a:pt x="3942283" y="8687"/>
                    </a:cubicBezTo>
                    <a:lnTo>
                      <a:pt x="3911844" y="8687"/>
                    </a:lnTo>
                    <a:lnTo>
                      <a:pt x="3763752" y="10018"/>
                    </a:lnTo>
                    <a:lnTo>
                      <a:pt x="3615782" y="9058"/>
                    </a:lnTo>
                    <a:lnTo>
                      <a:pt x="3467852" y="4845"/>
                    </a:lnTo>
                    <a:lnTo>
                      <a:pt x="3320004" y="327"/>
                    </a:lnTo>
                    <a:cubicBezTo>
                      <a:pt x="3319475" y="262"/>
                      <a:pt x="3318906" y="371"/>
                      <a:pt x="3318419" y="546"/>
                    </a:cubicBezTo>
                    <a:lnTo>
                      <a:pt x="3290499" y="11088"/>
                    </a:lnTo>
                    <a:lnTo>
                      <a:pt x="3142041" y="6024"/>
                    </a:lnTo>
                    <a:lnTo>
                      <a:pt x="2992974" y="6024"/>
                    </a:lnTo>
                    <a:lnTo>
                      <a:pt x="2843987" y="3623"/>
                    </a:lnTo>
                    <a:lnTo>
                      <a:pt x="2694798" y="0"/>
                    </a:lnTo>
                    <a:lnTo>
                      <a:pt x="2545730" y="4169"/>
                    </a:lnTo>
                    <a:lnTo>
                      <a:pt x="2396785" y="10084"/>
                    </a:lnTo>
                    <a:lnTo>
                      <a:pt x="2248002" y="16479"/>
                    </a:lnTo>
                    <a:lnTo>
                      <a:pt x="2192935" y="17745"/>
                    </a:lnTo>
                    <a:cubicBezTo>
                      <a:pt x="2192487" y="17745"/>
                      <a:pt x="2192040" y="17854"/>
                      <a:pt x="2191634" y="18007"/>
                    </a:cubicBezTo>
                    <a:lnTo>
                      <a:pt x="2152091" y="32914"/>
                    </a:lnTo>
                    <a:lnTo>
                      <a:pt x="2111533" y="45814"/>
                    </a:lnTo>
                    <a:lnTo>
                      <a:pt x="2070649" y="58277"/>
                    </a:lnTo>
                    <a:lnTo>
                      <a:pt x="2069998" y="58277"/>
                    </a:lnTo>
                    <a:cubicBezTo>
                      <a:pt x="2069551" y="58277"/>
                      <a:pt x="2069145" y="58321"/>
                      <a:pt x="2068739" y="58495"/>
                    </a:cubicBezTo>
                    <a:lnTo>
                      <a:pt x="2027774" y="71918"/>
                    </a:lnTo>
                    <a:lnTo>
                      <a:pt x="1985223" y="84862"/>
                    </a:lnTo>
                    <a:lnTo>
                      <a:pt x="1887118" y="87786"/>
                    </a:lnTo>
                    <a:cubicBezTo>
                      <a:pt x="1886712" y="87786"/>
                      <a:pt x="1886346" y="87852"/>
                      <a:pt x="1885981" y="87939"/>
                    </a:cubicBezTo>
                    <a:lnTo>
                      <a:pt x="1841480" y="102432"/>
                    </a:lnTo>
                    <a:lnTo>
                      <a:pt x="1684325" y="108936"/>
                    </a:lnTo>
                    <a:lnTo>
                      <a:pt x="1526764" y="113891"/>
                    </a:lnTo>
                    <a:lnTo>
                      <a:pt x="1369284" y="116445"/>
                    </a:lnTo>
                    <a:cubicBezTo>
                      <a:pt x="1368918" y="116445"/>
                      <a:pt x="1368633" y="116488"/>
                      <a:pt x="1368349" y="116554"/>
                    </a:cubicBezTo>
                    <a:lnTo>
                      <a:pt x="1317671" y="128820"/>
                    </a:lnTo>
                    <a:lnTo>
                      <a:pt x="1265855" y="140541"/>
                    </a:lnTo>
                    <a:lnTo>
                      <a:pt x="1213104" y="153637"/>
                    </a:lnTo>
                    <a:lnTo>
                      <a:pt x="1159175" y="165685"/>
                    </a:lnTo>
                    <a:lnTo>
                      <a:pt x="1048228" y="189673"/>
                    </a:lnTo>
                    <a:lnTo>
                      <a:pt x="881116" y="191070"/>
                    </a:lnTo>
                    <a:lnTo>
                      <a:pt x="713638" y="193405"/>
                    </a:lnTo>
                    <a:lnTo>
                      <a:pt x="546324" y="196177"/>
                    </a:lnTo>
                    <a:lnTo>
                      <a:pt x="379131" y="197836"/>
                    </a:lnTo>
                    <a:lnTo>
                      <a:pt x="212100" y="197618"/>
                    </a:lnTo>
                    <a:lnTo>
                      <a:pt x="45151" y="195915"/>
                    </a:lnTo>
                    <a:lnTo>
                      <a:pt x="0" y="195064"/>
                    </a:lnTo>
                    <a:lnTo>
                      <a:pt x="0" y="197901"/>
                    </a:lnTo>
                    <a:lnTo>
                      <a:pt x="44988" y="198753"/>
                    </a:lnTo>
                    <a:lnTo>
                      <a:pt x="211978" y="200455"/>
                    </a:lnTo>
                    <a:lnTo>
                      <a:pt x="379171" y="200673"/>
                    </a:lnTo>
                    <a:lnTo>
                      <a:pt x="546445" y="199014"/>
                    </a:lnTo>
                    <a:lnTo>
                      <a:pt x="713760" y="196242"/>
                    </a:lnTo>
                    <a:lnTo>
                      <a:pt x="881197" y="193842"/>
                    </a:lnTo>
                    <a:lnTo>
                      <a:pt x="1048756" y="192510"/>
                    </a:lnTo>
                    <a:cubicBezTo>
                      <a:pt x="1049040" y="192510"/>
                      <a:pt x="1049325" y="192510"/>
                      <a:pt x="1049650" y="192401"/>
                    </a:cubicBezTo>
                    <a:lnTo>
                      <a:pt x="1161044" y="168326"/>
                    </a:lnTo>
                    <a:lnTo>
                      <a:pt x="1215095" y="156278"/>
                    </a:lnTo>
                    <a:lnTo>
                      <a:pt x="1267846" y="143160"/>
                    </a:lnTo>
                    <a:lnTo>
                      <a:pt x="1319703" y="131439"/>
                    </a:lnTo>
                    <a:lnTo>
                      <a:pt x="1369893" y="119282"/>
                    </a:lnTo>
                    <a:lnTo>
                      <a:pt x="1527007" y="116728"/>
                    </a:lnTo>
                    <a:lnTo>
                      <a:pt x="1684691" y="111774"/>
                    </a:lnTo>
                    <a:lnTo>
                      <a:pt x="1842455" y="105226"/>
                    </a:lnTo>
                    <a:cubicBezTo>
                      <a:pt x="1842862" y="105226"/>
                      <a:pt x="1843227" y="105182"/>
                      <a:pt x="1843552" y="105008"/>
                    </a:cubicBezTo>
                    <a:lnTo>
                      <a:pt x="1888053" y="90558"/>
                    </a:lnTo>
                    <a:lnTo>
                      <a:pt x="1986077" y="87634"/>
                    </a:lnTo>
                    <a:cubicBezTo>
                      <a:pt x="1986483" y="87634"/>
                      <a:pt x="1986808" y="87568"/>
                      <a:pt x="1987174" y="87459"/>
                    </a:cubicBezTo>
                    <a:lnTo>
                      <a:pt x="2028139" y="75040"/>
                    </a:lnTo>
                    <a:lnTo>
                      <a:pt x="2070811" y="61071"/>
                    </a:lnTo>
                    <a:lnTo>
                      <a:pt x="2071421" y="61071"/>
                    </a:lnTo>
                    <a:cubicBezTo>
                      <a:pt x="2071827" y="61071"/>
                      <a:pt x="2072193" y="60962"/>
                      <a:pt x="2072559" y="60852"/>
                    </a:cubicBezTo>
                    <a:lnTo>
                      <a:pt x="2114012" y="48237"/>
                    </a:lnTo>
                    <a:lnTo>
                      <a:pt x="2154774" y="35294"/>
                    </a:lnTo>
                    <a:lnTo>
                      <a:pt x="2193910" y="20473"/>
                    </a:lnTo>
                    <a:lnTo>
                      <a:pt x="2248286" y="19251"/>
                    </a:lnTo>
                    <a:lnTo>
                      <a:pt x="2397110" y="12856"/>
                    </a:lnTo>
                    <a:lnTo>
                      <a:pt x="2546015" y="6941"/>
                    </a:lnTo>
                    <a:lnTo>
                      <a:pt x="2694757" y="2794"/>
                    </a:lnTo>
                    <a:lnTo>
                      <a:pt x="2843743" y="6352"/>
                    </a:lnTo>
                    <a:lnTo>
                      <a:pt x="2992852" y="8796"/>
                    </a:lnTo>
                    <a:lnTo>
                      <a:pt x="3141838" y="8796"/>
                    </a:lnTo>
                    <a:lnTo>
                      <a:pt x="3291027" y="13925"/>
                    </a:lnTo>
                    <a:cubicBezTo>
                      <a:pt x="3291596" y="13860"/>
                      <a:pt x="3292165" y="13860"/>
                      <a:pt x="3292612" y="13663"/>
                    </a:cubicBezTo>
                    <a:lnTo>
                      <a:pt x="3320613" y="3121"/>
                    </a:lnTo>
                    <a:lnTo>
                      <a:pt x="3467608" y="7661"/>
                    </a:lnTo>
                    <a:lnTo>
                      <a:pt x="3615660" y="11808"/>
                    </a:lnTo>
                    <a:lnTo>
                      <a:pt x="3763792" y="12834"/>
                    </a:lnTo>
                    <a:lnTo>
                      <a:pt x="3911925" y="11503"/>
                    </a:lnTo>
                    <a:lnTo>
                      <a:pt x="3942730" y="11503"/>
                    </a:lnTo>
                    <a:cubicBezTo>
                      <a:pt x="3943421" y="11503"/>
                      <a:pt x="3944071" y="11328"/>
                      <a:pt x="3944559" y="11066"/>
                    </a:cubicBezTo>
                    <a:lnTo>
                      <a:pt x="3944925" y="10848"/>
                    </a:lnTo>
                    <a:cubicBezTo>
                      <a:pt x="3945900" y="10259"/>
                      <a:pt x="3945738" y="9516"/>
                      <a:pt x="3944722" y="899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09" name="Freeform: Shape 408">
                <a:extLst>
                  <a:ext uri="{FF2B5EF4-FFF2-40B4-BE49-F238E27FC236}">
                    <a16:creationId xmlns:a16="http://schemas.microsoft.com/office/drawing/2014/main" id="{467B6194-3613-4A51-B658-7F218994C6C9}"/>
                  </a:ext>
                </a:extLst>
              </p:cNvPr>
              <p:cNvSpPr/>
              <p:nvPr/>
            </p:nvSpPr>
            <p:spPr>
              <a:xfrm>
                <a:off x="7234529" y="6158040"/>
                <a:ext cx="1118859" cy="4692"/>
              </a:xfrm>
              <a:custGeom>
                <a:avLst/>
                <a:gdLst>
                  <a:gd name="connsiteX0" fmla="*/ 1116300 w 1118859"/>
                  <a:gd name="connsiteY0" fmla="*/ 4693 h 4692"/>
                  <a:gd name="connsiteX1" fmla="*/ 1116300 w 1118859"/>
                  <a:gd name="connsiteY1" fmla="*/ 4693 h 4692"/>
                  <a:gd name="connsiteX2" fmla="*/ 2479 w 1118859"/>
                  <a:gd name="connsiteY2" fmla="*/ 2772 h 4692"/>
                  <a:gd name="connsiteX3" fmla="*/ 0 w 1118859"/>
                  <a:gd name="connsiteY3" fmla="*/ 1397 h 4692"/>
                  <a:gd name="connsiteX4" fmla="*/ 2479 w 1118859"/>
                  <a:gd name="connsiteY4" fmla="*/ 0 h 4692"/>
                  <a:gd name="connsiteX5" fmla="*/ 2479 w 1118859"/>
                  <a:gd name="connsiteY5" fmla="*/ 0 h 4692"/>
                  <a:gd name="connsiteX6" fmla="*/ 1116300 w 1118859"/>
                  <a:gd name="connsiteY6" fmla="*/ 1855 h 4692"/>
                  <a:gd name="connsiteX7" fmla="*/ 1118860 w 1118859"/>
                  <a:gd name="connsiteY7" fmla="*/ 3296 h 4692"/>
                  <a:gd name="connsiteX8" fmla="*/ 1116300 w 1118859"/>
                  <a:gd name="connsiteY8" fmla="*/ 4671 h 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8859" h="4692">
                    <a:moveTo>
                      <a:pt x="1116300" y="4693"/>
                    </a:moveTo>
                    <a:lnTo>
                      <a:pt x="1116300" y="4693"/>
                    </a:lnTo>
                    <a:lnTo>
                      <a:pt x="2479" y="2772"/>
                    </a:lnTo>
                    <a:cubicBezTo>
                      <a:pt x="1097" y="2772"/>
                      <a:pt x="0" y="2139"/>
                      <a:pt x="0" y="1397"/>
                    </a:cubicBezTo>
                    <a:cubicBezTo>
                      <a:pt x="0" y="589"/>
                      <a:pt x="1097" y="0"/>
                      <a:pt x="2479" y="0"/>
                    </a:cubicBezTo>
                    <a:lnTo>
                      <a:pt x="2479" y="0"/>
                    </a:lnTo>
                    <a:lnTo>
                      <a:pt x="1116300" y="1855"/>
                    </a:lnTo>
                    <a:cubicBezTo>
                      <a:pt x="1117681" y="1855"/>
                      <a:pt x="1118860" y="2488"/>
                      <a:pt x="1118860" y="3296"/>
                    </a:cubicBezTo>
                    <a:cubicBezTo>
                      <a:pt x="1118860" y="4038"/>
                      <a:pt x="1117681" y="4671"/>
                      <a:pt x="1116300" y="467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0" name="Freeform: Shape 409">
                <a:extLst>
                  <a:ext uri="{FF2B5EF4-FFF2-40B4-BE49-F238E27FC236}">
                    <a16:creationId xmlns:a16="http://schemas.microsoft.com/office/drawing/2014/main" id="{9D3B551C-A764-4894-BF2D-A1986D014509}"/>
                  </a:ext>
                </a:extLst>
              </p:cNvPr>
              <p:cNvSpPr/>
              <p:nvPr/>
            </p:nvSpPr>
            <p:spPr>
              <a:xfrm>
                <a:off x="4560007" y="5742338"/>
                <a:ext cx="94450" cy="190277"/>
              </a:xfrm>
              <a:custGeom>
                <a:avLst/>
                <a:gdLst>
                  <a:gd name="connsiteX0" fmla="*/ 2524 w 94450"/>
                  <a:gd name="connsiteY0" fmla="*/ 190234 h 190277"/>
                  <a:gd name="connsiteX1" fmla="*/ 1589 w 94450"/>
                  <a:gd name="connsiteY1" fmla="*/ 190125 h 190277"/>
                  <a:gd name="connsiteX2" fmla="*/ 207 w 94450"/>
                  <a:gd name="connsiteY2" fmla="*/ 188313 h 190277"/>
                  <a:gd name="connsiteX3" fmla="*/ 12115 w 94450"/>
                  <a:gd name="connsiteY3" fmla="*/ 171572 h 190277"/>
                  <a:gd name="connsiteX4" fmla="*/ 36824 w 94450"/>
                  <a:gd name="connsiteY4" fmla="*/ 131564 h 190277"/>
                  <a:gd name="connsiteX5" fmla="*/ 49585 w 94450"/>
                  <a:gd name="connsiteY5" fmla="*/ 110087 h 190277"/>
                  <a:gd name="connsiteX6" fmla="*/ 62630 w 94450"/>
                  <a:gd name="connsiteY6" fmla="*/ 79027 h 190277"/>
                  <a:gd name="connsiteX7" fmla="*/ 89412 w 94450"/>
                  <a:gd name="connsiteY7" fmla="*/ 1129 h 190277"/>
                  <a:gd name="connsiteX8" fmla="*/ 92379 w 94450"/>
                  <a:gd name="connsiteY8" fmla="*/ 15 h 190277"/>
                  <a:gd name="connsiteX9" fmla="*/ 94411 w 94450"/>
                  <a:gd name="connsiteY9" fmla="*/ 1674 h 190277"/>
                  <a:gd name="connsiteX10" fmla="*/ 67629 w 94450"/>
                  <a:gd name="connsiteY10" fmla="*/ 79639 h 190277"/>
                  <a:gd name="connsiteX11" fmla="*/ 54421 w 94450"/>
                  <a:gd name="connsiteY11" fmla="*/ 110872 h 190277"/>
                  <a:gd name="connsiteX12" fmla="*/ 41619 w 94450"/>
                  <a:gd name="connsiteY12" fmla="*/ 132503 h 190277"/>
                  <a:gd name="connsiteX13" fmla="*/ 16869 w 94450"/>
                  <a:gd name="connsiteY13" fmla="*/ 172576 h 190277"/>
                  <a:gd name="connsiteX14" fmla="*/ 4921 w 94450"/>
                  <a:gd name="connsiteY14" fmla="*/ 189361 h 190277"/>
                  <a:gd name="connsiteX15" fmla="*/ 2524 w 94450"/>
                  <a:gd name="connsiteY15" fmla="*/ 190277 h 190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4450" h="190277">
                    <a:moveTo>
                      <a:pt x="2524" y="190234"/>
                    </a:moveTo>
                    <a:cubicBezTo>
                      <a:pt x="2239" y="190234"/>
                      <a:pt x="1955" y="190168"/>
                      <a:pt x="1589" y="190125"/>
                    </a:cubicBezTo>
                    <a:cubicBezTo>
                      <a:pt x="288" y="189797"/>
                      <a:pt x="-362" y="189011"/>
                      <a:pt x="207" y="188313"/>
                    </a:cubicBezTo>
                    <a:lnTo>
                      <a:pt x="12115" y="171572"/>
                    </a:lnTo>
                    <a:lnTo>
                      <a:pt x="36824" y="131564"/>
                    </a:lnTo>
                    <a:lnTo>
                      <a:pt x="49585" y="110087"/>
                    </a:lnTo>
                    <a:lnTo>
                      <a:pt x="62630" y="79027"/>
                    </a:lnTo>
                    <a:lnTo>
                      <a:pt x="89412" y="1129"/>
                    </a:lnTo>
                    <a:cubicBezTo>
                      <a:pt x="89656" y="386"/>
                      <a:pt x="91037" y="-94"/>
                      <a:pt x="92379" y="15"/>
                    </a:cubicBezTo>
                    <a:cubicBezTo>
                      <a:pt x="93760" y="190"/>
                      <a:pt x="94654" y="932"/>
                      <a:pt x="94411" y="1674"/>
                    </a:cubicBezTo>
                    <a:lnTo>
                      <a:pt x="67629" y="79639"/>
                    </a:lnTo>
                    <a:lnTo>
                      <a:pt x="54421" y="110872"/>
                    </a:lnTo>
                    <a:lnTo>
                      <a:pt x="41619" y="132503"/>
                    </a:lnTo>
                    <a:lnTo>
                      <a:pt x="16869" y="172576"/>
                    </a:lnTo>
                    <a:lnTo>
                      <a:pt x="4921" y="189361"/>
                    </a:lnTo>
                    <a:cubicBezTo>
                      <a:pt x="4515" y="189884"/>
                      <a:pt x="3580" y="190277"/>
                      <a:pt x="2524" y="19027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1" name="Freeform: Shape 410">
                <a:extLst>
                  <a:ext uri="{FF2B5EF4-FFF2-40B4-BE49-F238E27FC236}">
                    <a16:creationId xmlns:a16="http://schemas.microsoft.com/office/drawing/2014/main" id="{4A7753F0-046E-44F7-9B10-3868C7A7AF75}"/>
                  </a:ext>
                </a:extLst>
              </p:cNvPr>
              <p:cNvSpPr/>
              <p:nvPr/>
            </p:nvSpPr>
            <p:spPr>
              <a:xfrm>
                <a:off x="4467664" y="6077804"/>
                <a:ext cx="278030" cy="383123"/>
              </a:xfrm>
              <a:custGeom>
                <a:avLst/>
                <a:gdLst>
                  <a:gd name="connsiteX0" fmla="*/ 2532 w 278030"/>
                  <a:gd name="connsiteY0" fmla="*/ 383123 h 383123"/>
                  <a:gd name="connsiteX1" fmla="*/ 1150 w 278030"/>
                  <a:gd name="connsiteY1" fmla="*/ 382905 h 383123"/>
                  <a:gd name="connsiteX2" fmla="*/ 419 w 278030"/>
                  <a:gd name="connsiteY2" fmla="*/ 380941 h 383123"/>
                  <a:gd name="connsiteX3" fmla="*/ 35451 w 278030"/>
                  <a:gd name="connsiteY3" fmla="*/ 351584 h 383123"/>
                  <a:gd name="connsiteX4" fmla="*/ 52397 w 278030"/>
                  <a:gd name="connsiteY4" fmla="*/ 336436 h 383123"/>
                  <a:gd name="connsiteX5" fmla="*/ 69019 w 278030"/>
                  <a:gd name="connsiteY5" fmla="*/ 317840 h 383123"/>
                  <a:gd name="connsiteX6" fmla="*/ 85438 w 278030"/>
                  <a:gd name="connsiteY6" fmla="*/ 298917 h 383123"/>
                  <a:gd name="connsiteX7" fmla="*/ 101450 w 278030"/>
                  <a:gd name="connsiteY7" fmla="*/ 274558 h 383123"/>
                  <a:gd name="connsiteX8" fmla="*/ 117299 w 278030"/>
                  <a:gd name="connsiteY8" fmla="*/ 245682 h 383123"/>
                  <a:gd name="connsiteX9" fmla="*/ 132905 w 278030"/>
                  <a:gd name="connsiteY9" fmla="*/ 216216 h 383123"/>
                  <a:gd name="connsiteX10" fmla="*/ 147739 w 278030"/>
                  <a:gd name="connsiteY10" fmla="*/ 189959 h 383123"/>
                  <a:gd name="connsiteX11" fmla="*/ 161028 w 278030"/>
                  <a:gd name="connsiteY11" fmla="*/ 162719 h 383123"/>
                  <a:gd name="connsiteX12" fmla="*/ 173505 w 278030"/>
                  <a:gd name="connsiteY12" fmla="*/ 137880 h 383123"/>
                  <a:gd name="connsiteX13" fmla="*/ 185371 w 278030"/>
                  <a:gd name="connsiteY13" fmla="*/ 111754 h 383123"/>
                  <a:gd name="connsiteX14" fmla="*/ 185615 w 278030"/>
                  <a:gd name="connsiteY14" fmla="*/ 111448 h 383123"/>
                  <a:gd name="connsiteX15" fmla="*/ 196913 w 278030"/>
                  <a:gd name="connsiteY15" fmla="*/ 99924 h 383123"/>
                  <a:gd name="connsiteX16" fmla="*/ 208089 w 278030"/>
                  <a:gd name="connsiteY16" fmla="*/ 87199 h 383123"/>
                  <a:gd name="connsiteX17" fmla="*/ 231498 w 278030"/>
                  <a:gd name="connsiteY17" fmla="*/ 53564 h 383123"/>
                  <a:gd name="connsiteX18" fmla="*/ 244259 w 278030"/>
                  <a:gd name="connsiteY18" fmla="*/ 33964 h 383123"/>
                  <a:gd name="connsiteX19" fmla="*/ 257060 w 278030"/>
                  <a:gd name="connsiteY19" fmla="*/ 10086 h 383123"/>
                  <a:gd name="connsiteX20" fmla="*/ 257507 w 278030"/>
                  <a:gd name="connsiteY20" fmla="*/ 9649 h 383123"/>
                  <a:gd name="connsiteX21" fmla="*/ 270553 w 278030"/>
                  <a:gd name="connsiteY21" fmla="*/ 526 h 383123"/>
                  <a:gd name="connsiteX22" fmla="*/ 272504 w 278030"/>
                  <a:gd name="connsiteY22" fmla="*/ 2 h 383123"/>
                  <a:gd name="connsiteX23" fmla="*/ 275430 w 278030"/>
                  <a:gd name="connsiteY23" fmla="*/ 2 h 383123"/>
                  <a:gd name="connsiteX24" fmla="*/ 278031 w 278030"/>
                  <a:gd name="connsiteY24" fmla="*/ 1399 h 383123"/>
                  <a:gd name="connsiteX25" fmla="*/ 275511 w 278030"/>
                  <a:gd name="connsiteY25" fmla="*/ 2774 h 383123"/>
                  <a:gd name="connsiteX26" fmla="*/ 273845 w 278030"/>
                  <a:gd name="connsiteY26" fmla="*/ 2818 h 383123"/>
                  <a:gd name="connsiteX27" fmla="*/ 261897 w 278030"/>
                  <a:gd name="connsiteY27" fmla="*/ 11134 h 383123"/>
                  <a:gd name="connsiteX28" fmla="*/ 249217 w 278030"/>
                  <a:gd name="connsiteY28" fmla="*/ 34794 h 383123"/>
                  <a:gd name="connsiteX29" fmla="*/ 236375 w 278030"/>
                  <a:gd name="connsiteY29" fmla="*/ 54568 h 383123"/>
                  <a:gd name="connsiteX30" fmla="*/ 212885 w 278030"/>
                  <a:gd name="connsiteY30" fmla="*/ 88290 h 383123"/>
                  <a:gd name="connsiteX31" fmla="*/ 201587 w 278030"/>
                  <a:gd name="connsiteY31" fmla="*/ 101190 h 383123"/>
                  <a:gd name="connsiteX32" fmla="*/ 190370 w 278030"/>
                  <a:gd name="connsiteY32" fmla="*/ 112583 h 383123"/>
                  <a:gd name="connsiteX33" fmla="*/ 178585 w 278030"/>
                  <a:gd name="connsiteY33" fmla="*/ 138579 h 383123"/>
                  <a:gd name="connsiteX34" fmla="*/ 166027 w 278030"/>
                  <a:gd name="connsiteY34" fmla="*/ 163417 h 383123"/>
                  <a:gd name="connsiteX35" fmla="*/ 152738 w 278030"/>
                  <a:gd name="connsiteY35" fmla="*/ 190701 h 383123"/>
                  <a:gd name="connsiteX36" fmla="*/ 137904 w 278030"/>
                  <a:gd name="connsiteY36" fmla="*/ 216958 h 383123"/>
                  <a:gd name="connsiteX37" fmla="*/ 122298 w 278030"/>
                  <a:gd name="connsiteY37" fmla="*/ 246424 h 383123"/>
                  <a:gd name="connsiteX38" fmla="*/ 106408 w 278030"/>
                  <a:gd name="connsiteY38" fmla="*/ 275409 h 383123"/>
                  <a:gd name="connsiteX39" fmla="*/ 90193 w 278030"/>
                  <a:gd name="connsiteY39" fmla="*/ 299986 h 383123"/>
                  <a:gd name="connsiteX40" fmla="*/ 73693 w 278030"/>
                  <a:gd name="connsiteY40" fmla="*/ 319019 h 383123"/>
                  <a:gd name="connsiteX41" fmla="*/ 56990 w 278030"/>
                  <a:gd name="connsiteY41" fmla="*/ 337768 h 383123"/>
                  <a:gd name="connsiteX42" fmla="*/ 39840 w 278030"/>
                  <a:gd name="connsiteY42" fmla="*/ 353003 h 383123"/>
                  <a:gd name="connsiteX43" fmla="*/ 4808 w 278030"/>
                  <a:gd name="connsiteY43" fmla="*/ 382425 h 383123"/>
                  <a:gd name="connsiteX44" fmla="*/ 2654 w 278030"/>
                  <a:gd name="connsiteY44" fmla="*/ 383058 h 383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78030" h="383123">
                    <a:moveTo>
                      <a:pt x="2532" y="383123"/>
                    </a:moveTo>
                    <a:cubicBezTo>
                      <a:pt x="2044" y="383123"/>
                      <a:pt x="1557" y="383014"/>
                      <a:pt x="1150" y="382905"/>
                    </a:cubicBezTo>
                    <a:cubicBezTo>
                      <a:pt x="-28" y="382425"/>
                      <a:pt x="-353" y="381574"/>
                      <a:pt x="419" y="380941"/>
                    </a:cubicBezTo>
                    <a:lnTo>
                      <a:pt x="35451" y="351584"/>
                    </a:lnTo>
                    <a:lnTo>
                      <a:pt x="52397" y="336436"/>
                    </a:lnTo>
                    <a:lnTo>
                      <a:pt x="69019" y="317840"/>
                    </a:lnTo>
                    <a:lnTo>
                      <a:pt x="85438" y="298917"/>
                    </a:lnTo>
                    <a:lnTo>
                      <a:pt x="101450" y="274558"/>
                    </a:lnTo>
                    <a:lnTo>
                      <a:pt x="117299" y="245682"/>
                    </a:lnTo>
                    <a:lnTo>
                      <a:pt x="132905" y="216216"/>
                    </a:lnTo>
                    <a:lnTo>
                      <a:pt x="147739" y="189959"/>
                    </a:lnTo>
                    <a:lnTo>
                      <a:pt x="161028" y="162719"/>
                    </a:lnTo>
                    <a:lnTo>
                      <a:pt x="173505" y="137880"/>
                    </a:lnTo>
                    <a:lnTo>
                      <a:pt x="185371" y="111754"/>
                    </a:lnTo>
                    <a:cubicBezTo>
                      <a:pt x="185371" y="111754"/>
                      <a:pt x="185534" y="111536"/>
                      <a:pt x="185615" y="111448"/>
                    </a:cubicBezTo>
                    <a:lnTo>
                      <a:pt x="196913" y="99924"/>
                    </a:lnTo>
                    <a:lnTo>
                      <a:pt x="208089" y="87199"/>
                    </a:lnTo>
                    <a:lnTo>
                      <a:pt x="231498" y="53564"/>
                    </a:lnTo>
                    <a:lnTo>
                      <a:pt x="244259" y="33964"/>
                    </a:lnTo>
                    <a:lnTo>
                      <a:pt x="257060" y="10086"/>
                    </a:lnTo>
                    <a:cubicBezTo>
                      <a:pt x="257142" y="9911"/>
                      <a:pt x="257304" y="9759"/>
                      <a:pt x="257507" y="9649"/>
                    </a:cubicBezTo>
                    <a:lnTo>
                      <a:pt x="270553" y="526"/>
                    </a:lnTo>
                    <a:cubicBezTo>
                      <a:pt x="271041" y="199"/>
                      <a:pt x="271731" y="2"/>
                      <a:pt x="272504" y="2"/>
                    </a:cubicBezTo>
                    <a:lnTo>
                      <a:pt x="275430" y="2"/>
                    </a:lnTo>
                    <a:cubicBezTo>
                      <a:pt x="276608" y="-42"/>
                      <a:pt x="278031" y="591"/>
                      <a:pt x="278031" y="1399"/>
                    </a:cubicBezTo>
                    <a:cubicBezTo>
                      <a:pt x="278031" y="2141"/>
                      <a:pt x="276933" y="2774"/>
                      <a:pt x="275511" y="2774"/>
                    </a:cubicBezTo>
                    <a:lnTo>
                      <a:pt x="273845" y="2818"/>
                    </a:lnTo>
                    <a:lnTo>
                      <a:pt x="261897" y="11134"/>
                    </a:lnTo>
                    <a:lnTo>
                      <a:pt x="249217" y="34794"/>
                    </a:lnTo>
                    <a:lnTo>
                      <a:pt x="236375" y="54568"/>
                    </a:lnTo>
                    <a:lnTo>
                      <a:pt x="212885" y="88290"/>
                    </a:lnTo>
                    <a:lnTo>
                      <a:pt x="201587" y="101190"/>
                    </a:lnTo>
                    <a:lnTo>
                      <a:pt x="190370" y="112583"/>
                    </a:lnTo>
                    <a:lnTo>
                      <a:pt x="178585" y="138579"/>
                    </a:lnTo>
                    <a:lnTo>
                      <a:pt x="166027" y="163417"/>
                    </a:lnTo>
                    <a:lnTo>
                      <a:pt x="152738" y="190701"/>
                    </a:lnTo>
                    <a:lnTo>
                      <a:pt x="137904" y="216958"/>
                    </a:lnTo>
                    <a:lnTo>
                      <a:pt x="122298" y="246424"/>
                    </a:lnTo>
                    <a:lnTo>
                      <a:pt x="106408" y="275409"/>
                    </a:lnTo>
                    <a:lnTo>
                      <a:pt x="90193" y="299986"/>
                    </a:lnTo>
                    <a:lnTo>
                      <a:pt x="73693" y="319019"/>
                    </a:lnTo>
                    <a:lnTo>
                      <a:pt x="56990" y="337768"/>
                    </a:lnTo>
                    <a:lnTo>
                      <a:pt x="39840" y="353003"/>
                    </a:lnTo>
                    <a:lnTo>
                      <a:pt x="4808" y="382425"/>
                    </a:lnTo>
                    <a:cubicBezTo>
                      <a:pt x="4320" y="382840"/>
                      <a:pt x="3467" y="383058"/>
                      <a:pt x="2654" y="38305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2" name="Freeform: Shape 411">
                <a:extLst>
                  <a:ext uri="{FF2B5EF4-FFF2-40B4-BE49-F238E27FC236}">
                    <a16:creationId xmlns:a16="http://schemas.microsoft.com/office/drawing/2014/main" id="{E8222FA9-25F0-4A3C-B05C-31139FEEB950}"/>
                  </a:ext>
                </a:extLst>
              </p:cNvPr>
              <p:cNvSpPr/>
              <p:nvPr/>
            </p:nvSpPr>
            <p:spPr>
              <a:xfrm>
                <a:off x="11735092" y="5851340"/>
                <a:ext cx="329875" cy="66259"/>
              </a:xfrm>
              <a:custGeom>
                <a:avLst/>
                <a:gdLst>
                  <a:gd name="connsiteX0" fmla="*/ 303899 w 329875"/>
                  <a:gd name="connsiteY0" fmla="*/ 66259 h 66259"/>
                  <a:gd name="connsiteX1" fmla="*/ 303004 w 329875"/>
                  <a:gd name="connsiteY1" fmla="*/ 66194 h 66259"/>
                  <a:gd name="connsiteX2" fmla="*/ 270573 w 329875"/>
                  <a:gd name="connsiteY2" fmla="*/ 59384 h 66259"/>
                  <a:gd name="connsiteX3" fmla="*/ 238305 w 329875"/>
                  <a:gd name="connsiteY3" fmla="*/ 51068 h 66259"/>
                  <a:gd name="connsiteX4" fmla="*/ 206363 w 329875"/>
                  <a:gd name="connsiteY4" fmla="*/ 40940 h 66259"/>
                  <a:gd name="connsiteX5" fmla="*/ 174623 w 329875"/>
                  <a:gd name="connsiteY5" fmla="*/ 29263 h 66259"/>
                  <a:gd name="connsiteX6" fmla="*/ 143654 w 329875"/>
                  <a:gd name="connsiteY6" fmla="*/ 19201 h 66259"/>
                  <a:gd name="connsiteX7" fmla="*/ 113907 w 329875"/>
                  <a:gd name="connsiteY7" fmla="*/ 13177 h 66259"/>
                  <a:gd name="connsiteX8" fmla="*/ 30676 w 329875"/>
                  <a:gd name="connsiteY8" fmla="*/ 11147 h 66259"/>
                  <a:gd name="connsiteX9" fmla="*/ 29579 w 329875"/>
                  <a:gd name="connsiteY9" fmla="*/ 10994 h 66259"/>
                  <a:gd name="connsiteX10" fmla="*/ 1292 w 329875"/>
                  <a:gd name="connsiteY10" fmla="*/ 2678 h 66259"/>
                  <a:gd name="connsiteX11" fmla="*/ 317 w 329875"/>
                  <a:gd name="connsiteY11" fmla="*/ 758 h 66259"/>
                  <a:gd name="connsiteX12" fmla="*/ 3690 w 329875"/>
                  <a:gd name="connsiteY12" fmla="*/ 168 h 66259"/>
                  <a:gd name="connsiteX13" fmla="*/ 31448 w 329875"/>
                  <a:gd name="connsiteY13" fmla="*/ 8375 h 66259"/>
                  <a:gd name="connsiteX14" fmla="*/ 114516 w 329875"/>
                  <a:gd name="connsiteY14" fmla="*/ 10340 h 66259"/>
                  <a:gd name="connsiteX15" fmla="*/ 115206 w 329875"/>
                  <a:gd name="connsiteY15" fmla="*/ 10449 h 66259"/>
                  <a:gd name="connsiteX16" fmla="*/ 145849 w 329875"/>
                  <a:gd name="connsiteY16" fmla="*/ 16626 h 66259"/>
                  <a:gd name="connsiteX17" fmla="*/ 177386 w 329875"/>
                  <a:gd name="connsiteY17" fmla="*/ 26862 h 66259"/>
                  <a:gd name="connsiteX18" fmla="*/ 209044 w 329875"/>
                  <a:gd name="connsiteY18" fmla="*/ 38540 h 66259"/>
                  <a:gd name="connsiteX19" fmla="*/ 240703 w 329875"/>
                  <a:gd name="connsiteY19" fmla="*/ 48558 h 66259"/>
                  <a:gd name="connsiteX20" fmla="*/ 272524 w 329875"/>
                  <a:gd name="connsiteY20" fmla="*/ 56765 h 66259"/>
                  <a:gd name="connsiteX21" fmla="*/ 304264 w 329875"/>
                  <a:gd name="connsiteY21" fmla="*/ 63422 h 66259"/>
                  <a:gd name="connsiteX22" fmla="*/ 327267 w 329875"/>
                  <a:gd name="connsiteY22" fmla="*/ 63094 h 66259"/>
                  <a:gd name="connsiteX23" fmla="*/ 329867 w 329875"/>
                  <a:gd name="connsiteY23" fmla="*/ 64491 h 66259"/>
                  <a:gd name="connsiteX24" fmla="*/ 327388 w 329875"/>
                  <a:gd name="connsiteY24" fmla="*/ 65932 h 66259"/>
                  <a:gd name="connsiteX25" fmla="*/ 303980 w 329875"/>
                  <a:gd name="connsiteY25" fmla="*/ 66259 h 66259"/>
                  <a:gd name="connsiteX26" fmla="*/ 303858 w 329875"/>
                  <a:gd name="connsiteY26" fmla="*/ 66259 h 6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29875" h="66259">
                    <a:moveTo>
                      <a:pt x="303899" y="66259"/>
                    </a:moveTo>
                    <a:cubicBezTo>
                      <a:pt x="303614" y="66259"/>
                      <a:pt x="303288" y="66259"/>
                      <a:pt x="303004" y="66194"/>
                    </a:cubicBezTo>
                    <a:lnTo>
                      <a:pt x="270573" y="59384"/>
                    </a:lnTo>
                    <a:lnTo>
                      <a:pt x="238305" y="51068"/>
                    </a:lnTo>
                    <a:lnTo>
                      <a:pt x="206363" y="40940"/>
                    </a:lnTo>
                    <a:lnTo>
                      <a:pt x="174623" y="29263"/>
                    </a:lnTo>
                    <a:lnTo>
                      <a:pt x="143654" y="19201"/>
                    </a:lnTo>
                    <a:lnTo>
                      <a:pt x="113907" y="13177"/>
                    </a:lnTo>
                    <a:lnTo>
                      <a:pt x="30676" y="11147"/>
                    </a:lnTo>
                    <a:cubicBezTo>
                      <a:pt x="30269" y="11147"/>
                      <a:pt x="29903" y="11082"/>
                      <a:pt x="29579" y="10994"/>
                    </a:cubicBezTo>
                    <a:lnTo>
                      <a:pt x="1292" y="2678"/>
                    </a:lnTo>
                    <a:cubicBezTo>
                      <a:pt x="115" y="2307"/>
                      <a:pt x="-374" y="1456"/>
                      <a:pt x="317" y="758"/>
                    </a:cubicBezTo>
                    <a:cubicBezTo>
                      <a:pt x="927" y="59"/>
                      <a:pt x="2471" y="-203"/>
                      <a:pt x="3690" y="168"/>
                    </a:cubicBezTo>
                    <a:lnTo>
                      <a:pt x="31448" y="8375"/>
                    </a:lnTo>
                    <a:lnTo>
                      <a:pt x="114516" y="10340"/>
                    </a:lnTo>
                    <a:cubicBezTo>
                      <a:pt x="114516" y="10340"/>
                      <a:pt x="115004" y="10383"/>
                      <a:pt x="115206" y="10449"/>
                    </a:cubicBezTo>
                    <a:lnTo>
                      <a:pt x="145849" y="16626"/>
                    </a:lnTo>
                    <a:lnTo>
                      <a:pt x="177386" y="26862"/>
                    </a:lnTo>
                    <a:lnTo>
                      <a:pt x="209044" y="38540"/>
                    </a:lnTo>
                    <a:lnTo>
                      <a:pt x="240703" y="48558"/>
                    </a:lnTo>
                    <a:lnTo>
                      <a:pt x="272524" y="56765"/>
                    </a:lnTo>
                    <a:lnTo>
                      <a:pt x="304264" y="63422"/>
                    </a:lnTo>
                    <a:lnTo>
                      <a:pt x="327267" y="63094"/>
                    </a:lnTo>
                    <a:cubicBezTo>
                      <a:pt x="328444" y="63204"/>
                      <a:pt x="329867" y="63684"/>
                      <a:pt x="329867" y="64491"/>
                    </a:cubicBezTo>
                    <a:cubicBezTo>
                      <a:pt x="329989" y="65233"/>
                      <a:pt x="328770" y="65866"/>
                      <a:pt x="327388" y="65932"/>
                    </a:cubicBezTo>
                    <a:lnTo>
                      <a:pt x="303980" y="66259"/>
                    </a:lnTo>
                    <a:lnTo>
                      <a:pt x="303858" y="6625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3" name="Freeform: Shape 412">
                <a:extLst>
                  <a:ext uri="{FF2B5EF4-FFF2-40B4-BE49-F238E27FC236}">
                    <a16:creationId xmlns:a16="http://schemas.microsoft.com/office/drawing/2014/main" id="{B4B63632-BB89-47D6-BA32-7EB9E247E551}"/>
                  </a:ext>
                </a:extLst>
              </p:cNvPr>
              <p:cNvSpPr/>
              <p:nvPr/>
            </p:nvSpPr>
            <p:spPr>
              <a:xfrm>
                <a:off x="6382471" y="5537850"/>
                <a:ext cx="26944" cy="363662"/>
              </a:xfrm>
              <a:custGeom>
                <a:avLst/>
                <a:gdLst>
                  <a:gd name="connsiteX0" fmla="*/ 3739 w 26944"/>
                  <a:gd name="connsiteY0" fmla="*/ 363663 h 363662"/>
                  <a:gd name="connsiteX1" fmla="*/ 1179 w 26944"/>
                  <a:gd name="connsiteY1" fmla="*/ 362331 h 363662"/>
                  <a:gd name="connsiteX2" fmla="*/ 81 w 26944"/>
                  <a:gd name="connsiteY2" fmla="*/ 348908 h 363662"/>
                  <a:gd name="connsiteX3" fmla="*/ 0 w 26944"/>
                  <a:gd name="connsiteY3" fmla="*/ 338300 h 363662"/>
                  <a:gd name="connsiteX4" fmla="*/ 894 w 26944"/>
                  <a:gd name="connsiteY4" fmla="*/ 325030 h 363662"/>
                  <a:gd name="connsiteX5" fmla="*/ 3170 w 26944"/>
                  <a:gd name="connsiteY5" fmla="*/ 311126 h 363662"/>
                  <a:gd name="connsiteX6" fmla="*/ 5852 w 26944"/>
                  <a:gd name="connsiteY6" fmla="*/ 291526 h 363662"/>
                  <a:gd name="connsiteX7" fmla="*/ 14102 w 26944"/>
                  <a:gd name="connsiteY7" fmla="*/ 218669 h 363662"/>
                  <a:gd name="connsiteX8" fmla="*/ 17069 w 26944"/>
                  <a:gd name="connsiteY8" fmla="*/ 186846 h 363662"/>
                  <a:gd name="connsiteX9" fmla="*/ 19345 w 26944"/>
                  <a:gd name="connsiteY9" fmla="*/ 158493 h 363662"/>
                  <a:gd name="connsiteX10" fmla="*/ 21905 w 26944"/>
                  <a:gd name="connsiteY10" fmla="*/ 113465 h 363662"/>
                  <a:gd name="connsiteX11" fmla="*/ 21905 w 26944"/>
                  <a:gd name="connsiteY11" fmla="*/ 91988 h 363662"/>
                  <a:gd name="connsiteX12" fmla="*/ 20523 w 26944"/>
                  <a:gd name="connsiteY12" fmla="*/ 68110 h 363662"/>
                  <a:gd name="connsiteX13" fmla="*/ 17272 w 26944"/>
                  <a:gd name="connsiteY13" fmla="*/ 42638 h 363662"/>
                  <a:gd name="connsiteX14" fmla="*/ 12517 w 26944"/>
                  <a:gd name="connsiteY14" fmla="*/ 19044 h 363662"/>
                  <a:gd name="connsiteX15" fmla="*/ 7071 w 26944"/>
                  <a:gd name="connsiteY15" fmla="*/ 1626 h 363662"/>
                  <a:gd name="connsiteX16" fmla="*/ 9144 w 26944"/>
                  <a:gd name="connsiteY16" fmla="*/ 33 h 363662"/>
                  <a:gd name="connsiteX17" fmla="*/ 12111 w 26944"/>
                  <a:gd name="connsiteY17" fmla="*/ 1146 h 363662"/>
                  <a:gd name="connsiteX18" fmla="*/ 17557 w 26944"/>
                  <a:gd name="connsiteY18" fmla="*/ 18673 h 363662"/>
                  <a:gd name="connsiteX19" fmla="*/ 22311 w 26944"/>
                  <a:gd name="connsiteY19" fmla="*/ 42376 h 363662"/>
                  <a:gd name="connsiteX20" fmla="*/ 25563 w 26944"/>
                  <a:gd name="connsiteY20" fmla="*/ 67957 h 363662"/>
                  <a:gd name="connsiteX21" fmla="*/ 26944 w 26944"/>
                  <a:gd name="connsiteY21" fmla="*/ 91944 h 363662"/>
                  <a:gd name="connsiteX22" fmla="*/ 26944 w 26944"/>
                  <a:gd name="connsiteY22" fmla="*/ 113531 h 363662"/>
                  <a:gd name="connsiteX23" fmla="*/ 24465 w 26944"/>
                  <a:gd name="connsiteY23" fmla="*/ 158603 h 363662"/>
                  <a:gd name="connsiteX24" fmla="*/ 22108 w 26944"/>
                  <a:gd name="connsiteY24" fmla="*/ 186999 h 363662"/>
                  <a:gd name="connsiteX25" fmla="*/ 19141 w 26944"/>
                  <a:gd name="connsiteY25" fmla="*/ 218822 h 363662"/>
                  <a:gd name="connsiteX26" fmla="*/ 10932 w 26944"/>
                  <a:gd name="connsiteY26" fmla="*/ 291679 h 363662"/>
                  <a:gd name="connsiteX27" fmla="*/ 8250 w 26944"/>
                  <a:gd name="connsiteY27" fmla="*/ 311388 h 363662"/>
                  <a:gd name="connsiteX28" fmla="*/ 5974 w 26944"/>
                  <a:gd name="connsiteY28" fmla="*/ 325205 h 363662"/>
                  <a:gd name="connsiteX29" fmla="*/ 5080 w 26944"/>
                  <a:gd name="connsiteY29" fmla="*/ 338366 h 363662"/>
                  <a:gd name="connsiteX30" fmla="*/ 5161 w 26944"/>
                  <a:gd name="connsiteY30" fmla="*/ 348799 h 363662"/>
                  <a:gd name="connsiteX31" fmla="*/ 6259 w 26944"/>
                  <a:gd name="connsiteY31" fmla="*/ 362179 h 363662"/>
                  <a:gd name="connsiteX32" fmla="*/ 3861 w 26944"/>
                  <a:gd name="connsiteY32" fmla="*/ 363663 h 363662"/>
                  <a:gd name="connsiteX33" fmla="*/ 3780 w 26944"/>
                  <a:gd name="connsiteY33" fmla="*/ 363663 h 363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44" h="363662">
                    <a:moveTo>
                      <a:pt x="3739" y="363663"/>
                    </a:moveTo>
                    <a:cubicBezTo>
                      <a:pt x="2357" y="363663"/>
                      <a:pt x="1260" y="363074"/>
                      <a:pt x="1179" y="362331"/>
                    </a:cubicBezTo>
                    <a:lnTo>
                      <a:pt x="81" y="348908"/>
                    </a:lnTo>
                    <a:lnTo>
                      <a:pt x="0" y="338300"/>
                    </a:lnTo>
                    <a:lnTo>
                      <a:pt x="894" y="325030"/>
                    </a:lnTo>
                    <a:lnTo>
                      <a:pt x="3170" y="311126"/>
                    </a:lnTo>
                    <a:lnTo>
                      <a:pt x="5852" y="291526"/>
                    </a:lnTo>
                    <a:lnTo>
                      <a:pt x="14102" y="218669"/>
                    </a:lnTo>
                    <a:lnTo>
                      <a:pt x="17069" y="186846"/>
                    </a:lnTo>
                    <a:lnTo>
                      <a:pt x="19345" y="158493"/>
                    </a:lnTo>
                    <a:lnTo>
                      <a:pt x="21905" y="113465"/>
                    </a:lnTo>
                    <a:lnTo>
                      <a:pt x="21905" y="91988"/>
                    </a:lnTo>
                    <a:lnTo>
                      <a:pt x="20523" y="68110"/>
                    </a:lnTo>
                    <a:lnTo>
                      <a:pt x="17272" y="42638"/>
                    </a:lnTo>
                    <a:lnTo>
                      <a:pt x="12517" y="19044"/>
                    </a:lnTo>
                    <a:lnTo>
                      <a:pt x="7071" y="1626"/>
                    </a:lnTo>
                    <a:cubicBezTo>
                      <a:pt x="6868" y="884"/>
                      <a:pt x="7762" y="120"/>
                      <a:pt x="9144" y="33"/>
                    </a:cubicBezTo>
                    <a:cubicBezTo>
                      <a:pt x="10526" y="-142"/>
                      <a:pt x="11908" y="404"/>
                      <a:pt x="12111" y="1146"/>
                    </a:cubicBezTo>
                    <a:lnTo>
                      <a:pt x="17557" y="18673"/>
                    </a:lnTo>
                    <a:lnTo>
                      <a:pt x="22311" y="42376"/>
                    </a:lnTo>
                    <a:lnTo>
                      <a:pt x="25563" y="67957"/>
                    </a:lnTo>
                    <a:lnTo>
                      <a:pt x="26944" y="91944"/>
                    </a:lnTo>
                    <a:lnTo>
                      <a:pt x="26944" y="113531"/>
                    </a:lnTo>
                    <a:lnTo>
                      <a:pt x="24465" y="158603"/>
                    </a:lnTo>
                    <a:lnTo>
                      <a:pt x="22108" y="186999"/>
                    </a:lnTo>
                    <a:lnTo>
                      <a:pt x="19141" y="218822"/>
                    </a:lnTo>
                    <a:lnTo>
                      <a:pt x="10932" y="291679"/>
                    </a:lnTo>
                    <a:lnTo>
                      <a:pt x="8250" y="311388"/>
                    </a:lnTo>
                    <a:lnTo>
                      <a:pt x="5974" y="325205"/>
                    </a:lnTo>
                    <a:lnTo>
                      <a:pt x="5080" y="338366"/>
                    </a:lnTo>
                    <a:lnTo>
                      <a:pt x="5161" y="348799"/>
                    </a:lnTo>
                    <a:lnTo>
                      <a:pt x="6259" y="362179"/>
                    </a:lnTo>
                    <a:cubicBezTo>
                      <a:pt x="6340" y="362964"/>
                      <a:pt x="5283" y="363619"/>
                      <a:pt x="3861" y="363663"/>
                    </a:cubicBezTo>
                    <a:lnTo>
                      <a:pt x="3780" y="36366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4" name="Freeform: Shape 413">
                <a:extLst>
                  <a:ext uri="{FF2B5EF4-FFF2-40B4-BE49-F238E27FC236}">
                    <a16:creationId xmlns:a16="http://schemas.microsoft.com/office/drawing/2014/main" id="{79E5411D-F124-4AA6-A911-DE57E9CA98AD}"/>
                  </a:ext>
                </a:extLst>
              </p:cNvPr>
              <p:cNvSpPr/>
              <p:nvPr/>
            </p:nvSpPr>
            <p:spPr>
              <a:xfrm>
                <a:off x="6458156" y="5552995"/>
                <a:ext cx="245997" cy="548602"/>
              </a:xfrm>
              <a:custGeom>
                <a:avLst/>
                <a:gdLst>
                  <a:gd name="connsiteX0" fmla="*/ 243379 w 245997"/>
                  <a:gd name="connsiteY0" fmla="*/ 548602 h 548602"/>
                  <a:gd name="connsiteX1" fmla="*/ 240982 w 245997"/>
                  <a:gd name="connsiteY1" fmla="*/ 547533 h 548602"/>
                  <a:gd name="connsiteX2" fmla="*/ 187703 w 245997"/>
                  <a:gd name="connsiteY2" fmla="*/ 429822 h 548602"/>
                  <a:gd name="connsiteX3" fmla="*/ 181444 w 245997"/>
                  <a:gd name="connsiteY3" fmla="*/ 404023 h 548602"/>
                  <a:gd name="connsiteX4" fmla="*/ 179777 w 245997"/>
                  <a:gd name="connsiteY4" fmla="*/ 399876 h 548602"/>
                  <a:gd name="connsiteX5" fmla="*/ 177786 w 245997"/>
                  <a:gd name="connsiteY5" fmla="*/ 396144 h 548602"/>
                  <a:gd name="connsiteX6" fmla="*/ 174332 w 245997"/>
                  <a:gd name="connsiteY6" fmla="*/ 391342 h 548602"/>
                  <a:gd name="connsiteX7" fmla="*/ 170756 w 245997"/>
                  <a:gd name="connsiteY7" fmla="*/ 387828 h 548602"/>
                  <a:gd name="connsiteX8" fmla="*/ 93864 w 245997"/>
                  <a:gd name="connsiteY8" fmla="*/ 386715 h 548602"/>
                  <a:gd name="connsiteX9" fmla="*/ 25102 w 245997"/>
                  <a:gd name="connsiteY9" fmla="*/ 383091 h 548602"/>
                  <a:gd name="connsiteX10" fmla="*/ 24411 w 245997"/>
                  <a:gd name="connsiteY10" fmla="*/ 382982 h 548602"/>
                  <a:gd name="connsiteX11" fmla="*/ 10837 w 245997"/>
                  <a:gd name="connsiteY11" fmla="*/ 379774 h 548602"/>
                  <a:gd name="connsiteX12" fmla="*/ 10350 w 245997"/>
                  <a:gd name="connsiteY12" fmla="*/ 379621 h 548602"/>
                  <a:gd name="connsiteX13" fmla="*/ 8073 w 245997"/>
                  <a:gd name="connsiteY13" fmla="*/ 378595 h 548602"/>
                  <a:gd name="connsiteX14" fmla="*/ 7180 w 245997"/>
                  <a:gd name="connsiteY14" fmla="*/ 377591 h 548602"/>
                  <a:gd name="connsiteX15" fmla="*/ 5513 w 245997"/>
                  <a:gd name="connsiteY15" fmla="*/ 363840 h 548602"/>
                  <a:gd name="connsiteX16" fmla="*/ 4823 w 245997"/>
                  <a:gd name="connsiteY16" fmla="*/ 349239 h 548602"/>
                  <a:gd name="connsiteX17" fmla="*/ 4823 w 245997"/>
                  <a:gd name="connsiteY17" fmla="*/ 335924 h 548602"/>
                  <a:gd name="connsiteX18" fmla="*/ 6326 w 245997"/>
                  <a:gd name="connsiteY18" fmla="*/ 319664 h 548602"/>
                  <a:gd name="connsiteX19" fmla="*/ 8520 w 245997"/>
                  <a:gd name="connsiteY19" fmla="*/ 303992 h 548602"/>
                  <a:gd name="connsiteX20" fmla="*/ 13072 w 245997"/>
                  <a:gd name="connsiteY20" fmla="*/ 261780 h 548602"/>
                  <a:gd name="connsiteX21" fmla="*/ 17015 w 245997"/>
                  <a:gd name="connsiteY21" fmla="*/ 214241 h 548602"/>
                  <a:gd name="connsiteX22" fmla="*/ 18599 w 245997"/>
                  <a:gd name="connsiteY22" fmla="*/ 187875 h 548602"/>
                  <a:gd name="connsiteX23" fmla="*/ 19168 w 245997"/>
                  <a:gd name="connsiteY23" fmla="*/ 159413 h 548602"/>
                  <a:gd name="connsiteX24" fmla="*/ 18762 w 245997"/>
                  <a:gd name="connsiteY24" fmla="*/ 135644 h 548602"/>
                  <a:gd name="connsiteX25" fmla="*/ 17664 w 245997"/>
                  <a:gd name="connsiteY25" fmla="*/ 107662 h 548602"/>
                  <a:gd name="connsiteX26" fmla="*/ 15795 w 245997"/>
                  <a:gd name="connsiteY26" fmla="*/ 79899 h 548602"/>
                  <a:gd name="connsiteX27" fmla="*/ 13031 w 245997"/>
                  <a:gd name="connsiteY27" fmla="*/ 61456 h 548602"/>
                  <a:gd name="connsiteX28" fmla="*/ 9252 w 245997"/>
                  <a:gd name="connsiteY28" fmla="*/ 40349 h 548602"/>
                  <a:gd name="connsiteX29" fmla="*/ 4497 w 245997"/>
                  <a:gd name="connsiteY29" fmla="*/ 18937 h 548602"/>
                  <a:gd name="connsiteX30" fmla="*/ 27 w 245997"/>
                  <a:gd name="connsiteY30" fmla="*/ 1607 h 548602"/>
                  <a:gd name="connsiteX31" fmla="*/ 2181 w 245997"/>
                  <a:gd name="connsiteY31" fmla="*/ 14 h 548602"/>
                  <a:gd name="connsiteX32" fmla="*/ 5066 w 245997"/>
                  <a:gd name="connsiteY32" fmla="*/ 1236 h 548602"/>
                  <a:gd name="connsiteX33" fmla="*/ 9415 w 245997"/>
                  <a:gd name="connsiteY33" fmla="*/ 18545 h 548602"/>
                  <a:gd name="connsiteX34" fmla="*/ 14292 w 245997"/>
                  <a:gd name="connsiteY34" fmla="*/ 40022 h 548602"/>
                  <a:gd name="connsiteX35" fmla="*/ 18071 w 245997"/>
                  <a:gd name="connsiteY35" fmla="*/ 61172 h 548602"/>
                  <a:gd name="connsiteX36" fmla="*/ 20834 w 245997"/>
                  <a:gd name="connsiteY36" fmla="*/ 79724 h 548602"/>
                  <a:gd name="connsiteX37" fmla="*/ 22704 w 245997"/>
                  <a:gd name="connsiteY37" fmla="*/ 107597 h 548602"/>
                  <a:gd name="connsiteX38" fmla="*/ 23801 w 245997"/>
                  <a:gd name="connsiteY38" fmla="*/ 135622 h 548602"/>
                  <a:gd name="connsiteX39" fmla="*/ 24207 w 245997"/>
                  <a:gd name="connsiteY39" fmla="*/ 159435 h 548602"/>
                  <a:gd name="connsiteX40" fmla="*/ 23639 w 245997"/>
                  <a:gd name="connsiteY40" fmla="*/ 187897 h 548602"/>
                  <a:gd name="connsiteX41" fmla="*/ 22054 w 245997"/>
                  <a:gd name="connsiteY41" fmla="*/ 214329 h 548602"/>
                  <a:gd name="connsiteX42" fmla="*/ 15999 w 245997"/>
                  <a:gd name="connsiteY42" fmla="*/ 282799 h 548602"/>
                  <a:gd name="connsiteX43" fmla="*/ 13519 w 245997"/>
                  <a:gd name="connsiteY43" fmla="*/ 304167 h 548602"/>
                  <a:gd name="connsiteX44" fmla="*/ 11325 w 245997"/>
                  <a:gd name="connsiteY44" fmla="*/ 319773 h 548602"/>
                  <a:gd name="connsiteX45" fmla="*/ 9943 w 245997"/>
                  <a:gd name="connsiteY45" fmla="*/ 335924 h 548602"/>
                  <a:gd name="connsiteX46" fmla="*/ 9862 w 245997"/>
                  <a:gd name="connsiteY46" fmla="*/ 349195 h 548602"/>
                  <a:gd name="connsiteX47" fmla="*/ 10634 w 245997"/>
                  <a:gd name="connsiteY47" fmla="*/ 363644 h 548602"/>
                  <a:gd name="connsiteX48" fmla="*/ 12137 w 245997"/>
                  <a:gd name="connsiteY48" fmla="*/ 376762 h 548602"/>
                  <a:gd name="connsiteX49" fmla="*/ 13235 w 245997"/>
                  <a:gd name="connsiteY49" fmla="*/ 377242 h 548602"/>
                  <a:gd name="connsiteX50" fmla="*/ 25914 w 245997"/>
                  <a:gd name="connsiteY50" fmla="*/ 380276 h 548602"/>
                  <a:gd name="connsiteX51" fmla="*/ 94190 w 245997"/>
                  <a:gd name="connsiteY51" fmla="*/ 383855 h 548602"/>
                  <a:gd name="connsiteX52" fmla="*/ 172178 w 245997"/>
                  <a:gd name="connsiteY52" fmla="*/ 384969 h 548602"/>
                  <a:gd name="connsiteX53" fmla="*/ 174169 w 245997"/>
                  <a:gd name="connsiteY53" fmla="*/ 385558 h 548602"/>
                  <a:gd name="connsiteX54" fmla="*/ 176039 w 245997"/>
                  <a:gd name="connsiteY54" fmla="*/ 386998 h 548602"/>
                  <a:gd name="connsiteX55" fmla="*/ 179006 w 245997"/>
                  <a:gd name="connsiteY55" fmla="*/ 390141 h 548602"/>
                  <a:gd name="connsiteX56" fmla="*/ 182582 w 245997"/>
                  <a:gd name="connsiteY56" fmla="*/ 395205 h 548602"/>
                  <a:gd name="connsiteX57" fmla="*/ 184655 w 245997"/>
                  <a:gd name="connsiteY57" fmla="*/ 399090 h 548602"/>
                  <a:gd name="connsiteX58" fmla="*/ 186442 w 245997"/>
                  <a:gd name="connsiteY58" fmla="*/ 403456 h 548602"/>
                  <a:gd name="connsiteX59" fmla="*/ 189125 w 245997"/>
                  <a:gd name="connsiteY59" fmla="*/ 413365 h 548602"/>
                  <a:gd name="connsiteX60" fmla="*/ 192701 w 245997"/>
                  <a:gd name="connsiteY60" fmla="*/ 429255 h 548602"/>
                  <a:gd name="connsiteX61" fmla="*/ 245899 w 245997"/>
                  <a:gd name="connsiteY61" fmla="*/ 546812 h 548602"/>
                  <a:gd name="connsiteX62" fmla="*/ 244111 w 245997"/>
                  <a:gd name="connsiteY62" fmla="*/ 548515 h 548602"/>
                  <a:gd name="connsiteX63" fmla="*/ 243420 w 245997"/>
                  <a:gd name="connsiteY63" fmla="*/ 548559 h 54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45997" h="548602">
                    <a:moveTo>
                      <a:pt x="243379" y="548602"/>
                    </a:moveTo>
                    <a:cubicBezTo>
                      <a:pt x="242282" y="548602"/>
                      <a:pt x="241184" y="548187"/>
                      <a:pt x="240982" y="547533"/>
                    </a:cubicBezTo>
                    <a:lnTo>
                      <a:pt x="187703" y="429822"/>
                    </a:lnTo>
                    <a:lnTo>
                      <a:pt x="181444" y="404023"/>
                    </a:lnTo>
                    <a:lnTo>
                      <a:pt x="179777" y="399876"/>
                    </a:lnTo>
                    <a:lnTo>
                      <a:pt x="177786" y="396144"/>
                    </a:lnTo>
                    <a:lnTo>
                      <a:pt x="174332" y="391342"/>
                    </a:lnTo>
                    <a:lnTo>
                      <a:pt x="170756" y="387828"/>
                    </a:lnTo>
                    <a:lnTo>
                      <a:pt x="93864" y="386715"/>
                    </a:lnTo>
                    <a:lnTo>
                      <a:pt x="25102" y="383091"/>
                    </a:lnTo>
                    <a:cubicBezTo>
                      <a:pt x="24817" y="383091"/>
                      <a:pt x="24614" y="383048"/>
                      <a:pt x="24411" y="382982"/>
                    </a:cubicBezTo>
                    <a:lnTo>
                      <a:pt x="10837" y="379774"/>
                    </a:lnTo>
                    <a:cubicBezTo>
                      <a:pt x="10837" y="379774"/>
                      <a:pt x="10431" y="379665"/>
                      <a:pt x="10350" y="379621"/>
                    </a:cubicBezTo>
                    <a:lnTo>
                      <a:pt x="8073" y="378595"/>
                    </a:lnTo>
                    <a:cubicBezTo>
                      <a:pt x="7464" y="378333"/>
                      <a:pt x="7180" y="377962"/>
                      <a:pt x="7180" y="377591"/>
                    </a:cubicBezTo>
                    <a:lnTo>
                      <a:pt x="5513" y="363840"/>
                    </a:lnTo>
                    <a:lnTo>
                      <a:pt x="4823" y="349239"/>
                    </a:lnTo>
                    <a:lnTo>
                      <a:pt x="4823" y="335924"/>
                    </a:lnTo>
                    <a:lnTo>
                      <a:pt x="6326" y="319664"/>
                    </a:lnTo>
                    <a:lnTo>
                      <a:pt x="8520" y="303992"/>
                    </a:lnTo>
                    <a:lnTo>
                      <a:pt x="13072" y="261780"/>
                    </a:lnTo>
                    <a:lnTo>
                      <a:pt x="17015" y="214241"/>
                    </a:lnTo>
                    <a:lnTo>
                      <a:pt x="18599" y="187875"/>
                    </a:lnTo>
                    <a:lnTo>
                      <a:pt x="19168" y="159413"/>
                    </a:lnTo>
                    <a:lnTo>
                      <a:pt x="18762" y="135644"/>
                    </a:lnTo>
                    <a:lnTo>
                      <a:pt x="17664" y="107662"/>
                    </a:lnTo>
                    <a:lnTo>
                      <a:pt x="15795" y="79899"/>
                    </a:lnTo>
                    <a:lnTo>
                      <a:pt x="13031" y="61456"/>
                    </a:lnTo>
                    <a:lnTo>
                      <a:pt x="9252" y="40349"/>
                    </a:lnTo>
                    <a:lnTo>
                      <a:pt x="4497" y="18937"/>
                    </a:lnTo>
                    <a:lnTo>
                      <a:pt x="27" y="1607"/>
                    </a:lnTo>
                    <a:cubicBezTo>
                      <a:pt x="-177" y="865"/>
                      <a:pt x="799" y="101"/>
                      <a:pt x="2181" y="14"/>
                    </a:cubicBezTo>
                    <a:cubicBezTo>
                      <a:pt x="3481" y="-95"/>
                      <a:pt x="4863" y="450"/>
                      <a:pt x="5066" y="1236"/>
                    </a:cubicBezTo>
                    <a:lnTo>
                      <a:pt x="9415" y="18545"/>
                    </a:lnTo>
                    <a:lnTo>
                      <a:pt x="14292" y="40022"/>
                    </a:lnTo>
                    <a:lnTo>
                      <a:pt x="18071" y="61172"/>
                    </a:lnTo>
                    <a:lnTo>
                      <a:pt x="20834" y="79724"/>
                    </a:lnTo>
                    <a:lnTo>
                      <a:pt x="22704" y="107597"/>
                    </a:lnTo>
                    <a:lnTo>
                      <a:pt x="23801" y="135622"/>
                    </a:lnTo>
                    <a:lnTo>
                      <a:pt x="24207" y="159435"/>
                    </a:lnTo>
                    <a:lnTo>
                      <a:pt x="23639" y="187897"/>
                    </a:lnTo>
                    <a:lnTo>
                      <a:pt x="22054" y="214329"/>
                    </a:lnTo>
                    <a:lnTo>
                      <a:pt x="15999" y="282799"/>
                    </a:lnTo>
                    <a:lnTo>
                      <a:pt x="13519" y="304167"/>
                    </a:lnTo>
                    <a:lnTo>
                      <a:pt x="11325" y="319773"/>
                    </a:lnTo>
                    <a:lnTo>
                      <a:pt x="9943" y="335924"/>
                    </a:lnTo>
                    <a:lnTo>
                      <a:pt x="9862" y="349195"/>
                    </a:lnTo>
                    <a:lnTo>
                      <a:pt x="10634" y="363644"/>
                    </a:lnTo>
                    <a:lnTo>
                      <a:pt x="12137" y="376762"/>
                    </a:lnTo>
                    <a:lnTo>
                      <a:pt x="13235" y="377242"/>
                    </a:lnTo>
                    <a:lnTo>
                      <a:pt x="25914" y="380276"/>
                    </a:lnTo>
                    <a:lnTo>
                      <a:pt x="94190" y="383855"/>
                    </a:lnTo>
                    <a:lnTo>
                      <a:pt x="172178" y="384969"/>
                    </a:lnTo>
                    <a:cubicBezTo>
                      <a:pt x="172950" y="384969"/>
                      <a:pt x="173641" y="385187"/>
                      <a:pt x="174169" y="385558"/>
                    </a:cubicBezTo>
                    <a:lnTo>
                      <a:pt x="176039" y="386998"/>
                    </a:lnTo>
                    <a:lnTo>
                      <a:pt x="179006" y="390141"/>
                    </a:lnTo>
                    <a:lnTo>
                      <a:pt x="182582" y="395205"/>
                    </a:lnTo>
                    <a:lnTo>
                      <a:pt x="184655" y="399090"/>
                    </a:lnTo>
                    <a:lnTo>
                      <a:pt x="186442" y="403456"/>
                    </a:lnTo>
                    <a:lnTo>
                      <a:pt x="189125" y="413365"/>
                    </a:lnTo>
                    <a:lnTo>
                      <a:pt x="192701" y="429255"/>
                    </a:lnTo>
                    <a:lnTo>
                      <a:pt x="245899" y="546812"/>
                    </a:lnTo>
                    <a:cubicBezTo>
                      <a:pt x="246305" y="547554"/>
                      <a:pt x="245411" y="548297"/>
                      <a:pt x="244111" y="548515"/>
                    </a:cubicBezTo>
                    <a:cubicBezTo>
                      <a:pt x="243826" y="548515"/>
                      <a:pt x="243623" y="548559"/>
                      <a:pt x="243420" y="54855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5" name="Freeform: Shape 414">
                <a:extLst>
                  <a:ext uri="{FF2B5EF4-FFF2-40B4-BE49-F238E27FC236}">
                    <a16:creationId xmlns:a16="http://schemas.microsoft.com/office/drawing/2014/main" id="{AC5DEC53-ADA8-4575-A9A8-C37BD77075A1}"/>
                  </a:ext>
                </a:extLst>
              </p:cNvPr>
              <p:cNvSpPr/>
              <p:nvPr/>
            </p:nvSpPr>
            <p:spPr>
              <a:xfrm>
                <a:off x="10199147" y="5736316"/>
                <a:ext cx="1992893" cy="313267"/>
              </a:xfrm>
              <a:custGeom>
                <a:avLst/>
                <a:gdLst>
                  <a:gd name="connsiteX0" fmla="*/ 1992852 w 1992893"/>
                  <a:gd name="connsiteY0" fmla="*/ 279437 h 313267"/>
                  <a:gd name="connsiteX1" fmla="*/ 1958024 w 1992893"/>
                  <a:gd name="connsiteY1" fmla="*/ 282798 h 313267"/>
                  <a:gd name="connsiteX2" fmla="*/ 1859512 w 1992893"/>
                  <a:gd name="connsiteY2" fmla="*/ 290787 h 313267"/>
                  <a:gd name="connsiteX3" fmla="*/ 1761204 w 1992893"/>
                  <a:gd name="connsiteY3" fmla="*/ 298251 h 313267"/>
                  <a:gd name="connsiteX4" fmla="*/ 1662774 w 1992893"/>
                  <a:gd name="connsiteY4" fmla="*/ 304057 h 313267"/>
                  <a:gd name="connsiteX5" fmla="*/ 1564954 w 1992893"/>
                  <a:gd name="connsiteY5" fmla="*/ 310387 h 313267"/>
                  <a:gd name="connsiteX6" fmla="*/ 1531914 w 1992893"/>
                  <a:gd name="connsiteY6" fmla="*/ 302660 h 313267"/>
                  <a:gd name="connsiteX7" fmla="*/ 1498386 w 1992893"/>
                  <a:gd name="connsiteY7" fmla="*/ 291310 h 313267"/>
                  <a:gd name="connsiteX8" fmla="*/ 1464939 w 1992893"/>
                  <a:gd name="connsiteY8" fmla="*/ 276337 h 313267"/>
                  <a:gd name="connsiteX9" fmla="*/ 1463150 w 1992893"/>
                  <a:gd name="connsiteY9" fmla="*/ 276010 h 313267"/>
                  <a:gd name="connsiteX10" fmla="*/ 1366225 w 1992893"/>
                  <a:gd name="connsiteY10" fmla="*/ 280223 h 313267"/>
                  <a:gd name="connsiteX11" fmla="*/ 1271086 w 1992893"/>
                  <a:gd name="connsiteY11" fmla="*/ 290241 h 313267"/>
                  <a:gd name="connsiteX12" fmla="*/ 1240241 w 1992893"/>
                  <a:gd name="connsiteY12" fmla="*/ 273042 h 313267"/>
                  <a:gd name="connsiteX13" fmla="*/ 1208867 w 1992893"/>
                  <a:gd name="connsiteY13" fmla="*/ 253747 h 313267"/>
                  <a:gd name="connsiteX14" fmla="*/ 1177493 w 1992893"/>
                  <a:gd name="connsiteY14" fmla="*/ 231047 h 313267"/>
                  <a:gd name="connsiteX15" fmla="*/ 1177004 w 1992893"/>
                  <a:gd name="connsiteY15" fmla="*/ 230785 h 313267"/>
                  <a:gd name="connsiteX16" fmla="*/ 1146362 w 1992893"/>
                  <a:gd name="connsiteY16" fmla="*/ 217406 h 313267"/>
                  <a:gd name="connsiteX17" fmla="*/ 1116085 w 1992893"/>
                  <a:gd name="connsiteY17" fmla="*/ 204725 h 313267"/>
                  <a:gd name="connsiteX18" fmla="*/ 1114379 w 1992893"/>
                  <a:gd name="connsiteY18" fmla="*/ 204397 h 313267"/>
                  <a:gd name="connsiteX19" fmla="*/ 1020622 w 1992893"/>
                  <a:gd name="connsiteY19" fmla="*/ 208064 h 313267"/>
                  <a:gd name="connsiteX20" fmla="*/ 927272 w 1992893"/>
                  <a:gd name="connsiteY20" fmla="*/ 213499 h 313267"/>
                  <a:gd name="connsiteX21" fmla="*/ 833596 w 1992893"/>
                  <a:gd name="connsiteY21" fmla="*/ 216424 h 313267"/>
                  <a:gd name="connsiteX22" fmla="*/ 741140 w 1992893"/>
                  <a:gd name="connsiteY22" fmla="*/ 218715 h 313267"/>
                  <a:gd name="connsiteX23" fmla="*/ 714156 w 1992893"/>
                  <a:gd name="connsiteY23" fmla="*/ 202455 h 313267"/>
                  <a:gd name="connsiteX24" fmla="*/ 712165 w 1992893"/>
                  <a:gd name="connsiteY24" fmla="*/ 201974 h 313267"/>
                  <a:gd name="connsiteX25" fmla="*/ 665631 w 1992893"/>
                  <a:gd name="connsiteY25" fmla="*/ 203961 h 313267"/>
                  <a:gd name="connsiteX26" fmla="*/ 596787 w 1992893"/>
                  <a:gd name="connsiteY26" fmla="*/ 204004 h 313267"/>
                  <a:gd name="connsiteX27" fmla="*/ 513841 w 1992893"/>
                  <a:gd name="connsiteY27" fmla="*/ 204856 h 313267"/>
                  <a:gd name="connsiteX28" fmla="*/ 508680 w 1992893"/>
                  <a:gd name="connsiteY28" fmla="*/ 202084 h 313267"/>
                  <a:gd name="connsiteX29" fmla="*/ 507216 w 1992893"/>
                  <a:gd name="connsiteY29" fmla="*/ 201713 h 313267"/>
                  <a:gd name="connsiteX30" fmla="*/ 420573 w 1992893"/>
                  <a:gd name="connsiteY30" fmla="*/ 196714 h 313267"/>
                  <a:gd name="connsiteX31" fmla="*/ 334050 w 1992893"/>
                  <a:gd name="connsiteY31" fmla="*/ 193353 h 313267"/>
                  <a:gd name="connsiteX32" fmla="*/ 248706 w 1992893"/>
                  <a:gd name="connsiteY32" fmla="*/ 193309 h 313267"/>
                  <a:gd name="connsiteX33" fmla="*/ 231840 w 1992893"/>
                  <a:gd name="connsiteY33" fmla="*/ 182069 h 313267"/>
                  <a:gd name="connsiteX34" fmla="*/ 215462 w 1992893"/>
                  <a:gd name="connsiteY34" fmla="*/ 163887 h 313267"/>
                  <a:gd name="connsiteX35" fmla="*/ 200101 w 1992893"/>
                  <a:gd name="connsiteY35" fmla="*/ 140118 h 313267"/>
                  <a:gd name="connsiteX36" fmla="*/ 185714 w 1992893"/>
                  <a:gd name="connsiteY36" fmla="*/ 113904 h 313267"/>
                  <a:gd name="connsiteX37" fmla="*/ 170717 w 1992893"/>
                  <a:gd name="connsiteY37" fmla="*/ 84220 h 313267"/>
                  <a:gd name="connsiteX38" fmla="*/ 154055 w 1992893"/>
                  <a:gd name="connsiteY38" fmla="*/ 57679 h 313267"/>
                  <a:gd name="connsiteX39" fmla="*/ 135686 w 1992893"/>
                  <a:gd name="connsiteY39" fmla="*/ 34172 h 313267"/>
                  <a:gd name="connsiteX40" fmla="*/ 133776 w 1992893"/>
                  <a:gd name="connsiteY40" fmla="*/ 33364 h 313267"/>
                  <a:gd name="connsiteX41" fmla="*/ 51926 w 1992893"/>
                  <a:gd name="connsiteY41" fmla="*/ 26227 h 313267"/>
                  <a:gd name="connsiteX42" fmla="*/ 30306 w 1992893"/>
                  <a:gd name="connsiteY42" fmla="*/ 10556 h 313267"/>
                  <a:gd name="connsiteX43" fmla="*/ 29696 w 1992893"/>
                  <a:gd name="connsiteY43" fmla="*/ 10294 h 313267"/>
                  <a:gd name="connsiteX44" fmla="*/ 4013 w 1992893"/>
                  <a:gd name="connsiteY44" fmla="*/ 232 h 313267"/>
                  <a:gd name="connsiteX45" fmla="*/ 436 w 1992893"/>
                  <a:gd name="connsiteY45" fmla="*/ 603 h 313267"/>
                  <a:gd name="connsiteX46" fmla="*/ 1045 w 1992893"/>
                  <a:gd name="connsiteY46" fmla="*/ 2567 h 313267"/>
                  <a:gd name="connsiteX47" fmla="*/ 26445 w 1992893"/>
                  <a:gd name="connsiteY47" fmla="*/ 12433 h 313267"/>
                  <a:gd name="connsiteX48" fmla="*/ 48472 w 1992893"/>
                  <a:gd name="connsiteY48" fmla="*/ 28432 h 313267"/>
                  <a:gd name="connsiteX49" fmla="*/ 50179 w 1992893"/>
                  <a:gd name="connsiteY49" fmla="*/ 28955 h 313267"/>
                  <a:gd name="connsiteX50" fmla="*/ 131622 w 1992893"/>
                  <a:gd name="connsiteY50" fmla="*/ 36049 h 313267"/>
                  <a:gd name="connsiteX51" fmla="*/ 149301 w 1992893"/>
                  <a:gd name="connsiteY51" fmla="*/ 58705 h 313267"/>
                  <a:gd name="connsiteX52" fmla="*/ 165881 w 1992893"/>
                  <a:gd name="connsiteY52" fmla="*/ 85071 h 313267"/>
                  <a:gd name="connsiteX53" fmla="*/ 180877 w 1992893"/>
                  <a:gd name="connsiteY53" fmla="*/ 114646 h 313267"/>
                  <a:gd name="connsiteX54" fmla="*/ 195345 w 1992893"/>
                  <a:gd name="connsiteY54" fmla="*/ 141035 h 313267"/>
                  <a:gd name="connsiteX55" fmla="*/ 210829 w 1992893"/>
                  <a:gd name="connsiteY55" fmla="*/ 165022 h 313267"/>
                  <a:gd name="connsiteX56" fmla="*/ 227694 w 1992893"/>
                  <a:gd name="connsiteY56" fmla="*/ 183618 h 313267"/>
                  <a:gd name="connsiteX57" fmla="*/ 245536 w 1992893"/>
                  <a:gd name="connsiteY57" fmla="*/ 195667 h 313267"/>
                  <a:gd name="connsiteX58" fmla="*/ 247527 w 1992893"/>
                  <a:gd name="connsiteY58" fmla="*/ 196147 h 313267"/>
                  <a:gd name="connsiteX59" fmla="*/ 333846 w 1992893"/>
                  <a:gd name="connsiteY59" fmla="*/ 196190 h 313267"/>
                  <a:gd name="connsiteX60" fmla="*/ 420084 w 1992893"/>
                  <a:gd name="connsiteY60" fmla="*/ 199552 h 313267"/>
                  <a:gd name="connsiteX61" fmla="*/ 505795 w 1992893"/>
                  <a:gd name="connsiteY61" fmla="*/ 204506 h 313267"/>
                  <a:gd name="connsiteX62" fmla="*/ 511036 w 1992893"/>
                  <a:gd name="connsiteY62" fmla="*/ 207322 h 313267"/>
                  <a:gd name="connsiteX63" fmla="*/ 512825 w 1992893"/>
                  <a:gd name="connsiteY63" fmla="*/ 207693 h 313267"/>
                  <a:gd name="connsiteX64" fmla="*/ 592804 w 1992893"/>
                  <a:gd name="connsiteY64" fmla="*/ 206798 h 313267"/>
                  <a:gd name="connsiteX65" fmla="*/ 665834 w 1992893"/>
                  <a:gd name="connsiteY65" fmla="*/ 206798 h 313267"/>
                  <a:gd name="connsiteX66" fmla="*/ 711270 w 1992893"/>
                  <a:gd name="connsiteY66" fmla="*/ 204877 h 313267"/>
                  <a:gd name="connsiteX67" fmla="*/ 738174 w 1992893"/>
                  <a:gd name="connsiteY67" fmla="*/ 221116 h 313267"/>
                  <a:gd name="connsiteX68" fmla="*/ 740165 w 1992893"/>
                  <a:gd name="connsiteY68" fmla="*/ 221597 h 313267"/>
                  <a:gd name="connsiteX69" fmla="*/ 833840 w 1992893"/>
                  <a:gd name="connsiteY69" fmla="*/ 219196 h 313267"/>
                  <a:gd name="connsiteX70" fmla="*/ 927718 w 1992893"/>
                  <a:gd name="connsiteY70" fmla="*/ 216271 h 313267"/>
                  <a:gd name="connsiteX71" fmla="*/ 1021190 w 1992893"/>
                  <a:gd name="connsiteY71" fmla="*/ 210880 h 313267"/>
                  <a:gd name="connsiteX72" fmla="*/ 1085198 w 1992893"/>
                  <a:gd name="connsiteY72" fmla="*/ 208370 h 313267"/>
                  <a:gd name="connsiteX73" fmla="*/ 1113890 w 1992893"/>
                  <a:gd name="connsiteY73" fmla="*/ 207256 h 313267"/>
                  <a:gd name="connsiteX74" fmla="*/ 1143273 w 1992893"/>
                  <a:gd name="connsiteY74" fmla="*/ 219632 h 313267"/>
                  <a:gd name="connsiteX75" fmla="*/ 1173712 w 1992893"/>
                  <a:gd name="connsiteY75" fmla="*/ 232903 h 313267"/>
                  <a:gd name="connsiteX76" fmla="*/ 1204964 w 1992893"/>
                  <a:gd name="connsiteY76" fmla="*/ 255493 h 313267"/>
                  <a:gd name="connsiteX77" fmla="*/ 1236623 w 1992893"/>
                  <a:gd name="connsiteY77" fmla="*/ 274941 h 313267"/>
                  <a:gd name="connsiteX78" fmla="*/ 1268444 w 1992893"/>
                  <a:gd name="connsiteY78" fmla="*/ 292729 h 313267"/>
                  <a:gd name="connsiteX79" fmla="*/ 1270721 w 1992893"/>
                  <a:gd name="connsiteY79" fmla="*/ 293166 h 313267"/>
                  <a:gd name="connsiteX80" fmla="*/ 1366956 w 1992893"/>
                  <a:gd name="connsiteY80" fmla="*/ 282995 h 313267"/>
                  <a:gd name="connsiteX81" fmla="*/ 1462582 w 1992893"/>
                  <a:gd name="connsiteY81" fmla="*/ 278891 h 313267"/>
                  <a:gd name="connsiteX82" fmla="*/ 1495501 w 1992893"/>
                  <a:gd name="connsiteY82" fmla="*/ 293602 h 313267"/>
                  <a:gd name="connsiteX83" fmla="*/ 1529556 w 1992893"/>
                  <a:gd name="connsiteY83" fmla="*/ 305170 h 313267"/>
                  <a:gd name="connsiteX84" fmla="*/ 1563694 w 1992893"/>
                  <a:gd name="connsiteY84" fmla="*/ 313159 h 313267"/>
                  <a:gd name="connsiteX85" fmla="*/ 1564669 w 1992893"/>
                  <a:gd name="connsiteY85" fmla="*/ 313268 h 313267"/>
                  <a:gd name="connsiteX86" fmla="*/ 1564954 w 1992893"/>
                  <a:gd name="connsiteY86" fmla="*/ 313268 h 313267"/>
                  <a:gd name="connsiteX87" fmla="*/ 1663262 w 1992893"/>
                  <a:gd name="connsiteY87" fmla="*/ 306829 h 313267"/>
                  <a:gd name="connsiteX88" fmla="*/ 1761773 w 1992893"/>
                  <a:gd name="connsiteY88" fmla="*/ 301067 h 313267"/>
                  <a:gd name="connsiteX89" fmla="*/ 1860204 w 1992893"/>
                  <a:gd name="connsiteY89" fmla="*/ 293559 h 313267"/>
                  <a:gd name="connsiteX90" fmla="*/ 1958836 w 1992893"/>
                  <a:gd name="connsiteY90" fmla="*/ 285570 h 313267"/>
                  <a:gd name="connsiteX91" fmla="*/ 1992893 w 1992893"/>
                  <a:gd name="connsiteY91" fmla="*/ 282318 h 313267"/>
                  <a:gd name="connsiteX92" fmla="*/ 1992893 w 1992893"/>
                  <a:gd name="connsiteY92" fmla="*/ 279437 h 313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1992893" h="313267">
                    <a:moveTo>
                      <a:pt x="1992852" y="279437"/>
                    </a:moveTo>
                    <a:lnTo>
                      <a:pt x="1958024" y="282798"/>
                    </a:lnTo>
                    <a:lnTo>
                      <a:pt x="1859512" y="290787"/>
                    </a:lnTo>
                    <a:lnTo>
                      <a:pt x="1761204" y="298251"/>
                    </a:lnTo>
                    <a:lnTo>
                      <a:pt x="1662774" y="304057"/>
                    </a:lnTo>
                    <a:lnTo>
                      <a:pt x="1564954" y="310387"/>
                    </a:lnTo>
                    <a:lnTo>
                      <a:pt x="1531914" y="302660"/>
                    </a:lnTo>
                    <a:lnTo>
                      <a:pt x="1498386" y="291310"/>
                    </a:lnTo>
                    <a:lnTo>
                      <a:pt x="1464939" y="276337"/>
                    </a:lnTo>
                    <a:cubicBezTo>
                      <a:pt x="1464451" y="276119"/>
                      <a:pt x="1463761" y="276010"/>
                      <a:pt x="1463150" y="276010"/>
                    </a:cubicBezTo>
                    <a:lnTo>
                      <a:pt x="1366225" y="280223"/>
                    </a:lnTo>
                    <a:lnTo>
                      <a:pt x="1271086" y="290241"/>
                    </a:lnTo>
                    <a:lnTo>
                      <a:pt x="1240241" y="273042"/>
                    </a:lnTo>
                    <a:lnTo>
                      <a:pt x="1208867" y="253747"/>
                    </a:lnTo>
                    <a:lnTo>
                      <a:pt x="1177493" y="231047"/>
                    </a:lnTo>
                    <a:cubicBezTo>
                      <a:pt x="1177371" y="230938"/>
                      <a:pt x="1177208" y="230829"/>
                      <a:pt x="1177004" y="230785"/>
                    </a:cubicBezTo>
                    <a:lnTo>
                      <a:pt x="1146362" y="217406"/>
                    </a:lnTo>
                    <a:lnTo>
                      <a:pt x="1116085" y="204725"/>
                    </a:lnTo>
                    <a:cubicBezTo>
                      <a:pt x="1115597" y="204506"/>
                      <a:pt x="1114988" y="204397"/>
                      <a:pt x="1114379" y="204397"/>
                    </a:cubicBezTo>
                    <a:lnTo>
                      <a:pt x="1020622" y="208064"/>
                    </a:lnTo>
                    <a:lnTo>
                      <a:pt x="927272" y="213499"/>
                    </a:lnTo>
                    <a:lnTo>
                      <a:pt x="833596" y="216424"/>
                    </a:lnTo>
                    <a:lnTo>
                      <a:pt x="741140" y="218715"/>
                    </a:lnTo>
                    <a:lnTo>
                      <a:pt x="714156" y="202455"/>
                    </a:lnTo>
                    <a:cubicBezTo>
                      <a:pt x="713668" y="202127"/>
                      <a:pt x="712977" y="201931"/>
                      <a:pt x="712165" y="201974"/>
                    </a:cubicBezTo>
                    <a:lnTo>
                      <a:pt x="665631" y="203961"/>
                    </a:lnTo>
                    <a:lnTo>
                      <a:pt x="596787" y="204004"/>
                    </a:lnTo>
                    <a:lnTo>
                      <a:pt x="513841" y="204856"/>
                    </a:lnTo>
                    <a:lnTo>
                      <a:pt x="508680" y="202084"/>
                    </a:lnTo>
                    <a:cubicBezTo>
                      <a:pt x="508273" y="201865"/>
                      <a:pt x="507786" y="201756"/>
                      <a:pt x="507216" y="201713"/>
                    </a:cubicBezTo>
                    <a:lnTo>
                      <a:pt x="420573" y="196714"/>
                    </a:lnTo>
                    <a:lnTo>
                      <a:pt x="334050" y="193353"/>
                    </a:lnTo>
                    <a:lnTo>
                      <a:pt x="248706" y="193309"/>
                    </a:lnTo>
                    <a:lnTo>
                      <a:pt x="231840" y="182069"/>
                    </a:lnTo>
                    <a:lnTo>
                      <a:pt x="215462" y="163887"/>
                    </a:lnTo>
                    <a:lnTo>
                      <a:pt x="200101" y="140118"/>
                    </a:lnTo>
                    <a:lnTo>
                      <a:pt x="185714" y="113904"/>
                    </a:lnTo>
                    <a:lnTo>
                      <a:pt x="170717" y="84220"/>
                    </a:lnTo>
                    <a:lnTo>
                      <a:pt x="154055" y="57679"/>
                    </a:lnTo>
                    <a:lnTo>
                      <a:pt x="135686" y="34172"/>
                    </a:lnTo>
                    <a:cubicBezTo>
                      <a:pt x="135401" y="33735"/>
                      <a:pt x="134710" y="33430"/>
                      <a:pt x="133776" y="33364"/>
                    </a:cubicBezTo>
                    <a:lnTo>
                      <a:pt x="51926" y="26227"/>
                    </a:lnTo>
                    <a:lnTo>
                      <a:pt x="30306" y="10556"/>
                    </a:lnTo>
                    <a:cubicBezTo>
                      <a:pt x="30306" y="10556"/>
                      <a:pt x="29900" y="10337"/>
                      <a:pt x="29696" y="10294"/>
                    </a:cubicBezTo>
                    <a:lnTo>
                      <a:pt x="4013" y="232"/>
                    </a:lnTo>
                    <a:cubicBezTo>
                      <a:pt x="2834" y="-183"/>
                      <a:pt x="1248" y="-30"/>
                      <a:pt x="436" y="603"/>
                    </a:cubicBezTo>
                    <a:cubicBezTo>
                      <a:pt x="-336" y="1236"/>
                      <a:pt x="-51" y="2087"/>
                      <a:pt x="1045" y="2567"/>
                    </a:cubicBezTo>
                    <a:lnTo>
                      <a:pt x="26445" y="12433"/>
                    </a:lnTo>
                    <a:lnTo>
                      <a:pt x="48472" y="28432"/>
                    </a:lnTo>
                    <a:cubicBezTo>
                      <a:pt x="48878" y="28694"/>
                      <a:pt x="49448" y="28846"/>
                      <a:pt x="50179" y="28955"/>
                    </a:cubicBezTo>
                    <a:lnTo>
                      <a:pt x="131622" y="36049"/>
                    </a:lnTo>
                    <a:lnTo>
                      <a:pt x="149301" y="58705"/>
                    </a:lnTo>
                    <a:lnTo>
                      <a:pt x="165881" y="85071"/>
                    </a:lnTo>
                    <a:lnTo>
                      <a:pt x="180877" y="114646"/>
                    </a:lnTo>
                    <a:lnTo>
                      <a:pt x="195345" y="141035"/>
                    </a:lnTo>
                    <a:lnTo>
                      <a:pt x="210829" y="165022"/>
                    </a:lnTo>
                    <a:lnTo>
                      <a:pt x="227694" y="183618"/>
                    </a:lnTo>
                    <a:lnTo>
                      <a:pt x="245536" y="195667"/>
                    </a:lnTo>
                    <a:cubicBezTo>
                      <a:pt x="246023" y="195994"/>
                      <a:pt x="246715" y="196147"/>
                      <a:pt x="247527" y="196147"/>
                    </a:cubicBezTo>
                    <a:lnTo>
                      <a:pt x="333846" y="196190"/>
                    </a:lnTo>
                    <a:lnTo>
                      <a:pt x="420084" y="199552"/>
                    </a:lnTo>
                    <a:lnTo>
                      <a:pt x="505795" y="204506"/>
                    </a:lnTo>
                    <a:lnTo>
                      <a:pt x="511036" y="207322"/>
                    </a:lnTo>
                    <a:cubicBezTo>
                      <a:pt x="511524" y="207584"/>
                      <a:pt x="512134" y="207693"/>
                      <a:pt x="512825" y="207693"/>
                    </a:cubicBezTo>
                    <a:lnTo>
                      <a:pt x="592804" y="206798"/>
                    </a:lnTo>
                    <a:lnTo>
                      <a:pt x="665834" y="206798"/>
                    </a:lnTo>
                    <a:lnTo>
                      <a:pt x="711270" y="204877"/>
                    </a:lnTo>
                    <a:lnTo>
                      <a:pt x="738174" y="221116"/>
                    </a:lnTo>
                    <a:cubicBezTo>
                      <a:pt x="738661" y="221444"/>
                      <a:pt x="739352" y="221662"/>
                      <a:pt x="740165" y="221597"/>
                    </a:cubicBezTo>
                    <a:lnTo>
                      <a:pt x="833840" y="219196"/>
                    </a:lnTo>
                    <a:lnTo>
                      <a:pt x="927718" y="216271"/>
                    </a:lnTo>
                    <a:lnTo>
                      <a:pt x="1021190" y="210880"/>
                    </a:lnTo>
                    <a:lnTo>
                      <a:pt x="1085198" y="208370"/>
                    </a:lnTo>
                    <a:lnTo>
                      <a:pt x="1113890" y="207256"/>
                    </a:lnTo>
                    <a:lnTo>
                      <a:pt x="1143273" y="219632"/>
                    </a:lnTo>
                    <a:lnTo>
                      <a:pt x="1173712" y="232903"/>
                    </a:lnTo>
                    <a:lnTo>
                      <a:pt x="1204964" y="255493"/>
                    </a:lnTo>
                    <a:lnTo>
                      <a:pt x="1236623" y="274941"/>
                    </a:lnTo>
                    <a:lnTo>
                      <a:pt x="1268444" y="292729"/>
                    </a:lnTo>
                    <a:cubicBezTo>
                      <a:pt x="1269054" y="293057"/>
                      <a:pt x="1269949" y="293209"/>
                      <a:pt x="1270721" y="293166"/>
                    </a:cubicBezTo>
                    <a:lnTo>
                      <a:pt x="1366956" y="282995"/>
                    </a:lnTo>
                    <a:lnTo>
                      <a:pt x="1462582" y="278891"/>
                    </a:lnTo>
                    <a:lnTo>
                      <a:pt x="1495501" y="293602"/>
                    </a:lnTo>
                    <a:lnTo>
                      <a:pt x="1529556" y="305170"/>
                    </a:lnTo>
                    <a:lnTo>
                      <a:pt x="1563694" y="313159"/>
                    </a:lnTo>
                    <a:cubicBezTo>
                      <a:pt x="1563978" y="313202"/>
                      <a:pt x="1564304" y="313268"/>
                      <a:pt x="1564669" y="313268"/>
                    </a:cubicBezTo>
                    <a:lnTo>
                      <a:pt x="1564954" y="313268"/>
                    </a:lnTo>
                    <a:lnTo>
                      <a:pt x="1663262" y="306829"/>
                    </a:lnTo>
                    <a:lnTo>
                      <a:pt x="1761773" y="301067"/>
                    </a:lnTo>
                    <a:lnTo>
                      <a:pt x="1860204" y="293559"/>
                    </a:lnTo>
                    <a:lnTo>
                      <a:pt x="1958836" y="285570"/>
                    </a:lnTo>
                    <a:lnTo>
                      <a:pt x="1992893" y="282318"/>
                    </a:lnTo>
                    <a:lnTo>
                      <a:pt x="1992893" y="2794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6" name="Freeform: Shape 415">
                <a:extLst>
                  <a:ext uri="{FF2B5EF4-FFF2-40B4-BE49-F238E27FC236}">
                    <a16:creationId xmlns:a16="http://schemas.microsoft.com/office/drawing/2014/main" id="{3C1D45A3-14BA-4332-97DB-F13467022A6A}"/>
                  </a:ext>
                </a:extLst>
              </p:cNvPr>
              <p:cNvSpPr/>
              <p:nvPr/>
            </p:nvSpPr>
            <p:spPr>
              <a:xfrm>
                <a:off x="3341294" y="5713967"/>
                <a:ext cx="263158" cy="215527"/>
              </a:xfrm>
              <a:custGeom>
                <a:avLst/>
                <a:gdLst>
                  <a:gd name="connsiteX0" fmla="*/ 2524 w 263158"/>
                  <a:gd name="connsiteY0" fmla="*/ 215528 h 215527"/>
                  <a:gd name="connsiteX1" fmla="*/ 5 w 263158"/>
                  <a:gd name="connsiteY1" fmla="*/ 214240 h 215527"/>
                  <a:gd name="connsiteX2" fmla="*/ 2362 w 263158"/>
                  <a:gd name="connsiteY2" fmla="*/ 212690 h 215527"/>
                  <a:gd name="connsiteX3" fmla="*/ 33208 w 263158"/>
                  <a:gd name="connsiteY3" fmla="*/ 211097 h 215527"/>
                  <a:gd name="connsiteX4" fmla="*/ 38978 w 263158"/>
                  <a:gd name="connsiteY4" fmla="*/ 208107 h 215527"/>
                  <a:gd name="connsiteX5" fmla="*/ 39872 w 263158"/>
                  <a:gd name="connsiteY5" fmla="*/ 207779 h 215527"/>
                  <a:gd name="connsiteX6" fmla="*/ 53812 w 263158"/>
                  <a:gd name="connsiteY6" fmla="*/ 205117 h 215527"/>
                  <a:gd name="connsiteX7" fmla="*/ 71775 w 263158"/>
                  <a:gd name="connsiteY7" fmla="*/ 198569 h 215527"/>
                  <a:gd name="connsiteX8" fmla="*/ 73400 w 263158"/>
                  <a:gd name="connsiteY8" fmla="*/ 198198 h 215527"/>
                  <a:gd name="connsiteX9" fmla="*/ 91648 w 263158"/>
                  <a:gd name="connsiteY9" fmla="*/ 185036 h 215527"/>
                  <a:gd name="connsiteX10" fmla="*/ 110586 w 263158"/>
                  <a:gd name="connsiteY10" fmla="*/ 170653 h 215527"/>
                  <a:gd name="connsiteX11" fmla="*/ 130378 w 263158"/>
                  <a:gd name="connsiteY11" fmla="*/ 158495 h 215527"/>
                  <a:gd name="connsiteX12" fmla="*/ 166832 w 263158"/>
                  <a:gd name="connsiteY12" fmla="*/ 120124 h 215527"/>
                  <a:gd name="connsiteX13" fmla="*/ 185079 w 263158"/>
                  <a:gd name="connsiteY13" fmla="*/ 101833 h 215527"/>
                  <a:gd name="connsiteX14" fmla="*/ 202880 w 263158"/>
                  <a:gd name="connsiteY14" fmla="*/ 80945 h 215527"/>
                  <a:gd name="connsiteX15" fmla="*/ 220924 w 263158"/>
                  <a:gd name="connsiteY15" fmla="*/ 60429 h 215527"/>
                  <a:gd name="connsiteX16" fmla="*/ 238643 w 263158"/>
                  <a:gd name="connsiteY16" fmla="*/ 35808 h 215527"/>
                  <a:gd name="connsiteX17" fmla="*/ 258191 w 263158"/>
                  <a:gd name="connsiteY17" fmla="*/ 1017 h 215527"/>
                  <a:gd name="connsiteX18" fmla="*/ 261320 w 263158"/>
                  <a:gd name="connsiteY18" fmla="*/ 56 h 215527"/>
                  <a:gd name="connsiteX19" fmla="*/ 263067 w 263158"/>
                  <a:gd name="connsiteY19" fmla="*/ 1759 h 215527"/>
                  <a:gd name="connsiteX20" fmla="*/ 260629 w 263158"/>
                  <a:gd name="connsiteY20" fmla="*/ 6561 h 215527"/>
                  <a:gd name="connsiteX21" fmla="*/ 243235 w 263158"/>
                  <a:gd name="connsiteY21" fmla="*/ 37140 h 215527"/>
                  <a:gd name="connsiteX22" fmla="*/ 225597 w 263158"/>
                  <a:gd name="connsiteY22" fmla="*/ 61607 h 215527"/>
                  <a:gd name="connsiteX23" fmla="*/ 207431 w 263158"/>
                  <a:gd name="connsiteY23" fmla="*/ 82168 h 215527"/>
                  <a:gd name="connsiteX24" fmla="*/ 189631 w 263158"/>
                  <a:gd name="connsiteY24" fmla="*/ 103121 h 215527"/>
                  <a:gd name="connsiteX25" fmla="*/ 171262 w 263158"/>
                  <a:gd name="connsiteY25" fmla="*/ 121456 h 215527"/>
                  <a:gd name="connsiteX26" fmla="*/ 133588 w 263158"/>
                  <a:gd name="connsiteY26" fmla="*/ 160787 h 215527"/>
                  <a:gd name="connsiteX27" fmla="*/ 114447 w 263158"/>
                  <a:gd name="connsiteY27" fmla="*/ 172464 h 215527"/>
                  <a:gd name="connsiteX28" fmla="*/ 93964 w 263158"/>
                  <a:gd name="connsiteY28" fmla="*/ 187961 h 215527"/>
                  <a:gd name="connsiteX29" fmla="*/ 76936 w 263158"/>
                  <a:gd name="connsiteY29" fmla="*/ 200228 h 215527"/>
                  <a:gd name="connsiteX30" fmla="*/ 75839 w 263158"/>
                  <a:gd name="connsiteY30" fmla="*/ 200708 h 215527"/>
                  <a:gd name="connsiteX31" fmla="*/ 74010 w 263158"/>
                  <a:gd name="connsiteY31" fmla="*/ 201079 h 215527"/>
                  <a:gd name="connsiteX32" fmla="*/ 55925 w 263158"/>
                  <a:gd name="connsiteY32" fmla="*/ 207627 h 215527"/>
                  <a:gd name="connsiteX33" fmla="*/ 41986 w 263158"/>
                  <a:gd name="connsiteY33" fmla="*/ 210333 h 215527"/>
                  <a:gd name="connsiteX34" fmla="*/ 36012 w 263158"/>
                  <a:gd name="connsiteY34" fmla="*/ 213476 h 215527"/>
                  <a:gd name="connsiteX35" fmla="*/ 34467 w 263158"/>
                  <a:gd name="connsiteY35" fmla="*/ 213847 h 215527"/>
                  <a:gd name="connsiteX36" fmla="*/ 2728 w 263158"/>
                  <a:gd name="connsiteY36" fmla="*/ 215506 h 215527"/>
                  <a:gd name="connsiteX37" fmla="*/ 2484 w 263158"/>
                  <a:gd name="connsiteY37" fmla="*/ 215506 h 21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63158" h="215527">
                    <a:moveTo>
                      <a:pt x="2524" y="215528"/>
                    </a:moveTo>
                    <a:cubicBezTo>
                      <a:pt x="1224" y="215528"/>
                      <a:pt x="127" y="214939"/>
                      <a:pt x="5" y="214240"/>
                    </a:cubicBezTo>
                    <a:cubicBezTo>
                      <a:pt x="-77" y="213433"/>
                      <a:pt x="939" y="212756"/>
                      <a:pt x="2362" y="212690"/>
                    </a:cubicBezTo>
                    <a:lnTo>
                      <a:pt x="33208" y="211097"/>
                    </a:lnTo>
                    <a:lnTo>
                      <a:pt x="38978" y="208107"/>
                    </a:lnTo>
                    <a:cubicBezTo>
                      <a:pt x="39222" y="207954"/>
                      <a:pt x="39507" y="207845"/>
                      <a:pt x="39872" y="207779"/>
                    </a:cubicBezTo>
                    <a:lnTo>
                      <a:pt x="53812" y="205117"/>
                    </a:lnTo>
                    <a:lnTo>
                      <a:pt x="71775" y="198569"/>
                    </a:lnTo>
                    <a:lnTo>
                      <a:pt x="73400" y="198198"/>
                    </a:lnTo>
                    <a:lnTo>
                      <a:pt x="91648" y="185036"/>
                    </a:lnTo>
                    <a:lnTo>
                      <a:pt x="110586" y="170653"/>
                    </a:lnTo>
                    <a:lnTo>
                      <a:pt x="130378" y="158495"/>
                    </a:lnTo>
                    <a:lnTo>
                      <a:pt x="166832" y="120124"/>
                    </a:lnTo>
                    <a:lnTo>
                      <a:pt x="185079" y="101833"/>
                    </a:lnTo>
                    <a:lnTo>
                      <a:pt x="202880" y="80945"/>
                    </a:lnTo>
                    <a:lnTo>
                      <a:pt x="220924" y="60429"/>
                    </a:lnTo>
                    <a:lnTo>
                      <a:pt x="238643" y="35808"/>
                    </a:lnTo>
                    <a:lnTo>
                      <a:pt x="258191" y="1017"/>
                    </a:lnTo>
                    <a:cubicBezTo>
                      <a:pt x="258597" y="275"/>
                      <a:pt x="259979" y="-162"/>
                      <a:pt x="261320" y="56"/>
                    </a:cubicBezTo>
                    <a:cubicBezTo>
                      <a:pt x="262661" y="275"/>
                      <a:pt x="263433" y="1017"/>
                      <a:pt x="263067" y="1759"/>
                    </a:cubicBezTo>
                    <a:lnTo>
                      <a:pt x="260629" y="6561"/>
                    </a:lnTo>
                    <a:lnTo>
                      <a:pt x="243235" y="37140"/>
                    </a:lnTo>
                    <a:lnTo>
                      <a:pt x="225597" y="61607"/>
                    </a:lnTo>
                    <a:lnTo>
                      <a:pt x="207431" y="82168"/>
                    </a:lnTo>
                    <a:lnTo>
                      <a:pt x="189631" y="103121"/>
                    </a:lnTo>
                    <a:lnTo>
                      <a:pt x="171262" y="121456"/>
                    </a:lnTo>
                    <a:lnTo>
                      <a:pt x="133588" y="160787"/>
                    </a:lnTo>
                    <a:lnTo>
                      <a:pt x="114447" y="172464"/>
                    </a:lnTo>
                    <a:lnTo>
                      <a:pt x="93964" y="187961"/>
                    </a:lnTo>
                    <a:lnTo>
                      <a:pt x="76936" y="200228"/>
                    </a:lnTo>
                    <a:cubicBezTo>
                      <a:pt x="76652" y="200446"/>
                      <a:pt x="76286" y="200599"/>
                      <a:pt x="75839" y="200708"/>
                    </a:cubicBezTo>
                    <a:lnTo>
                      <a:pt x="74010" y="201079"/>
                    </a:lnTo>
                    <a:lnTo>
                      <a:pt x="55925" y="207627"/>
                    </a:lnTo>
                    <a:lnTo>
                      <a:pt x="41986" y="210333"/>
                    </a:lnTo>
                    <a:lnTo>
                      <a:pt x="36012" y="213476"/>
                    </a:lnTo>
                    <a:cubicBezTo>
                      <a:pt x="35605" y="213694"/>
                      <a:pt x="35077" y="213847"/>
                      <a:pt x="34467" y="213847"/>
                    </a:cubicBezTo>
                    <a:lnTo>
                      <a:pt x="2728" y="215506"/>
                    </a:lnTo>
                    <a:lnTo>
                      <a:pt x="2484" y="21550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7" name="Freeform: Shape 416">
                <a:extLst>
                  <a:ext uri="{FF2B5EF4-FFF2-40B4-BE49-F238E27FC236}">
                    <a16:creationId xmlns:a16="http://schemas.microsoft.com/office/drawing/2014/main" id="{C6CF012B-0CAD-42FB-A086-A99192D01C32}"/>
                  </a:ext>
                </a:extLst>
              </p:cNvPr>
              <p:cNvSpPr/>
              <p:nvPr/>
            </p:nvSpPr>
            <p:spPr>
              <a:xfrm>
                <a:off x="5272142" y="6071302"/>
                <a:ext cx="2899261" cy="8294"/>
              </a:xfrm>
              <a:custGeom>
                <a:avLst/>
                <a:gdLst>
                  <a:gd name="connsiteX0" fmla="*/ 33776 w 2899261"/>
                  <a:gd name="connsiteY0" fmla="*/ 8294 h 8294"/>
                  <a:gd name="connsiteX1" fmla="*/ 33776 w 2899261"/>
                  <a:gd name="connsiteY1" fmla="*/ 8294 h 8294"/>
                  <a:gd name="connsiteX2" fmla="*/ 2524 w 2899261"/>
                  <a:gd name="connsiteY2" fmla="*/ 8250 h 8294"/>
                  <a:gd name="connsiteX3" fmla="*/ 4 w 2899261"/>
                  <a:gd name="connsiteY3" fmla="*/ 6854 h 8294"/>
                  <a:gd name="connsiteX4" fmla="*/ 2524 w 2899261"/>
                  <a:gd name="connsiteY4" fmla="*/ 5413 h 8294"/>
                  <a:gd name="connsiteX5" fmla="*/ 2524 w 2899261"/>
                  <a:gd name="connsiteY5" fmla="*/ 5413 h 8294"/>
                  <a:gd name="connsiteX6" fmla="*/ 32394 w 2899261"/>
                  <a:gd name="connsiteY6" fmla="*/ 5457 h 8294"/>
                  <a:gd name="connsiteX7" fmla="*/ 37921 w 2899261"/>
                  <a:gd name="connsiteY7" fmla="*/ 655 h 8294"/>
                  <a:gd name="connsiteX8" fmla="*/ 40034 w 2899261"/>
                  <a:gd name="connsiteY8" fmla="*/ 0 h 8294"/>
                  <a:gd name="connsiteX9" fmla="*/ 40034 w 2899261"/>
                  <a:gd name="connsiteY9" fmla="*/ 0 h 8294"/>
                  <a:gd name="connsiteX10" fmla="*/ 2896701 w 2899261"/>
                  <a:gd name="connsiteY10" fmla="*/ 4431 h 8294"/>
                  <a:gd name="connsiteX11" fmla="*/ 2899262 w 2899261"/>
                  <a:gd name="connsiteY11" fmla="*/ 5871 h 8294"/>
                  <a:gd name="connsiteX12" fmla="*/ 2896701 w 2899261"/>
                  <a:gd name="connsiteY12" fmla="*/ 7268 h 8294"/>
                  <a:gd name="connsiteX13" fmla="*/ 2896701 w 2899261"/>
                  <a:gd name="connsiteY13" fmla="*/ 7268 h 8294"/>
                  <a:gd name="connsiteX14" fmla="*/ 41416 w 2899261"/>
                  <a:gd name="connsiteY14" fmla="*/ 2837 h 8294"/>
                  <a:gd name="connsiteX15" fmla="*/ 35930 w 2899261"/>
                  <a:gd name="connsiteY15" fmla="*/ 7639 h 8294"/>
                  <a:gd name="connsiteX16" fmla="*/ 33735 w 2899261"/>
                  <a:gd name="connsiteY16" fmla="*/ 8272 h 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99261" h="8294">
                    <a:moveTo>
                      <a:pt x="33776" y="8294"/>
                    </a:moveTo>
                    <a:lnTo>
                      <a:pt x="33776" y="8294"/>
                    </a:lnTo>
                    <a:lnTo>
                      <a:pt x="2524" y="8250"/>
                    </a:lnTo>
                    <a:cubicBezTo>
                      <a:pt x="1101" y="8250"/>
                      <a:pt x="-77" y="7617"/>
                      <a:pt x="4" y="6854"/>
                    </a:cubicBezTo>
                    <a:cubicBezTo>
                      <a:pt x="4" y="6068"/>
                      <a:pt x="1142" y="5413"/>
                      <a:pt x="2524" y="5413"/>
                    </a:cubicBezTo>
                    <a:lnTo>
                      <a:pt x="2524" y="5413"/>
                    </a:lnTo>
                    <a:lnTo>
                      <a:pt x="32394" y="5457"/>
                    </a:lnTo>
                    <a:lnTo>
                      <a:pt x="37921" y="655"/>
                    </a:lnTo>
                    <a:cubicBezTo>
                      <a:pt x="38368" y="284"/>
                      <a:pt x="39181" y="0"/>
                      <a:pt x="40034" y="0"/>
                    </a:cubicBezTo>
                    <a:lnTo>
                      <a:pt x="40034" y="0"/>
                    </a:lnTo>
                    <a:lnTo>
                      <a:pt x="2896701" y="4431"/>
                    </a:lnTo>
                    <a:cubicBezTo>
                      <a:pt x="2898083" y="4431"/>
                      <a:pt x="2899262" y="5064"/>
                      <a:pt x="2899262" y="5871"/>
                    </a:cubicBezTo>
                    <a:cubicBezTo>
                      <a:pt x="2899262" y="6613"/>
                      <a:pt x="2898083" y="7268"/>
                      <a:pt x="2896701" y="7268"/>
                    </a:cubicBezTo>
                    <a:lnTo>
                      <a:pt x="2896701" y="7268"/>
                    </a:lnTo>
                    <a:lnTo>
                      <a:pt x="41416" y="2837"/>
                    </a:lnTo>
                    <a:lnTo>
                      <a:pt x="35930" y="7639"/>
                    </a:lnTo>
                    <a:cubicBezTo>
                      <a:pt x="35442" y="8054"/>
                      <a:pt x="34629" y="8272"/>
                      <a:pt x="33735" y="82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8" name="Freeform: Shape 417">
                <a:extLst>
                  <a:ext uri="{FF2B5EF4-FFF2-40B4-BE49-F238E27FC236}">
                    <a16:creationId xmlns:a16="http://schemas.microsoft.com/office/drawing/2014/main" id="{0BBC27CE-125D-4995-805F-BBE07A62DBBB}"/>
                  </a:ext>
                </a:extLst>
              </p:cNvPr>
              <p:cNvSpPr/>
              <p:nvPr/>
            </p:nvSpPr>
            <p:spPr>
              <a:xfrm>
                <a:off x="10283445" y="5741466"/>
                <a:ext cx="1908758" cy="240346"/>
              </a:xfrm>
              <a:custGeom>
                <a:avLst/>
                <a:gdLst>
                  <a:gd name="connsiteX0" fmla="*/ 1908555 w 1908758"/>
                  <a:gd name="connsiteY0" fmla="*/ 217232 h 240346"/>
                  <a:gd name="connsiteX1" fmla="*/ 1825690 w 1908758"/>
                  <a:gd name="connsiteY1" fmla="*/ 223212 h 240346"/>
                  <a:gd name="connsiteX2" fmla="*/ 1730958 w 1908758"/>
                  <a:gd name="connsiteY2" fmla="*/ 231899 h 240346"/>
                  <a:gd name="connsiteX3" fmla="*/ 1696739 w 1908758"/>
                  <a:gd name="connsiteY3" fmla="*/ 213478 h 240346"/>
                  <a:gd name="connsiteX4" fmla="*/ 1694545 w 1908758"/>
                  <a:gd name="connsiteY4" fmla="*/ 213107 h 240346"/>
                  <a:gd name="connsiteX5" fmla="*/ 1599284 w 1908758"/>
                  <a:gd name="connsiteY5" fmla="*/ 221641 h 240346"/>
                  <a:gd name="connsiteX6" fmla="*/ 1503821 w 1908758"/>
                  <a:gd name="connsiteY6" fmla="*/ 228189 h 240346"/>
                  <a:gd name="connsiteX7" fmla="*/ 1408479 w 1908758"/>
                  <a:gd name="connsiteY7" fmla="*/ 233667 h 240346"/>
                  <a:gd name="connsiteX8" fmla="*/ 1314235 w 1908758"/>
                  <a:gd name="connsiteY8" fmla="*/ 237509 h 240346"/>
                  <a:gd name="connsiteX9" fmla="*/ 1282577 w 1908758"/>
                  <a:gd name="connsiteY9" fmla="*/ 220135 h 240346"/>
                  <a:gd name="connsiteX10" fmla="*/ 1250715 w 1908758"/>
                  <a:gd name="connsiteY10" fmla="*/ 203612 h 240346"/>
                  <a:gd name="connsiteX11" fmla="*/ 1249415 w 1908758"/>
                  <a:gd name="connsiteY11" fmla="*/ 203241 h 240346"/>
                  <a:gd name="connsiteX12" fmla="*/ 1217960 w 1908758"/>
                  <a:gd name="connsiteY12" fmla="*/ 200142 h 240346"/>
                  <a:gd name="connsiteX13" fmla="*/ 1215074 w 1908758"/>
                  <a:gd name="connsiteY13" fmla="*/ 200076 h 240346"/>
                  <a:gd name="connsiteX14" fmla="*/ 1191381 w 1908758"/>
                  <a:gd name="connsiteY14" fmla="*/ 196628 h 240346"/>
                  <a:gd name="connsiteX15" fmla="*/ 1162323 w 1908758"/>
                  <a:gd name="connsiteY15" fmla="*/ 189643 h 240346"/>
                  <a:gd name="connsiteX16" fmla="*/ 1138712 w 1908758"/>
                  <a:gd name="connsiteY16" fmla="*/ 180280 h 240346"/>
                  <a:gd name="connsiteX17" fmla="*/ 1119082 w 1908758"/>
                  <a:gd name="connsiteY17" fmla="*/ 168668 h 240346"/>
                  <a:gd name="connsiteX18" fmla="*/ 1103111 w 1908758"/>
                  <a:gd name="connsiteY18" fmla="*/ 153477 h 240346"/>
                  <a:gd name="connsiteX19" fmla="*/ 1091082 w 1908758"/>
                  <a:gd name="connsiteY19" fmla="*/ 135797 h 240346"/>
                  <a:gd name="connsiteX20" fmla="*/ 1082059 w 1908758"/>
                  <a:gd name="connsiteY20" fmla="*/ 118205 h 240346"/>
                  <a:gd name="connsiteX21" fmla="*/ 1075638 w 1908758"/>
                  <a:gd name="connsiteY21" fmla="*/ 97579 h 240346"/>
                  <a:gd name="connsiteX22" fmla="*/ 1070477 w 1908758"/>
                  <a:gd name="connsiteY22" fmla="*/ 74508 h 240346"/>
                  <a:gd name="connsiteX23" fmla="*/ 1062349 w 1908758"/>
                  <a:gd name="connsiteY23" fmla="*/ 55476 h 240346"/>
                  <a:gd name="connsiteX24" fmla="*/ 1060845 w 1908758"/>
                  <a:gd name="connsiteY24" fmla="*/ 54515 h 240346"/>
                  <a:gd name="connsiteX25" fmla="*/ 996634 w 1908758"/>
                  <a:gd name="connsiteY25" fmla="*/ 39913 h 240346"/>
                  <a:gd name="connsiteX26" fmla="*/ 925107 w 1908758"/>
                  <a:gd name="connsiteY26" fmla="*/ 24133 h 240346"/>
                  <a:gd name="connsiteX27" fmla="*/ 843827 w 1908758"/>
                  <a:gd name="connsiteY27" fmla="*/ 11779 h 240346"/>
                  <a:gd name="connsiteX28" fmla="*/ 751168 w 1908758"/>
                  <a:gd name="connsiteY28" fmla="*/ 4161 h 240346"/>
                  <a:gd name="connsiteX29" fmla="*/ 646805 w 1908758"/>
                  <a:gd name="connsiteY29" fmla="*/ 8527 h 240346"/>
                  <a:gd name="connsiteX30" fmla="*/ 423651 w 1908758"/>
                  <a:gd name="connsiteY30" fmla="*/ 29415 h 240346"/>
                  <a:gd name="connsiteX31" fmla="*/ 317865 w 1908758"/>
                  <a:gd name="connsiteY31" fmla="*/ 33998 h 240346"/>
                  <a:gd name="connsiteX32" fmla="*/ 221019 w 1908758"/>
                  <a:gd name="connsiteY32" fmla="*/ 36705 h 240346"/>
                  <a:gd name="connsiteX33" fmla="*/ 131815 w 1908758"/>
                  <a:gd name="connsiteY33" fmla="*/ 34566 h 240346"/>
                  <a:gd name="connsiteX34" fmla="*/ 50576 w 1908758"/>
                  <a:gd name="connsiteY34" fmla="*/ 28345 h 240346"/>
                  <a:gd name="connsiteX35" fmla="*/ 29443 w 1908758"/>
                  <a:gd name="connsiteY35" fmla="*/ 11124 h 240346"/>
                  <a:gd name="connsiteX36" fmla="*/ 28833 w 1908758"/>
                  <a:gd name="connsiteY36" fmla="*/ 10797 h 240346"/>
                  <a:gd name="connsiteX37" fmla="*/ 4043 w 1908758"/>
                  <a:gd name="connsiteY37" fmla="*/ 298 h 240346"/>
                  <a:gd name="connsiteX38" fmla="*/ 466 w 1908758"/>
                  <a:gd name="connsiteY38" fmla="*/ 560 h 240346"/>
                  <a:gd name="connsiteX39" fmla="*/ 954 w 1908758"/>
                  <a:gd name="connsiteY39" fmla="*/ 2524 h 240346"/>
                  <a:gd name="connsiteX40" fmla="*/ 25459 w 1908758"/>
                  <a:gd name="connsiteY40" fmla="*/ 12914 h 240346"/>
                  <a:gd name="connsiteX41" fmla="*/ 46999 w 1908758"/>
                  <a:gd name="connsiteY41" fmla="*/ 30397 h 240346"/>
                  <a:gd name="connsiteX42" fmla="*/ 48706 w 1908758"/>
                  <a:gd name="connsiteY42" fmla="*/ 31030 h 240346"/>
                  <a:gd name="connsiteX43" fmla="*/ 131367 w 1908758"/>
                  <a:gd name="connsiteY43" fmla="*/ 37359 h 240346"/>
                  <a:gd name="connsiteX44" fmla="*/ 221060 w 1908758"/>
                  <a:gd name="connsiteY44" fmla="*/ 39433 h 240346"/>
                  <a:gd name="connsiteX45" fmla="*/ 318311 w 1908758"/>
                  <a:gd name="connsiteY45" fmla="*/ 36770 h 240346"/>
                  <a:gd name="connsiteX46" fmla="*/ 424260 w 1908758"/>
                  <a:gd name="connsiteY46" fmla="*/ 32187 h 240346"/>
                  <a:gd name="connsiteX47" fmla="*/ 647414 w 1908758"/>
                  <a:gd name="connsiteY47" fmla="*/ 11299 h 240346"/>
                  <a:gd name="connsiteX48" fmla="*/ 751005 w 1908758"/>
                  <a:gd name="connsiteY48" fmla="*/ 6933 h 240346"/>
                  <a:gd name="connsiteX49" fmla="*/ 842771 w 1908758"/>
                  <a:gd name="connsiteY49" fmla="*/ 14507 h 240346"/>
                  <a:gd name="connsiteX50" fmla="*/ 923442 w 1908758"/>
                  <a:gd name="connsiteY50" fmla="*/ 26774 h 240346"/>
                  <a:gd name="connsiteX51" fmla="*/ 994805 w 1908758"/>
                  <a:gd name="connsiteY51" fmla="*/ 42489 h 240346"/>
                  <a:gd name="connsiteX52" fmla="*/ 1057715 w 1908758"/>
                  <a:gd name="connsiteY52" fmla="*/ 56829 h 240346"/>
                  <a:gd name="connsiteX53" fmla="*/ 1065438 w 1908758"/>
                  <a:gd name="connsiteY53" fmla="*/ 74945 h 240346"/>
                  <a:gd name="connsiteX54" fmla="*/ 1070599 w 1908758"/>
                  <a:gd name="connsiteY54" fmla="*/ 97906 h 240346"/>
                  <a:gd name="connsiteX55" fmla="*/ 1077141 w 1908758"/>
                  <a:gd name="connsiteY55" fmla="*/ 118794 h 240346"/>
                  <a:gd name="connsiteX56" fmla="*/ 1086285 w 1908758"/>
                  <a:gd name="connsiteY56" fmla="*/ 136648 h 240346"/>
                  <a:gd name="connsiteX57" fmla="*/ 1098599 w 1908758"/>
                  <a:gd name="connsiteY57" fmla="*/ 154612 h 240346"/>
                  <a:gd name="connsiteX58" fmla="*/ 1115099 w 1908758"/>
                  <a:gd name="connsiteY58" fmla="*/ 170283 h 240346"/>
                  <a:gd name="connsiteX59" fmla="*/ 1135542 w 1908758"/>
                  <a:gd name="connsiteY59" fmla="*/ 182331 h 240346"/>
                  <a:gd name="connsiteX60" fmla="*/ 1159844 w 1908758"/>
                  <a:gd name="connsiteY60" fmla="*/ 192088 h 240346"/>
                  <a:gd name="connsiteX61" fmla="*/ 1189795 w 1908758"/>
                  <a:gd name="connsiteY61" fmla="*/ 199291 h 240346"/>
                  <a:gd name="connsiteX62" fmla="*/ 1214423 w 1908758"/>
                  <a:gd name="connsiteY62" fmla="*/ 202848 h 240346"/>
                  <a:gd name="connsiteX63" fmla="*/ 1217512 w 1908758"/>
                  <a:gd name="connsiteY63" fmla="*/ 202914 h 240346"/>
                  <a:gd name="connsiteX64" fmla="*/ 1247870 w 1908758"/>
                  <a:gd name="connsiteY64" fmla="*/ 205948 h 240346"/>
                  <a:gd name="connsiteX65" fmla="*/ 1279244 w 1908758"/>
                  <a:gd name="connsiteY65" fmla="*/ 222143 h 240346"/>
                  <a:gd name="connsiteX66" fmla="*/ 1311594 w 1908758"/>
                  <a:gd name="connsiteY66" fmla="*/ 239932 h 240346"/>
                  <a:gd name="connsiteX67" fmla="*/ 1313382 w 1908758"/>
                  <a:gd name="connsiteY67" fmla="*/ 240346 h 240346"/>
                  <a:gd name="connsiteX68" fmla="*/ 1313586 w 1908758"/>
                  <a:gd name="connsiteY68" fmla="*/ 240346 h 240346"/>
                  <a:gd name="connsiteX69" fmla="*/ 1409130 w 1908758"/>
                  <a:gd name="connsiteY69" fmla="*/ 236461 h 240346"/>
                  <a:gd name="connsiteX70" fmla="*/ 1504594 w 1908758"/>
                  <a:gd name="connsiteY70" fmla="*/ 230983 h 240346"/>
                  <a:gd name="connsiteX71" fmla="*/ 1600138 w 1908758"/>
                  <a:gd name="connsiteY71" fmla="*/ 224369 h 240346"/>
                  <a:gd name="connsiteX72" fmla="*/ 1694219 w 1908758"/>
                  <a:gd name="connsiteY72" fmla="*/ 215966 h 240346"/>
                  <a:gd name="connsiteX73" fmla="*/ 1728560 w 1908758"/>
                  <a:gd name="connsiteY73" fmla="*/ 234453 h 240346"/>
                  <a:gd name="connsiteX74" fmla="*/ 1730755 w 1908758"/>
                  <a:gd name="connsiteY74" fmla="*/ 234824 h 240346"/>
                  <a:gd name="connsiteX75" fmla="*/ 1826584 w 1908758"/>
                  <a:gd name="connsiteY75" fmla="*/ 225963 h 240346"/>
                  <a:gd name="connsiteX76" fmla="*/ 1908758 w 1908758"/>
                  <a:gd name="connsiteY76" fmla="*/ 220048 h 240346"/>
                  <a:gd name="connsiteX77" fmla="*/ 1908758 w 1908758"/>
                  <a:gd name="connsiteY77" fmla="*/ 217232 h 240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908758" h="240346">
                    <a:moveTo>
                      <a:pt x="1908555" y="217232"/>
                    </a:moveTo>
                    <a:lnTo>
                      <a:pt x="1825690" y="223212"/>
                    </a:lnTo>
                    <a:lnTo>
                      <a:pt x="1730958" y="231899"/>
                    </a:lnTo>
                    <a:lnTo>
                      <a:pt x="1696739" y="213478"/>
                    </a:lnTo>
                    <a:cubicBezTo>
                      <a:pt x="1696129" y="213150"/>
                      <a:pt x="1695358" y="212998"/>
                      <a:pt x="1694545" y="213107"/>
                    </a:cubicBezTo>
                    <a:lnTo>
                      <a:pt x="1599284" y="221641"/>
                    </a:lnTo>
                    <a:lnTo>
                      <a:pt x="1503821" y="228189"/>
                    </a:lnTo>
                    <a:lnTo>
                      <a:pt x="1408479" y="233667"/>
                    </a:lnTo>
                    <a:lnTo>
                      <a:pt x="1314235" y="237509"/>
                    </a:lnTo>
                    <a:lnTo>
                      <a:pt x="1282577" y="220135"/>
                    </a:lnTo>
                    <a:lnTo>
                      <a:pt x="1250715" y="203612"/>
                    </a:lnTo>
                    <a:cubicBezTo>
                      <a:pt x="1250309" y="203394"/>
                      <a:pt x="1249821" y="203285"/>
                      <a:pt x="1249415" y="203241"/>
                    </a:cubicBezTo>
                    <a:lnTo>
                      <a:pt x="1217960" y="200142"/>
                    </a:lnTo>
                    <a:lnTo>
                      <a:pt x="1215074" y="200076"/>
                    </a:lnTo>
                    <a:lnTo>
                      <a:pt x="1191381" y="196628"/>
                    </a:lnTo>
                    <a:lnTo>
                      <a:pt x="1162323" y="189643"/>
                    </a:lnTo>
                    <a:lnTo>
                      <a:pt x="1138712" y="180280"/>
                    </a:lnTo>
                    <a:lnTo>
                      <a:pt x="1119082" y="168668"/>
                    </a:lnTo>
                    <a:lnTo>
                      <a:pt x="1103111" y="153477"/>
                    </a:lnTo>
                    <a:lnTo>
                      <a:pt x="1091082" y="135797"/>
                    </a:lnTo>
                    <a:lnTo>
                      <a:pt x="1082059" y="118205"/>
                    </a:lnTo>
                    <a:lnTo>
                      <a:pt x="1075638" y="97579"/>
                    </a:lnTo>
                    <a:lnTo>
                      <a:pt x="1070477" y="74508"/>
                    </a:lnTo>
                    <a:lnTo>
                      <a:pt x="1062349" y="55476"/>
                    </a:lnTo>
                    <a:cubicBezTo>
                      <a:pt x="1062145" y="55061"/>
                      <a:pt x="1061577" y="54668"/>
                      <a:pt x="1060845" y="54515"/>
                    </a:cubicBezTo>
                    <a:lnTo>
                      <a:pt x="996634" y="39913"/>
                    </a:lnTo>
                    <a:lnTo>
                      <a:pt x="925107" y="24133"/>
                    </a:lnTo>
                    <a:lnTo>
                      <a:pt x="843827" y="11779"/>
                    </a:lnTo>
                    <a:lnTo>
                      <a:pt x="751168" y="4161"/>
                    </a:lnTo>
                    <a:lnTo>
                      <a:pt x="646805" y="8527"/>
                    </a:lnTo>
                    <a:lnTo>
                      <a:pt x="423651" y="29415"/>
                    </a:lnTo>
                    <a:lnTo>
                      <a:pt x="317865" y="33998"/>
                    </a:lnTo>
                    <a:lnTo>
                      <a:pt x="221019" y="36705"/>
                    </a:lnTo>
                    <a:lnTo>
                      <a:pt x="131815" y="34566"/>
                    </a:lnTo>
                    <a:lnTo>
                      <a:pt x="50576" y="28345"/>
                    </a:lnTo>
                    <a:lnTo>
                      <a:pt x="29443" y="11124"/>
                    </a:lnTo>
                    <a:cubicBezTo>
                      <a:pt x="29443" y="11124"/>
                      <a:pt x="29036" y="10906"/>
                      <a:pt x="28833" y="10797"/>
                    </a:cubicBezTo>
                    <a:lnTo>
                      <a:pt x="4043" y="298"/>
                    </a:lnTo>
                    <a:cubicBezTo>
                      <a:pt x="2946" y="-182"/>
                      <a:pt x="1360" y="-73"/>
                      <a:pt x="466" y="560"/>
                    </a:cubicBezTo>
                    <a:cubicBezTo>
                      <a:pt x="-306" y="1149"/>
                      <a:pt x="-102" y="2044"/>
                      <a:pt x="954" y="2524"/>
                    </a:cubicBezTo>
                    <a:lnTo>
                      <a:pt x="25459" y="12914"/>
                    </a:lnTo>
                    <a:lnTo>
                      <a:pt x="46999" y="30397"/>
                    </a:lnTo>
                    <a:cubicBezTo>
                      <a:pt x="47405" y="30768"/>
                      <a:pt x="47974" y="30986"/>
                      <a:pt x="48706" y="31030"/>
                    </a:cubicBezTo>
                    <a:lnTo>
                      <a:pt x="131367" y="37359"/>
                    </a:lnTo>
                    <a:lnTo>
                      <a:pt x="221060" y="39433"/>
                    </a:lnTo>
                    <a:lnTo>
                      <a:pt x="318311" y="36770"/>
                    </a:lnTo>
                    <a:lnTo>
                      <a:pt x="424260" y="32187"/>
                    </a:lnTo>
                    <a:lnTo>
                      <a:pt x="647414" y="11299"/>
                    </a:lnTo>
                    <a:lnTo>
                      <a:pt x="751005" y="6933"/>
                    </a:lnTo>
                    <a:lnTo>
                      <a:pt x="842771" y="14507"/>
                    </a:lnTo>
                    <a:lnTo>
                      <a:pt x="923442" y="26774"/>
                    </a:lnTo>
                    <a:lnTo>
                      <a:pt x="994805" y="42489"/>
                    </a:lnTo>
                    <a:lnTo>
                      <a:pt x="1057715" y="56829"/>
                    </a:lnTo>
                    <a:lnTo>
                      <a:pt x="1065438" y="74945"/>
                    </a:lnTo>
                    <a:lnTo>
                      <a:pt x="1070599" y="97906"/>
                    </a:lnTo>
                    <a:lnTo>
                      <a:pt x="1077141" y="118794"/>
                    </a:lnTo>
                    <a:lnTo>
                      <a:pt x="1086285" y="136648"/>
                    </a:lnTo>
                    <a:lnTo>
                      <a:pt x="1098599" y="154612"/>
                    </a:lnTo>
                    <a:lnTo>
                      <a:pt x="1115099" y="170283"/>
                    </a:lnTo>
                    <a:lnTo>
                      <a:pt x="1135542" y="182331"/>
                    </a:lnTo>
                    <a:lnTo>
                      <a:pt x="1159844" y="192088"/>
                    </a:lnTo>
                    <a:lnTo>
                      <a:pt x="1189795" y="199291"/>
                    </a:lnTo>
                    <a:lnTo>
                      <a:pt x="1214423" y="202848"/>
                    </a:lnTo>
                    <a:lnTo>
                      <a:pt x="1217512" y="202914"/>
                    </a:lnTo>
                    <a:lnTo>
                      <a:pt x="1247870" y="205948"/>
                    </a:lnTo>
                    <a:lnTo>
                      <a:pt x="1279244" y="222143"/>
                    </a:lnTo>
                    <a:lnTo>
                      <a:pt x="1311594" y="239932"/>
                    </a:lnTo>
                    <a:cubicBezTo>
                      <a:pt x="1312081" y="240194"/>
                      <a:pt x="1312691" y="240346"/>
                      <a:pt x="1313382" y="240346"/>
                    </a:cubicBezTo>
                    <a:lnTo>
                      <a:pt x="1313586" y="240346"/>
                    </a:lnTo>
                    <a:lnTo>
                      <a:pt x="1409130" y="236461"/>
                    </a:lnTo>
                    <a:lnTo>
                      <a:pt x="1504594" y="230983"/>
                    </a:lnTo>
                    <a:lnTo>
                      <a:pt x="1600138" y="224369"/>
                    </a:lnTo>
                    <a:lnTo>
                      <a:pt x="1694219" y="215966"/>
                    </a:lnTo>
                    <a:lnTo>
                      <a:pt x="1728560" y="234453"/>
                    </a:lnTo>
                    <a:cubicBezTo>
                      <a:pt x="1729170" y="234781"/>
                      <a:pt x="1729942" y="234868"/>
                      <a:pt x="1730755" y="234824"/>
                    </a:cubicBezTo>
                    <a:lnTo>
                      <a:pt x="1826584" y="225963"/>
                    </a:lnTo>
                    <a:lnTo>
                      <a:pt x="1908758" y="220048"/>
                    </a:lnTo>
                    <a:lnTo>
                      <a:pt x="1908758" y="2172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19" name="Freeform: Shape 418">
                <a:extLst>
                  <a:ext uri="{FF2B5EF4-FFF2-40B4-BE49-F238E27FC236}">
                    <a16:creationId xmlns:a16="http://schemas.microsoft.com/office/drawing/2014/main" id="{C1C40896-4361-4EE5-B269-78FFA43C4502}"/>
                  </a:ext>
                </a:extLst>
              </p:cNvPr>
              <p:cNvSpPr/>
              <p:nvPr/>
            </p:nvSpPr>
            <p:spPr>
              <a:xfrm>
                <a:off x="9202765" y="6551202"/>
                <a:ext cx="2989234" cy="10018"/>
              </a:xfrm>
              <a:custGeom>
                <a:avLst/>
                <a:gdLst>
                  <a:gd name="connsiteX0" fmla="*/ 2989235 w 2989234"/>
                  <a:gd name="connsiteY0" fmla="*/ 7181 h 10018"/>
                  <a:gd name="connsiteX1" fmla="*/ 2561 w 2989234"/>
                  <a:gd name="connsiteY1" fmla="*/ 0 h 10018"/>
                  <a:gd name="connsiteX2" fmla="*/ 2561 w 2989234"/>
                  <a:gd name="connsiteY2" fmla="*/ 0 h 10018"/>
                  <a:gd name="connsiteX3" fmla="*/ 0 w 2989234"/>
                  <a:gd name="connsiteY3" fmla="*/ 1375 h 10018"/>
                  <a:gd name="connsiteX4" fmla="*/ 2561 w 2989234"/>
                  <a:gd name="connsiteY4" fmla="*/ 2816 h 10018"/>
                  <a:gd name="connsiteX5" fmla="*/ 2989235 w 2989234"/>
                  <a:gd name="connsiteY5" fmla="*/ 10018 h 10018"/>
                  <a:gd name="connsiteX6" fmla="*/ 2989235 w 2989234"/>
                  <a:gd name="connsiteY6" fmla="*/ 7181 h 1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9234" h="10018">
                    <a:moveTo>
                      <a:pt x="2989235" y="7181"/>
                    </a:moveTo>
                    <a:lnTo>
                      <a:pt x="2561" y="0"/>
                    </a:lnTo>
                    <a:lnTo>
                      <a:pt x="2561" y="0"/>
                    </a:lnTo>
                    <a:cubicBezTo>
                      <a:pt x="1179" y="0"/>
                      <a:pt x="81" y="633"/>
                      <a:pt x="0" y="1375"/>
                    </a:cubicBezTo>
                    <a:cubicBezTo>
                      <a:pt x="0" y="2183"/>
                      <a:pt x="1179" y="2816"/>
                      <a:pt x="2561" y="2816"/>
                    </a:cubicBezTo>
                    <a:lnTo>
                      <a:pt x="2989235" y="10018"/>
                    </a:lnTo>
                    <a:lnTo>
                      <a:pt x="2989235" y="71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0" name="Freeform: Shape 419">
                <a:extLst>
                  <a:ext uri="{FF2B5EF4-FFF2-40B4-BE49-F238E27FC236}">
                    <a16:creationId xmlns:a16="http://schemas.microsoft.com/office/drawing/2014/main" id="{9B1504F7-5202-4253-83FE-C1BC89E49160}"/>
                  </a:ext>
                </a:extLst>
              </p:cNvPr>
              <p:cNvSpPr/>
              <p:nvPr/>
            </p:nvSpPr>
            <p:spPr>
              <a:xfrm>
                <a:off x="10604558" y="5940293"/>
                <a:ext cx="262830" cy="14301"/>
              </a:xfrm>
              <a:custGeom>
                <a:avLst/>
                <a:gdLst>
                  <a:gd name="connsiteX0" fmla="*/ 28125 w 262830"/>
                  <a:gd name="connsiteY0" fmla="*/ 14302 h 14301"/>
                  <a:gd name="connsiteX1" fmla="*/ 26743 w 262830"/>
                  <a:gd name="connsiteY1" fmla="*/ 14040 h 14301"/>
                  <a:gd name="connsiteX2" fmla="*/ 1140 w 262830"/>
                  <a:gd name="connsiteY2" fmla="*/ 4283 h 14301"/>
                  <a:gd name="connsiteX3" fmla="*/ 449 w 262830"/>
                  <a:gd name="connsiteY3" fmla="*/ 2363 h 14301"/>
                  <a:gd name="connsiteX4" fmla="*/ 4025 w 262830"/>
                  <a:gd name="connsiteY4" fmla="*/ 1991 h 14301"/>
                  <a:gd name="connsiteX5" fmla="*/ 28938 w 262830"/>
                  <a:gd name="connsiteY5" fmla="*/ 11421 h 14301"/>
                  <a:gd name="connsiteX6" fmla="*/ 121028 w 262830"/>
                  <a:gd name="connsiteY6" fmla="*/ 8867 h 14301"/>
                  <a:gd name="connsiteX7" fmla="*/ 213606 w 262830"/>
                  <a:gd name="connsiteY7" fmla="*/ 1991 h 14301"/>
                  <a:gd name="connsiteX8" fmla="*/ 260057 w 262830"/>
                  <a:gd name="connsiteY8" fmla="*/ 27 h 14301"/>
                  <a:gd name="connsiteX9" fmla="*/ 262821 w 262830"/>
                  <a:gd name="connsiteY9" fmla="*/ 1293 h 14301"/>
                  <a:gd name="connsiteX10" fmla="*/ 260464 w 262830"/>
                  <a:gd name="connsiteY10" fmla="*/ 2843 h 14301"/>
                  <a:gd name="connsiteX11" fmla="*/ 214216 w 262830"/>
                  <a:gd name="connsiteY11" fmla="*/ 4807 h 14301"/>
                  <a:gd name="connsiteX12" fmla="*/ 121435 w 262830"/>
                  <a:gd name="connsiteY12" fmla="*/ 11617 h 14301"/>
                  <a:gd name="connsiteX13" fmla="*/ 28370 w 262830"/>
                  <a:gd name="connsiteY13" fmla="*/ 14280 h 14301"/>
                  <a:gd name="connsiteX14" fmla="*/ 28166 w 262830"/>
                  <a:gd name="connsiteY14" fmla="*/ 14280 h 14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830" h="14301">
                    <a:moveTo>
                      <a:pt x="28125" y="14302"/>
                    </a:moveTo>
                    <a:cubicBezTo>
                      <a:pt x="27637" y="14302"/>
                      <a:pt x="27150" y="14192"/>
                      <a:pt x="26743" y="14040"/>
                    </a:cubicBezTo>
                    <a:lnTo>
                      <a:pt x="1140" y="4283"/>
                    </a:lnTo>
                    <a:cubicBezTo>
                      <a:pt x="-39" y="3869"/>
                      <a:pt x="-363" y="3017"/>
                      <a:pt x="449" y="2363"/>
                    </a:cubicBezTo>
                    <a:cubicBezTo>
                      <a:pt x="1221" y="1730"/>
                      <a:pt x="2807" y="1555"/>
                      <a:pt x="4025" y="1991"/>
                    </a:cubicBezTo>
                    <a:lnTo>
                      <a:pt x="28938" y="11421"/>
                    </a:lnTo>
                    <a:lnTo>
                      <a:pt x="121028" y="8867"/>
                    </a:lnTo>
                    <a:lnTo>
                      <a:pt x="213606" y="1991"/>
                    </a:lnTo>
                    <a:lnTo>
                      <a:pt x="260057" y="27"/>
                    </a:lnTo>
                    <a:cubicBezTo>
                      <a:pt x="261561" y="-148"/>
                      <a:pt x="262740" y="551"/>
                      <a:pt x="262821" y="1293"/>
                    </a:cubicBezTo>
                    <a:cubicBezTo>
                      <a:pt x="262944" y="2101"/>
                      <a:pt x="261846" y="2777"/>
                      <a:pt x="260464" y="2843"/>
                    </a:cubicBezTo>
                    <a:lnTo>
                      <a:pt x="214216" y="4807"/>
                    </a:lnTo>
                    <a:lnTo>
                      <a:pt x="121435" y="11617"/>
                    </a:lnTo>
                    <a:lnTo>
                      <a:pt x="28370" y="14280"/>
                    </a:lnTo>
                    <a:lnTo>
                      <a:pt x="28166" y="1428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1" name="Freeform: Shape 420">
                <a:extLst>
                  <a:ext uri="{FF2B5EF4-FFF2-40B4-BE49-F238E27FC236}">
                    <a16:creationId xmlns:a16="http://schemas.microsoft.com/office/drawing/2014/main" id="{B015294E-B2B6-43C4-9E79-E0D7A19B0702}"/>
                  </a:ext>
                </a:extLst>
              </p:cNvPr>
              <p:cNvSpPr/>
              <p:nvPr/>
            </p:nvSpPr>
            <p:spPr>
              <a:xfrm>
                <a:off x="-284" y="5609714"/>
                <a:ext cx="4210903" cy="565656"/>
              </a:xfrm>
              <a:custGeom>
                <a:avLst/>
                <a:gdLst>
                  <a:gd name="connsiteX0" fmla="*/ 4209248 w 4210903"/>
                  <a:gd name="connsiteY0" fmla="*/ 362255 h 565656"/>
                  <a:gd name="connsiteX1" fmla="*/ 4183401 w 4210903"/>
                  <a:gd name="connsiteY1" fmla="*/ 358108 h 565656"/>
                  <a:gd name="connsiteX2" fmla="*/ 4083426 w 4210903"/>
                  <a:gd name="connsiteY2" fmla="*/ 335670 h 565656"/>
                  <a:gd name="connsiteX3" fmla="*/ 3983655 w 4210903"/>
                  <a:gd name="connsiteY3" fmla="*/ 312447 h 565656"/>
                  <a:gd name="connsiteX4" fmla="*/ 3883884 w 4210903"/>
                  <a:gd name="connsiteY4" fmla="*/ 284138 h 565656"/>
                  <a:gd name="connsiteX5" fmla="*/ 3784356 w 4210903"/>
                  <a:gd name="connsiteY5" fmla="*/ 255152 h 565656"/>
                  <a:gd name="connsiteX6" fmla="*/ 3684382 w 4210903"/>
                  <a:gd name="connsiteY6" fmla="*/ 216934 h 565656"/>
                  <a:gd name="connsiteX7" fmla="*/ 3584773 w 4210903"/>
                  <a:gd name="connsiteY7" fmla="*/ 192205 h 565656"/>
                  <a:gd name="connsiteX8" fmla="*/ 3487237 w 4210903"/>
                  <a:gd name="connsiteY8" fmla="*/ 172015 h 565656"/>
                  <a:gd name="connsiteX9" fmla="*/ 3391286 w 4210903"/>
                  <a:gd name="connsiteY9" fmla="*/ 152567 h 565656"/>
                  <a:gd name="connsiteX10" fmla="*/ 3297083 w 4210903"/>
                  <a:gd name="connsiteY10" fmla="*/ 128384 h 565656"/>
                  <a:gd name="connsiteX11" fmla="*/ 3204261 w 4210903"/>
                  <a:gd name="connsiteY11" fmla="*/ 99813 h 565656"/>
                  <a:gd name="connsiteX12" fmla="*/ 3112171 w 4210903"/>
                  <a:gd name="connsiteY12" fmla="*/ 74014 h 565656"/>
                  <a:gd name="connsiteX13" fmla="*/ 3019105 w 4210903"/>
                  <a:gd name="connsiteY13" fmla="*/ 43806 h 565656"/>
                  <a:gd name="connsiteX14" fmla="*/ 2923764 w 4210903"/>
                  <a:gd name="connsiteY14" fmla="*/ 16304 h 565656"/>
                  <a:gd name="connsiteX15" fmla="*/ 2923073 w 4210903"/>
                  <a:gd name="connsiteY15" fmla="*/ 16152 h 565656"/>
                  <a:gd name="connsiteX16" fmla="*/ 2824521 w 4210903"/>
                  <a:gd name="connsiteY16" fmla="*/ 5544 h 565656"/>
                  <a:gd name="connsiteX17" fmla="*/ 2723287 w 4210903"/>
                  <a:gd name="connsiteY17" fmla="*/ 0 h 565656"/>
                  <a:gd name="connsiteX18" fmla="*/ 2722352 w 4210903"/>
                  <a:gd name="connsiteY18" fmla="*/ 44 h 565656"/>
                  <a:gd name="connsiteX19" fmla="*/ 2628433 w 4210903"/>
                  <a:gd name="connsiteY19" fmla="*/ 14165 h 565656"/>
                  <a:gd name="connsiteX20" fmla="*/ 2598766 w 4210903"/>
                  <a:gd name="connsiteY20" fmla="*/ 14122 h 565656"/>
                  <a:gd name="connsiteX21" fmla="*/ 2598075 w 4210903"/>
                  <a:gd name="connsiteY21" fmla="*/ 14165 h 565656"/>
                  <a:gd name="connsiteX22" fmla="*/ 2491354 w 4210903"/>
                  <a:gd name="connsiteY22" fmla="*/ 30797 h 565656"/>
                  <a:gd name="connsiteX23" fmla="*/ 2490541 w 4210903"/>
                  <a:gd name="connsiteY23" fmla="*/ 31016 h 565656"/>
                  <a:gd name="connsiteX24" fmla="*/ 2466686 w 4210903"/>
                  <a:gd name="connsiteY24" fmla="*/ 40226 h 565656"/>
                  <a:gd name="connsiteX25" fmla="*/ 2466157 w 4210903"/>
                  <a:gd name="connsiteY25" fmla="*/ 40554 h 565656"/>
                  <a:gd name="connsiteX26" fmla="*/ 2440879 w 4210903"/>
                  <a:gd name="connsiteY26" fmla="*/ 59106 h 565656"/>
                  <a:gd name="connsiteX27" fmla="*/ 2335865 w 4210903"/>
                  <a:gd name="connsiteY27" fmla="*/ 57775 h 565656"/>
                  <a:gd name="connsiteX28" fmla="*/ 2335256 w 4210903"/>
                  <a:gd name="connsiteY28" fmla="*/ 57818 h 565656"/>
                  <a:gd name="connsiteX29" fmla="*/ 2320138 w 4210903"/>
                  <a:gd name="connsiteY29" fmla="*/ 59783 h 565656"/>
                  <a:gd name="connsiteX30" fmla="*/ 2319162 w 4210903"/>
                  <a:gd name="connsiteY30" fmla="*/ 60045 h 565656"/>
                  <a:gd name="connsiteX31" fmla="*/ 2316846 w 4210903"/>
                  <a:gd name="connsiteY31" fmla="*/ 61049 h 565656"/>
                  <a:gd name="connsiteX32" fmla="*/ 2291893 w 4210903"/>
                  <a:gd name="connsiteY32" fmla="*/ 77310 h 565656"/>
                  <a:gd name="connsiteX33" fmla="*/ 2290999 w 4210903"/>
                  <a:gd name="connsiteY33" fmla="*/ 77833 h 565656"/>
                  <a:gd name="connsiteX34" fmla="*/ 2196389 w 4210903"/>
                  <a:gd name="connsiteY34" fmla="*/ 77244 h 565656"/>
                  <a:gd name="connsiteX35" fmla="*/ 2194398 w 4210903"/>
                  <a:gd name="connsiteY35" fmla="*/ 77724 h 565656"/>
                  <a:gd name="connsiteX36" fmla="*/ 2165665 w 4210903"/>
                  <a:gd name="connsiteY36" fmla="*/ 96692 h 565656"/>
                  <a:gd name="connsiteX37" fmla="*/ 2059838 w 4210903"/>
                  <a:gd name="connsiteY37" fmla="*/ 92959 h 565656"/>
                  <a:gd name="connsiteX38" fmla="*/ 2058050 w 4210903"/>
                  <a:gd name="connsiteY38" fmla="*/ 93287 h 565656"/>
                  <a:gd name="connsiteX39" fmla="*/ 2028952 w 4210903"/>
                  <a:gd name="connsiteY39" fmla="*/ 106339 h 565656"/>
                  <a:gd name="connsiteX40" fmla="*/ 1923938 w 4210903"/>
                  <a:gd name="connsiteY40" fmla="*/ 98983 h 565656"/>
                  <a:gd name="connsiteX41" fmla="*/ 1820347 w 4210903"/>
                  <a:gd name="connsiteY41" fmla="*/ 98350 h 565656"/>
                  <a:gd name="connsiteX42" fmla="*/ 1745813 w 4210903"/>
                  <a:gd name="connsiteY42" fmla="*/ 96124 h 565656"/>
                  <a:gd name="connsiteX43" fmla="*/ 1721104 w 4210903"/>
                  <a:gd name="connsiteY43" fmla="*/ 97608 h 565656"/>
                  <a:gd name="connsiteX44" fmla="*/ 1719844 w 4210903"/>
                  <a:gd name="connsiteY44" fmla="*/ 97936 h 565656"/>
                  <a:gd name="connsiteX45" fmla="*/ 1713382 w 4210903"/>
                  <a:gd name="connsiteY45" fmla="*/ 100555 h 565656"/>
                  <a:gd name="connsiteX46" fmla="*/ 1630233 w 4210903"/>
                  <a:gd name="connsiteY46" fmla="*/ 104549 h 565656"/>
                  <a:gd name="connsiteX47" fmla="*/ 1602598 w 4210903"/>
                  <a:gd name="connsiteY47" fmla="*/ 104877 h 565656"/>
                  <a:gd name="connsiteX48" fmla="*/ 1594104 w 4210903"/>
                  <a:gd name="connsiteY48" fmla="*/ 105837 h 565656"/>
                  <a:gd name="connsiteX49" fmla="*/ 1547896 w 4210903"/>
                  <a:gd name="connsiteY49" fmla="*/ 103545 h 565656"/>
                  <a:gd name="connsiteX50" fmla="*/ 1546433 w 4210903"/>
                  <a:gd name="connsiteY50" fmla="*/ 103720 h 565656"/>
                  <a:gd name="connsiteX51" fmla="*/ 1518595 w 4210903"/>
                  <a:gd name="connsiteY51" fmla="*/ 112363 h 565656"/>
                  <a:gd name="connsiteX52" fmla="*/ 1484904 w 4210903"/>
                  <a:gd name="connsiteY52" fmla="*/ 115179 h 565656"/>
                  <a:gd name="connsiteX53" fmla="*/ 1478890 w 4210903"/>
                  <a:gd name="connsiteY53" fmla="*/ 115877 h 565656"/>
                  <a:gd name="connsiteX54" fmla="*/ 1476004 w 4210903"/>
                  <a:gd name="connsiteY54" fmla="*/ 116095 h 565656"/>
                  <a:gd name="connsiteX55" fmla="*/ 1465194 w 4210903"/>
                  <a:gd name="connsiteY55" fmla="*/ 117972 h 565656"/>
                  <a:gd name="connsiteX56" fmla="*/ 1444671 w 4210903"/>
                  <a:gd name="connsiteY56" fmla="*/ 119566 h 565656"/>
                  <a:gd name="connsiteX57" fmla="*/ 1428496 w 4210903"/>
                  <a:gd name="connsiteY57" fmla="*/ 118387 h 565656"/>
                  <a:gd name="connsiteX58" fmla="*/ 1413703 w 4210903"/>
                  <a:gd name="connsiteY58" fmla="*/ 118976 h 565656"/>
                  <a:gd name="connsiteX59" fmla="*/ 1359774 w 4210903"/>
                  <a:gd name="connsiteY59" fmla="*/ 115397 h 565656"/>
                  <a:gd name="connsiteX60" fmla="*/ 1358717 w 4210903"/>
                  <a:gd name="connsiteY60" fmla="*/ 115441 h 565656"/>
                  <a:gd name="connsiteX61" fmla="*/ 1330066 w 4210903"/>
                  <a:gd name="connsiteY61" fmla="*/ 120242 h 565656"/>
                  <a:gd name="connsiteX62" fmla="*/ 1298001 w 4210903"/>
                  <a:gd name="connsiteY62" fmla="*/ 121945 h 565656"/>
                  <a:gd name="connsiteX63" fmla="*/ 1248786 w 4210903"/>
                  <a:gd name="connsiteY63" fmla="*/ 122425 h 565656"/>
                  <a:gd name="connsiteX64" fmla="*/ 1206561 w 4210903"/>
                  <a:gd name="connsiteY64" fmla="*/ 121792 h 565656"/>
                  <a:gd name="connsiteX65" fmla="*/ 1178560 w 4210903"/>
                  <a:gd name="connsiteY65" fmla="*/ 120832 h 565656"/>
                  <a:gd name="connsiteX66" fmla="*/ 1177829 w 4210903"/>
                  <a:gd name="connsiteY66" fmla="*/ 120832 h 565656"/>
                  <a:gd name="connsiteX67" fmla="*/ 1146454 w 4210903"/>
                  <a:gd name="connsiteY67" fmla="*/ 121792 h 565656"/>
                  <a:gd name="connsiteX68" fmla="*/ 1130767 w 4210903"/>
                  <a:gd name="connsiteY68" fmla="*/ 119937 h 565656"/>
                  <a:gd name="connsiteX69" fmla="*/ 1100572 w 4210903"/>
                  <a:gd name="connsiteY69" fmla="*/ 119675 h 565656"/>
                  <a:gd name="connsiteX70" fmla="*/ 1060054 w 4210903"/>
                  <a:gd name="connsiteY70" fmla="*/ 118976 h 565656"/>
                  <a:gd name="connsiteX71" fmla="*/ 1032784 w 4210903"/>
                  <a:gd name="connsiteY71" fmla="*/ 117951 h 565656"/>
                  <a:gd name="connsiteX72" fmla="*/ 1027461 w 4210903"/>
                  <a:gd name="connsiteY72" fmla="*/ 116772 h 565656"/>
                  <a:gd name="connsiteX73" fmla="*/ 1026648 w 4210903"/>
                  <a:gd name="connsiteY73" fmla="*/ 116663 h 565656"/>
                  <a:gd name="connsiteX74" fmla="*/ 998728 w 4210903"/>
                  <a:gd name="connsiteY74" fmla="*/ 115921 h 565656"/>
                  <a:gd name="connsiteX75" fmla="*/ 997956 w 4210903"/>
                  <a:gd name="connsiteY75" fmla="*/ 115986 h 565656"/>
                  <a:gd name="connsiteX76" fmla="*/ 988853 w 4210903"/>
                  <a:gd name="connsiteY76" fmla="*/ 117361 h 565656"/>
                  <a:gd name="connsiteX77" fmla="*/ 971581 w 4210903"/>
                  <a:gd name="connsiteY77" fmla="*/ 117252 h 565656"/>
                  <a:gd name="connsiteX78" fmla="*/ 969996 w 4210903"/>
                  <a:gd name="connsiteY78" fmla="*/ 117580 h 565656"/>
                  <a:gd name="connsiteX79" fmla="*/ 932973 w 4210903"/>
                  <a:gd name="connsiteY79" fmla="*/ 134037 h 565656"/>
                  <a:gd name="connsiteX80" fmla="*/ 895909 w 4210903"/>
                  <a:gd name="connsiteY80" fmla="*/ 154990 h 565656"/>
                  <a:gd name="connsiteX81" fmla="*/ 867623 w 4210903"/>
                  <a:gd name="connsiteY81" fmla="*/ 168261 h 565656"/>
                  <a:gd name="connsiteX82" fmla="*/ 858479 w 4210903"/>
                  <a:gd name="connsiteY82" fmla="*/ 172430 h 565656"/>
                  <a:gd name="connsiteX83" fmla="*/ 857870 w 4210903"/>
                  <a:gd name="connsiteY83" fmla="*/ 172648 h 565656"/>
                  <a:gd name="connsiteX84" fmla="*/ 820603 w 4210903"/>
                  <a:gd name="connsiteY84" fmla="*/ 189389 h 565656"/>
                  <a:gd name="connsiteX85" fmla="*/ 819912 w 4210903"/>
                  <a:gd name="connsiteY85" fmla="*/ 189651 h 565656"/>
                  <a:gd name="connsiteX86" fmla="*/ 781223 w 4210903"/>
                  <a:gd name="connsiteY86" fmla="*/ 208312 h 565656"/>
                  <a:gd name="connsiteX87" fmla="*/ 742371 w 4210903"/>
                  <a:gd name="connsiteY87" fmla="*/ 231863 h 565656"/>
                  <a:gd name="connsiteX88" fmla="*/ 742249 w 4210903"/>
                  <a:gd name="connsiteY88" fmla="*/ 231929 h 565656"/>
                  <a:gd name="connsiteX89" fmla="*/ 741924 w 4210903"/>
                  <a:gd name="connsiteY89" fmla="*/ 232082 h 565656"/>
                  <a:gd name="connsiteX90" fmla="*/ 703235 w 4210903"/>
                  <a:gd name="connsiteY90" fmla="*/ 248866 h 565656"/>
                  <a:gd name="connsiteX91" fmla="*/ 652394 w 4210903"/>
                  <a:gd name="connsiteY91" fmla="*/ 243475 h 565656"/>
                  <a:gd name="connsiteX92" fmla="*/ 543032 w 4210903"/>
                  <a:gd name="connsiteY92" fmla="*/ 238259 h 565656"/>
                  <a:gd name="connsiteX93" fmla="*/ 541365 w 4210903"/>
                  <a:gd name="connsiteY93" fmla="*/ 238477 h 565656"/>
                  <a:gd name="connsiteX94" fmla="*/ 499831 w 4210903"/>
                  <a:gd name="connsiteY94" fmla="*/ 254738 h 565656"/>
                  <a:gd name="connsiteX95" fmla="*/ 457728 w 4210903"/>
                  <a:gd name="connsiteY95" fmla="*/ 271937 h 565656"/>
                  <a:gd name="connsiteX96" fmla="*/ 410423 w 4210903"/>
                  <a:gd name="connsiteY96" fmla="*/ 289093 h 565656"/>
                  <a:gd name="connsiteX97" fmla="*/ 409651 w 4210903"/>
                  <a:gd name="connsiteY97" fmla="*/ 289529 h 565656"/>
                  <a:gd name="connsiteX98" fmla="*/ 362915 w 4210903"/>
                  <a:gd name="connsiteY98" fmla="*/ 331567 h 565656"/>
                  <a:gd name="connsiteX99" fmla="*/ 315610 w 4210903"/>
                  <a:gd name="connsiteY99" fmla="*/ 371684 h 565656"/>
                  <a:gd name="connsiteX100" fmla="*/ 267736 w 4210903"/>
                  <a:gd name="connsiteY100" fmla="*/ 403704 h 565656"/>
                  <a:gd name="connsiteX101" fmla="*/ 169672 w 4210903"/>
                  <a:gd name="connsiteY101" fmla="*/ 467874 h 565656"/>
                  <a:gd name="connsiteX102" fmla="*/ 119482 w 4210903"/>
                  <a:gd name="connsiteY102" fmla="*/ 497667 h 565656"/>
                  <a:gd name="connsiteX103" fmla="*/ 68600 w 4210903"/>
                  <a:gd name="connsiteY103" fmla="*/ 528202 h 565656"/>
                  <a:gd name="connsiteX104" fmla="*/ 17069 w 4210903"/>
                  <a:gd name="connsiteY104" fmla="*/ 555114 h 565656"/>
                  <a:gd name="connsiteX105" fmla="*/ 0 w 4210903"/>
                  <a:gd name="connsiteY105" fmla="*/ 562143 h 565656"/>
                  <a:gd name="connsiteX106" fmla="*/ 0 w 4210903"/>
                  <a:gd name="connsiteY106" fmla="*/ 565657 h 565656"/>
                  <a:gd name="connsiteX107" fmla="*/ 20279 w 4210903"/>
                  <a:gd name="connsiteY107" fmla="*/ 557232 h 565656"/>
                  <a:gd name="connsiteX108" fmla="*/ 72177 w 4210903"/>
                  <a:gd name="connsiteY108" fmla="*/ 530210 h 565656"/>
                  <a:gd name="connsiteX109" fmla="*/ 123220 w 4210903"/>
                  <a:gd name="connsiteY109" fmla="*/ 499566 h 565656"/>
                  <a:gd name="connsiteX110" fmla="*/ 173492 w 4210903"/>
                  <a:gd name="connsiteY110" fmla="*/ 469729 h 565656"/>
                  <a:gd name="connsiteX111" fmla="*/ 271678 w 4210903"/>
                  <a:gd name="connsiteY111" fmla="*/ 405515 h 565656"/>
                  <a:gd name="connsiteX112" fmla="*/ 319796 w 4210903"/>
                  <a:gd name="connsiteY112" fmla="*/ 373343 h 565656"/>
                  <a:gd name="connsiteX113" fmla="*/ 367264 w 4210903"/>
                  <a:gd name="connsiteY113" fmla="*/ 333051 h 565656"/>
                  <a:gd name="connsiteX114" fmla="*/ 413715 w 4210903"/>
                  <a:gd name="connsiteY114" fmla="*/ 291275 h 565656"/>
                  <a:gd name="connsiteX115" fmla="*/ 458175 w 4210903"/>
                  <a:gd name="connsiteY115" fmla="*/ 275298 h 565656"/>
                  <a:gd name="connsiteX116" fmla="*/ 502879 w 4210903"/>
                  <a:gd name="connsiteY116" fmla="*/ 257029 h 565656"/>
                  <a:gd name="connsiteX117" fmla="*/ 543601 w 4210903"/>
                  <a:gd name="connsiteY117" fmla="*/ 241096 h 565656"/>
                  <a:gd name="connsiteX118" fmla="*/ 651744 w 4210903"/>
                  <a:gd name="connsiteY118" fmla="*/ 246269 h 565656"/>
                  <a:gd name="connsiteX119" fmla="*/ 703438 w 4210903"/>
                  <a:gd name="connsiteY119" fmla="*/ 251747 h 565656"/>
                  <a:gd name="connsiteX120" fmla="*/ 705510 w 4210903"/>
                  <a:gd name="connsiteY120" fmla="*/ 251485 h 565656"/>
                  <a:gd name="connsiteX121" fmla="*/ 744809 w 4210903"/>
                  <a:gd name="connsiteY121" fmla="*/ 234439 h 565656"/>
                  <a:gd name="connsiteX122" fmla="*/ 745460 w 4210903"/>
                  <a:gd name="connsiteY122" fmla="*/ 234177 h 565656"/>
                  <a:gd name="connsiteX123" fmla="*/ 784352 w 4210903"/>
                  <a:gd name="connsiteY123" fmla="*/ 210561 h 565656"/>
                  <a:gd name="connsiteX124" fmla="*/ 823041 w 4210903"/>
                  <a:gd name="connsiteY124" fmla="*/ 191921 h 565656"/>
                  <a:gd name="connsiteX125" fmla="*/ 823407 w 4210903"/>
                  <a:gd name="connsiteY125" fmla="*/ 191768 h 565656"/>
                  <a:gd name="connsiteX126" fmla="*/ 860918 w 4210903"/>
                  <a:gd name="connsiteY126" fmla="*/ 174983 h 565656"/>
                  <a:gd name="connsiteX127" fmla="*/ 861568 w 4210903"/>
                  <a:gd name="connsiteY127" fmla="*/ 174765 h 565656"/>
                  <a:gd name="connsiteX128" fmla="*/ 899688 w 4210903"/>
                  <a:gd name="connsiteY128" fmla="*/ 157020 h 565656"/>
                  <a:gd name="connsiteX129" fmla="*/ 936386 w 4210903"/>
                  <a:gd name="connsiteY129" fmla="*/ 136176 h 565656"/>
                  <a:gd name="connsiteX130" fmla="*/ 972475 w 4210903"/>
                  <a:gd name="connsiteY130" fmla="*/ 120133 h 565656"/>
                  <a:gd name="connsiteX131" fmla="*/ 989218 w 4210903"/>
                  <a:gd name="connsiteY131" fmla="*/ 120242 h 565656"/>
                  <a:gd name="connsiteX132" fmla="*/ 989909 w 4210903"/>
                  <a:gd name="connsiteY132" fmla="*/ 120199 h 565656"/>
                  <a:gd name="connsiteX133" fmla="*/ 998891 w 4210903"/>
                  <a:gd name="connsiteY133" fmla="*/ 118824 h 565656"/>
                  <a:gd name="connsiteX134" fmla="*/ 1025957 w 4210903"/>
                  <a:gd name="connsiteY134" fmla="*/ 119566 h 565656"/>
                  <a:gd name="connsiteX135" fmla="*/ 1031199 w 4210903"/>
                  <a:gd name="connsiteY135" fmla="*/ 120744 h 565656"/>
                  <a:gd name="connsiteX136" fmla="*/ 1031972 w 4210903"/>
                  <a:gd name="connsiteY136" fmla="*/ 120854 h 565656"/>
                  <a:gd name="connsiteX137" fmla="*/ 1059769 w 4210903"/>
                  <a:gd name="connsiteY137" fmla="*/ 121814 h 565656"/>
                  <a:gd name="connsiteX138" fmla="*/ 1100450 w 4210903"/>
                  <a:gd name="connsiteY138" fmla="*/ 122556 h 565656"/>
                  <a:gd name="connsiteX139" fmla="*/ 1130158 w 4210903"/>
                  <a:gd name="connsiteY139" fmla="*/ 122774 h 565656"/>
                  <a:gd name="connsiteX140" fmla="*/ 1145682 w 4210903"/>
                  <a:gd name="connsiteY140" fmla="*/ 124651 h 565656"/>
                  <a:gd name="connsiteX141" fmla="*/ 1146333 w 4210903"/>
                  <a:gd name="connsiteY141" fmla="*/ 124695 h 565656"/>
                  <a:gd name="connsiteX142" fmla="*/ 1178194 w 4210903"/>
                  <a:gd name="connsiteY142" fmla="*/ 123735 h 565656"/>
                  <a:gd name="connsiteX143" fmla="*/ 1206317 w 4210903"/>
                  <a:gd name="connsiteY143" fmla="*/ 124695 h 565656"/>
                  <a:gd name="connsiteX144" fmla="*/ 1248705 w 4210903"/>
                  <a:gd name="connsiteY144" fmla="*/ 125328 h 565656"/>
                  <a:gd name="connsiteX145" fmla="*/ 1298245 w 4210903"/>
                  <a:gd name="connsiteY145" fmla="*/ 124848 h 565656"/>
                  <a:gd name="connsiteX146" fmla="*/ 1331001 w 4210903"/>
                  <a:gd name="connsiteY146" fmla="*/ 123036 h 565656"/>
                  <a:gd name="connsiteX147" fmla="*/ 1359571 w 4210903"/>
                  <a:gd name="connsiteY147" fmla="*/ 118300 h 565656"/>
                  <a:gd name="connsiteX148" fmla="*/ 1413459 w 4210903"/>
                  <a:gd name="connsiteY148" fmla="*/ 121814 h 565656"/>
                  <a:gd name="connsiteX149" fmla="*/ 1426545 w 4210903"/>
                  <a:gd name="connsiteY149" fmla="*/ 121377 h 565656"/>
                  <a:gd name="connsiteX150" fmla="*/ 1428293 w 4210903"/>
                  <a:gd name="connsiteY150" fmla="*/ 121268 h 565656"/>
                  <a:gd name="connsiteX151" fmla="*/ 1444264 w 4210903"/>
                  <a:gd name="connsiteY151" fmla="*/ 122447 h 565656"/>
                  <a:gd name="connsiteX152" fmla="*/ 1444955 w 4210903"/>
                  <a:gd name="connsiteY152" fmla="*/ 122447 h 565656"/>
                  <a:gd name="connsiteX153" fmla="*/ 1466210 w 4210903"/>
                  <a:gd name="connsiteY153" fmla="*/ 120744 h 565656"/>
                  <a:gd name="connsiteX154" fmla="*/ 1476939 w 4210903"/>
                  <a:gd name="connsiteY154" fmla="*/ 118889 h 565656"/>
                  <a:gd name="connsiteX155" fmla="*/ 1485717 w 4210903"/>
                  <a:gd name="connsiteY155" fmla="*/ 118038 h 565656"/>
                  <a:gd name="connsiteX156" fmla="*/ 1515872 w 4210903"/>
                  <a:gd name="connsiteY156" fmla="*/ 115593 h 565656"/>
                  <a:gd name="connsiteX157" fmla="*/ 1519895 w 4210903"/>
                  <a:gd name="connsiteY157" fmla="*/ 115179 h 565656"/>
                  <a:gd name="connsiteX158" fmla="*/ 1520627 w 4210903"/>
                  <a:gd name="connsiteY158" fmla="*/ 115026 h 565656"/>
                  <a:gd name="connsiteX159" fmla="*/ 1548100 w 4210903"/>
                  <a:gd name="connsiteY159" fmla="*/ 106492 h 565656"/>
                  <a:gd name="connsiteX160" fmla="*/ 1593860 w 4210903"/>
                  <a:gd name="connsiteY160" fmla="*/ 108783 h 565656"/>
                  <a:gd name="connsiteX161" fmla="*/ 1594592 w 4210903"/>
                  <a:gd name="connsiteY161" fmla="*/ 108718 h 565656"/>
                  <a:gd name="connsiteX162" fmla="*/ 1603004 w 4210903"/>
                  <a:gd name="connsiteY162" fmla="*/ 107758 h 565656"/>
                  <a:gd name="connsiteX163" fmla="*/ 1630314 w 4210903"/>
                  <a:gd name="connsiteY163" fmla="*/ 107496 h 565656"/>
                  <a:gd name="connsiteX164" fmla="*/ 1714358 w 4210903"/>
                  <a:gd name="connsiteY164" fmla="*/ 103436 h 565656"/>
                  <a:gd name="connsiteX165" fmla="*/ 1715699 w 4210903"/>
                  <a:gd name="connsiteY165" fmla="*/ 103174 h 565656"/>
                  <a:gd name="connsiteX166" fmla="*/ 1722161 w 4210903"/>
                  <a:gd name="connsiteY166" fmla="*/ 100511 h 565656"/>
                  <a:gd name="connsiteX167" fmla="*/ 1745773 w 4210903"/>
                  <a:gd name="connsiteY167" fmla="*/ 99071 h 565656"/>
                  <a:gd name="connsiteX168" fmla="*/ 1819981 w 4210903"/>
                  <a:gd name="connsiteY168" fmla="*/ 101319 h 565656"/>
                  <a:gd name="connsiteX169" fmla="*/ 1923369 w 4210903"/>
                  <a:gd name="connsiteY169" fmla="*/ 101908 h 565656"/>
                  <a:gd name="connsiteX170" fmla="*/ 2029196 w 4210903"/>
                  <a:gd name="connsiteY170" fmla="*/ 109373 h 565656"/>
                  <a:gd name="connsiteX171" fmla="*/ 2031147 w 4210903"/>
                  <a:gd name="connsiteY171" fmla="*/ 109067 h 565656"/>
                  <a:gd name="connsiteX172" fmla="*/ 2060367 w 4210903"/>
                  <a:gd name="connsiteY172" fmla="*/ 95949 h 565656"/>
                  <a:gd name="connsiteX173" fmla="*/ 2166478 w 4210903"/>
                  <a:gd name="connsiteY173" fmla="*/ 99682 h 565656"/>
                  <a:gd name="connsiteX174" fmla="*/ 2168551 w 4210903"/>
                  <a:gd name="connsiteY174" fmla="*/ 99202 h 565656"/>
                  <a:gd name="connsiteX175" fmla="*/ 2197324 w 4210903"/>
                  <a:gd name="connsiteY175" fmla="*/ 80234 h 565656"/>
                  <a:gd name="connsiteX176" fmla="*/ 2291893 w 4210903"/>
                  <a:gd name="connsiteY176" fmla="*/ 80824 h 565656"/>
                  <a:gd name="connsiteX177" fmla="*/ 2293844 w 4210903"/>
                  <a:gd name="connsiteY177" fmla="*/ 80343 h 565656"/>
                  <a:gd name="connsiteX178" fmla="*/ 2320138 w 4210903"/>
                  <a:gd name="connsiteY178" fmla="*/ 63231 h 565656"/>
                  <a:gd name="connsiteX179" fmla="*/ 2321682 w 4210903"/>
                  <a:gd name="connsiteY179" fmla="*/ 62599 h 565656"/>
                  <a:gd name="connsiteX180" fmla="*/ 2335987 w 4210903"/>
                  <a:gd name="connsiteY180" fmla="*/ 60743 h 565656"/>
                  <a:gd name="connsiteX181" fmla="*/ 2441895 w 4210903"/>
                  <a:gd name="connsiteY181" fmla="*/ 62075 h 565656"/>
                  <a:gd name="connsiteX182" fmla="*/ 2444008 w 4210903"/>
                  <a:gd name="connsiteY182" fmla="*/ 61551 h 565656"/>
                  <a:gd name="connsiteX183" fmla="*/ 2469815 w 4210903"/>
                  <a:gd name="connsiteY183" fmla="*/ 42584 h 565656"/>
                  <a:gd name="connsiteX184" fmla="*/ 2493020 w 4210903"/>
                  <a:gd name="connsiteY184" fmla="*/ 33635 h 565656"/>
                  <a:gd name="connsiteX185" fmla="*/ 2598969 w 4210903"/>
                  <a:gd name="connsiteY185" fmla="*/ 17112 h 565656"/>
                  <a:gd name="connsiteX186" fmla="*/ 2628636 w 4210903"/>
                  <a:gd name="connsiteY186" fmla="*/ 17177 h 565656"/>
                  <a:gd name="connsiteX187" fmla="*/ 2629327 w 4210903"/>
                  <a:gd name="connsiteY187" fmla="*/ 17112 h 565656"/>
                  <a:gd name="connsiteX188" fmla="*/ 2723083 w 4210903"/>
                  <a:gd name="connsiteY188" fmla="*/ 2990 h 565656"/>
                  <a:gd name="connsiteX189" fmla="*/ 2823667 w 4210903"/>
                  <a:gd name="connsiteY189" fmla="*/ 8534 h 565656"/>
                  <a:gd name="connsiteX190" fmla="*/ 2921569 w 4210903"/>
                  <a:gd name="connsiteY190" fmla="*/ 19033 h 565656"/>
                  <a:gd name="connsiteX191" fmla="*/ 3016545 w 4210903"/>
                  <a:gd name="connsiteY191" fmla="*/ 46425 h 565656"/>
                  <a:gd name="connsiteX192" fmla="*/ 3109610 w 4210903"/>
                  <a:gd name="connsiteY192" fmla="*/ 76633 h 565656"/>
                  <a:gd name="connsiteX193" fmla="*/ 3201741 w 4210903"/>
                  <a:gd name="connsiteY193" fmla="*/ 102476 h 565656"/>
                  <a:gd name="connsiteX194" fmla="*/ 3294644 w 4210903"/>
                  <a:gd name="connsiteY194" fmla="*/ 131025 h 565656"/>
                  <a:gd name="connsiteX195" fmla="*/ 3389173 w 4210903"/>
                  <a:gd name="connsiteY195" fmla="*/ 155318 h 565656"/>
                  <a:gd name="connsiteX196" fmla="*/ 3485287 w 4210903"/>
                  <a:gd name="connsiteY196" fmla="*/ 174831 h 565656"/>
                  <a:gd name="connsiteX197" fmla="*/ 3582660 w 4210903"/>
                  <a:gd name="connsiteY197" fmla="*/ 194911 h 565656"/>
                  <a:gd name="connsiteX198" fmla="*/ 3681740 w 4210903"/>
                  <a:gd name="connsiteY198" fmla="*/ 219531 h 565656"/>
                  <a:gd name="connsiteX199" fmla="*/ 3781552 w 4210903"/>
                  <a:gd name="connsiteY199" fmla="*/ 257684 h 565656"/>
                  <a:gd name="connsiteX200" fmla="*/ 3881323 w 4210903"/>
                  <a:gd name="connsiteY200" fmla="*/ 286779 h 565656"/>
                  <a:gd name="connsiteX201" fmla="*/ 3981338 w 4210903"/>
                  <a:gd name="connsiteY201" fmla="*/ 315132 h 565656"/>
                  <a:gd name="connsiteX202" fmla="*/ 4081313 w 4210903"/>
                  <a:gd name="connsiteY202" fmla="*/ 338421 h 565656"/>
                  <a:gd name="connsiteX203" fmla="*/ 4181572 w 4210903"/>
                  <a:gd name="connsiteY203" fmla="*/ 360858 h 565656"/>
                  <a:gd name="connsiteX204" fmla="*/ 4207622 w 4210903"/>
                  <a:gd name="connsiteY204" fmla="*/ 365114 h 565656"/>
                  <a:gd name="connsiteX205" fmla="*/ 4210792 w 4210903"/>
                  <a:gd name="connsiteY205" fmla="*/ 364154 h 565656"/>
                  <a:gd name="connsiteX206" fmla="*/ 4209085 w 4210903"/>
                  <a:gd name="connsiteY206" fmla="*/ 362386 h 56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4210903" h="565656">
                    <a:moveTo>
                      <a:pt x="4209248" y="362255"/>
                    </a:moveTo>
                    <a:lnTo>
                      <a:pt x="4183401" y="358108"/>
                    </a:lnTo>
                    <a:lnTo>
                      <a:pt x="4083426" y="335670"/>
                    </a:lnTo>
                    <a:lnTo>
                      <a:pt x="3983655" y="312447"/>
                    </a:lnTo>
                    <a:lnTo>
                      <a:pt x="3883884" y="284138"/>
                    </a:lnTo>
                    <a:lnTo>
                      <a:pt x="3784356" y="255152"/>
                    </a:lnTo>
                    <a:lnTo>
                      <a:pt x="3684382" y="216934"/>
                    </a:lnTo>
                    <a:lnTo>
                      <a:pt x="3584773" y="192205"/>
                    </a:lnTo>
                    <a:lnTo>
                      <a:pt x="3487237" y="172015"/>
                    </a:lnTo>
                    <a:lnTo>
                      <a:pt x="3391286" y="152567"/>
                    </a:lnTo>
                    <a:lnTo>
                      <a:pt x="3297083" y="128384"/>
                    </a:lnTo>
                    <a:lnTo>
                      <a:pt x="3204261" y="99813"/>
                    </a:lnTo>
                    <a:lnTo>
                      <a:pt x="3112171" y="74014"/>
                    </a:lnTo>
                    <a:lnTo>
                      <a:pt x="3019105" y="43806"/>
                    </a:lnTo>
                    <a:lnTo>
                      <a:pt x="2923764" y="16304"/>
                    </a:lnTo>
                    <a:cubicBezTo>
                      <a:pt x="2923520" y="16261"/>
                      <a:pt x="2923317" y="16195"/>
                      <a:pt x="2923073" y="16152"/>
                    </a:cubicBezTo>
                    <a:lnTo>
                      <a:pt x="2824521" y="5544"/>
                    </a:lnTo>
                    <a:lnTo>
                      <a:pt x="2723287" y="0"/>
                    </a:lnTo>
                    <a:cubicBezTo>
                      <a:pt x="2723002" y="0"/>
                      <a:pt x="2722636" y="0"/>
                      <a:pt x="2722352" y="44"/>
                    </a:cubicBezTo>
                    <a:lnTo>
                      <a:pt x="2628433" y="14165"/>
                    </a:lnTo>
                    <a:lnTo>
                      <a:pt x="2598766" y="14122"/>
                    </a:lnTo>
                    <a:cubicBezTo>
                      <a:pt x="2598522" y="14122"/>
                      <a:pt x="2598278" y="14165"/>
                      <a:pt x="2598075" y="14165"/>
                    </a:cubicBezTo>
                    <a:lnTo>
                      <a:pt x="2491354" y="30797"/>
                    </a:lnTo>
                    <a:cubicBezTo>
                      <a:pt x="2491070" y="30863"/>
                      <a:pt x="2490826" y="30906"/>
                      <a:pt x="2490541" y="31016"/>
                    </a:cubicBezTo>
                    <a:lnTo>
                      <a:pt x="2466686" y="40226"/>
                    </a:lnTo>
                    <a:cubicBezTo>
                      <a:pt x="2466482" y="40292"/>
                      <a:pt x="2466279" y="40379"/>
                      <a:pt x="2466157" y="40554"/>
                    </a:cubicBezTo>
                    <a:lnTo>
                      <a:pt x="2440879" y="59106"/>
                    </a:lnTo>
                    <a:lnTo>
                      <a:pt x="2335865" y="57775"/>
                    </a:lnTo>
                    <a:cubicBezTo>
                      <a:pt x="2335865" y="57775"/>
                      <a:pt x="2335459" y="57775"/>
                      <a:pt x="2335256" y="57818"/>
                    </a:cubicBezTo>
                    <a:lnTo>
                      <a:pt x="2320138" y="59783"/>
                    </a:lnTo>
                    <a:cubicBezTo>
                      <a:pt x="2319772" y="59848"/>
                      <a:pt x="2319447" y="59892"/>
                      <a:pt x="2319162" y="60045"/>
                    </a:cubicBezTo>
                    <a:lnTo>
                      <a:pt x="2316846" y="61049"/>
                    </a:lnTo>
                    <a:lnTo>
                      <a:pt x="2291893" y="77310"/>
                    </a:lnTo>
                    <a:lnTo>
                      <a:pt x="2290999" y="77833"/>
                    </a:lnTo>
                    <a:lnTo>
                      <a:pt x="2196389" y="77244"/>
                    </a:lnTo>
                    <a:cubicBezTo>
                      <a:pt x="2195535" y="77135"/>
                      <a:pt x="2194926" y="77397"/>
                      <a:pt x="2194398" y="77724"/>
                    </a:cubicBezTo>
                    <a:lnTo>
                      <a:pt x="2165665" y="96692"/>
                    </a:lnTo>
                    <a:lnTo>
                      <a:pt x="2059838" y="92959"/>
                    </a:lnTo>
                    <a:cubicBezTo>
                      <a:pt x="2059229" y="92916"/>
                      <a:pt x="2058538" y="93025"/>
                      <a:pt x="2058050" y="93287"/>
                    </a:cubicBezTo>
                    <a:lnTo>
                      <a:pt x="2028952" y="106339"/>
                    </a:lnTo>
                    <a:lnTo>
                      <a:pt x="1923938" y="98983"/>
                    </a:lnTo>
                    <a:lnTo>
                      <a:pt x="1820347" y="98350"/>
                    </a:lnTo>
                    <a:lnTo>
                      <a:pt x="1745813" y="96124"/>
                    </a:lnTo>
                    <a:lnTo>
                      <a:pt x="1721104" y="97608"/>
                    </a:lnTo>
                    <a:cubicBezTo>
                      <a:pt x="1720657" y="97674"/>
                      <a:pt x="1720210" y="97783"/>
                      <a:pt x="1719844" y="97936"/>
                    </a:cubicBezTo>
                    <a:lnTo>
                      <a:pt x="1713382" y="100555"/>
                    </a:lnTo>
                    <a:lnTo>
                      <a:pt x="1630233" y="104549"/>
                    </a:lnTo>
                    <a:lnTo>
                      <a:pt x="1602598" y="104877"/>
                    </a:lnTo>
                    <a:lnTo>
                      <a:pt x="1594104" y="105837"/>
                    </a:lnTo>
                    <a:lnTo>
                      <a:pt x="1547896" y="103545"/>
                    </a:lnTo>
                    <a:cubicBezTo>
                      <a:pt x="1547368" y="103501"/>
                      <a:pt x="1546921" y="103611"/>
                      <a:pt x="1546433" y="103720"/>
                    </a:cubicBezTo>
                    <a:lnTo>
                      <a:pt x="1518595" y="112363"/>
                    </a:lnTo>
                    <a:lnTo>
                      <a:pt x="1484904" y="115179"/>
                    </a:lnTo>
                    <a:lnTo>
                      <a:pt x="1478890" y="115877"/>
                    </a:lnTo>
                    <a:lnTo>
                      <a:pt x="1476004" y="116095"/>
                    </a:lnTo>
                    <a:lnTo>
                      <a:pt x="1465194" y="117972"/>
                    </a:lnTo>
                    <a:lnTo>
                      <a:pt x="1444671" y="119566"/>
                    </a:lnTo>
                    <a:lnTo>
                      <a:pt x="1428496" y="118387"/>
                    </a:lnTo>
                    <a:lnTo>
                      <a:pt x="1413703" y="118976"/>
                    </a:lnTo>
                    <a:lnTo>
                      <a:pt x="1359774" y="115397"/>
                    </a:lnTo>
                    <a:cubicBezTo>
                      <a:pt x="1359408" y="115353"/>
                      <a:pt x="1359042" y="115397"/>
                      <a:pt x="1358717" y="115441"/>
                    </a:cubicBezTo>
                    <a:lnTo>
                      <a:pt x="1330066" y="120242"/>
                    </a:lnTo>
                    <a:lnTo>
                      <a:pt x="1298001" y="121945"/>
                    </a:lnTo>
                    <a:lnTo>
                      <a:pt x="1248786" y="122425"/>
                    </a:lnTo>
                    <a:lnTo>
                      <a:pt x="1206561" y="121792"/>
                    </a:lnTo>
                    <a:lnTo>
                      <a:pt x="1178560" y="120832"/>
                    </a:lnTo>
                    <a:lnTo>
                      <a:pt x="1177829" y="120832"/>
                    </a:lnTo>
                    <a:lnTo>
                      <a:pt x="1146454" y="121792"/>
                    </a:lnTo>
                    <a:lnTo>
                      <a:pt x="1130767" y="119937"/>
                    </a:lnTo>
                    <a:lnTo>
                      <a:pt x="1100572" y="119675"/>
                    </a:lnTo>
                    <a:lnTo>
                      <a:pt x="1060054" y="118976"/>
                    </a:lnTo>
                    <a:lnTo>
                      <a:pt x="1032784" y="117951"/>
                    </a:lnTo>
                    <a:lnTo>
                      <a:pt x="1027461" y="116772"/>
                    </a:lnTo>
                    <a:cubicBezTo>
                      <a:pt x="1027217" y="116728"/>
                      <a:pt x="1026973" y="116663"/>
                      <a:pt x="1026648" y="116663"/>
                    </a:cubicBezTo>
                    <a:lnTo>
                      <a:pt x="998728" y="115921"/>
                    </a:lnTo>
                    <a:cubicBezTo>
                      <a:pt x="998484" y="115921"/>
                      <a:pt x="998159" y="115921"/>
                      <a:pt x="997956" y="115986"/>
                    </a:cubicBezTo>
                    <a:lnTo>
                      <a:pt x="988853" y="117361"/>
                    </a:lnTo>
                    <a:lnTo>
                      <a:pt x="971581" y="117252"/>
                    </a:lnTo>
                    <a:cubicBezTo>
                      <a:pt x="970971" y="117361"/>
                      <a:pt x="970443" y="117361"/>
                      <a:pt x="969996" y="117580"/>
                    </a:cubicBezTo>
                    <a:lnTo>
                      <a:pt x="932973" y="134037"/>
                    </a:lnTo>
                    <a:lnTo>
                      <a:pt x="895909" y="154990"/>
                    </a:lnTo>
                    <a:lnTo>
                      <a:pt x="867623" y="168261"/>
                    </a:lnTo>
                    <a:lnTo>
                      <a:pt x="858479" y="172430"/>
                    </a:lnTo>
                    <a:cubicBezTo>
                      <a:pt x="858479" y="172430"/>
                      <a:pt x="858073" y="172539"/>
                      <a:pt x="857870" y="172648"/>
                    </a:cubicBezTo>
                    <a:lnTo>
                      <a:pt x="820603" y="189389"/>
                    </a:lnTo>
                    <a:cubicBezTo>
                      <a:pt x="820359" y="189433"/>
                      <a:pt x="820115" y="189542"/>
                      <a:pt x="819912" y="189651"/>
                    </a:cubicBezTo>
                    <a:lnTo>
                      <a:pt x="781223" y="208312"/>
                    </a:lnTo>
                    <a:lnTo>
                      <a:pt x="742371" y="231863"/>
                    </a:lnTo>
                    <a:lnTo>
                      <a:pt x="742249" y="231929"/>
                    </a:lnTo>
                    <a:cubicBezTo>
                      <a:pt x="742249" y="231929"/>
                      <a:pt x="742046" y="232038"/>
                      <a:pt x="741924" y="232082"/>
                    </a:cubicBezTo>
                    <a:lnTo>
                      <a:pt x="703235" y="248866"/>
                    </a:lnTo>
                    <a:lnTo>
                      <a:pt x="652394" y="243475"/>
                    </a:lnTo>
                    <a:lnTo>
                      <a:pt x="543032" y="238259"/>
                    </a:lnTo>
                    <a:cubicBezTo>
                      <a:pt x="542463" y="238215"/>
                      <a:pt x="541853" y="238324"/>
                      <a:pt x="541365" y="238477"/>
                    </a:cubicBezTo>
                    <a:lnTo>
                      <a:pt x="499831" y="254738"/>
                    </a:lnTo>
                    <a:lnTo>
                      <a:pt x="457728" y="271937"/>
                    </a:lnTo>
                    <a:lnTo>
                      <a:pt x="410423" y="289093"/>
                    </a:lnTo>
                    <a:cubicBezTo>
                      <a:pt x="410139" y="289202"/>
                      <a:pt x="409854" y="289354"/>
                      <a:pt x="409651" y="289529"/>
                    </a:cubicBezTo>
                    <a:lnTo>
                      <a:pt x="362915" y="331567"/>
                    </a:lnTo>
                    <a:lnTo>
                      <a:pt x="315610" y="371684"/>
                    </a:lnTo>
                    <a:lnTo>
                      <a:pt x="267736" y="403704"/>
                    </a:lnTo>
                    <a:lnTo>
                      <a:pt x="169672" y="467874"/>
                    </a:lnTo>
                    <a:lnTo>
                      <a:pt x="119482" y="497667"/>
                    </a:lnTo>
                    <a:lnTo>
                      <a:pt x="68600" y="528202"/>
                    </a:lnTo>
                    <a:lnTo>
                      <a:pt x="17069" y="555114"/>
                    </a:lnTo>
                    <a:lnTo>
                      <a:pt x="0" y="562143"/>
                    </a:lnTo>
                    <a:lnTo>
                      <a:pt x="0" y="565657"/>
                    </a:lnTo>
                    <a:lnTo>
                      <a:pt x="20279" y="557232"/>
                    </a:lnTo>
                    <a:lnTo>
                      <a:pt x="72177" y="530210"/>
                    </a:lnTo>
                    <a:lnTo>
                      <a:pt x="123220" y="499566"/>
                    </a:lnTo>
                    <a:lnTo>
                      <a:pt x="173492" y="469729"/>
                    </a:lnTo>
                    <a:lnTo>
                      <a:pt x="271678" y="405515"/>
                    </a:lnTo>
                    <a:lnTo>
                      <a:pt x="319796" y="373343"/>
                    </a:lnTo>
                    <a:lnTo>
                      <a:pt x="367264" y="333051"/>
                    </a:lnTo>
                    <a:lnTo>
                      <a:pt x="413715" y="291275"/>
                    </a:lnTo>
                    <a:lnTo>
                      <a:pt x="458175" y="275298"/>
                    </a:lnTo>
                    <a:lnTo>
                      <a:pt x="502879" y="257029"/>
                    </a:lnTo>
                    <a:lnTo>
                      <a:pt x="543601" y="241096"/>
                    </a:lnTo>
                    <a:lnTo>
                      <a:pt x="651744" y="246269"/>
                    </a:lnTo>
                    <a:lnTo>
                      <a:pt x="703438" y="251747"/>
                    </a:lnTo>
                    <a:cubicBezTo>
                      <a:pt x="704210" y="251813"/>
                      <a:pt x="704941" y="251747"/>
                      <a:pt x="705510" y="251485"/>
                    </a:cubicBezTo>
                    <a:lnTo>
                      <a:pt x="744809" y="234439"/>
                    </a:lnTo>
                    <a:cubicBezTo>
                      <a:pt x="745053" y="234330"/>
                      <a:pt x="745256" y="234286"/>
                      <a:pt x="745460" y="234177"/>
                    </a:cubicBezTo>
                    <a:lnTo>
                      <a:pt x="784352" y="210561"/>
                    </a:lnTo>
                    <a:lnTo>
                      <a:pt x="823041" y="191921"/>
                    </a:lnTo>
                    <a:cubicBezTo>
                      <a:pt x="823041" y="191921"/>
                      <a:pt x="823285" y="191812"/>
                      <a:pt x="823407" y="191768"/>
                    </a:cubicBezTo>
                    <a:lnTo>
                      <a:pt x="860918" y="174983"/>
                    </a:lnTo>
                    <a:cubicBezTo>
                      <a:pt x="861162" y="174918"/>
                      <a:pt x="861365" y="174874"/>
                      <a:pt x="861568" y="174765"/>
                    </a:cubicBezTo>
                    <a:lnTo>
                      <a:pt x="899688" y="157020"/>
                    </a:lnTo>
                    <a:lnTo>
                      <a:pt x="936386" y="136176"/>
                    </a:lnTo>
                    <a:lnTo>
                      <a:pt x="972475" y="120133"/>
                    </a:lnTo>
                    <a:lnTo>
                      <a:pt x="989218" y="120242"/>
                    </a:lnTo>
                    <a:cubicBezTo>
                      <a:pt x="989462" y="120242"/>
                      <a:pt x="989665" y="120242"/>
                      <a:pt x="989909" y="120199"/>
                    </a:cubicBezTo>
                    <a:lnTo>
                      <a:pt x="998891" y="118824"/>
                    </a:lnTo>
                    <a:lnTo>
                      <a:pt x="1025957" y="119566"/>
                    </a:lnTo>
                    <a:lnTo>
                      <a:pt x="1031199" y="120744"/>
                    </a:lnTo>
                    <a:cubicBezTo>
                      <a:pt x="1031484" y="120788"/>
                      <a:pt x="1031768" y="120788"/>
                      <a:pt x="1031972" y="120854"/>
                    </a:cubicBezTo>
                    <a:lnTo>
                      <a:pt x="1059769" y="121814"/>
                    </a:lnTo>
                    <a:lnTo>
                      <a:pt x="1100450" y="122556"/>
                    </a:lnTo>
                    <a:lnTo>
                      <a:pt x="1130158" y="122774"/>
                    </a:lnTo>
                    <a:lnTo>
                      <a:pt x="1145682" y="124651"/>
                    </a:lnTo>
                    <a:cubicBezTo>
                      <a:pt x="1145682" y="124651"/>
                      <a:pt x="1146129" y="124695"/>
                      <a:pt x="1146333" y="124695"/>
                    </a:cubicBezTo>
                    <a:lnTo>
                      <a:pt x="1178194" y="123735"/>
                    </a:lnTo>
                    <a:lnTo>
                      <a:pt x="1206317" y="124695"/>
                    </a:lnTo>
                    <a:lnTo>
                      <a:pt x="1248705" y="125328"/>
                    </a:lnTo>
                    <a:lnTo>
                      <a:pt x="1298245" y="124848"/>
                    </a:lnTo>
                    <a:lnTo>
                      <a:pt x="1331001" y="123036"/>
                    </a:lnTo>
                    <a:lnTo>
                      <a:pt x="1359571" y="118300"/>
                    </a:lnTo>
                    <a:lnTo>
                      <a:pt x="1413459" y="121814"/>
                    </a:lnTo>
                    <a:lnTo>
                      <a:pt x="1426545" y="121377"/>
                    </a:lnTo>
                    <a:lnTo>
                      <a:pt x="1428293" y="121268"/>
                    </a:lnTo>
                    <a:lnTo>
                      <a:pt x="1444264" y="122447"/>
                    </a:lnTo>
                    <a:lnTo>
                      <a:pt x="1444955" y="122447"/>
                    </a:lnTo>
                    <a:lnTo>
                      <a:pt x="1466210" y="120744"/>
                    </a:lnTo>
                    <a:lnTo>
                      <a:pt x="1476939" y="118889"/>
                    </a:lnTo>
                    <a:lnTo>
                      <a:pt x="1485717" y="118038"/>
                    </a:lnTo>
                    <a:lnTo>
                      <a:pt x="1515872" y="115593"/>
                    </a:lnTo>
                    <a:lnTo>
                      <a:pt x="1519895" y="115179"/>
                    </a:lnTo>
                    <a:cubicBezTo>
                      <a:pt x="1520139" y="115113"/>
                      <a:pt x="1520383" y="115070"/>
                      <a:pt x="1520627" y="115026"/>
                    </a:cubicBezTo>
                    <a:lnTo>
                      <a:pt x="1548100" y="106492"/>
                    </a:lnTo>
                    <a:lnTo>
                      <a:pt x="1593860" y="108783"/>
                    </a:lnTo>
                    <a:cubicBezTo>
                      <a:pt x="1594104" y="108783"/>
                      <a:pt x="1594348" y="108783"/>
                      <a:pt x="1594592" y="108718"/>
                    </a:cubicBezTo>
                    <a:lnTo>
                      <a:pt x="1603004" y="107758"/>
                    </a:lnTo>
                    <a:lnTo>
                      <a:pt x="1630314" y="107496"/>
                    </a:lnTo>
                    <a:lnTo>
                      <a:pt x="1714358" y="103436"/>
                    </a:lnTo>
                    <a:cubicBezTo>
                      <a:pt x="1714846" y="103436"/>
                      <a:pt x="1715293" y="103327"/>
                      <a:pt x="1715699" y="103174"/>
                    </a:cubicBezTo>
                    <a:lnTo>
                      <a:pt x="1722161" y="100511"/>
                    </a:lnTo>
                    <a:lnTo>
                      <a:pt x="1745773" y="99071"/>
                    </a:lnTo>
                    <a:lnTo>
                      <a:pt x="1819981" y="101319"/>
                    </a:lnTo>
                    <a:lnTo>
                      <a:pt x="1923369" y="101908"/>
                    </a:lnTo>
                    <a:lnTo>
                      <a:pt x="2029196" y="109373"/>
                    </a:lnTo>
                    <a:cubicBezTo>
                      <a:pt x="2029887" y="109438"/>
                      <a:pt x="2030578" y="109329"/>
                      <a:pt x="2031147" y="109067"/>
                    </a:cubicBezTo>
                    <a:lnTo>
                      <a:pt x="2060367" y="95949"/>
                    </a:lnTo>
                    <a:lnTo>
                      <a:pt x="2166478" y="99682"/>
                    </a:lnTo>
                    <a:cubicBezTo>
                      <a:pt x="2167169" y="99725"/>
                      <a:pt x="2168063" y="99529"/>
                      <a:pt x="2168551" y="99202"/>
                    </a:cubicBezTo>
                    <a:lnTo>
                      <a:pt x="2197324" y="80234"/>
                    </a:lnTo>
                    <a:lnTo>
                      <a:pt x="2291893" y="80824"/>
                    </a:lnTo>
                    <a:cubicBezTo>
                      <a:pt x="2292665" y="80889"/>
                      <a:pt x="2293356" y="80671"/>
                      <a:pt x="2293844" y="80343"/>
                    </a:cubicBezTo>
                    <a:lnTo>
                      <a:pt x="2320138" y="63231"/>
                    </a:lnTo>
                    <a:lnTo>
                      <a:pt x="2321682" y="62599"/>
                    </a:lnTo>
                    <a:lnTo>
                      <a:pt x="2335987" y="60743"/>
                    </a:lnTo>
                    <a:lnTo>
                      <a:pt x="2441895" y="62075"/>
                    </a:lnTo>
                    <a:cubicBezTo>
                      <a:pt x="2442586" y="62075"/>
                      <a:pt x="2443521" y="61922"/>
                      <a:pt x="2444008" y="61551"/>
                    </a:cubicBezTo>
                    <a:lnTo>
                      <a:pt x="2469815" y="42584"/>
                    </a:lnTo>
                    <a:lnTo>
                      <a:pt x="2493020" y="33635"/>
                    </a:lnTo>
                    <a:lnTo>
                      <a:pt x="2598969" y="17112"/>
                    </a:lnTo>
                    <a:lnTo>
                      <a:pt x="2628636" y="17177"/>
                    </a:lnTo>
                    <a:cubicBezTo>
                      <a:pt x="2628880" y="17177"/>
                      <a:pt x="2629083" y="17112"/>
                      <a:pt x="2629327" y="17112"/>
                    </a:cubicBezTo>
                    <a:lnTo>
                      <a:pt x="2723083" y="2990"/>
                    </a:lnTo>
                    <a:lnTo>
                      <a:pt x="2823667" y="8534"/>
                    </a:lnTo>
                    <a:lnTo>
                      <a:pt x="2921569" y="19033"/>
                    </a:lnTo>
                    <a:lnTo>
                      <a:pt x="3016545" y="46425"/>
                    </a:lnTo>
                    <a:lnTo>
                      <a:pt x="3109610" y="76633"/>
                    </a:lnTo>
                    <a:lnTo>
                      <a:pt x="3201741" y="102476"/>
                    </a:lnTo>
                    <a:lnTo>
                      <a:pt x="3294644" y="131025"/>
                    </a:lnTo>
                    <a:lnTo>
                      <a:pt x="3389173" y="155318"/>
                    </a:lnTo>
                    <a:lnTo>
                      <a:pt x="3485287" y="174831"/>
                    </a:lnTo>
                    <a:lnTo>
                      <a:pt x="3582660" y="194911"/>
                    </a:lnTo>
                    <a:lnTo>
                      <a:pt x="3681740" y="219531"/>
                    </a:lnTo>
                    <a:lnTo>
                      <a:pt x="3781552" y="257684"/>
                    </a:lnTo>
                    <a:lnTo>
                      <a:pt x="3881323" y="286779"/>
                    </a:lnTo>
                    <a:lnTo>
                      <a:pt x="3981338" y="315132"/>
                    </a:lnTo>
                    <a:lnTo>
                      <a:pt x="4081313" y="338421"/>
                    </a:lnTo>
                    <a:lnTo>
                      <a:pt x="4181572" y="360858"/>
                    </a:lnTo>
                    <a:lnTo>
                      <a:pt x="4207622" y="365114"/>
                    </a:lnTo>
                    <a:cubicBezTo>
                      <a:pt x="4209004" y="365333"/>
                      <a:pt x="4210385" y="364896"/>
                      <a:pt x="4210792" y="364154"/>
                    </a:cubicBezTo>
                    <a:cubicBezTo>
                      <a:pt x="4211198" y="363412"/>
                      <a:pt x="4210467" y="362648"/>
                      <a:pt x="4209085" y="36238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2" name="Freeform: Shape 421">
                <a:extLst>
                  <a:ext uri="{FF2B5EF4-FFF2-40B4-BE49-F238E27FC236}">
                    <a16:creationId xmlns:a16="http://schemas.microsoft.com/office/drawing/2014/main" id="{9707D067-8C30-4DBB-A577-E15548E1CCE8}"/>
                  </a:ext>
                </a:extLst>
              </p:cNvPr>
              <p:cNvSpPr/>
              <p:nvPr/>
            </p:nvSpPr>
            <p:spPr>
              <a:xfrm>
                <a:off x="7571545" y="6734412"/>
                <a:ext cx="102343" cy="168480"/>
              </a:xfrm>
              <a:custGeom>
                <a:avLst/>
                <a:gdLst>
                  <a:gd name="connsiteX0" fmla="*/ 15211 w 102343"/>
                  <a:gd name="connsiteY0" fmla="*/ 16765 h 168480"/>
                  <a:gd name="connsiteX1" fmla="*/ 30695 w 102343"/>
                  <a:gd name="connsiteY1" fmla="*/ 42869 h 168480"/>
                  <a:gd name="connsiteX2" fmla="*/ 46748 w 102343"/>
                  <a:gd name="connsiteY2" fmla="*/ 76875 h 168480"/>
                  <a:gd name="connsiteX3" fmla="*/ 63126 w 102343"/>
                  <a:gd name="connsiteY3" fmla="*/ 108698 h 168480"/>
                  <a:gd name="connsiteX4" fmla="*/ 79910 w 102343"/>
                  <a:gd name="connsiteY4" fmla="*/ 139342 h 168480"/>
                  <a:gd name="connsiteX5" fmla="*/ 96979 w 102343"/>
                  <a:gd name="connsiteY5" fmla="*/ 168481 h 168480"/>
                  <a:gd name="connsiteX6" fmla="*/ 102344 w 102343"/>
                  <a:gd name="connsiteY6" fmla="*/ 168481 h 168480"/>
                  <a:gd name="connsiteX7" fmla="*/ 101937 w 102343"/>
                  <a:gd name="connsiteY7" fmla="*/ 167892 h 168480"/>
                  <a:gd name="connsiteX8" fmla="*/ 84787 w 102343"/>
                  <a:gd name="connsiteY8" fmla="*/ 138535 h 168480"/>
                  <a:gd name="connsiteX9" fmla="*/ 68043 w 102343"/>
                  <a:gd name="connsiteY9" fmla="*/ 107890 h 168480"/>
                  <a:gd name="connsiteX10" fmla="*/ 51666 w 102343"/>
                  <a:gd name="connsiteY10" fmla="*/ 76133 h 168480"/>
                  <a:gd name="connsiteX11" fmla="*/ 35572 w 102343"/>
                  <a:gd name="connsiteY11" fmla="*/ 42083 h 168480"/>
                  <a:gd name="connsiteX12" fmla="*/ 19885 w 102343"/>
                  <a:gd name="connsiteY12" fmla="*/ 15651 h 168480"/>
                  <a:gd name="connsiteX13" fmla="*/ 4686 w 102343"/>
                  <a:gd name="connsiteY13" fmla="*/ 744 h 168480"/>
                  <a:gd name="connsiteX14" fmla="*/ 1231 w 102343"/>
                  <a:gd name="connsiteY14" fmla="*/ 198 h 168480"/>
                  <a:gd name="connsiteX15" fmla="*/ 337 w 102343"/>
                  <a:gd name="connsiteY15" fmla="*/ 2054 h 168480"/>
                  <a:gd name="connsiteX16" fmla="*/ 15211 w 102343"/>
                  <a:gd name="connsiteY16" fmla="*/ 16765 h 16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343" h="168480">
                    <a:moveTo>
                      <a:pt x="15211" y="16765"/>
                    </a:moveTo>
                    <a:lnTo>
                      <a:pt x="30695" y="42869"/>
                    </a:lnTo>
                    <a:lnTo>
                      <a:pt x="46748" y="76875"/>
                    </a:lnTo>
                    <a:lnTo>
                      <a:pt x="63126" y="108698"/>
                    </a:lnTo>
                    <a:lnTo>
                      <a:pt x="79910" y="139342"/>
                    </a:lnTo>
                    <a:lnTo>
                      <a:pt x="96979" y="168481"/>
                    </a:lnTo>
                    <a:lnTo>
                      <a:pt x="102344" y="168481"/>
                    </a:lnTo>
                    <a:lnTo>
                      <a:pt x="101937" y="167892"/>
                    </a:lnTo>
                    <a:lnTo>
                      <a:pt x="84787" y="138535"/>
                    </a:lnTo>
                    <a:lnTo>
                      <a:pt x="68043" y="107890"/>
                    </a:lnTo>
                    <a:lnTo>
                      <a:pt x="51666" y="76133"/>
                    </a:lnTo>
                    <a:lnTo>
                      <a:pt x="35572" y="42083"/>
                    </a:lnTo>
                    <a:lnTo>
                      <a:pt x="19885" y="15651"/>
                    </a:lnTo>
                    <a:lnTo>
                      <a:pt x="4686" y="744"/>
                    </a:lnTo>
                    <a:cubicBezTo>
                      <a:pt x="3995" y="45"/>
                      <a:pt x="2410" y="-217"/>
                      <a:pt x="1231" y="198"/>
                    </a:cubicBezTo>
                    <a:cubicBezTo>
                      <a:pt x="53" y="569"/>
                      <a:pt x="-354" y="1420"/>
                      <a:pt x="337" y="2054"/>
                    </a:cubicBezTo>
                    <a:lnTo>
                      <a:pt x="15211" y="1676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3" name="Freeform: Shape 422">
                <a:extLst>
                  <a:ext uri="{FF2B5EF4-FFF2-40B4-BE49-F238E27FC236}">
                    <a16:creationId xmlns:a16="http://schemas.microsoft.com/office/drawing/2014/main" id="{423B9A08-C287-4DBE-962F-E25425762EAD}"/>
                  </a:ext>
                </a:extLst>
              </p:cNvPr>
              <p:cNvSpPr/>
              <p:nvPr/>
            </p:nvSpPr>
            <p:spPr>
              <a:xfrm>
                <a:off x="9344107" y="5734082"/>
                <a:ext cx="164921" cy="4125"/>
              </a:xfrm>
              <a:custGeom>
                <a:avLst/>
                <a:gdLst>
                  <a:gd name="connsiteX0" fmla="*/ 2605 w 164921"/>
                  <a:gd name="connsiteY0" fmla="*/ 4103 h 4125"/>
                  <a:gd name="connsiteX1" fmla="*/ 4 w 164921"/>
                  <a:gd name="connsiteY1" fmla="*/ 2772 h 4125"/>
                  <a:gd name="connsiteX2" fmla="*/ 2402 w 164921"/>
                  <a:gd name="connsiteY2" fmla="*/ 1266 h 4125"/>
                  <a:gd name="connsiteX3" fmla="*/ 33247 w 164921"/>
                  <a:gd name="connsiteY3" fmla="*/ 415 h 4125"/>
                  <a:gd name="connsiteX4" fmla="*/ 98312 w 164921"/>
                  <a:gd name="connsiteY4" fmla="*/ 0 h 4125"/>
                  <a:gd name="connsiteX5" fmla="*/ 162320 w 164921"/>
                  <a:gd name="connsiteY5" fmla="*/ 218 h 4125"/>
                  <a:gd name="connsiteX6" fmla="*/ 164922 w 164921"/>
                  <a:gd name="connsiteY6" fmla="*/ 1615 h 4125"/>
                  <a:gd name="connsiteX7" fmla="*/ 162320 w 164921"/>
                  <a:gd name="connsiteY7" fmla="*/ 3056 h 4125"/>
                  <a:gd name="connsiteX8" fmla="*/ 162320 w 164921"/>
                  <a:gd name="connsiteY8" fmla="*/ 3056 h 4125"/>
                  <a:gd name="connsiteX9" fmla="*/ 98434 w 164921"/>
                  <a:gd name="connsiteY9" fmla="*/ 2794 h 4125"/>
                  <a:gd name="connsiteX10" fmla="*/ 33451 w 164921"/>
                  <a:gd name="connsiteY10" fmla="*/ 3274 h 4125"/>
                  <a:gd name="connsiteX11" fmla="*/ 2686 w 164921"/>
                  <a:gd name="connsiteY11" fmla="*/ 4125 h 4125"/>
                  <a:gd name="connsiteX12" fmla="*/ 2605 w 164921"/>
                  <a:gd name="connsiteY12" fmla="*/ 4125 h 4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4921" h="4125">
                    <a:moveTo>
                      <a:pt x="2605" y="4103"/>
                    </a:moveTo>
                    <a:cubicBezTo>
                      <a:pt x="1224" y="4103"/>
                      <a:pt x="126" y="3514"/>
                      <a:pt x="4" y="2772"/>
                    </a:cubicBezTo>
                    <a:cubicBezTo>
                      <a:pt x="-77" y="2030"/>
                      <a:pt x="1020" y="1331"/>
                      <a:pt x="2402" y="1266"/>
                    </a:cubicBezTo>
                    <a:lnTo>
                      <a:pt x="33247" y="415"/>
                    </a:lnTo>
                    <a:lnTo>
                      <a:pt x="98312" y="0"/>
                    </a:lnTo>
                    <a:lnTo>
                      <a:pt x="162320" y="218"/>
                    </a:lnTo>
                    <a:cubicBezTo>
                      <a:pt x="163824" y="218"/>
                      <a:pt x="164922" y="851"/>
                      <a:pt x="164922" y="1615"/>
                    </a:cubicBezTo>
                    <a:cubicBezTo>
                      <a:pt x="164922" y="2401"/>
                      <a:pt x="163743" y="3056"/>
                      <a:pt x="162320" y="3056"/>
                    </a:cubicBezTo>
                    <a:lnTo>
                      <a:pt x="162320" y="3056"/>
                    </a:lnTo>
                    <a:lnTo>
                      <a:pt x="98434" y="2794"/>
                    </a:lnTo>
                    <a:lnTo>
                      <a:pt x="33451" y="3274"/>
                    </a:lnTo>
                    <a:lnTo>
                      <a:pt x="2686" y="4125"/>
                    </a:lnTo>
                    <a:lnTo>
                      <a:pt x="2605" y="412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4" name="Freeform: Shape 423">
                <a:extLst>
                  <a:ext uri="{FF2B5EF4-FFF2-40B4-BE49-F238E27FC236}">
                    <a16:creationId xmlns:a16="http://schemas.microsoft.com/office/drawing/2014/main" id="{4D4B81CD-122A-4363-A242-1F83BAB64A97}"/>
                  </a:ext>
                </a:extLst>
              </p:cNvPr>
              <p:cNvSpPr/>
              <p:nvPr/>
            </p:nvSpPr>
            <p:spPr>
              <a:xfrm>
                <a:off x="3680674" y="5437361"/>
                <a:ext cx="857274" cy="463518"/>
              </a:xfrm>
              <a:custGeom>
                <a:avLst/>
                <a:gdLst>
                  <a:gd name="connsiteX0" fmla="*/ 786678 w 857274"/>
                  <a:gd name="connsiteY0" fmla="*/ 463519 h 463518"/>
                  <a:gd name="connsiteX1" fmla="*/ 785581 w 857274"/>
                  <a:gd name="connsiteY1" fmla="*/ 463366 h 463518"/>
                  <a:gd name="connsiteX2" fmla="*/ 784362 w 857274"/>
                  <a:gd name="connsiteY2" fmla="*/ 461511 h 463518"/>
                  <a:gd name="connsiteX3" fmla="*/ 797122 w 857274"/>
                  <a:gd name="connsiteY3" fmla="*/ 445949 h 463518"/>
                  <a:gd name="connsiteX4" fmla="*/ 810249 w 857274"/>
                  <a:gd name="connsiteY4" fmla="*/ 425846 h 463518"/>
                  <a:gd name="connsiteX5" fmla="*/ 823945 w 857274"/>
                  <a:gd name="connsiteY5" fmla="*/ 400375 h 463518"/>
                  <a:gd name="connsiteX6" fmla="*/ 838088 w 857274"/>
                  <a:gd name="connsiteY6" fmla="*/ 370472 h 463518"/>
                  <a:gd name="connsiteX7" fmla="*/ 851905 w 857274"/>
                  <a:gd name="connsiteY7" fmla="*/ 339086 h 463518"/>
                  <a:gd name="connsiteX8" fmla="*/ 763757 w 857274"/>
                  <a:gd name="connsiteY8" fmla="*/ 291177 h 463518"/>
                  <a:gd name="connsiteX9" fmla="*/ 678738 w 857274"/>
                  <a:gd name="connsiteY9" fmla="*/ 248920 h 463518"/>
                  <a:gd name="connsiteX10" fmla="*/ 596239 w 857274"/>
                  <a:gd name="connsiteY10" fmla="*/ 217687 h 463518"/>
                  <a:gd name="connsiteX11" fmla="*/ 517682 w 857274"/>
                  <a:gd name="connsiteY11" fmla="*/ 184183 h 463518"/>
                  <a:gd name="connsiteX12" fmla="*/ 443758 w 857274"/>
                  <a:gd name="connsiteY12" fmla="*/ 140159 h 463518"/>
                  <a:gd name="connsiteX13" fmla="*/ 370240 w 857274"/>
                  <a:gd name="connsiteY13" fmla="*/ 98317 h 463518"/>
                  <a:gd name="connsiteX14" fmla="*/ 291805 w 857274"/>
                  <a:gd name="connsiteY14" fmla="*/ 62347 h 463518"/>
                  <a:gd name="connsiteX15" fmla="*/ 204347 w 857274"/>
                  <a:gd name="connsiteY15" fmla="*/ 31397 h 463518"/>
                  <a:gd name="connsiteX16" fmla="*/ 106405 w 857274"/>
                  <a:gd name="connsiteY16" fmla="*/ 2935 h 463518"/>
                  <a:gd name="connsiteX17" fmla="*/ 3342 w 857274"/>
                  <a:gd name="connsiteY17" fmla="*/ 21532 h 463518"/>
                  <a:gd name="connsiteX18" fmla="*/ 131 w 857274"/>
                  <a:gd name="connsiteY18" fmla="*/ 20637 h 463518"/>
                  <a:gd name="connsiteX19" fmla="*/ 1757 w 857274"/>
                  <a:gd name="connsiteY19" fmla="*/ 18869 h 463518"/>
                  <a:gd name="connsiteX20" fmla="*/ 105877 w 857274"/>
                  <a:gd name="connsiteY20" fmla="*/ 54 h 463518"/>
                  <a:gd name="connsiteX21" fmla="*/ 107827 w 857274"/>
                  <a:gd name="connsiteY21" fmla="*/ 163 h 463518"/>
                  <a:gd name="connsiteX22" fmla="*/ 206948 w 857274"/>
                  <a:gd name="connsiteY22" fmla="*/ 28931 h 463518"/>
                  <a:gd name="connsiteX23" fmla="*/ 294812 w 857274"/>
                  <a:gd name="connsiteY23" fmla="*/ 60099 h 463518"/>
                  <a:gd name="connsiteX24" fmla="*/ 373694 w 857274"/>
                  <a:gd name="connsiteY24" fmla="*/ 96222 h 463518"/>
                  <a:gd name="connsiteX25" fmla="*/ 447456 w 857274"/>
                  <a:gd name="connsiteY25" fmla="*/ 138151 h 463518"/>
                  <a:gd name="connsiteX26" fmla="*/ 521055 w 857274"/>
                  <a:gd name="connsiteY26" fmla="*/ 182066 h 463518"/>
                  <a:gd name="connsiteX27" fmla="*/ 599287 w 857274"/>
                  <a:gd name="connsiteY27" fmla="*/ 215373 h 463518"/>
                  <a:gd name="connsiteX28" fmla="*/ 681867 w 857274"/>
                  <a:gd name="connsiteY28" fmla="*/ 246716 h 463518"/>
                  <a:gd name="connsiteX29" fmla="*/ 767293 w 857274"/>
                  <a:gd name="connsiteY29" fmla="*/ 289081 h 463518"/>
                  <a:gd name="connsiteX30" fmla="*/ 856498 w 857274"/>
                  <a:gd name="connsiteY30" fmla="*/ 337580 h 463518"/>
                  <a:gd name="connsiteX31" fmla="*/ 857188 w 857274"/>
                  <a:gd name="connsiteY31" fmla="*/ 338911 h 463518"/>
                  <a:gd name="connsiteX32" fmla="*/ 843005 w 857274"/>
                  <a:gd name="connsiteY32" fmla="*/ 371149 h 463518"/>
                  <a:gd name="connsiteX33" fmla="*/ 828862 w 857274"/>
                  <a:gd name="connsiteY33" fmla="*/ 401161 h 463518"/>
                  <a:gd name="connsiteX34" fmla="*/ 815126 w 857274"/>
                  <a:gd name="connsiteY34" fmla="*/ 426741 h 463518"/>
                  <a:gd name="connsiteX35" fmla="*/ 801837 w 857274"/>
                  <a:gd name="connsiteY35" fmla="*/ 446996 h 463518"/>
                  <a:gd name="connsiteX36" fmla="*/ 788994 w 857274"/>
                  <a:gd name="connsiteY36" fmla="*/ 462668 h 463518"/>
                  <a:gd name="connsiteX37" fmla="*/ 786719 w 857274"/>
                  <a:gd name="connsiteY37" fmla="*/ 463519 h 463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57274" h="463518">
                    <a:moveTo>
                      <a:pt x="786678" y="463519"/>
                    </a:moveTo>
                    <a:cubicBezTo>
                      <a:pt x="786272" y="463519"/>
                      <a:pt x="785946" y="463453"/>
                      <a:pt x="785581" y="463366"/>
                    </a:cubicBezTo>
                    <a:cubicBezTo>
                      <a:pt x="784362" y="463039"/>
                      <a:pt x="783752" y="462253"/>
                      <a:pt x="784362" y="461511"/>
                    </a:cubicBezTo>
                    <a:lnTo>
                      <a:pt x="797122" y="445949"/>
                    </a:lnTo>
                    <a:lnTo>
                      <a:pt x="810249" y="425846"/>
                    </a:lnTo>
                    <a:lnTo>
                      <a:pt x="823945" y="400375"/>
                    </a:lnTo>
                    <a:lnTo>
                      <a:pt x="838088" y="370472"/>
                    </a:lnTo>
                    <a:lnTo>
                      <a:pt x="851905" y="339086"/>
                    </a:lnTo>
                    <a:lnTo>
                      <a:pt x="763757" y="291177"/>
                    </a:lnTo>
                    <a:lnTo>
                      <a:pt x="678738" y="248920"/>
                    </a:lnTo>
                    <a:lnTo>
                      <a:pt x="596239" y="217687"/>
                    </a:lnTo>
                    <a:lnTo>
                      <a:pt x="517682" y="184183"/>
                    </a:lnTo>
                    <a:lnTo>
                      <a:pt x="443758" y="140159"/>
                    </a:lnTo>
                    <a:lnTo>
                      <a:pt x="370240" y="98317"/>
                    </a:lnTo>
                    <a:lnTo>
                      <a:pt x="291805" y="62347"/>
                    </a:lnTo>
                    <a:lnTo>
                      <a:pt x="204347" y="31397"/>
                    </a:lnTo>
                    <a:lnTo>
                      <a:pt x="106405" y="2935"/>
                    </a:lnTo>
                    <a:lnTo>
                      <a:pt x="3342" y="21532"/>
                    </a:lnTo>
                    <a:cubicBezTo>
                      <a:pt x="2001" y="21793"/>
                      <a:pt x="578" y="21379"/>
                      <a:pt x="131" y="20637"/>
                    </a:cubicBezTo>
                    <a:cubicBezTo>
                      <a:pt x="-316" y="19895"/>
                      <a:pt x="416" y="19152"/>
                      <a:pt x="1757" y="18869"/>
                    </a:cubicBezTo>
                    <a:lnTo>
                      <a:pt x="105877" y="54"/>
                    </a:lnTo>
                    <a:cubicBezTo>
                      <a:pt x="106527" y="-55"/>
                      <a:pt x="107218" y="11"/>
                      <a:pt x="107827" y="163"/>
                    </a:cubicBezTo>
                    <a:lnTo>
                      <a:pt x="206948" y="28931"/>
                    </a:lnTo>
                    <a:lnTo>
                      <a:pt x="294812" y="60099"/>
                    </a:lnTo>
                    <a:lnTo>
                      <a:pt x="373694" y="96222"/>
                    </a:lnTo>
                    <a:lnTo>
                      <a:pt x="447456" y="138151"/>
                    </a:lnTo>
                    <a:lnTo>
                      <a:pt x="521055" y="182066"/>
                    </a:lnTo>
                    <a:lnTo>
                      <a:pt x="599287" y="215373"/>
                    </a:lnTo>
                    <a:lnTo>
                      <a:pt x="681867" y="246716"/>
                    </a:lnTo>
                    <a:lnTo>
                      <a:pt x="767293" y="289081"/>
                    </a:lnTo>
                    <a:lnTo>
                      <a:pt x="856498" y="337580"/>
                    </a:lnTo>
                    <a:cubicBezTo>
                      <a:pt x="857148" y="337951"/>
                      <a:pt x="857432" y="338431"/>
                      <a:pt x="857188" y="338911"/>
                    </a:cubicBezTo>
                    <a:lnTo>
                      <a:pt x="843005" y="371149"/>
                    </a:lnTo>
                    <a:lnTo>
                      <a:pt x="828862" y="401161"/>
                    </a:lnTo>
                    <a:lnTo>
                      <a:pt x="815126" y="426741"/>
                    </a:lnTo>
                    <a:lnTo>
                      <a:pt x="801837" y="446996"/>
                    </a:lnTo>
                    <a:lnTo>
                      <a:pt x="788994" y="462668"/>
                    </a:lnTo>
                    <a:cubicBezTo>
                      <a:pt x="788588" y="463192"/>
                      <a:pt x="787653" y="463519"/>
                      <a:pt x="786719" y="46351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5" name="Freeform: Shape 424">
                <a:extLst>
                  <a:ext uri="{FF2B5EF4-FFF2-40B4-BE49-F238E27FC236}">
                    <a16:creationId xmlns:a16="http://schemas.microsoft.com/office/drawing/2014/main" id="{904C4559-5D6F-44E1-BA6E-B46EC6B5AB42}"/>
                  </a:ext>
                </a:extLst>
              </p:cNvPr>
              <p:cNvSpPr/>
              <p:nvPr/>
            </p:nvSpPr>
            <p:spPr>
              <a:xfrm>
                <a:off x="11139951" y="5713041"/>
                <a:ext cx="1052129" cy="110987"/>
              </a:xfrm>
              <a:custGeom>
                <a:avLst/>
                <a:gdLst>
                  <a:gd name="connsiteX0" fmla="*/ 1052048 w 1052129"/>
                  <a:gd name="connsiteY0" fmla="*/ 108107 h 110987"/>
                  <a:gd name="connsiteX1" fmla="*/ 1042538 w 1052129"/>
                  <a:gd name="connsiteY1" fmla="*/ 106885 h 110987"/>
                  <a:gd name="connsiteX2" fmla="*/ 1015838 w 1052129"/>
                  <a:gd name="connsiteY2" fmla="*/ 103894 h 110987"/>
                  <a:gd name="connsiteX3" fmla="*/ 963371 w 1052129"/>
                  <a:gd name="connsiteY3" fmla="*/ 97761 h 110987"/>
                  <a:gd name="connsiteX4" fmla="*/ 666903 w 1052129"/>
                  <a:gd name="connsiteY4" fmla="*/ 65632 h 110987"/>
                  <a:gd name="connsiteX5" fmla="*/ 574732 w 1052129"/>
                  <a:gd name="connsiteY5" fmla="*/ 56138 h 110987"/>
                  <a:gd name="connsiteX6" fmla="*/ 507960 w 1052129"/>
                  <a:gd name="connsiteY6" fmla="*/ 49110 h 110987"/>
                  <a:gd name="connsiteX7" fmla="*/ 485527 w 1052129"/>
                  <a:gd name="connsiteY7" fmla="*/ 45072 h 110987"/>
                  <a:gd name="connsiteX8" fmla="*/ 463621 w 1052129"/>
                  <a:gd name="connsiteY8" fmla="*/ 40597 h 110987"/>
                  <a:gd name="connsiteX9" fmla="*/ 442285 w 1052129"/>
                  <a:gd name="connsiteY9" fmla="*/ 35119 h 110987"/>
                  <a:gd name="connsiteX10" fmla="*/ 420949 w 1052129"/>
                  <a:gd name="connsiteY10" fmla="*/ 28571 h 110987"/>
                  <a:gd name="connsiteX11" fmla="*/ 400102 w 1052129"/>
                  <a:gd name="connsiteY11" fmla="*/ 24096 h 110987"/>
                  <a:gd name="connsiteX12" fmla="*/ 149190 w 1052129"/>
                  <a:gd name="connsiteY12" fmla="*/ 218 h 110987"/>
                  <a:gd name="connsiteX13" fmla="*/ 2561 w 1052129"/>
                  <a:gd name="connsiteY13" fmla="*/ 0 h 110987"/>
                  <a:gd name="connsiteX14" fmla="*/ 2561 w 1052129"/>
                  <a:gd name="connsiteY14" fmla="*/ 0 h 110987"/>
                  <a:gd name="connsiteX15" fmla="*/ 0 w 1052129"/>
                  <a:gd name="connsiteY15" fmla="*/ 1397 h 110987"/>
                  <a:gd name="connsiteX16" fmla="*/ 2561 w 1052129"/>
                  <a:gd name="connsiteY16" fmla="*/ 2837 h 110987"/>
                  <a:gd name="connsiteX17" fmla="*/ 148702 w 1052129"/>
                  <a:gd name="connsiteY17" fmla="*/ 3056 h 110987"/>
                  <a:gd name="connsiteX18" fmla="*/ 398842 w 1052129"/>
                  <a:gd name="connsiteY18" fmla="*/ 26825 h 110987"/>
                  <a:gd name="connsiteX19" fmla="*/ 418795 w 1052129"/>
                  <a:gd name="connsiteY19" fmla="*/ 31081 h 110987"/>
                  <a:gd name="connsiteX20" fmla="*/ 439928 w 1052129"/>
                  <a:gd name="connsiteY20" fmla="*/ 37629 h 110987"/>
                  <a:gd name="connsiteX21" fmla="*/ 461671 w 1052129"/>
                  <a:gd name="connsiteY21" fmla="*/ 43217 h 110987"/>
                  <a:gd name="connsiteX22" fmla="*/ 483982 w 1052129"/>
                  <a:gd name="connsiteY22" fmla="*/ 47756 h 110987"/>
                  <a:gd name="connsiteX23" fmla="*/ 506700 w 1052129"/>
                  <a:gd name="connsiteY23" fmla="*/ 51860 h 110987"/>
                  <a:gd name="connsiteX24" fmla="*/ 619517 w 1052129"/>
                  <a:gd name="connsiteY24" fmla="*/ 63581 h 110987"/>
                  <a:gd name="connsiteX25" fmla="*/ 810403 w 1052129"/>
                  <a:gd name="connsiteY25" fmla="*/ 84054 h 110987"/>
                  <a:gd name="connsiteX26" fmla="*/ 860106 w 1052129"/>
                  <a:gd name="connsiteY26" fmla="*/ 89161 h 110987"/>
                  <a:gd name="connsiteX27" fmla="*/ 962315 w 1052129"/>
                  <a:gd name="connsiteY27" fmla="*/ 100555 h 110987"/>
                  <a:gd name="connsiteX28" fmla="*/ 988528 w 1052129"/>
                  <a:gd name="connsiteY28" fmla="*/ 103654 h 110987"/>
                  <a:gd name="connsiteX29" fmla="*/ 1041522 w 1052129"/>
                  <a:gd name="connsiteY29" fmla="*/ 109613 h 110987"/>
                  <a:gd name="connsiteX30" fmla="*/ 1052130 w 1052129"/>
                  <a:gd name="connsiteY30" fmla="*/ 110988 h 110987"/>
                  <a:gd name="connsiteX31" fmla="*/ 1052130 w 1052129"/>
                  <a:gd name="connsiteY31" fmla="*/ 108107 h 11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52129" h="110987">
                    <a:moveTo>
                      <a:pt x="1052048" y="108107"/>
                    </a:moveTo>
                    <a:lnTo>
                      <a:pt x="1042538" y="106885"/>
                    </a:lnTo>
                    <a:lnTo>
                      <a:pt x="1015838" y="103894"/>
                    </a:lnTo>
                    <a:lnTo>
                      <a:pt x="963371" y="97761"/>
                    </a:lnTo>
                    <a:lnTo>
                      <a:pt x="666903" y="65632"/>
                    </a:lnTo>
                    <a:lnTo>
                      <a:pt x="574732" y="56138"/>
                    </a:lnTo>
                    <a:lnTo>
                      <a:pt x="507960" y="49110"/>
                    </a:lnTo>
                    <a:lnTo>
                      <a:pt x="485527" y="45072"/>
                    </a:lnTo>
                    <a:lnTo>
                      <a:pt x="463621" y="40597"/>
                    </a:lnTo>
                    <a:lnTo>
                      <a:pt x="442285" y="35119"/>
                    </a:lnTo>
                    <a:lnTo>
                      <a:pt x="420949" y="28571"/>
                    </a:lnTo>
                    <a:lnTo>
                      <a:pt x="400102" y="24096"/>
                    </a:lnTo>
                    <a:lnTo>
                      <a:pt x="149190" y="218"/>
                    </a:lnTo>
                    <a:lnTo>
                      <a:pt x="2561" y="0"/>
                    </a:lnTo>
                    <a:lnTo>
                      <a:pt x="2561" y="0"/>
                    </a:lnTo>
                    <a:cubicBezTo>
                      <a:pt x="1179" y="0"/>
                      <a:pt x="0" y="655"/>
                      <a:pt x="0" y="1397"/>
                    </a:cubicBezTo>
                    <a:cubicBezTo>
                      <a:pt x="0" y="2204"/>
                      <a:pt x="1179" y="2837"/>
                      <a:pt x="2561" y="2837"/>
                    </a:cubicBezTo>
                    <a:lnTo>
                      <a:pt x="148702" y="3056"/>
                    </a:lnTo>
                    <a:lnTo>
                      <a:pt x="398842" y="26825"/>
                    </a:lnTo>
                    <a:lnTo>
                      <a:pt x="418795" y="31081"/>
                    </a:lnTo>
                    <a:lnTo>
                      <a:pt x="439928" y="37629"/>
                    </a:lnTo>
                    <a:lnTo>
                      <a:pt x="461671" y="43217"/>
                    </a:lnTo>
                    <a:lnTo>
                      <a:pt x="483982" y="47756"/>
                    </a:lnTo>
                    <a:lnTo>
                      <a:pt x="506700" y="51860"/>
                    </a:lnTo>
                    <a:lnTo>
                      <a:pt x="619517" y="63581"/>
                    </a:lnTo>
                    <a:lnTo>
                      <a:pt x="810403" y="84054"/>
                    </a:lnTo>
                    <a:lnTo>
                      <a:pt x="860106" y="89161"/>
                    </a:lnTo>
                    <a:lnTo>
                      <a:pt x="962315" y="100555"/>
                    </a:lnTo>
                    <a:lnTo>
                      <a:pt x="988528" y="103654"/>
                    </a:lnTo>
                    <a:lnTo>
                      <a:pt x="1041522" y="109613"/>
                    </a:lnTo>
                    <a:lnTo>
                      <a:pt x="1052130" y="110988"/>
                    </a:lnTo>
                    <a:lnTo>
                      <a:pt x="1052130" y="10810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6" name="Freeform: Shape 425">
                <a:extLst>
                  <a:ext uri="{FF2B5EF4-FFF2-40B4-BE49-F238E27FC236}">
                    <a16:creationId xmlns:a16="http://schemas.microsoft.com/office/drawing/2014/main" id="{6B0671A6-28E2-4ABF-B3A2-599423B436D9}"/>
                  </a:ext>
                </a:extLst>
              </p:cNvPr>
              <p:cNvSpPr/>
              <p:nvPr/>
            </p:nvSpPr>
            <p:spPr>
              <a:xfrm>
                <a:off x="11347744" y="5772649"/>
                <a:ext cx="844255" cy="26715"/>
              </a:xfrm>
              <a:custGeom>
                <a:avLst/>
                <a:gdLst>
                  <a:gd name="connsiteX0" fmla="*/ 844255 w 844255"/>
                  <a:gd name="connsiteY0" fmla="*/ 23987 h 26715"/>
                  <a:gd name="connsiteX1" fmla="*/ 784108 w 844255"/>
                  <a:gd name="connsiteY1" fmla="*/ 23027 h 26715"/>
                  <a:gd name="connsiteX2" fmla="*/ 578429 w 844255"/>
                  <a:gd name="connsiteY2" fmla="*/ 18924 h 26715"/>
                  <a:gd name="connsiteX3" fmla="*/ 441391 w 844255"/>
                  <a:gd name="connsiteY3" fmla="*/ 15824 h 26715"/>
                  <a:gd name="connsiteX4" fmla="*/ 373035 w 844255"/>
                  <a:gd name="connsiteY4" fmla="*/ 14013 h 26715"/>
                  <a:gd name="connsiteX5" fmla="*/ 235509 w 844255"/>
                  <a:gd name="connsiteY5" fmla="*/ 5806 h 26715"/>
                  <a:gd name="connsiteX6" fmla="*/ 168249 w 844255"/>
                  <a:gd name="connsiteY6" fmla="*/ 4213 h 26715"/>
                  <a:gd name="connsiteX7" fmla="*/ 123505 w 844255"/>
                  <a:gd name="connsiteY7" fmla="*/ 0 h 26715"/>
                  <a:gd name="connsiteX8" fmla="*/ 100869 w 844255"/>
                  <a:gd name="connsiteY8" fmla="*/ 218 h 26715"/>
                  <a:gd name="connsiteX9" fmla="*/ 100096 w 844255"/>
                  <a:gd name="connsiteY9" fmla="*/ 284 h 26715"/>
                  <a:gd name="connsiteX10" fmla="*/ 89205 w 844255"/>
                  <a:gd name="connsiteY10" fmla="*/ 2576 h 26715"/>
                  <a:gd name="connsiteX11" fmla="*/ 2560 w 844255"/>
                  <a:gd name="connsiteY11" fmla="*/ 1288 h 26715"/>
                  <a:gd name="connsiteX12" fmla="*/ 0 w 844255"/>
                  <a:gd name="connsiteY12" fmla="*/ 2663 h 26715"/>
                  <a:gd name="connsiteX13" fmla="*/ 2479 w 844255"/>
                  <a:gd name="connsiteY13" fmla="*/ 4103 h 26715"/>
                  <a:gd name="connsiteX14" fmla="*/ 89489 w 844255"/>
                  <a:gd name="connsiteY14" fmla="*/ 5369 h 26715"/>
                  <a:gd name="connsiteX15" fmla="*/ 90465 w 844255"/>
                  <a:gd name="connsiteY15" fmla="*/ 5260 h 26715"/>
                  <a:gd name="connsiteX16" fmla="*/ 101478 w 844255"/>
                  <a:gd name="connsiteY16" fmla="*/ 2968 h 26715"/>
                  <a:gd name="connsiteX17" fmla="*/ 123099 w 844255"/>
                  <a:gd name="connsiteY17" fmla="*/ 2750 h 26715"/>
                  <a:gd name="connsiteX18" fmla="*/ 167762 w 844255"/>
                  <a:gd name="connsiteY18" fmla="*/ 6963 h 26715"/>
                  <a:gd name="connsiteX19" fmla="*/ 235143 w 844255"/>
                  <a:gd name="connsiteY19" fmla="*/ 8556 h 26715"/>
                  <a:gd name="connsiteX20" fmla="*/ 372669 w 844255"/>
                  <a:gd name="connsiteY20" fmla="*/ 16763 h 26715"/>
                  <a:gd name="connsiteX21" fmla="*/ 441229 w 844255"/>
                  <a:gd name="connsiteY21" fmla="*/ 18618 h 26715"/>
                  <a:gd name="connsiteX22" fmla="*/ 509788 w 844255"/>
                  <a:gd name="connsiteY22" fmla="*/ 20211 h 26715"/>
                  <a:gd name="connsiteX23" fmla="*/ 784027 w 844255"/>
                  <a:gd name="connsiteY23" fmla="*/ 25799 h 26715"/>
                  <a:gd name="connsiteX24" fmla="*/ 844255 w 844255"/>
                  <a:gd name="connsiteY24" fmla="*/ 26716 h 26715"/>
                  <a:gd name="connsiteX25" fmla="*/ 844255 w 844255"/>
                  <a:gd name="connsiteY25" fmla="*/ 23944 h 2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44255" h="26715">
                    <a:moveTo>
                      <a:pt x="844255" y="23987"/>
                    </a:moveTo>
                    <a:lnTo>
                      <a:pt x="784108" y="23027"/>
                    </a:lnTo>
                    <a:lnTo>
                      <a:pt x="578429" y="18924"/>
                    </a:lnTo>
                    <a:lnTo>
                      <a:pt x="441391" y="15824"/>
                    </a:lnTo>
                    <a:lnTo>
                      <a:pt x="373035" y="14013"/>
                    </a:lnTo>
                    <a:lnTo>
                      <a:pt x="235509" y="5806"/>
                    </a:lnTo>
                    <a:lnTo>
                      <a:pt x="168249" y="4213"/>
                    </a:lnTo>
                    <a:lnTo>
                      <a:pt x="123505" y="0"/>
                    </a:lnTo>
                    <a:lnTo>
                      <a:pt x="100869" y="218"/>
                    </a:lnTo>
                    <a:cubicBezTo>
                      <a:pt x="100584" y="218"/>
                      <a:pt x="100259" y="218"/>
                      <a:pt x="100096" y="284"/>
                    </a:cubicBezTo>
                    <a:lnTo>
                      <a:pt x="89205" y="2576"/>
                    </a:lnTo>
                    <a:lnTo>
                      <a:pt x="2560" y="1288"/>
                    </a:lnTo>
                    <a:cubicBezTo>
                      <a:pt x="1260" y="1397"/>
                      <a:pt x="0" y="1877"/>
                      <a:pt x="0" y="2663"/>
                    </a:cubicBezTo>
                    <a:cubicBezTo>
                      <a:pt x="0" y="3449"/>
                      <a:pt x="1097" y="4103"/>
                      <a:pt x="2479" y="4103"/>
                    </a:cubicBezTo>
                    <a:lnTo>
                      <a:pt x="89489" y="5369"/>
                    </a:lnTo>
                    <a:cubicBezTo>
                      <a:pt x="89895" y="5369"/>
                      <a:pt x="90180" y="5326"/>
                      <a:pt x="90465" y="5260"/>
                    </a:cubicBezTo>
                    <a:lnTo>
                      <a:pt x="101478" y="2968"/>
                    </a:lnTo>
                    <a:lnTo>
                      <a:pt x="123099" y="2750"/>
                    </a:lnTo>
                    <a:lnTo>
                      <a:pt x="167762" y="6963"/>
                    </a:lnTo>
                    <a:lnTo>
                      <a:pt x="235143" y="8556"/>
                    </a:lnTo>
                    <a:lnTo>
                      <a:pt x="372669" y="16763"/>
                    </a:lnTo>
                    <a:lnTo>
                      <a:pt x="441229" y="18618"/>
                    </a:lnTo>
                    <a:lnTo>
                      <a:pt x="509788" y="20211"/>
                    </a:lnTo>
                    <a:lnTo>
                      <a:pt x="784027" y="25799"/>
                    </a:lnTo>
                    <a:lnTo>
                      <a:pt x="844255" y="26716"/>
                    </a:lnTo>
                    <a:lnTo>
                      <a:pt x="844255" y="2394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7" name="Freeform: Shape 426">
                <a:extLst>
                  <a:ext uri="{FF2B5EF4-FFF2-40B4-BE49-F238E27FC236}">
                    <a16:creationId xmlns:a16="http://schemas.microsoft.com/office/drawing/2014/main" id="{64AA026D-406E-476D-AF61-078D65CA8FDF}"/>
                  </a:ext>
                </a:extLst>
              </p:cNvPr>
              <p:cNvSpPr/>
              <p:nvPr/>
            </p:nvSpPr>
            <p:spPr>
              <a:xfrm>
                <a:off x="8832378" y="5767286"/>
                <a:ext cx="1054667" cy="251478"/>
              </a:xfrm>
              <a:custGeom>
                <a:avLst/>
                <a:gdLst>
                  <a:gd name="connsiteX0" fmla="*/ 1052082 w 1054667"/>
                  <a:gd name="connsiteY0" fmla="*/ 251457 h 251478"/>
                  <a:gd name="connsiteX1" fmla="*/ 1051797 w 1054667"/>
                  <a:gd name="connsiteY1" fmla="*/ 251392 h 251478"/>
                  <a:gd name="connsiteX2" fmla="*/ 1037493 w 1054667"/>
                  <a:gd name="connsiteY2" fmla="*/ 250540 h 251478"/>
                  <a:gd name="connsiteX3" fmla="*/ 1036518 w 1054667"/>
                  <a:gd name="connsiteY3" fmla="*/ 250322 h 251478"/>
                  <a:gd name="connsiteX4" fmla="*/ 1015466 w 1054667"/>
                  <a:gd name="connsiteY4" fmla="*/ 243294 h 251478"/>
                  <a:gd name="connsiteX5" fmla="*/ 896025 w 1054667"/>
                  <a:gd name="connsiteY5" fmla="*/ 216535 h 251478"/>
                  <a:gd name="connsiteX6" fmla="*/ 189011 w 1054667"/>
                  <a:gd name="connsiteY6" fmla="*/ 215574 h 251478"/>
                  <a:gd name="connsiteX7" fmla="*/ 187832 w 1054667"/>
                  <a:gd name="connsiteY7" fmla="*/ 215422 h 251478"/>
                  <a:gd name="connsiteX8" fmla="*/ 142599 w 1054667"/>
                  <a:gd name="connsiteY8" fmla="*/ 202631 h 251478"/>
                  <a:gd name="connsiteX9" fmla="*/ 127807 w 1054667"/>
                  <a:gd name="connsiteY9" fmla="*/ 198048 h 251478"/>
                  <a:gd name="connsiteX10" fmla="*/ 113135 w 1054667"/>
                  <a:gd name="connsiteY10" fmla="*/ 192984 h 251478"/>
                  <a:gd name="connsiteX11" fmla="*/ 112119 w 1054667"/>
                  <a:gd name="connsiteY11" fmla="*/ 192460 h 251478"/>
                  <a:gd name="connsiteX12" fmla="*/ 97530 w 1054667"/>
                  <a:gd name="connsiteY12" fmla="*/ 175719 h 251478"/>
                  <a:gd name="connsiteX13" fmla="*/ 82859 w 1054667"/>
                  <a:gd name="connsiteY13" fmla="*/ 152059 h 251478"/>
                  <a:gd name="connsiteX14" fmla="*/ 68472 w 1054667"/>
                  <a:gd name="connsiteY14" fmla="*/ 126151 h 251478"/>
                  <a:gd name="connsiteX15" fmla="*/ 54085 w 1054667"/>
                  <a:gd name="connsiteY15" fmla="*/ 96052 h 251478"/>
                  <a:gd name="connsiteX16" fmla="*/ 39902 w 1054667"/>
                  <a:gd name="connsiteY16" fmla="*/ 64666 h 251478"/>
                  <a:gd name="connsiteX17" fmla="*/ 25922 w 1054667"/>
                  <a:gd name="connsiteY17" fmla="*/ 40002 h 251478"/>
                  <a:gd name="connsiteX18" fmla="*/ 12349 w 1054667"/>
                  <a:gd name="connsiteY18" fmla="*/ 17040 h 251478"/>
                  <a:gd name="connsiteX19" fmla="*/ 237 w 1054667"/>
                  <a:gd name="connsiteY19" fmla="*/ 1958 h 251478"/>
                  <a:gd name="connsiteX20" fmla="*/ 1538 w 1054667"/>
                  <a:gd name="connsiteY20" fmla="*/ 146 h 251478"/>
                  <a:gd name="connsiteX21" fmla="*/ 4912 w 1054667"/>
                  <a:gd name="connsiteY21" fmla="*/ 845 h 251478"/>
                  <a:gd name="connsiteX22" fmla="*/ 17104 w 1054667"/>
                  <a:gd name="connsiteY22" fmla="*/ 16036 h 251478"/>
                  <a:gd name="connsiteX23" fmla="*/ 30799 w 1054667"/>
                  <a:gd name="connsiteY23" fmla="*/ 39172 h 251478"/>
                  <a:gd name="connsiteX24" fmla="*/ 44780 w 1054667"/>
                  <a:gd name="connsiteY24" fmla="*/ 63945 h 251478"/>
                  <a:gd name="connsiteX25" fmla="*/ 59085 w 1054667"/>
                  <a:gd name="connsiteY25" fmla="*/ 95376 h 251478"/>
                  <a:gd name="connsiteX26" fmla="*/ 73350 w 1054667"/>
                  <a:gd name="connsiteY26" fmla="*/ 125431 h 251478"/>
                  <a:gd name="connsiteX27" fmla="*/ 87735 w 1054667"/>
                  <a:gd name="connsiteY27" fmla="*/ 151230 h 251478"/>
                  <a:gd name="connsiteX28" fmla="*/ 102204 w 1054667"/>
                  <a:gd name="connsiteY28" fmla="*/ 174671 h 251478"/>
                  <a:gd name="connsiteX29" fmla="*/ 116387 w 1054667"/>
                  <a:gd name="connsiteY29" fmla="*/ 190867 h 251478"/>
                  <a:gd name="connsiteX30" fmla="*/ 130367 w 1054667"/>
                  <a:gd name="connsiteY30" fmla="*/ 195603 h 251478"/>
                  <a:gd name="connsiteX31" fmla="*/ 144957 w 1054667"/>
                  <a:gd name="connsiteY31" fmla="*/ 200187 h 251478"/>
                  <a:gd name="connsiteX32" fmla="*/ 189620 w 1054667"/>
                  <a:gd name="connsiteY32" fmla="*/ 212759 h 251478"/>
                  <a:gd name="connsiteX33" fmla="*/ 896675 w 1054667"/>
                  <a:gd name="connsiteY33" fmla="*/ 213719 h 251478"/>
                  <a:gd name="connsiteX34" fmla="*/ 897569 w 1054667"/>
                  <a:gd name="connsiteY34" fmla="*/ 213828 h 251478"/>
                  <a:gd name="connsiteX35" fmla="*/ 1017742 w 1054667"/>
                  <a:gd name="connsiteY35" fmla="*/ 240806 h 251478"/>
                  <a:gd name="connsiteX36" fmla="*/ 1038671 w 1054667"/>
                  <a:gd name="connsiteY36" fmla="*/ 247790 h 251478"/>
                  <a:gd name="connsiteX37" fmla="*/ 1052367 w 1054667"/>
                  <a:gd name="connsiteY37" fmla="*/ 248642 h 251478"/>
                  <a:gd name="connsiteX38" fmla="*/ 1054643 w 1054667"/>
                  <a:gd name="connsiteY38" fmla="*/ 250191 h 251478"/>
                  <a:gd name="connsiteX39" fmla="*/ 1052164 w 1054667"/>
                  <a:gd name="connsiteY39" fmla="*/ 251479 h 251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054667" h="251478">
                    <a:moveTo>
                      <a:pt x="1052082" y="251457"/>
                    </a:moveTo>
                    <a:cubicBezTo>
                      <a:pt x="1052082" y="251457"/>
                      <a:pt x="1051879" y="251457"/>
                      <a:pt x="1051797" y="251392"/>
                    </a:cubicBezTo>
                    <a:lnTo>
                      <a:pt x="1037493" y="250540"/>
                    </a:lnTo>
                    <a:cubicBezTo>
                      <a:pt x="1037208" y="250475"/>
                      <a:pt x="1036802" y="250431"/>
                      <a:pt x="1036518" y="250322"/>
                    </a:cubicBezTo>
                    <a:lnTo>
                      <a:pt x="1015466" y="243294"/>
                    </a:lnTo>
                    <a:lnTo>
                      <a:pt x="896025" y="216535"/>
                    </a:lnTo>
                    <a:lnTo>
                      <a:pt x="189011" y="215574"/>
                    </a:lnTo>
                    <a:cubicBezTo>
                      <a:pt x="188604" y="215574"/>
                      <a:pt x="188197" y="215531"/>
                      <a:pt x="187832" y="215422"/>
                    </a:cubicBezTo>
                    <a:lnTo>
                      <a:pt x="142599" y="202631"/>
                    </a:lnTo>
                    <a:lnTo>
                      <a:pt x="127807" y="198048"/>
                    </a:lnTo>
                    <a:lnTo>
                      <a:pt x="113135" y="192984"/>
                    </a:lnTo>
                    <a:cubicBezTo>
                      <a:pt x="112730" y="192875"/>
                      <a:pt x="112364" y="192656"/>
                      <a:pt x="112119" y="192460"/>
                    </a:cubicBezTo>
                    <a:lnTo>
                      <a:pt x="97530" y="175719"/>
                    </a:lnTo>
                    <a:lnTo>
                      <a:pt x="82859" y="152059"/>
                    </a:lnTo>
                    <a:lnTo>
                      <a:pt x="68472" y="126151"/>
                    </a:lnTo>
                    <a:lnTo>
                      <a:pt x="54085" y="96052"/>
                    </a:lnTo>
                    <a:lnTo>
                      <a:pt x="39902" y="64666"/>
                    </a:lnTo>
                    <a:lnTo>
                      <a:pt x="25922" y="40002"/>
                    </a:lnTo>
                    <a:lnTo>
                      <a:pt x="12349" y="17040"/>
                    </a:lnTo>
                    <a:lnTo>
                      <a:pt x="237" y="1958"/>
                    </a:lnTo>
                    <a:cubicBezTo>
                      <a:pt x="-372" y="1260"/>
                      <a:pt x="237" y="408"/>
                      <a:pt x="1538" y="146"/>
                    </a:cubicBezTo>
                    <a:cubicBezTo>
                      <a:pt x="2839" y="-225"/>
                      <a:pt x="4301" y="146"/>
                      <a:pt x="4912" y="845"/>
                    </a:cubicBezTo>
                    <a:lnTo>
                      <a:pt x="17104" y="16036"/>
                    </a:lnTo>
                    <a:lnTo>
                      <a:pt x="30799" y="39172"/>
                    </a:lnTo>
                    <a:lnTo>
                      <a:pt x="44780" y="63945"/>
                    </a:lnTo>
                    <a:lnTo>
                      <a:pt x="59085" y="95376"/>
                    </a:lnTo>
                    <a:lnTo>
                      <a:pt x="73350" y="125431"/>
                    </a:lnTo>
                    <a:lnTo>
                      <a:pt x="87735" y="151230"/>
                    </a:lnTo>
                    <a:lnTo>
                      <a:pt x="102204" y="174671"/>
                    </a:lnTo>
                    <a:lnTo>
                      <a:pt x="116387" y="190867"/>
                    </a:lnTo>
                    <a:lnTo>
                      <a:pt x="130367" y="195603"/>
                    </a:lnTo>
                    <a:lnTo>
                      <a:pt x="144957" y="200187"/>
                    </a:lnTo>
                    <a:lnTo>
                      <a:pt x="189620" y="212759"/>
                    </a:lnTo>
                    <a:lnTo>
                      <a:pt x="896675" y="213719"/>
                    </a:lnTo>
                    <a:cubicBezTo>
                      <a:pt x="896960" y="213719"/>
                      <a:pt x="897285" y="213763"/>
                      <a:pt x="897569" y="213828"/>
                    </a:cubicBezTo>
                    <a:lnTo>
                      <a:pt x="1017742" y="240806"/>
                    </a:lnTo>
                    <a:lnTo>
                      <a:pt x="1038671" y="247790"/>
                    </a:lnTo>
                    <a:lnTo>
                      <a:pt x="1052367" y="248642"/>
                    </a:lnTo>
                    <a:cubicBezTo>
                      <a:pt x="1053749" y="248751"/>
                      <a:pt x="1054845" y="249449"/>
                      <a:pt x="1054643" y="250191"/>
                    </a:cubicBezTo>
                    <a:cubicBezTo>
                      <a:pt x="1054562" y="250933"/>
                      <a:pt x="1053342" y="251479"/>
                      <a:pt x="1052164" y="25147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8" name="Freeform: Shape 427">
                <a:extLst>
                  <a:ext uri="{FF2B5EF4-FFF2-40B4-BE49-F238E27FC236}">
                    <a16:creationId xmlns:a16="http://schemas.microsoft.com/office/drawing/2014/main" id="{90F1D7E8-47E9-4C2E-96C4-0BAFEFDCE654}"/>
                  </a:ext>
                </a:extLst>
              </p:cNvPr>
              <p:cNvSpPr/>
              <p:nvPr/>
            </p:nvSpPr>
            <p:spPr>
              <a:xfrm>
                <a:off x="8542161" y="5693266"/>
                <a:ext cx="2166315" cy="18159"/>
              </a:xfrm>
              <a:custGeom>
                <a:avLst/>
                <a:gdLst>
                  <a:gd name="connsiteX0" fmla="*/ 509545 w 2166315"/>
                  <a:gd name="connsiteY0" fmla="*/ 18160 h 18159"/>
                  <a:gd name="connsiteX1" fmla="*/ 456835 w 2166315"/>
                  <a:gd name="connsiteY1" fmla="*/ 17352 h 18159"/>
                  <a:gd name="connsiteX2" fmla="*/ 438099 w 2166315"/>
                  <a:gd name="connsiteY2" fmla="*/ 16654 h 18159"/>
                  <a:gd name="connsiteX3" fmla="*/ 425095 w 2166315"/>
                  <a:gd name="connsiteY3" fmla="*/ 16763 h 18159"/>
                  <a:gd name="connsiteX4" fmla="*/ 325771 w 2166315"/>
                  <a:gd name="connsiteY4" fmla="*/ 16130 h 18159"/>
                  <a:gd name="connsiteX5" fmla="*/ 314838 w 2166315"/>
                  <a:gd name="connsiteY5" fmla="*/ 15213 h 18159"/>
                  <a:gd name="connsiteX6" fmla="*/ 256967 w 2166315"/>
                  <a:gd name="connsiteY6" fmla="*/ 15279 h 18159"/>
                  <a:gd name="connsiteX7" fmla="*/ 198527 w 2166315"/>
                  <a:gd name="connsiteY7" fmla="*/ 15060 h 18159"/>
                  <a:gd name="connsiteX8" fmla="*/ 157846 w 2166315"/>
                  <a:gd name="connsiteY8" fmla="*/ 16872 h 18159"/>
                  <a:gd name="connsiteX9" fmla="*/ 101398 w 2166315"/>
                  <a:gd name="connsiteY9" fmla="*/ 17832 h 18159"/>
                  <a:gd name="connsiteX10" fmla="*/ 100625 w 2166315"/>
                  <a:gd name="connsiteY10" fmla="*/ 17767 h 18159"/>
                  <a:gd name="connsiteX11" fmla="*/ 90790 w 2166315"/>
                  <a:gd name="connsiteY11" fmla="*/ 16064 h 18159"/>
                  <a:gd name="connsiteX12" fmla="*/ 32066 w 2166315"/>
                  <a:gd name="connsiteY12" fmla="*/ 15322 h 18159"/>
                  <a:gd name="connsiteX13" fmla="*/ 2479 w 2166315"/>
                  <a:gd name="connsiteY13" fmla="*/ 14733 h 18159"/>
                  <a:gd name="connsiteX14" fmla="*/ 0 w 2166315"/>
                  <a:gd name="connsiteY14" fmla="*/ 13292 h 18159"/>
                  <a:gd name="connsiteX15" fmla="*/ 2683 w 2166315"/>
                  <a:gd name="connsiteY15" fmla="*/ 11917 h 18159"/>
                  <a:gd name="connsiteX16" fmla="*/ 32269 w 2166315"/>
                  <a:gd name="connsiteY16" fmla="*/ 12507 h 18159"/>
                  <a:gd name="connsiteX17" fmla="*/ 91197 w 2166315"/>
                  <a:gd name="connsiteY17" fmla="*/ 13249 h 18159"/>
                  <a:gd name="connsiteX18" fmla="*/ 91887 w 2166315"/>
                  <a:gd name="connsiteY18" fmla="*/ 13314 h 18159"/>
                  <a:gd name="connsiteX19" fmla="*/ 101722 w 2166315"/>
                  <a:gd name="connsiteY19" fmla="*/ 15017 h 18159"/>
                  <a:gd name="connsiteX20" fmla="*/ 157561 w 2166315"/>
                  <a:gd name="connsiteY20" fmla="*/ 14056 h 18159"/>
                  <a:gd name="connsiteX21" fmla="*/ 198445 w 2166315"/>
                  <a:gd name="connsiteY21" fmla="*/ 12245 h 18159"/>
                  <a:gd name="connsiteX22" fmla="*/ 256967 w 2166315"/>
                  <a:gd name="connsiteY22" fmla="*/ 12463 h 18159"/>
                  <a:gd name="connsiteX23" fmla="*/ 315204 w 2166315"/>
                  <a:gd name="connsiteY23" fmla="*/ 12419 h 18159"/>
                  <a:gd name="connsiteX24" fmla="*/ 326136 w 2166315"/>
                  <a:gd name="connsiteY24" fmla="*/ 13380 h 18159"/>
                  <a:gd name="connsiteX25" fmla="*/ 425054 w 2166315"/>
                  <a:gd name="connsiteY25" fmla="*/ 13969 h 18159"/>
                  <a:gd name="connsiteX26" fmla="*/ 438140 w 2166315"/>
                  <a:gd name="connsiteY26" fmla="*/ 13860 h 18159"/>
                  <a:gd name="connsiteX27" fmla="*/ 456998 w 2166315"/>
                  <a:gd name="connsiteY27" fmla="*/ 14602 h 18159"/>
                  <a:gd name="connsiteX28" fmla="*/ 509301 w 2166315"/>
                  <a:gd name="connsiteY28" fmla="*/ 15344 h 18159"/>
                  <a:gd name="connsiteX29" fmla="*/ 532994 w 2166315"/>
                  <a:gd name="connsiteY29" fmla="*/ 13903 h 18159"/>
                  <a:gd name="connsiteX30" fmla="*/ 587167 w 2166315"/>
                  <a:gd name="connsiteY30" fmla="*/ 8687 h 18159"/>
                  <a:gd name="connsiteX31" fmla="*/ 643250 w 2166315"/>
                  <a:gd name="connsiteY31" fmla="*/ 6090 h 18159"/>
                  <a:gd name="connsiteX32" fmla="*/ 699130 w 2166315"/>
                  <a:gd name="connsiteY32" fmla="*/ 4431 h 18159"/>
                  <a:gd name="connsiteX33" fmla="*/ 735422 w 2166315"/>
                  <a:gd name="connsiteY33" fmla="*/ 2292 h 18159"/>
                  <a:gd name="connsiteX34" fmla="*/ 789189 w 2166315"/>
                  <a:gd name="connsiteY34" fmla="*/ 633 h 18159"/>
                  <a:gd name="connsiteX35" fmla="*/ 1344534 w 2166315"/>
                  <a:gd name="connsiteY35" fmla="*/ 1157 h 18159"/>
                  <a:gd name="connsiteX36" fmla="*/ 1358514 w 2166315"/>
                  <a:gd name="connsiteY36" fmla="*/ 2008 h 18159"/>
                  <a:gd name="connsiteX37" fmla="*/ 1371722 w 2166315"/>
                  <a:gd name="connsiteY37" fmla="*/ 3711 h 18159"/>
                  <a:gd name="connsiteX38" fmla="*/ 1383630 w 2166315"/>
                  <a:gd name="connsiteY38" fmla="*/ 6221 h 18159"/>
                  <a:gd name="connsiteX39" fmla="*/ 1394725 w 2166315"/>
                  <a:gd name="connsiteY39" fmla="*/ 6854 h 18159"/>
                  <a:gd name="connsiteX40" fmla="*/ 1396594 w 2166315"/>
                  <a:gd name="connsiteY40" fmla="*/ 4496 h 18159"/>
                  <a:gd name="connsiteX41" fmla="*/ 1398667 w 2166315"/>
                  <a:gd name="connsiteY41" fmla="*/ 3689 h 18159"/>
                  <a:gd name="connsiteX42" fmla="*/ 1455400 w 2166315"/>
                  <a:gd name="connsiteY42" fmla="*/ 1179 h 18159"/>
                  <a:gd name="connsiteX43" fmla="*/ 1956573 w 2166315"/>
                  <a:gd name="connsiteY43" fmla="*/ 1659 h 18159"/>
                  <a:gd name="connsiteX44" fmla="*/ 2052523 w 2166315"/>
                  <a:gd name="connsiteY44" fmla="*/ 0 h 18159"/>
                  <a:gd name="connsiteX45" fmla="*/ 2163756 w 2166315"/>
                  <a:gd name="connsiteY45" fmla="*/ 109 h 18159"/>
                  <a:gd name="connsiteX46" fmla="*/ 2166316 w 2166315"/>
                  <a:gd name="connsiteY46" fmla="*/ 1550 h 18159"/>
                  <a:gd name="connsiteX47" fmla="*/ 2163756 w 2166315"/>
                  <a:gd name="connsiteY47" fmla="*/ 2947 h 18159"/>
                  <a:gd name="connsiteX48" fmla="*/ 2163756 w 2166315"/>
                  <a:gd name="connsiteY48" fmla="*/ 2947 h 18159"/>
                  <a:gd name="connsiteX49" fmla="*/ 2052646 w 2166315"/>
                  <a:gd name="connsiteY49" fmla="*/ 2837 h 18159"/>
                  <a:gd name="connsiteX50" fmla="*/ 1956694 w 2166315"/>
                  <a:gd name="connsiteY50" fmla="*/ 4431 h 18159"/>
                  <a:gd name="connsiteX51" fmla="*/ 1455644 w 2166315"/>
                  <a:gd name="connsiteY51" fmla="*/ 3994 h 18159"/>
                  <a:gd name="connsiteX52" fmla="*/ 1400658 w 2166315"/>
                  <a:gd name="connsiteY52" fmla="*/ 6395 h 18159"/>
                  <a:gd name="connsiteX53" fmla="*/ 1398586 w 2166315"/>
                  <a:gd name="connsiteY53" fmla="*/ 8905 h 18159"/>
                  <a:gd name="connsiteX54" fmla="*/ 1395984 w 2166315"/>
                  <a:gd name="connsiteY54" fmla="*/ 9691 h 18159"/>
                  <a:gd name="connsiteX55" fmla="*/ 1382776 w 2166315"/>
                  <a:gd name="connsiteY55" fmla="*/ 8949 h 18159"/>
                  <a:gd name="connsiteX56" fmla="*/ 1382086 w 2166315"/>
                  <a:gd name="connsiteY56" fmla="*/ 8840 h 18159"/>
                  <a:gd name="connsiteX57" fmla="*/ 1370178 w 2166315"/>
                  <a:gd name="connsiteY57" fmla="*/ 6330 h 18159"/>
                  <a:gd name="connsiteX58" fmla="*/ 1357661 w 2166315"/>
                  <a:gd name="connsiteY58" fmla="*/ 4736 h 18159"/>
                  <a:gd name="connsiteX59" fmla="*/ 1344168 w 2166315"/>
                  <a:gd name="connsiteY59" fmla="*/ 3885 h 18159"/>
                  <a:gd name="connsiteX60" fmla="*/ 789351 w 2166315"/>
                  <a:gd name="connsiteY60" fmla="*/ 3405 h 18159"/>
                  <a:gd name="connsiteX61" fmla="*/ 735747 w 2166315"/>
                  <a:gd name="connsiteY61" fmla="*/ 5064 h 18159"/>
                  <a:gd name="connsiteX62" fmla="*/ 699415 w 2166315"/>
                  <a:gd name="connsiteY62" fmla="*/ 7181 h 18159"/>
                  <a:gd name="connsiteX63" fmla="*/ 643453 w 2166315"/>
                  <a:gd name="connsiteY63" fmla="*/ 8840 h 18159"/>
                  <a:gd name="connsiteX64" fmla="*/ 587696 w 2166315"/>
                  <a:gd name="connsiteY64" fmla="*/ 11393 h 18159"/>
                  <a:gd name="connsiteX65" fmla="*/ 533725 w 2166315"/>
                  <a:gd name="connsiteY65" fmla="*/ 16610 h 18159"/>
                  <a:gd name="connsiteX66" fmla="*/ 509423 w 2166315"/>
                  <a:gd name="connsiteY66" fmla="*/ 18094 h 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166315" h="18159">
                    <a:moveTo>
                      <a:pt x="509545" y="18160"/>
                    </a:moveTo>
                    <a:lnTo>
                      <a:pt x="456835" y="17352"/>
                    </a:lnTo>
                    <a:lnTo>
                      <a:pt x="438099" y="16654"/>
                    </a:lnTo>
                    <a:lnTo>
                      <a:pt x="425095" y="16763"/>
                    </a:lnTo>
                    <a:lnTo>
                      <a:pt x="325771" y="16130"/>
                    </a:lnTo>
                    <a:lnTo>
                      <a:pt x="314838" y="15213"/>
                    </a:lnTo>
                    <a:lnTo>
                      <a:pt x="256967" y="15279"/>
                    </a:lnTo>
                    <a:lnTo>
                      <a:pt x="198527" y="15060"/>
                    </a:lnTo>
                    <a:lnTo>
                      <a:pt x="157846" y="16872"/>
                    </a:lnTo>
                    <a:lnTo>
                      <a:pt x="101398" y="17832"/>
                    </a:lnTo>
                    <a:cubicBezTo>
                      <a:pt x="101113" y="17832"/>
                      <a:pt x="100909" y="17767"/>
                      <a:pt x="100625" y="17767"/>
                    </a:cubicBezTo>
                    <a:lnTo>
                      <a:pt x="90790" y="16064"/>
                    </a:lnTo>
                    <a:lnTo>
                      <a:pt x="32066" y="15322"/>
                    </a:lnTo>
                    <a:lnTo>
                      <a:pt x="2479" y="14733"/>
                    </a:lnTo>
                    <a:cubicBezTo>
                      <a:pt x="1097" y="14733"/>
                      <a:pt x="0" y="14034"/>
                      <a:pt x="0" y="13292"/>
                    </a:cubicBezTo>
                    <a:cubicBezTo>
                      <a:pt x="122" y="12485"/>
                      <a:pt x="1382" y="11961"/>
                      <a:pt x="2683" y="11917"/>
                    </a:cubicBezTo>
                    <a:lnTo>
                      <a:pt x="32269" y="12507"/>
                    </a:lnTo>
                    <a:lnTo>
                      <a:pt x="91197" y="13249"/>
                    </a:lnTo>
                    <a:cubicBezTo>
                      <a:pt x="91481" y="13249"/>
                      <a:pt x="91684" y="13249"/>
                      <a:pt x="91887" y="13314"/>
                    </a:cubicBezTo>
                    <a:lnTo>
                      <a:pt x="101722" y="15017"/>
                    </a:lnTo>
                    <a:lnTo>
                      <a:pt x="157561" y="14056"/>
                    </a:lnTo>
                    <a:lnTo>
                      <a:pt x="198445" y="12245"/>
                    </a:lnTo>
                    <a:lnTo>
                      <a:pt x="256967" y="12463"/>
                    </a:lnTo>
                    <a:lnTo>
                      <a:pt x="315204" y="12419"/>
                    </a:lnTo>
                    <a:lnTo>
                      <a:pt x="326136" y="13380"/>
                    </a:lnTo>
                    <a:lnTo>
                      <a:pt x="425054" y="13969"/>
                    </a:lnTo>
                    <a:lnTo>
                      <a:pt x="438140" y="13860"/>
                    </a:lnTo>
                    <a:lnTo>
                      <a:pt x="456998" y="14602"/>
                    </a:lnTo>
                    <a:lnTo>
                      <a:pt x="509301" y="15344"/>
                    </a:lnTo>
                    <a:lnTo>
                      <a:pt x="532994" y="13903"/>
                    </a:lnTo>
                    <a:lnTo>
                      <a:pt x="587167" y="8687"/>
                    </a:lnTo>
                    <a:lnTo>
                      <a:pt x="643250" y="6090"/>
                    </a:lnTo>
                    <a:lnTo>
                      <a:pt x="699130" y="4431"/>
                    </a:lnTo>
                    <a:lnTo>
                      <a:pt x="735422" y="2292"/>
                    </a:lnTo>
                    <a:lnTo>
                      <a:pt x="789189" y="633"/>
                    </a:lnTo>
                    <a:lnTo>
                      <a:pt x="1344534" y="1157"/>
                    </a:lnTo>
                    <a:lnTo>
                      <a:pt x="1358514" y="2008"/>
                    </a:lnTo>
                    <a:lnTo>
                      <a:pt x="1371722" y="3711"/>
                    </a:lnTo>
                    <a:lnTo>
                      <a:pt x="1383630" y="6221"/>
                    </a:lnTo>
                    <a:lnTo>
                      <a:pt x="1394725" y="6854"/>
                    </a:lnTo>
                    <a:lnTo>
                      <a:pt x="1396594" y="4496"/>
                    </a:lnTo>
                    <a:cubicBezTo>
                      <a:pt x="1397000" y="4016"/>
                      <a:pt x="1397814" y="3689"/>
                      <a:pt x="1398667" y="3689"/>
                    </a:cubicBezTo>
                    <a:lnTo>
                      <a:pt x="1455400" y="1179"/>
                    </a:lnTo>
                    <a:lnTo>
                      <a:pt x="1956573" y="1659"/>
                    </a:lnTo>
                    <a:lnTo>
                      <a:pt x="2052523" y="0"/>
                    </a:lnTo>
                    <a:lnTo>
                      <a:pt x="2163756" y="109"/>
                    </a:lnTo>
                    <a:cubicBezTo>
                      <a:pt x="2165137" y="109"/>
                      <a:pt x="2166316" y="742"/>
                      <a:pt x="2166316" y="1550"/>
                    </a:cubicBezTo>
                    <a:cubicBezTo>
                      <a:pt x="2166316" y="2292"/>
                      <a:pt x="2165137" y="2947"/>
                      <a:pt x="2163756" y="2947"/>
                    </a:cubicBezTo>
                    <a:lnTo>
                      <a:pt x="2163756" y="2947"/>
                    </a:lnTo>
                    <a:lnTo>
                      <a:pt x="2052646" y="2837"/>
                    </a:lnTo>
                    <a:lnTo>
                      <a:pt x="1956694" y="4431"/>
                    </a:lnTo>
                    <a:lnTo>
                      <a:pt x="1455644" y="3994"/>
                    </a:lnTo>
                    <a:lnTo>
                      <a:pt x="1400658" y="6395"/>
                    </a:lnTo>
                    <a:lnTo>
                      <a:pt x="1398586" y="8905"/>
                    </a:lnTo>
                    <a:cubicBezTo>
                      <a:pt x="1398179" y="9429"/>
                      <a:pt x="1397000" y="9756"/>
                      <a:pt x="1395984" y="9691"/>
                    </a:cubicBezTo>
                    <a:lnTo>
                      <a:pt x="1382776" y="8949"/>
                    </a:lnTo>
                    <a:cubicBezTo>
                      <a:pt x="1382776" y="8949"/>
                      <a:pt x="1382289" y="8905"/>
                      <a:pt x="1382086" y="8840"/>
                    </a:cubicBezTo>
                    <a:lnTo>
                      <a:pt x="1370178" y="6330"/>
                    </a:lnTo>
                    <a:lnTo>
                      <a:pt x="1357661" y="4736"/>
                    </a:lnTo>
                    <a:lnTo>
                      <a:pt x="1344168" y="3885"/>
                    </a:lnTo>
                    <a:lnTo>
                      <a:pt x="789351" y="3405"/>
                    </a:lnTo>
                    <a:lnTo>
                      <a:pt x="735747" y="5064"/>
                    </a:lnTo>
                    <a:lnTo>
                      <a:pt x="699415" y="7181"/>
                    </a:lnTo>
                    <a:lnTo>
                      <a:pt x="643453" y="8840"/>
                    </a:lnTo>
                    <a:lnTo>
                      <a:pt x="587696" y="11393"/>
                    </a:lnTo>
                    <a:lnTo>
                      <a:pt x="533725" y="16610"/>
                    </a:lnTo>
                    <a:lnTo>
                      <a:pt x="509423" y="1809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29" name="Freeform: Shape 428">
                <a:extLst>
                  <a:ext uri="{FF2B5EF4-FFF2-40B4-BE49-F238E27FC236}">
                    <a16:creationId xmlns:a16="http://schemas.microsoft.com/office/drawing/2014/main" id="{41C583E8-E193-4B7A-9009-B04B9FFD9A9C}"/>
                  </a:ext>
                </a:extLst>
              </p:cNvPr>
              <p:cNvSpPr/>
              <p:nvPr/>
            </p:nvSpPr>
            <p:spPr>
              <a:xfrm>
                <a:off x="4305336" y="5988106"/>
                <a:ext cx="161284" cy="150748"/>
              </a:xfrm>
              <a:custGeom>
                <a:avLst/>
                <a:gdLst>
                  <a:gd name="connsiteX0" fmla="*/ 2504 w 161284"/>
                  <a:gd name="connsiteY0" fmla="*/ 150748 h 150748"/>
                  <a:gd name="connsiteX1" fmla="*/ 1122 w 161284"/>
                  <a:gd name="connsiteY1" fmla="*/ 150530 h 150748"/>
                  <a:gd name="connsiteX2" fmla="*/ 390 w 161284"/>
                  <a:gd name="connsiteY2" fmla="*/ 148566 h 150748"/>
                  <a:gd name="connsiteX3" fmla="*/ 16728 w 161284"/>
                  <a:gd name="connsiteY3" fmla="*/ 134771 h 150748"/>
                  <a:gd name="connsiteX4" fmla="*/ 31643 w 161284"/>
                  <a:gd name="connsiteY4" fmla="*/ 115149 h 150748"/>
                  <a:gd name="connsiteX5" fmla="*/ 46029 w 161284"/>
                  <a:gd name="connsiteY5" fmla="*/ 95745 h 150748"/>
                  <a:gd name="connsiteX6" fmla="*/ 46639 w 161284"/>
                  <a:gd name="connsiteY6" fmla="*/ 95265 h 150748"/>
                  <a:gd name="connsiteX7" fmla="*/ 60010 w 161284"/>
                  <a:gd name="connsiteY7" fmla="*/ 87910 h 150748"/>
                  <a:gd name="connsiteX8" fmla="*/ 60497 w 161284"/>
                  <a:gd name="connsiteY8" fmla="*/ 87691 h 150748"/>
                  <a:gd name="connsiteX9" fmla="*/ 72892 w 161284"/>
                  <a:gd name="connsiteY9" fmla="*/ 83697 h 150748"/>
                  <a:gd name="connsiteX10" fmla="*/ 83743 w 161284"/>
                  <a:gd name="connsiteY10" fmla="*/ 79441 h 150748"/>
                  <a:gd name="connsiteX11" fmla="*/ 94025 w 161284"/>
                  <a:gd name="connsiteY11" fmla="*/ 69903 h 150748"/>
                  <a:gd name="connsiteX12" fmla="*/ 104469 w 161284"/>
                  <a:gd name="connsiteY12" fmla="*/ 58597 h 150748"/>
                  <a:gd name="connsiteX13" fmla="*/ 115443 w 161284"/>
                  <a:gd name="connsiteY13" fmla="*/ 42663 h 150748"/>
                  <a:gd name="connsiteX14" fmla="*/ 127594 w 161284"/>
                  <a:gd name="connsiteY14" fmla="*/ 26315 h 150748"/>
                  <a:gd name="connsiteX15" fmla="*/ 141290 w 161284"/>
                  <a:gd name="connsiteY15" fmla="*/ 11648 h 150748"/>
                  <a:gd name="connsiteX16" fmla="*/ 156732 w 161284"/>
                  <a:gd name="connsiteY16" fmla="*/ 560 h 150748"/>
                  <a:gd name="connsiteX17" fmla="*/ 160309 w 161284"/>
                  <a:gd name="connsiteY17" fmla="*/ 298 h 150748"/>
                  <a:gd name="connsiteX18" fmla="*/ 160756 w 161284"/>
                  <a:gd name="connsiteY18" fmla="*/ 2262 h 150748"/>
                  <a:gd name="connsiteX19" fmla="*/ 145597 w 161284"/>
                  <a:gd name="connsiteY19" fmla="*/ 13132 h 150748"/>
                  <a:gd name="connsiteX20" fmla="*/ 132268 w 161284"/>
                  <a:gd name="connsiteY20" fmla="*/ 27472 h 150748"/>
                  <a:gd name="connsiteX21" fmla="*/ 120197 w 161284"/>
                  <a:gd name="connsiteY21" fmla="*/ 43667 h 150748"/>
                  <a:gd name="connsiteX22" fmla="*/ 109143 w 161284"/>
                  <a:gd name="connsiteY22" fmla="*/ 59710 h 150748"/>
                  <a:gd name="connsiteX23" fmla="*/ 98536 w 161284"/>
                  <a:gd name="connsiteY23" fmla="*/ 71278 h 150748"/>
                  <a:gd name="connsiteX24" fmla="*/ 87888 w 161284"/>
                  <a:gd name="connsiteY24" fmla="*/ 81144 h 150748"/>
                  <a:gd name="connsiteX25" fmla="*/ 87197 w 161284"/>
                  <a:gd name="connsiteY25" fmla="*/ 81580 h 150748"/>
                  <a:gd name="connsiteX26" fmla="*/ 75737 w 161284"/>
                  <a:gd name="connsiteY26" fmla="*/ 86055 h 150748"/>
                  <a:gd name="connsiteX27" fmla="*/ 63382 w 161284"/>
                  <a:gd name="connsiteY27" fmla="*/ 90049 h 150748"/>
                  <a:gd name="connsiteX28" fmla="*/ 50581 w 161284"/>
                  <a:gd name="connsiteY28" fmla="*/ 97077 h 150748"/>
                  <a:gd name="connsiteX29" fmla="*/ 36357 w 161284"/>
                  <a:gd name="connsiteY29" fmla="*/ 116197 h 150748"/>
                  <a:gd name="connsiteX30" fmla="*/ 21239 w 161284"/>
                  <a:gd name="connsiteY30" fmla="*/ 136081 h 150748"/>
                  <a:gd name="connsiteX31" fmla="*/ 4739 w 161284"/>
                  <a:gd name="connsiteY31" fmla="*/ 150094 h 150748"/>
                  <a:gd name="connsiteX32" fmla="*/ 2626 w 161284"/>
                  <a:gd name="connsiteY32" fmla="*/ 150727 h 15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1284" h="150748">
                    <a:moveTo>
                      <a:pt x="2504" y="150748"/>
                    </a:moveTo>
                    <a:cubicBezTo>
                      <a:pt x="2057" y="150748"/>
                      <a:pt x="1569" y="150705"/>
                      <a:pt x="1122" y="150530"/>
                    </a:cubicBezTo>
                    <a:cubicBezTo>
                      <a:pt x="-16" y="150094"/>
                      <a:pt x="-341" y="149199"/>
                      <a:pt x="390" y="148566"/>
                    </a:cubicBezTo>
                    <a:lnTo>
                      <a:pt x="16728" y="134771"/>
                    </a:lnTo>
                    <a:lnTo>
                      <a:pt x="31643" y="115149"/>
                    </a:lnTo>
                    <a:lnTo>
                      <a:pt x="46029" y="95745"/>
                    </a:lnTo>
                    <a:cubicBezTo>
                      <a:pt x="46192" y="95593"/>
                      <a:pt x="46355" y="95440"/>
                      <a:pt x="46639" y="95265"/>
                    </a:cubicBezTo>
                    <a:lnTo>
                      <a:pt x="60010" y="87910"/>
                    </a:lnTo>
                    <a:cubicBezTo>
                      <a:pt x="60010" y="87910"/>
                      <a:pt x="60294" y="87757"/>
                      <a:pt x="60497" y="87691"/>
                    </a:cubicBezTo>
                    <a:lnTo>
                      <a:pt x="72892" y="83697"/>
                    </a:lnTo>
                    <a:lnTo>
                      <a:pt x="83743" y="79441"/>
                    </a:lnTo>
                    <a:lnTo>
                      <a:pt x="94025" y="69903"/>
                    </a:lnTo>
                    <a:lnTo>
                      <a:pt x="104469" y="58597"/>
                    </a:lnTo>
                    <a:lnTo>
                      <a:pt x="115443" y="42663"/>
                    </a:lnTo>
                    <a:lnTo>
                      <a:pt x="127594" y="26315"/>
                    </a:lnTo>
                    <a:lnTo>
                      <a:pt x="141290" y="11648"/>
                    </a:lnTo>
                    <a:lnTo>
                      <a:pt x="156732" y="560"/>
                    </a:lnTo>
                    <a:cubicBezTo>
                      <a:pt x="157586" y="-73"/>
                      <a:pt x="159171" y="-182"/>
                      <a:pt x="160309" y="298"/>
                    </a:cubicBezTo>
                    <a:cubicBezTo>
                      <a:pt x="161406" y="778"/>
                      <a:pt x="161610" y="1695"/>
                      <a:pt x="160756" y="2262"/>
                    </a:cubicBezTo>
                    <a:lnTo>
                      <a:pt x="145597" y="13132"/>
                    </a:lnTo>
                    <a:lnTo>
                      <a:pt x="132268" y="27472"/>
                    </a:lnTo>
                    <a:lnTo>
                      <a:pt x="120197" y="43667"/>
                    </a:lnTo>
                    <a:lnTo>
                      <a:pt x="109143" y="59710"/>
                    </a:lnTo>
                    <a:lnTo>
                      <a:pt x="98536" y="71278"/>
                    </a:lnTo>
                    <a:lnTo>
                      <a:pt x="87888" y="81144"/>
                    </a:lnTo>
                    <a:cubicBezTo>
                      <a:pt x="87766" y="81296"/>
                      <a:pt x="87482" y="81405"/>
                      <a:pt x="87197" y="81580"/>
                    </a:cubicBezTo>
                    <a:lnTo>
                      <a:pt x="75737" y="86055"/>
                    </a:lnTo>
                    <a:lnTo>
                      <a:pt x="63382" y="90049"/>
                    </a:lnTo>
                    <a:lnTo>
                      <a:pt x="50581" y="97077"/>
                    </a:lnTo>
                    <a:lnTo>
                      <a:pt x="36357" y="116197"/>
                    </a:lnTo>
                    <a:lnTo>
                      <a:pt x="21239" y="136081"/>
                    </a:lnTo>
                    <a:lnTo>
                      <a:pt x="4739" y="150094"/>
                    </a:lnTo>
                    <a:cubicBezTo>
                      <a:pt x="4252" y="150530"/>
                      <a:pt x="3438" y="150727"/>
                      <a:pt x="2626" y="1507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0" name="Freeform: Shape 429">
                <a:extLst>
                  <a:ext uri="{FF2B5EF4-FFF2-40B4-BE49-F238E27FC236}">
                    <a16:creationId xmlns:a16="http://schemas.microsoft.com/office/drawing/2014/main" id="{6476D4C7-05AC-4310-9F0D-34BD0C995C6A}"/>
                  </a:ext>
                </a:extLst>
              </p:cNvPr>
              <p:cNvSpPr/>
              <p:nvPr/>
            </p:nvSpPr>
            <p:spPr>
              <a:xfrm>
                <a:off x="447" y="6135930"/>
                <a:ext cx="12191552" cy="748038"/>
              </a:xfrm>
              <a:custGeom>
                <a:avLst/>
                <a:gdLst>
                  <a:gd name="connsiteX0" fmla="*/ 12191553 w 12191552"/>
                  <a:gd name="connsiteY0" fmla="*/ 658943 h 748038"/>
                  <a:gd name="connsiteX1" fmla="*/ 12018224 w 12191552"/>
                  <a:gd name="connsiteY1" fmla="*/ 657764 h 748038"/>
                  <a:gd name="connsiteX2" fmla="*/ 11951858 w 12191552"/>
                  <a:gd name="connsiteY2" fmla="*/ 639910 h 748038"/>
                  <a:gd name="connsiteX3" fmla="*/ 11950761 w 12191552"/>
                  <a:gd name="connsiteY3" fmla="*/ 639735 h 748038"/>
                  <a:gd name="connsiteX4" fmla="*/ 11863953 w 12191552"/>
                  <a:gd name="connsiteY4" fmla="*/ 639037 h 748038"/>
                  <a:gd name="connsiteX5" fmla="*/ 11800149 w 12191552"/>
                  <a:gd name="connsiteY5" fmla="*/ 621401 h 748038"/>
                  <a:gd name="connsiteX6" fmla="*/ 11799052 w 12191552"/>
                  <a:gd name="connsiteY6" fmla="*/ 621292 h 748038"/>
                  <a:gd name="connsiteX7" fmla="*/ 11703101 w 12191552"/>
                  <a:gd name="connsiteY7" fmla="*/ 620441 h 748038"/>
                  <a:gd name="connsiteX8" fmla="*/ 11521034 w 12191552"/>
                  <a:gd name="connsiteY8" fmla="*/ 619917 h 748038"/>
                  <a:gd name="connsiteX9" fmla="*/ 11338966 w 12191552"/>
                  <a:gd name="connsiteY9" fmla="*/ 618695 h 748038"/>
                  <a:gd name="connsiteX10" fmla="*/ 11157184 w 12191552"/>
                  <a:gd name="connsiteY10" fmla="*/ 617036 h 748038"/>
                  <a:gd name="connsiteX11" fmla="*/ 10975442 w 12191552"/>
                  <a:gd name="connsiteY11" fmla="*/ 614744 h 748038"/>
                  <a:gd name="connsiteX12" fmla="*/ 10794472 w 12191552"/>
                  <a:gd name="connsiteY12" fmla="*/ 612081 h 748038"/>
                  <a:gd name="connsiteX13" fmla="*/ 10743672 w 12191552"/>
                  <a:gd name="connsiteY13" fmla="*/ 593747 h 748038"/>
                  <a:gd name="connsiteX14" fmla="*/ 10742493 w 12191552"/>
                  <a:gd name="connsiteY14" fmla="*/ 593529 h 748038"/>
                  <a:gd name="connsiteX15" fmla="*/ 10562905 w 12191552"/>
                  <a:gd name="connsiteY15" fmla="*/ 588137 h 748038"/>
                  <a:gd name="connsiteX16" fmla="*/ 10384414 w 12191552"/>
                  <a:gd name="connsiteY16" fmla="*/ 586653 h 748038"/>
                  <a:gd name="connsiteX17" fmla="*/ 10338857 w 12191552"/>
                  <a:gd name="connsiteY17" fmla="*/ 569978 h 748038"/>
                  <a:gd name="connsiteX18" fmla="*/ 10337475 w 12191552"/>
                  <a:gd name="connsiteY18" fmla="*/ 569716 h 748038"/>
                  <a:gd name="connsiteX19" fmla="*/ 10161260 w 12191552"/>
                  <a:gd name="connsiteY19" fmla="*/ 569388 h 748038"/>
                  <a:gd name="connsiteX20" fmla="*/ 10118913 w 12191552"/>
                  <a:gd name="connsiteY20" fmla="*/ 550465 h 748038"/>
                  <a:gd name="connsiteX21" fmla="*/ 10076566 w 12191552"/>
                  <a:gd name="connsiteY21" fmla="*/ 531126 h 748038"/>
                  <a:gd name="connsiteX22" fmla="*/ 10035398 w 12191552"/>
                  <a:gd name="connsiteY22" fmla="*/ 514604 h 748038"/>
                  <a:gd name="connsiteX23" fmla="*/ 10034626 w 12191552"/>
                  <a:gd name="connsiteY23" fmla="*/ 514386 h 748038"/>
                  <a:gd name="connsiteX24" fmla="*/ 9994230 w 12191552"/>
                  <a:gd name="connsiteY24" fmla="*/ 508209 h 748038"/>
                  <a:gd name="connsiteX25" fmla="*/ 9954728 w 12191552"/>
                  <a:gd name="connsiteY25" fmla="*/ 505327 h 748038"/>
                  <a:gd name="connsiteX26" fmla="*/ 9787169 w 12191552"/>
                  <a:gd name="connsiteY26" fmla="*/ 505699 h 748038"/>
                  <a:gd name="connsiteX27" fmla="*/ 9620098 w 12191552"/>
                  <a:gd name="connsiteY27" fmla="*/ 505284 h 748038"/>
                  <a:gd name="connsiteX28" fmla="*/ 9584985 w 12191552"/>
                  <a:gd name="connsiteY28" fmla="*/ 502839 h 748038"/>
                  <a:gd name="connsiteX29" fmla="*/ 9419498 w 12191552"/>
                  <a:gd name="connsiteY29" fmla="*/ 500700 h 748038"/>
                  <a:gd name="connsiteX30" fmla="*/ 9088526 w 12191552"/>
                  <a:gd name="connsiteY30" fmla="*/ 495855 h 748038"/>
                  <a:gd name="connsiteX31" fmla="*/ 8923244 w 12191552"/>
                  <a:gd name="connsiteY31" fmla="*/ 493890 h 748038"/>
                  <a:gd name="connsiteX32" fmla="*/ 8758041 w 12191552"/>
                  <a:gd name="connsiteY32" fmla="*/ 492821 h 748038"/>
                  <a:gd name="connsiteX33" fmla="*/ 8592962 w 12191552"/>
                  <a:gd name="connsiteY33" fmla="*/ 493890 h 748038"/>
                  <a:gd name="connsiteX34" fmla="*/ 8428045 w 12191552"/>
                  <a:gd name="connsiteY34" fmla="*/ 495265 h 748038"/>
                  <a:gd name="connsiteX35" fmla="*/ 8263250 w 12191552"/>
                  <a:gd name="connsiteY35" fmla="*/ 496073 h 748038"/>
                  <a:gd name="connsiteX36" fmla="*/ 8098455 w 12191552"/>
                  <a:gd name="connsiteY36" fmla="*/ 495658 h 748038"/>
                  <a:gd name="connsiteX37" fmla="*/ 7933741 w 12191552"/>
                  <a:gd name="connsiteY37" fmla="*/ 493476 h 748038"/>
                  <a:gd name="connsiteX38" fmla="*/ 7769149 w 12191552"/>
                  <a:gd name="connsiteY38" fmla="*/ 493585 h 748038"/>
                  <a:gd name="connsiteX39" fmla="*/ 7604638 w 12191552"/>
                  <a:gd name="connsiteY39" fmla="*/ 494174 h 748038"/>
                  <a:gd name="connsiteX40" fmla="*/ 7440331 w 12191552"/>
                  <a:gd name="connsiteY40" fmla="*/ 494327 h 748038"/>
                  <a:gd name="connsiteX41" fmla="*/ 7277527 w 12191552"/>
                  <a:gd name="connsiteY41" fmla="*/ 491293 h 748038"/>
                  <a:gd name="connsiteX42" fmla="*/ 7268221 w 12191552"/>
                  <a:gd name="connsiteY42" fmla="*/ 482017 h 748038"/>
                  <a:gd name="connsiteX43" fmla="*/ 7258304 w 12191552"/>
                  <a:gd name="connsiteY43" fmla="*/ 468157 h 748038"/>
                  <a:gd name="connsiteX44" fmla="*/ 7248673 w 12191552"/>
                  <a:gd name="connsiteY44" fmla="*/ 456436 h 748038"/>
                  <a:gd name="connsiteX45" fmla="*/ 7232010 w 12191552"/>
                  <a:gd name="connsiteY45" fmla="*/ 427014 h 748038"/>
                  <a:gd name="connsiteX46" fmla="*/ 7224858 w 12191552"/>
                  <a:gd name="connsiteY46" fmla="*/ 409422 h 748038"/>
                  <a:gd name="connsiteX47" fmla="*/ 7218517 w 12191552"/>
                  <a:gd name="connsiteY47" fmla="*/ 386766 h 748038"/>
                  <a:gd name="connsiteX48" fmla="*/ 7212747 w 12191552"/>
                  <a:gd name="connsiteY48" fmla="*/ 363259 h 748038"/>
                  <a:gd name="connsiteX49" fmla="*/ 7207382 w 12191552"/>
                  <a:gd name="connsiteY49" fmla="*/ 337089 h 748038"/>
                  <a:gd name="connsiteX50" fmla="*/ 7202140 w 12191552"/>
                  <a:gd name="connsiteY50" fmla="*/ 314280 h 748038"/>
                  <a:gd name="connsiteX51" fmla="*/ 7196410 w 12191552"/>
                  <a:gd name="connsiteY51" fmla="*/ 296317 h 748038"/>
                  <a:gd name="connsiteX52" fmla="*/ 7189867 w 12191552"/>
                  <a:gd name="connsiteY52" fmla="*/ 278353 h 748038"/>
                  <a:gd name="connsiteX53" fmla="*/ 7182226 w 12191552"/>
                  <a:gd name="connsiteY53" fmla="*/ 264013 h 748038"/>
                  <a:gd name="connsiteX54" fmla="*/ 7173489 w 12191552"/>
                  <a:gd name="connsiteY54" fmla="*/ 250961 h 748038"/>
                  <a:gd name="connsiteX55" fmla="*/ 7163573 w 12191552"/>
                  <a:gd name="connsiteY55" fmla="*/ 238651 h 748038"/>
                  <a:gd name="connsiteX56" fmla="*/ 7153250 w 12191552"/>
                  <a:gd name="connsiteY56" fmla="*/ 230138 h 748038"/>
                  <a:gd name="connsiteX57" fmla="*/ 7142358 w 12191552"/>
                  <a:gd name="connsiteY57" fmla="*/ 219531 h 748038"/>
                  <a:gd name="connsiteX58" fmla="*/ 7131467 w 12191552"/>
                  <a:gd name="connsiteY58" fmla="*/ 211215 h 748038"/>
                  <a:gd name="connsiteX59" fmla="*/ 7121632 w 12191552"/>
                  <a:gd name="connsiteY59" fmla="*/ 205627 h 748038"/>
                  <a:gd name="connsiteX60" fmla="*/ 7112204 w 12191552"/>
                  <a:gd name="connsiteY60" fmla="*/ 197202 h 748038"/>
                  <a:gd name="connsiteX61" fmla="*/ 7110334 w 12191552"/>
                  <a:gd name="connsiteY61" fmla="*/ 196504 h 748038"/>
                  <a:gd name="connsiteX62" fmla="*/ 6975897 w 12191552"/>
                  <a:gd name="connsiteY62" fmla="*/ 188821 h 748038"/>
                  <a:gd name="connsiteX63" fmla="*/ 6841053 w 12191552"/>
                  <a:gd name="connsiteY63" fmla="*/ 180025 h 748038"/>
                  <a:gd name="connsiteX64" fmla="*/ 6725473 w 12191552"/>
                  <a:gd name="connsiteY64" fmla="*/ 174852 h 748038"/>
                  <a:gd name="connsiteX65" fmla="*/ 6675486 w 12191552"/>
                  <a:gd name="connsiteY65" fmla="*/ 177558 h 748038"/>
                  <a:gd name="connsiteX66" fmla="*/ 6447861 w 12191552"/>
                  <a:gd name="connsiteY66" fmla="*/ 178039 h 748038"/>
                  <a:gd name="connsiteX67" fmla="*/ 6305500 w 12191552"/>
                  <a:gd name="connsiteY67" fmla="*/ 175485 h 748038"/>
                  <a:gd name="connsiteX68" fmla="*/ 6163219 w 12191552"/>
                  <a:gd name="connsiteY68" fmla="*/ 180112 h 748038"/>
                  <a:gd name="connsiteX69" fmla="*/ 6019882 w 12191552"/>
                  <a:gd name="connsiteY69" fmla="*/ 180330 h 748038"/>
                  <a:gd name="connsiteX70" fmla="*/ 5876463 w 12191552"/>
                  <a:gd name="connsiteY70" fmla="*/ 172451 h 748038"/>
                  <a:gd name="connsiteX71" fmla="*/ 5733939 w 12191552"/>
                  <a:gd name="connsiteY71" fmla="*/ 166536 h 748038"/>
                  <a:gd name="connsiteX72" fmla="*/ 5712237 w 12191552"/>
                  <a:gd name="connsiteY72" fmla="*/ 164615 h 748038"/>
                  <a:gd name="connsiteX73" fmla="*/ 5722397 w 12191552"/>
                  <a:gd name="connsiteY73" fmla="*/ 104505 h 748038"/>
                  <a:gd name="connsiteX74" fmla="*/ 5731013 w 12191552"/>
                  <a:gd name="connsiteY74" fmla="*/ 77113 h 748038"/>
                  <a:gd name="connsiteX75" fmla="*/ 5734020 w 12191552"/>
                  <a:gd name="connsiteY75" fmla="*/ 60590 h 748038"/>
                  <a:gd name="connsiteX76" fmla="*/ 5734020 w 12191552"/>
                  <a:gd name="connsiteY76" fmla="*/ 53977 h 748038"/>
                  <a:gd name="connsiteX77" fmla="*/ 5737149 w 12191552"/>
                  <a:gd name="connsiteY77" fmla="*/ 42801 h 748038"/>
                  <a:gd name="connsiteX78" fmla="*/ 5737109 w 12191552"/>
                  <a:gd name="connsiteY78" fmla="*/ 42168 h 748038"/>
                  <a:gd name="connsiteX79" fmla="*/ 5734914 w 12191552"/>
                  <a:gd name="connsiteY79" fmla="*/ 40990 h 748038"/>
                  <a:gd name="connsiteX80" fmla="*/ 5591495 w 12191552"/>
                  <a:gd name="connsiteY80" fmla="*/ 33634 h 748038"/>
                  <a:gd name="connsiteX81" fmla="*/ 5453441 w 12191552"/>
                  <a:gd name="connsiteY81" fmla="*/ 26388 h 748038"/>
                  <a:gd name="connsiteX82" fmla="*/ 5318597 w 12191552"/>
                  <a:gd name="connsiteY82" fmla="*/ 18967 h 748038"/>
                  <a:gd name="connsiteX83" fmla="*/ 5188347 w 12191552"/>
                  <a:gd name="connsiteY83" fmla="*/ 19556 h 748038"/>
                  <a:gd name="connsiteX84" fmla="*/ 5061549 w 12191552"/>
                  <a:gd name="connsiteY84" fmla="*/ 17483 h 748038"/>
                  <a:gd name="connsiteX85" fmla="*/ 4937191 w 12191552"/>
                  <a:gd name="connsiteY85" fmla="*/ 16413 h 748038"/>
                  <a:gd name="connsiteX86" fmla="*/ 4813565 w 12191552"/>
                  <a:gd name="connsiteY86" fmla="*/ 13161 h 748038"/>
                  <a:gd name="connsiteX87" fmla="*/ 4689613 w 12191552"/>
                  <a:gd name="connsiteY87" fmla="*/ 11568 h 748038"/>
                  <a:gd name="connsiteX88" fmla="*/ 4563994 w 12191552"/>
                  <a:gd name="connsiteY88" fmla="*/ 6569 h 748038"/>
                  <a:gd name="connsiteX89" fmla="*/ 4436629 w 12191552"/>
                  <a:gd name="connsiteY89" fmla="*/ 2946 h 748038"/>
                  <a:gd name="connsiteX90" fmla="*/ 4307759 w 12191552"/>
                  <a:gd name="connsiteY90" fmla="*/ 21 h 748038"/>
                  <a:gd name="connsiteX91" fmla="*/ 4305645 w 12191552"/>
                  <a:gd name="connsiteY91" fmla="*/ 611 h 748038"/>
                  <a:gd name="connsiteX92" fmla="*/ 4288983 w 12191552"/>
                  <a:gd name="connsiteY92" fmla="*/ 13248 h 748038"/>
                  <a:gd name="connsiteX93" fmla="*/ 4272037 w 12191552"/>
                  <a:gd name="connsiteY93" fmla="*/ 26955 h 748038"/>
                  <a:gd name="connsiteX94" fmla="*/ 4271752 w 12191552"/>
                  <a:gd name="connsiteY94" fmla="*/ 27326 h 748038"/>
                  <a:gd name="connsiteX95" fmla="*/ 4253992 w 12191552"/>
                  <a:gd name="connsiteY95" fmla="*/ 57381 h 748038"/>
                  <a:gd name="connsiteX96" fmla="*/ 4235826 w 12191552"/>
                  <a:gd name="connsiteY96" fmla="*/ 79273 h 748038"/>
                  <a:gd name="connsiteX97" fmla="*/ 4217376 w 12191552"/>
                  <a:gd name="connsiteY97" fmla="*/ 110398 h 748038"/>
                  <a:gd name="connsiteX98" fmla="*/ 4198681 w 12191552"/>
                  <a:gd name="connsiteY98" fmla="*/ 135608 h 748038"/>
                  <a:gd name="connsiteX99" fmla="*/ 4179540 w 12191552"/>
                  <a:gd name="connsiteY99" fmla="*/ 158155 h 748038"/>
                  <a:gd name="connsiteX100" fmla="*/ 4160114 w 12191552"/>
                  <a:gd name="connsiteY100" fmla="*/ 187511 h 748038"/>
                  <a:gd name="connsiteX101" fmla="*/ 4140403 w 12191552"/>
                  <a:gd name="connsiteY101" fmla="*/ 213878 h 748038"/>
                  <a:gd name="connsiteX102" fmla="*/ 4120327 w 12191552"/>
                  <a:gd name="connsiteY102" fmla="*/ 235901 h 748038"/>
                  <a:gd name="connsiteX103" fmla="*/ 4100007 w 12191552"/>
                  <a:gd name="connsiteY103" fmla="*/ 255283 h 748038"/>
                  <a:gd name="connsiteX104" fmla="*/ 4079362 w 12191552"/>
                  <a:gd name="connsiteY104" fmla="*/ 270998 h 748038"/>
                  <a:gd name="connsiteX105" fmla="*/ 4058148 w 12191552"/>
                  <a:gd name="connsiteY105" fmla="*/ 283941 h 748038"/>
                  <a:gd name="connsiteX106" fmla="*/ 4036527 w 12191552"/>
                  <a:gd name="connsiteY106" fmla="*/ 297473 h 748038"/>
                  <a:gd name="connsiteX107" fmla="*/ 4014460 w 12191552"/>
                  <a:gd name="connsiteY107" fmla="*/ 311595 h 748038"/>
                  <a:gd name="connsiteX108" fmla="*/ 3991945 w 12191552"/>
                  <a:gd name="connsiteY108" fmla="*/ 326896 h 748038"/>
                  <a:gd name="connsiteX109" fmla="*/ 3968984 w 12191552"/>
                  <a:gd name="connsiteY109" fmla="*/ 343571 h 748038"/>
                  <a:gd name="connsiteX110" fmla="*/ 3945738 w 12191552"/>
                  <a:gd name="connsiteY110" fmla="*/ 361905 h 748038"/>
                  <a:gd name="connsiteX111" fmla="*/ 3921923 w 12191552"/>
                  <a:gd name="connsiteY111" fmla="*/ 377315 h 748038"/>
                  <a:gd name="connsiteX112" fmla="*/ 3897661 w 12191552"/>
                  <a:gd name="connsiteY112" fmla="*/ 392222 h 748038"/>
                  <a:gd name="connsiteX113" fmla="*/ 3847470 w 12191552"/>
                  <a:gd name="connsiteY113" fmla="*/ 420728 h 748038"/>
                  <a:gd name="connsiteX114" fmla="*/ 3795167 w 12191552"/>
                  <a:gd name="connsiteY114" fmla="*/ 451591 h 748038"/>
                  <a:gd name="connsiteX115" fmla="*/ 3768182 w 12191552"/>
                  <a:gd name="connsiteY115" fmla="*/ 466891 h 748038"/>
                  <a:gd name="connsiteX116" fmla="*/ 3740546 w 12191552"/>
                  <a:gd name="connsiteY116" fmla="*/ 482235 h 748038"/>
                  <a:gd name="connsiteX117" fmla="*/ 3712017 w 12191552"/>
                  <a:gd name="connsiteY117" fmla="*/ 498714 h 748038"/>
                  <a:gd name="connsiteX118" fmla="*/ 3683122 w 12191552"/>
                  <a:gd name="connsiteY118" fmla="*/ 525517 h 748038"/>
                  <a:gd name="connsiteX119" fmla="*/ 3653577 w 12191552"/>
                  <a:gd name="connsiteY119" fmla="*/ 551840 h 748038"/>
                  <a:gd name="connsiteX120" fmla="*/ 3623341 w 12191552"/>
                  <a:gd name="connsiteY120" fmla="*/ 577683 h 748038"/>
                  <a:gd name="connsiteX121" fmla="*/ 3592373 w 12191552"/>
                  <a:gd name="connsiteY121" fmla="*/ 603110 h 748038"/>
                  <a:gd name="connsiteX122" fmla="*/ 3560755 w 12191552"/>
                  <a:gd name="connsiteY122" fmla="*/ 628145 h 748038"/>
                  <a:gd name="connsiteX123" fmla="*/ 3528365 w 12191552"/>
                  <a:gd name="connsiteY123" fmla="*/ 653028 h 748038"/>
                  <a:gd name="connsiteX124" fmla="*/ 3495243 w 12191552"/>
                  <a:gd name="connsiteY124" fmla="*/ 677277 h 748038"/>
                  <a:gd name="connsiteX125" fmla="*/ 3462122 w 12191552"/>
                  <a:gd name="connsiteY125" fmla="*/ 700937 h 748038"/>
                  <a:gd name="connsiteX126" fmla="*/ 2901290 w 12191552"/>
                  <a:gd name="connsiteY126" fmla="*/ 696048 h 748038"/>
                  <a:gd name="connsiteX127" fmla="*/ 2714224 w 12191552"/>
                  <a:gd name="connsiteY127" fmla="*/ 694673 h 748038"/>
                  <a:gd name="connsiteX128" fmla="*/ 2527239 w 12191552"/>
                  <a:gd name="connsiteY128" fmla="*/ 693079 h 748038"/>
                  <a:gd name="connsiteX129" fmla="*/ 2340417 w 12191552"/>
                  <a:gd name="connsiteY129" fmla="*/ 691224 h 748038"/>
                  <a:gd name="connsiteX130" fmla="*/ 2153717 w 12191552"/>
                  <a:gd name="connsiteY130" fmla="*/ 688299 h 748038"/>
                  <a:gd name="connsiteX131" fmla="*/ 1967179 w 12191552"/>
                  <a:gd name="connsiteY131" fmla="*/ 684894 h 748038"/>
                  <a:gd name="connsiteX132" fmla="*/ 1594470 w 12191552"/>
                  <a:gd name="connsiteY132" fmla="*/ 676840 h 748038"/>
                  <a:gd name="connsiteX133" fmla="*/ 1408298 w 12191552"/>
                  <a:gd name="connsiteY133" fmla="*/ 674592 h 748038"/>
                  <a:gd name="connsiteX134" fmla="*/ 1222207 w 12191552"/>
                  <a:gd name="connsiteY134" fmla="*/ 672563 h 748038"/>
                  <a:gd name="connsiteX135" fmla="*/ 1036279 w 12191552"/>
                  <a:gd name="connsiteY135" fmla="*/ 671929 h 748038"/>
                  <a:gd name="connsiteX136" fmla="*/ 850473 w 12191552"/>
                  <a:gd name="connsiteY136" fmla="*/ 669594 h 748038"/>
                  <a:gd name="connsiteX137" fmla="*/ 664789 w 12191552"/>
                  <a:gd name="connsiteY137" fmla="*/ 668044 h 748038"/>
                  <a:gd name="connsiteX138" fmla="*/ 663326 w 12191552"/>
                  <a:gd name="connsiteY138" fmla="*/ 668306 h 748038"/>
                  <a:gd name="connsiteX139" fmla="*/ 595173 w 12191552"/>
                  <a:gd name="connsiteY139" fmla="*/ 693516 h 748038"/>
                  <a:gd name="connsiteX140" fmla="*/ 408148 w 12191552"/>
                  <a:gd name="connsiteY140" fmla="*/ 692992 h 748038"/>
                  <a:gd name="connsiteX141" fmla="*/ 408148 w 12191552"/>
                  <a:gd name="connsiteY141" fmla="*/ 692992 h 748038"/>
                  <a:gd name="connsiteX142" fmla="*/ 406766 w 12191552"/>
                  <a:gd name="connsiteY142" fmla="*/ 693210 h 748038"/>
                  <a:gd name="connsiteX143" fmla="*/ 334630 w 12191552"/>
                  <a:gd name="connsiteY143" fmla="*/ 718835 h 748038"/>
                  <a:gd name="connsiteX144" fmla="*/ 145369 w 12191552"/>
                  <a:gd name="connsiteY144" fmla="*/ 719053 h 748038"/>
                  <a:gd name="connsiteX145" fmla="*/ 144028 w 12191552"/>
                  <a:gd name="connsiteY145" fmla="*/ 719271 h 748038"/>
                  <a:gd name="connsiteX146" fmla="*/ 67706 w 12191552"/>
                  <a:gd name="connsiteY146" fmla="*/ 745223 h 748038"/>
                  <a:gd name="connsiteX147" fmla="*/ 0 w 12191552"/>
                  <a:gd name="connsiteY147" fmla="*/ 745267 h 748038"/>
                  <a:gd name="connsiteX148" fmla="*/ 0 w 12191552"/>
                  <a:gd name="connsiteY148" fmla="*/ 748039 h 748038"/>
                  <a:gd name="connsiteX149" fmla="*/ 67991 w 12191552"/>
                  <a:gd name="connsiteY149" fmla="*/ 748039 h 748038"/>
                  <a:gd name="connsiteX150" fmla="*/ 69291 w 12191552"/>
                  <a:gd name="connsiteY150" fmla="*/ 747820 h 748038"/>
                  <a:gd name="connsiteX151" fmla="*/ 145654 w 12191552"/>
                  <a:gd name="connsiteY151" fmla="*/ 721869 h 748038"/>
                  <a:gd name="connsiteX152" fmla="*/ 334914 w 12191552"/>
                  <a:gd name="connsiteY152" fmla="*/ 721607 h 748038"/>
                  <a:gd name="connsiteX153" fmla="*/ 336296 w 12191552"/>
                  <a:gd name="connsiteY153" fmla="*/ 721388 h 748038"/>
                  <a:gd name="connsiteX154" fmla="*/ 408432 w 12191552"/>
                  <a:gd name="connsiteY154" fmla="*/ 695764 h 748038"/>
                  <a:gd name="connsiteX155" fmla="*/ 595498 w 12191552"/>
                  <a:gd name="connsiteY155" fmla="*/ 696353 h 748038"/>
                  <a:gd name="connsiteX156" fmla="*/ 595498 w 12191552"/>
                  <a:gd name="connsiteY156" fmla="*/ 696353 h 748038"/>
                  <a:gd name="connsiteX157" fmla="*/ 596880 w 12191552"/>
                  <a:gd name="connsiteY157" fmla="*/ 696091 h 748038"/>
                  <a:gd name="connsiteX158" fmla="*/ 664992 w 12191552"/>
                  <a:gd name="connsiteY158" fmla="*/ 670882 h 748038"/>
                  <a:gd name="connsiteX159" fmla="*/ 849864 w 12191552"/>
                  <a:gd name="connsiteY159" fmla="*/ 672431 h 748038"/>
                  <a:gd name="connsiteX160" fmla="*/ 1035710 w 12191552"/>
                  <a:gd name="connsiteY160" fmla="*/ 674767 h 748038"/>
                  <a:gd name="connsiteX161" fmla="*/ 1221598 w 12191552"/>
                  <a:gd name="connsiteY161" fmla="*/ 675400 h 748038"/>
                  <a:gd name="connsiteX162" fmla="*/ 1407688 w 12191552"/>
                  <a:gd name="connsiteY162" fmla="*/ 677430 h 748038"/>
                  <a:gd name="connsiteX163" fmla="*/ 1593820 w 12191552"/>
                  <a:gd name="connsiteY163" fmla="*/ 679656 h 748038"/>
                  <a:gd name="connsiteX164" fmla="*/ 1966488 w 12191552"/>
                  <a:gd name="connsiteY164" fmla="*/ 687710 h 748038"/>
                  <a:gd name="connsiteX165" fmla="*/ 2153067 w 12191552"/>
                  <a:gd name="connsiteY165" fmla="*/ 691115 h 748038"/>
                  <a:gd name="connsiteX166" fmla="*/ 2339807 w 12191552"/>
                  <a:gd name="connsiteY166" fmla="*/ 694040 h 748038"/>
                  <a:gd name="connsiteX167" fmla="*/ 2526630 w 12191552"/>
                  <a:gd name="connsiteY167" fmla="*/ 695895 h 748038"/>
                  <a:gd name="connsiteX168" fmla="*/ 2713614 w 12191552"/>
                  <a:gd name="connsiteY168" fmla="*/ 697445 h 748038"/>
                  <a:gd name="connsiteX169" fmla="*/ 2900761 w 12191552"/>
                  <a:gd name="connsiteY169" fmla="*/ 698885 h 748038"/>
                  <a:gd name="connsiteX170" fmla="*/ 3275300 w 12191552"/>
                  <a:gd name="connsiteY170" fmla="*/ 702290 h 748038"/>
                  <a:gd name="connsiteX171" fmla="*/ 3462813 w 12191552"/>
                  <a:gd name="connsiteY171" fmla="*/ 703796 h 748038"/>
                  <a:gd name="connsiteX172" fmla="*/ 3464845 w 12191552"/>
                  <a:gd name="connsiteY172" fmla="*/ 703207 h 748038"/>
                  <a:gd name="connsiteX173" fmla="*/ 3498820 w 12191552"/>
                  <a:gd name="connsiteY173" fmla="*/ 679067 h 748038"/>
                  <a:gd name="connsiteX174" fmla="*/ 3532023 w 12191552"/>
                  <a:gd name="connsiteY174" fmla="*/ 654730 h 748038"/>
                  <a:gd name="connsiteX175" fmla="*/ 3564413 w 12191552"/>
                  <a:gd name="connsiteY175" fmla="*/ 629782 h 748038"/>
                  <a:gd name="connsiteX176" fmla="*/ 3596112 w 12191552"/>
                  <a:gd name="connsiteY176" fmla="*/ 604747 h 748038"/>
                  <a:gd name="connsiteX177" fmla="*/ 3627079 w 12191552"/>
                  <a:gd name="connsiteY177" fmla="*/ 579276 h 748038"/>
                  <a:gd name="connsiteX178" fmla="*/ 3657356 w 12191552"/>
                  <a:gd name="connsiteY178" fmla="*/ 553368 h 748038"/>
                  <a:gd name="connsiteX179" fmla="*/ 3686983 w 12191552"/>
                  <a:gd name="connsiteY179" fmla="*/ 527045 h 748038"/>
                  <a:gd name="connsiteX180" fmla="*/ 3715593 w 12191552"/>
                  <a:gd name="connsiteY180" fmla="*/ 500460 h 748038"/>
                  <a:gd name="connsiteX181" fmla="*/ 3743757 w 12191552"/>
                  <a:gd name="connsiteY181" fmla="*/ 484265 h 748038"/>
                  <a:gd name="connsiteX182" fmla="*/ 3771351 w 12191552"/>
                  <a:gd name="connsiteY182" fmla="*/ 468921 h 748038"/>
                  <a:gd name="connsiteX183" fmla="*/ 3798377 w 12191552"/>
                  <a:gd name="connsiteY183" fmla="*/ 453620 h 748038"/>
                  <a:gd name="connsiteX184" fmla="*/ 3850681 w 12191552"/>
                  <a:gd name="connsiteY184" fmla="*/ 422714 h 748038"/>
                  <a:gd name="connsiteX185" fmla="*/ 3900871 w 12191552"/>
                  <a:gd name="connsiteY185" fmla="*/ 394209 h 748038"/>
                  <a:gd name="connsiteX186" fmla="*/ 3925296 w 12191552"/>
                  <a:gd name="connsiteY186" fmla="*/ 379236 h 748038"/>
                  <a:gd name="connsiteX187" fmla="*/ 3949273 w 12191552"/>
                  <a:gd name="connsiteY187" fmla="*/ 363673 h 748038"/>
                  <a:gd name="connsiteX188" fmla="*/ 3972641 w 12191552"/>
                  <a:gd name="connsiteY188" fmla="*/ 345295 h 748038"/>
                  <a:gd name="connsiteX189" fmla="*/ 3995562 w 12191552"/>
                  <a:gd name="connsiteY189" fmla="*/ 328729 h 748038"/>
                  <a:gd name="connsiteX190" fmla="*/ 4017996 w 12191552"/>
                  <a:gd name="connsiteY190" fmla="*/ 313494 h 748038"/>
                  <a:gd name="connsiteX191" fmla="*/ 4039982 w 12191552"/>
                  <a:gd name="connsiteY191" fmla="*/ 299416 h 748038"/>
                  <a:gd name="connsiteX192" fmla="*/ 4061602 w 12191552"/>
                  <a:gd name="connsiteY192" fmla="*/ 285883 h 748038"/>
                  <a:gd name="connsiteX193" fmla="*/ 4082979 w 12191552"/>
                  <a:gd name="connsiteY193" fmla="*/ 272831 h 748038"/>
                  <a:gd name="connsiteX194" fmla="*/ 4103909 w 12191552"/>
                  <a:gd name="connsiteY194" fmla="*/ 256898 h 748038"/>
                  <a:gd name="connsiteX195" fmla="*/ 4124472 w 12191552"/>
                  <a:gd name="connsiteY195" fmla="*/ 237298 h 748038"/>
                  <a:gd name="connsiteX196" fmla="*/ 4144671 w 12191552"/>
                  <a:gd name="connsiteY196" fmla="*/ 215122 h 748038"/>
                  <a:gd name="connsiteX197" fmla="*/ 4164503 w 12191552"/>
                  <a:gd name="connsiteY197" fmla="*/ 188581 h 748038"/>
                  <a:gd name="connsiteX198" fmla="*/ 4183888 w 12191552"/>
                  <a:gd name="connsiteY198" fmla="*/ 159268 h 748038"/>
                  <a:gd name="connsiteX199" fmla="*/ 4202989 w 12191552"/>
                  <a:gd name="connsiteY199" fmla="*/ 136830 h 748038"/>
                  <a:gd name="connsiteX200" fmla="*/ 4221846 w 12191552"/>
                  <a:gd name="connsiteY200" fmla="*/ 111402 h 748038"/>
                  <a:gd name="connsiteX201" fmla="*/ 4240215 w 12191552"/>
                  <a:gd name="connsiteY201" fmla="*/ 80343 h 748038"/>
                  <a:gd name="connsiteX202" fmla="*/ 4258381 w 12191552"/>
                  <a:gd name="connsiteY202" fmla="*/ 58451 h 748038"/>
                  <a:gd name="connsiteX203" fmla="*/ 4276141 w 12191552"/>
                  <a:gd name="connsiteY203" fmla="*/ 28461 h 748038"/>
                  <a:gd name="connsiteX204" fmla="*/ 4292804 w 12191552"/>
                  <a:gd name="connsiteY204" fmla="*/ 14972 h 748038"/>
                  <a:gd name="connsiteX205" fmla="*/ 4308693 w 12191552"/>
                  <a:gd name="connsiteY205" fmla="*/ 2924 h 748038"/>
                  <a:gd name="connsiteX206" fmla="*/ 4436181 w 12191552"/>
                  <a:gd name="connsiteY206" fmla="*/ 5805 h 748038"/>
                  <a:gd name="connsiteX207" fmla="*/ 4563385 w 12191552"/>
                  <a:gd name="connsiteY207" fmla="*/ 9472 h 748038"/>
                  <a:gd name="connsiteX208" fmla="*/ 4689084 w 12191552"/>
                  <a:gd name="connsiteY208" fmla="*/ 14427 h 748038"/>
                  <a:gd name="connsiteX209" fmla="*/ 4813158 w 12191552"/>
                  <a:gd name="connsiteY209" fmla="*/ 16020 h 748038"/>
                  <a:gd name="connsiteX210" fmla="*/ 4936785 w 12191552"/>
                  <a:gd name="connsiteY210" fmla="*/ 19272 h 748038"/>
                  <a:gd name="connsiteX211" fmla="*/ 5061143 w 12191552"/>
                  <a:gd name="connsiteY211" fmla="*/ 20385 h 748038"/>
                  <a:gd name="connsiteX212" fmla="*/ 5188062 w 12191552"/>
                  <a:gd name="connsiteY212" fmla="*/ 22459 h 748038"/>
                  <a:gd name="connsiteX213" fmla="*/ 5318191 w 12191552"/>
                  <a:gd name="connsiteY213" fmla="*/ 21870 h 748038"/>
                  <a:gd name="connsiteX214" fmla="*/ 5452750 w 12191552"/>
                  <a:gd name="connsiteY214" fmla="*/ 29225 h 748038"/>
                  <a:gd name="connsiteX215" fmla="*/ 5590805 w 12191552"/>
                  <a:gd name="connsiteY215" fmla="*/ 36515 h 748038"/>
                  <a:gd name="connsiteX216" fmla="*/ 5731134 w 12191552"/>
                  <a:gd name="connsiteY216" fmla="*/ 43609 h 748038"/>
                  <a:gd name="connsiteX217" fmla="*/ 5731581 w 12191552"/>
                  <a:gd name="connsiteY217" fmla="*/ 43653 h 748038"/>
                  <a:gd name="connsiteX218" fmla="*/ 5728818 w 12191552"/>
                  <a:gd name="connsiteY218" fmla="*/ 53824 h 748038"/>
                  <a:gd name="connsiteX219" fmla="*/ 5728818 w 12191552"/>
                  <a:gd name="connsiteY219" fmla="*/ 60481 h 748038"/>
                  <a:gd name="connsiteX220" fmla="*/ 5725770 w 12191552"/>
                  <a:gd name="connsiteY220" fmla="*/ 76742 h 748038"/>
                  <a:gd name="connsiteX221" fmla="*/ 5717154 w 12191552"/>
                  <a:gd name="connsiteY221" fmla="*/ 104178 h 748038"/>
                  <a:gd name="connsiteX222" fmla="*/ 5707157 w 12191552"/>
                  <a:gd name="connsiteY222" fmla="*/ 163437 h 748038"/>
                  <a:gd name="connsiteX223" fmla="*/ 5706872 w 12191552"/>
                  <a:gd name="connsiteY223" fmla="*/ 165794 h 748038"/>
                  <a:gd name="connsiteX224" fmla="*/ 5708986 w 12191552"/>
                  <a:gd name="connsiteY224" fmla="*/ 167278 h 748038"/>
                  <a:gd name="connsiteX225" fmla="*/ 5733125 w 12191552"/>
                  <a:gd name="connsiteY225" fmla="*/ 169417 h 748038"/>
                  <a:gd name="connsiteX226" fmla="*/ 5875813 w 12191552"/>
                  <a:gd name="connsiteY226" fmla="*/ 175332 h 748038"/>
                  <a:gd name="connsiteX227" fmla="*/ 6019435 w 12191552"/>
                  <a:gd name="connsiteY227" fmla="*/ 183211 h 748038"/>
                  <a:gd name="connsiteX228" fmla="*/ 6163138 w 12191552"/>
                  <a:gd name="connsiteY228" fmla="*/ 182993 h 748038"/>
                  <a:gd name="connsiteX229" fmla="*/ 6305378 w 12191552"/>
                  <a:gd name="connsiteY229" fmla="*/ 178366 h 748038"/>
                  <a:gd name="connsiteX230" fmla="*/ 6447536 w 12191552"/>
                  <a:gd name="connsiteY230" fmla="*/ 180876 h 748038"/>
                  <a:gd name="connsiteX231" fmla="*/ 6588801 w 12191552"/>
                  <a:gd name="connsiteY231" fmla="*/ 180505 h 748038"/>
                  <a:gd name="connsiteX232" fmla="*/ 6675526 w 12191552"/>
                  <a:gd name="connsiteY232" fmla="*/ 180396 h 748038"/>
                  <a:gd name="connsiteX233" fmla="*/ 6725229 w 12191552"/>
                  <a:gd name="connsiteY233" fmla="*/ 177733 h 748038"/>
                  <a:gd name="connsiteX234" fmla="*/ 6840322 w 12191552"/>
                  <a:gd name="connsiteY234" fmla="*/ 182862 h 748038"/>
                  <a:gd name="connsiteX235" fmla="*/ 6975044 w 12191552"/>
                  <a:gd name="connsiteY235" fmla="*/ 191702 h 748038"/>
                  <a:gd name="connsiteX236" fmla="*/ 7108302 w 12191552"/>
                  <a:gd name="connsiteY236" fmla="*/ 199319 h 748038"/>
                  <a:gd name="connsiteX237" fmla="*/ 7117405 w 12191552"/>
                  <a:gd name="connsiteY237" fmla="*/ 207417 h 748038"/>
                  <a:gd name="connsiteX238" fmla="*/ 7127322 w 12191552"/>
                  <a:gd name="connsiteY238" fmla="*/ 213005 h 748038"/>
                  <a:gd name="connsiteX239" fmla="*/ 7137847 w 12191552"/>
                  <a:gd name="connsiteY239" fmla="*/ 221102 h 748038"/>
                  <a:gd name="connsiteX240" fmla="*/ 7148658 w 12191552"/>
                  <a:gd name="connsiteY240" fmla="*/ 231645 h 748038"/>
                  <a:gd name="connsiteX241" fmla="*/ 7158858 w 12191552"/>
                  <a:gd name="connsiteY241" fmla="*/ 240004 h 748038"/>
                  <a:gd name="connsiteX242" fmla="*/ 7168571 w 12191552"/>
                  <a:gd name="connsiteY242" fmla="*/ 252052 h 748038"/>
                  <a:gd name="connsiteX243" fmla="*/ 7177187 w 12191552"/>
                  <a:gd name="connsiteY243" fmla="*/ 264952 h 748038"/>
                  <a:gd name="connsiteX244" fmla="*/ 7184624 w 12191552"/>
                  <a:gd name="connsiteY244" fmla="*/ 279074 h 748038"/>
                  <a:gd name="connsiteX245" fmla="*/ 7191167 w 12191552"/>
                  <a:gd name="connsiteY245" fmla="*/ 296862 h 748038"/>
                  <a:gd name="connsiteX246" fmla="*/ 7196816 w 12191552"/>
                  <a:gd name="connsiteY246" fmla="*/ 314716 h 748038"/>
                  <a:gd name="connsiteX247" fmla="*/ 7202059 w 12191552"/>
                  <a:gd name="connsiteY247" fmla="*/ 337416 h 748038"/>
                  <a:gd name="connsiteX248" fmla="*/ 7207423 w 12191552"/>
                  <a:gd name="connsiteY248" fmla="*/ 363586 h 748038"/>
                  <a:gd name="connsiteX249" fmla="*/ 7213194 w 12191552"/>
                  <a:gd name="connsiteY249" fmla="*/ 387137 h 748038"/>
                  <a:gd name="connsiteX250" fmla="*/ 7219656 w 12191552"/>
                  <a:gd name="connsiteY250" fmla="*/ 409946 h 748038"/>
                  <a:gd name="connsiteX251" fmla="*/ 7226808 w 12191552"/>
                  <a:gd name="connsiteY251" fmla="*/ 427734 h 748038"/>
                  <a:gd name="connsiteX252" fmla="*/ 7243674 w 12191552"/>
                  <a:gd name="connsiteY252" fmla="*/ 457418 h 748038"/>
                  <a:gd name="connsiteX253" fmla="*/ 7253387 w 12191552"/>
                  <a:gd name="connsiteY253" fmla="*/ 469248 h 748038"/>
                  <a:gd name="connsiteX254" fmla="*/ 7263384 w 12191552"/>
                  <a:gd name="connsiteY254" fmla="*/ 483152 h 748038"/>
                  <a:gd name="connsiteX255" fmla="*/ 7273504 w 12191552"/>
                  <a:gd name="connsiteY255" fmla="*/ 493323 h 748038"/>
                  <a:gd name="connsiteX256" fmla="*/ 7275698 w 12191552"/>
                  <a:gd name="connsiteY256" fmla="*/ 494065 h 748038"/>
                  <a:gd name="connsiteX257" fmla="*/ 7440087 w 12191552"/>
                  <a:gd name="connsiteY257" fmla="*/ 497055 h 748038"/>
                  <a:gd name="connsiteX258" fmla="*/ 7604476 w 12191552"/>
                  <a:gd name="connsiteY258" fmla="*/ 496946 h 748038"/>
                  <a:gd name="connsiteX259" fmla="*/ 7768905 w 12191552"/>
                  <a:gd name="connsiteY259" fmla="*/ 496313 h 748038"/>
                  <a:gd name="connsiteX260" fmla="*/ 7933416 w 12191552"/>
                  <a:gd name="connsiteY260" fmla="*/ 496270 h 748038"/>
                  <a:gd name="connsiteX261" fmla="*/ 8098211 w 12191552"/>
                  <a:gd name="connsiteY261" fmla="*/ 498408 h 748038"/>
                  <a:gd name="connsiteX262" fmla="*/ 8263006 w 12191552"/>
                  <a:gd name="connsiteY262" fmla="*/ 498889 h 748038"/>
                  <a:gd name="connsiteX263" fmla="*/ 8427801 w 12191552"/>
                  <a:gd name="connsiteY263" fmla="*/ 498081 h 748038"/>
                  <a:gd name="connsiteX264" fmla="*/ 8592800 w 12191552"/>
                  <a:gd name="connsiteY264" fmla="*/ 496706 h 748038"/>
                  <a:gd name="connsiteX265" fmla="*/ 8757798 w 12191552"/>
                  <a:gd name="connsiteY265" fmla="*/ 495636 h 748038"/>
                  <a:gd name="connsiteX266" fmla="*/ 8922878 w 12191552"/>
                  <a:gd name="connsiteY266" fmla="*/ 496706 h 748038"/>
                  <a:gd name="connsiteX267" fmla="*/ 9088161 w 12191552"/>
                  <a:gd name="connsiteY267" fmla="*/ 498670 h 748038"/>
                  <a:gd name="connsiteX268" fmla="*/ 9410313 w 12191552"/>
                  <a:gd name="connsiteY268" fmla="*/ 503407 h 748038"/>
                  <a:gd name="connsiteX269" fmla="*/ 9584334 w 12191552"/>
                  <a:gd name="connsiteY269" fmla="*/ 505655 h 748038"/>
                  <a:gd name="connsiteX270" fmla="*/ 9619448 w 12191552"/>
                  <a:gd name="connsiteY270" fmla="*/ 508099 h 748038"/>
                  <a:gd name="connsiteX271" fmla="*/ 9786925 w 12191552"/>
                  <a:gd name="connsiteY271" fmla="*/ 508514 h 748038"/>
                  <a:gd name="connsiteX272" fmla="*/ 9954118 w 12191552"/>
                  <a:gd name="connsiteY272" fmla="*/ 508143 h 748038"/>
                  <a:gd name="connsiteX273" fmla="*/ 9993010 w 12191552"/>
                  <a:gd name="connsiteY273" fmla="*/ 510959 h 748038"/>
                  <a:gd name="connsiteX274" fmla="*/ 10032594 w 12191552"/>
                  <a:gd name="connsiteY274" fmla="*/ 517027 h 748038"/>
                  <a:gd name="connsiteX275" fmla="*/ 10073274 w 12191552"/>
                  <a:gd name="connsiteY275" fmla="*/ 533331 h 748038"/>
                  <a:gd name="connsiteX276" fmla="*/ 10115458 w 12191552"/>
                  <a:gd name="connsiteY276" fmla="*/ 552626 h 748038"/>
                  <a:gd name="connsiteX277" fmla="*/ 10158618 w 12191552"/>
                  <a:gd name="connsiteY277" fmla="*/ 571877 h 748038"/>
                  <a:gd name="connsiteX278" fmla="*/ 10160203 w 12191552"/>
                  <a:gd name="connsiteY278" fmla="*/ 572204 h 748038"/>
                  <a:gd name="connsiteX279" fmla="*/ 10336622 w 12191552"/>
                  <a:gd name="connsiteY279" fmla="*/ 572531 h 748038"/>
                  <a:gd name="connsiteX280" fmla="*/ 10381976 w 12191552"/>
                  <a:gd name="connsiteY280" fmla="*/ 589207 h 748038"/>
                  <a:gd name="connsiteX281" fmla="*/ 10383358 w 12191552"/>
                  <a:gd name="connsiteY281" fmla="*/ 589425 h 748038"/>
                  <a:gd name="connsiteX282" fmla="*/ 10562539 w 12191552"/>
                  <a:gd name="connsiteY282" fmla="*/ 590975 h 748038"/>
                  <a:gd name="connsiteX283" fmla="*/ 10741314 w 12191552"/>
                  <a:gd name="connsiteY283" fmla="*/ 596301 h 748038"/>
                  <a:gd name="connsiteX284" fmla="*/ 10792114 w 12191552"/>
                  <a:gd name="connsiteY284" fmla="*/ 614679 h 748038"/>
                  <a:gd name="connsiteX285" fmla="*/ 10793415 w 12191552"/>
                  <a:gd name="connsiteY285" fmla="*/ 614897 h 748038"/>
                  <a:gd name="connsiteX286" fmla="*/ 10975198 w 12191552"/>
                  <a:gd name="connsiteY286" fmla="*/ 617560 h 748038"/>
                  <a:gd name="connsiteX287" fmla="*/ 11156980 w 12191552"/>
                  <a:gd name="connsiteY287" fmla="*/ 619851 h 748038"/>
                  <a:gd name="connsiteX288" fmla="*/ 11338844 w 12191552"/>
                  <a:gd name="connsiteY288" fmla="*/ 621445 h 748038"/>
                  <a:gd name="connsiteX289" fmla="*/ 11520790 w 12191552"/>
                  <a:gd name="connsiteY289" fmla="*/ 622711 h 748038"/>
                  <a:gd name="connsiteX290" fmla="*/ 11702979 w 12191552"/>
                  <a:gd name="connsiteY290" fmla="*/ 623256 h 748038"/>
                  <a:gd name="connsiteX291" fmla="*/ 11798239 w 12191552"/>
                  <a:gd name="connsiteY291" fmla="*/ 624042 h 748038"/>
                  <a:gd name="connsiteX292" fmla="*/ 11862125 w 12191552"/>
                  <a:gd name="connsiteY292" fmla="*/ 641678 h 748038"/>
                  <a:gd name="connsiteX293" fmla="*/ 11863222 w 12191552"/>
                  <a:gd name="connsiteY293" fmla="*/ 641831 h 748038"/>
                  <a:gd name="connsiteX294" fmla="*/ 11949948 w 12191552"/>
                  <a:gd name="connsiteY294" fmla="*/ 642529 h 748038"/>
                  <a:gd name="connsiteX295" fmla="*/ 12016435 w 12191552"/>
                  <a:gd name="connsiteY295" fmla="*/ 660383 h 748038"/>
                  <a:gd name="connsiteX296" fmla="*/ 12017532 w 12191552"/>
                  <a:gd name="connsiteY296" fmla="*/ 660536 h 748038"/>
                  <a:gd name="connsiteX297" fmla="*/ 12191472 w 12191552"/>
                  <a:gd name="connsiteY297" fmla="*/ 661649 h 748038"/>
                  <a:gd name="connsiteX298" fmla="*/ 12191472 w 12191552"/>
                  <a:gd name="connsiteY298" fmla="*/ 658877 h 748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Lst>
                <a:rect l="l" t="t" r="r" b="b"/>
                <a:pathLst>
                  <a:path w="12191552" h="748038">
                    <a:moveTo>
                      <a:pt x="12191553" y="658943"/>
                    </a:moveTo>
                    <a:lnTo>
                      <a:pt x="12018224" y="657764"/>
                    </a:lnTo>
                    <a:lnTo>
                      <a:pt x="11951858" y="639910"/>
                    </a:lnTo>
                    <a:cubicBezTo>
                      <a:pt x="11951452" y="639801"/>
                      <a:pt x="11951168" y="639801"/>
                      <a:pt x="11950761" y="639735"/>
                    </a:cubicBezTo>
                    <a:lnTo>
                      <a:pt x="11863953" y="639037"/>
                    </a:lnTo>
                    <a:lnTo>
                      <a:pt x="11800149" y="621401"/>
                    </a:lnTo>
                    <a:cubicBezTo>
                      <a:pt x="11799743" y="621336"/>
                      <a:pt x="11799458" y="621292"/>
                      <a:pt x="11799052" y="621292"/>
                    </a:cubicBezTo>
                    <a:lnTo>
                      <a:pt x="11703101" y="620441"/>
                    </a:lnTo>
                    <a:lnTo>
                      <a:pt x="11521034" y="619917"/>
                    </a:lnTo>
                    <a:lnTo>
                      <a:pt x="11338966" y="618695"/>
                    </a:lnTo>
                    <a:lnTo>
                      <a:pt x="11157184" y="617036"/>
                    </a:lnTo>
                    <a:lnTo>
                      <a:pt x="10975442" y="614744"/>
                    </a:lnTo>
                    <a:lnTo>
                      <a:pt x="10794472" y="612081"/>
                    </a:lnTo>
                    <a:lnTo>
                      <a:pt x="10743672" y="593747"/>
                    </a:lnTo>
                    <a:cubicBezTo>
                      <a:pt x="10743265" y="593572"/>
                      <a:pt x="10742859" y="593529"/>
                      <a:pt x="10742493" y="593529"/>
                    </a:cubicBezTo>
                    <a:lnTo>
                      <a:pt x="10562905" y="588137"/>
                    </a:lnTo>
                    <a:lnTo>
                      <a:pt x="10384414" y="586653"/>
                    </a:lnTo>
                    <a:lnTo>
                      <a:pt x="10338857" y="569978"/>
                    </a:lnTo>
                    <a:cubicBezTo>
                      <a:pt x="10338450" y="569825"/>
                      <a:pt x="10337962" y="569716"/>
                      <a:pt x="10337475" y="569716"/>
                    </a:cubicBezTo>
                    <a:lnTo>
                      <a:pt x="10161260" y="569388"/>
                    </a:lnTo>
                    <a:lnTo>
                      <a:pt x="10118913" y="550465"/>
                    </a:lnTo>
                    <a:lnTo>
                      <a:pt x="10076566" y="531126"/>
                    </a:lnTo>
                    <a:lnTo>
                      <a:pt x="10035398" y="514604"/>
                    </a:lnTo>
                    <a:cubicBezTo>
                      <a:pt x="10035398" y="514604"/>
                      <a:pt x="10034910" y="514451"/>
                      <a:pt x="10034626" y="514386"/>
                    </a:cubicBezTo>
                    <a:lnTo>
                      <a:pt x="9994230" y="508209"/>
                    </a:lnTo>
                    <a:lnTo>
                      <a:pt x="9954728" y="505327"/>
                    </a:lnTo>
                    <a:lnTo>
                      <a:pt x="9787169" y="505699"/>
                    </a:lnTo>
                    <a:lnTo>
                      <a:pt x="9620098" y="505284"/>
                    </a:lnTo>
                    <a:lnTo>
                      <a:pt x="9584985" y="502839"/>
                    </a:lnTo>
                    <a:lnTo>
                      <a:pt x="9419498" y="500700"/>
                    </a:lnTo>
                    <a:lnTo>
                      <a:pt x="9088526" y="495855"/>
                    </a:lnTo>
                    <a:lnTo>
                      <a:pt x="8923244" y="493890"/>
                    </a:lnTo>
                    <a:lnTo>
                      <a:pt x="8758041" y="492821"/>
                    </a:lnTo>
                    <a:lnTo>
                      <a:pt x="8592962" y="493890"/>
                    </a:lnTo>
                    <a:lnTo>
                      <a:pt x="8428045" y="495265"/>
                    </a:lnTo>
                    <a:lnTo>
                      <a:pt x="8263250" y="496073"/>
                    </a:lnTo>
                    <a:lnTo>
                      <a:pt x="8098455" y="495658"/>
                    </a:lnTo>
                    <a:lnTo>
                      <a:pt x="7933741" y="493476"/>
                    </a:lnTo>
                    <a:lnTo>
                      <a:pt x="7769149" y="493585"/>
                    </a:lnTo>
                    <a:lnTo>
                      <a:pt x="7604638" y="494174"/>
                    </a:lnTo>
                    <a:lnTo>
                      <a:pt x="7440331" y="494327"/>
                    </a:lnTo>
                    <a:lnTo>
                      <a:pt x="7277527" y="491293"/>
                    </a:lnTo>
                    <a:lnTo>
                      <a:pt x="7268221" y="482017"/>
                    </a:lnTo>
                    <a:lnTo>
                      <a:pt x="7258304" y="468157"/>
                    </a:lnTo>
                    <a:lnTo>
                      <a:pt x="7248673" y="456436"/>
                    </a:lnTo>
                    <a:lnTo>
                      <a:pt x="7232010" y="427014"/>
                    </a:lnTo>
                    <a:lnTo>
                      <a:pt x="7224858" y="409422"/>
                    </a:lnTo>
                    <a:lnTo>
                      <a:pt x="7218517" y="386766"/>
                    </a:lnTo>
                    <a:lnTo>
                      <a:pt x="7212747" y="363259"/>
                    </a:lnTo>
                    <a:lnTo>
                      <a:pt x="7207382" y="337089"/>
                    </a:lnTo>
                    <a:lnTo>
                      <a:pt x="7202140" y="314280"/>
                    </a:lnTo>
                    <a:lnTo>
                      <a:pt x="7196410" y="296317"/>
                    </a:lnTo>
                    <a:lnTo>
                      <a:pt x="7189867" y="278353"/>
                    </a:lnTo>
                    <a:lnTo>
                      <a:pt x="7182226" y="264013"/>
                    </a:lnTo>
                    <a:lnTo>
                      <a:pt x="7173489" y="250961"/>
                    </a:lnTo>
                    <a:lnTo>
                      <a:pt x="7163573" y="238651"/>
                    </a:lnTo>
                    <a:lnTo>
                      <a:pt x="7153250" y="230138"/>
                    </a:lnTo>
                    <a:lnTo>
                      <a:pt x="7142358" y="219531"/>
                    </a:lnTo>
                    <a:lnTo>
                      <a:pt x="7131467" y="211215"/>
                    </a:lnTo>
                    <a:lnTo>
                      <a:pt x="7121632" y="205627"/>
                    </a:lnTo>
                    <a:lnTo>
                      <a:pt x="7112204" y="197202"/>
                    </a:lnTo>
                    <a:cubicBezTo>
                      <a:pt x="7111797" y="196831"/>
                      <a:pt x="7111106" y="196569"/>
                      <a:pt x="7110334" y="196504"/>
                    </a:cubicBezTo>
                    <a:lnTo>
                      <a:pt x="6975897" y="188821"/>
                    </a:lnTo>
                    <a:lnTo>
                      <a:pt x="6841053" y="180025"/>
                    </a:lnTo>
                    <a:lnTo>
                      <a:pt x="6725473" y="174852"/>
                    </a:lnTo>
                    <a:lnTo>
                      <a:pt x="6675486" y="177558"/>
                    </a:lnTo>
                    <a:lnTo>
                      <a:pt x="6447861" y="178039"/>
                    </a:lnTo>
                    <a:lnTo>
                      <a:pt x="6305500" y="175485"/>
                    </a:lnTo>
                    <a:lnTo>
                      <a:pt x="6163219" y="180112"/>
                    </a:lnTo>
                    <a:lnTo>
                      <a:pt x="6019882" y="180330"/>
                    </a:lnTo>
                    <a:lnTo>
                      <a:pt x="5876463" y="172451"/>
                    </a:lnTo>
                    <a:lnTo>
                      <a:pt x="5733939" y="166536"/>
                    </a:lnTo>
                    <a:lnTo>
                      <a:pt x="5712237" y="164615"/>
                    </a:lnTo>
                    <a:lnTo>
                      <a:pt x="5722397" y="104505"/>
                    </a:lnTo>
                    <a:lnTo>
                      <a:pt x="5731013" y="77113"/>
                    </a:lnTo>
                    <a:lnTo>
                      <a:pt x="5734020" y="60590"/>
                    </a:lnTo>
                    <a:lnTo>
                      <a:pt x="5734020" y="53977"/>
                    </a:lnTo>
                    <a:lnTo>
                      <a:pt x="5737149" y="42801"/>
                    </a:lnTo>
                    <a:cubicBezTo>
                      <a:pt x="5737189" y="42627"/>
                      <a:pt x="5737149" y="42256"/>
                      <a:pt x="5737109" y="42168"/>
                    </a:cubicBezTo>
                    <a:cubicBezTo>
                      <a:pt x="5736905" y="41535"/>
                      <a:pt x="5736011" y="41055"/>
                      <a:pt x="5734914" y="40990"/>
                    </a:cubicBezTo>
                    <a:lnTo>
                      <a:pt x="5591495" y="33634"/>
                    </a:lnTo>
                    <a:lnTo>
                      <a:pt x="5453441" y="26388"/>
                    </a:lnTo>
                    <a:lnTo>
                      <a:pt x="5318597" y="18967"/>
                    </a:lnTo>
                    <a:lnTo>
                      <a:pt x="5188347" y="19556"/>
                    </a:lnTo>
                    <a:lnTo>
                      <a:pt x="5061549" y="17483"/>
                    </a:lnTo>
                    <a:lnTo>
                      <a:pt x="4937191" y="16413"/>
                    </a:lnTo>
                    <a:lnTo>
                      <a:pt x="4813565" y="13161"/>
                    </a:lnTo>
                    <a:lnTo>
                      <a:pt x="4689613" y="11568"/>
                    </a:lnTo>
                    <a:lnTo>
                      <a:pt x="4563994" y="6569"/>
                    </a:lnTo>
                    <a:lnTo>
                      <a:pt x="4436629" y="2946"/>
                    </a:lnTo>
                    <a:lnTo>
                      <a:pt x="4307759" y="21"/>
                    </a:lnTo>
                    <a:cubicBezTo>
                      <a:pt x="4307028" y="-88"/>
                      <a:pt x="4306133" y="240"/>
                      <a:pt x="4305645" y="611"/>
                    </a:cubicBezTo>
                    <a:lnTo>
                      <a:pt x="4288983" y="13248"/>
                    </a:lnTo>
                    <a:lnTo>
                      <a:pt x="4272037" y="26955"/>
                    </a:lnTo>
                    <a:cubicBezTo>
                      <a:pt x="4272037" y="26955"/>
                      <a:pt x="4271793" y="27217"/>
                      <a:pt x="4271752" y="27326"/>
                    </a:cubicBezTo>
                    <a:lnTo>
                      <a:pt x="4253992" y="57381"/>
                    </a:lnTo>
                    <a:lnTo>
                      <a:pt x="4235826" y="79273"/>
                    </a:lnTo>
                    <a:lnTo>
                      <a:pt x="4217376" y="110398"/>
                    </a:lnTo>
                    <a:lnTo>
                      <a:pt x="4198681" y="135608"/>
                    </a:lnTo>
                    <a:lnTo>
                      <a:pt x="4179540" y="158155"/>
                    </a:lnTo>
                    <a:lnTo>
                      <a:pt x="4160114" y="187511"/>
                    </a:lnTo>
                    <a:lnTo>
                      <a:pt x="4140403" y="213878"/>
                    </a:lnTo>
                    <a:lnTo>
                      <a:pt x="4120327" y="235901"/>
                    </a:lnTo>
                    <a:lnTo>
                      <a:pt x="4100007" y="255283"/>
                    </a:lnTo>
                    <a:lnTo>
                      <a:pt x="4079362" y="270998"/>
                    </a:lnTo>
                    <a:lnTo>
                      <a:pt x="4058148" y="283941"/>
                    </a:lnTo>
                    <a:lnTo>
                      <a:pt x="4036527" y="297473"/>
                    </a:lnTo>
                    <a:lnTo>
                      <a:pt x="4014460" y="311595"/>
                    </a:lnTo>
                    <a:lnTo>
                      <a:pt x="3991945" y="326896"/>
                    </a:lnTo>
                    <a:lnTo>
                      <a:pt x="3968984" y="343571"/>
                    </a:lnTo>
                    <a:lnTo>
                      <a:pt x="3945738" y="361905"/>
                    </a:lnTo>
                    <a:lnTo>
                      <a:pt x="3921923" y="377315"/>
                    </a:lnTo>
                    <a:lnTo>
                      <a:pt x="3897661" y="392222"/>
                    </a:lnTo>
                    <a:lnTo>
                      <a:pt x="3847470" y="420728"/>
                    </a:lnTo>
                    <a:lnTo>
                      <a:pt x="3795167" y="451591"/>
                    </a:lnTo>
                    <a:lnTo>
                      <a:pt x="3768182" y="466891"/>
                    </a:lnTo>
                    <a:lnTo>
                      <a:pt x="3740546" y="482235"/>
                    </a:lnTo>
                    <a:lnTo>
                      <a:pt x="3712017" y="498714"/>
                    </a:lnTo>
                    <a:lnTo>
                      <a:pt x="3683122" y="525517"/>
                    </a:lnTo>
                    <a:lnTo>
                      <a:pt x="3653577" y="551840"/>
                    </a:lnTo>
                    <a:lnTo>
                      <a:pt x="3623341" y="577683"/>
                    </a:lnTo>
                    <a:lnTo>
                      <a:pt x="3592373" y="603110"/>
                    </a:lnTo>
                    <a:lnTo>
                      <a:pt x="3560755" y="628145"/>
                    </a:lnTo>
                    <a:lnTo>
                      <a:pt x="3528365" y="653028"/>
                    </a:lnTo>
                    <a:lnTo>
                      <a:pt x="3495243" y="677277"/>
                    </a:lnTo>
                    <a:lnTo>
                      <a:pt x="3462122" y="700937"/>
                    </a:lnTo>
                    <a:lnTo>
                      <a:pt x="2901290" y="696048"/>
                    </a:lnTo>
                    <a:lnTo>
                      <a:pt x="2714224" y="694673"/>
                    </a:lnTo>
                    <a:lnTo>
                      <a:pt x="2527239" y="693079"/>
                    </a:lnTo>
                    <a:lnTo>
                      <a:pt x="2340417" y="691224"/>
                    </a:lnTo>
                    <a:lnTo>
                      <a:pt x="2153717" y="688299"/>
                    </a:lnTo>
                    <a:lnTo>
                      <a:pt x="1967179" y="684894"/>
                    </a:lnTo>
                    <a:lnTo>
                      <a:pt x="1594470" y="676840"/>
                    </a:lnTo>
                    <a:lnTo>
                      <a:pt x="1408298" y="674592"/>
                    </a:lnTo>
                    <a:lnTo>
                      <a:pt x="1222207" y="672563"/>
                    </a:lnTo>
                    <a:lnTo>
                      <a:pt x="1036279" y="671929"/>
                    </a:lnTo>
                    <a:lnTo>
                      <a:pt x="850473" y="669594"/>
                    </a:lnTo>
                    <a:lnTo>
                      <a:pt x="664789" y="668044"/>
                    </a:lnTo>
                    <a:cubicBezTo>
                      <a:pt x="663936" y="668044"/>
                      <a:pt x="663732" y="668154"/>
                      <a:pt x="663326" y="668306"/>
                    </a:cubicBezTo>
                    <a:lnTo>
                      <a:pt x="595173" y="693516"/>
                    </a:lnTo>
                    <a:lnTo>
                      <a:pt x="408148" y="692992"/>
                    </a:lnTo>
                    <a:lnTo>
                      <a:pt x="408148" y="692992"/>
                    </a:lnTo>
                    <a:cubicBezTo>
                      <a:pt x="407660" y="692992"/>
                      <a:pt x="407172" y="693058"/>
                      <a:pt x="406766" y="693210"/>
                    </a:cubicBezTo>
                    <a:lnTo>
                      <a:pt x="334630" y="718835"/>
                    </a:lnTo>
                    <a:lnTo>
                      <a:pt x="145369" y="719053"/>
                    </a:lnTo>
                    <a:cubicBezTo>
                      <a:pt x="144922" y="719053"/>
                      <a:pt x="144435" y="719097"/>
                      <a:pt x="144028" y="719271"/>
                    </a:cubicBezTo>
                    <a:lnTo>
                      <a:pt x="67706" y="745223"/>
                    </a:lnTo>
                    <a:lnTo>
                      <a:pt x="0" y="745267"/>
                    </a:lnTo>
                    <a:lnTo>
                      <a:pt x="0" y="748039"/>
                    </a:lnTo>
                    <a:lnTo>
                      <a:pt x="67991" y="748039"/>
                    </a:lnTo>
                    <a:cubicBezTo>
                      <a:pt x="68438" y="748039"/>
                      <a:pt x="68885" y="747973"/>
                      <a:pt x="69291" y="747820"/>
                    </a:cubicBezTo>
                    <a:lnTo>
                      <a:pt x="145654" y="721869"/>
                    </a:lnTo>
                    <a:lnTo>
                      <a:pt x="334914" y="721607"/>
                    </a:lnTo>
                    <a:cubicBezTo>
                      <a:pt x="335402" y="721607"/>
                      <a:pt x="335890" y="721563"/>
                      <a:pt x="336296" y="721388"/>
                    </a:cubicBezTo>
                    <a:lnTo>
                      <a:pt x="408432" y="695764"/>
                    </a:lnTo>
                    <a:lnTo>
                      <a:pt x="595498" y="696353"/>
                    </a:lnTo>
                    <a:lnTo>
                      <a:pt x="595498" y="696353"/>
                    </a:lnTo>
                    <a:cubicBezTo>
                      <a:pt x="595986" y="696353"/>
                      <a:pt x="596473" y="696244"/>
                      <a:pt x="596880" y="696091"/>
                    </a:cubicBezTo>
                    <a:lnTo>
                      <a:pt x="664992" y="670882"/>
                    </a:lnTo>
                    <a:lnTo>
                      <a:pt x="849864" y="672431"/>
                    </a:lnTo>
                    <a:lnTo>
                      <a:pt x="1035710" y="674767"/>
                    </a:lnTo>
                    <a:lnTo>
                      <a:pt x="1221598" y="675400"/>
                    </a:lnTo>
                    <a:lnTo>
                      <a:pt x="1407688" y="677430"/>
                    </a:lnTo>
                    <a:lnTo>
                      <a:pt x="1593820" y="679656"/>
                    </a:lnTo>
                    <a:lnTo>
                      <a:pt x="1966488" y="687710"/>
                    </a:lnTo>
                    <a:lnTo>
                      <a:pt x="2153067" y="691115"/>
                    </a:lnTo>
                    <a:lnTo>
                      <a:pt x="2339807" y="694040"/>
                    </a:lnTo>
                    <a:lnTo>
                      <a:pt x="2526630" y="695895"/>
                    </a:lnTo>
                    <a:lnTo>
                      <a:pt x="2713614" y="697445"/>
                    </a:lnTo>
                    <a:lnTo>
                      <a:pt x="2900761" y="698885"/>
                    </a:lnTo>
                    <a:lnTo>
                      <a:pt x="3275300" y="702290"/>
                    </a:lnTo>
                    <a:lnTo>
                      <a:pt x="3462813" y="703796"/>
                    </a:lnTo>
                    <a:cubicBezTo>
                      <a:pt x="3463625" y="703687"/>
                      <a:pt x="3464357" y="703578"/>
                      <a:pt x="3464845" y="703207"/>
                    </a:cubicBezTo>
                    <a:lnTo>
                      <a:pt x="3498820" y="679067"/>
                    </a:lnTo>
                    <a:lnTo>
                      <a:pt x="3532023" y="654730"/>
                    </a:lnTo>
                    <a:lnTo>
                      <a:pt x="3564413" y="629782"/>
                    </a:lnTo>
                    <a:lnTo>
                      <a:pt x="3596112" y="604747"/>
                    </a:lnTo>
                    <a:lnTo>
                      <a:pt x="3627079" y="579276"/>
                    </a:lnTo>
                    <a:lnTo>
                      <a:pt x="3657356" y="553368"/>
                    </a:lnTo>
                    <a:lnTo>
                      <a:pt x="3686983" y="527045"/>
                    </a:lnTo>
                    <a:lnTo>
                      <a:pt x="3715593" y="500460"/>
                    </a:lnTo>
                    <a:lnTo>
                      <a:pt x="3743757" y="484265"/>
                    </a:lnTo>
                    <a:lnTo>
                      <a:pt x="3771351" y="468921"/>
                    </a:lnTo>
                    <a:lnTo>
                      <a:pt x="3798377" y="453620"/>
                    </a:lnTo>
                    <a:lnTo>
                      <a:pt x="3850681" y="422714"/>
                    </a:lnTo>
                    <a:lnTo>
                      <a:pt x="3900871" y="394209"/>
                    </a:lnTo>
                    <a:lnTo>
                      <a:pt x="3925296" y="379236"/>
                    </a:lnTo>
                    <a:lnTo>
                      <a:pt x="3949273" y="363673"/>
                    </a:lnTo>
                    <a:lnTo>
                      <a:pt x="3972641" y="345295"/>
                    </a:lnTo>
                    <a:lnTo>
                      <a:pt x="3995562" y="328729"/>
                    </a:lnTo>
                    <a:lnTo>
                      <a:pt x="4017996" y="313494"/>
                    </a:lnTo>
                    <a:lnTo>
                      <a:pt x="4039982" y="299416"/>
                    </a:lnTo>
                    <a:lnTo>
                      <a:pt x="4061602" y="285883"/>
                    </a:lnTo>
                    <a:lnTo>
                      <a:pt x="4082979" y="272831"/>
                    </a:lnTo>
                    <a:lnTo>
                      <a:pt x="4103909" y="256898"/>
                    </a:lnTo>
                    <a:lnTo>
                      <a:pt x="4124472" y="237298"/>
                    </a:lnTo>
                    <a:lnTo>
                      <a:pt x="4144671" y="215122"/>
                    </a:lnTo>
                    <a:lnTo>
                      <a:pt x="4164503" y="188581"/>
                    </a:lnTo>
                    <a:lnTo>
                      <a:pt x="4183888" y="159268"/>
                    </a:lnTo>
                    <a:lnTo>
                      <a:pt x="4202989" y="136830"/>
                    </a:lnTo>
                    <a:lnTo>
                      <a:pt x="4221846" y="111402"/>
                    </a:lnTo>
                    <a:lnTo>
                      <a:pt x="4240215" y="80343"/>
                    </a:lnTo>
                    <a:lnTo>
                      <a:pt x="4258381" y="58451"/>
                    </a:lnTo>
                    <a:lnTo>
                      <a:pt x="4276141" y="28461"/>
                    </a:lnTo>
                    <a:lnTo>
                      <a:pt x="4292804" y="14972"/>
                    </a:lnTo>
                    <a:lnTo>
                      <a:pt x="4308693" y="2924"/>
                    </a:lnTo>
                    <a:lnTo>
                      <a:pt x="4436181" y="5805"/>
                    </a:lnTo>
                    <a:lnTo>
                      <a:pt x="4563385" y="9472"/>
                    </a:lnTo>
                    <a:lnTo>
                      <a:pt x="4689084" y="14427"/>
                    </a:lnTo>
                    <a:lnTo>
                      <a:pt x="4813158" y="16020"/>
                    </a:lnTo>
                    <a:lnTo>
                      <a:pt x="4936785" y="19272"/>
                    </a:lnTo>
                    <a:lnTo>
                      <a:pt x="5061143" y="20385"/>
                    </a:lnTo>
                    <a:lnTo>
                      <a:pt x="5188062" y="22459"/>
                    </a:lnTo>
                    <a:lnTo>
                      <a:pt x="5318191" y="21870"/>
                    </a:lnTo>
                    <a:lnTo>
                      <a:pt x="5452750" y="29225"/>
                    </a:lnTo>
                    <a:lnTo>
                      <a:pt x="5590805" y="36515"/>
                    </a:lnTo>
                    <a:lnTo>
                      <a:pt x="5731134" y="43609"/>
                    </a:lnTo>
                    <a:lnTo>
                      <a:pt x="5731581" y="43653"/>
                    </a:lnTo>
                    <a:lnTo>
                      <a:pt x="5728818" y="53824"/>
                    </a:lnTo>
                    <a:lnTo>
                      <a:pt x="5728818" y="60481"/>
                    </a:lnTo>
                    <a:lnTo>
                      <a:pt x="5725770" y="76742"/>
                    </a:lnTo>
                    <a:lnTo>
                      <a:pt x="5717154" y="104178"/>
                    </a:lnTo>
                    <a:lnTo>
                      <a:pt x="5707157" y="163437"/>
                    </a:lnTo>
                    <a:lnTo>
                      <a:pt x="5706872" y="165794"/>
                    </a:lnTo>
                    <a:cubicBezTo>
                      <a:pt x="5706791" y="166536"/>
                      <a:pt x="5707725" y="167169"/>
                      <a:pt x="5708986" y="167278"/>
                    </a:cubicBezTo>
                    <a:lnTo>
                      <a:pt x="5733125" y="169417"/>
                    </a:lnTo>
                    <a:lnTo>
                      <a:pt x="5875813" y="175332"/>
                    </a:lnTo>
                    <a:lnTo>
                      <a:pt x="6019435" y="183211"/>
                    </a:lnTo>
                    <a:lnTo>
                      <a:pt x="6163138" y="182993"/>
                    </a:lnTo>
                    <a:lnTo>
                      <a:pt x="6305378" y="178366"/>
                    </a:lnTo>
                    <a:lnTo>
                      <a:pt x="6447536" y="180876"/>
                    </a:lnTo>
                    <a:lnTo>
                      <a:pt x="6588801" y="180505"/>
                    </a:lnTo>
                    <a:lnTo>
                      <a:pt x="6675526" y="180396"/>
                    </a:lnTo>
                    <a:lnTo>
                      <a:pt x="6725229" y="177733"/>
                    </a:lnTo>
                    <a:lnTo>
                      <a:pt x="6840322" y="182862"/>
                    </a:lnTo>
                    <a:lnTo>
                      <a:pt x="6975044" y="191702"/>
                    </a:lnTo>
                    <a:lnTo>
                      <a:pt x="7108302" y="199319"/>
                    </a:lnTo>
                    <a:lnTo>
                      <a:pt x="7117405" y="207417"/>
                    </a:lnTo>
                    <a:lnTo>
                      <a:pt x="7127322" y="213005"/>
                    </a:lnTo>
                    <a:lnTo>
                      <a:pt x="7137847" y="221102"/>
                    </a:lnTo>
                    <a:lnTo>
                      <a:pt x="7148658" y="231645"/>
                    </a:lnTo>
                    <a:lnTo>
                      <a:pt x="7158858" y="240004"/>
                    </a:lnTo>
                    <a:lnTo>
                      <a:pt x="7168571" y="252052"/>
                    </a:lnTo>
                    <a:lnTo>
                      <a:pt x="7177187" y="264952"/>
                    </a:lnTo>
                    <a:lnTo>
                      <a:pt x="7184624" y="279074"/>
                    </a:lnTo>
                    <a:lnTo>
                      <a:pt x="7191167" y="296862"/>
                    </a:lnTo>
                    <a:lnTo>
                      <a:pt x="7196816" y="314716"/>
                    </a:lnTo>
                    <a:lnTo>
                      <a:pt x="7202059" y="337416"/>
                    </a:lnTo>
                    <a:lnTo>
                      <a:pt x="7207423" y="363586"/>
                    </a:lnTo>
                    <a:lnTo>
                      <a:pt x="7213194" y="387137"/>
                    </a:lnTo>
                    <a:lnTo>
                      <a:pt x="7219656" y="409946"/>
                    </a:lnTo>
                    <a:lnTo>
                      <a:pt x="7226808" y="427734"/>
                    </a:lnTo>
                    <a:lnTo>
                      <a:pt x="7243674" y="457418"/>
                    </a:lnTo>
                    <a:lnTo>
                      <a:pt x="7253387" y="469248"/>
                    </a:lnTo>
                    <a:lnTo>
                      <a:pt x="7263384" y="483152"/>
                    </a:lnTo>
                    <a:lnTo>
                      <a:pt x="7273504" y="493323"/>
                    </a:lnTo>
                    <a:cubicBezTo>
                      <a:pt x="7273910" y="493759"/>
                      <a:pt x="7274804" y="494021"/>
                      <a:pt x="7275698" y="494065"/>
                    </a:cubicBezTo>
                    <a:lnTo>
                      <a:pt x="7440087" y="497055"/>
                    </a:lnTo>
                    <a:lnTo>
                      <a:pt x="7604476" y="496946"/>
                    </a:lnTo>
                    <a:lnTo>
                      <a:pt x="7768905" y="496313"/>
                    </a:lnTo>
                    <a:lnTo>
                      <a:pt x="7933416" y="496270"/>
                    </a:lnTo>
                    <a:lnTo>
                      <a:pt x="8098211" y="498408"/>
                    </a:lnTo>
                    <a:lnTo>
                      <a:pt x="8263006" y="498889"/>
                    </a:lnTo>
                    <a:lnTo>
                      <a:pt x="8427801" y="498081"/>
                    </a:lnTo>
                    <a:lnTo>
                      <a:pt x="8592800" y="496706"/>
                    </a:lnTo>
                    <a:lnTo>
                      <a:pt x="8757798" y="495636"/>
                    </a:lnTo>
                    <a:lnTo>
                      <a:pt x="8922878" y="496706"/>
                    </a:lnTo>
                    <a:lnTo>
                      <a:pt x="9088161" y="498670"/>
                    </a:lnTo>
                    <a:lnTo>
                      <a:pt x="9410313" y="503407"/>
                    </a:lnTo>
                    <a:lnTo>
                      <a:pt x="9584334" y="505655"/>
                    </a:lnTo>
                    <a:lnTo>
                      <a:pt x="9619448" y="508099"/>
                    </a:lnTo>
                    <a:lnTo>
                      <a:pt x="9786925" y="508514"/>
                    </a:lnTo>
                    <a:lnTo>
                      <a:pt x="9954118" y="508143"/>
                    </a:lnTo>
                    <a:lnTo>
                      <a:pt x="9993010" y="510959"/>
                    </a:lnTo>
                    <a:lnTo>
                      <a:pt x="10032594" y="517027"/>
                    </a:lnTo>
                    <a:lnTo>
                      <a:pt x="10073274" y="533331"/>
                    </a:lnTo>
                    <a:lnTo>
                      <a:pt x="10115458" y="552626"/>
                    </a:lnTo>
                    <a:lnTo>
                      <a:pt x="10158618" y="571877"/>
                    </a:lnTo>
                    <a:cubicBezTo>
                      <a:pt x="10159105" y="572095"/>
                      <a:pt x="10159634" y="572204"/>
                      <a:pt x="10160203" y="572204"/>
                    </a:cubicBezTo>
                    <a:lnTo>
                      <a:pt x="10336622" y="572531"/>
                    </a:lnTo>
                    <a:lnTo>
                      <a:pt x="10381976" y="589207"/>
                    </a:lnTo>
                    <a:cubicBezTo>
                      <a:pt x="10382382" y="589360"/>
                      <a:pt x="10382870" y="589425"/>
                      <a:pt x="10383358" y="589425"/>
                    </a:cubicBezTo>
                    <a:lnTo>
                      <a:pt x="10562539" y="590975"/>
                    </a:lnTo>
                    <a:lnTo>
                      <a:pt x="10741314" y="596301"/>
                    </a:lnTo>
                    <a:lnTo>
                      <a:pt x="10792114" y="614679"/>
                    </a:lnTo>
                    <a:cubicBezTo>
                      <a:pt x="10792521" y="614788"/>
                      <a:pt x="10792928" y="614897"/>
                      <a:pt x="10793415" y="614897"/>
                    </a:cubicBezTo>
                    <a:lnTo>
                      <a:pt x="10975198" y="617560"/>
                    </a:lnTo>
                    <a:lnTo>
                      <a:pt x="11156980" y="619851"/>
                    </a:lnTo>
                    <a:lnTo>
                      <a:pt x="11338844" y="621445"/>
                    </a:lnTo>
                    <a:lnTo>
                      <a:pt x="11520790" y="622711"/>
                    </a:lnTo>
                    <a:lnTo>
                      <a:pt x="11702979" y="623256"/>
                    </a:lnTo>
                    <a:lnTo>
                      <a:pt x="11798239" y="624042"/>
                    </a:lnTo>
                    <a:lnTo>
                      <a:pt x="11862125" y="641678"/>
                    </a:lnTo>
                    <a:cubicBezTo>
                      <a:pt x="11862410" y="641787"/>
                      <a:pt x="11862816" y="641831"/>
                      <a:pt x="11863222" y="641831"/>
                    </a:cubicBezTo>
                    <a:lnTo>
                      <a:pt x="11949948" y="642529"/>
                    </a:lnTo>
                    <a:lnTo>
                      <a:pt x="12016435" y="660383"/>
                    </a:lnTo>
                    <a:cubicBezTo>
                      <a:pt x="12016760" y="660492"/>
                      <a:pt x="12017126" y="660536"/>
                      <a:pt x="12017532" y="660536"/>
                    </a:cubicBezTo>
                    <a:lnTo>
                      <a:pt x="12191472" y="661649"/>
                    </a:lnTo>
                    <a:lnTo>
                      <a:pt x="12191472" y="65887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1" name="Freeform: Shape 430">
                <a:extLst>
                  <a:ext uri="{FF2B5EF4-FFF2-40B4-BE49-F238E27FC236}">
                    <a16:creationId xmlns:a16="http://schemas.microsoft.com/office/drawing/2014/main" id="{40AC2B4E-FA17-4EA0-B257-B8C75FA64ABC}"/>
                  </a:ext>
                </a:extLst>
              </p:cNvPr>
              <p:cNvSpPr/>
              <p:nvPr/>
            </p:nvSpPr>
            <p:spPr>
              <a:xfrm>
                <a:off x="10445397" y="6023128"/>
                <a:ext cx="1746602" cy="96017"/>
              </a:xfrm>
              <a:custGeom>
                <a:avLst/>
                <a:gdLst>
                  <a:gd name="connsiteX0" fmla="*/ 1746602 w 1746602"/>
                  <a:gd name="connsiteY0" fmla="*/ 93180 h 96017"/>
                  <a:gd name="connsiteX1" fmla="*/ 1541004 w 1746602"/>
                  <a:gd name="connsiteY1" fmla="*/ 92852 h 96017"/>
                  <a:gd name="connsiteX2" fmla="*/ 1503819 w 1746602"/>
                  <a:gd name="connsiteY2" fmla="*/ 86937 h 96017"/>
                  <a:gd name="connsiteX3" fmla="*/ 1503128 w 1746602"/>
                  <a:gd name="connsiteY3" fmla="*/ 86894 h 96017"/>
                  <a:gd name="connsiteX4" fmla="*/ 1399739 w 1746602"/>
                  <a:gd name="connsiteY4" fmla="*/ 86741 h 96017"/>
                  <a:gd name="connsiteX5" fmla="*/ 1363814 w 1746602"/>
                  <a:gd name="connsiteY5" fmla="*/ 80935 h 96017"/>
                  <a:gd name="connsiteX6" fmla="*/ 1363123 w 1746602"/>
                  <a:gd name="connsiteY6" fmla="*/ 80891 h 96017"/>
                  <a:gd name="connsiteX7" fmla="*/ 1330773 w 1746602"/>
                  <a:gd name="connsiteY7" fmla="*/ 80826 h 96017"/>
                  <a:gd name="connsiteX8" fmla="*/ 1225720 w 1746602"/>
                  <a:gd name="connsiteY8" fmla="*/ 63714 h 96017"/>
                  <a:gd name="connsiteX9" fmla="*/ 1225028 w 1746602"/>
                  <a:gd name="connsiteY9" fmla="*/ 63605 h 96017"/>
                  <a:gd name="connsiteX10" fmla="*/ 1156265 w 1746602"/>
                  <a:gd name="connsiteY10" fmla="*/ 63496 h 96017"/>
                  <a:gd name="connsiteX11" fmla="*/ 1122819 w 1746602"/>
                  <a:gd name="connsiteY11" fmla="*/ 58017 h 96017"/>
                  <a:gd name="connsiteX12" fmla="*/ 1122128 w 1746602"/>
                  <a:gd name="connsiteY12" fmla="*/ 57974 h 96017"/>
                  <a:gd name="connsiteX13" fmla="*/ 1022031 w 1746602"/>
                  <a:gd name="connsiteY13" fmla="*/ 57799 h 96017"/>
                  <a:gd name="connsiteX14" fmla="*/ 893934 w 1746602"/>
                  <a:gd name="connsiteY14" fmla="*/ 36213 h 96017"/>
                  <a:gd name="connsiteX15" fmla="*/ 893243 w 1746602"/>
                  <a:gd name="connsiteY15" fmla="*/ 36169 h 96017"/>
                  <a:gd name="connsiteX16" fmla="*/ 502246 w 1746602"/>
                  <a:gd name="connsiteY16" fmla="*/ 35580 h 96017"/>
                  <a:gd name="connsiteX17" fmla="*/ 404710 w 1746602"/>
                  <a:gd name="connsiteY17" fmla="*/ 32066 h 96017"/>
                  <a:gd name="connsiteX18" fmla="*/ 306686 w 1746602"/>
                  <a:gd name="connsiteY18" fmla="*/ 22898 h 96017"/>
                  <a:gd name="connsiteX19" fmla="*/ 208947 w 1746602"/>
                  <a:gd name="connsiteY19" fmla="*/ 14910 h 96017"/>
                  <a:gd name="connsiteX20" fmla="*/ 185538 w 1746602"/>
                  <a:gd name="connsiteY20" fmla="*/ 12727 h 96017"/>
                  <a:gd name="connsiteX21" fmla="*/ 122221 w 1746602"/>
                  <a:gd name="connsiteY21" fmla="*/ 8733 h 96017"/>
                  <a:gd name="connsiteX22" fmla="*/ 120433 w 1746602"/>
                  <a:gd name="connsiteY22" fmla="*/ 8995 h 96017"/>
                  <a:gd name="connsiteX23" fmla="*/ 116857 w 1746602"/>
                  <a:gd name="connsiteY23" fmla="*/ 10479 h 96017"/>
                  <a:gd name="connsiteX24" fmla="*/ 29725 w 1746602"/>
                  <a:gd name="connsiteY24" fmla="*/ 7074 h 96017"/>
                  <a:gd name="connsiteX25" fmla="*/ 3634 w 1746602"/>
                  <a:gd name="connsiteY25" fmla="*/ 155 h 96017"/>
                  <a:gd name="connsiteX26" fmla="*/ 261 w 1746602"/>
                  <a:gd name="connsiteY26" fmla="*/ 788 h 96017"/>
                  <a:gd name="connsiteX27" fmla="*/ 1439 w 1746602"/>
                  <a:gd name="connsiteY27" fmla="*/ 2643 h 96017"/>
                  <a:gd name="connsiteX28" fmla="*/ 28058 w 1746602"/>
                  <a:gd name="connsiteY28" fmla="*/ 9737 h 96017"/>
                  <a:gd name="connsiteX29" fmla="*/ 28953 w 1746602"/>
                  <a:gd name="connsiteY29" fmla="*/ 9890 h 96017"/>
                  <a:gd name="connsiteX30" fmla="*/ 117547 w 1746602"/>
                  <a:gd name="connsiteY30" fmla="*/ 13360 h 96017"/>
                  <a:gd name="connsiteX31" fmla="*/ 119255 w 1746602"/>
                  <a:gd name="connsiteY31" fmla="*/ 13033 h 96017"/>
                  <a:gd name="connsiteX32" fmla="*/ 122709 w 1746602"/>
                  <a:gd name="connsiteY32" fmla="*/ 11549 h 96017"/>
                  <a:gd name="connsiteX33" fmla="*/ 184807 w 1746602"/>
                  <a:gd name="connsiteY33" fmla="*/ 15499 h 96017"/>
                  <a:gd name="connsiteX34" fmla="*/ 208134 w 1746602"/>
                  <a:gd name="connsiteY34" fmla="*/ 17725 h 96017"/>
                  <a:gd name="connsiteX35" fmla="*/ 305873 w 1746602"/>
                  <a:gd name="connsiteY35" fmla="*/ 25670 h 96017"/>
                  <a:gd name="connsiteX36" fmla="*/ 404100 w 1746602"/>
                  <a:gd name="connsiteY36" fmla="*/ 34838 h 96017"/>
                  <a:gd name="connsiteX37" fmla="*/ 502043 w 1746602"/>
                  <a:gd name="connsiteY37" fmla="*/ 38417 h 96017"/>
                  <a:gd name="connsiteX38" fmla="*/ 892877 w 1746602"/>
                  <a:gd name="connsiteY38" fmla="*/ 39006 h 96017"/>
                  <a:gd name="connsiteX39" fmla="*/ 1020975 w 1746602"/>
                  <a:gd name="connsiteY39" fmla="*/ 60527 h 96017"/>
                  <a:gd name="connsiteX40" fmla="*/ 1021666 w 1746602"/>
                  <a:gd name="connsiteY40" fmla="*/ 60636 h 96017"/>
                  <a:gd name="connsiteX41" fmla="*/ 1121762 w 1746602"/>
                  <a:gd name="connsiteY41" fmla="*/ 60789 h 96017"/>
                  <a:gd name="connsiteX42" fmla="*/ 1155209 w 1746602"/>
                  <a:gd name="connsiteY42" fmla="*/ 66268 h 96017"/>
                  <a:gd name="connsiteX43" fmla="*/ 1155899 w 1746602"/>
                  <a:gd name="connsiteY43" fmla="*/ 66333 h 96017"/>
                  <a:gd name="connsiteX44" fmla="*/ 1224663 w 1746602"/>
                  <a:gd name="connsiteY44" fmla="*/ 66442 h 96017"/>
                  <a:gd name="connsiteX45" fmla="*/ 1329717 w 1746602"/>
                  <a:gd name="connsiteY45" fmla="*/ 83598 h 96017"/>
                  <a:gd name="connsiteX46" fmla="*/ 1330490 w 1746602"/>
                  <a:gd name="connsiteY46" fmla="*/ 83642 h 96017"/>
                  <a:gd name="connsiteX47" fmla="*/ 1362757 w 1746602"/>
                  <a:gd name="connsiteY47" fmla="*/ 83685 h 96017"/>
                  <a:gd name="connsiteX48" fmla="*/ 1398683 w 1746602"/>
                  <a:gd name="connsiteY48" fmla="*/ 89491 h 96017"/>
                  <a:gd name="connsiteX49" fmla="*/ 1399374 w 1746602"/>
                  <a:gd name="connsiteY49" fmla="*/ 89557 h 96017"/>
                  <a:gd name="connsiteX50" fmla="*/ 1502762 w 1746602"/>
                  <a:gd name="connsiteY50" fmla="*/ 89709 h 96017"/>
                  <a:gd name="connsiteX51" fmla="*/ 1539947 w 1746602"/>
                  <a:gd name="connsiteY51" fmla="*/ 95624 h 96017"/>
                  <a:gd name="connsiteX52" fmla="*/ 1540639 w 1746602"/>
                  <a:gd name="connsiteY52" fmla="*/ 95690 h 96017"/>
                  <a:gd name="connsiteX53" fmla="*/ 1746602 w 1746602"/>
                  <a:gd name="connsiteY53" fmla="*/ 96017 h 96017"/>
                  <a:gd name="connsiteX54" fmla="*/ 1746602 w 1746602"/>
                  <a:gd name="connsiteY54" fmla="*/ 93202 h 9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746602" h="96017">
                    <a:moveTo>
                      <a:pt x="1746602" y="93180"/>
                    </a:moveTo>
                    <a:lnTo>
                      <a:pt x="1541004" y="92852"/>
                    </a:lnTo>
                    <a:lnTo>
                      <a:pt x="1503819" y="86937"/>
                    </a:lnTo>
                    <a:cubicBezTo>
                      <a:pt x="1503819" y="86937"/>
                      <a:pt x="1503331" y="86894"/>
                      <a:pt x="1503128" y="86894"/>
                    </a:cubicBezTo>
                    <a:lnTo>
                      <a:pt x="1399739" y="86741"/>
                    </a:lnTo>
                    <a:lnTo>
                      <a:pt x="1363814" y="80935"/>
                    </a:lnTo>
                    <a:cubicBezTo>
                      <a:pt x="1363529" y="80891"/>
                      <a:pt x="1363326" y="80891"/>
                      <a:pt x="1363123" y="80891"/>
                    </a:cubicBezTo>
                    <a:lnTo>
                      <a:pt x="1330773" y="80826"/>
                    </a:lnTo>
                    <a:lnTo>
                      <a:pt x="1225720" y="63714"/>
                    </a:lnTo>
                    <a:cubicBezTo>
                      <a:pt x="1225720" y="63714"/>
                      <a:pt x="1225231" y="63605"/>
                      <a:pt x="1225028" y="63605"/>
                    </a:cubicBezTo>
                    <a:lnTo>
                      <a:pt x="1156265" y="63496"/>
                    </a:lnTo>
                    <a:lnTo>
                      <a:pt x="1122819" y="58017"/>
                    </a:lnTo>
                    <a:cubicBezTo>
                      <a:pt x="1122819" y="58017"/>
                      <a:pt x="1122331" y="57974"/>
                      <a:pt x="1122128" y="57974"/>
                    </a:cubicBezTo>
                    <a:lnTo>
                      <a:pt x="1022031" y="57799"/>
                    </a:lnTo>
                    <a:lnTo>
                      <a:pt x="893934" y="36213"/>
                    </a:lnTo>
                    <a:cubicBezTo>
                      <a:pt x="893934" y="36213"/>
                      <a:pt x="893447" y="36169"/>
                      <a:pt x="893243" y="36169"/>
                    </a:cubicBezTo>
                    <a:lnTo>
                      <a:pt x="502246" y="35580"/>
                    </a:lnTo>
                    <a:lnTo>
                      <a:pt x="404710" y="32066"/>
                    </a:lnTo>
                    <a:lnTo>
                      <a:pt x="306686" y="22898"/>
                    </a:lnTo>
                    <a:lnTo>
                      <a:pt x="208947" y="14910"/>
                    </a:lnTo>
                    <a:lnTo>
                      <a:pt x="185538" y="12727"/>
                    </a:lnTo>
                    <a:lnTo>
                      <a:pt x="122221" y="8733"/>
                    </a:lnTo>
                    <a:cubicBezTo>
                      <a:pt x="121530" y="8689"/>
                      <a:pt x="120921" y="8798"/>
                      <a:pt x="120433" y="8995"/>
                    </a:cubicBezTo>
                    <a:lnTo>
                      <a:pt x="116857" y="10479"/>
                    </a:lnTo>
                    <a:lnTo>
                      <a:pt x="29725" y="7074"/>
                    </a:lnTo>
                    <a:lnTo>
                      <a:pt x="3634" y="155"/>
                    </a:lnTo>
                    <a:cubicBezTo>
                      <a:pt x="2333" y="-216"/>
                      <a:pt x="870" y="112"/>
                      <a:pt x="261" y="788"/>
                    </a:cubicBezTo>
                    <a:cubicBezTo>
                      <a:pt x="-349" y="1487"/>
                      <a:pt x="139" y="2338"/>
                      <a:pt x="1439" y="2643"/>
                    </a:cubicBezTo>
                    <a:lnTo>
                      <a:pt x="28058" y="9737"/>
                    </a:lnTo>
                    <a:cubicBezTo>
                      <a:pt x="28343" y="9781"/>
                      <a:pt x="28627" y="9846"/>
                      <a:pt x="28953" y="9890"/>
                    </a:cubicBezTo>
                    <a:lnTo>
                      <a:pt x="117547" y="13360"/>
                    </a:lnTo>
                    <a:cubicBezTo>
                      <a:pt x="118157" y="13360"/>
                      <a:pt x="118726" y="13251"/>
                      <a:pt x="119255" y="13033"/>
                    </a:cubicBezTo>
                    <a:lnTo>
                      <a:pt x="122709" y="11549"/>
                    </a:lnTo>
                    <a:lnTo>
                      <a:pt x="184807" y="15499"/>
                    </a:lnTo>
                    <a:lnTo>
                      <a:pt x="208134" y="17725"/>
                    </a:lnTo>
                    <a:lnTo>
                      <a:pt x="305873" y="25670"/>
                    </a:lnTo>
                    <a:lnTo>
                      <a:pt x="404100" y="34838"/>
                    </a:lnTo>
                    <a:lnTo>
                      <a:pt x="502043" y="38417"/>
                    </a:lnTo>
                    <a:lnTo>
                      <a:pt x="892877" y="39006"/>
                    </a:lnTo>
                    <a:lnTo>
                      <a:pt x="1020975" y="60527"/>
                    </a:lnTo>
                    <a:cubicBezTo>
                      <a:pt x="1020975" y="60527"/>
                      <a:pt x="1021463" y="60636"/>
                      <a:pt x="1021666" y="60636"/>
                    </a:cubicBezTo>
                    <a:lnTo>
                      <a:pt x="1121762" y="60789"/>
                    </a:lnTo>
                    <a:lnTo>
                      <a:pt x="1155209" y="66268"/>
                    </a:lnTo>
                    <a:cubicBezTo>
                      <a:pt x="1155209" y="66268"/>
                      <a:pt x="1155616" y="66333"/>
                      <a:pt x="1155899" y="66333"/>
                    </a:cubicBezTo>
                    <a:lnTo>
                      <a:pt x="1224663" y="66442"/>
                    </a:lnTo>
                    <a:lnTo>
                      <a:pt x="1329717" y="83598"/>
                    </a:lnTo>
                    <a:cubicBezTo>
                      <a:pt x="1330001" y="83598"/>
                      <a:pt x="1330205" y="83642"/>
                      <a:pt x="1330490" y="83642"/>
                    </a:cubicBezTo>
                    <a:lnTo>
                      <a:pt x="1362757" y="83685"/>
                    </a:lnTo>
                    <a:lnTo>
                      <a:pt x="1398683" y="89491"/>
                    </a:lnTo>
                    <a:cubicBezTo>
                      <a:pt x="1398683" y="89491"/>
                      <a:pt x="1399171" y="89557"/>
                      <a:pt x="1399374" y="89557"/>
                    </a:cubicBezTo>
                    <a:lnTo>
                      <a:pt x="1502762" y="89709"/>
                    </a:lnTo>
                    <a:lnTo>
                      <a:pt x="1539947" y="95624"/>
                    </a:lnTo>
                    <a:cubicBezTo>
                      <a:pt x="1540151" y="95624"/>
                      <a:pt x="1540435" y="95690"/>
                      <a:pt x="1540639" y="95690"/>
                    </a:cubicBezTo>
                    <a:lnTo>
                      <a:pt x="1746602" y="96017"/>
                    </a:lnTo>
                    <a:lnTo>
                      <a:pt x="1746602" y="932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2" name="Freeform: Shape 431">
                <a:extLst>
                  <a:ext uri="{FF2B5EF4-FFF2-40B4-BE49-F238E27FC236}">
                    <a16:creationId xmlns:a16="http://schemas.microsoft.com/office/drawing/2014/main" id="{ED3D55DF-9EDE-4F24-AD1C-9C2214F1E886}"/>
                  </a:ext>
                </a:extLst>
              </p:cNvPr>
              <p:cNvSpPr/>
              <p:nvPr/>
            </p:nvSpPr>
            <p:spPr>
              <a:xfrm>
                <a:off x="8583611" y="5712822"/>
                <a:ext cx="503899" cy="10869"/>
              </a:xfrm>
              <a:custGeom>
                <a:avLst/>
                <a:gdLst>
                  <a:gd name="connsiteX0" fmla="*/ 274852 w 503899"/>
                  <a:gd name="connsiteY0" fmla="*/ 10870 h 10869"/>
                  <a:gd name="connsiteX1" fmla="*/ 155695 w 503899"/>
                  <a:gd name="connsiteY1" fmla="*/ 8905 h 10869"/>
                  <a:gd name="connsiteX2" fmla="*/ 94289 w 503899"/>
                  <a:gd name="connsiteY2" fmla="*/ 6723 h 10869"/>
                  <a:gd name="connsiteX3" fmla="*/ 2401 w 503899"/>
                  <a:gd name="connsiteY3" fmla="*/ 2837 h 10869"/>
                  <a:gd name="connsiteX4" fmla="*/ 4 w 503899"/>
                  <a:gd name="connsiteY4" fmla="*/ 1288 h 10869"/>
                  <a:gd name="connsiteX5" fmla="*/ 2767 w 503899"/>
                  <a:gd name="connsiteY5" fmla="*/ 0 h 10869"/>
                  <a:gd name="connsiteX6" fmla="*/ 94654 w 503899"/>
                  <a:gd name="connsiteY6" fmla="*/ 3885 h 10869"/>
                  <a:gd name="connsiteX7" fmla="*/ 155858 w 503899"/>
                  <a:gd name="connsiteY7" fmla="*/ 6068 h 10869"/>
                  <a:gd name="connsiteX8" fmla="*/ 274811 w 503899"/>
                  <a:gd name="connsiteY8" fmla="*/ 8032 h 10869"/>
                  <a:gd name="connsiteX9" fmla="*/ 332642 w 503899"/>
                  <a:gd name="connsiteY9" fmla="*/ 7508 h 10869"/>
                  <a:gd name="connsiteX10" fmla="*/ 389986 w 503899"/>
                  <a:gd name="connsiteY10" fmla="*/ 5850 h 10869"/>
                  <a:gd name="connsiteX11" fmla="*/ 447044 w 503899"/>
                  <a:gd name="connsiteY11" fmla="*/ 3711 h 10869"/>
                  <a:gd name="connsiteX12" fmla="*/ 501135 w 503899"/>
                  <a:gd name="connsiteY12" fmla="*/ 2008 h 10869"/>
                  <a:gd name="connsiteX13" fmla="*/ 503900 w 503899"/>
                  <a:gd name="connsiteY13" fmla="*/ 3339 h 10869"/>
                  <a:gd name="connsiteX14" fmla="*/ 501420 w 503899"/>
                  <a:gd name="connsiteY14" fmla="*/ 4824 h 10869"/>
                  <a:gd name="connsiteX15" fmla="*/ 447450 w 503899"/>
                  <a:gd name="connsiteY15" fmla="*/ 6526 h 10869"/>
                  <a:gd name="connsiteX16" fmla="*/ 390310 w 503899"/>
                  <a:gd name="connsiteY16" fmla="*/ 8665 h 10869"/>
                  <a:gd name="connsiteX17" fmla="*/ 332845 w 503899"/>
                  <a:gd name="connsiteY17" fmla="*/ 10324 h 10869"/>
                  <a:gd name="connsiteX18" fmla="*/ 274811 w 503899"/>
                  <a:gd name="connsiteY18" fmla="*/ 10848 h 1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3899" h="10869">
                    <a:moveTo>
                      <a:pt x="274852" y="10870"/>
                    </a:moveTo>
                    <a:lnTo>
                      <a:pt x="155695" y="8905"/>
                    </a:lnTo>
                    <a:lnTo>
                      <a:pt x="94289" y="6723"/>
                    </a:lnTo>
                    <a:lnTo>
                      <a:pt x="2401" y="2837"/>
                    </a:lnTo>
                    <a:cubicBezTo>
                      <a:pt x="1020" y="2772"/>
                      <a:pt x="-77" y="2095"/>
                      <a:pt x="4" y="1288"/>
                    </a:cubicBezTo>
                    <a:cubicBezTo>
                      <a:pt x="125" y="546"/>
                      <a:pt x="1385" y="0"/>
                      <a:pt x="2767" y="0"/>
                    </a:cubicBezTo>
                    <a:lnTo>
                      <a:pt x="94654" y="3885"/>
                    </a:lnTo>
                    <a:lnTo>
                      <a:pt x="155858" y="6068"/>
                    </a:lnTo>
                    <a:lnTo>
                      <a:pt x="274811" y="8032"/>
                    </a:lnTo>
                    <a:lnTo>
                      <a:pt x="332642" y="7508"/>
                    </a:lnTo>
                    <a:lnTo>
                      <a:pt x="389986" y="5850"/>
                    </a:lnTo>
                    <a:lnTo>
                      <a:pt x="447044" y="3711"/>
                    </a:lnTo>
                    <a:lnTo>
                      <a:pt x="501135" y="2008"/>
                    </a:lnTo>
                    <a:cubicBezTo>
                      <a:pt x="502517" y="1899"/>
                      <a:pt x="503818" y="2532"/>
                      <a:pt x="503900" y="3339"/>
                    </a:cubicBezTo>
                    <a:cubicBezTo>
                      <a:pt x="503900" y="4147"/>
                      <a:pt x="502924" y="4780"/>
                      <a:pt x="501420" y="4824"/>
                    </a:cubicBezTo>
                    <a:lnTo>
                      <a:pt x="447450" y="6526"/>
                    </a:lnTo>
                    <a:lnTo>
                      <a:pt x="390310" y="8665"/>
                    </a:lnTo>
                    <a:lnTo>
                      <a:pt x="332845" y="10324"/>
                    </a:lnTo>
                    <a:lnTo>
                      <a:pt x="274811" y="1084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3" name="Freeform: Shape 432">
                <a:extLst>
                  <a:ext uri="{FF2B5EF4-FFF2-40B4-BE49-F238E27FC236}">
                    <a16:creationId xmlns:a16="http://schemas.microsoft.com/office/drawing/2014/main" id="{9FA1F6E3-10FD-4B6D-8404-E087E74CA9FB}"/>
                  </a:ext>
                </a:extLst>
              </p:cNvPr>
              <p:cNvSpPr/>
              <p:nvPr/>
            </p:nvSpPr>
            <p:spPr>
              <a:xfrm>
                <a:off x="4274138" y="5622813"/>
                <a:ext cx="168287" cy="211125"/>
              </a:xfrm>
              <a:custGeom>
                <a:avLst/>
                <a:gdLst>
                  <a:gd name="connsiteX0" fmla="*/ 2489 w 168287"/>
                  <a:gd name="connsiteY0" fmla="*/ 211082 h 211125"/>
                  <a:gd name="connsiteX1" fmla="*/ 1271 w 168287"/>
                  <a:gd name="connsiteY1" fmla="*/ 210929 h 211125"/>
                  <a:gd name="connsiteX2" fmla="*/ 336 w 168287"/>
                  <a:gd name="connsiteY2" fmla="*/ 209008 h 211125"/>
                  <a:gd name="connsiteX3" fmla="*/ 14925 w 168287"/>
                  <a:gd name="connsiteY3" fmla="*/ 194886 h 211125"/>
                  <a:gd name="connsiteX4" fmla="*/ 31506 w 168287"/>
                  <a:gd name="connsiteY4" fmla="*/ 169786 h 211125"/>
                  <a:gd name="connsiteX5" fmla="*/ 49429 w 168287"/>
                  <a:gd name="connsiteY5" fmla="*/ 133510 h 211125"/>
                  <a:gd name="connsiteX6" fmla="*/ 67595 w 168287"/>
                  <a:gd name="connsiteY6" fmla="*/ 95576 h 211125"/>
                  <a:gd name="connsiteX7" fmla="*/ 84542 w 168287"/>
                  <a:gd name="connsiteY7" fmla="*/ 62050 h 211125"/>
                  <a:gd name="connsiteX8" fmla="*/ 99009 w 168287"/>
                  <a:gd name="connsiteY8" fmla="*/ 43607 h 211125"/>
                  <a:gd name="connsiteX9" fmla="*/ 111486 w 168287"/>
                  <a:gd name="connsiteY9" fmla="*/ 28961 h 211125"/>
                  <a:gd name="connsiteX10" fmla="*/ 130668 w 168287"/>
                  <a:gd name="connsiteY10" fmla="*/ 5083 h 211125"/>
                  <a:gd name="connsiteX11" fmla="*/ 131441 w 168287"/>
                  <a:gd name="connsiteY11" fmla="*/ 4559 h 211125"/>
                  <a:gd name="connsiteX12" fmla="*/ 141763 w 168287"/>
                  <a:gd name="connsiteY12" fmla="*/ 303 h 211125"/>
                  <a:gd name="connsiteX13" fmla="*/ 144242 w 168287"/>
                  <a:gd name="connsiteY13" fmla="*/ 85 h 211125"/>
                  <a:gd name="connsiteX14" fmla="*/ 166716 w 168287"/>
                  <a:gd name="connsiteY14" fmla="*/ 5039 h 211125"/>
                  <a:gd name="connsiteX15" fmla="*/ 168097 w 168287"/>
                  <a:gd name="connsiteY15" fmla="*/ 6851 h 211125"/>
                  <a:gd name="connsiteX16" fmla="*/ 164847 w 168287"/>
                  <a:gd name="connsiteY16" fmla="*/ 7658 h 211125"/>
                  <a:gd name="connsiteX17" fmla="*/ 143673 w 168287"/>
                  <a:gd name="connsiteY17" fmla="*/ 3031 h 211125"/>
                  <a:gd name="connsiteX18" fmla="*/ 135017 w 168287"/>
                  <a:gd name="connsiteY18" fmla="*/ 6611 h 211125"/>
                  <a:gd name="connsiteX19" fmla="*/ 126685 w 168287"/>
                  <a:gd name="connsiteY19" fmla="*/ 16847 h 211125"/>
                  <a:gd name="connsiteX20" fmla="*/ 116119 w 168287"/>
                  <a:gd name="connsiteY20" fmla="*/ 30162 h 211125"/>
                  <a:gd name="connsiteX21" fmla="*/ 103683 w 168287"/>
                  <a:gd name="connsiteY21" fmla="*/ 44763 h 211125"/>
                  <a:gd name="connsiteX22" fmla="*/ 89337 w 168287"/>
                  <a:gd name="connsiteY22" fmla="*/ 63032 h 211125"/>
                  <a:gd name="connsiteX23" fmla="*/ 72431 w 168287"/>
                  <a:gd name="connsiteY23" fmla="*/ 96340 h 211125"/>
                  <a:gd name="connsiteX24" fmla="*/ 54305 w 168287"/>
                  <a:gd name="connsiteY24" fmla="*/ 134274 h 211125"/>
                  <a:gd name="connsiteX25" fmla="*/ 36343 w 168287"/>
                  <a:gd name="connsiteY25" fmla="*/ 170681 h 211125"/>
                  <a:gd name="connsiteX26" fmla="*/ 19518 w 168287"/>
                  <a:gd name="connsiteY26" fmla="*/ 196087 h 211125"/>
                  <a:gd name="connsiteX27" fmla="*/ 4725 w 168287"/>
                  <a:gd name="connsiteY27" fmla="*/ 210427 h 211125"/>
                  <a:gd name="connsiteX28" fmla="*/ 2489 w 168287"/>
                  <a:gd name="connsiteY28" fmla="*/ 211125 h 211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8287" h="211125">
                    <a:moveTo>
                      <a:pt x="2489" y="211082"/>
                    </a:moveTo>
                    <a:cubicBezTo>
                      <a:pt x="2083" y="211082"/>
                      <a:pt x="1636" y="211016"/>
                      <a:pt x="1271" y="210929"/>
                    </a:cubicBezTo>
                    <a:cubicBezTo>
                      <a:pt x="51" y="210492"/>
                      <a:pt x="-355" y="209641"/>
                      <a:pt x="336" y="209008"/>
                    </a:cubicBezTo>
                    <a:lnTo>
                      <a:pt x="14925" y="194886"/>
                    </a:lnTo>
                    <a:lnTo>
                      <a:pt x="31506" y="169786"/>
                    </a:lnTo>
                    <a:lnTo>
                      <a:pt x="49429" y="133510"/>
                    </a:lnTo>
                    <a:lnTo>
                      <a:pt x="67595" y="95576"/>
                    </a:lnTo>
                    <a:lnTo>
                      <a:pt x="84542" y="62050"/>
                    </a:lnTo>
                    <a:lnTo>
                      <a:pt x="99009" y="43607"/>
                    </a:lnTo>
                    <a:lnTo>
                      <a:pt x="111486" y="28961"/>
                    </a:lnTo>
                    <a:lnTo>
                      <a:pt x="130668" y="5083"/>
                    </a:lnTo>
                    <a:cubicBezTo>
                      <a:pt x="130831" y="4865"/>
                      <a:pt x="131115" y="4668"/>
                      <a:pt x="131441" y="4559"/>
                    </a:cubicBezTo>
                    <a:lnTo>
                      <a:pt x="141763" y="303"/>
                    </a:lnTo>
                    <a:cubicBezTo>
                      <a:pt x="142454" y="-25"/>
                      <a:pt x="143388" y="-68"/>
                      <a:pt x="144242" y="85"/>
                    </a:cubicBezTo>
                    <a:lnTo>
                      <a:pt x="166716" y="5039"/>
                    </a:lnTo>
                    <a:cubicBezTo>
                      <a:pt x="168017" y="5301"/>
                      <a:pt x="168626" y="6152"/>
                      <a:pt x="168097" y="6851"/>
                    </a:cubicBezTo>
                    <a:cubicBezTo>
                      <a:pt x="167610" y="7593"/>
                      <a:pt x="166106" y="7964"/>
                      <a:pt x="164847" y="7658"/>
                    </a:cubicBezTo>
                    <a:lnTo>
                      <a:pt x="143673" y="3031"/>
                    </a:lnTo>
                    <a:lnTo>
                      <a:pt x="135017" y="6611"/>
                    </a:lnTo>
                    <a:lnTo>
                      <a:pt x="126685" y="16847"/>
                    </a:lnTo>
                    <a:lnTo>
                      <a:pt x="116119" y="30162"/>
                    </a:lnTo>
                    <a:lnTo>
                      <a:pt x="103683" y="44763"/>
                    </a:lnTo>
                    <a:lnTo>
                      <a:pt x="89337" y="63032"/>
                    </a:lnTo>
                    <a:lnTo>
                      <a:pt x="72431" y="96340"/>
                    </a:lnTo>
                    <a:lnTo>
                      <a:pt x="54305" y="134274"/>
                    </a:lnTo>
                    <a:lnTo>
                      <a:pt x="36343" y="170681"/>
                    </a:lnTo>
                    <a:lnTo>
                      <a:pt x="19518" y="196087"/>
                    </a:lnTo>
                    <a:lnTo>
                      <a:pt x="4725" y="210427"/>
                    </a:lnTo>
                    <a:cubicBezTo>
                      <a:pt x="4237" y="210842"/>
                      <a:pt x="3384" y="211125"/>
                      <a:pt x="2489" y="21112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4" name="Freeform: Shape 433">
                <a:extLst>
                  <a:ext uri="{FF2B5EF4-FFF2-40B4-BE49-F238E27FC236}">
                    <a16:creationId xmlns:a16="http://schemas.microsoft.com/office/drawing/2014/main" id="{DE7C6A07-DF6B-4F65-B84B-46FF2C73B6EB}"/>
                  </a:ext>
                </a:extLst>
              </p:cNvPr>
              <p:cNvSpPr/>
              <p:nvPr/>
            </p:nvSpPr>
            <p:spPr>
              <a:xfrm>
                <a:off x="4369568" y="5640873"/>
                <a:ext cx="135946" cy="226044"/>
              </a:xfrm>
              <a:custGeom>
                <a:avLst/>
                <a:gdLst>
                  <a:gd name="connsiteX0" fmla="*/ 2564 w 135946"/>
                  <a:gd name="connsiteY0" fmla="*/ 226045 h 226044"/>
                  <a:gd name="connsiteX1" fmla="*/ 1385 w 135946"/>
                  <a:gd name="connsiteY1" fmla="*/ 225892 h 226044"/>
                  <a:gd name="connsiteX2" fmla="*/ 288 w 135946"/>
                  <a:gd name="connsiteY2" fmla="*/ 224037 h 226044"/>
                  <a:gd name="connsiteX3" fmla="*/ 13862 w 135946"/>
                  <a:gd name="connsiteY3" fmla="*/ 209653 h 226044"/>
                  <a:gd name="connsiteX4" fmla="*/ 27801 w 135946"/>
                  <a:gd name="connsiteY4" fmla="*/ 188503 h 226044"/>
                  <a:gd name="connsiteX5" fmla="*/ 42472 w 135946"/>
                  <a:gd name="connsiteY5" fmla="*/ 157117 h 226044"/>
                  <a:gd name="connsiteX6" fmla="*/ 89168 w 135946"/>
                  <a:gd name="connsiteY6" fmla="*/ 53200 h 226044"/>
                  <a:gd name="connsiteX7" fmla="*/ 101766 w 135946"/>
                  <a:gd name="connsiteY7" fmla="*/ 37965 h 226044"/>
                  <a:gd name="connsiteX8" fmla="*/ 112658 w 135946"/>
                  <a:gd name="connsiteY8" fmla="*/ 23996 h 226044"/>
                  <a:gd name="connsiteX9" fmla="*/ 122371 w 135946"/>
                  <a:gd name="connsiteY9" fmla="*/ 10944 h 226044"/>
                  <a:gd name="connsiteX10" fmla="*/ 131108 w 135946"/>
                  <a:gd name="connsiteY10" fmla="*/ 817 h 226044"/>
                  <a:gd name="connsiteX11" fmla="*/ 134522 w 135946"/>
                  <a:gd name="connsiteY11" fmla="*/ 118 h 226044"/>
                  <a:gd name="connsiteX12" fmla="*/ 135700 w 135946"/>
                  <a:gd name="connsiteY12" fmla="*/ 2039 h 226044"/>
                  <a:gd name="connsiteX13" fmla="*/ 126963 w 135946"/>
                  <a:gd name="connsiteY13" fmla="*/ 12057 h 226044"/>
                  <a:gd name="connsiteX14" fmla="*/ 117291 w 135946"/>
                  <a:gd name="connsiteY14" fmla="*/ 25066 h 226044"/>
                  <a:gd name="connsiteX15" fmla="*/ 106399 w 135946"/>
                  <a:gd name="connsiteY15" fmla="*/ 39122 h 226044"/>
                  <a:gd name="connsiteX16" fmla="*/ 93882 w 135946"/>
                  <a:gd name="connsiteY16" fmla="*/ 54095 h 226044"/>
                  <a:gd name="connsiteX17" fmla="*/ 47390 w 135946"/>
                  <a:gd name="connsiteY17" fmla="*/ 157793 h 226044"/>
                  <a:gd name="connsiteX18" fmla="*/ 32597 w 135946"/>
                  <a:gd name="connsiteY18" fmla="*/ 189333 h 226044"/>
                  <a:gd name="connsiteX19" fmla="*/ 18413 w 135946"/>
                  <a:gd name="connsiteY19" fmla="*/ 210810 h 226044"/>
                  <a:gd name="connsiteX20" fmla="*/ 4718 w 135946"/>
                  <a:gd name="connsiteY20" fmla="*/ 225303 h 226044"/>
                  <a:gd name="connsiteX21" fmla="*/ 2483 w 135946"/>
                  <a:gd name="connsiteY21" fmla="*/ 226045 h 226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5946" h="226044">
                    <a:moveTo>
                      <a:pt x="2564" y="226045"/>
                    </a:moveTo>
                    <a:cubicBezTo>
                      <a:pt x="2157" y="226045"/>
                      <a:pt x="1710" y="226001"/>
                      <a:pt x="1385" y="225892"/>
                    </a:cubicBezTo>
                    <a:cubicBezTo>
                      <a:pt x="125" y="225565"/>
                      <a:pt x="-362" y="224713"/>
                      <a:pt x="288" y="224037"/>
                    </a:cubicBezTo>
                    <a:lnTo>
                      <a:pt x="13862" y="209653"/>
                    </a:lnTo>
                    <a:lnTo>
                      <a:pt x="27801" y="188503"/>
                    </a:lnTo>
                    <a:lnTo>
                      <a:pt x="42472" y="157117"/>
                    </a:lnTo>
                    <a:lnTo>
                      <a:pt x="89168" y="53200"/>
                    </a:lnTo>
                    <a:lnTo>
                      <a:pt x="101766" y="37965"/>
                    </a:lnTo>
                    <a:lnTo>
                      <a:pt x="112658" y="23996"/>
                    </a:lnTo>
                    <a:lnTo>
                      <a:pt x="122371" y="10944"/>
                    </a:lnTo>
                    <a:lnTo>
                      <a:pt x="131108" y="817"/>
                    </a:lnTo>
                    <a:cubicBezTo>
                      <a:pt x="131758" y="118"/>
                      <a:pt x="133303" y="-187"/>
                      <a:pt x="134522" y="118"/>
                    </a:cubicBezTo>
                    <a:cubicBezTo>
                      <a:pt x="135741" y="489"/>
                      <a:pt x="136310" y="1297"/>
                      <a:pt x="135700" y="2039"/>
                    </a:cubicBezTo>
                    <a:lnTo>
                      <a:pt x="126963" y="12057"/>
                    </a:lnTo>
                    <a:lnTo>
                      <a:pt x="117291" y="25066"/>
                    </a:lnTo>
                    <a:lnTo>
                      <a:pt x="106399" y="39122"/>
                    </a:lnTo>
                    <a:lnTo>
                      <a:pt x="93882" y="54095"/>
                    </a:lnTo>
                    <a:lnTo>
                      <a:pt x="47390" y="157793"/>
                    </a:lnTo>
                    <a:lnTo>
                      <a:pt x="32597" y="189333"/>
                    </a:lnTo>
                    <a:lnTo>
                      <a:pt x="18413" y="210810"/>
                    </a:lnTo>
                    <a:lnTo>
                      <a:pt x="4718" y="225303"/>
                    </a:lnTo>
                    <a:cubicBezTo>
                      <a:pt x="4271" y="225783"/>
                      <a:pt x="3377" y="226045"/>
                      <a:pt x="2483" y="22604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5" name="Freeform: Shape 434">
                <a:extLst>
                  <a:ext uri="{FF2B5EF4-FFF2-40B4-BE49-F238E27FC236}">
                    <a16:creationId xmlns:a16="http://schemas.microsoft.com/office/drawing/2014/main" id="{4A673E68-6C68-4EC9-B7B2-7FD023AC1FAE}"/>
                  </a:ext>
                </a:extLst>
              </p:cNvPr>
              <p:cNvSpPr/>
              <p:nvPr/>
            </p:nvSpPr>
            <p:spPr>
              <a:xfrm>
                <a:off x="2909700" y="5979224"/>
                <a:ext cx="365668" cy="85114"/>
              </a:xfrm>
              <a:custGeom>
                <a:avLst/>
                <a:gdLst>
                  <a:gd name="connsiteX0" fmla="*/ 2562 w 365668"/>
                  <a:gd name="connsiteY0" fmla="*/ 85071 h 85114"/>
                  <a:gd name="connsiteX1" fmla="*/ 246 w 365668"/>
                  <a:gd name="connsiteY1" fmla="*/ 84285 h 85114"/>
                  <a:gd name="connsiteX2" fmla="*/ 1465 w 365668"/>
                  <a:gd name="connsiteY2" fmla="*/ 82430 h 85114"/>
                  <a:gd name="connsiteX3" fmla="*/ 28125 w 365668"/>
                  <a:gd name="connsiteY3" fmla="*/ 75511 h 85114"/>
                  <a:gd name="connsiteX4" fmla="*/ 79575 w 365668"/>
                  <a:gd name="connsiteY4" fmla="*/ 60429 h 85114"/>
                  <a:gd name="connsiteX5" fmla="*/ 80713 w 365668"/>
                  <a:gd name="connsiteY5" fmla="*/ 60276 h 85114"/>
                  <a:gd name="connsiteX6" fmla="*/ 105544 w 365668"/>
                  <a:gd name="connsiteY6" fmla="*/ 53619 h 85114"/>
                  <a:gd name="connsiteX7" fmla="*/ 130416 w 365668"/>
                  <a:gd name="connsiteY7" fmla="*/ 44932 h 85114"/>
                  <a:gd name="connsiteX8" fmla="*/ 131513 w 365668"/>
                  <a:gd name="connsiteY8" fmla="*/ 44714 h 85114"/>
                  <a:gd name="connsiteX9" fmla="*/ 175079 w 365668"/>
                  <a:gd name="connsiteY9" fmla="*/ 42466 h 85114"/>
                  <a:gd name="connsiteX10" fmla="*/ 292650 w 365668"/>
                  <a:gd name="connsiteY10" fmla="*/ 36660 h 85114"/>
                  <a:gd name="connsiteX11" fmla="*/ 315571 w 365668"/>
                  <a:gd name="connsiteY11" fmla="*/ 26794 h 85114"/>
                  <a:gd name="connsiteX12" fmla="*/ 338574 w 365668"/>
                  <a:gd name="connsiteY12" fmla="*/ 15292 h 85114"/>
                  <a:gd name="connsiteX13" fmla="*/ 361210 w 365668"/>
                  <a:gd name="connsiteY13" fmla="*/ 493 h 85114"/>
                  <a:gd name="connsiteX14" fmla="*/ 364786 w 365668"/>
                  <a:gd name="connsiteY14" fmla="*/ 319 h 85114"/>
                  <a:gd name="connsiteX15" fmla="*/ 365071 w 365668"/>
                  <a:gd name="connsiteY15" fmla="*/ 2283 h 85114"/>
                  <a:gd name="connsiteX16" fmla="*/ 342191 w 365668"/>
                  <a:gd name="connsiteY16" fmla="*/ 17256 h 85114"/>
                  <a:gd name="connsiteX17" fmla="*/ 318782 w 365668"/>
                  <a:gd name="connsiteY17" fmla="*/ 28933 h 85114"/>
                  <a:gd name="connsiteX18" fmla="*/ 295170 w 365668"/>
                  <a:gd name="connsiteY18" fmla="*/ 39126 h 85114"/>
                  <a:gd name="connsiteX19" fmla="*/ 293829 w 365668"/>
                  <a:gd name="connsiteY19" fmla="*/ 39432 h 85114"/>
                  <a:gd name="connsiteX20" fmla="*/ 132610 w 365668"/>
                  <a:gd name="connsiteY20" fmla="*/ 47486 h 85114"/>
                  <a:gd name="connsiteX21" fmla="*/ 108064 w 365668"/>
                  <a:gd name="connsiteY21" fmla="*/ 56064 h 85114"/>
                  <a:gd name="connsiteX22" fmla="*/ 82379 w 365668"/>
                  <a:gd name="connsiteY22" fmla="*/ 62939 h 85114"/>
                  <a:gd name="connsiteX23" fmla="*/ 81485 w 365668"/>
                  <a:gd name="connsiteY23" fmla="*/ 63092 h 85114"/>
                  <a:gd name="connsiteX24" fmla="*/ 30441 w 365668"/>
                  <a:gd name="connsiteY24" fmla="*/ 78021 h 85114"/>
                  <a:gd name="connsiteX25" fmla="*/ 3659 w 365668"/>
                  <a:gd name="connsiteY25" fmla="*/ 85006 h 85114"/>
                  <a:gd name="connsiteX26" fmla="*/ 2603 w 365668"/>
                  <a:gd name="connsiteY26" fmla="*/ 85115 h 8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5668" h="85114">
                    <a:moveTo>
                      <a:pt x="2562" y="85071"/>
                    </a:moveTo>
                    <a:cubicBezTo>
                      <a:pt x="1587" y="85071"/>
                      <a:pt x="652" y="84809"/>
                      <a:pt x="246" y="84285"/>
                    </a:cubicBezTo>
                    <a:cubicBezTo>
                      <a:pt x="-364" y="83587"/>
                      <a:pt x="205" y="82736"/>
                      <a:pt x="1465" y="82430"/>
                    </a:cubicBezTo>
                    <a:lnTo>
                      <a:pt x="28125" y="75511"/>
                    </a:lnTo>
                    <a:lnTo>
                      <a:pt x="79575" y="60429"/>
                    </a:lnTo>
                    <a:cubicBezTo>
                      <a:pt x="79941" y="60320"/>
                      <a:pt x="80306" y="60276"/>
                      <a:pt x="80713" y="60276"/>
                    </a:cubicBezTo>
                    <a:lnTo>
                      <a:pt x="105544" y="53619"/>
                    </a:lnTo>
                    <a:lnTo>
                      <a:pt x="130416" y="44932"/>
                    </a:lnTo>
                    <a:cubicBezTo>
                      <a:pt x="130781" y="44823"/>
                      <a:pt x="131106" y="44779"/>
                      <a:pt x="131513" y="44714"/>
                    </a:cubicBezTo>
                    <a:lnTo>
                      <a:pt x="175079" y="42466"/>
                    </a:lnTo>
                    <a:lnTo>
                      <a:pt x="292650" y="36660"/>
                    </a:lnTo>
                    <a:lnTo>
                      <a:pt x="315571" y="26794"/>
                    </a:lnTo>
                    <a:lnTo>
                      <a:pt x="338574" y="15292"/>
                    </a:lnTo>
                    <a:lnTo>
                      <a:pt x="361210" y="493"/>
                    </a:lnTo>
                    <a:cubicBezTo>
                      <a:pt x="362104" y="-96"/>
                      <a:pt x="363689" y="-161"/>
                      <a:pt x="364786" y="319"/>
                    </a:cubicBezTo>
                    <a:cubicBezTo>
                      <a:pt x="365843" y="799"/>
                      <a:pt x="365965" y="1694"/>
                      <a:pt x="365071" y="2283"/>
                    </a:cubicBezTo>
                    <a:lnTo>
                      <a:pt x="342191" y="17256"/>
                    </a:lnTo>
                    <a:lnTo>
                      <a:pt x="318782" y="28933"/>
                    </a:lnTo>
                    <a:lnTo>
                      <a:pt x="295170" y="39126"/>
                    </a:lnTo>
                    <a:cubicBezTo>
                      <a:pt x="294764" y="39279"/>
                      <a:pt x="294317" y="39388"/>
                      <a:pt x="293829" y="39432"/>
                    </a:cubicBezTo>
                    <a:lnTo>
                      <a:pt x="132610" y="47486"/>
                    </a:lnTo>
                    <a:lnTo>
                      <a:pt x="108064" y="56064"/>
                    </a:lnTo>
                    <a:lnTo>
                      <a:pt x="82379" y="62939"/>
                    </a:lnTo>
                    <a:cubicBezTo>
                      <a:pt x="82135" y="63048"/>
                      <a:pt x="81810" y="63048"/>
                      <a:pt x="81485" y="63092"/>
                    </a:cubicBezTo>
                    <a:lnTo>
                      <a:pt x="30441" y="78021"/>
                    </a:lnTo>
                    <a:lnTo>
                      <a:pt x="3659" y="85006"/>
                    </a:lnTo>
                    <a:cubicBezTo>
                      <a:pt x="3294" y="85071"/>
                      <a:pt x="2969" y="85115"/>
                      <a:pt x="2603" y="8511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6" name="Freeform: Shape 435">
                <a:extLst>
                  <a:ext uri="{FF2B5EF4-FFF2-40B4-BE49-F238E27FC236}">
                    <a16:creationId xmlns:a16="http://schemas.microsoft.com/office/drawing/2014/main" id="{6BF153EA-CBC1-474A-9709-5AA391842F18}"/>
                  </a:ext>
                </a:extLst>
              </p:cNvPr>
              <p:cNvSpPr/>
              <p:nvPr/>
            </p:nvSpPr>
            <p:spPr>
              <a:xfrm>
                <a:off x="10865505" y="5684413"/>
                <a:ext cx="1326494" cy="169496"/>
              </a:xfrm>
              <a:custGeom>
                <a:avLst/>
                <a:gdLst>
                  <a:gd name="connsiteX0" fmla="*/ 1326495 w 1326494"/>
                  <a:gd name="connsiteY0" fmla="*/ 166637 h 169496"/>
                  <a:gd name="connsiteX1" fmla="*/ 1311092 w 1326494"/>
                  <a:gd name="connsiteY1" fmla="*/ 166004 h 169496"/>
                  <a:gd name="connsiteX2" fmla="*/ 1301785 w 1326494"/>
                  <a:gd name="connsiteY2" fmla="*/ 165851 h 169496"/>
                  <a:gd name="connsiteX3" fmla="*/ 1274231 w 1326494"/>
                  <a:gd name="connsiteY3" fmla="*/ 164563 h 169496"/>
                  <a:gd name="connsiteX4" fmla="*/ 1260251 w 1326494"/>
                  <a:gd name="connsiteY4" fmla="*/ 163014 h 169496"/>
                  <a:gd name="connsiteX5" fmla="*/ 1232575 w 1326494"/>
                  <a:gd name="connsiteY5" fmla="*/ 161944 h 169496"/>
                  <a:gd name="connsiteX6" fmla="*/ 1213028 w 1326494"/>
                  <a:gd name="connsiteY6" fmla="*/ 161464 h 169496"/>
                  <a:gd name="connsiteX7" fmla="*/ 1179987 w 1326494"/>
                  <a:gd name="connsiteY7" fmla="*/ 159609 h 169496"/>
                  <a:gd name="connsiteX8" fmla="*/ 1162309 w 1326494"/>
                  <a:gd name="connsiteY8" fmla="*/ 160460 h 169496"/>
                  <a:gd name="connsiteX9" fmla="*/ 1081964 w 1326494"/>
                  <a:gd name="connsiteY9" fmla="*/ 161093 h 169496"/>
                  <a:gd name="connsiteX10" fmla="*/ 1005764 w 1326494"/>
                  <a:gd name="connsiteY10" fmla="*/ 161944 h 169496"/>
                  <a:gd name="connsiteX11" fmla="*/ 934115 w 1326494"/>
                  <a:gd name="connsiteY11" fmla="*/ 162206 h 169496"/>
                  <a:gd name="connsiteX12" fmla="*/ 905343 w 1326494"/>
                  <a:gd name="connsiteY12" fmla="*/ 161835 h 169496"/>
                  <a:gd name="connsiteX13" fmla="*/ 882014 w 1326494"/>
                  <a:gd name="connsiteY13" fmla="*/ 162905 h 169496"/>
                  <a:gd name="connsiteX14" fmla="*/ 870717 w 1326494"/>
                  <a:gd name="connsiteY14" fmla="*/ 164869 h 169496"/>
                  <a:gd name="connsiteX15" fmla="*/ 854055 w 1326494"/>
                  <a:gd name="connsiteY15" fmla="*/ 162097 h 169496"/>
                  <a:gd name="connsiteX16" fmla="*/ 853445 w 1326494"/>
                  <a:gd name="connsiteY16" fmla="*/ 161944 h 169496"/>
                  <a:gd name="connsiteX17" fmla="*/ 844139 w 1326494"/>
                  <a:gd name="connsiteY17" fmla="*/ 159543 h 169496"/>
                  <a:gd name="connsiteX18" fmla="*/ 816056 w 1326494"/>
                  <a:gd name="connsiteY18" fmla="*/ 155964 h 169496"/>
                  <a:gd name="connsiteX19" fmla="*/ 808009 w 1326494"/>
                  <a:gd name="connsiteY19" fmla="*/ 155222 h 169496"/>
                  <a:gd name="connsiteX20" fmla="*/ 787365 w 1326494"/>
                  <a:gd name="connsiteY20" fmla="*/ 152624 h 169496"/>
                  <a:gd name="connsiteX21" fmla="*/ 777529 w 1326494"/>
                  <a:gd name="connsiteY21" fmla="*/ 151249 h 169496"/>
                  <a:gd name="connsiteX22" fmla="*/ 767817 w 1326494"/>
                  <a:gd name="connsiteY22" fmla="*/ 150289 h 169496"/>
                  <a:gd name="connsiteX23" fmla="*/ 757779 w 1326494"/>
                  <a:gd name="connsiteY23" fmla="*/ 149023 h 169496"/>
                  <a:gd name="connsiteX24" fmla="*/ 738719 w 1326494"/>
                  <a:gd name="connsiteY24" fmla="*/ 147648 h 169496"/>
                  <a:gd name="connsiteX25" fmla="*/ 699419 w 1326494"/>
                  <a:gd name="connsiteY25" fmla="*/ 145727 h 169496"/>
                  <a:gd name="connsiteX26" fmla="*/ 666176 w 1326494"/>
                  <a:gd name="connsiteY26" fmla="*/ 139288 h 169496"/>
                  <a:gd name="connsiteX27" fmla="*/ 645937 w 1326494"/>
                  <a:gd name="connsiteY27" fmla="*/ 134159 h 169496"/>
                  <a:gd name="connsiteX28" fmla="*/ 621431 w 1326494"/>
                  <a:gd name="connsiteY28" fmla="*/ 130601 h 169496"/>
                  <a:gd name="connsiteX29" fmla="*/ 614075 w 1326494"/>
                  <a:gd name="connsiteY29" fmla="*/ 129903 h 169496"/>
                  <a:gd name="connsiteX30" fmla="*/ 611190 w 1326494"/>
                  <a:gd name="connsiteY30" fmla="*/ 128790 h 169496"/>
                  <a:gd name="connsiteX31" fmla="*/ 606313 w 1326494"/>
                  <a:gd name="connsiteY31" fmla="*/ 127873 h 169496"/>
                  <a:gd name="connsiteX32" fmla="*/ 601152 w 1326494"/>
                  <a:gd name="connsiteY32" fmla="*/ 126214 h 169496"/>
                  <a:gd name="connsiteX33" fmla="*/ 597697 w 1326494"/>
                  <a:gd name="connsiteY33" fmla="*/ 125363 h 169496"/>
                  <a:gd name="connsiteX34" fmla="*/ 591642 w 1326494"/>
                  <a:gd name="connsiteY34" fmla="*/ 124774 h 169496"/>
                  <a:gd name="connsiteX35" fmla="*/ 581117 w 1326494"/>
                  <a:gd name="connsiteY35" fmla="*/ 123268 h 169496"/>
                  <a:gd name="connsiteX36" fmla="*/ 578150 w 1326494"/>
                  <a:gd name="connsiteY36" fmla="*/ 122525 h 169496"/>
                  <a:gd name="connsiteX37" fmla="*/ 568518 w 1326494"/>
                  <a:gd name="connsiteY37" fmla="*/ 118422 h 169496"/>
                  <a:gd name="connsiteX38" fmla="*/ 563438 w 1326494"/>
                  <a:gd name="connsiteY38" fmla="*/ 115541 h 169496"/>
                  <a:gd name="connsiteX39" fmla="*/ 559577 w 1326494"/>
                  <a:gd name="connsiteY39" fmla="*/ 113838 h 169496"/>
                  <a:gd name="connsiteX40" fmla="*/ 553522 w 1326494"/>
                  <a:gd name="connsiteY40" fmla="*/ 112071 h 169496"/>
                  <a:gd name="connsiteX41" fmla="*/ 550920 w 1326494"/>
                  <a:gd name="connsiteY41" fmla="*/ 112114 h 169496"/>
                  <a:gd name="connsiteX42" fmla="*/ 548239 w 1326494"/>
                  <a:gd name="connsiteY42" fmla="*/ 113075 h 169496"/>
                  <a:gd name="connsiteX43" fmla="*/ 539013 w 1326494"/>
                  <a:gd name="connsiteY43" fmla="*/ 112703 h 169496"/>
                  <a:gd name="connsiteX44" fmla="*/ 522635 w 1326494"/>
                  <a:gd name="connsiteY44" fmla="*/ 108600 h 169496"/>
                  <a:gd name="connsiteX45" fmla="*/ 504754 w 1326494"/>
                  <a:gd name="connsiteY45" fmla="*/ 97512 h 169496"/>
                  <a:gd name="connsiteX46" fmla="*/ 502681 w 1326494"/>
                  <a:gd name="connsiteY46" fmla="*/ 95810 h 169496"/>
                  <a:gd name="connsiteX47" fmla="*/ 502071 w 1326494"/>
                  <a:gd name="connsiteY47" fmla="*/ 95482 h 169496"/>
                  <a:gd name="connsiteX48" fmla="*/ 499877 w 1326494"/>
                  <a:gd name="connsiteY48" fmla="*/ 94587 h 169496"/>
                  <a:gd name="connsiteX49" fmla="*/ 484393 w 1326494"/>
                  <a:gd name="connsiteY49" fmla="*/ 89742 h 169496"/>
                  <a:gd name="connsiteX50" fmla="*/ 478257 w 1326494"/>
                  <a:gd name="connsiteY50" fmla="*/ 87494 h 169496"/>
                  <a:gd name="connsiteX51" fmla="*/ 474477 w 1326494"/>
                  <a:gd name="connsiteY51" fmla="*/ 85682 h 169496"/>
                  <a:gd name="connsiteX52" fmla="*/ 473704 w 1326494"/>
                  <a:gd name="connsiteY52" fmla="*/ 85464 h 169496"/>
                  <a:gd name="connsiteX53" fmla="*/ 465658 w 1326494"/>
                  <a:gd name="connsiteY53" fmla="*/ 83827 h 169496"/>
                  <a:gd name="connsiteX54" fmla="*/ 456921 w 1326494"/>
                  <a:gd name="connsiteY54" fmla="*/ 80095 h 169496"/>
                  <a:gd name="connsiteX55" fmla="*/ 456230 w 1326494"/>
                  <a:gd name="connsiteY55" fmla="*/ 79876 h 169496"/>
                  <a:gd name="connsiteX56" fmla="*/ 446598 w 1326494"/>
                  <a:gd name="connsiteY56" fmla="*/ 77912 h 169496"/>
                  <a:gd name="connsiteX57" fmla="*/ 433715 w 1326494"/>
                  <a:gd name="connsiteY57" fmla="*/ 72848 h 169496"/>
                  <a:gd name="connsiteX58" fmla="*/ 425952 w 1326494"/>
                  <a:gd name="connsiteY58" fmla="*/ 70447 h 169496"/>
                  <a:gd name="connsiteX59" fmla="*/ 413436 w 1326494"/>
                  <a:gd name="connsiteY59" fmla="*/ 68265 h 169496"/>
                  <a:gd name="connsiteX60" fmla="*/ 408397 w 1326494"/>
                  <a:gd name="connsiteY60" fmla="*/ 65973 h 169496"/>
                  <a:gd name="connsiteX61" fmla="*/ 407705 w 1326494"/>
                  <a:gd name="connsiteY61" fmla="*/ 65056 h 169496"/>
                  <a:gd name="connsiteX62" fmla="*/ 406608 w 1326494"/>
                  <a:gd name="connsiteY62" fmla="*/ 64314 h 169496"/>
                  <a:gd name="connsiteX63" fmla="*/ 390231 w 1326494"/>
                  <a:gd name="connsiteY63" fmla="*/ 59250 h 169496"/>
                  <a:gd name="connsiteX64" fmla="*/ 389052 w 1326494"/>
                  <a:gd name="connsiteY64" fmla="*/ 59032 h 169496"/>
                  <a:gd name="connsiteX65" fmla="*/ 385679 w 1326494"/>
                  <a:gd name="connsiteY65" fmla="*/ 58967 h 169496"/>
                  <a:gd name="connsiteX66" fmla="*/ 376331 w 1326494"/>
                  <a:gd name="connsiteY66" fmla="*/ 55671 h 169496"/>
                  <a:gd name="connsiteX67" fmla="*/ 375030 w 1326494"/>
                  <a:gd name="connsiteY67" fmla="*/ 55452 h 169496"/>
                  <a:gd name="connsiteX68" fmla="*/ 371455 w 1326494"/>
                  <a:gd name="connsiteY68" fmla="*/ 55452 h 169496"/>
                  <a:gd name="connsiteX69" fmla="*/ 367472 w 1326494"/>
                  <a:gd name="connsiteY69" fmla="*/ 54187 h 169496"/>
                  <a:gd name="connsiteX70" fmla="*/ 364383 w 1326494"/>
                  <a:gd name="connsiteY70" fmla="*/ 51676 h 169496"/>
                  <a:gd name="connsiteX71" fmla="*/ 360238 w 1326494"/>
                  <a:gd name="connsiteY71" fmla="*/ 49865 h 169496"/>
                  <a:gd name="connsiteX72" fmla="*/ 347924 w 1326494"/>
                  <a:gd name="connsiteY72" fmla="*/ 46504 h 169496"/>
                  <a:gd name="connsiteX73" fmla="*/ 346826 w 1326494"/>
                  <a:gd name="connsiteY73" fmla="*/ 46329 h 169496"/>
                  <a:gd name="connsiteX74" fmla="*/ 340284 w 1326494"/>
                  <a:gd name="connsiteY74" fmla="*/ 46285 h 169496"/>
                  <a:gd name="connsiteX75" fmla="*/ 335447 w 1326494"/>
                  <a:gd name="connsiteY75" fmla="*/ 46329 h 169496"/>
                  <a:gd name="connsiteX76" fmla="*/ 332156 w 1326494"/>
                  <a:gd name="connsiteY76" fmla="*/ 44146 h 169496"/>
                  <a:gd name="connsiteX77" fmla="*/ 329271 w 1326494"/>
                  <a:gd name="connsiteY77" fmla="*/ 41636 h 169496"/>
                  <a:gd name="connsiteX78" fmla="*/ 327278 w 1326494"/>
                  <a:gd name="connsiteY78" fmla="*/ 41047 h 169496"/>
                  <a:gd name="connsiteX79" fmla="*/ 319923 w 1326494"/>
                  <a:gd name="connsiteY79" fmla="*/ 40676 h 169496"/>
                  <a:gd name="connsiteX80" fmla="*/ 295417 w 1326494"/>
                  <a:gd name="connsiteY80" fmla="*/ 37424 h 169496"/>
                  <a:gd name="connsiteX81" fmla="*/ 277535 w 1326494"/>
                  <a:gd name="connsiteY81" fmla="*/ 33910 h 169496"/>
                  <a:gd name="connsiteX82" fmla="*/ 260670 w 1326494"/>
                  <a:gd name="connsiteY82" fmla="*/ 25441 h 169496"/>
                  <a:gd name="connsiteX83" fmla="*/ 259776 w 1326494"/>
                  <a:gd name="connsiteY83" fmla="*/ 25114 h 169496"/>
                  <a:gd name="connsiteX84" fmla="*/ 250754 w 1326494"/>
                  <a:gd name="connsiteY84" fmla="*/ 23302 h 169496"/>
                  <a:gd name="connsiteX85" fmla="*/ 248966 w 1326494"/>
                  <a:gd name="connsiteY85" fmla="*/ 23346 h 169496"/>
                  <a:gd name="connsiteX86" fmla="*/ 243520 w 1326494"/>
                  <a:gd name="connsiteY86" fmla="*/ 24524 h 169496"/>
                  <a:gd name="connsiteX87" fmla="*/ 230027 w 1326494"/>
                  <a:gd name="connsiteY87" fmla="*/ 21643 h 169496"/>
                  <a:gd name="connsiteX88" fmla="*/ 223363 w 1326494"/>
                  <a:gd name="connsiteY88" fmla="*/ 18282 h 169496"/>
                  <a:gd name="connsiteX89" fmla="*/ 222752 w 1326494"/>
                  <a:gd name="connsiteY89" fmla="*/ 18020 h 169496"/>
                  <a:gd name="connsiteX90" fmla="*/ 218079 w 1326494"/>
                  <a:gd name="connsiteY90" fmla="*/ 16841 h 169496"/>
                  <a:gd name="connsiteX91" fmla="*/ 131069 w 1326494"/>
                  <a:gd name="connsiteY91" fmla="*/ 4859 h 169496"/>
                  <a:gd name="connsiteX92" fmla="*/ 31663 w 1326494"/>
                  <a:gd name="connsiteY92" fmla="*/ 2152 h 169496"/>
                  <a:gd name="connsiteX93" fmla="*/ 2891 w 1326494"/>
                  <a:gd name="connsiteY93" fmla="*/ 13 h 169496"/>
                  <a:gd name="connsiteX94" fmla="*/ 5 w 1326494"/>
                  <a:gd name="connsiteY94" fmla="*/ 1235 h 169496"/>
                  <a:gd name="connsiteX95" fmla="*/ 2280 w 1326494"/>
                  <a:gd name="connsiteY95" fmla="*/ 2829 h 169496"/>
                  <a:gd name="connsiteX96" fmla="*/ 31257 w 1326494"/>
                  <a:gd name="connsiteY96" fmla="*/ 4902 h 169496"/>
                  <a:gd name="connsiteX97" fmla="*/ 130256 w 1326494"/>
                  <a:gd name="connsiteY97" fmla="*/ 7631 h 169496"/>
                  <a:gd name="connsiteX98" fmla="*/ 162321 w 1326494"/>
                  <a:gd name="connsiteY98" fmla="*/ 12061 h 169496"/>
                  <a:gd name="connsiteX99" fmla="*/ 216413 w 1326494"/>
                  <a:gd name="connsiteY99" fmla="*/ 19461 h 169496"/>
                  <a:gd name="connsiteX100" fmla="*/ 220193 w 1326494"/>
                  <a:gd name="connsiteY100" fmla="*/ 20486 h 169496"/>
                  <a:gd name="connsiteX101" fmla="*/ 226938 w 1326494"/>
                  <a:gd name="connsiteY101" fmla="*/ 23891 h 169496"/>
                  <a:gd name="connsiteX102" fmla="*/ 227710 w 1326494"/>
                  <a:gd name="connsiteY102" fmla="*/ 24153 h 169496"/>
                  <a:gd name="connsiteX103" fmla="*/ 242585 w 1326494"/>
                  <a:gd name="connsiteY103" fmla="*/ 27362 h 169496"/>
                  <a:gd name="connsiteX104" fmla="*/ 244455 w 1326494"/>
                  <a:gd name="connsiteY104" fmla="*/ 27362 h 169496"/>
                  <a:gd name="connsiteX105" fmla="*/ 249941 w 1326494"/>
                  <a:gd name="connsiteY105" fmla="*/ 26183 h 169496"/>
                  <a:gd name="connsiteX106" fmla="*/ 257581 w 1326494"/>
                  <a:gd name="connsiteY106" fmla="*/ 27667 h 169496"/>
                  <a:gd name="connsiteX107" fmla="*/ 274528 w 1326494"/>
                  <a:gd name="connsiteY107" fmla="*/ 36201 h 169496"/>
                  <a:gd name="connsiteX108" fmla="*/ 275341 w 1326494"/>
                  <a:gd name="connsiteY108" fmla="*/ 36463 h 169496"/>
                  <a:gd name="connsiteX109" fmla="*/ 293913 w 1326494"/>
                  <a:gd name="connsiteY109" fmla="*/ 40087 h 169496"/>
                  <a:gd name="connsiteX110" fmla="*/ 319111 w 1326494"/>
                  <a:gd name="connsiteY110" fmla="*/ 43448 h 169496"/>
                  <a:gd name="connsiteX111" fmla="*/ 325653 w 1326494"/>
                  <a:gd name="connsiteY111" fmla="*/ 43775 h 169496"/>
                  <a:gd name="connsiteX112" fmla="*/ 328011 w 1326494"/>
                  <a:gd name="connsiteY112" fmla="*/ 45805 h 169496"/>
                  <a:gd name="connsiteX113" fmla="*/ 332156 w 1326494"/>
                  <a:gd name="connsiteY113" fmla="*/ 48621 h 169496"/>
                  <a:gd name="connsiteX114" fmla="*/ 334147 w 1326494"/>
                  <a:gd name="connsiteY114" fmla="*/ 49145 h 169496"/>
                  <a:gd name="connsiteX115" fmla="*/ 340203 w 1326494"/>
                  <a:gd name="connsiteY115" fmla="*/ 49101 h 169496"/>
                  <a:gd name="connsiteX116" fmla="*/ 346177 w 1326494"/>
                  <a:gd name="connsiteY116" fmla="*/ 49145 h 169496"/>
                  <a:gd name="connsiteX117" fmla="*/ 356011 w 1326494"/>
                  <a:gd name="connsiteY117" fmla="*/ 51764 h 169496"/>
                  <a:gd name="connsiteX118" fmla="*/ 360482 w 1326494"/>
                  <a:gd name="connsiteY118" fmla="*/ 53466 h 169496"/>
                  <a:gd name="connsiteX119" fmla="*/ 363449 w 1326494"/>
                  <a:gd name="connsiteY119" fmla="*/ 55976 h 169496"/>
                  <a:gd name="connsiteX120" fmla="*/ 364343 w 1326494"/>
                  <a:gd name="connsiteY120" fmla="*/ 56413 h 169496"/>
                  <a:gd name="connsiteX121" fmla="*/ 369423 w 1326494"/>
                  <a:gd name="connsiteY121" fmla="*/ 58072 h 169496"/>
                  <a:gd name="connsiteX122" fmla="*/ 370601 w 1326494"/>
                  <a:gd name="connsiteY122" fmla="*/ 58290 h 169496"/>
                  <a:gd name="connsiteX123" fmla="*/ 374177 w 1326494"/>
                  <a:gd name="connsiteY123" fmla="*/ 58290 h 169496"/>
                  <a:gd name="connsiteX124" fmla="*/ 383402 w 1326494"/>
                  <a:gd name="connsiteY124" fmla="*/ 61586 h 169496"/>
                  <a:gd name="connsiteX125" fmla="*/ 384785 w 1326494"/>
                  <a:gd name="connsiteY125" fmla="*/ 61804 h 169496"/>
                  <a:gd name="connsiteX126" fmla="*/ 388158 w 1326494"/>
                  <a:gd name="connsiteY126" fmla="*/ 61869 h 169496"/>
                  <a:gd name="connsiteX127" fmla="*/ 403235 w 1326494"/>
                  <a:gd name="connsiteY127" fmla="*/ 66562 h 169496"/>
                  <a:gd name="connsiteX128" fmla="*/ 403845 w 1326494"/>
                  <a:gd name="connsiteY128" fmla="*/ 67370 h 169496"/>
                  <a:gd name="connsiteX129" fmla="*/ 404535 w 1326494"/>
                  <a:gd name="connsiteY129" fmla="*/ 67915 h 169496"/>
                  <a:gd name="connsiteX130" fmla="*/ 410590 w 1326494"/>
                  <a:gd name="connsiteY130" fmla="*/ 70622 h 169496"/>
                  <a:gd name="connsiteX131" fmla="*/ 411363 w 1326494"/>
                  <a:gd name="connsiteY131" fmla="*/ 70884 h 169496"/>
                  <a:gd name="connsiteX132" fmla="*/ 423880 w 1326494"/>
                  <a:gd name="connsiteY132" fmla="*/ 73023 h 169496"/>
                  <a:gd name="connsiteX133" fmla="*/ 430830 w 1326494"/>
                  <a:gd name="connsiteY133" fmla="*/ 75162 h 169496"/>
                  <a:gd name="connsiteX134" fmla="*/ 442737 w 1326494"/>
                  <a:gd name="connsiteY134" fmla="*/ 79964 h 169496"/>
                  <a:gd name="connsiteX135" fmla="*/ 450377 w 1326494"/>
                  <a:gd name="connsiteY135" fmla="*/ 81819 h 169496"/>
                  <a:gd name="connsiteX136" fmla="*/ 454157 w 1326494"/>
                  <a:gd name="connsiteY136" fmla="*/ 82517 h 169496"/>
                  <a:gd name="connsiteX137" fmla="*/ 459115 w 1326494"/>
                  <a:gd name="connsiteY137" fmla="*/ 84547 h 169496"/>
                  <a:gd name="connsiteX138" fmla="*/ 462610 w 1326494"/>
                  <a:gd name="connsiteY138" fmla="*/ 86141 h 169496"/>
                  <a:gd name="connsiteX139" fmla="*/ 463383 w 1326494"/>
                  <a:gd name="connsiteY139" fmla="*/ 86403 h 169496"/>
                  <a:gd name="connsiteX140" fmla="*/ 471511 w 1326494"/>
                  <a:gd name="connsiteY140" fmla="*/ 87996 h 169496"/>
                  <a:gd name="connsiteX141" fmla="*/ 475087 w 1326494"/>
                  <a:gd name="connsiteY141" fmla="*/ 89764 h 169496"/>
                  <a:gd name="connsiteX142" fmla="*/ 481630 w 1326494"/>
                  <a:gd name="connsiteY142" fmla="*/ 92165 h 169496"/>
                  <a:gd name="connsiteX143" fmla="*/ 493741 w 1326494"/>
                  <a:gd name="connsiteY143" fmla="*/ 96006 h 169496"/>
                  <a:gd name="connsiteX144" fmla="*/ 498577 w 1326494"/>
                  <a:gd name="connsiteY144" fmla="*/ 97665 h 169496"/>
                  <a:gd name="connsiteX145" fmla="*/ 500649 w 1326494"/>
                  <a:gd name="connsiteY145" fmla="*/ 99324 h 169496"/>
                  <a:gd name="connsiteX146" fmla="*/ 519019 w 1326494"/>
                  <a:gd name="connsiteY146" fmla="*/ 110717 h 169496"/>
                  <a:gd name="connsiteX147" fmla="*/ 519913 w 1326494"/>
                  <a:gd name="connsiteY147" fmla="*/ 111088 h 169496"/>
                  <a:gd name="connsiteX148" fmla="*/ 537185 w 1326494"/>
                  <a:gd name="connsiteY148" fmla="*/ 115410 h 169496"/>
                  <a:gd name="connsiteX149" fmla="*/ 538079 w 1326494"/>
                  <a:gd name="connsiteY149" fmla="*/ 115519 h 169496"/>
                  <a:gd name="connsiteX150" fmla="*/ 548605 w 1326494"/>
                  <a:gd name="connsiteY150" fmla="*/ 115999 h 169496"/>
                  <a:gd name="connsiteX151" fmla="*/ 550311 w 1326494"/>
                  <a:gd name="connsiteY151" fmla="*/ 115737 h 169496"/>
                  <a:gd name="connsiteX152" fmla="*/ 552384 w 1326494"/>
                  <a:gd name="connsiteY152" fmla="*/ 114995 h 169496"/>
                  <a:gd name="connsiteX153" fmla="*/ 555554 w 1326494"/>
                  <a:gd name="connsiteY153" fmla="*/ 115956 h 169496"/>
                  <a:gd name="connsiteX154" fmla="*/ 559821 w 1326494"/>
                  <a:gd name="connsiteY154" fmla="*/ 117658 h 169496"/>
                  <a:gd name="connsiteX155" fmla="*/ 564983 w 1326494"/>
                  <a:gd name="connsiteY155" fmla="*/ 120539 h 169496"/>
                  <a:gd name="connsiteX156" fmla="*/ 575304 w 1326494"/>
                  <a:gd name="connsiteY156" fmla="*/ 124970 h 169496"/>
                  <a:gd name="connsiteX157" fmla="*/ 579166 w 1326494"/>
                  <a:gd name="connsiteY157" fmla="*/ 125930 h 169496"/>
                  <a:gd name="connsiteX158" fmla="*/ 590383 w 1326494"/>
                  <a:gd name="connsiteY158" fmla="*/ 127524 h 169496"/>
                  <a:gd name="connsiteX159" fmla="*/ 596031 w 1326494"/>
                  <a:gd name="connsiteY159" fmla="*/ 128048 h 169496"/>
                  <a:gd name="connsiteX160" fmla="*/ 598713 w 1326494"/>
                  <a:gd name="connsiteY160" fmla="*/ 128681 h 169496"/>
                  <a:gd name="connsiteX161" fmla="*/ 603874 w 1326494"/>
                  <a:gd name="connsiteY161" fmla="*/ 130383 h 169496"/>
                  <a:gd name="connsiteX162" fmla="*/ 604485 w 1326494"/>
                  <a:gd name="connsiteY162" fmla="*/ 130536 h 169496"/>
                  <a:gd name="connsiteX163" fmla="*/ 607655 w 1326494"/>
                  <a:gd name="connsiteY163" fmla="*/ 131016 h 169496"/>
                  <a:gd name="connsiteX164" fmla="*/ 611434 w 1326494"/>
                  <a:gd name="connsiteY164" fmla="*/ 132391 h 169496"/>
                  <a:gd name="connsiteX165" fmla="*/ 612531 w 1326494"/>
                  <a:gd name="connsiteY165" fmla="*/ 132609 h 169496"/>
                  <a:gd name="connsiteX166" fmla="*/ 618668 w 1326494"/>
                  <a:gd name="connsiteY166" fmla="*/ 133089 h 169496"/>
                  <a:gd name="connsiteX167" fmla="*/ 644068 w 1326494"/>
                  <a:gd name="connsiteY167" fmla="*/ 136778 h 169496"/>
                  <a:gd name="connsiteX168" fmla="*/ 664103 w 1326494"/>
                  <a:gd name="connsiteY168" fmla="*/ 141886 h 169496"/>
                  <a:gd name="connsiteX169" fmla="*/ 698240 w 1326494"/>
                  <a:gd name="connsiteY169" fmla="*/ 148499 h 169496"/>
                  <a:gd name="connsiteX170" fmla="*/ 737946 w 1326494"/>
                  <a:gd name="connsiteY170" fmla="*/ 150420 h 169496"/>
                  <a:gd name="connsiteX171" fmla="*/ 756600 w 1326494"/>
                  <a:gd name="connsiteY171" fmla="*/ 151795 h 169496"/>
                  <a:gd name="connsiteX172" fmla="*/ 766638 w 1326494"/>
                  <a:gd name="connsiteY172" fmla="*/ 153061 h 169496"/>
                  <a:gd name="connsiteX173" fmla="*/ 776350 w 1326494"/>
                  <a:gd name="connsiteY173" fmla="*/ 153977 h 169496"/>
                  <a:gd name="connsiteX174" fmla="*/ 806830 w 1326494"/>
                  <a:gd name="connsiteY174" fmla="*/ 158015 h 169496"/>
                  <a:gd name="connsiteX175" fmla="*/ 814878 w 1326494"/>
                  <a:gd name="connsiteY175" fmla="*/ 158757 h 169496"/>
                  <a:gd name="connsiteX176" fmla="*/ 832434 w 1326494"/>
                  <a:gd name="connsiteY176" fmla="*/ 161049 h 169496"/>
                  <a:gd name="connsiteX177" fmla="*/ 842269 w 1326494"/>
                  <a:gd name="connsiteY177" fmla="*/ 162162 h 169496"/>
                  <a:gd name="connsiteX178" fmla="*/ 851088 w 1326494"/>
                  <a:gd name="connsiteY178" fmla="*/ 164454 h 169496"/>
                  <a:gd name="connsiteX179" fmla="*/ 851982 w 1326494"/>
                  <a:gd name="connsiteY179" fmla="*/ 164672 h 169496"/>
                  <a:gd name="connsiteX180" fmla="*/ 869742 w 1326494"/>
                  <a:gd name="connsiteY180" fmla="*/ 167706 h 169496"/>
                  <a:gd name="connsiteX181" fmla="*/ 871327 w 1326494"/>
                  <a:gd name="connsiteY181" fmla="*/ 167706 h 169496"/>
                  <a:gd name="connsiteX182" fmla="*/ 882828 w 1326494"/>
                  <a:gd name="connsiteY182" fmla="*/ 165633 h 169496"/>
                  <a:gd name="connsiteX183" fmla="*/ 905343 w 1326494"/>
                  <a:gd name="connsiteY183" fmla="*/ 164672 h 169496"/>
                  <a:gd name="connsiteX184" fmla="*/ 930743 w 1326494"/>
                  <a:gd name="connsiteY184" fmla="*/ 164934 h 169496"/>
                  <a:gd name="connsiteX185" fmla="*/ 933830 w 1326494"/>
                  <a:gd name="connsiteY185" fmla="*/ 165044 h 169496"/>
                  <a:gd name="connsiteX186" fmla="*/ 1005561 w 1326494"/>
                  <a:gd name="connsiteY186" fmla="*/ 164782 h 169496"/>
                  <a:gd name="connsiteX187" fmla="*/ 1081842 w 1326494"/>
                  <a:gd name="connsiteY187" fmla="*/ 163930 h 169496"/>
                  <a:gd name="connsiteX188" fmla="*/ 1162309 w 1326494"/>
                  <a:gd name="connsiteY188" fmla="*/ 163297 h 169496"/>
                  <a:gd name="connsiteX189" fmla="*/ 1179784 w 1326494"/>
                  <a:gd name="connsiteY189" fmla="*/ 162403 h 169496"/>
                  <a:gd name="connsiteX190" fmla="*/ 1212418 w 1326494"/>
                  <a:gd name="connsiteY190" fmla="*/ 164323 h 169496"/>
                  <a:gd name="connsiteX191" fmla="*/ 1232169 w 1326494"/>
                  <a:gd name="connsiteY191" fmla="*/ 164803 h 169496"/>
                  <a:gd name="connsiteX192" fmla="*/ 1259357 w 1326494"/>
                  <a:gd name="connsiteY192" fmla="*/ 165807 h 169496"/>
                  <a:gd name="connsiteX193" fmla="*/ 1273337 w 1326494"/>
                  <a:gd name="connsiteY193" fmla="*/ 167357 h 169496"/>
                  <a:gd name="connsiteX194" fmla="*/ 1301298 w 1326494"/>
                  <a:gd name="connsiteY194" fmla="*/ 168689 h 169496"/>
                  <a:gd name="connsiteX195" fmla="*/ 1310645 w 1326494"/>
                  <a:gd name="connsiteY195" fmla="*/ 168863 h 169496"/>
                  <a:gd name="connsiteX196" fmla="*/ 1320683 w 1326494"/>
                  <a:gd name="connsiteY196" fmla="*/ 169343 h 169496"/>
                  <a:gd name="connsiteX197" fmla="*/ 1326332 w 1326494"/>
                  <a:gd name="connsiteY197" fmla="*/ 169496 h 169496"/>
                  <a:gd name="connsiteX198" fmla="*/ 1326332 w 1326494"/>
                  <a:gd name="connsiteY198" fmla="*/ 166681 h 16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1326494" h="169496">
                    <a:moveTo>
                      <a:pt x="1326495" y="166637"/>
                    </a:moveTo>
                    <a:lnTo>
                      <a:pt x="1311092" y="166004"/>
                    </a:lnTo>
                    <a:lnTo>
                      <a:pt x="1301785" y="165851"/>
                    </a:lnTo>
                    <a:lnTo>
                      <a:pt x="1274231" y="164563"/>
                    </a:lnTo>
                    <a:lnTo>
                      <a:pt x="1260251" y="163014"/>
                    </a:lnTo>
                    <a:lnTo>
                      <a:pt x="1232575" y="161944"/>
                    </a:lnTo>
                    <a:lnTo>
                      <a:pt x="1213028" y="161464"/>
                    </a:lnTo>
                    <a:lnTo>
                      <a:pt x="1179987" y="159609"/>
                    </a:lnTo>
                    <a:lnTo>
                      <a:pt x="1162309" y="160460"/>
                    </a:lnTo>
                    <a:lnTo>
                      <a:pt x="1081964" y="161093"/>
                    </a:lnTo>
                    <a:lnTo>
                      <a:pt x="1005764" y="161944"/>
                    </a:lnTo>
                    <a:lnTo>
                      <a:pt x="934115" y="162206"/>
                    </a:lnTo>
                    <a:lnTo>
                      <a:pt x="905343" y="161835"/>
                    </a:lnTo>
                    <a:lnTo>
                      <a:pt x="882014" y="162905"/>
                    </a:lnTo>
                    <a:lnTo>
                      <a:pt x="870717" y="164869"/>
                    </a:lnTo>
                    <a:lnTo>
                      <a:pt x="854055" y="162097"/>
                    </a:lnTo>
                    <a:cubicBezTo>
                      <a:pt x="854055" y="162097"/>
                      <a:pt x="853566" y="161944"/>
                      <a:pt x="853445" y="161944"/>
                    </a:cubicBezTo>
                    <a:lnTo>
                      <a:pt x="844139" y="159543"/>
                    </a:lnTo>
                    <a:lnTo>
                      <a:pt x="816056" y="155964"/>
                    </a:lnTo>
                    <a:lnTo>
                      <a:pt x="808009" y="155222"/>
                    </a:lnTo>
                    <a:lnTo>
                      <a:pt x="787365" y="152624"/>
                    </a:lnTo>
                    <a:lnTo>
                      <a:pt x="777529" y="151249"/>
                    </a:lnTo>
                    <a:lnTo>
                      <a:pt x="767817" y="150289"/>
                    </a:lnTo>
                    <a:lnTo>
                      <a:pt x="757779" y="149023"/>
                    </a:lnTo>
                    <a:lnTo>
                      <a:pt x="738719" y="147648"/>
                    </a:lnTo>
                    <a:lnTo>
                      <a:pt x="699419" y="145727"/>
                    </a:lnTo>
                    <a:lnTo>
                      <a:pt x="666176" y="139288"/>
                    </a:lnTo>
                    <a:lnTo>
                      <a:pt x="645937" y="134159"/>
                    </a:lnTo>
                    <a:lnTo>
                      <a:pt x="621431" y="130601"/>
                    </a:lnTo>
                    <a:lnTo>
                      <a:pt x="614075" y="129903"/>
                    </a:lnTo>
                    <a:lnTo>
                      <a:pt x="611190" y="128790"/>
                    </a:lnTo>
                    <a:lnTo>
                      <a:pt x="606313" y="127873"/>
                    </a:lnTo>
                    <a:lnTo>
                      <a:pt x="601152" y="126214"/>
                    </a:lnTo>
                    <a:lnTo>
                      <a:pt x="597697" y="125363"/>
                    </a:lnTo>
                    <a:lnTo>
                      <a:pt x="591642" y="124774"/>
                    </a:lnTo>
                    <a:lnTo>
                      <a:pt x="581117" y="123268"/>
                    </a:lnTo>
                    <a:lnTo>
                      <a:pt x="578150" y="122525"/>
                    </a:lnTo>
                    <a:lnTo>
                      <a:pt x="568518" y="118422"/>
                    </a:lnTo>
                    <a:lnTo>
                      <a:pt x="563438" y="115541"/>
                    </a:lnTo>
                    <a:lnTo>
                      <a:pt x="559577" y="113838"/>
                    </a:lnTo>
                    <a:lnTo>
                      <a:pt x="553522" y="112071"/>
                    </a:lnTo>
                    <a:cubicBezTo>
                      <a:pt x="552750" y="111809"/>
                      <a:pt x="551734" y="111852"/>
                      <a:pt x="550920" y="112114"/>
                    </a:cubicBezTo>
                    <a:lnTo>
                      <a:pt x="548239" y="113075"/>
                    </a:lnTo>
                    <a:lnTo>
                      <a:pt x="539013" y="112703"/>
                    </a:lnTo>
                    <a:lnTo>
                      <a:pt x="522635" y="108600"/>
                    </a:lnTo>
                    <a:lnTo>
                      <a:pt x="504754" y="97512"/>
                    </a:lnTo>
                    <a:lnTo>
                      <a:pt x="502681" y="95810"/>
                    </a:lnTo>
                    <a:lnTo>
                      <a:pt x="502071" y="95482"/>
                    </a:lnTo>
                    <a:lnTo>
                      <a:pt x="499877" y="94587"/>
                    </a:lnTo>
                    <a:lnTo>
                      <a:pt x="484393" y="89742"/>
                    </a:lnTo>
                    <a:lnTo>
                      <a:pt x="478257" y="87494"/>
                    </a:lnTo>
                    <a:lnTo>
                      <a:pt x="474477" y="85682"/>
                    </a:lnTo>
                    <a:cubicBezTo>
                      <a:pt x="474477" y="85682"/>
                      <a:pt x="473867" y="85529"/>
                      <a:pt x="473704" y="85464"/>
                    </a:cubicBezTo>
                    <a:lnTo>
                      <a:pt x="465658" y="83827"/>
                    </a:lnTo>
                    <a:lnTo>
                      <a:pt x="456921" y="80095"/>
                    </a:lnTo>
                    <a:cubicBezTo>
                      <a:pt x="456921" y="80095"/>
                      <a:pt x="456432" y="79942"/>
                      <a:pt x="456230" y="79876"/>
                    </a:cubicBezTo>
                    <a:lnTo>
                      <a:pt x="446598" y="77912"/>
                    </a:lnTo>
                    <a:lnTo>
                      <a:pt x="433715" y="72848"/>
                    </a:lnTo>
                    <a:lnTo>
                      <a:pt x="425952" y="70447"/>
                    </a:lnTo>
                    <a:lnTo>
                      <a:pt x="413436" y="68265"/>
                    </a:lnTo>
                    <a:lnTo>
                      <a:pt x="408397" y="65973"/>
                    </a:lnTo>
                    <a:lnTo>
                      <a:pt x="407705" y="65056"/>
                    </a:lnTo>
                    <a:cubicBezTo>
                      <a:pt x="407503" y="64729"/>
                      <a:pt x="407096" y="64467"/>
                      <a:pt x="406608" y="64314"/>
                    </a:cubicBezTo>
                    <a:lnTo>
                      <a:pt x="390231" y="59250"/>
                    </a:lnTo>
                    <a:cubicBezTo>
                      <a:pt x="389824" y="59141"/>
                      <a:pt x="389458" y="59032"/>
                      <a:pt x="389052" y="59032"/>
                    </a:cubicBezTo>
                    <a:lnTo>
                      <a:pt x="385679" y="58967"/>
                    </a:lnTo>
                    <a:lnTo>
                      <a:pt x="376331" y="55671"/>
                    </a:lnTo>
                    <a:cubicBezTo>
                      <a:pt x="375925" y="55562"/>
                      <a:pt x="375559" y="55452"/>
                      <a:pt x="375030" y="55452"/>
                    </a:cubicBezTo>
                    <a:lnTo>
                      <a:pt x="371455" y="55452"/>
                    </a:lnTo>
                    <a:lnTo>
                      <a:pt x="367472" y="54187"/>
                    </a:lnTo>
                    <a:lnTo>
                      <a:pt x="364383" y="51676"/>
                    </a:lnTo>
                    <a:lnTo>
                      <a:pt x="360238" y="49865"/>
                    </a:lnTo>
                    <a:lnTo>
                      <a:pt x="347924" y="46504"/>
                    </a:lnTo>
                    <a:cubicBezTo>
                      <a:pt x="347639" y="46394"/>
                      <a:pt x="347233" y="46329"/>
                      <a:pt x="346826" y="46329"/>
                    </a:cubicBezTo>
                    <a:lnTo>
                      <a:pt x="340284" y="46285"/>
                    </a:lnTo>
                    <a:lnTo>
                      <a:pt x="335447" y="46329"/>
                    </a:lnTo>
                    <a:lnTo>
                      <a:pt x="332156" y="44146"/>
                    </a:lnTo>
                    <a:lnTo>
                      <a:pt x="329271" y="41636"/>
                    </a:lnTo>
                    <a:cubicBezTo>
                      <a:pt x="328783" y="41309"/>
                      <a:pt x="328092" y="41047"/>
                      <a:pt x="327278" y="41047"/>
                    </a:cubicBezTo>
                    <a:lnTo>
                      <a:pt x="319923" y="40676"/>
                    </a:lnTo>
                    <a:lnTo>
                      <a:pt x="295417" y="37424"/>
                    </a:lnTo>
                    <a:lnTo>
                      <a:pt x="277535" y="33910"/>
                    </a:lnTo>
                    <a:lnTo>
                      <a:pt x="260670" y="25441"/>
                    </a:lnTo>
                    <a:cubicBezTo>
                      <a:pt x="260385" y="25288"/>
                      <a:pt x="260061" y="25179"/>
                      <a:pt x="259776" y="25114"/>
                    </a:cubicBezTo>
                    <a:lnTo>
                      <a:pt x="250754" y="23302"/>
                    </a:lnTo>
                    <a:cubicBezTo>
                      <a:pt x="250144" y="23193"/>
                      <a:pt x="249575" y="23193"/>
                      <a:pt x="248966" y="23346"/>
                    </a:cubicBezTo>
                    <a:lnTo>
                      <a:pt x="243520" y="24524"/>
                    </a:lnTo>
                    <a:lnTo>
                      <a:pt x="230027" y="21643"/>
                    </a:lnTo>
                    <a:lnTo>
                      <a:pt x="223363" y="18282"/>
                    </a:lnTo>
                    <a:cubicBezTo>
                      <a:pt x="223363" y="18282"/>
                      <a:pt x="222956" y="18064"/>
                      <a:pt x="222752" y="18020"/>
                    </a:cubicBezTo>
                    <a:lnTo>
                      <a:pt x="218079" y="16841"/>
                    </a:lnTo>
                    <a:lnTo>
                      <a:pt x="131069" y="4859"/>
                    </a:lnTo>
                    <a:lnTo>
                      <a:pt x="31663" y="2152"/>
                    </a:lnTo>
                    <a:lnTo>
                      <a:pt x="2891" y="13"/>
                    </a:lnTo>
                    <a:cubicBezTo>
                      <a:pt x="1508" y="-96"/>
                      <a:pt x="208" y="493"/>
                      <a:pt x="5" y="1235"/>
                    </a:cubicBezTo>
                    <a:cubicBezTo>
                      <a:pt x="-76" y="1977"/>
                      <a:pt x="777" y="2720"/>
                      <a:pt x="2280" y="2829"/>
                    </a:cubicBezTo>
                    <a:lnTo>
                      <a:pt x="31257" y="4902"/>
                    </a:lnTo>
                    <a:lnTo>
                      <a:pt x="130256" y="7631"/>
                    </a:lnTo>
                    <a:lnTo>
                      <a:pt x="162321" y="12061"/>
                    </a:lnTo>
                    <a:lnTo>
                      <a:pt x="216413" y="19461"/>
                    </a:lnTo>
                    <a:lnTo>
                      <a:pt x="220193" y="20486"/>
                    </a:lnTo>
                    <a:lnTo>
                      <a:pt x="226938" y="23891"/>
                    </a:lnTo>
                    <a:cubicBezTo>
                      <a:pt x="226938" y="23891"/>
                      <a:pt x="227427" y="24110"/>
                      <a:pt x="227710" y="24153"/>
                    </a:cubicBezTo>
                    <a:lnTo>
                      <a:pt x="242585" y="27362"/>
                    </a:lnTo>
                    <a:cubicBezTo>
                      <a:pt x="243154" y="27515"/>
                      <a:pt x="243886" y="27515"/>
                      <a:pt x="244455" y="27362"/>
                    </a:cubicBezTo>
                    <a:lnTo>
                      <a:pt x="249941" y="26183"/>
                    </a:lnTo>
                    <a:lnTo>
                      <a:pt x="257581" y="27667"/>
                    </a:lnTo>
                    <a:lnTo>
                      <a:pt x="274528" y="36201"/>
                    </a:lnTo>
                    <a:cubicBezTo>
                      <a:pt x="274528" y="36201"/>
                      <a:pt x="275016" y="36420"/>
                      <a:pt x="275341" y="36463"/>
                    </a:cubicBezTo>
                    <a:lnTo>
                      <a:pt x="293913" y="40087"/>
                    </a:lnTo>
                    <a:lnTo>
                      <a:pt x="319111" y="43448"/>
                    </a:lnTo>
                    <a:lnTo>
                      <a:pt x="325653" y="43775"/>
                    </a:lnTo>
                    <a:lnTo>
                      <a:pt x="328011" y="45805"/>
                    </a:lnTo>
                    <a:lnTo>
                      <a:pt x="332156" y="48621"/>
                    </a:lnTo>
                    <a:cubicBezTo>
                      <a:pt x="332643" y="48992"/>
                      <a:pt x="333253" y="49210"/>
                      <a:pt x="334147" y="49145"/>
                    </a:cubicBezTo>
                    <a:lnTo>
                      <a:pt x="340203" y="49101"/>
                    </a:lnTo>
                    <a:lnTo>
                      <a:pt x="346177" y="49145"/>
                    </a:lnTo>
                    <a:lnTo>
                      <a:pt x="356011" y="51764"/>
                    </a:lnTo>
                    <a:lnTo>
                      <a:pt x="360482" y="53466"/>
                    </a:lnTo>
                    <a:lnTo>
                      <a:pt x="363449" y="55976"/>
                    </a:lnTo>
                    <a:cubicBezTo>
                      <a:pt x="363652" y="56129"/>
                      <a:pt x="363936" y="56304"/>
                      <a:pt x="364343" y="56413"/>
                    </a:cubicBezTo>
                    <a:lnTo>
                      <a:pt x="369423" y="58072"/>
                    </a:lnTo>
                    <a:cubicBezTo>
                      <a:pt x="369829" y="58181"/>
                      <a:pt x="370194" y="58290"/>
                      <a:pt x="370601" y="58290"/>
                    </a:cubicBezTo>
                    <a:lnTo>
                      <a:pt x="374177" y="58290"/>
                    </a:lnTo>
                    <a:lnTo>
                      <a:pt x="383402" y="61586"/>
                    </a:lnTo>
                    <a:cubicBezTo>
                      <a:pt x="383809" y="61695"/>
                      <a:pt x="384296" y="61804"/>
                      <a:pt x="384785" y="61804"/>
                    </a:cubicBezTo>
                    <a:lnTo>
                      <a:pt x="388158" y="61869"/>
                    </a:lnTo>
                    <a:lnTo>
                      <a:pt x="403235" y="66562"/>
                    </a:lnTo>
                    <a:lnTo>
                      <a:pt x="403845" y="67370"/>
                    </a:lnTo>
                    <a:cubicBezTo>
                      <a:pt x="403926" y="67588"/>
                      <a:pt x="404251" y="67784"/>
                      <a:pt x="404535" y="67915"/>
                    </a:cubicBezTo>
                    <a:lnTo>
                      <a:pt x="410590" y="70622"/>
                    </a:lnTo>
                    <a:cubicBezTo>
                      <a:pt x="410590" y="70622"/>
                      <a:pt x="411079" y="70840"/>
                      <a:pt x="411363" y="70884"/>
                    </a:cubicBezTo>
                    <a:lnTo>
                      <a:pt x="423880" y="73023"/>
                    </a:lnTo>
                    <a:lnTo>
                      <a:pt x="430830" y="75162"/>
                    </a:lnTo>
                    <a:lnTo>
                      <a:pt x="442737" y="79964"/>
                    </a:lnTo>
                    <a:lnTo>
                      <a:pt x="450377" y="81819"/>
                    </a:lnTo>
                    <a:lnTo>
                      <a:pt x="454157" y="82517"/>
                    </a:lnTo>
                    <a:lnTo>
                      <a:pt x="459115" y="84547"/>
                    </a:lnTo>
                    <a:lnTo>
                      <a:pt x="462610" y="86141"/>
                    </a:lnTo>
                    <a:cubicBezTo>
                      <a:pt x="462895" y="86250"/>
                      <a:pt x="463098" y="86359"/>
                      <a:pt x="463383" y="86403"/>
                    </a:cubicBezTo>
                    <a:lnTo>
                      <a:pt x="471511" y="87996"/>
                    </a:lnTo>
                    <a:lnTo>
                      <a:pt x="475087" y="89764"/>
                    </a:lnTo>
                    <a:lnTo>
                      <a:pt x="481630" y="92165"/>
                    </a:lnTo>
                    <a:lnTo>
                      <a:pt x="493741" y="96006"/>
                    </a:lnTo>
                    <a:lnTo>
                      <a:pt x="498577" y="97665"/>
                    </a:lnTo>
                    <a:lnTo>
                      <a:pt x="500649" y="99324"/>
                    </a:lnTo>
                    <a:lnTo>
                      <a:pt x="519019" y="110717"/>
                    </a:lnTo>
                    <a:cubicBezTo>
                      <a:pt x="519302" y="110892"/>
                      <a:pt x="519628" y="110979"/>
                      <a:pt x="519913" y="111088"/>
                    </a:cubicBezTo>
                    <a:lnTo>
                      <a:pt x="537185" y="115410"/>
                    </a:lnTo>
                    <a:cubicBezTo>
                      <a:pt x="537469" y="115454"/>
                      <a:pt x="537794" y="115519"/>
                      <a:pt x="538079" y="115519"/>
                    </a:cubicBezTo>
                    <a:lnTo>
                      <a:pt x="548605" y="115999"/>
                    </a:lnTo>
                    <a:cubicBezTo>
                      <a:pt x="549214" y="115999"/>
                      <a:pt x="549782" y="115956"/>
                      <a:pt x="550311" y="115737"/>
                    </a:cubicBezTo>
                    <a:lnTo>
                      <a:pt x="552384" y="114995"/>
                    </a:lnTo>
                    <a:lnTo>
                      <a:pt x="555554" y="115956"/>
                    </a:lnTo>
                    <a:lnTo>
                      <a:pt x="559821" y="117658"/>
                    </a:lnTo>
                    <a:lnTo>
                      <a:pt x="564983" y="120539"/>
                    </a:lnTo>
                    <a:lnTo>
                      <a:pt x="575304" y="124970"/>
                    </a:lnTo>
                    <a:lnTo>
                      <a:pt x="579166" y="125930"/>
                    </a:lnTo>
                    <a:lnTo>
                      <a:pt x="590383" y="127524"/>
                    </a:lnTo>
                    <a:lnTo>
                      <a:pt x="596031" y="128048"/>
                    </a:lnTo>
                    <a:lnTo>
                      <a:pt x="598713" y="128681"/>
                    </a:lnTo>
                    <a:lnTo>
                      <a:pt x="603874" y="130383"/>
                    </a:lnTo>
                    <a:cubicBezTo>
                      <a:pt x="603874" y="130383"/>
                      <a:pt x="604281" y="130536"/>
                      <a:pt x="604485" y="130536"/>
                    </a:cubicBezTo>
                    <a:lnTo>
                      <a:pt x="607655" y="131016"/>
                    </a:lnTo>
                    <a:lnTo>
                      <a:pt x="611434" y="132391"/>
                    </a:lnTo>
                    <a:cubicBezTo>
                      <a:pt x="611719" y="132500"/>
                      <a:pt x="612125" y="132609"/>
                      <a:pt x="612531" y="132609"/>
                    </a:cubicBezTo>
                    <a:lnTo>
                      <a:pt x="618668" y="133089"/>
                    </a:lnTo>
                    <a:lnTo>
                      <a:pt x="644068" y="136778"/>
                    </a:lnTo>
                    <a:lnTo>
                      <a:pt x="664103" y="141886"/>
                    </a:lnTo>
                    <a:lnTo>
                      <a:pt x="698240" y="148499"/>
                    </a:lnTo>
                    <a:lnTo>
                      <a:pt x="737946" y="150420"/>
                    </a:lnTo>
                    <a:lnTo>
                      <a:pt x="756600" y="151795"/>
                    </a:lnTo>
                    <a:lnTo>
                      <a:pt x="766638" y="153061"/>
                    </a:lnTo>
                    <a:lnTo>
                      <a:pt x="776350" y="153977"/>
                    </a:lnTo>
                    <a:lnTo>
                      <a:pt x="806830" y="158015"/>
                    </a:lnTo>
                    <a:lnTo>
                      <a:pt x="814878" y="158757"/>
                    </a:lnTo>
                    <a:lnTo>
                      <a:pt x="832434" y="161049"/>
                    </a:lnTo>
                    <a:lnTo>
                      <a:pt x="842269" y="162162"/>
                    </a:lnTo>
                    <a:lnTo>
                      <a:pt x="851088" y="164454"/>
                    </a:lnTo>
                    <a:cubicBezTo>
                      <a:pt x="851088" y="164454"/>
                      <a:pt x="851860" y="164672"/>
                      <a:pt x="851982" y="164672"/>
                    </a:cubicBezTo>
                    <a:lnTo>
                      <a:pt x="869742" y="167706"/>
                    </a:lnTo>
                    <a:cubicBezTo>
                      <a:pt x="870229" y="167816"/>
                      <a:pt x="870838" y="167816"/>
                      <a:pt x="871327" y="167706"/>
                    </a:cubicBezTo>
                    <a:lnTo>
                      <a:pt x="882828" y="165633"/>
                    </a:lnTo>
                    <a:lnTo>
                      <a:pt x="905343" y="164672"/>
                    </a:lnTo>
                    <a:lnTo>
                      <a:pt x="930743" y="164934"/>
                    </a:lnTo>
                    <a:lnTo>
                      <a:pt x="933830" y="165044"/>
                    </a:lnTo>
                    <a:lnTo>
                      <a:pt x="1005561" y="164782"/>
                    </a:lnTo>
                    <a:lnTo>
                      <a:pt x="1081842" y="163930"/>
                    </a:lnTo>
                    <a:lnTo>
                      <a:pt x="1162309" y="163297"/>
                    </a:lnTo>
                    <a:lnTo>
                      <a:pt x="1179784" y="162403"/>
                    </a:lnTo>
                    <a:lnTo>
                      <a:pt x="1212418" y="164323"/>
                    </a:lnTo>
                    <a:lnTo>
                      <a:pt x="1232169" y="164803"/>
                    </a:lnTo>
                    <a:lnTo>
                      <a:pt x="1259357" y="165807"/>
                    </a:lnTo>
                    <a:lnTo>
                      <a:pt x="1273337" y="167357"/>
                    </a:lnTo>
                    <a:lnTo>
                      <a:pt x="1301298" y="168689"/>
                    </a:lnTo>
                    <a:lnTo>
                      <a:pt x="1310645" y="168863"/>
                    </a:lnTo>
                    <a:lnTo>
                      <a:pt x="1320683" y="169343"/>
                    </a:lnTo>
                    <a:lnTo>
                      <a:pt x="1326332" y="169496"/>
                    </a:lnTo>
                    <a:lnTo>
                      <a:pt x="1326332" y="1666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7" name="Freeform: Shape 436">
                <a:extLst>
                  <a:ext uri="{FF2B5EF4-FFF2-40B4-BE49-F238E27FC236}">
                    <a16:creationId xmlns:a16="http://schemas.microsoft.com/office/drawing/2014/main" id="{B245E51F-79B5-4073-A5B5-C06A364E19ED}"/>
                  </a:ext>
                </a:extLst>
              </p:cNvPr>
              <p:cNvSpPr/>
              <p:nvPr/>
            </p:nvSpPr>
            <p:spPr>
              <a:xfrm>
                <a:off x="3822232" y="6494252"/>
                <a:ext cx="923067" cy="16330"/>
              </a:xfrm>
              <a:custGeom>
                <a:avLst/>
                <a:gdLst>
                  <a:gd name="connsiteX0" fmla="*/ 904850 w 923067"/>
                  <a:gd name="connsiteY0" fmla="*/ 16331 h 16330"/>
                  <a:gd name="connsiteX1" fmla="*/ 904809 w 923067"/>
                  <a:gd name="connsiteY1" fmla="*/ 16331 h 16330"/>
                  <a:gd name="connsiteX2" fmla="*/ 748751 w 923067"/>
                  <a:gd name="connsiteY2" fmla="*/ 14148 h 16330"/>
                  <a:gd name="connsiteX3" fmla="*/ 592775 w 923067"/>
                  <a:gd name="connsiteY3" fmla="*/ 11704 h 16330"/>
                  <a:gd name="connsiteX4" fmla="*/ 436839 w 923067"/>
                  <a:gd name="connsiteY4" fmla="*/ 8233 h 16330"/>
                  <a:gd name="connsiteX5" fmla="*/ 281066 w 923067"/>
                  <a:gd name="connsiteY5" fmla="*/ 5789 h 16330"/>
                  <a:gd name="connsiteX6" fmla="*/ 125456 w 923067"/>
                  <a:gd name="connsiteY6" fmla="*/ 5941 h 16330"/>
                  <a:gd name="connsiteX7" fmla="*/ 2520 w 923067"/>
                  <a:gd name="connsiteY7" fmla="*/ 5090 h 16330"/>
                  <a:gd name="connsiteX8" fmla="*/ 0 w 923067"/>
                  <a:gd name="connsiteY8" fmla="*/ 3650 h 16330"/>
                  <a:gd name="connsiteX9" fmla="*/ 2601 w 923067"/>
                  <a:gd name="connsiteY9" fmla="*/ 2253 h 16330"/>
                  <a:gd name="connsiteX10" fmla="*/ 2601 w 923067"/>
                  <a:gd name="connsiteY10" fmla="*/ 2253 h 16330"/>
                  <a:gd name="connsiteX11" fmla="*/ 125496 w 923067"/>
                  <a:gd name="connsiteY11" fmla="*/ 3104 h 16330"/>
                  <a:gd name="connsiteX12" fmla="*/ 281229 w 923067"/>
                  <a:gd name="connsiteY12" fmla="*/ 2929 h 16330"/>
                  <a:gd name="connsiteX13" fmla="*/ 437083 w 923067"/>
                  <a:gd name="connsiteY13" fmla="*/ 5374 h 16330"/>
                  <a:gd name="connsiteX14" fmla="*/ 592938 w 923067"/>
                  <a:gd name="connsiteY14" fmla="*/ 8823 h 16330"/>
                  <a:gd name="connsiteX15" fmla="*/ 748914 w 923067"/>
                  <a:gd name="connsiteY15" fmla="*/ 11267 h 16330"/>
                  <a:gd name="connsiteX16" fmla="*/ 903549 w 923067"/>
                  <a:gd name="connsiteY16" fmla="*/ 13450 h 16330"/>
                  <a:gd name="connsiteX17" fmla="*/ 918423 w 923067"/>
                  <a:gd name="connsiteY17" fmla="*/ 659 h 16330"/>
                  <a:gd name="connsiteX18" fmla="*/ 921878 w 923067"/>
                  <a:gd name="connsiteY18" fmla="*/ 245 h 16330"/>
                  <a:gd name="connsiteX19" fmla="*/ 922691 w 923067"/>
                  <a:gd name="connsiteY19" fmla="*/ 2165 h 16330"/>
                  <a:gd name="connsiteX20" fmla="*/ 907085 w 923067"/>
                  <a:gd name="connsiteY20" fmla="*/ 15632 h 16330"/>
                  <a:gd name="connsiteX21" fmla="*/ 904890 w 923067"/>
                  <a:gd name="connsiteY21" fmla="*/ 16265 h 16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3067" h="16330">
                    <a:moveTo>
                      <a:pt x="904850" y="16331"/>
                    </a:moveTo>
                    <a:lnTo>
                      <a:pt x="904809" y="16331"/>
                    </a:lnTo>
                    <a:lnTo>
                      <a:pt x="748751" y="14148"/>
                    </a:lnTo>
                    <a:lnTo>
                      <a:pt x="592775" y="11704"/>
                    </a:lnTo>
                    <a:lnTo>
                      <a:pt x="436839" y="8233"/>
                    </a:lnTo>
                    <a:lnTo>
                      <a:pt x="281066" y="5789"/>
                    </a:lnTo>
                    <a:lnTo>
                      <a:pt x="125456" y="5941"/>
                    </a:lnTo>
                    <a:lnTo>
                      <a:pt x="2520" y="5090"/>
                    </a:lnTo>
                    <a:cubicBezTo>
                      <a:pt x="1138" y="5090"/>
                      <a:pt x="0" y="4457"/>
                      <a:pt x="0" y="3650"/>
                    </a:cubicBezTo>
                    <a:cubicBezTo>
                      <a:pt x="41" y="2908"/>
                      <a:pt x="1178" y="2253"/>
                      <a:pt x="2601" y="2253"/>
                    </a:cubicBezTo>
                    <a:lnTo>
                      <a:pt x="2601" y="2253"/>
                    </a:lnTo>
                    <a:lnTo>
                      <a:pt x="125496" y="3104"/>
                    </a:lnTo>
                    <a:lnTo>
                      <a:pt x="281229" y="2929"/>
                    </a:lnTo>
                    <a:lnTo>
                      <a:pt x="437083" y="5374"/>
                    </a:lnTo>
                    <a:lnTo>
                      <a:pt x="592938" y="8823"/>
                    </a:lnTo>
                    <a:lnTo>
                      <a:pt x="748914" y="11267"/>
                    </a:lnTo>
                    <a:lnTo>
                      <a:pt x="903549" y="13450"/>
                    </a:lnTo>
                    <a:lnTo>
                      <a:pt x="918423" y="659"/>
                    </a:lnTo>
                    <a:cubicBezTo>
                      <a:pt x="919155" y="-39"/>
                      <a:pt x="920740" y="-192"/>
                      <a:pt x="921878" y="245"/>
                    </a:cubicBezTo>
                    <a:cubicBezTo>
                      <a:pt x="923056" y="659"/>
                      <a:pt x="923422" y="1511"/>
                      <a:pt x="922691" y="2165"/>
                    </a:cubicBezTo>
                    <a:lnTo>
                      <a:pt x="907085" y="15632"/>
                    </a:lnTo>
                    <a:cubicBezTo>
                      <a:pt x="906597" y="16069"/>
                      <a:pt x="905784" y="16265"/>
                      <a:pt x="904890" y="1626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8" name="Freeform: Shape 437">
                <a:extLst>
                  <a:ext uri="{FF2B5EF4-FFF2-40B4-BE49-F238E27FC236}">
                    <a16:creationId xmlns:a16="http://schemas.microsoft.com/office/drawing/2014/main" id="{737B9635-F1BF-4250-821E-B21BAF58C27A}"/>
                  </a:ext>
                </a:extLst>
              </p:cNvPr>
              <p:cNvSpPr/>
              <p:nvPr/>
            </p:nvSpPr>
            <p:spPr>
              <a:xfrm>
                <a:off x="11076147" y="5699006"/>
                <a:ext cx="1115974" cy="72093"/>
              </a:xfrm>
              <a:custGeom>
                <a:avLst/>
                <a:gdLst>
                  <a:gd name="connsiteX0" fmla="*/ 1115853 w 1115974"/>
                  <a:gd name="connsiteY0" fmla="*/ 69343 h 72093"/>
                  <a:gd name="connsiteX1" fmla="*/ 922285 w 1115974"/>
                  <a:gd name="connsiteY1" fmla="*/ 53038 h 72093"/>
                  <a:gd name="connsiteX2" fmla="*/ 541691 w 1115974"/>
                  <a:gd name="connsiteY2" fmla="*/ 18247 h 72093"/>
                  <a:gd name="connsiteX3" fmla="*/ 483738 w 1115974"/>
                  <a:gd name="connsiteY3" fmla="*/ 18247 h 72093"/>
                  <a:gd name="connsiteX4" fmla="*/ 387584 w 1115974"/>
                  <a:gd name="connsiteY4" fmla="*/ 8971 h 72093"/>
                  <a:gd name="connsiteX5" fmla="*/ 330729 w 1115974"/>
                  <a:gd name="connsiteY5" fmla="*/ 8971 h 72093"/>
                  <a:gd name="connsiteX6" fmla="*/ 311790 w 1115974"/>
                  <a:gd name="connsiteY6" fmla="*/ 7159 h 72093"/>
                  <a:gd name="connsiteX7" fmla="*/ 255138 w 1115974"/>
                  <a:gd name="connsiteY7" fmla="*/ 7094 h 72093"/>
                  <a:gd name="connsiteX8" fmla="*/ 182637 w 1115974"/>
                  <a:gd name="connsiteY8" fmla="*/ 0 h 72093"/>
                  <a:gd name="connsiteX9" fmla="*/ 147117 w 1115974"/>
                  <a:gd name="connsiteY9" fmla="*/ 851 h 72093"/>
                  <a:gd name="connsiteX10" fmla="*/ 87701 w 1115974"/>
                  <a:gd name="connsiteY10" fmla="*/ 1659 h 72093"/>
                  <a:gd name="connsiteX11" fmla="*/ 2479 w 1115974"/>
                  <a:gd name="connsiteY11" fmla="*/ 1593 h 72093"/>
                  <a:gd name="connsiteX12" fmla="*/ 0 w 1115974"/>
                  <a:gd name="connsiteY12" fmla="*/ 2990 h 72093"/>
                  <a:gd name="connsiteX13" fmla="*/ 2479 w 1115974"/>
                  <a:gd name="connsiteY13" fmla="*/ 4431 h 72093"/>
                  <a:gd name="connsiteX14" fmla="*/ 87823 w 1115974"/>
                  <a:gd name="connsiteY14" fmla="*/ 4474 h 72093"/>
                  <a:gd name="connsiteX15" fmla="*/ 147361 w 1115974"/>
                  <a:gd name="connsiteY15" fmla="*/ 3667 h 72093"/>
                  <a:gd name="connsiteX16" fmla="*/ 182393 w 1115974"/>
                  <a:gd name="connsiteY16" fmla="*/ 2816 h 72093"/>
                  <a:gd name="connsiteX17" fmla="*/ 254813 w 1115974"/>
                  <a:gd name="connsiteY17" fmla="*/ 9909 h 72093"/>
                  <a:gd name="connsiteX18" fmla="*/ 311384 w 1115974"/>
                  <a:gd name="connsiteY18" fmla="*/ 9909 h 72093"/>
                  <a:gd name="connsiteX19" fmla="*/ 330322 w 1115974"/>
                  <a:gd name="connsiteY19" fmla="*/ 11721 h 72093"/>
                  <a:gd name="connsiteX20" fmla="*/ 387259 w 1115974"/>
                  <a:gd name="connsiteY20" fmla="*/ 11786 h 72093"/>
                  <a:gd name="connsiteX21" fmla="*/ 483413 w 1115974"/>
                  <a:gd name="connsiteY21" fmla="*/ 20997 h 72093"/>
                  <a:gd name="connsiteX22" fmla="*/ 541365 w 1115974"/>
                  <a:gd name="connsiteY22" fmla="*/ 21041 h 72093"/>
                  <a:gd name="connsiteX23" fmla="*/ 854415 w 1115974"/>
                  <a:gd name="connsiteY23" fmla="*/ 49874 h 72093"/>
                  <a:gd name="connsiteX24" fmla="*/ 1115975 w 1115974"/>
                  <a:gd name="connsiteY24" fmla="*/ 72093 h 72093"/>
                  <a:gd name="connsiteX25" fmla="*/ 1115975 w 1115974"/>
                  <a:gd name="connsiteY25" fmla="*/ 69321 h 72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15974" h="72093">
                    <a:moveTo>
                      <a:pt x="1115853" y="69343"/>
                    </a:moveTo>
                    <a:lnTo>
                      <a:pt x="922285" y="53038"/>
                    </a:lnTo>
                    <a:lnTo>
                      <a:pt x="541691" y="18247"/>
                    </a:lnTo>
                    <a:lnTo>
                      <a:pt x="483738" y="18247"/>
                    </a:lnTo>
                    <a:lnTo>
                      <a:pt x="387584" y="8971"/>
                    </a:lnTo>
                    <a:lnTo>
                      <a:pt x="330729" y="8971"/>
                    </a:lnTo>
                    <a:lnTo>
                      <a:pt x="311790" y="7159"/>
                    </a:lnTo>
                    <a:lnTo>
                      <a:pt x="255138" y="7094"/>
                    </a:lnTo>
                    <a:lnTo>
                      <a:pt x="182637" y="0"/>
                    </a:lnTo>
                    <a:lnTo>
                      <a:pt x="147117" y="851"/>
                    </a:lnTo>
                    <a:lnTo>
                      <a:pt x="87701" y="1659"/>
                    </a:lnTo>
                    <a:lnTo>
                      <a:pt x="2479" y="1593"/>
                    </a:lnTo>
                    <a:cubicBezTo>
                      <a:pt x="1097" y="1593"/>
                      <a:pt x="0" y="2226"/>
                      <a:pt x="0" y="2990"/>
                    </a:cubicBezTo>
                    <a:cubicBezTo>
                      <a:pt x="0" y="3776"/>
                      <a:pt x="1097" y="4431"/>
                      <a:pt x="2479" y="4431"/>
                    </a:cubicBezTo>
                    <a:lnTo>
                      <a:pt x="87823" y="4474"/>
                    </a:lnTo>
                    <a:lnTo>
                      <a:pt x="147361" y="3667"/>
                    </a:lnTo>
                    <a:lnTo>
                      <a:pt x="182393" y="2816"/>
                    </a:lnTo>
                    <a:lnTo>
                      <a:pt x="254813" y="9909"/>
                    </a:lnTo>
                    <a:lnTo>
                      <a:pt x="311384" y="9909"/>
                    </a:lnTo>
                    <a:lnTo>
                      <a:pt x="330322" y="11721"/>
                    </a:lnTo>
                    <a:lnTo>
                      <a:pt x="387259" y="11786"/>
                    </a:lnTo>
                    <a:lnTo>
                      <a:pt x="483413" y="20997"/>
                    </a:lnTo>
                    <a:lnTo>
                      <a:pt x="541365" y="21041"/>
                    </a:lnTo>
                    <a:lnTo>
                      <a:pt x="854415" y="49874"/>
                    </a:lnTo>
                    <a:lnTo>
                      <a:pt x="1115975" y="72093"/>
                    </a:lnTo>
                    <a:lnTo>
                      <a:pt x="1115975" y="6932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39" name="Freeform: Shape 438">
                <a:extLst>
                  <a:ext uri="{FF2B5EF4-FFF2-40B4-BE49-F238E27FC236}">
                    <a16:creationId xmlns:a16="http://schemas.microsoft.com/office/drawing/2014/main" id="{51468879-B6C0-4631-BE38-3A6AD92D6162}"/>
                  </a:ext>
                </a:extLst>
              </p:cNvPr>
              <p:cNvSpPr/>
              <p:nvPr/>
            </p:nvSpPr>
            <p:spPr>
              <a:xfrm>
                <a:off x="4050536" y="5796337"/>
                <a:ext cx="119900" cy="181088"/>
              </a:xfrm>
              <a:custGeom>
                <a:avLst/>
                <a:gdLst>
                  <a:gd name="connsiteX0" fmla="*/ 2532 w 119900"/>
                  <a:gd name="connsiteY0" fmla="*/ 181067 h 181088"/>
                  <a:gd name="connsiteX1" fmla="*/ 1231 w 119900"/>
                  <a:gd name="connsiteY1" fmla="*/ 180892 h 181088"/>
                  <a:gd name="connsiteX2" fmla="*/ 337 w 119900"/>
                  <a:gd name="connsiteY2" fmla="*/ 178928 h 181088"/>
                  <a:gd name="connsiteX3" fmla="*/ 14927 w 119900"/>
                  <a:gd name="connsiteY3" fmla="*/ 165177 h 181088"/>
                  <a:gd name="connsiteX4" fmla="*/ 29354 w 119900"/>
                  <a:gd name="connsiteY4" fmla="*/ 149680 h 181088"/>
                  <a:gd name="connsiteX5" fmla="*/ 43659 w 119900"/>
                  <a:gd name="connsiteY5" fmla="*/ 131673 h 181088"/>
                  <a:gd name="connsiteX6" fmla="*/ 57802 w 119900"/>
                  <a:gd name="connsiteY6" fmla="*/ 112597 h 181088"/>
                  <a:gd name="connsiteX7" fmla="*/ 71782 w 119900"/>
                  <a:gd name="connsiteY7" fmla="*/ 91010 h 181088"/>
                  <a:gd name="connsiteX8" fmla="*/ 85600 w 119900"/>
                  <a:gd name="connsiteY8" fmla="*/ 58031 h 181088"/>
                  <a:gd name="connsiteX9" fmla="*/ 99458 w 119900"/>
                  <a:gd name="connsiteY9" fmla="*/ 16953 h 181088"/>
                  <a:gd name="connsiteX10" fmla="*/ 99743 w 119900"/>
                  <a:gd name="connsiteY10" fmla="*/ 16582 h 181088"/>
                  <a:gd name="connsiteX11" fmla="*/ 115145 w 119900"/>
                  <a:gd name="connsiteY11" fmla="*/ 758 h 181088"/>
                  <a:gd name="connsiteX12" fmla="*/ 118600 w 119900"/>
                  <a:gd name="connsiteY12" fmla="*/ 168 h 181088"/>
                  <a:gd name="connsiteX13" fmla="*/ 119575 w 119900"/>
                  <a:gd name="connsiteY13" fmla="*/ 2089 h 181088"/>
                  <a:gd name="connsiteX14" fmla="*/ 104416 w 119900"/>
                  <a:gd name="connsiteY14" fmla="*/ 17695 h 181088"/>
                  <a:gd name="connsiteX15" fmla="*/ 90639 w 119900"/>
                  <a:gd name="connsiteY15" fmla="*/ 58620 h 181088"/>
                  <a:gd name="connsiteX16" fmla="*/ 76659 w 119900"/>
                  <a:gd name="connsiteY16" fmla="*/ 91818 h 181088"/>
                  <a:gd name="connsiteX17" fmla="*/ 62516 w 119900"/>
                  <a:gd name="connsiteY17" fmla="*/ 113601 h 181088"/>
                  <a:gd name="connsiteX18" fmla="*/ 48333 w 119900"/>
                  <a:gd name="connsiteY18" fmla="*/ 132786 h 181088"/>
                  <a:gd name="connsiteX19" fmla="*/ 33946 w 119900"/>
                  <a:gd name="connsiteY19" fmla="*/ 150903 h 181088"/>
                  <a:gd name="connsiteX20" fmla="*/ 19357 w 119900"/>
                  <a:gd name="connsiteY20" fmla="*/ 166574 h 181088"/>
                  <a:gd name="connsiteX21" fmla="*/ 4726 w 119900"/>
                  <a:gd name="connsiteY21" fmla="*/ 180390 h 181088"/>
                  <a:gd name="connsiteX22" fmla="*/ 2532 w 119900"/>
                  <a:gd name="connsiteY22" fmla="*/ 181089 h 181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900" h="181088">
                    <a:moveTo>
                      <a:pt x="2532" y="181067"/>
                    </a:moveTo>
                    <a:cubicBezTo>
                      <a:pt x="2085" y="181067"/>
                      <a:pt x="1638" y="181001"/>
                      <a:pt x="1231" y="180892"/>
                    </a:cubicBezTo>
                    <a:cubicBezTo>
                      <a:pt x="53" y="180477"/>
                      <a:pt x="-354" y="179604"/>
                      <a:pt x="337" y="178928"/>
                    </a:cubicBezTo>
                    <a:lnTo>
                      <a:pt x="14927" y="165177"/>
                    </a:lnTo>
                    <a:lnTo>
                      <a:pt x="29354" y="149680"/>
                    </a:lnTo>
                    <a:lnTo>
                      <a:pt x="43659" y="131673"/>
                    </a:lnTo>
                    <a:lnTo>
                      <a:pt x="57802" y="112597"/>
                    </a:lnTo>
                    <a:lnTo>
                      <a:pt x="71782" y="91010"/>
                    </a:lnTo>
                    <a:lnTo>
                      <a:pt x="85600" y="58031"/>
                    </a:lnTo>
                    <a:lnTo>
                      <a:pt x="99458" y="16953"/>
                    </a:lnTo>
                    <a:cubicBezTo>
                      <a:pt x="99458" y="16953"/>
                      <a:pt x="99580" y="16691"/>
                      <a:pt x="99743" y="16582"/>
                    </a:cubicBezTo>
                    <a:lnTo>
                      <a:pt x="115145" y="758"/>
                    </a:lnTo>
                    <a:cubicBezTo>
                      <a:pt x="115836" y="59"/>
                      <a:pt x="117380" y="-203"/>
                      <a:pt x="118600" y="168"/>
                    </a:cubicBezTo>
                    <a:cubicBezTo>
                      <a:pt x="119819" y="540"/>
                      <a:pt x="120266" y="1391"/>
                      <a:pt x="119575" y="2089"/>
                    </a:cubicBezTo>
                    <a:lnTo>
                      <a:pt x="104416" y="17695"/>
                    </a:lnTo>
                    <a:lnTo>
                      <a:pt x="90639" y="58620"/>
                    </a:lnTo>
                    <a:lnTo>
                      <a:pt x="76659" y="91818"/>
                    </a:lnTo>
                    <a:lnTo>
                      <a:pt x="62516" y="113601"/>
                    </a:lnTo>
                    <a:lnTo>
                      <a:pt x="48333" y="132786"/>
                    </a:lnTo>
                    <a:lnTo>
                      <a:pt x="33946" y="150903"/>
                    </a:lnTo>
                    <a:lnTo>
                      <a:pt x="19357" y="166574"/>
                    </a:lnTo>
                    <a:lnTo>
                      <a:pt x="4726" y="180390"/>
                    </a:lnTo>
                    <a:cubicBezTo>
                      <a:pt x="4279" y="180870"/>
                      <a:pt x="3426" y="181089"/>
                      <a:pt x="2532" y="18108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0" name="Freeform: Shape 439">
                <a:extLst>
                  <a:ext uri="{FF2B5EF4-FFF2-40B4-BE49-F238E27FC236}">
                    <a16:creationId xmlns:a16="http://schemas.microsoft.com/office/drawing/2014/main" id="{15BE5406-B3F9-4E52-9D1F-4A8FF21F5F0A}"/>
                  </a:ext>
                </a:extLst>
              </p:cNvPr>
              <p:cNvSpPr/>
              <p:nvPr/>
            </p:nvSpPr>
            <p:spPr>
              <a:xfrm>
                <a:off x="2466132" y="5947241"/>
                <a:ext cx="806635" cy="94900"/>
              </a:xfrm>
              <a:custGeom>
                <a:avLst/>
                <a:gdLst>
                  <a:gd name="connsiteX0" fmla="*/ 181117 w 806635"/>
                  <a:gd name="connsiteY0" fmla="*/ 94900 h 94900"/>
                  <a:gd name="connsiteX1" fmla="*/ 180832 w 806635"/>
                  <a:gd name="connsiteY1" fmla="*/ 94900 h 94900"/>
                  <a:gd name="connsiteX2" fmla="*/ 60660 w 806635"/>
                  <a:gd name="connsiteY2" fmla="*/ 86803 h 94900"/>
                  <a:gd name="connsiteX3" fmla="*/ 31480 w 806635"/>
                  <a:gd name="connsiteY3" fmla="*/ 90382 h 94900"/>
                  <a:gd name="connsiteX4" fmla="*/ 2789 w 806635"/>
                  <a:gd name="connsiteY4" fmla="*/ 92194 h 94900"/>
                  <a:gd name="connsiteX5" fmla="*/ 25 w 806635"/>
                  <a:gd name="connsiteY5" fmla="*/ 90972 h 94900"/>
                  <a:gd name="connsiteX6" fmla="*/ 2260 w 806635"/>
                  <a:gd name="connsiteY6" fmla="*/ 89422 h 94900"/>
                  <a:gd name="connsiteX7" fmla="*/ 30627 w 806635"/>
                  <a:gd name="connsiteY7" fmla="*/ 87610 h 94900"/>
                  <a:gd name="connsiteX8" fmla="*/ 59928 w 806635"/>
                  <a:gd name="connsiteY8" fmla="*/ 84053 h 94900"/>
                  <a:gd name="connsiteX9" fmla="*/ 60782 w 806635"/>
                  <a:gd name="connsiteY9" fmla="*/ 83987 h 94900"/>
                  <a:gd name="connsiteX10" fmla="*/ 180914 w 806635"/>
                  <a:gd name="connsiteY10" fmla="*/ 92085 h 94900"/>
                  <a:gd name="connsiteX11" fmla="*/ 208711 w 806635"/>
                  <a:gd name="connsiteY11" fmla="*/ 88461 h 94900"/>
                  <a:gd name="connsiteX12" fmla="*/ 236062 w 806635"/>
                  <a:gd name="connsiteY12" fmla="*/ 81171 h 94900"/>
                  <a:gd name="connsiteX13" fmla="*/ 263250 w 806635"/>
                  <a:gd name="connsiteY13" fmla="*/ 71415 h 94900"/>
                  <a:gd name="connsiteX14" fmla="*/ 290438 w 806635"/>
                  <a:gd name="connsiteY14" fmla="*/ 63426 h 94900"/>
                  <a:gd name="connsiteX15" fmla="*/ 291739 w 806635"/>
                  <a:gd name="connsiteY15" fmla="*/ 63274 h 94900"/>
                  <a:gd name="connsiteX16" fmla="*/ 407929 w 806635"/>
                  <a:gd name="connsiteY16" fmla="*/ 65565 h 94900"/>
                  <a:gd name="connsiteX17" fmla="*/ 433044 w 806635"/>
                  <a:gd name="connsiteY17" fmla="*/ 55132 h 94900"/>
                  <a:gd name="connsiteX18" fmla="*/ 458485 w 806635"/>
                  <a:gd name="connsiteY18" fmla="*/ 45223 h 94900"/>
                  <a:gd name="connsiteX19" fmla="*/ 483397 w 806635"/>
                  <a:gd name="connsiteY19" fmla="*/ 34463 h 94900"/>
                  <a:gd name="connsiteX20" fmla="*/ 508106 w 806635"/>
                  <a:gd name="connsiteY20" fmla="*/ 24073 h 94900"/>
                  <a:gd name="connsiteX21" fmla="*/ 509610 w 806635"/>
                  <a:gd name="connsiteY21" fmla="*/ 23811 h 94900"/>
                  <a:gd name="connsiteX22" fmla="*/ 623402 w 806635"/>
                  <a:gd name="connsiteY22" fmla="*/ 22524 h 94900"/>
                  <a:gd name="connsiteX23" fmla="*/ 737316 w 806635"/>
                  <a:gd name="connsiteY23" fmla="*/ 23637 h 94900"/>
                  <a:gd name="connsiteX24" fmla="*/ 758652 w 806635"/>
                  <a:gd name="connsiteY24" fmla="*/ 23375 h 94900"/>
                  <a:gd name="connsiteX25" fmla="*/ 780232 w 806635"/>
                  <a:gd name="connsiteY25" fmla="*/ 10737 h 94900"/>
                  <a:gd name="connsiteX26" fmla="*/ 802462 w 806635"/>
                  <a:gd name="connsiteY26" fmla="*/ 348 h 94900"/>
                  <a:gd name="connsiteX27" fmla="*/ 806038 w 806635"/>
                  <a:gd name="connsiteY27" fmla="*/ 501 h 94900"/>
                  <a:gd name="connsiteX28" fmla="*/ 805754 w 806635"/>
                  <a:gd name="connsiteY28" fmla="*/ 2465 h 94900"/>
                  <a:gd name="connsiteX29" fmla="*/ 783767 w 806635"/>
                  <a:gd name="connsiteY29" fmla="*/ 12745 h 94900"/>
                  <a:gd name="connsiteX30" fmla="*/ 761619 w 806635"/>
                  <a:gd name="connsiteY30" fmla="*/ 25688 h 94900"/>
                  <a:gd name="connsiteX31" fmla="*/ 759830 w 806635"/>
                  <a:gd name="connsiteY31" fmla="*/ 26103 h 94900"/>
                  <a:gd name="connsiteX32" fmla="*/ 737357 w 806635"/>
                  <a:gd name="connsiteY32" fmla="*/ 26365 h 94900"/>
                  <a:gd name="connsiteX33" fmla="*/ 623443 w 806635"/>
                  <a:gd name="connsiteY33" fmla="*/ 25295 h 94900"/>
                  <a:gd name="connsiteX34" fmla="*/ 510545 w 806635"/>
                  <a:gd name="connsiteY34" fmla="*/ 26518 h 94900"/>
                  <a:gd name="connsiteX35" fmla="*/ 486567 w 806635"/>
                  <a:gd name="connsiteY35" fmla="*/ 36645 h 94900"/>
                  <a:gd name="connsiteX36" fmla="*/ 461574 w 806635"/>
                  <a:gd name="connsiteY36" fmla="*/ 47471 h 94900"/>
                  <a:gd name="connsiteX37" fmla="*/ 436092 w 806635"/>
                  <a:gd name="connsiteY37" fmla="*/ 57381 h 94900"/>
                  <a:gd name="connsiteX38" fmla="*/ 410367 w 806635"/>
                  <a:gd name="connsiteY38" fmla="*/ 68097 h 94900"/>
                  <a:gd name="connsiteX39" fmla="*/ 408742 w 806635"/>
                  <a:gd name="connsiteY39" fmla="*/ 68359 h 94900"/>
                  <a:gd name="connsiteX40" fmla="*/ 292308 w 806635"/>
                  <a:gd name="connsiteY40" fmla="*/ 66067 h 94900"/>
                  <a:gd name="connsiteX41" fmla="*/ 265851 w 806635"/>
                  <a:gd name="connsiteY41" fmla="*/ 73838 h 94900"/>
                  <a:gd name="connsiteX42" fmla="*/ 238582 w 806635"/>
                  <a:gd name="connsiteY42" fmla="*/ 83594 h 94900"/>
                  <a:gd name="connsiteX43" fmla="*/ 210500 w 806635"/>
                  <a:gd name="connsiteY43" fmla="*/ 91059 h 94900"/>
                  <a:gd name="connsiteX44" fmla="*/ 181767 w 806635"/>
                  <a:gd name="connsiteY44" fmla="*/ 94835 h 94900"/>
                  <a:gd name="connsiteX45" fmla="*/ 181198 w 806635"/>
                  <a:gd name="connsiteY45" fmla="*/ 94900 h 9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806635" h="94900">
                    <a:moveTo>
                      <a:pt x="181117" y="94900"/>
                    </a:moveTo>
                    <a:lnTo>
                      <a:pt x="180832" y="94900"/>
                    </a:lnTo>
                    <a:lnTo>
                      <a:pt x="60660" y="86803"/>
                    </a:lnTo>
                    <a:lnTo>
                      <a:pt x="31480" y="90382"/>
                    </a:lnTo>
                    <a:lnTo>
                      <a:pt x="2789" y="92194"/>
                    </a:lnTo>
                    <a:cubicBezTo>
                      <a:pt x="1447" y="92238"/>
                      <a:pt x="147" y="91714"/>
                      <a:pt x="25" y="90972"/>
                    </a:cubicBezTo>
                    <a:cubicBezTo>
                      <a:pt x="-178" y="90164"/>
                      <a:pt x="878" y="89487"/>
                      <a:pt x="2260" y="89422"/>
                    </a:cubicBezTo>
                    <a:lnTo>
                      <a:pt x="30627" y="87610"/>
                    </a:lnTo>
                    <a:lnTo>
                      <a:pt x="59928" y="84053"/>
                    </a:lnTo>
                    <a:cubicBezTo>
                      <a:pt x="60213" y="83987"/>
                      <a:pt x="60538" y="83987"/>
                      <a:pt x="60782" y="83987"/>
                    </a:cubicBezTo>
                    <a:lnTo>
                      <a:pt x="180914" y="92085"/>
                    </a:lnTo>
                    <a:lnTo>
                      <a:pt x="208711" y="88461"/>
                    </a:lnTo>
                    <a:lnTo>
                      <a:pt x="236062" y="81171"/>
                    </a:lnTo>
                    <a:lnTo>
                      <a:pt x="263250" y="71415"/>
                    </a:lnTo>
                    <a:lnTo>
                      <a:pt x="290438" y="63426"/>
                    </a:lnTo>
                    <a:cubicBezTo>
                      <a:pt x="290845" y="63317"/>
                      <a:pt x="291211" y="63274"/>
                      <a:pt x="291739" y="63274"/>
                    </a:cubicBezTo>
                    <a:lnTo>
                      <a:pt x="407929" y="65565"/>
                    </a:lnTo>
                    <a:lnTo>
                      <a:pt x="433044" y="55132"/>
                    </a:lnTo>
                    <a:lnTo>
                      <a:pt x="458485" y="45223"/>
                    </a:lnTo>
                    <a:lnTo>
                      <a:pt x="483397" y="34463"/>
                    </a:lnTo>
                    <a:lnTo>
                      <a:pt x="508106" y="24073"/>
                    </a:lnTo>
                    <a:cubicBezTo>
                      <a:pt x="508513" y="23899"/>
                      <a:pt x="509041" y="23811"/>
                      <a:pt x="509610" y="23811"/>
                    </a:cubicBezTo>
                    <a:lnTo>
                      <a:pt x="623402" y="22524"/>
                    </a:lnTo>
                    <a:lnTo>
                      <a:pt x="737316" y="23637"/>
                    </a:lnTo>
                    <a:lnTo>
                      <a:pt x="758652" y="23375"/>
                    </a:lnTo>
                    <a:lnTo>
                      <a:pt x="780232" y="10737"/>
                    </a:lnTo>
                    <a:lnTo>
                      <a:pt x="802462" y="348"/>
                    </a:lnTo>
                    <a:cubicBezTo>
                      <a:pt x="803559" y="-198"/>
                      <a:pt x="805144" y="-67"/>
                      <a:pt x="806038" y="501"/>
                    </a:cubicBezTo>
                    <a:cubicBezTo>
                      <a:pt x="806932" y="1090"/>
                      <a:pt x="806810" y="2007"/>
                      <a:pt x="805754" y="2465"/>
                    </a:cubicBezTo>
                    <a:lnTo>
                      <a:pt x="783767" y="12745"/>
                    </a:lnTo>
                    <a:lnTo>
                      <a:pt x="761619" y="25688"/>
                    </a:lnTo>
                    <a:cubicBezTo>
                      <a:pt x="761172" y="25950"/>
                      <a:pt x="760521" y="26103"/>
                      <a:pt x="759830" y="26103"/>
                    </a:cubicBezTo>
                    <a:lnTo>
                      <a:pt x="737357" y="26365"/>
                    </a:lnTo>
                    <a:lnTo>
                      <a:pt x="623443" y="25295"/>
                    </a:lnTo>
                    <a:lnTo>
                      <a:pt x="510545" y="26518"/>
                    </a:lnTo>
                    <a:lnTo>
                      <a:pt x="486567" y="36645"/>
                    </a:lnTo>
                    <a:lnTo>
                      <a:pt x="461574" y="47471"/>
                    </a:lnTo>
                    <a:lnTo>
                      <a:pt x="436092" y="57381"/>
                    </a:lnTo>
                    <a:lnTo>
                      <a:pt x="410367" y="68097"/>
                    </a:lnTo>
                    <a:cubicBezTo>
                      <a:pt x="409879" y="68316"/>
                      <a:pt x="409351" y="68359"/>
                      <a:pt x="408742" y="68359"/>
                    </a:cubicBezTo>
                    <a:lnTo>
                      <a:pt x="292308" y="66067"/>
                    </a:lnTo>
                    <a:lnTo>
                      <a:pt x="265851" y="73838"/>
                    </a:lnTo>
                    <a:lnTo>
                      <a:pt x="238582" y="83594"/>
                    </a:lnTo>
                    <a:lnTo>
                      <a:pt x="210500" y="91059"/>
                    </a:lnTo>
                    <a:lnTo>
                      <a:pt x="181767" y="94835"/>
                    </a:lnTo>
                    <a:cubicBezTo>
                      <a:pt x="181767" y="94835"/>
                      <a:pt x="181361" y="94900"/>
                      <a:pt x="181198" y="9490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1" name="Freeform: Shape 440">
                <a:extLst>
                  <a:ext uri="{FF2B5EF4-FFF2-40B4-BE49-F238E27FC236}">
                    <a16:creationId xmlns:a16="http://schemas.microsoft.com/office/drawing/2014/main" id="{9DFFAF29-D5D4-4EBB-99CA-D09F04BE9656}"/>
                  </a:ext>
                </a:extLst>
              </p:cNvPr>
              <p:cNvSpPr/>
              <p:nvPr/>
            </p:nvSpPr>
            <p:spPr>
              <a:xfrm>
                <a:off x="9961431" y="5752633"/>
                <a:ext cx="150201" cy="207963"/>
              </a:xfrm>
              <a:custGeom>
                <a:avLst/>
                <a:gdLst>
                  <a:gd name="connsiteX0" fmla="*/ 147565 w 150201"/>
                  <a:gd name="connsiteY0" fmla="*/ 207964 h 207963"/>
                  <a:gd name="connsiteX1" fmla="*/ 145492 w 150201"/>
                  <a:gd name="connsiteY1" fmla="*/ 207375 h 207963"/>
                  <a:gd name="connsiteX2" fmla="*/ 128139 w 150201"/>
                  <a:gd name="connsiteY2" fmla="*/ 193515 h 207963"/>
                  <a:gd name="connsiteX3" fmla="*/ 112086 w 150201"/>
                  <a:gd name="connsiteY3" fmla="*/ 176992 h 207963"/>
                  <a:gd name="connsiteX4" fmla="*/ 97294 w 150201"/>
                  <a:gd name="connsiteY4" fmla="*/ 158221 h 207963"/>
                  <a:gd name="connsiteX5" fmla="*/ 83679 w 150201"/>
                  <a:gd name="connsiteY5" fmla="*/ 132641 h 207963"/>
                  <a:gd name="connsiteX6" fmla="*/ 70512 w 150201"/>
                  <a:gd name="connsiteY6" fmla="*/ 103000 h 207963"/>
                  <a:gd name="connsiteX7" fmla="*/ 56695 w 150201"/>
                  <a:gd name="connsiteY7" fmla="*/ 70064 h 207963"/>
                  <a:gd name="connsiteX8" fmla="*/ 40926 w 150201"/>
                  <a:gd name="connsiteY8" fmla="*/ 36713 h 207963"/>
                  <a:gd name="connsiteX9" fmla="*/ 22191 w 150201"/>
                  <a:gd name="connsiteY9" fmla="*/ 12420 h 207963"/>
                  <a:gd name="connsiteX10" fmla="*/ 855 w 150201"/>
                  <a:gd name="connsiteY10" fmla="*/ 2511 h 207963"/>
                  <a:gd name="connsiteX11" fmla="*/ 570 w 150201"/>
                  <a:gd name="connsiteY11" fmla="*/ 481 h 207963"/>
                  <a:gd name="connsiteX12" fmla="*/ 4146 w 150201"/>
                  <a:gd name="connsiteY12" fmla="*/ 328 h 207963"/>
                  <a:gd name="connsiteX13" fmla="*/ 25970 w 150201"/>
                  <a:gd name="connsiteY13" fmla="*/ 10499 h 207963"/>
                  <a:gd name="connsiteX14" fmla="*/ 26661 w 150201"/>
                  <a:gd name="connsiteY14" fmla="*/ 10979 h 207963"/>
                  <a:gd name="connsiteX15" fmla="*/ 45721 w 150201"/>
                  <a:gd name="connsiteY15" fmla="*/ 35818 h 207963"/>
                  <a:gd name="connsiteX16" fmla="*/ 61693 w 150201"/>
                  <a:gd name="connsiteY16" fmla="*/ 69387 h 207963"/>
                  <a:gd name="connsiteX17" fmla="*/ 75510 w 150201"/>
                  <a:gd name="connsiteY17" fmla="*/ 102367 h 207963"/>
                  <a:gd name="connsiteX18" fmla="*/ 88596 w 150201"/>
                  <a:gd name="connsiteY18" fmla="*/ 131942 h 207963"/>
                  <a:gd name="connsiteX19" fmla="*/ 102089 w 150201"/>
                  <a:gd name="connsiteY19" fmla="*/ 157239 h 207963"/>
                  <a:gd name="connsiteX20" fmla="*/ 116679 w 150201"/>
                  <a:gd name="connsiteY20" fmla="*/ 175726 h 207963"/>
                  <a:gd name="connsiteX21" fmla="*/ 132528 w 150201"/>
                  <a:gd name="connsiteY21" fmla="*/ 191987 h 207963"/>
                  <a:gd name="connsiteX22" fmla="*/ 149678 w 150201"/>
                  <a:gd name="connsiteY22" fmla="*/ 205738 h 207963"/>
                  <a:gd name="connsiteX23" fmla="*/ 149069 w 150201"/>
                  <a:gd name="connsiteY23" fmla="*/ 207702 h 207963"/>
                  <a:gd name="connsiteX24" fmla="*/ 147565 w 150201"/>
                  <a:gd name="connsiteY24" fmla="*/ 207920 h 207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0201" h="207963">
                    <a:moveTo>
                      <a:pt x="147565" y="207964"/>
                    </a:moveTo>
                    <a:cubicBezTo>
                      <a:pt x="146752" y="207964"/>
                      <a:pt x="145981" y="207746"/>
                      <a:pt x="145492" y="207375"/>
                    </a:cubicBezTo>
                    <a:lnTo>
                      <a:pt x="128139" y="193515"/>
                    </a:lnTo>
                    <a:lnTo>
                      <a:pt x="112086" y="176992"/>
                    </a:lnTo>
                    <a:lnTo>
                      <a:pt x="97294" y="158221"/>
                    </a:lnTo>
                    <a:lnTo>
                      <a:pt x="83679" y="132641"/>
                    </a:lnTo>
                    <a:lnTo>
                      <a:pt x="70512" y="103000"/>
                    </a:lnTo>
                    <a:lnTo>
                      <a:pt x="56695" y="70064"/>
                    </a:lnTo>
                    <a:lnTo>
                      <a:pt x="40926" y="36713"/>
                    </a:lnTo>
                    <a:lnTo>
                      <a:pt x="22191" y="12420"/>
                    </a:lnTo>
                    <a:lnTo>
                      <a:pt x="855" y="2511"/>
                    </a:lnTo>
                    <a:cubicBezTo>
                      <a:pt x="-120" y="1987"/>
                      <a:pt x="-323" y="1136"/>
                      <a:pt x="570" y="481"/>
                    </a:cubicBezTo>
                    <a:cubicBezTo>
                      <a:pt x="1546" y="-108"/>
                      <a:pt x="3171" y="-152"/>
                      <a:pt x="4146" y="328"/>
                    </a:cubicBezTo>
                    <a:lnTo>
                      <a:pt x="25970" y="10499"/>
                    </a:lnTo>
                    <a:cubicBezTo>
                      <a:pt x="26255" y="10608"/>
                      <a:pt x="26458" y="10827"/>
                      <a:pt x="26661" y="10979"/>
                    </a:cubicBezTo>
                    <a:lnTo>
                      <a:pt x="45721" y="35818"/>
                    </a:lnTo>
                    <a:lnTo>
                      <a:pt x="61693" y="69387"/>
                    </a:lnTo>
                    <a:lnTo>
                      <a:pt x="75510" y="102367"/>
                    </a:lnTo>
                    <a:lnTo>
                      <a:pt x="88596" y="131942"/>
                    </a:lnTo>
                    <a:lnTo>
                      <a:pt x="102089" y="157239"/>
                    </a:lnTo>
                    <a:lnTo>
                      <a:pt x="116679" y="175726"/>
                    </a:lnTo>
                    <a:lnTo>
                      <a:pt x="132528" y="191987"/>
                    </a:lnTo>
                    <a:lnTo>
                      <a:pt x="149678" y="205738"/>
                    </a:lnTo>
                    <a:cubicBezTo>
                      <a:pt x="150572" y="206371"/>
                      <a:pt x="150289" y="207222"/>
                      <a:pt x="149069" y="207702"/>
                    </a:cubicBezTo>
                    <a:cubicBezTo>
                      <a:pt x="148662" y="207877"/>
                      <a:pt x="148175" y="207920"/>
                      <a:pt x="147565" y="20792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2" name="Freeform: Shape 441">
                <a:extLst>
                  <a:ext uri="{FF2B5EF4-FFF2-40B4-BE49-F238E27FC236}">
                    <a16:creationId xmlns:a16="http://schemas.microsoft.com/office/drawing/2014/main" id="{23F1B023-3EF3-45C2-8CEC-BCBE4DA6591B}"/>
                  </a:ext>
                </a:extLst>
              </p:cNvPr>
              <p:cNvSpPr/>
              <p:nvPr/>
            </p:nvSpPr>
            <p:spPr>
              <a:xfrm>
                <a:off x="11273450" y="5749949"/>
                <a:ext cx="117057" cy="3906"/>
              </a:xfrm>
              <a:custGeom>
                <a:avLst/>
                <a:gdLst>
                  <a:gd name="connsiteX0" fmla="*/ 114568 w 117057"/>
                  <a:gd name="connsiteY0" fmla="*/ 3907 h 3906"/>
                  <a:gd name="connsiteX1" fmla="*/ 114487 w 117057"/>
                  <a:gd name="connsiteY1" fmla="*/ 3907 h 3906"/>
                  <a:gd name="connsiteX2" fmla="*/ 34630 w 117057"/>
                  <a:gd name="connsiteY2" fmla="*/ 2837 h 3906"/>
                  <a:gd name="connsiteX3" fmla="*/ 31541 w 117057"/>
                  <a:gd name="connsiteY3" fmla="*/ 3427 h 3906"/>
                  <a:gd name="connsiteX4" fmla="*/ 30566 w 117057"/>
                  <a:gd name="connsiteY4" fmla="*/ 3536 h 3906"/>
                  <a:gd name="connsiteX5" fmla="*/ 2484 w 117057"/>
                  <a:gd name="connsiteY5" fmla="*/ 3012 h 3906"/>
                  <a:gd name="connsiteX6" fmla="*/ 4 w 117057"/>
                  <a:gd name="connsiteY6" fmla="*/ 1506 h 3906"/>
                  <a:gd name="connsiteX7" fmla="*/ 2484 w 117057"/>
                  <a:gd name="connsiteY7" fmla="*/ 175 h 3906"/>
                  <a:gd name="connsiteX8" fmla="*/ 2565 w 117057"/>
                  <a:gd name="connsiteY8" fmla="*/ 175 h 3906"/>
                  <a:gd name="connsiteX9" fmla="*/ 30240 w 117057"/>
                  <a:gd name="connsiteY9" fmla="*/ 698 h 3906"/>
                  <a:gd name="connsiteX10" fmla="*/ 33410 w 117057"/>
                  <a:gd name="connsiteY10" fmla="*/ 109 h 3906"/>
                  <a:gd name="connsiteX11" fmla="*/ 34304 w 117057"/>
                  <a:gd name="connsiteY11" fmla="*/ 0 h 3906"/>
                  <a:gd name="connsiteX12" fmla="*/ 53852 w 117057"/>
                  <a:gd name="connsiteY12" fmla="*/ 153 h 3906"/>
                  <a:gd name="connsiteX13" fmla="*/ 114568 w 117057"/>
                  <a:gd name="connsiteY13" fmla="*/ 1069 h 3906"/>
                  <a:gd name="connsiteX14" fmla="*/ 117048 w 117057"/>
                  <a:gd name="connsiteY14" fmla="*/ 2510 h 3906"/>
                  <a:gd name="connsiteX15" fmla="*/ 114568 w 117057"/>
                  <a:gd name="connsiteY15" fmla="*/ 3885 h 3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7057" h="3906">
                    <a:moveTo>
                      <a:pt x="114568" y="3907"/>
                    </a:moveTo>
                    <a:lnTo>
                      <a:pt x="114487" y="3907"/>
                    </a:lnTo>
                    <a:lnTo>
                      <a:pt x="34630" y="2837"/>
                    </a:lnTo>
                    <a:lnTo>
                      <a:pt x="31541" y="3427"/>
                    </a:lnTo>
                    <a:cubicBezTo>
                      <a:pt x="31256" y="3536"/>
                      <a:pt x="30932" y="3536"/>
                      <a:pt x="30566" y="3536"/>
                    </a:cubicBezTo>
                    <a:lnTo>
                      <a:pt x="2484" y="3012"/>
                    </a:lnTo>
                    <a:cubicBezTo>
                      <a:pt x="980" y="2947"/>
                      <a:pt x="-77" y="2314"/>
                      <a:pt x="4" y="1506"/>
                    </a:cubicBezTo>
                    <a:cubicBezTo>
                      <a:pt x="4" y="764"/>
                      <a:pt x="1183" y="175"/>
                      <a:pt x="2484" y="175"/>
                    </a:cubicBezTo>
                    <a:lnTo>
                      <a:pt x="2565" y="175"/>
                    </a:lnTo>
                    <a:lnTo>
                      <a:pt x="30240" y="698"/>
                    </a:lnTo>
                    <a:lnTo>
                      <a:pt x="33410" y="109"/>
                    </a:lnTo>
                    <a:cubicBezTo>
                      <a:pt x="33695" y="65"/>
                      <a:pt x="33899" y="65"/>
                      <a:pt x="34304" y="0"/>
                    </a:cubicBezTo>
                    <a:lnTo>
                      <a:pt x="53852" y="153"/>
                    </a:lnTo>
                    <a:lnTo>
                      <a:pt x="114568" y="1069"/>
                    </a:lnTo>
                    <a:cubicBezTo>
                      <a:pt x="116072" y="1069"/>
                      <a:pt x="117170" y="1702"/>
                      <a:pt x="117048" y="2510"/>
                    </a:cubicBezTo>
                    <a:cubicBezTo>
                      <a:pt x="117048" y="3252"/>
                      <a:pt x="115950" y="3885"/>
                      <a:pt x="114568" y="388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3" name="Freeform: Shape 442">
                <a:extLst>
                  <a:ext uri="{FF2B5EF4-FFF2-40B4-BE49-F238E27FC236}">
                    <a16:creationId xmlns:a16="http://schemas.microsoft.com/office/drawing/2014/main" id="{9BE2BA3C-6ECF-4A9E-8592-963439953466}"/>
                  </a:ext>
                </a:extLst>
              </p:cNvPr>
              <p:cNvSpPr/>
              <p:nvPr/>
            </p:nvSpPr>
            <p:spPr>
              <a:xfrm>
                <a:off x="4296857" y="6073949"/>
                <a:ext cx="567297" cy="406796"/>
              </a:xfrm>
              <a:custGeom>
                <a:avLst/>
                <a:gdLst>
                  <a:gd name="connsiteX0" fmla="*/ 308223 w 567297"/>
                  <a:gd name="connsiteY0" fmla="*/ 406797 h 406796"/>
                  <a:gd name="connsiteX1" fmla="*/ 308020 w 567297"/>
                  <a:gd name="connsiteY1" fmla="*/ 406797 h 406796"/>
                  <a:gd name="connsiteX2" fmla="*/ 155132 w 567297"/>
                  <a:gd name="connsiteY2" fmla="*/ 401209 h 406796"/>
                  <a:gd name="connsiteX3" fmla="*/ 2326 w 567297"/>
                  <a:gd name="connsiteY3" fmla="*/ 395142 h 406796"/>
                  <a:gd name="connsiteX4" fmla="*/ 10 w 567297"/>
                  <a:gd name="connsiteY4" fmla="*/ 393657 h 406796"/>
                  <a:gd name="connsiteX5" fmla="*/ 2732 w 567297"/>
                  <a:gd name="connsiteY5" fmla="*/ 392370 h 406796"/>
                  <a:gd name="connsiteX6" fmla="*/ 155498 w 567297"/>
                  <a:gd name="connsiteY6" fmla="*/ 398437 h 406796"/>
                  <a:gd name="connsiteX7" fmla="*/ 307004 w 567297"/>
                  <a:gd name="connsiteY7" fmla="*/ 403916 h 406796"/>
                  <a:gd name="connsiteX8" fmla="*/ 322691 w 567297"/>
                  <a:gd name="connsiteY8" fmla="*/ 391824 h 406796"/>
                  <a:gd name="connsiteX9" fmla="*/ 338785 w 567297"/>
                  <a:gd name="connsiteY9" fmla="*/ 375825 h 406796"/>
                  <a:gd name="connsiteX10" fmla="*/ 354756 w 567297"/>
                  <a:gd name="connsiteY10" fmla="*/ 361441 h 406796"/>
                  <a:gd name="connsiteX11" fmla="*/ 370281 w 567297"/>
                  <a:gd name="connsiteY11" fmla="*/ 344810 h 406796"/>
                  <a:gd name="connsiteX12" fmla="*/ 385521 w 567297"/>
                  <a:gd name="connsiteY12" fmla="*/ 323005 h 406796"/>
                  <a:gd name="connsiteX13" fmla="*/ 400598 w 567297"/>
                  <a:gd name="connsiteY13" fmla="*/ 300742 h 406796"/>
                  <a:gd name="connsiteX14" fmla="*/ 415432 w 567297"/>
                  <a:gd name="connsiteY14" fmla="*/ 276558 h 406796"/>
                  <a:gd name="connsiteX15" fmla="*/ 429940 w 567297"/>
                  <a:gd name="connsiteY15" fmla="*/ 247616 h 406796"/>
                  <a:gd name="connsiteX16" fmla="*/ 444164 w 567297"/>
                  <a:gd name="connsiteY16" fmla="*/ 221708 h 406796"/>
                  <a:gd name="connsiteX17" fmla="*/ 467613 w 567297"/>
                  <a:gd name="connsiteY17" fmla="*/ 168364 h 406796"/>
                  <a:gd name="connsiteX18" fmla="*/ 477895 w 567297"/>
                  <a:gd name="connsiteY18" fmla="*/ 143154 h 406796"/>
                  <a:gd name="connsiteX19" fmla="*/ 487364 w 567297"/>
                  <a:gd name="connsiteY19" fmla="*/ 119167 h 406796"/>
                  <a:gd name="connsiteX20" fmla="*/ 496346 w 567297"/>
                  <a:gd name="connsiteY20" fmla="*/ 106049 h 406796"/>
                  <a:gd name="connsiteX21" fmla="*/ 505165 w 567297"/>
                  <a:gd name="connsiteY21" fmla="*/ 92473 h 406796"/>
                  <a:gd name="connsiteX22" fmla="*/ 524672 w 567297"/>
                  <a:gd name="connsiteY22" fmla="*/ 57791 h 406796"/>
                  <a:gd name="connsiteX23" fmla="*/ 536336 w 567297"/>
                  <a:gd name="connsiteY23" fmla="*/ 38496 h 406796"/>
                  <a:gd name="connsiteX24" fmla="*/ 549137 w 567297"/>
                  <a:gd name="connsiteY24" fmla="*/ 14836 h 406796"/>
                  <a:gd name="connsiteX25" fmla="*/ 562508 w 567297"/>
                  <a:gd name="connsiteY25" fmla="*/ 758 h 406796"/>
                  <a:gd name="connsiteX26" fmla="*/ 565962 w 567297"/>
                  <a:gd name="connsiteY26" fmla="*/ 168 h 406796"/>
                  <a:gd name="connsiteX27" fmla="*/ 567018 w 567297"/>
                  <a:gd name="connsiteY27" fmla="*/ 2089 h 406796"/>
                  <a:gd name="connsiteX28" fmla="*/ 553770 w 567297"/>
                  <a:gd name="connsiteY28" fmla="*/ 15884 h 406796"/>
                  <a:gd name="connsiteX29" fmla="*/ 541172 w 567297"/>
                  <a:gd name="connsiteY29" fmla="*/ 39325 h 406796"/>
                  <a:gd name="connsiteX30" fmla="*/ 529508 w 567297"/>
                  <a:gd name="connsiteY30" fmla="*/ 58620 h 406796"/>
                  <a:gd name="connsiteX31" fmla="*/ 509960 w 567297"/>
                  <a:gd name="connsiteY31" fmla="*/ 93368 h 406796"/>
                  <a:gd name="connsiteX32" fmla="*/ 501101 w 567297"/>
                  <a:gd name="connsiteY32" fmla="*/ 107053 h 406796"/>
                  <a:gd name="connsiteX33" fmla="*/ 492241 w 567297"/>
                  <a:gd name="connsiteY33" fmla="*/ 119953 h 406796"/>
                  <a:gd name="connsiteX34" fmla="*/ 482853 w 567297"/>
                  <a:gd name="connsiteY34" fmla="*/ 143722 h 406796"/>
                  <a:gd name="connsiteX35" fmla="*/ 472612 w 567297"/>
                  <a:gd name="connsiteY35" fmla="*/ 168975 h 406796"/>
                  <a:gd name="connsiteX36" fmla="*/ 449082 w 567297"/>
                  <a:gd name="connsiteY36" fmla="*/ 222406 h 406796"/>
                  <a:gd name="connsiteX37" fmla="*/ 434817 w 567297"/>
                  <a:gd name="connsiteY37" fmla="*/ 248314 h 406796"/>
                  <a:gd name="connsiteX38" fmla="*/ 420227 w 567297"/>
                  <a:gd name="connsiteY38" fmla="*/ 277366 h 406796"/>
                  <a:gd name="connsiteX39" fmla="*/ 405394 w 567297"/>
                  <a:gd name="connsiteY39" fmla="*/ 301658 h 406796"/>
                  <a:gd name="connsiteX40" fmla="*/ 390275 w 567297"/>
                  <a:gd name="connsiteY40" fmla="*/ 323987 h 406796"/>
                  <a:gd name="connsiteX41" fmla="*/ 374914 w 567297"/>
                  <a:gd name="connsiteY41" fmla="*/ 345944 h 406796"/>
                  <a:gd name="connsiteX42" fmla="*/ 359186 w 567297"/>
                  <a:gd name="connsiteY42" fmla="*/ 362795 h 406796"/>
                  <a:gd name="connsiteX43" fmla="*/ 343174 w 567297"/>
                  <a:gd name="connsiteY43" fmla="*/ 377244 h 406796"/>
                  <a:gd name="connsiteX44" fmla="*/ 326999 w 567297"/>
                  <a:gd name="connsiteY44" fmla="*/ 393286 h 406796"/>
                  <a:gd name="connsiteX45" fmla="*/ 310337 w 567297"/>
                  <a:gd name="connsiteY45" fmla="*/ 406186 h 406796"/>
                  <a:gd name="connsiteX46" fmla="*/ 308305 w 567297"/>
                  <a:gd name="connsiteY46" fmla="*/ 406775 h 406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67297" h="406796">
                    <a:moveTo>
                      <a:pt x="308223" y="406797"/>
                    </a:moveTo>
                    <a:lnTo>
                      <a:pt x="308020" y="406797"/>
                    </a:lnTo>
                    <a:lnTo>
                      <a:pt x="155132" y="401209"/>
                    </a:lnTo>
                    <a:lnTo>
                      <a:pt x="2326" y="395142"/>
                    </a:lnTo>
                    <a:cubicBezTo>
                      <a:pt x="944" y="395076"/>
                      <a:pt x="-112" y="394443"/>
                      <a:pt x="10" y="393657"/>
                    </a:cubicBezTo>
                    <a:cubicBezTo>
                      <a:pt x="131" y="392850"/>
                      <a:pt x="1351" y="392260"/>
                      <a:pt x="2732" y="392370"/>
                    </a:cubicBezTo>
                    <a:lnTo>
                      <a:pt x="155498" y="398437"/>
                    </a:lnTo>
                    <a:lnTo>
                      <a:pt x="307004" y="403916"/>
                    </a:lnTo>
                    <a:lnTo>
                      <a:pt x="322691" y="391824"/>
                    </a:lnTo>
                    <a:lnTo>
                      <a:pt x="338785" y="375825"/>
                    </a:lnTo>
                    <a:lnTo>
                      <a:pt x="354756" y="361441"/>
                    </a:lnTo>
                    <a:lnTo>
                      <a:pt x="370281" y="344810"/>
                    </a:lnTo>
                    <a:lnTo>
                      <a:pt x="385521" y="323005"/>
                    </a:lnTo>
                    <a:lnTo>
                      <a:pt x="400598" y="300742"/>
                    </a:lnTo>
                    <a:lnTo>
                      <a:pt x="415432" y="276558"/>
                    </a:lnTo>
                    <a:lnTo>
                      <a:pt x="429940" y="247616"/>
                    </a:lnTo>
                    <a:lnTo>
                      <a:pt x="444164" y="221708"/>
                    </a:lnTo>
                    <a:lnTo>
                      <a:pt x="467613" y="168364"/>
                    </a:lnTo>
                    <a:lnTo>
                      <a:pt x="477895" y="143154"/>
                    </a:lnTo>
                    <a:lnTo>
                      <a:pt x="487364" y="119167"/>
                    </a:lnTo>
                    <a:lnTo>
                      <a:pt x="496346" y="106049"/>
                    </a:lnTo>
                    <a:lnTo>
                      <a:pt x="505165" y="92473"/>
                    </a:lnTo>
                    <a:lnTo>
                      <a:pt x="524672" y="57791"/>
                    </a:lnTo>
                    <a:lnTo>
                      <a:pt x="536336" y="38496"/>
                    </a:lnTo>
                    <a:lnTo>
                      <a:pt x="549137" y="14836"/>
                    </a:lnTo>
                    <a:lnTo>
                      <a:pt x="562508" y="758"/>
                    </a:lnTo>
                    <a:cubicBezTo>
                      <a:pt x="563199" y="59"/>
                      <a:pt x="564743" y="-203"/>
                      <a:pt x="565962" y="168"/>
                    </a:cubicBezTo>
                    <a:cubicBezTo>
                      <a:pt x="567222" y="539"/>
                      <a:pt x="567628" y="1391"/>
                      <a:pt x="567018" y="2089"/>
                    </a:cubicBezTo>
                    <a:lnTo>
                      <a:pt x="553770" y="15884"/>
                    </a:lnTo>
                    <a:lnTo>
                      <a:pt x="541172" y="39325"/>
                    </a:lnTo>
                    <a:lnTo>
                      <a:pt x="529508" y="58620"/>
                    </a:lnTo>
                    <a:lnTo>
                      <a:pt x="509960" y="93368"/>
                    </a:lnTo>
                    <a:lnTo>
                      <a:pt x="501101" y="107053"/>
                    </a:lnTo>
                    <a:lnTo>
                      <a:pt x="492241" y="119953"/>
                    </a:lnTo>
                    <a:lnTo>
                      <a:pt x="482853" y="143722"/>
                    </a:lnTo>
                    <a:lnTo>
                      <a:pt x="472612" y="168975"/>
                    </a:lnTo>
                    <a:lnTo>
                      <a:pt x="449082" y="222406"/>
                    </a:lnTo>
                    <a:lnTo>
                      <a:pt x="434817" y="248314"/>
                    </a:lnTo>
                    <a:lnTo>
                      <a:pt x="420227" y="277366"/>
                    </a:lnTo>
                    <a:lnTo>
                      <a:pt x="405394" y="301658"/>
                    </a:lnTo>
                    <a:lnTo>
                      <a:pt x="390275" y="323987"/>
                    </a:lnTo>
                    <a:lnTo>
                      <a:pt x="374914" y="345944"/>
                    </a:lnTo>
                    <a:lnTo>
                      <a:pt x="359186" y="362795"/>
                    </a:lnTo>
                    <a:lnTo>
                      <a:pt x="343174" y="377244"/>
                    </a:lnTo>
                    <a:lnTo>
                      <a:pt x="326999" y="393286"/>
                    </a:lnTo>
                    <a:lnTo>
                      <a:pt x="310337" y="406186"/>
                    </a:lnTo>
                    <a:cubicBezTo>
                      <a:pt x="309890" y="406557"/>
                      <a:pt x="309117" y="406775"/>
                      <a:pt x="308305" y="4067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4" name="Freeform: Shape 443">
                <a:extLst>
                  <a:ext uri="{FF2B5EF4-FFF2-40B4-BE49-F238E27FC236}">
                    <a16:creationId xmlns:a16="http://schemas.microsoft.com/office/drawing/2014/main" id="{8C33869A-45C3-4C1F-A9F2-6D8E6F8B672F}"/>
                  </a:ext>
                </a:extLst>
              </p:cNvPr>
              <p:cNvSpPr/>
              <p:nvPr/>
            </p:nvSpPr>
            <p:spPr>
              <a:xfrm>
                <a:off x="10507925" y="6026670"/>
                <a:ext cx="1684074" cy="86495"/>
              </a:xfrm>
              <a:custGeom>
                <a:avLst/>
                <a:gdLst>
                  <a:gd name="connsiteX0" fmla="*/ 1684075 w 1684074"/>
                  <a:gd name="connsiteY0" fmla="*/ 82610 h 86495"/>
                  <a:gd name="connsiteX1" fmla="*/ 1648433 w 1684074"/>
                  <a:gd name="connsiteY1" fmla="*/ 83723 h 86495"/>
                  <a:gd name="connsiteX2" fmla="*/ 1440884 w 1684074"/>
                  <a:gd name="connsiteY2" fmla="*/ 83352 h 86495"/>
                  <a:gd name="connsiteX3" fmla="*/ 1404390 w 1684074"/>
                  <a:gd name="connsiteY3" fmla="*/ 77546 h 86495"/>
                  <a:gd name="connsiteX4" fmla="*/ 1403699 w 1684074"/>
                  <a:gd name="connsiteY4" fmla="*/ 77481 h 86495"/>
                  <a:gd name="connsiteX5" fmla="*/ 1300921 w 1684074"/>
                  <a:gd name="connsiteY5" fmla="*/ 77328 h 86495"/>
                  <a:gd name="connsiteX6" fmla="*/ 1160631 w 1684074"/>
                  <a:gd name="connsiteY6" fmla="*/ 54628 h 86495"/>
                  <a:gd name="connsiteX7" fmla="*/ 1159941 w 1684074"/>
                  <a:gd name="connsiteY7" fmla="*/ 54563 h 86495"/>
                  <a:gd name="connsiteX8" fmla="*/ 1128689 w 1684074"/>
                  <a:gd name="connsiteY8" fmla="*/ 54519 h 86495"/>
                  <a:gd name="connsiteX9" fmla="*/ 1095161 w 1684074"/>
                  <a:gd name="connsiteY9" fmla="*/ 49041 h 86495"/>
                  <a:gd name="connsiteX10" fmla="*/ 1094469 w 1684074"/>
                  <a:gd name="connsiteY10" fmla="*/ 48975 h 86495"/>
                  <a:gd name="connsiteX11" fmla="*/ 428705 w 1684074"/>
                  <a:gd name="connsiteY11" fmla="*/ 47971 h 86495"/>
                  <a:gd name="connsiteX12" fmla="*/ 399525 w 1684074"/>
                  <a:gd name="connsiteY12" fmla="*/ 42580 h 86495"/>
                  <a:gd name="connsiteX13" fmla="*/ 300201 w 1684074"/>
                  <a:gd name="connsiteY13" fmla="*/ 33478 h 86495"/>
                  <a:gd name="connsiteX14" fmla="*/ 258708 w 1684074"/>
                  <a:gd name="connsiteY14" fmla="*/ 31187 h 86495"/>
                  <a:gd name="connsiteX15" fmla="*/ 226846 w 1684074"/>
                  <a:gd name="connsiteY15" fmla="*/ 31121 h 86495"/>
                  <a:gd name="connsiteX16" fmla="*/ 184865 w 1684074"/>
                  <a:gd name="connsiteY16" fmla="*/ 27716 h 86495"/>
                  <a:gd name="connsiteX17" fmla="*/ 174054 w 1684074"/>
                  <a:gd name="connsiteY17" fmla="*/ 26712 h 86495"/>
                  <a:gd name="connsiteX18" fmla="*/ 160765 w 1684074"/>
                  <a:gd name="connsiteY18" fmla="*/ 25010 h 86495"/>
                  <a:gd name="connsiteX19" fmla="*/ 143209 w 1684074"/>
                  <a:gd name="connsiteY19" fmla="*/ 22085 h 86495"/>
                  <a:gd name="connsiteX20" fmla="*/ 57092 w 1684074"/>
                  <a:gd name="connsiteY20" fmla="*/ 9229 h 86495"/>
                  <a:gd name="connsiteX21" fmla="*/ 40918 w 1684074"/>
                  <a:gd name="connsiteY21" fmla="*/ 6195 h 86495"/>
                  <a:gd name="connsiteX22" fmla="*/ 29986 w 1684074"/>
                  <a:gd name="connsiteY22" fmla="*/ 4755 h 86495"/>
                  <a:gd name="connsiteX23" fmla="*/ 3285 w 1684074"/>
                  <a:gd name="connsiteY23" fmla="*/ 62 h 86495"/>
                  <a:gd name="connsiteX24" fmla="*/ 115 w 1684074"/>
                  <a:gd name="connsiteY24" fmla="*/ 979 h 86495"/>
                  <a:gd name="connsiteX25" fmla="*/ 1823 w 1684074"/>
                  <a:gd name="connsiteY25" fmla="*/ 2747 h 86495"/>
                  <a:gd name="connsiteX26" fmla="*/ 28604 w 1684074"/>
                  <a:gd name="connsiteY26" fmla="*/ 7483 h 86495"/>
                  <a:gd name="connsiteX27" fmla="*/ 39537 w 1684074"/>
                  <a:gd name="connsiteY27" fmla="*/ 8924 h 86495"/>
                  <a:gd name="connsiteX28" fmla="*/ 51525 w 1684074"/>
                  <a:gd name="connsiteY28" fmla="*/ 11041 h 86495"/>
                  <a:gd name="connsiteX29" fmla="*/ 55508 w 1684074"/>
                  <a:gd name="connsiteY29" fmla="*/ 11892 h 86495"/>
                  <a:gd name="connsiteX30" fmla="*/ 141827 w 1684074"/>
                  <a:gd name="connsiteY30" fmla="*/ 24791 h 86495"/>
                  <a:gd name="connsiteX31" fmla="*/ 159465 w 1684074"/>
                  <a:gd name="connsiteY31" fmla="*/ 27716 h 86495"/>
                  <a:gd name="connsiteX32" fmla="*/ 173079 w 1684074"/>
                  <a:gd name="connsiteY32" fmla="*/ 29484 h 86495"/>
                  <a:gd name="connsiteX33" fmla="*/ 226440 w 1684074"/>
                  <a:gd name="connsiteY33" fmla="*/ 33959 h 86495"/>
                  <a:gd name="connsiteX34" fmla="*/ 258382 w 1684074"/>
                  <a:gd name="connsiteY34" fmla="*/ 33959 h 86495"/>
                  <a:gd name="connsiteX35" fmla="*/ 299470 w 1684074"/>
                  <a:gd name="connsiteY35" fmla="*/ 36294 h 86495"/>
                  <a:gd name="connsiteX36" fmla="*/ 398185 w 1684074"/>
                  <a:gd name="connsiteY36" fmla="*/ 45308 h 86495"/>
                  <a:gd name="connsiteX37" fmla="*/ 427364 w 1684074"/>
                  <a:gd name="connsiteY37" fmla="*/ 50700 h 86495"/>
                  <a:gd name="connsiteX38" fmla="*/ 428136 w 1684074"/>
                  <a:gd name="connsiteY38" fmla="*/ 50809 h 86495"/>
                  <a:gd name="connsiteX39" fmla="*/ 1093982 w 1684074"/>
                  <a:gd name="connsiteY39" fmla="*/ 51834 h 86495"/>
                  <a:gd name="connsiteX40" fmla="*/ 1127510 w 1684074"/>
                  <a:gd name="connsiteY40" fmla="*/ 57313 h 86495"/>
                  <a:gd name="connsiteX41" fmla="*/ 1128201 w 1684074"/>
                  <a:gd name="connsiteY41" fmla="*/ 57357 h 86495"/>
                  <a:gd name="connsiteX42" fmla="*/ 1159575 w 1684074"/>
                  <a:gd name="connsiteY42" fmla="*/ 57357 h 86495"/>
                  <a:gd name="connsiteX43" fmla="*/ 1299783 w 1684074"/>
                  <a:gd name="connsiteY43" fmla="*/ 80100 h 86495"/>
                  <a:gd name="connsiteX44" fmla="*/ 1300474 w 1684074"/>
                  <a:gd name="connsiteY44" fmla="*/ 80143 h 86495"/>
                  <a:gd name="connsiteX45" fmla="*/ 1403252 w 1684074"/>
                  <a:gd name="connsiteY45" fmla="*/ 80318 h 86495"/>
                  <a:gd name="connsiteX46" fmla="*/ 1439868 w 1684074"/>
                  <a:gd name="connsiteY46" fmla="*/ 86124 h 86495"/>
                  <a:gd name="connsiteX47" fmla="*/ 1440560 w 1684074"/>
                  <a:gd name="connsiteY47" fmla="*/ 86168 h 86495"/>
                  <a:gd name="connsiteX48" fmla="*/ 1648515 w 1684074"/>
                  <a:gd name="connsiteY48" fmla="*/ 86495 h 86495"/>
                  <a:gd name="connsiteX49" fmla="*/ 1684034 w 1684074"/>
                  <a:gd name="connsiteY49" fmla="*/ 85426 h 86495"/>
                  <a:gd name="connsiteX50" fmla="*/ 1684034 w 1684074"/>
                  <a:gd name="connsiteY50" fmla="*/ 82610 h 86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684074" h="86495">
                    <a:moveTo>
                      <a:pt x="1684075" y="82610"/>
                    </a:moveTo>
                    <a:lnTo>
                      <a:pt x="1648433" y="83723"/>
                    </a:lnTo>
                    <a:lnTo>
                      <a:pt x="1440884" y="83352"/>
                    </a:lnTo>
                    <a:lnTo>
                      <a:pt x="1404390" y="77546"/>
                    </a:lnTo>
                    <a:cubicBezTo>
                      <a:pt x="1404390" y="77546"/>
                      <a:pt x="1403903" y="77481"/>
                      <a:pt x="1403699" y="77481"/>
                    </a:cubicBezTo>
                    <a:lnTo>
                      <a:pt x="1300921" y="77328"/>
                    </a:lnTo>
                    <a:lnTo>
                      <a:pt x="1160631" y="54628"/>
                    </a:lnTo>
                    <a:cubicBezTo>
                      <a:pt x="1160631" y="54628"/>
                      <a:pt x="1160225" y="54563"/>
                      <a:pt x="1159941" y="54563"/>
                    </a:cubicBezTo>
                    <a:lnTo>
                      <a:pt x="1128689" y="54519"/>
                    </a:lnTo>
                    <a:lnTo>
                      <a:pt x="1095161" y="49041"/>
                    </a:lnTo>
                    <a:cubicBezTo>
                      <a:pt x="1095161" y="49041"/>
                      <a:pt x="1094754" y="48975"/>
                      <a:pt x="1094469" y="48975"/>
                    </a:cubicBezTo>
                    <a:lnTo>
                      <a:pt x="428705" y="47971"/>
                    </a:lnTo>
                    <a:lnTo>
                      <a:pt x="399525" y="42580"/>
                    </a:lnTo>
                    <a:lnTo>
                      <a:pt x="300201" y="33478"/>
                    </a:lnTo>
                    <a:lnTo>
                      <a:pt x="258708" y="31187"/>
                    </a:lnTo>
                    <a:lnTo>
                      <a:pt x="226846" y="31121"/>
                    </a:lnTo>
                    <a:lnTo>
                      <a:pt x="184865" y="27716"/>
                    </a:lnTo>
                    <a:lnTo>
                      <a:pt x="174054" y="26712"/>
                    </a:lnTo>
                    <a:lnTo>
                      <a:pt x="160765" y="25010"/>
                    </a:lnTo>
                    <a:lnTo>
                      <a:pt x="143209" y="22085"/>
                    </a:lnTo>
                    <a:lnTo>
                      <a:pt x="57092" y="9229"/>
                    </a:lnTo>
                    <a:lnTo>
                      <a:pt x="40918" y="6195"/>
                    </a:lnTo>
                    <a:lnTo>
                      <a:pt x="29986" y="4755"/>
                    </a:lnTo>
                    <a:lnTo>
                      <a:pt x="3285" y="62"/>
                    </a:lnTo>
                    <a:cubicBezTo>
                      <a:pt x="1985" y="-156"/>
                      <a:pt x="522" y="215"/>
                      <a:pt x="115" y="979"/>
                    </a:cubicBezTo>
                    <a:cubicBezTo>
                      <a:pt x="-291" y="1721"/>
                      <a:pt x="400" y="2528"/>
                      <a:pt x="1823" y="2747"/>
                    </a:cubicBezTo>
                    <a:lnTo>
                      <a:pt x="28604" y="7483"/>
                    </a:lnTo>
                    <a:lnTo>
                      <a:pt x="39537" y="8924"/>
                    </a:lnTo>
                    <a:lnTo>
                      <a:pt x="51525" y="11041"/>
                    </a:lnTo>
                    <a:lnTo>
                      <a:pt x="55508" y="11892"/>
                    </a:lnTo>
                    <a:lnTo>
                      <a:pt x="141827" y="24791"/>
                    </a:lnTo>
                    <a:lnTo>
                      <a:pt x="159465" y="27716"/>
                    </a:lnTo>
                    <a:lnTo>
                      <a:pt x="173079" y="29484"/>
                    </a:lnTo>
                    <a:lnTo>
                      <a:pt x="226440" y="33959"/>
                    </a:lnTo>
                    <a:lnTo>
                      <a:pt x="258382" y="33959"/>
                    </a:lnTo>
                    <a:lnTo>
                      <a:pt x="299470" y="36294"/>
                    </a:lnTo>
                    <a:lnTo>
                      <a:pt x="398185" y="45308"/>
                    </a:lnTo>
                    <a:lnTo>
                      <a:pt x="427364" y="50700"/>
                    </a:lnTo>
                    <a:cubicBezTo>
                      <a:pt x="427649" y="50743"/>
                      <a:pt x="427973" y="50809"/>
                      <a:pt x="428136" y="50809"/>
                    </a:cubicBezTo>
                    <a:lnTo>
                      <a:pt x="1093982" y="51834"/>
                    </a:lnTo>
                    <a:lnTo>
                      <a:pt x="1127510" y="57313"/>
                    </a:lnTo>
                    <a:cubicBezTo>
                      <a:pt x="1127795" y="57313"/>
                      <a:pt x="1127997" y="57357"/>
                      <a:pt x="1128201" y="57357"/>
                    </a:cubicBezTo>
                    <a:lnTo>
                      <a:pt x="1159575" y="57357"/>
                    </a:lnTo>
                    <a:lnTo>
                      <a:pt x="1299783" y="80100"/>
                    </a:lnTo>
                    <a:cubicBezTo>
                      <a:pt x="1300067" y="80100"/>
                      <a:pt x="1300271" y="80143"/>
                      <a:pt x="1300474" y="80143"/>
                    </a:cubicBezTo>
                    <a:lnTo>
                      <a:pt x="1403252" y="80318"/>
                    </a:lnTo>
                    <a:lnTo>
                      <a:pt x="1439868" y="86124"/>
                    </a:lnTo>
                    <a:cubicBezTo>
                      <a:pt x="1439868" y="86124"/>
                      <a:pt x="1440275" y="86168"/>
                      <a:pt x="1440560" y="86168"/>
                    </a:cubicBezTo>
                    <a:lnTo>
                      <a:pt x="1648515" y="86495"/>
                    </a:lnTo>
                    <a:lnTo>
                      <a:pt x="1684034" y="85426"/>
                    </a:lnTo>
                    <a:lnTo>
                      <a:pt x="1684034" y="826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5" name="Freeform: Shape 444">
                <a:extLst>
                  <a:ext uri="{FF2B5EF4-FFF2-40B4-BE49-F238E27FC236}">
                    <a16:creationId xmlns:a16="http://schemas.microsoft.com/office/drawing/2014/main" id="{DEA7ED44-AD9B-4086-A00B-B96EFFFB901F}"/>
                  </a:ext>
                </a:extLst>
              </p:cNvPr>
              <p:cNvSpPr/>
              <p:nvPr/>
            </p:nvSpPr>
            <p:spPr>
              <a:xfrm>
                <a:off x="10497022" y="5721191"/>
                <a:ext cx="497154" cy="221159"/>
              </a:xfrm>
              <a:custGeom>
                <a:avLst/>
                <a:gdLst>
                  <a:gd name="connsiteX0" fmla="*/ 296799 w 497154"/>
                  <a:gd name="connsiteY0" fmla="*/ 221138 h 221159"/>
                  <a:gd name="connsiteX1" fmla="*/ 294889 w 497154"/>
                  <a:gd name="connsiteY1" fmla="*/ 220658 h 221159"/>
                  <a:gd name="connsiteX2" fmla="*/ 273187 w 497154"/>
                  <a:gd name="connsiteY2" fmla="*/ 207387 h 221159"/>
                  <a:gd name="connsiteX3" fmla="*/ 187356 w 497154"/>
                  <a:gd name="connsiteY3" fmla="*/ 202541 h 221159"/>
                  <a:gd name="connsiteX4" fmla="*/ 185690 w 497154"/>
                  <a:gd name="connsiteY4" fmla="*/ 202018 h 221159"/>
                  <a:gd name="connsiteX5" fmla="*/ 165531 w 497154"/>
                  <a:gd name="connsiteY5" fmla="*/ 187197 h 221159"/>
                  <a:gd name="connsiteX6" fmla="*/ 147976 w 497154"/>
                  <a:gd name="connsiteY6" fmla="*/ 168056 h 221159"/>
                  <a:gd name="connsiteX7" fmla="*/ 134279 w 497154"/>
                  <a:gd name="connsiteY7" fmla="*/ 142278 h 221159"/>
                  <a:gd name="connsiteX8" fmla="*/ 123266 w 497154"/>
                  <a:gd name="connsiteY8" fmla="*/ 114406 h 221159"/>
                  <a:gd name="connsiteX9" fmla="*/ 113147 w 497154"/>
                  <a:gd name="connsiteY9" fmla="*/ 82234 h 221159"/>
                  <a:gd name="connsiteX10" fmla="*/ 102012 w 497154"/>
                  <a:gd name="connsiteY10" fmla="*/ 56020 h 221159"/>
                  <a:gd name="connsiteX11" fmla="*/ 88722 w 497154"/>
                  <a:gd name="connsiteY11" fmla="*/ 35459 h 221159"/>
                  <a:gd name="connsiteX12" fmla="*/ 72344 w 497154"/>
                  <a:gd name="connsiteY12" fmla="*/ 16536 h 221159"/>
                  <a:gd name="connsiteX13" fmla="*/ 53081 w 497154"/>
                  <a:gd name="connsiteY13" fmla="*/ 7783 h 221159"/>
                  <a:gd name="connsiteX14" fmla="*/ 29753 w 497154"/>
                  <a:gd name="connsiteY14" fmla="*/ 4335 h 221159"/>
                  <a:gd name="connsiteX15" fmla="*/ 2281 w 497154"/>
                  <a:gd name="connsiteY15" fmla="*/ 2850 h 221159"/>
                  <a:gd name="connsiteX16" fmla="*/ 5 w 497154"/>
                  <a:gd name="connsiteY16" fmla="*/ 1301 h 221159"/>
                  <a:gd name="connsiteX17" fmla="*/ 2769 w 497154"/>
                  <a:gd name="connsiteY17" fmla="*/ 13 h 221159"/>
                  <a:gd name="connsiteX18" fmla="*/ 30647 w 497154"/>
                  <a:gd name="connsiteY18" fmla="*/ 1606 h 221159"/>
                  <a:gd name="connsiteX19" fmla="*/ 54869 w 497154"/>
                  <a:gd name="connsiteY19" fmla="*/ 5120 h 221159"/>
                  <a:gd name="connsiteX20" fmla="*/ 55844 w 497154"/>
                  <a:gd name="connsiteY20" fmla="*/ 5382 h 221159"/>
                  <a:gd name="connsiteX21" fmla="*/ 76001 w 497154"/>
                  <a:gd name="connsiteY21" fmla="*/ 14549 h 221159"/>
                  <a:gd name="connsiteX22" fmla="*/ 76612 w 497154"/>
                  <a:gd name="connsiteY22" fmla="*/ 15030 h 221159"/>
                  <a:gd name="connsiteX23" fmla="*/ 93477 w 497154"/>
                  <a:gd name="connsiteY23" fmla="*/ 34368 h 221159"/>
                  <a:gd name="connsiteX24" fmla="*/ 106847 w 497154"/>
                  <a:gd name="connsiteY24" fmla="*/ 55212 h 221159"/>
                  <a:gd name="connsiteX25" fmla="*/ 118064 w 497154"/>
                  <a:gd name="connsiteY25" fmla="*/ 81688 h 221159"/>
                  <a:gd name="connsiteX26" fmla="*/ 128183 w 497154"/>
                  <a:gd name="connsiteY26" fmla="*/ 113882 h 221159"/>
                  <a:gd name="connsiteX27" fmla="*/ 139197 w 497154"/>
                  <a:gd name="connsiteY27" fmla="*/ 141580 h 221159"/>
                  <a:gd name="connsiteX28" fmla="*/ 152608 w 497154"/>
                  <a:gd name="connsiteY28" fmla="*/ 167008 h 221159"/>
                  <a:gd name="connsiteX29" fmla="*/ 169758 w 497154"/>
                  <a:gd name="connsiteY29" fmla="*/ 185713 h 221159"/>
                  <a:gd name="connsiteX30" fmla="*/ 189021 w 497154"/>
                  <a:gd name="connsiteY30" fmla="*/ 199835 h 221159"/>
                  <a:gd name="connsiteX31" fmla="*/ 274650 w 497154"/>
                  <a:gd name="connsiteY31" fmla="*/ 204680 h 221159"/>
                  <a:gd name="connsiteX32" fmla="*/ 276235 w 497154"/>
                  <a:gd name="connsiteY32" fmla="*/ 205095 h 221159"/>
                  <a:gd name="connsiteX33" fmla="*/ 297855 w 497154"/>
                  <a:gd name="connsiteY33" fmla="*/ 218322 h 221159"/>
                  <a:gd name="connsiteX34" fmla="*/ 385842 w 497154"/>
                  <a:gd name="connsiteY34" fmla="*/ 216358 h 221159"/>
                  <a:gd name="connsiteX35" fmla="*/ 475940 w 497154"/>
                  <a:gd name="connsiteY35" fmla="*/ 212996 h 221159"/>
                  <a:gd name="connsiteX36" fmla="*/ 494472 w 497154"/>
                  <a:gd name="connsiteY36" fmla="*/ 212669 h 221159"/>
                  <a:gd name="connsiteX37" fmla="*/ 497154 w 497154"/>
                  <a:gd name="connsiteY37" fmla="*/ 214066 h 221159"/>
                  <a:gd name="connsiteX38" fmla="*/ 494675 w 497154"/>
                  <a:gd name="connsiteY38" fmla="*/ 215506 h 221159"/>
                  <a:gd name="connsiteX39" fmla="*/ 476144 w 497154"/>
                  <a:gd name="connsiteY39" fmla="*/ 215812 h 221159"/>
                  <a:gd name="connsiteX40" fmla="*/ 386166 w 497154"/>
                  <a:gd name="connsiteY40" fmla="*/ 219130 h 221159"/>
                  <a:gd name="connsiteX41" fmla="*/ 296880 w 497154"/>
                  <a:gd name="connsiteY41" fmla="*/ 221160 h 221159"/>
                  <a:gd name="connsiteX42" fmla="*/ 296758 w 497154"/>
                  <a:gd name="connsiteY42" fmla="*/ 221160 h 221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97154" h="221159">
                    <a:moveTo>
                      <a:pt x="296799" y="221138"/>
                    </a:moveTo>
                    <a:cubicBezTo>
                      <a:pt x="296027" y="221138"/>
                      <a:pt x="295418" y="220985"/>
                      <a:pt x="294889" y="220658"/>
                    </a:cubicBezTo>
                    <a:lnTo>
                      <a:pt x="273187" y="207387"/>
                    </a:lnTo>
                    <a:lnTo>
                      <a:pt x="187356" y="202541"/>
                    </a:lnTo>
                    <a:cubicBezTo>
                      <a:pt x="186665" y="202541"/>
                      <a:pt x="186055" y="202323"/>
                      <a:pt x="185690" y="202018"/>
                    </a:cubicBezTo>
                    <a:lnTo>
                      <a:pt x="165531" y="187197"/>
                    </a:lnTo>
                    <a:lnTo>
                      <a:pt x="147976" y="168056"/>
                    </a:lnTo>
                    <a:lnTo>
                      <a:pt x="134279" y="142278"/>
                    </a:lnTo>
                    <a:lnTo>
                      <a:pt x="123266" y="114406"/>
                    </a:lnTo>
                    <a:lnTo>
                      <a:pt x="113147" y="82234"/>
                    </a:lnTo>
                    <a:lnTo>
                      <a:pt x="102012" y="56020"/>
                    </a:lnTo>
                    <a:lnTo>
                      <a:pt x="88722" y="35459"/>
                    </a:lnTo>
                    <a:lnTo>
                      <a:pt x="72344" y="16536"/>
                    </a:lnTo>
                    <a:lnTo>
                      <a:pt x="53081" y="7783"/>
                    </a:lnTo>
                    <a:lnTo>
                      <a:pt x="29753" y="4335"/>
                    </a:lnTo>
                    <a:lnTo>
                      <a:pt x="2281" y="2850"/>
                    </a:lnTo>
                    <a:cubicBezTo>
                      <a:pt x="899" y="2741"/>
                      <a:pt x="-77" y="2043"/>
                      <a:pt x="5" y="1301"/>
                    </a:cubicBezTo>
                    <a:cubicBezTo>
                      <a:pt x="208" y="493"/>
                      <a:pt x="1305" y="-96"/>
                      <a:pt x="2769" y="13"/>
                    </a:cubicBezTo>
                    <a:lnTo>
                      <a:pt x="30647" y="1606"/>
                    </a:lnTo>
                    <a:lnTo>
                      <a:pt x="54869" y="5120"/>
                    </a:lnTo>
                    <a:cubicBezTo>
                      <a:pt x="55276" y="5164"/>
                      <a:pt x="55560" y="5273"/>
                      <a:pt x="55844" y="5382"/>
                    </a:cubicBezTo>
                    <a:lnTo>
                      <a:pt x="76001" y="14549"/>
                    </a:lnTo>
                    <a:cubicBezTo>
                      <a:pt x="76001" y="14549"/>
                      <a:pt x="76489" y="14811"/>
                      <a:pt x="76612" y="15030"/>
                    </a:cubicBezTo>
                    <a:lnTo>
                      <a:pt x="93477" y="34368"/>
                    </a:lnTo>
                    <a:lnTo>
                      <a:pt x="106847" y="55212"/>
                    </a:lnTo>
                    <a:lnTo>
                      <a:pt x="118064" y="81688"/>
                    </a:lnTo>
                    <a:lnTo>
                      <a:pt x="128183" y="113882"/>
                    </a:lnTo>
                    <a:lnTo>
                      <a:pt x="139197" y="141580"/>
                    </a:lnTo>
                    <a:lnTo>
                      <a:pt x="152608" y="167008"/>
                    </a:lnTo>
                    <a:lnTo>
                      <a:pt x="169758" y="185713"/>
                    </a:lnTo>
                    <a:lnTo>
                      <a:pt x="189021" y="199835"/>
                    </a:lnTo>
                    <a:lnTo>
                      <a:pt x="274650" y="204680"/>
                    </a:lnTo>
                    <a:cubicBezTo>
                      <a:pt x="275259" y="204680"/>
                      <a:pt x="275829" y="204833"/>
                      <a:pt x="276235" y="205095"/>
                    </a:cubicBezTo>
                    <a:lnTo>
                      <a:pt x="297855" y="218322"/>
                    </a:lnTo>
                    <a:lnTo>
                      <a:pt x="385842" y="216358"/>
                    </a:lnTo>
                    <a:lnTo>
                      <a:pt x="475940" y="212996"/>
                    </a:lnTo>
                    <a:lnTo>
                      <a:pt x="494472" y="212669"/>
                    </a:lnTo>
                    <a:cubicBezTo>
                      <a:pt x="495853" y="212604"/>
                      <a:pt x="497073" y="213258"/>
                      <a:pt x="497154" y="214066"/>
                    </a:cubicBezTo>
                    <a:cubicBezTo>
                      <a:pt x="497154" y="214808"/>
                      <a:pt x="496057" y="215441"/>
                      <a:pt x="494675" y="215506"/>
                    </a:cubicBezTo>
                    <a:lnTo>
                      <a:pt x="476144" y="215812"/>
                    </a:lnTo>
                    <a:lnTo>
                      <a:pt x="386166" y="219130"/>
                    </a:lnTo>
                    <a:lnTo>
                      <a:pt x="296880" y="221160"/>
                    </a:lnTo>
                    <a:lnTo>
                      <a:pt x="296758" y="2211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6" name="Freeform: Shape 445">
                <a:extLst>
                  <a:ext uri="{FF2B5EF4-FFF2-40B4-BE49-F238E27FC236}">
                    <a16:creationId xmlns:a16="http://schemas.microsoft.com/office/drawing/2014/main" id="{864C017B-0B38-42E2-9AEF-C8D45ED5B4AB}"/>
                  </a:ext>
                </a:extLst>
              </p:cNvPr>
              <p:cNvSpPr/>
              <p:nvPr/>
            </p:nvSpPr>
            <p:spPr>
              <a:xfrm>
                <a:off x="-40" y="5904918"/>
                <a:ext cx="1567645" cy="271653"/>
              </a:xfrm>
              <a:custGeom>
                <a:avLst/>
                <a:gdLst>
                  <a:gd name="connsiteX0" fmla="*/ 1565575 w 1567645"/>
                  <a:gd name="connsiteY0" fmla="*/ 20255 h 271653"/>
                  <a:gd name="connsiteX1" fmla="*/ 1541516 w 1567645"/>
                  <a:gd name="connsiteY1" fmla="*/ 18007 h 271653"/>
                  <a:gd name="connsiteX2" fmla="*/ 1483198 w 1567645"/>
                  <a:gd name="connsiteY2" fmla="*/ 9909 h 271653"/>
                  <a:gd name="connsiteX3" fmla="*/ 1481978 w 1567645"/>
                  <a:gd name="connsiteY3" fmla="*/ 9866 h 271653"/>
                  <a:gd name="connsiteX4" fmla="*/ 1475476 w 1567645"/>
                  <a:gd name="connsiteY4" fmla="*/ 10673 h 271653"/>
                  <a:gd name="connsiteX5" fmla="*/ 1445402 w 1567645"/>
                  <a:gd name="connsiteY5" fmla="*/ 9080 h 271653"/>
                  <a:gd name="connsiteX6" fmla="*/ 1325352 w 1567645"/>
                  <a:gd name="connsiteY6" fmla="*/ 3798 h 271653"/>
                  <a:gd name="connsiteX7" fmla="*/ 1204854 w 1567645"/>
                  <a:gd name="connsiteY7" fmla="*/ 0 h 271653"/>
                  <a:gd name="connsiteX8" fmla="*/ 1084682 w 1567645"/>
                  <a:gd name="connsiteY8" fmla="*/ 9756 h 271653"/>
                  <a:gd name="connsiteX9" fmla="*/ 964631 w 1567645"/>
                  <a:gd name="connsiteY9" fmla="*/ 15781 h 271653"/>
                  <a:gd name="connsiteX10" fmla="*/ 844581 w 1567645"/>
                  <a:gd name="connsiteY10" fmla="*/ 20670 h 271653"/>
                  <a:gd name="connsiteX11" fmla="*/ 842508 w 1567645"/>
                  <a:gd name="connsiteY11" fmla="*/ 21412 h 271653"/>
                  <a:gd name="connsiteX12" fmla="*/ 798739 w 1567645"/>
                  <a:gd name="connsiteY12" fmla="*/ 67509 h 271653"/>
                  <a:gd name="connsiteX13" fmla="*/ 754482 w 1567645"/>
                  <a:gd name="connsiteY13" fmla="*/ 109766 h 271653"/>
                  <a:gd name="connsiteX14" fmla="*/ 709534 w 1567645"/>
                  <a:gd name="connsiteY14" fmla="*/ 147875 h 271653"/>
                  <a:gd name="connsiteX15" fmla="*/ 663976 w 1567645"/>
                  <a:gd name="connsiteY15" fmla="*/ 184587 h 271653"/>
                  <a:gd name="connsiteX16" fmla="*/ 617850 w 1567645"/>
                  <a:gd name="connsiteY16" fmla="*/ 217742 h 271653"/>
                  <a:gd name="connsiteX17" fmla="*/ 571114 w 1567645"/>
                  <a:gd name="connsiteY17" fmla="*/ 244697 h 271653"/>
                  <a:gd name="connsiteX18" fmla="*/ 524297 w 1567645"/>
                  <a:gd name="connsiteY18" fmla="*/ 268139 h 271653"/>
                  <a:gd name="connsiteX19" fmla="*/ 398475 w 1567645"/>
                  <a:gd name="connsiteY19" fmla="*/ 268881 h 271653"/>
                  <a:gd name="connsiteX20" fmla="*/ 271760 w 1567645"/>
                  <a:gd name="connsiteY20" fmla="*/ 267855 h 271653"/>
                  <a:gd name="connsiteX21" fmla="*/ 145247 w 1567645"/>
                  <a:gd name="connsiteY21" fmla="*/ 265498 h 271653"/>
                  <a:gd name="connsiteX22" fmla="*/ 18938 w 1567645"/>
                  <a:gd name="connsiteY22" fmla="*/ 259539 h 271653"/>
                  <a:gd name="connsiteX23" fmla="*/ 0 w 1567645"/>
                  <a:gd name="connsiteY23" fmla="*/ 257990 h 271653"/>
                  <a:gd name="connsiteX24" fmla="*/ 0 w 1567645"/>
                  <a:gd name="connsiteY24" fmla="*/ 260805 h 271653"/>
                  <a:gd name="connsiteX25" fmla="*/ 18369 w 1567645"/>
                  <a:gd name="connsiteY25" fmla="*/ 262311 h 271653"/>
                  <a:gd name="connsiteX26" fmla="*/ 144963 w 1567645"/>
                  <a:gd name="connsiteY26" fmla="*/ 268335 h 271653"/>
                  <a:gd name="connsiteX27" fmla="*/ 271638 w 1567645"/>
                  <a:gd name="connsiteY27" fmla="*/ 270693 h 271653"/>
                  <a:gd name="connsiteX28" fmla="*/ 398435 w 1567645"/>
                  <a:gd name="connsiteY28" fmla="*/ 271653 h 271653"/>
                  <a:gd name="connsiteX29" fmla="*/ 525272 w 1567645"/>
                  <a:gd name="connsiteY29" fmla="*/ 270955 h 271653"/>
                  <a:gd name="connsiteX30" fmla="*/ 526979 w 1567645"/>
                  <a:gd name="connsiteY30" fmla="*/ 270584 h 271653"/>
                  <a:gd name="connsiteX31" fmla="*/ 574650 w 1567645"/>
                  <a:gd name="connsiteY31" fmla="*/ 246705 h 271653"/>
                  <a:gd name="connsiteX32" fmla="*/ 621670 w 1567645"/>
                  <a:gd name="connsiteY32" fmla="*/ 219597 h 271653"/>
                  <a:gd name="connsiteX33" fmla="*/ 668000 w 1567645"/>
                  <a:gd name="connsiteY33" fmla="*/ 186246 h 271653"/>
                  <a:gd name="connsiteX34" fmla="*/ 713679 w 1567645"/>
                  <a:gd name="connsiteY34" fmla="*/ 149468 h 271653"/>
                  <a:gd name="connsiteX35" fmla="*/ 758749 w 1567645"/>
                  <a:gd name="connsiteY35" fmla="*/ 111272 h 271653"/>
                  <a:gd name="connsiteX36" fmla="*/ 803168 w 1567645"/>
                  <a:gd name="connsiteY36" fmla="*/ 68906 h 271653"/>
                  <a:gd name="connsiteX37" fmla="*/ 846287 w 1567645"/>
                  <a:gd name="connsiteY37" fmla="*/ 23442 h 271653"/>
                  <a:gd name="connsiteX38" fmla="*/ 964997 w 1567645"/>
                  <a:gd name="connsiteY38" fmla="*/ 18553 h 271653"/>
                  <a:gd name="connsiteX39" fmla="*/ 1085251 w 1567645"/>
                  <a:gd name="connsiteY39" fmla="*/ 12528 h 271653"/>
                  <a:gd name="connsiteX40" fmla="*/ 1205057 w 1567645"/>
                  <a:gd name="connsiteY40" fmla="*/ 2837 h 271653"/>
                  <a:gd name="connsiteX41" fmla="*/ 1324986 w 1567645"/>
                  <a:gd name="connsiteY41" fmla="*/ 6570 h 271653"/>
                  <a:gd name="connsiteX42" fmla="*/ 1444955 w 1567645"/>
                  <a:gd name="connsiteY42" fmla="*/ 11895 h 271653"/>
                  <a:gd name="connsiteX43" fmla="*/ 1475354 w 1567645"/>
                  <a:gd name="connsiteY43" fmla="*/ 13489 h 271653"/>
                  <a:gd name="connsiteX44" fmla="*/ 1476126 w 1567645"/>
                  <a:gd name="connsiteY44" fmla="*/ 13489 h 271653"/>
                  <a:gd name="connsiteX45" fmla="*/ 1482425 w 1567645"/>
                  <a:gd name="connsiteY45" fmla="*/ 12681 h 271653"/>
                  <a:gd name="connsiteX46" fmla="*/ 1540419 w 1567645"/>
                  <a:gd name="connsiteY46" fmla="*/ 20735 h 271653"/>
                  <a:gd name="connsiteX47" fmla="*/ 1564681 w 1567645"/>
                  <a:gd name="connsiteY47" fmla="*/ 23027 h 271653"/>
                  <a:gd name="connsiteX48" fmla="*/ 1567607 w 1567645"/>
                  <a:gd name="connsiteY48" fmla="*/ 21848 h 271653"/>
                  <a:gd name="connsiteX49" fmla="*/ 1565534 w 1567645"/>
                  <a:gd name="connsiteY49" fmla="*/ 20255 h 271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67645" h="271653">
                    <a:moveTo>
                      <a:pt x="1565575" y="20255"/>
                    </a:moveTo>
                    <a:lnTo>
                      <a:pt x="1541516" y="18007"/>
                    </a:lnTo>
                    <a:lnTo>
                      <a:pt x="1483198" y="9909"/>
                    </a:lnTo>
                    <a:cubicBezTo>
                      <a:pt x="1482791" y="9866"/>
                      <a:pt x="1482385" y="9800"/>
                      <a:pt x="1481978" y="9866"/>
                    </a:cubicBezTo>
                    <a:lnTo>
                      <a:pt x="1475476" y="10673"/>
                    </a:lnTo>
                    <a:lnTo>
                      <a:pt x="1445402" y="9080"/>
                    </a:lnTo>
                    <a:lnTo>
                      <a:pt x="1325352" y="3798"/>
                    </a:lnTo>
                    <a:lnTo>
                      <a:pt x="1204854" y="0"/>
                    </a:lnTo>
                    <a:lnTo>
                      <a:pt x="1084682" y="9756"/>
                    </a:lnTo>
                    <a:lnTo>
                      <a:pt x="964631" y="15781"/>
                    </a:lnTo>
                    <a:lnTo>
                      <a:pt x="844581" y="20670"/>
                    </a:lnTo>
                    <a:cubicBezTo>
                      <a:pt x="843686" y="20735"/>
                      <a:pt x="842914" y="20997"/>
                      <a:pt x="842508" y="21412"/>
                    </a:cubicBezTo>
                    <a:lnTo>
                      <a:pt x="798739" y="67509"/>
                    </a:lnTo>
                    <a:lnTo>
                      <a:pt x="754482" y="109766"/>
                    </a:lnTo>
                    <a:lnTo>
                      <a:pt x="709534" y="147875"/>
                    </a:lnTo>
                    <a:lnTo>
                      <a:pt x="663976" y="184587"/>
                    </a:lnTo>
                    <a:lnTo>
                      <a:pt x="617850" y="217742"/>
                    </a:lnTo>
                    <a:lnTo>
                      <a:pt x="571114" y="244697"/>
                    </a:lnTo>
                    <a:lnTo>
                      <a:pt x="524297" y="268139"/>
                    </a:lnTo>
                    <a:lnTo>
                      <a:pt x="398475" y="268881"/>
                    </a:lnTo>
                    <a:lnTo>
                      <a:pt x="271760" y="267855"/>
                    </a:lnTo>
                    <a:lnTo>
                      <a:pt x="145247" y="265498"/>
                    </a:lnTo>
                    <a:lnTo>
                      <a:pt x="18938" y="259539"/>
                    </a:lnTo>
                    <a:lnTo>
                      <a:pt x="0" y="257990"/>
                    </a:lnTo>
                    <a:lnTo>
                      <a:pt x="0" y="260805"/>
                    </a:lnTo>
                    <a:lnTo>
                      <a:pt x="18369" y="262311"/>
                    </a:lnTo>
                    <a:lnTo>
                      <a:pt x="144963" y="268335"/>
                    </a:lnTo>
                    <a:lnTo>
                      <a:pt x="271638" y="270693"/>
                    </a:lnTo>
                    <a:lnTo>
                      <a:pt x="398435" y="271653"/>
                    </a:lnTo>
                    <a:lnTo>
                      <a:pt x="525272" y="270955"/>
                    </a:lnTo>
                    <a:cubicBezTo>
                      <a:pt x="525882" y="270955"/>
                      <a:pt x="526532" y="270780"/>
                      <a:pt x="526979" y="270584"/>
                    </a:cubicBezTo>
                    <a:lnTo>
                      <a:pt x="574650" y="246705"/>
                    </a:lnTo>
                    <a:lnTo>
                      <a:pt x="621670" y="219597"/>
                    </a:lnTo>
                    <a:lnTo>
                      <a:pt x="668000" y="186246"/>
                    </a:lnTo>
                    <a:lnTo>
                      <a:pt x="713679" y="149468"/>
                    </a:lnTo>
                    <a:lnTo>
                      <a:pt x="758749" y="111272"/>
                    </a:lnTo>
                    <a:lnTo>
                      <a:pt x="803168" y="68906"/>
                    </a:lnTo>
                    <a:lnTo>
                      <a:pt x="846287" y="23442"/>
                    </a:lnTo>
                    <a:lnTo>
                      <a:pt x="964997" y="18553"/>
                    </a:lnTo>
                    <a:lnTo>
                      <a:pt x="1085251" y="12528"/>
                    </a:lnTo>
                    <a:lnTo>
                      <a:pt x="1205057" y="2837"/>
                    </a:lnTo>
                    <a:lnTo>
                      <a:pt x="1324986" y="6570"/>
                    </a:lnTo>
                    <a:lnTo>
                      <a:pt x="1444955" y="11895"/>
                    </a:lnTo>
                    <a:lnTo>
                      <a:pt x="1475354" y="13489"/>
                    </a:lnTo>
                    <a:lnTo>
                      <a:pt x="1476126" y="13489"/>
                    </a:lnTo>
                    <a:lnTo>
                      <a:pt x="1482425" y="12681"/>
                    </a:lnTo>
                    <a:lnTo>
                      <a:pt x="1540419" y="20735"/>
                    </a:lnTo>
                    <a:lnTo>
                      <a:pt x="1564681" y="23027"/>
                    </a:lnTo>
                    <a:cubicBezTo>
                      <a:pt x="1566062" y="23180"/>
                      <a:pt x="1567404" y="22656"/>
                      <a:pt x="1567607" y="21848"/>
                    </a:cubicBezTo>
                    <a:cubicBezTo>
                      <a:pt x="1567851" y="21106"/>
                      <a:pt x="1566916" y="20364"/>
                      <a:pt x="1565534" y="202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7" name="Freeform: Shape 446">
                <a:extLst>
                  <a:ext uri="{FF2B5EF4-FFF2-40B4-BE49-F238E27FC236}">
                    <a16:creationId xmlns:a16="http://schemas.microsoft.com/office/drawing/2014/main" id="{57CEEC4E-8746-47C1-8E60-373DBFD9D15C}"/>
                  </a:ext>
                </a:extLst>
              </p:cNvPr>
              <p:cNvSpPr/>
              <p:nvPr/>
            </p:nvSpPr>
            <p:spPr>
              <a:xfrm>
                <a:off x="7363016" y="6707187"/>
                <a:ext cx="114296" cy="195705"/>
              </a:xfrm>
              <a:custGeom>
                <a:avLst/>
                <a:gdLst>
                  <a:gd name="connsiteX0" fmla="*/ 25091 w 114296"/>
                  <a:gd name="connsiteY0" fmla="*/ 29562 h 195705"/>
                  <a:gd name="connsiteX1" fmla="*/ 37974 w 114296"/>
                  <a:gd name="connsiteY1" fmla="*/ 46237 h 195705"/>
                  <a:gd name="connsiteX2" fmla="*/ 64878 w 114296"/>
                  <a:gd name="connsiteY2" fmla="*/ 99800 h 195705"/>
                  <a:gd name="connsiteX3" fmla="*/ 78980 w 114296"/>
                  <a:gd name="connsiteY3" fmla="*/ 132474 h 195705"/>
                  <a:gd name="connsiteX4" fmla="*/ 93285 w 114296"/>
                  <a:gd name="connsiteY4" fmla="*/ 163795 h 195705"/>
                  <a:gd name="connsiteX5" fmla="*/ 108078 w 114296"/>
                  <a:gd name="connsiteY5" fmla="*/ 193741 h 195705"/>
                  <a:gd name="connsiteX6" fmla="*/ 109054 w 114296"/>
                  <a:gd name="connsiteY6" fmla="*/ 195706 h 195705"/>
                  <a:gd name="connsiteX7" fmla="*/ 114296 w 114296"/>
                  <a:gd name="connsiteY7" fmla="*/ 195706 h 195705"/>
                  <a:gd name="connsiteX8" fmla="*/ 112915 w 114296"/>
                  <a:gd name="connsiteY8" fmla="*/ 192999 h 195705"/>
                  <a:gd name="connsiteX9" fmla="*/ 98243 w 114296"/>
                  <a:gd name="connsiteY9" fmla="*/ 163053 h 195705"/>
                  <a:gd name="connsiteX10" fmla="*/ 83857 w 114296"/>
                  <a:gd name="connsiteY10" fmla="*/ 131776 h 195705"/>
                  <a:gd name="connsiteX11" fmla="*/ 69877 w 114296"/>
                  <a:gd name="connsiteY11" fmla="*/ 99101 h 195705"/>
                  <a:gd name="connsiteX12" fmla="*/ 42811 w 114296"/>
                  <a:gd name="connsiteY12" fmla="*/ 45277 h 195705"/>
                  <a:gd name="connsiteX13" fmla="*/ 29806 w 114296"/>
                  <a:gd name="connsiteY13" fmla="*/ 28383 h 195705"/>
                  <a:gd name="connsiteX14" fmla="*/ 4812 w 114296"/>
                  <a:gd name="connsiteY14" fmla="*/ 773 h 195705"/>
                  <a:gd name="connsiteX15" fmla="*/ 1439 w 114296"/>
                  <a:gd name="connsiteY15" fmla="*/ 140 h 195705"/>
                  <a:gd name="connsiteX16" fmla="*/ 260 w 114296"/>
                  <a:gd name="connsiteY16" fmla="*/ 2061 h 195705"/>
                  <a:gd name="connsiteX17" fmla="*/ 25173 w 114296"/>
                  <a:gd name="connsiteY17" fmla="*/ 29562 h 195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296" h="195705">
                    <a:moveTo>
                      <a:pt x="25091" y="29562"/>
                    </a:moveTo>
                    <a:lnTo>
                      <a:pt x="37974" y="46237"/>
                    </a:lnTo>
                    <a:lnTo>
                      <a:pt x="64878" y="99800"/>
                    </a:lnTo>
                    <a:lnTo>
                      <a:pt x="78980" y="132474"/>
                    </a:lnTo>
                    <a:lnTo>
                      <a:pt x="93285" y="163795"/>
                    </a:lnTo>
                    <a:lnTo>
                      <a:pt x="108078" y="193741"/>
                    </a:lnTo>
                    <a:lnTo>
                      <a:pt x="109054" y="195706"/>
                    </a:lnTo>
                    <a:lnTo>
                      <a:pt x="114296" y="195706"/>
                    </a:lnTo>
                    <a:lnTo>
                      <a:pt x="112915" y="192999"/>
                    </a:lnTo>
                    <a:lnTo>
                      <a:pt x="98243" y="163053"/>
                    </a:lnTo>
                    <a:lnTo>
                      <a:pt x="83857" y="131776"/>
                    </a:lnTo>
                    <a:lnTo>
                      <a:pt x="69877" y="99101"/>
                    </a:lnTo>
                    <a:lnTo>
                      <a:pt x="42811" y="45277"/>
                    </a:lnTo>
                    <a:lnTo>
                      <a:pt x="29806" y="28383"/>
                    </a:lnTo>
                    <a:lnTo>
                      <a:pt x="4812" y="773"/>
                    </a:lnTo>
                    <a:cubicBezTo>
                      <a:pt x="4203" y="74"/>
                      <a:pt x="2618" y="-187"/>
                      <a:pt x="1439" y="140"/>
                    </a:cubicBezTo>
                    <a:cubicBezTo>
                      <a:pt x="139" y="511"/>
                      <a:pt x="-349" y="1362"/>
                      <a:pt x="260" y="2061"/>
                    </a:cubicBezTo>
                    <a:lnTo>
                      <a:pt x="25173" y="2956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8" name="Freeform: Shape 447">
                <a:extLst>
                  <a:ext uri="{FF2B5EF4-FFF2-40B4-BE49-F238E27FC236}">
                    <a16:creationId xmlns:a16="http://schemas.microsoft.com/office/drawing/2014/main" id="{7B7DDE30-EC2A-420A-B35E-BC44CC461C06}"/>
                  </a:ext>
                </a:extLst>
              </p:cNvPr>
              <p:cNvSpPr/>
              <p:nvPr/>
            </p:nvSpPr>
            <p:spPr>
              <a:xfrm>
                <a:off x="2579712" y="5927988"/>
                <a:ext cx="447322" cy="69233"/>
              </a:xfrm>
              <a:custGeom>
                <a:avLst/>
                <a:gdLst>
                  <a:gd name="connsiteX0" fmla="*/ 2513 w 447322"/>
                  <a:gd name="connsiteY0" fmla="*/ 69234 h 69233"/>
                  <a:gd name="connsiteX1" fmla="*/ 196 w 447322"/>
                  <a:gd name="connsiteY1" fmla="*/ 68383 h 69233"/>
                  <a:gd name="connsiteX2" fmla="*/ 1537 w 447322"/>
                  <a:gd name="connsiteY2" fmla="*/ 66527 h 69233"/>
                  <a:gd name="connsiteX3" fmla="*/ 26694 w 447322"/>
                  <a:gd name="connsiteY3" fmla="*/ 60503 h 69233"/>
                  <a:gd name="connsiteX4" fmla="*/ 53435 w 447322"/>
                  <a:gd name="connsiteY4" fmla="*/ 50005 h 69233"/>
                  <a:gd name="connsiteX5" fmla="*/ 80013 w 447322"/>
                  <a:gd name="connsiteY5" fmla="*/ 36690 h 69233"/>
                  <a:gd name="connsiteX6" fmla="*/ 106470 w 447322"/>
                  <a:gd name="connsiteY6" fmla="*/ 24053 h 69233"/>
                  <a:gd name="connsiteX7" fmla="*/ 107852 w 447322"/>
                  <a:gd name="connsiteY7" fmla="*/ 23725 h 69233"/>
                  <a:gd name="connsiteX8" fmla="*/ 219977 w 447322"/>
                  <a:gd name="connsiteY8" fmla="*/ 16370 h 69233"/>
                  <a:gd name="connsiteX9" fmla="*/ 331697 w 447322"/>
                  <a:gd name="connsiteY9" fmla="*/ 13969 h 69233"/>
                  <a:gd name="connsiteX10" fmla="*/ 355552 w 447322"/>
                  <a:gd name="connsiteY10" fmla="*/ 7312 h 69233"/>
                  <a:gd name="connsiteX11" fmla="*/ 379774 w 447322"/>
                  <a:gd name="connsiteY11" fmla="*/ 2248 h 69233"/>
                  <a:gd name="connsiteX12" fmla="*/ 380505 w 447322"/>
                  <a:gd name="connsiteY12" fmla="*/ 2183 h 69233"/>
                  <a:gd name="connsiteX13" fmla="*/ 444513 w 447322"/>
                  <a:gd name="connsiteY13" fmla="*/ 0 h 69233"/>
                  <a:gd name="connsiteX14" fmla="*/ 447318 w 447322"/>
                  <a:gd name="connsiteY14" fmla="*/ 1288 h 69233"/>
                  <a:gd name="connsiteX15" fmla="*/ 445001 w 447322"/>
                  <a:gd name="connsiteY15" fmla="*/ 2837 h 69233"/>
                  <a:gd name="connsiteX16" fmla="*/ 443701 w 447322"/>
                  <a:gd name="connsiteY16" fmla="*/ 2881 h 69233"/>
                  <a:gd name="connsiteX17" fmla="*/ 381237 w 447322"/>
                  <a:gd name="connsiteY17" fmla="*/ 4955 h 69233"/>
                  <a:gd name="connsiteX18" fmla="*/ 357625 w 447322"/>
                  <a:gd name="connsiteY18" fmla="*/ 9866 h 69233"/>
                  <a:gd name="connsiteX19" fmla="*/ 333526 w 447322"/>
                  <a:gd name="connsiteY19" fmla="*/ 16632 h 69233"/>
                  <a:gd name="connsiteX20" fmla="*/ 332469 w 447322"/>
                  <a:gd name="connsiteY20" fmla="*/ 16741 h 69233"/>
                  <a:gd name="connsiteX21" fmla="*/ 220424 w 447322"/>
                  <a:gd name="connsiteY21" fmla="*/ 19186 h 69233"/>
                  <a:gd name="connsiteX22" fmla="*/ 109233 w 447322"/>
                  <a:gd name="connsiteY22" fmla="*/ 26476 h 69233"/>
                  <a:gd name="connsiteX23" fmla="*/ 83386 w 447322"/>
                  <a:gd name="connsiteY23" fmla="*/ 38742 h 69233"/>
                  <a:gd name="connsiteX24" fmla="*/ 56645 w 447322"/>
                  <a:gd name="connsiteY24" fmla="*/ 52165 h 69233"/>
                  <a:gd name="connsiteX25" fmla="*/ 29213 w 447322"/>
                  <a:gd name="connsiteY25" fmla="*/ 62926 h 69233"/>
                  <a:gd name="connsiteX26" fmla="*/ 3569 w 447322"/>
                  <a:gd name="connsiteY26" fmla="*/ 69103 h 69233"/>
                  <a:gd name="connsiteX27" fmla="*/ 2594 w 447322"/>
                  <a:gd name="connsiteY27" fmla="*/ 69212 h 69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47322" h="69233">
                    <a:moveTo>
                      <a:pt x="2513" y="69234"/>
                    </a:moveTo>
                    <a:cubicBezTo>
                      <a:pt x="1537" y="69234"/>
                      <a:pt x="562" y="68906"/>
                      <a:pt x="196" y="68383"/>
                    </a:cubicBezTo>
                    <a:cubicBezTo>
                      <a:pt x="-332" y="67640"/>
                      <a:pt x="237" y="66833"/>
                      <a:pt x="1537" y="66527"/>
                    </a:cubicBezTo>
                    <a:lnTo>
                      <a:pt x="26694" y="60503"/>
                    </a:lnTo>
                    <a:lnTo>
                      <a:pt x="53435" y="50005"/>
                    </a:lnTo>
                    <a:lnTo>
                      <a:pt x="80013" y="36690"/>
                    </a:lnTo>
                    <a:lnTo>
                      <a:pt x="106470" y="24053"/>
                    </a:lnTo>
                    <a:cubicBezTo>
                      <a:pt x="106876" y="23900"/>
                      <a:pt x="107364" y="23791"/>
                      <a:pt x="107852" y="23725"/>
                    </a:cubicBezTo>
                    <a:lnTo>
                      <a:pt x="219977" y="16370"/>
                    </a:lnTo>
                    <a:lnTo>
                      <a:pt x="331697" y="13969"/>
                    </a:lnTo>
                    <a:lnTo>
                      <a:pt x="355552" y="7312"/>
                    </a:lnTo>
                    <a:lnTo>
                      <a:pt x="379774" y="2248"/>
                    </a:lnTo>
                    <a:cubicBezTo>
                      <a:pt x="380018" y="2183"/>
                      <a:pt x="380262" y="2183"/>
                      <a:pt x="380505" y="2183"/>
                    </a:cubicBezTo>
                    <a:lnTo>
                      <a:pt x="444513" y="0"/>
                    </a:lnTo>
                    <a:cubicBezTo>
                      <a:pt x="445936" y="0"/>
                      <a:pt x="447196" y="546"/>
                      <a:pt x="447318" y="1288"/>
                    </a:cubicBezTo>
                    <a:cubicBezTo>
                      <a:pt x="447399" y="2095"/>
                      <a:pt x="446383" y="2728"/>
                      <a:pt x="445001" y="2837"/>
                    </a:cubicBezTo>
                    <a:lnTo>
                      <a:pt x="443701" y="2881"/>
                    </a:lnTo>
                    <a:lnTo>
                      <a:pt x="381237" y="4955"/>
                    </a:lnTo>
                    <a:lnTo>
                      <a:pt x="357625" y="9866"/>
                    </a:lnTo>
                    <a:lnTo>
                      <a:pt x="333526" y="16632"/>
                    </a:lnTo>
                    <a:cubicBezTo>
                      <a:pt x="333200" y="16697"/>
                      <a:pt x="332875" y="16741"/>
                      <a:pt x="332469" y="16741"/>
                    </a:cubicBezTo>
                    <a:lnTo>
                      <a:pt x="220424" y="19186"/>
                    </a:lnTo>
                    <a:lnTo>
                      <a:pt x="109233" y="26476"/>
                    </a:lnTo>
                    <a:lnTo>
                      <a:pt x="83386" y="38742"/>
                    </a:lnTo>
                    <a:lnTo>
                      <a:pt x="56645" y="52165"/>
                    </a:lnTo>
                    <a:lnTo>
                      <a:pt x="29213" y="62926"/>
                    </a:lnTo>
                    <a:lnTo>
                      <a:pt x="3569" y="69103"/>
                    </a:lnTo>
                    <a:cubicBezTo>
                      <a:pt x="3285" y="69168"/>
                      <a:pt x="2919" y="69212"/>
                      <a:pt x="2594" y="6921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49" name="Freeform: Shape 448">
                <a:extLst>
                  <a:ext uri="{FF2B5EF4-FFF2-40B4-BE49-F238E27FC236}">
                    <a16:creationId xmlns:a16="http://schemas.microsoft.com/office/drawing/2014/main" id="{FF306394-5A67-42BB-94AB-634A1B025596}"/>
                  </a:ext>
                </a:extLst>
              </p:cNvPr>
              <p:cNvSpPr/>
              <p:nvPr/>
            </p:nvSpPr>
            <p:spPr>
              <a:xfrm>
                <a:off x="5697118" y="6086196"/>
                <a:ext cx="206240" cy="816696"/>
              </a:xfrm>
              <a:custGeom>
                <a:avLst/>
                <a:gdLst>
                  <a:gd name="connsiteX0" fmla="*/ 5161 w 206240"/>
                  <a:gd name="connsiteY0" fmla="*/ 816696 h 816696"/>
                  <a:gd name="connsiteX1" fmla="*/ 35723 w 206240"/>
                  <a:gd name="connsiteY1" fmla="*/ 714963 h 816696"/>
                  <a:gd name="connsiteX2" fmla="*/ 61814 w 206240"/>
                  <a:gd name="connsiteY2" fmla="*/ 621240 h 816696"/>
                  <a:gd name="connsiteX3" fmla="*/ 73965 w 206240"/>
                  <a:gd name="connsiteY3" fmla="*/ 594699 h 816696"/>
                  <a:gd name="connsiteX4" fmla="*/ 91237 w 206240"/>
                  <a:gd name="connsiteY4" fmla="*/ 555214 h 816696"/>
                  <a:gd name="connsiteX5" fmla="*/ 96805 w 206240"/>
                  <a:gd name="connsiteY5" fmla="*/ 541245 h 816696"/>
                  <a:gd name="connsiteX6" fmla="*/ 102210 w 206240"/>
                  <a:gd name="connsiteY6" fmla="*/ 526600 h 816696"/>
                  <a:gd name="connsiteX7" fmla="*/ 107452 w 206240"/>
                  <a:gd name="connsiteY7" fmla="*/ 510710 h 816696"/>
                  <a:gd name="connsiteX8" fmla="*/ 112614 w 206240"/>
                  <a:gd name="connsiteY8" fmla="*/ 493598 h 816696"/>
                  <a:gd name="connsiteX9" fmla="*/ 127488 w 206240"/>
                  <a:gd name="connsiteY9" fmla="*/ 449530 h 816696"/>
                  <a:gd name="connsiteX10" fmla="*/ 132243 w 206240"/>
                  <a:gd name="connsiteY10" fmla="*/ 433444 h 816696"/>
                  <a:gd name="connsiteX11" fmla="*/ 137201 w 206240"/>
                  <a:gd name="connsiteY11" fmla="*/ 418296 h 816696"/>
                  <a:gd name="connsiteX12" fmla="*/ 142646 w 206240"/>
                  <a:gd name="connsiteY12" fmla="*/ 404764 h 816696"/>
                  <a:gd name="connsiteX13" fmla="*/ 148133 w 206240"/>
                  <a:gd name="connsiteY13" fmla="*/ 388307 h 816696"/>
                  <a:gd name="connsiteX14" fmla="*/ 153619 w 206240"/>
                  <a:gd name="connsiteY14" fmla="*/ 368161 h 816696"/>
                  <a:gd name="connsiteX15" fmla="*/ 158984 w 206240"/>
                  <a:gd name="connsiteY15" fmla="*/ 343541 h 816696"/>
                  <a:gd name="connsiteX16" fmla="*/ 164064 w 206240"/>
                  <a:gd name="connsiteY16" fmla="*/ 326276 h 816696"/>
                  <a:gd name="connsiteX17" fmla="*/ 168778 w 206240"/>
                  <a:gd name="connsiteY17" fmla="*/ 312110 h 816696"/>
                  <a:gd name="connsiteX18" fmla="*/ 176784 w 206240"/>
                  <a:gd name="connsiteY18" fmla="*/ 284718 h 816696"/>
                  <a:gd name="connsiteX19" fmla="*/ 180117 w 206240"/>
                  <a:gd name="connsiteY19" fmla="*/ 269483 h 816696"/>
                  <a:gd name="connsiteX20" fmla="*/ 181498 w 206240"/>
                  <a:gd name="connsiteY20" fmla="*/ 248486 h 816696"/>
                  <a:gd name="connsiteX21" fmla="*/ 181783 w 206240"/>
                  <a:gd name="connsiteY21" fmla="*/ 223647 h 816696"/>
                  <a:gd name="connsiteX22" fmla="*/ 181254 w 206240"/>
                  <a:gd name="connsiteY22" fmla="*/ 194814 h 816696"/>
                  <a:gd name="connsiteX23" fmla="*/ 178775 w 206240"/>
                  <a:gd name="connsiteY23" fmla="*/ 139397 h 816696"/>
                  <a:gd name="connsiteX24" fmla="*/ 178288 w 206240"/>
                  <a:gd name="connsiteY24" fmla="*/ 118836 h 816696"/>
                  <a:gd name="connsiteX25" fmla="*/ 178491 w 206240"/>
                  <a:gd name="connsiteY25" fmla="*/ 101790 h 816696"/>
                  <a:gd name="connsiteX26" fmla="*/ 179670 w 206240"/>
                  <a:gd name="connsiteY26" fmla="*/ 83303 h 816696"/>
                  <a:gd name="connsiteX27" fmla="*/ 182352 w 206240"/>
                  <a:gd name="connsiteY27" fmla="*/ 64597 h 816696"/>
                  <a:gd name="connsiteX28" fmla="*/ 186619 w 206240"/>
                  <a:gd name="connsiteY28" fmla="*/ 49406 h 816696"/>
                  <a:gd name="connsiteX29" fmla="*/ 192268 w 206240"/>
                  <a:gd name="connsiteY29" fmla="*/ 33254 h 816696"/>
                  <a:gd name="connsiteX30" fmla="*/ 198974 w 206240"/>
                  <a:gd name="connsiteY30" fmla="*/ 16317 h 816696"/>
                  <a:gd name="connsiteX31" fmla="*/ 206167 w 206240"/>
                  <a:gd name="connsiteY31" fmla="*/ 1759 h 816696"/>
                  <a:gd name="connsiteX32" fmla="*/ 204379 w 206240"/>
                  <a:gd name="connsiteY32" fmla="*/ 56 h 816696"/>
                  <a:gd name="connsiteX33" fmla="*/ 201249 w 206240"/>
                  <a:gd name="connsiteY33" fmla="*/ 1017 h 816696"/>
                  <a:gd name="connsiteX34" fmla="*/ 194056 w 206240"/>
                  <a:gd name="connsiteY34" fmla="*/ 15619 h 816696"/>
                  <a:gd name="connsiteX35" fmla="*/ 187310 w 206240"/>
                  <a:gd name="connsiteY35" fmla="*/ 32665 h 816696"/>
                  <a:gd name="connsiteX36" fmla="*/ 181580 w 206240"/>
                  <a:gd name="connsiteY36" fmla="*/ 48926 h 816696"/>
                  <a:gd name="connsiteX37" fmla="*/ 177312 w 206240"/>
                  <a:gd name="connsiteY37" fmla="*/ 64270 h 816696"/>
                  <a:gd name="connsiteX38" fmla="*/ 174590 w 206240"/>
                  <a:gd name="connsiteY38" fmla="*/ 83128 h 816696"/>
                  <a:gd name="connsiteX39" fmla="*/ 173330 w 206240"/>
                  <a:gd name="connsiteY39" fmla="*/ 101724 h 816696"/>
                  <a:gd name="connsiteX40" fmla="*/ 173167 w 206240"/>
                  <a:gd name="connsiteY40" fmla="*/ 118815 h 816696"/>
                  <a:gd name="connsiteX41" fmla="*/ 173655 w 206240"/>
                  <a:gd name="connsiteY41" fmla="*/ 139441 h 816696"/>
                  <a:gd name="connsiteX42" fmla="*/ 176134 w 206240"/>
                  <a:gd name="connsiteY42" fmla="*/ 194858 h 816696"/>
                  <a:gd name="connsiteX43" fmla="*/ 176622 w 206240"/>
                  <a:gd name="connsiteY43" fmla="*/ 223626 h 816696"/>
                  <a:gd name="connsiteX44" fmla="*/ 176337 w 206240"/>
                  <a:gd name="connsiteY44" fmla="*/ 248399 h 816696"/>
                  <a:gd name="connsiteX45" fmla="*/ 174996 w 206240"/>
                  <a:gd name="connsiteY45" fmla="*/ 269178 h 816696"/>
                  <a:gd name="connsiteX46" fmla="*/ 171704 w 206240"/>
                  <a:gd name="connsiteY46" fmla="*/ 284303 h 816696"/>
                  <a:gd name="connsiteX47" fmla="*/ 163739 w 206240"/>
                  <a:gd name="connsiteY47" fmla="*/ 311586 h 816696"/>
                  <a:gd name="connsiteX48" fmla="*/ 159024 w 206240"/>
                  <a:gd name="connsiteY48" fmla="*/ 325752 h 816696"/>
                  <a:gd name="connsiteX49" fmla="*/ 153904 w 206240"/>
                  <a:gd name="connsiteY49" fmla="*/ 343060 h 816696"/>
                  <a:gd name="connsiteX50" fmla="*/ 148539 w 206240"/>
                  <a:gd name="connsiteY50" fmla="*/ 367724 h 816696"/>
                  <a:gd name="connsiteX51" fmla="*/ 143094 w 206240"/>
                  <a:gd name="connsiteY51" fmla="*/ 387827 h 816696"/>
                  <a:gd name="connsiteX52" fmla="*/ 137607 w 206240"/>
                  <a:gd name="connsiteY52" fmla="*/ 404131 h 816696"/>
                  <a:gd name="connsiteX53" fmla="*/ 132161 w 206240"/>
                  <a:gd name="connsiteY53" fmla="*/ 417663 h 816696"/>
                  <a:gd name="connsiteX54" fmla="*/ 127203 w 206240"/>
                  <a:gd name="connsiteY54" fmla="*/ 432898 h 816696"/>
                  <a:gd name="connsiteX55" fmla="*/ 122448 w 206240"/>
                  <a:gd name="connsiteY55" fmla="*/ 448985 h 816696"/>
                  <a:gd name="connsiteX56" fmla="*/ 107574 w 206240"/>
                  <a:gd name="connsiteY56" fmla="*/ 493009 h 816696"/>
                  <a:gd name="connsiteX57" fmla="*/ 102413 w 206240"/>
                  <a:gd name="connsiteY57" fmla="*/ 510121 h 816696"/>
                  <a:gd name="connsiteX58" fmla="*/ 97170 w 206240"/>
                  <a:gd name="connsiteY58" fmla="*/ 525989 h 816696"/>
                  <a:gd name="connsiteX59" fmla="*/ 91765 w 206240"/>
                  <a:gd name="connsiteY59" fmla="*/ 540591 h 816696"/>
                  <a:gd name="connsiteX60" fmla="*/ 86279 w 206240"/>
                  <a:gd name="connsiteY60" fmla="*/ 554494 h 816696"/>
                  <a:gd name="connsiteX61" fmla="*/ 80670 w 206240"/>
                  <a:gd name="connsiteY61" fmla="*/ 567808 h 816696"/>
                  <a:gd name="connsiteX62" fmla="*/ 56855 w 206240"/>
                  <a:gd name="connsiteY62" fmla="*/ 620607 h 816696"/>
                  <a:gd name="connsiteX63" fmla="*/ 30724 w 206240"/>
                  <a:gd name="connsiteY63" fmla="*/ 714439 h 816696"/>
                  <a:gd name="connsiteX64" fmla="*/ 0 w 206240"/>
                  <a:gd name="connsiteY64" fmla="*/ 816587 h 816696"/>
                  <a:gd name="connsiteX65" fmla="*/ 5161 w 206240"/>
                  <a:gd name="connsiteY65" fmla="*/ 816587 h 81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6240" h="816696">
                    <a:moveTo>
                      <a:pt x="5161" y="816696"/>
                    </a:moveTo>
                    <a:lnTo>
                      <a:pt x="35723" y="714963"/>
                    </a:lnTo>
                    <a:lnTo>
                      <a:pt x="61814" y="621240"/>
                    </a:lnTo>
                    <a:lnTo>
                      <a:pt x="73965" y="594699"/>
                    </a:lnTo>
                    <a:lnTo>
                      <a:pt x="91237" y="555214"/>
                    </a:lnTo>
                    <a:lnTo>
                      <a:pt x="96805" y="541245"/>
                    </a:lnTo>
                    <a:lnTo>
                      <a:pt x="102210" y="526600"/>
                    </a:lnTo>
                    <a:lnTo>
                      <a:pt x="107452" y="510710"/>
                    </a:lnTo>
                    <a:lnTo>
                      <a:pt x="112614" y="493598"/>
                    </a:lnTo>
                    <a:lnTo>
                      <a:pt x="127488" y="449530"/>
                    </a:lnTo>
                    <a:lnTo>
                      <a:pt x="132243" y="433444"/>
                    </a:lnTo>
                    <a:lnTo>
                      <a:pt x="137201" y="418296"/>
                    </a:lnTo>
                    <a:lnTo>
                      <a:pt x="142646" y="404764"/>
                    </a:lnTo>
                    <a:lnTo>
                      <a:pt x="148133" y="388307"/>
                    </a:lnTo>
                    <a:lnTo>
                      <a:pt x="153619" y="368161"/>
                    </a:lnTo>
                    <a:lnTo>
                      <a:pt x="158984" y="343541"/>
                    </a:lnTo>
                    <a:lnTo>
                      <a:pt x="164064" y="326276"/>
                    </a:lnTo>
                    <a:lnTo>
                      <a:pt x="168778" y="312110"/>
                    </a:lnTo>
                    <a:lnTo>
                      <a:pt x="176784" y="284718"/>
                    </a:lnTo>
                    <a:lnTo>
                      <a:pt x="180117" y="269483"/>
                    </a:lnTo>
                    <a:lnTo>
                      <a:pt x="181498" y="248486"/>
                    </a:lnTo>
                    <a:lnTo>
                      <a:pt x="181783" y="223647"/>
                    </a:lnTo>
                    <a:lnTo>
                      <a:pt x="181254" y="194814"/>
                    </a:lnTo>
                    <a:lnTo>
                      <a:pt x="178775" y="139397"/>
                    </a:lnTo>
                    <a:lnTo>
                      <a:pt x="178288" y="118836"/>
                    </a:lnTo>
                    <a:lnTo>
                      <a:pt x="178491" y="101790"/>
                    </a:lnTo>
                    <a:lnTo>
                      <a:pt x="179670" y="83303"/>
                    </a:lnTo>
                    <a:lnTo>
                      <a:pt x="182352" y="64597"/>
                    </a:lnTo>
                    <a:lnTo>
                      <a:pt x="186619" y="49406"/>
                    </a:lnTo>
                    <a:lnTo>
                      <a:pt x="192268" y="33254"/>
                    </a:lnTo>
                    <a:lnTo>
                      <a:pt x="198974" y="16317"/>
                    </a:lnTo>
                    <a:lnTo>
                      <a:pt x="206167" y="1759"/>
                    </a:lnTo>
                    <a:cubicBezTo>
                      <a:pt x="206492" y="1017"/>
                      <a:pt x="205720" y="275"/>
                      <a:pt x="204379" y="56"/>
                    </a:cubicBezTo>
                    <a:cubicBezTo>
                      <a:pt x="202997" y="-162"/>
                      <a:pt x="201615" y="275"/>
                      <a:pt x="201249" y="1017"/>
                    </a:cubicBezTo>
                    <a:lnTo>
                      <a:pt x="194056" y="15619"/>
                    </a:lnTo>
                    <a:lnTo>
                      <a:pt x="187310" y="32665"/>
                    </a:lnTo>
                    <a:lnTo>
                      <a:pt x="181580" y="48926"/>
                    </a:lnTo>
                    <a:lnTo>
                      <a:pt x="177312" y="64270"/>
                    </a:lnTo>
                    <a:lnTo>
                      <a:pt x="174590" y="83128"/>
                    </a:lnTo>
                    <a:lnTo>
                      <a:pt x="173330" y="101724"/>
                    </a:lnTo>
                    <a:lnTo>
                      <a:pt x="173167" y="118815"/>
                    </a:lnTo>
                    <a:lnTo>
                      <a:pt x="173655" y="139441"/>
                    </a:lnTo>
                    <a:lnTo>
                      <a:pt x="176134" y="194858"/>
                    </a:lnTo>
                    <a:lnTo>
                      <a:pt x="176622" y="223626"/>
                    </a:lnTo>
                    <a:lnTo>
                      <a:pt x="176337" y="248399"/>
                    </a:lnTo>
                    <a:lnTo>
                      <a:pt x="174996" y="269178"/>
                    </a:lnTo>
                    <a:lnTo>
                      <a:pt x="171704" y="284303"/>
                    </a:lnTo>
                    <a:lnTo>
                      <a:pt x="163739" y="311586"/>
                    </a:lnTo>
                    <a:lnTo>
                      <a:pt x="159024" y="325752"/>
                    </a:lnTo>
                    <a:lnTo>
                      <a:pt x="153904" y="343060"/>
                    </a:lnTo>
                    <a:lnTo>
                      <a:pt x="148539" y="367724"/>
                    </a:lnTo>
                    <a:lnTo>
                      <a:pt x="143094" y="387827"/>
                    </a:lnTo>
                    <a:lnTo>
                      <a:pt x="137607" y="404131"/>
                    </a:lnTo>
                    <a:lnTo>
                      <a:pt x="132161" y="417663"/>
                    </a:lnTo>
                    <a:lnTo>
                      <a:pt x="127203" y="432898"/>
                    </a:lnTo>
                    <a:lnTo>
                      <a:pt x="122448" y="448985"/>
                    </a:lnTo>
                    <a:lnTo>
                      <a:pt x="107574" y="493009"/>
                    </a:lnTo>
                    <a:lnTo>
                      <a:pt x="102413" y="510121"/>
                    </a:lnTo>
                    <a:lnTo>
                      <a:pt x="97170" y="525989"/>
                    </a:lnTo>
                    <a:lnTo>
                      <a:pt x="91765" y="540591"/>
                    </a:lnTo>
                    <a:lnTo>
                      <a:pt x="86279" y="554494"/>
                    </a:lnTo>
                    <a:lnTo>
                      <a:pt x="80670" y="567808"/>
                    </a:lnTo>
                    <a:lnTo>
                      <a:pt x="56855" y="620607"/>
                    </a:lnTo>
                    <a:lnTo>
                      <a:pt x="30724" y="714439"/>
                    </a:lnTo>
                    <a:lnTo>
                      <a:pt x="0" y="816587"/>
                    </a:lnTo>
                    <a:lnTo>
                      <a:pt x="5161" y="81658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0" name="Freeform: Shape 449">
                <a:extLst>
                  <a:ext uri="{FF2B5EF4-FFF2-40B4-BE49-F238E27FC236}">
                    <a16:creationId xmlns:a16="http://schemas.microsoft.com/office/drawing/2014/main" id="{C0092B6A-1D0F-4953-93EF-22B9440EC77A}"/>
                  </a:ext>
                </a:extLst>
              </p:cNvPr>
              <p:cNvSpPr/>
              <p:nvPr/>
            </p:nvSpPr>
            <p:spPr>
              <a:xfrm>
                <a:off x="5949139" y="5488980"/>
                <a:ext cx="221394" cy="594806"/>
              </a:xfrm>
              <a:custGeom>
                <a:avLst/>
                <a:gdLst>
                  <a:gd name="connsiteX0" fmla="*/ 147632 w 221394"/>
                  <a:gd name="connsiteY0" fmla="*/ 594784 h 594806"/>
                  <a:gd name="connsiteX1" fmla="*/ 147307 w 221394"/>
                  <a:gd name="connsiteY1" fmla="*/ 594784 h 594806"/>
                  <a:gd name="connsiteX2" fmla="*/ 145113 w 221394"/>
                  <a:gd name="connsiteY2" fmla="*/ 593191 h 594806"/>
                  <a:gd name="connsiteX3" fmla="*/ 163523 w 221394"/>
                  <a:gd name="connsiteY3" fmla="*/ 515183 h 594806"/>
                  <a:gd name="connsiteX4" fmla="*/ 165108 w 221394"/>
                  <a:gd name="connsiteY4" fmla="*/ 511298 h 594806"/>
                  <a:gd name="connsiteX5" fmla="*/ 204041 w 221394"/>
                  <a:gd name="connsiteY5" fmla="*/ 431587 h 594806"/>
                  <a:gd name="connsiteX6" fmla="*/ 209608 w 221394"/>
                  <a:gd name="connsiteY6" fmla="*/ 419604 h 594806"/>
                  <a:gd name="connsiteX7" fmla="*/ 213469 w 221394"/>
                  <a:gd name="connsiteY7" fmla="*/ 407622 h 594806"/>
                  <a:gd name="connsiteX8" fmla="*/ 216233 w 221394"/>
                  <a:gd name="connsiteY8" fmla="*/ 367177 h 594806"/>
                  <a:gd name="connsiteX9" fmla="*/ 215217 w 221394"/>
                  <a:gd name="connsiteY9" fmla="*/ 345743 h 594806"/>
                  <a:gd name="connsiteX10" fmla="*/ 213592 w 221394"/>
                  <a:gd name="connsiteY10" fmla="*/ 341334 h 594806"/>
                  <a:gd name="connsiteX11" fmla="*/ 211437 w 221394"/>
                  <a:gd name="connsiteY11" fmla="*/ 339894 h 594806"/>
                  <a:gd name="connsiteX12" fmla="*/ 191889 w 221394"/>
                  <a:gd name="connsiteY12" fmla="*/ 331796 h 594806"/>
                  <a:gd name="connsiteX13" fmla="*/ 190914 w 221394"/>
                  <a:gd name="connsiteY13" fmla="*/ 330880 h 594806"/>
                  <a:gd name="connsiteX14" fmla="*/ 187541 w 221394"/>
                  <a:gd name="connsiteY14" fmla="*/ 319682 h 594806"/>
                  <a:gd name="connsiteX15" fmla="*/ 186240 w 221394"/>
                  <a:gd name="connsiteY15" fmla="*/ 316801 h 594806"/>
                  <a:gd name="connsiteX16" fmla="*/ 127475 w 221394"/>
                  <a:gd name="connsiteY16" fmla="*/ 300497 h 594806"/>
                  <a:gd name="connsiteX17" fmla="*/ 105936 w 221394"/>
                  <a:gd name="connsiteY17" fmla="*/ 296023 h 594806"/>
                  <a:gd name="connsiteX18" fmla="*/ 103417 w 221394"/>
                  <a:gd name="connsiteY18" fmla="*/ 295913 h 594806"/>
                  <a:gd name="connsiteX19" fmla="*/ 102279 w 221394"/>
                  <a:gd name="connsiteY19" fmla="*/ 295695 h 594806"/>
                  <a:gd name="connsiteX20" fmla="*/ 86023 w 221394"/>
                  <a:gd name="connsiteY20" fmla="*/ 290217 h 594806"/>
                  <a:gd name="connsiteX21" fmla="*/ 18153 w 221394"/>
                  <a:gd name="connsiteY21" fmla="*/ 264003 h 594806"/>
                  <a:gd name="connsiteX22" fmla="*/ 17219 w 221394"/>
                  <a:gd name="connsiteY22" fmla="*/ 263305 h 594806"/>
                  <a:gd name="connsiteX23" fmla="*/ 13846 w 221394"/>
                  <a:gd name="connsiteY23" fmla="*/ 257913 h 594806"/>
                  <a:gd name="connsiteX24" fmla="*/ 801 w 221394"/>
                  <a:gd name="connsiteY24" fmla="*/ 251344 h 594806"/>
                  <a:gd name="connsiteX25" fmla="*/ 109 w 221394"/>
                  <a:gd name="connsiteY25" fmla="*/ 249903 h 594806"/>
                  <a:gd name="connsiteX26" fmla="*/ 1491 w 221394"/>
                  <a:gd name="connsiteY26" fmla="*/ 247175 h 594806"/>
                  <a:gd name="connsiteX27" fmla="*/ 7750 w 221394"/>
                  <a:gd name="connsiteY27" fmla="*/ 240299 h 594806"/>
                  <a:gd name="connsiteX28" fmla="*/ 13440 w 221394"/>
                  <a:gd name="connsiteY28" fmla="*/ 231983 h 594806"/>
                  <a:gd name="connsiteX29" fmla="*/ 18153 w 221394"/>
                  <a:gd name="connsiteY29" fmla="*/ 218931 h 594806"/>
                  <a:gd name="connsiteX30" fmla="*/ 25063 w 221394"/>
                  <a:gd name="connsiteY30" fmla="*/ 209284 h 594806"/>
                  <a:gd name="connsiteX31" fmla="*/ 33475 w 221394"/>
                  <a:gd name="connsiteY31" fmla="*/ 198785 h 594806"/>
                  <a:gd name="connsiteX32" fmla="*/ 43391 w 221394"/>
                  <a:gd name="connsiteY32" fmla="*/ 187108 h 594806"/>
                  <a:gd name="connsiteX33" fmla="*/ 54404 w 221394"/>
                  <a:gd name="connsiteY33" fmla="*/ 170542 h 594806"/>
                  <a:gd name="connsiteX34" fmla="*/ 65865 w 221394"/>
                  <a:gd name="connsiteY34" fmla="*/ 155089 h 594806"/>
                  <a:gd name="connsiteX35" fmla="*/ 77081 w 221394"/>
                  <a:gd name="connsiteY35" fmla="*/ 134528 h 594806"/>
                  <a:gd name="connsiteX36" fmla="*/ 87039 w 221394"/>
                  <a:gd name="connsiteY36" fmla="*/ 110017 h 594806"/>
                  <a:gd name="connsiteX37" fmla="*/ 93622 w 221394"/>
                  <a:gd name="connsiteY37" fmla="*/ 81228 h 594806"/>
                  <a:gd name="connsiteX38" fmla="*/ 96142 w 221394"/>
                  <a:gd name="connsiteY38" fmla="*/ 55341 h 594806"/>
                  <a:gd name="connsiteX39" fmla="*/ 94069 w 221394"/>
                  <a:gd name="connsiteY39" fmla="*/ 35086 h 594806"/>
                  <a:gd name="connsiteX40" fmla="*/ 87567 w 221394"/>
                  <a:gd name="connsiteY40" fmla="*/ 15901 h 594806"/>
                  <a:gd name="connsiteX41" fmla="*/ 79033 w 221394"/>
                  <a:gd name="connsiteY41" fmla="*/ 1888 h 594806"/>
                  <a:gd name="connsiteX42" fmla="*/ 80617 w 221394"/>
                  <a:gd name="connsiteY42" fmla="*/ 76 h 594806"/>
                  <a:gd name="connsiteX43" fmla="*/ 83828 w 221394"/>
                  <a:gd name="connsiteY43" fmla="*/ 993 h 594806"/>
                  <a:gd name="connsiteX44" fmla="*/ 92443 w 221394"/>
                  <a:gd name="connsiteY44" fmla="*/ 15224 h 594806"/>
                  <a:gd name="connsiteX45" fmla="*/ 99068 w 221394"/>
                  <a:gd name="connsiteY45" fmla="*/ 34715 h 594806"/>
                  <a:gd name="connsiteX46" fmla="*/ 101140 w 221394"/>
                  <a:gd name="connsiteY46" fmla="*/ 55341 h 594806"/>
                  <a:gd name="connsiteX47" fmla="*/ 98621 w 221394"/>
                  <a:gd name="connsiteY47" fmla="*/ 81468 h 594806"/>
                  <a:gd name="connsiteX48" fmla="*/ 91996 w 221394"/>
                  <a:gd name="connsiteY48" fmla="*/ 110519 h 594806"/>
                  <a:gd name="connsiteX49" fmla="*/ 81918 w 221394"/>
                  <a:gd name="connsiteY49" fmla="*/ 135248 h 594806"/>
                  <a:gd name="connsiteX50" fmla="*/ 70620 w 221394"/>
                  <a:gd name="connsiteY50" fmla="*/ 156071 h 594806"/>
                  <a:gd name="connsiteX51" fmla="*/ 59078 w 221394"/>
                  <a:gd name="connsiteY51" fmla="*/ 171568 h 594806"/>
                  <a:gd name="connsiteX52" fmla="*/ 48064 w 221394"/>
                  <a:gd name="connsiteY52" fmla="*/ 188243 h 594806"/>
                  <a:gd name="connsiteX53" fmla="*/ 38108 w 221394"/>
                  <a:gd name="connsiteY53" fmla="*/ 199964 h 594806"/>
                  <a:gd name="connsiteX54" fmla="*/ 29736 w 221394"/>
                  <a:gd name="connsiteY54" fmla="*/ 210397 h 594806"/>
                  <a:gd name="connsiteX55" fmla="*/ 22990 w 221394"/>
                  <a:gd name="connsiteY55" fmla="*/ 219717 h 594806"/>
                  <a:gd name="connsiteX56" fmla="*/ 18275 w 221394"/>
                  <a:gd name="connsiteY56" fmla="*/ 232726 h 594806"/>
                  <a:gd name="connsiteX57" fmla="*/ 12383 w 221394"/>
                  <a:gd name="connsiteY57" fmla="*/ 241478 h 594806"/>
                  <a:gd name="connsiteX58" fmla="*/ 6165 w 221394"/>
                  <a:gd name="connsiteY58" fmla="*/ 248244 h 594806"/>
                  <a:gd name="connsiteX59" fmla="*/ 5392 w 221394"/>
                  <a:gd name="connsiteY59" fmla="*/ 249794 h 594806"/>
                  <a:gd name="connsiteX60" fmla="*/ 17747 w 221394"/>
                  <a:gd name="connsiteY60" fmla="*/ 256036 h 594806"/>
                  <a:gd name="connsiteX61" fmla="*/ 18438 w 221394"/>
                  <a:gd name="connsiteY61" fmla="*/ 256626 h 594806"/>
                  <a:gd name="connsiteX62" fmla="*/ 21770 w 221394"/>
                  <a:gd name="connsiteY62" fmla="*/ 261908 h 594806"/>
                  <a:gd name="connsiteX63" fmla="*/ 88786 w 221394"/>
                  <a:gd name="connsiteY63" fmla="*/ 287859 h 594806"/>
                  <a:gd name="connsiteX64" fmla="*/ 104392 w 221394"/>
                  <a:gd name="connsiteY64" fmla="*/ 293141 h 594806"/>
                  <a:gd name="connsiteX65" fmla="*/ 106627 w 221394"/>
                  <a:gd name="connsiteY65" fmla="*/ 293185 h 594806"/>
                  <a:gd name="connsiteX66" fmla="*/ 107359 w 221394"/>
                  <a:gd name="connsiteY66" fmla="*/ 293294 h 594806"/>
                  <a:gd name="connsiteX67" fmla="*/ 129466 w 221394"/>
                  <a:gd name="connsiteY67" fmla="*/ 297878 h 594806"/>
                  <a:gd name="connsiteX68" fmla="*/ 189695 w 221394"/>
                  <a:gd name="connsiteY68" fmla="*/ 314662 h 594806"/>
                  <a:gd name="connsiteX69" fmla="*/ 190914 w 221394"/>
                  <a:gd name="connsiteY69" fmla="*/ 315579 h 594806"/>
                  <a:gd name="connsiteX70" fmla="*/ 192458 w 221394"/>
                  <a:gd name="connsiteY70" fmla="*/ 319093 h 594806"/>
                  <a:gd name="connsiteX71" fmla="*/ 195751 w 221394"/>
                  <a:gd name="connsiteY71" fmla="*/ 329854 h 594806"/>
                  <a:gd name="connsiteX72" fmla="*/ 214892 w 221394"/>
                  <a:gd name="connsiteY72" fmla="*/ 337842 h 594806"/>
                  <a:gd name="connsiteX73" fmla="*/ 217858 w 221394"/>
                  <a:gd name="connsiteY73" fmla="*/ 339697 h 594806"/>
                  <a:gd name="connsiteX74" fmla="*/ 218468 w 221394"/>
                  <a:gd name="connsiteY74" fmla="*/ 340396 h 594806"/>
                  <a:gd name="connsiteX75" fmla="*/ 220257 w 221394"/>
                  <a:gd name="connsiteY75" fmla="*/ 345416 h 594806"/>
                  <a:gd name="connsiteX76" fmla="*/ 221394 w 221394"/>
                  <a:gd name="connsiteY76" fmla="*/ 367155 h 594806"/>
                  <a:gd name="connsiteX77" fmla="*/ 218590 w 221394"/>
                  <a:gd name="connsiteY77" fmla="*/ 407927 h 594806"/>
                  <a:gd name="connsiteX78" fmla="*/ 214608 w 221394"/>
                  <a:gd name="connsiteY78" fmla="*/ 420194 h 594806"/>
                  <a:gd name="connsiteX79" fmla="*/ 202293 w 221394"/>
                  <a:gd name="connsiteY79" fmla="*/ 446145 h 594806"/>
                  <a:gd name="connsiteX80" fmla="*/ 170066 w 221394"/>
                  <a:gd name="connsiteY80" fmla="*/ 511952 h 594806"/>
                  <a:gd name="connsiteX81" fmla="*/ 168562 w 221394"/>
                  <a:gd name="connsiteY81" fmla="*/ 515685 h 594806"/>
                  <a:gd name="connsiteX82" fmla="*/ 150193 w 221394"/>
                  <a:gd name="connsiteY82" fmla="*/ 593584 h 594806"/>
                  <a:gd name="connsiteX83" fmla="*/ 147673 w 221394"/>
                  <a:gd name="connsiteY83" fmla="*/ 594806 h 59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221394" h="594806">
                    <a:moveTo>
                      <a:pt x="147632" y="594784"/>
                    </a:moveTo>
                    <a:lnTo>
                      <a:pt x="147307" y="594784"/>
                    </a:lnTo>
                    <a:cubicBezTo>
                      <a:pt x="145926" y="594675"/>
                      <a:pt x="144951" y="593977"/>
                      <a:pt x="145113" y="593191"/>
                    </a:cubicBezTo>
                    <a:lnTo>
                      <a:pt x="163523" y="515183"/>
                    </a:lnTo>
                    <a:lnTo>
                      <a:pt x="165108" y="511298"/>
                    </a:lnTo>
                    <a:lnTo>
                      <a:pt x="204041" y="431587"/>
                    </a:lnTo>
                    <a:lnTo>
                      <a:pt x="209608" y="419604"/>
                    </a:lnTo>
                    <a:lnTo>
                      <a:pt x="213469" y="407622"/>
                    </a:lnTo>
                    <a:lnTo>
                      <a:pt x="216233" y="367177"/>
                    </a:lnTo>
                    <a:lnTo>
                      <a:pt x="215217" y="345743"/>
                    </a:lnTo>
                    <a:lnTo>
                      <a:pt x="213592" y="341334"/>
                    </a:lnTo>
                    <a:lnTo>
                      <a:pt x="211437" y="339894"/>
                    </a:lnTo>
                    <a:lnTo>
                      <a:pt x="191889" y="331796"/>
                    </a:lnTo>
                    <a:cubicBezTo>
                      <a:pt x="191361" y="331578"/>
                      <a:pt x="190995" y="331251"/>
                      <a:pt x="190914" y="330880"/>
                    </a:cubicBezTo>
                    <a:lnTo>
                      <a:pt x="187541" y="319682"/>
                    </a:lnTo>
                    <a:lnTo>
                      <a:pt x="186240" y="316801"/>
                    </a:lnTo>
                    <a:lnTo>
                      <a:pt x="127475" y="300497"/>
                    </a:lnTo>
                    <a:lnTo>
                      <a:pt x="105936" y="296023"/>
                    </a:lnTo>
                    <a:lnTo>
                      <a:pt x="103417" y="295913"/>
                    </a:lnTo>
                    <a:cubicBezTo>
                      <a:pt x="103010" y="295913"/>
                      <a:pt x="102644" y="295870"/>
                      <a:pt x="102279" y="295695"/>
                    </a:cubicBezTo>
                    <a:lnTo>
                      <a:pt x="86023" y="290217"/>
                    </a:lnTo>
                    <a:lnTo>
                      <a:pt x="18153" y="264003"/>
                    </a:lnTo>
                    <a:cubicBezTo>
                      <a:pt x="17706" y="263850"/>
                      <a:pt x="17422" y="263588"/>
                      <a:pt x="17219" y="263305"/>
                    </a:cubicBezTo>
                    <a:lnTo>
                      <a:pt x="13846" y="257913"/>
                    </a:lnTo>
                    <a:lnTo>
                      <a:pt x="801" y="251344"/>
                    </a:lnTo>
                    <a:cubicBezTo>
                      <a:pt x="109" y="250973"/>
                      <a:pt x="-175" y="250383"/>
                      <a:pt x="109" y="249903"/>
                    </a:cubicBezTo>
                    <a:lnTo>
                      <a:pt x="1491" y="247175"/>
                    </a:lnTo>
                    <a:lnTo>
                      <a:pt x="7750" y="240299"/>
                    </a:lnTo>
                    <a:lnTo>
                      <a:pt x="13440" y="231983"/>
                    </a:lnTo>
                    <a:lnTo>
                      <a:pt x="18153" y="218931"/>
                    </a:lnTo>
                    <a:lnTo>
                      <a:pt x="25063" y="209284"/>
                    </a:lnTo>
                    <a:lnTo>
                      <a:pt x="33475" y="198785"/>
                    </a:lnTo>
                    <a:lnTo>
                      <a:pt x="43391" y="187108"/>
                    </a:lnTo>
                    <a:lnTo>
                      <a:pt x="54404" y="170542"/>
                    </a:lnTo>
                    <a:lnTo>
                      <a:pt x="65865" y="155089"/>
                    </a:lnTo>
                    <a:lnTo>
                      <a:pt x="77081" y="134528"/>
                    </a:lnTo>
                    <a:lnTo>
                      <a:pt x="87039" y="110017"/>
                    </a:lnTo>
                    <a:lnTo>
                      <a:pt x="93622" y="81228"/>
                    </a:lnTo>
                    <a:lnTo>
                      <a:pt x="96142" y="55341"/>
                    </a:lnTo>
                    <a:lnTo>
                      <a:pt x="94069" y="35086"/>
                    </a:lnTo>
                    <a:lnTo>
                      <a:pt x="87567" y="15901"/>
                    </a:lnTo>
                    <a:lnTo>
                      <a:pt x="79033" y="1888"/>
                    </a:lnTo>
                    <a:cubicBezTo>
                      <a:pt x="78585" y="1146"/>
                      <a:pt x="79317" y="338"/>
                      <a:pt x="80617" y="76"/>
                    </a:cubicBezTo>
                    <a:cubicBezTo>
                      <a:pt x="81959" y="-185"/>
                      <a:pt x="83381" y="251"/>
                      <a:pt x="83828" y="993"/>
                    </a:cubicBezTo>
                    <a:lnTo>
                      <a:pt x="92443" y="15224"/>
                    </a:lnTo>
                    <a:lnTo>
                      <a:pt x="99068" y="34715"/>
                    </a:lnTo>
                    <a:lnTo>
                      <a:pt x="101140" y="55341"/>
                    </a:lnTo>
                    <a:lnTo>
                      <a:pt x="98621" y="81468"/>
                    </a:lnTo>
                    <a:lnTo>
                      <a:pt x="91996" y="110519"/>
                    </a:lnTo>
                    <a:lnTo>
                      <a:pt x="81918" y="135248"/>
                    </a:lnTo>
                    <a:lnTo>
                      <a:pt x="70620" y="156071"/>
                    </a:lnTo>
                    <a:lnTo>
                      <a:pt x="59078" y="171568"/>
                    </a:lnTo>
                    <a:lnTo>
                      <a:pt x="48064" y="188243"/>
                    </a:lnTo>
                    <a:lnTo>
                      <a:pt x="38108" y="199964"/>
                    </a:lnTo>
                    <a:lnTo>
                      <a:pt x="29736" y="210397"/>
                    </a:lnTo>
                    <a:lnTo>
                      <a:pt x="22990" y="219717"/>
                    </a:lnTo>
                    <a:lnTo>
                      <a:pt x="18275" y="232726"/>
                    </a:lnTo>
                    <a:lnTo>
                      <a:pt x="12383" y="241478"/>
                    </a:lnTo>
                    <a:lnTo>
                      <a:pt x="6165" y="248244"/>
                    </a:lnTo>
                    <a:lnTo>
                      <a:pt x="5392" y="249794"/>
                    </a:lnTo>
                    <a:lnTo>
                      <a:pt x="17747" y="256036"/>
                    </a:lnTo>
                    <a:cubicBezTo>
                      <a:pt x="18032" y="256189"/>
                      <a:pt x="18275" y="256407"/>
                      <a:pt x="18438" y="256626"/>
                    </a:cubicBezTo>
                    <a:lnTo>
                      <a:pt x="21770" y="261908"/>
                    </a:lnTo>
                    <a:lnTo>
                      <a:pt x="88786" y="287859"/>
                    </a:lnTo>
                    <a:lnTo>
                      <a:pt x="104392" y="293141"/>
                    </a:lnTo>
                    <a:lnTo>
                      <a:pt x="106627" y="293185"/>
                    </a:lnTo>
                    <a:cubicBezTo>
                      <a:pt x="106871" y="293251"/>
                      <a:pt x="107114" y="293251"/>
                      <a:pt x="107359" y="293294"/>
                    </a:cubicBezTo>
                    <a:lnTo>
                      <a:pt x="129466" y="297878"/>
                    </a:lnTo>
                    <a:lnTo>
                      <a:pt x="189695" y="314662"/>
                    </a:lnTo>
                    <a:cubicBezTo>
                      <a:pt x="190264" y="314815"/>
                      <a:pt x="190711" y="315186"/>
                      <a:pt x="190914" y="315579"/>
                    </a:cubicBezTo>
                    <a:lnTo>
                      <a:pt x="192458" y="319093"/>
                    </a:lnTo>
                    <a:lnTo>
                      <a:pt x="195751" y="329854"/>
                    </a:lnTo>
                    <a:lnTo>
                      <a:pt x="214892" y="337842"/>
                    </a:lnTo>
                    <a:lnTo>
                      <a:pt x="217858" y="339697"/>
                    </a:lnTo>
                    <a:cubicBezTo>
                      <a:pt x="218143" y="339916"/>
                      <a:pt x="218346" y="340112"/>
                      <a:pt x="218468" y="340396"/>
                    </a:cubicBezTo>
                    <a:lnTo>
                      <a:pt x="220257" y="345416"/>
                    </a:lnTo>
                    <a:lnTo>
                      <a:pt x="221394" y="367155"/>
                    </a:lnTo>
                    <a:lnTo>
                      <a:pt x="218590" y="407927"/>
                    </a:lnTo>
                    <a:lnTo>
                      <a:pt x="214608" y="420194"/>
                    </a:lnTo>
                    <a:lnTo>
                      <a:pt x="202293" y="446145"/>
                    </a:lnTo>
                    <a:lnTo>
                      <a:pt x="170066" y="511952"/>
                    </a:lnTo>
                    <a:lnTo>
                      <a:pt x="168562" y="515685"/>
                    </a:lnTo>
                    <a:lnTo>
                      <a:pt x="150193" y="593584"/>
                    </a:lnTo>
                    <a:cubicBezTo>
                      <a:pt x="149990" y="594326"/>
                      <a:pt x="148892" y="594806"/>
                      <a:pt x="147673" y="5948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1" name="Freeform: Shape 450">
                <a:extLst>
                  <a:ext uri="{FF2B5EF4-FFF2-40B4-BE49-F238E27FC236}">
                    <a16:creationId xmlns:a16="http://schemas.microsoft.com/office/drawing/2014/main" id="{01DE87F4-62A1-4A66-BD47-5DF70AF97AC3}"/>
                  </a:ext>
                </a:extLst>
              </p:cNvPr>
              <p:cNvSpPr/>
              <p:nvPr/>
            </p:nvSpPr>
            <p:spPr>
              <a:xfrm>
                <a:off x="162" y="5647899"/>
                <a:ext cx="1903134" cy="102923"/>
              </a:xfrm>
              <a:custGeom>
                <a:avLst/>
                <a:gdLst>
                  <a:gd name="connsiteX0" fmla="*/ 1900570 w 1903134"/>
                  <a:gd name="connsiteY0" fmla="*/ 50758 h 102923"/>
                  <a:gd name="connsiteX1" fmla="*/ 1878747 w 1903134"/>
                  <a:gd name="connsiteY1" fmla="*/ 49863 h 102923"/>
                  <a:gd name="connsiteX2" fmla="*/ 1787551 w 1903134"/>
                  <a:gd name="connsiteY2" fmla="*/ 47833 h 102923"/>
                  <a:gd name="connsiteX3" fmla="*/ 1698264 w 1903134"/>
                  <a:gd name="connsiteY3" fmla="*/ 42987 h 102923"/>
                  <a:gd name="connsiteX4" fmla="*/ 1697208 w 1903134"/>
                  <a:gd name="connsiteY4" fmla="*/ 43053 h 102923"/>
                  <a:gd name="connsiteX5" fmla="*/ 1670792 w 1903134"/>
                  <a:gd name="connsiteY5" fmla="*/ 47898 h 102923"/>
                  <a:gd name="connsiteX6" fmla="*/ 1643604 w 1903134"/>
                  <a:gd name="connsiteY6" fmla="*/ 50256 h 102923"/>
                  <a:gd name="connsiteX7" fmla="*/ 1634256 w 1903134"/>
                  <a:gd name="connsiteY7" fmla="*/ 51369 h 102923"/>
                  <a:gd name="connsiteX8" fmla="*/ 1633403 w 1903134"/>
                  <a:gd name="connsiteY8" fmla="*/ 51522 h 102923"/>
                  <a:gd name="connsiteX9" fmla="*/ 1631412 w 1903134"/>
                  <a:gd name="connsiteY9" fmla="*/ 52264 h 102923"/>
                  <a:gd name="connsiteX10" fmla="*/ 1604467 w 1903134"/>
                  <a:gd name="connsiteY10" fmla="*/ 55298 h 102923"/>
                  <a:gd name="connsiteX11" fmla="*/ 1603411 w 1903134"/>
                  <a:gd name="connsiteY11" fmla="*/ 55407 h 102923"/>
                  <a:gd name="connsiteX12" fmla="*/ 1576344 w 1903134"/>
                  <a:gd name="connsiteY12" fmla="*/ 60034 h 102923"/>
                  <a:gd name="connsiteX13" fmla="*/ 1575572 w 1903134"/>
                  <a:gd name="connsiteY13" fmla="*/ 60099 h 102923"/>
                  <a:gd name="connsiteX14" fmla="*/ 1547652 w 1903134"/>
                  <a:gd name="connsiteY14" fmla="*/ 65098 h 102923"/>
                  <a:gd name="connsiteX15" fmla="*/ 1504412 w 1903134"/>
                  <a:gd name="connsiteY15" fmla="*/ 63592 h 102923"/>
                  <a:gd name="connsiteX16" fmla="*/ 1411631 w 1903134"/>
                  <a:gd name="connsiteY16" fmla="*/ 53573 h 102923"/>
                  <a:gd name="connsiteX17" fmla="*/ 1318809 w 1903134"/>
                  <a:gd name="connsiteY17" fmla="*/ 41372 h 102923"/>
                  <a:gd name="connsiteX18" fmla="*/ 1317874 w 1903134"/>
                  <a:gd name="connsiteY18" fmla="*/ 41329 h 102923"/>
                  <a:gd name="connsiteX19" fmla="*/ 1288207 w 1903134"/>
                  <a:gd name="connsiteY19" fmla="*/ 43882 h 102923"/>
                  <a:gd name="connsiteX20" fmla="*/ 1195182 w 1903134"/>
                  <a:gd name="connsiteY20" fmla="*/ 29760 h 102923"/>
                  <a:gd name="connsiteX21" fmla="*/ 1101669 w 1903134"/>
                  <a:gd name="connsiteY21" fmla="*/ 22187 h 102923"/>
                  <a:gd name="connsiteX22" fmla="*/ 1008278 w 1903134"/>
                  <a:gd name="connsiteY22" fmla="*/ 17712 h 102923"/>
                  <a:gd name="connsiteX23" fmla="*/ 1007547 w 1903134"/>
                  <a:gd name="connsiteY23" fmla="*/ 17712 h 102923"/>
                  <a:gd name="connsiteX24" fmla="*/ 975076 w 1903134"/>
                  <a:gd name="connsiteY24" fmla="*/ 21597 h 102923"/>
                  <a:gd name="connsiteX25" fmla="*/ 909848 w 1903134"/>
                  <a:gd name="connsiteY25" fmla="*/ 31725 h 102923"/>
                  <a:gd name="connsiteX26" fmla="*/ 876808 w 1903134"/>
                  <a:gd name="connsiteY26" fmla="*/ 32947 h 102923"/>
                  <a:gd name="connsiteX27" fmla="*/ 859455 w 1903134"/>
                  <a:gd name="connsiteY27" fmla="*/ 32140 h 102923"/>
                  <a:gd name="connsiteX28" fmla="*/ 842345 w 1903134"/>
                  <a:gd name="connsiteY28" fmla="*/ 32314 h 102923"/>
                  <a:gd name="connsiteX29" fmla="*/ 808573 w 1903134"/>
                  <a:gd name="connsiteY29" fmla="*/ 36047 h 102923"/>
                  <a:gd name="connsiteX30" fmla="*/ 712379 w 1903134"/>
                  <a:gd name="connsiteY30" fmla="*/ 26137 h 102923"/>
                  <a:gd name="connsiteX31" fmla="*/ 615737 w 1903134"/>
                  <a:gd name="connsiteY31" fmla="*/ 14635 h 102923"/>
                  <a:gd name="connsiteX32" fmla="*/ 614111 w 1903134"/>
                  <a:gd name="connsiteY32" fmla="*/ 14744 h 102923"/>
                  <a:gd name="connsiteX33" fmla="*/ 578754 w 1903134"/>
                  <a:gd name="connsiteY33" fmla="*/ 24544 h 102923"/>
                  <a:gd name="connsiteX34" fmla="*/ 482559 w 1903134"/>
                  <a:gd name="connsiteY34" fmla="*/ 13893 h 102923"/>
                  <a:gd name="connsiteX35" fmla="*/ 385470 w 1903134"/>
                  <a:gd name="connsiteY35" fmla="*/ 33 h 102923"/>
                  <a:gd name="connsiteX36" fmla="*/ 384292 w 1903134"/>
                  <a:gd name="connsiteY36" fmla="*/ 33 h 102923"/>
                  <a:gd name="connsiteX37" fmla="*/ 346944 w 1903134"/>
                  <a:gd name="connsiteY37" fmla="*/ 4944 h 102923"/>
                  <a:gd name="connsiteX38" fmla="*/ 308905 w 1903134"/>
                  <a:gd name="connsiteY38" fmla="*/ 6974 h 102923"/>
                  <a:gd name="connsiteX39" fmla="*/ 308051 w 1903134"/>
                  <a:gd name="connsiteY39" fmla="*/ 7148 h 102923"/>
                  <a:gd name="connsiteX40" fmla="*/ 269281 w 1903134"/>
                  <a:gd name="connsiteY40" fmla="*/ 17538 h 102923"/>
                  <a:gd name="connsiteX41" fmla="*/ 268549 w 1903134"/>
                  <a:gd name="connsiteY41" fmla="*/ 17865 h 102923"/>
                  <a:gd name="connsiteX42" fmla="*/ 229047 w 1903134"/>
                  <a:gd name="connsiteY42" fmla="*/ 41154 h 102923"/>
                  <a:gd name="connsiteX43" fmla="*/ 189220 w 1903134"/>
                  <a:gd name="connsiteY43" fmla="*/ 59707 h 102923"/>
                  <a:gd name="connsiteX44" fmla="*/ 148946 w 1903134"/>
                  <a:gd name="connsiteY44" fmla="*/ 74832 h 102923"/>
                  <a:gd name="connsiteX45" fmla="*/ 108387 w 1903134"/>
                  <a:gd name="connsiteY45" fmla="*/ 87142 h 102923"/>
                  <a:gd name="connsiteX46" fmla="*/ 67462 w 1903134"/>
                  <a:gd name="connsiteY46" fmla="*/ 91726 h 102923"/>
                  <a:gd name="connsiteX47" fmla="*/ 25644 w 1903134"/>
                  <a:gd name="connsiteY47" fmla="*/ 96746 h 102923"/>
                  <a:gd name="connsiteX48" fmla="*/ 0 w 1903134"/>
                  <a:gd name="connsiteY48" fmla="*/ 100107 h 102923"/>
                  <a:gd name="connsiteX49" fmla="*/ 0 w 1903134"/>
                  <a:gd name="connsiteY49" fmla="*/ 102923 h 102923"/>
                  <a:gd name="connsiteX50" fmla="*/ 26741 w 1903134"/>
                  <a:gd name="connsiteY50" fmla="*/ 99518 h 102923"/>
                  <a:gd name="connsiteX51" fmla="*/ 68519 w 1903134"/>
                  <a:gd name="connsiteY51" fmla="*/ 94520 h 102923"/>
                  <a:gd name="connsiteX52" fmla="*/ 109809 w 1903134"/>
                  <a:gd name="connsiteY52" fmla="*/ 89893 h 102923"/>
                  <a:gd name="connsiteX53" fmla="*/ 110500 w 1903134"/>
                  <a:gd name="connsiteY53" fmla="*/ 89740 h 102923"/>
                  <a:gd name="connsiteX54" fmla="*/ 151628 w 1903134"/>
                  <a:gd name="connsiteY54" fmla="*/ 77255 h 102923"/>
                  <a:gd name="connsiteX55" fmla="*/ 192308 w 1903134"/>
                  <a:gd name="connsiteY55" fmla="*/ 61955 h 102923"/>
                  <a:gd name="connsiteX56" fmla="*/ 232583 w 1903134"/>
                  <a:gd name="connsiteY56" fmla="*/ 43184 h 102923"/>
                  <a:gd name="connsiteX57" fmla="*/ 271963 w 1903134"/>
                  <a:gd name="connsiteY57" fmla="*/ 19939 h 102923"/>
                  <a:gd name="connsiteX58" fmla="*/ 309921 w 1903134"/>
                  <a:gd name="connsiteY58" fmla="*/ 9811 h 102923"/>
                  <a:gd name="connsiteX59" fmla="*/ 347878 w 1903134"/>
                  <a:gd name="connsiteY59" fmla="*/ 7737 h 102923"/>
                  <a:gd name="connsiteX60" fmla="*/ 384942 w 1903134"/>
                  <a:gd name="connsiteY60" fmla="*/ 2892 h 102923"/>
                  <a:gd name="connsiteX61" fmla="*/ 481543 w 1903134"/>
                  <a:gd name="connsiteY61" fmla="*/ 16643 h 102923"/>
                  <a:gd name="connsiteX62" fmla="*/ 578754 w 1903134"/>
                  <a:gd name="connsiteY62" fmla="*/ 27447 h 102923"/>
                  <a:gd name="connsiteX63" fmla="*/ 580380 w 1903134"/>
                  <a:gd name="connsiteY63" fmla="*/ 27294 h 102923"/>
                  <a:gd name="connsiteX64" fmla="*/ 615655 w 1903134"/>
                  <a:gd name="connsiteY64" fmla="*/ 17494 h 102923"/>
                  <a:gd name="connsiteX65" fmla="*/ 711485 w 1903134"/>
                  <a:gd name="connsiteY65" fmla="*/ 28953 h 102923"/>
                  <a:gd name="connsiteX66" fmla="*/ 808248 w 1903134"/>
                  <a:gd name="connsiteY66" fmla="*/ 38862 h 102923"/>
                  <a:gd name="connsiteX67" fmla="*/ 809183 w 1903134"/>
                  <a:gd name="connsiteY67" fmla="*/ 38862 h 102923"/>
                  <a:gd name="connsiteX68" fmla="*/ 842996 w 1903134"/>
                  <a:gd name="connsiteY68" fmla="*/ 35130 h 102923"/>
                  <a:gd name="connsiteX69" fmla="*/ 859414 w 1903134"/>
                  <a:gd name="connsiteY69" fmla="*/ 35021 h 102923"/>
                  <a:gd name="connsiteX70" fmla="*/ 876889 w 1903134"/>
                  <a:gd name="connsiteY70" fmla="*/ 35828 h 102923"/>
                  <a:gd name="connsiteX71" fmla="*/ 910824 w 1903134"/>
                  <a:gd name="connsiteY71" fmla="*/ 34541 h 102923"/>
                  <a:gd name="connsiteX72" fmla="*/ 976457 w 1903134"/>
                  <a:gd name="connsiteY72" fmla="*/ 24369 h 102923"/>
                  <a:gd name="connsiteX73" fmla="*/ 1008360 w 1903134"/>
                  <a:gd name="connsiteY73" fmla="*/ 20593 h 102923"/>
                  <a:gd name="connsiteX74" fmla="*/ 1101222 w 1903134"/>
                  <a:gd name="connsiteY74" fmla="*/ 25068 h 102923"/>
                  <a:gd name="connsiteX75" fmla="*/ 1194288 w 1903134"/>
                  <a:gd name="connsiteY75" fmla="*/ 32576 h 102923"/>
                  <a:gd name="connsiteX76" fmla="*/ 1287556 w 1903134"/>
                  <a:gd name="connsiteY76" fmla="*/ 46698 h 102923"/>
                  <a:gd name="connsiteX77" fmla="*/ 1288613 w 1903134"/>
                  <a:gd name="connsiteY77" fmla="*/ 46742 h 102923"/>
                  <a:gd name="connsiteX78" fmla="*/ 1318280 w 1903134"/>
                  <a:gd name="connsiteY78" fmla="*/ 44231 h 102923"/>
                  <a:gd name="connsiteX79" fmla="*/ 1410696 w 1903134"/>
                  <a:gd name="connsiteY79" fmla="*/ 56389 h 102923"/>
                  <a:gd name="connsiteX80" fmla="*/ 1503883 w 1903134"/>
                  <a:gd name="connsiteY80" fmla="*/ 66473 h 102923"/>
                  <a:gd name="connsiteX81" fmla="*/ 1547978 w 1903134"/>
                  <a:gd name="connsiteY81" fmla="*/ 67957 h 102923"/>
                  <a:gd name="connsiteX82" fmla="*/ 1548912 w 1903134"/>
                  <a:gd name="connsiteY82" fmla="*/ 67848 h 102923"/>
                  <a:gd name="connsiteX83" fmla="*/ 1576954 w 1903134"/>
                  <a:gd name="connsiteY83" fmla="*/ 62850 h 102923"/>
                  <a:gd name="connsiteX84" fmla="*/ 1577401 w 1903134"/>
                  <a:gd name="connsiteY84" fmla="*/ 62850 h 102923"/>
                  <a:gd name="connsiteX85" fmla="*/ 1605077 w 1903134"/>
                  <a:gd name="connsiteY85" fmla="*/ 58113 h 102923"/>
                  <a:gd name="connsiteX86" fmla="*/ 1605239 w 1903134"/>
                  <a:gd name="connsiteY86" fmla="*/ 58113 h 102923"/>
                  <a:gd name="connsiteX87" fmla="*/ 1633078 w 1903134"/>
                  <a:gd name="connsiteY87" fmla="*/ 55014 h 102923"/>
                  <a:gd name="connsiteX88" fmla="*/ 1634012 w 1903134"/>
                  <a:gd name="connsiteY88" fmla="*/ 54796 h 102923"/>
                  <a:gd name="connsiteX89" fmla="*/ 1635963 w 1903134"/>
                  <a:gd name="connsiteY89" fmla="*/ 54053 h 102923"/>
                  <a:gd name="connsiteX90" fmla="*/ 1644660 w 1903134"/>
                  <a:gd name="connsiteY90" fmla="*/ 53049 h 102923"/>
                  <a:gd name="connsiteX91" fmla="*/ 1672133 w 1903134"/>
                  <a:gd name="connsiteY91" fmla="*/ 50648 h 102923"/>
                  <a:gd name="connsiteX92" fmla="*/ 1698427 w 1903134"/>
                  <a:gd name="connsiteY92" fmla="*/ 45847 h 102923"/>
                  <a:gd name="connsiteX93" fmla="*/ 1787388 w 1903134"/>
                  <a:gd name="connsiteY93" fmla="*/ 50692 h 102923"/>
                  <a:gd name="connsiteX94" fmla="*/ 1878625 w 1903134"/>
                  <a:gd name="connsiteY94" fmla="*/ 52722 h 102923"/>
                  <a:gd name="connsiteX95" fmla="*/ 1900408 w 1903134"/>
                  <a:gd name="connsiteY95" fmla="*/ 53617 h 102923"/>
                  <a:gd name="connsiteX96" fmla="*/ 1903131 w 1903134"/>
                  <a:gd name="connsiteY96" fmla="*/ 52351 h 102923"/>
                  <a:gd name="connsiteX97" fmla="*/ 1900774 w 1903134"/>
                  <a:gd name="connsiteY97" fmla="*/ 50801 h 10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903134" h="102923">
                    <a:moveTo>
                      <a:pt x="1900570" y="50758"/>
                    </a:moveTo>
                    <a:lnTo>
                      <a:pt x="1878747" y="49863"/>
                    </a:lnTo>
                    <a:lnTo>
                      <a:pt x="1787551" y="47833"/>
                    </a:lnTo>
                    <a:lnTo>
                      <a:pt x="1698264" y="42987"/>
                    </a:lnTo>
                    <a:cubicBezTo>
                      <a:pt x="1697899" y="42987"/>
                      <a:pt x="1697533" y="42987"/>
                      <a:pt x="1697208" y="43053"/>
                    </a:cubicBezTo>
                    <a:lnTo>
                      <a:pt x="1670792" y="47898"/>
                    </a:lnTo>
                    <a:lnTo>
                      <a:pt x="1643604" y="50256"/>
                    </a:lnTo>
                    <a:lnTo>
                      <a:pt x="1634256" y="51369"/>
                    </a:lnTo>
                    <a:cubicBezTo>
                      <a:pt x="1633972" y="51369"/>
                      <a:pt x="1633687" y="51478"/>
                      <a:pt x="1633403" y="51522"/>
                    </a:cubicBezTo>
                    <a:lnTo>
                      <a:pt x="1631412" y="52264"/>
                    </a:lnTo>
                    <a:lnTo>
                      <a:pt x="1604467" y="55298"/>
                    </a:lnTo>
                    <a:cubicBezTo>
                      <a:pt x="1604223" y="55298"/>
                      <a:pt x="1603695" y="55341"/>
                      <a:pt x="1603411" y="55407"/>
                    </a:cubicBezTo>
                    <a:lnTo>
                      <a:pt x="1576344" y="60034"/>
                    </a:lnTo>
                    <a:cubicBezTo>
                      <a:pt x="1576100" y="60034"/>
                      <a:pt x="1575775" y="60034"/>
                      <a:pt x="1575572" y="60099"/>
                    </a:cubicBezTo>
                    <a:lnTo>
                      <a:pt x="1547652" y="65098"/>
                    </a:lnTo>
                    <a:lnTo>
                      <a:pt x="1504412" y="63592"/>
                    </a:lnTo>
                    <a:lnTo>
                      <a:pt x="1411631" y="53573"/>
                    </a:lnTo>
                    <a:lnTo>
                      <a:pt x="1318809" y="41372"/>
                    </a:lnTo>
                    <a:cubicBezTo>
                      <a:pt x="1318524" y="41329"/>
                      <a:pt x="1318159" y="41329"/>
                      <a:pt x="1317874" y="41329"/>
                    </a:cubicBezTo>
                    <a:lnTo>
                      <a:pt x="1288207" y="43882"/>
                    </a:lnTo>
                    <a:lnTo>
                      <a:pt x="1195182" y="29760"/>
                    </a:lnTo>
                    <a:lnTo>
                      <a:pt x="1101669" y="22187"/>
                    </a:lnTo>
                    <a:lnTo>
                      <a:pt x="1008278" y="17712"/>
                    </a:lnTo>
                    <a:cubicBezTo>
                      <a:pt x="1008035" y="17669"/>
                      <a:pt x="1007791" y="17712"/>
                      <a:pt x="1007547" y="17712"/>
                    </a:cubicBezTo>
                    <a:lnTo>
                      <a:pt x="975076" y="21597"/>
                    </a:lnTo>
                    <a:lnTo>
                      <a:pt x="909848" y="31725"/>
                    </a:lnTo>
                    <a:lnTo>
                      <a:pt x="876808" y="32947"/>
                    </a:lnTo>
                    <a:lnTo>
                      <a:pt x="859455" y="32140"/>
                    </a:lnTo>
                    <a:lnTo>
                      <a:pt x="842345" y="32314"/>
                    </a:lnTo>
                    <a:lnTo>
                      <a:pt x="808573" y="36047"/>
                    </a:lnTo>
                    <a:lnTo>
                      <a:pt x="712379" y="26137"/>
                    </a:lnTo>
                    <a:lnTo>
                      <a:pt x="615737" y="14635"/>
                    </a:lnTo>
                    <a:cubicBezTo>
                      <a:pt x="615208" y="14526"/>
                      <a:pt x="614599" y="14569"/>
                      <a:pt x="614111" y="14744"/>
                    </a:cubicBezTo>
                    <a:lnTo>
                      <a:pt x="578754" y="24544"/>
                    </a:lnTo>
                    <a:lnTo>
                      <a:pt x="482559" y="13893"/>
                    </a:lnTo>
                    <a:lnTo>
                      <a:pt x="385470" y="33"/>
                    </a:lnTo>
                    <a:cubicBezTo>
                      <a:pt x="385064" y="-11"/>
                      <a:pt x="384698" y="-11"/>
                      <a:pt x="384292" y="33"/>
                    </a:cubicBezTo>
                    <a:lnTo>
                      <a:pt x="346944" y="4944"/>
                    </a:lnTo>
                    <a:lnTo>
                      <a:pt x="308905" y="6974"/>
                    </a:lnTo>
                    <a:cubicBezTo>
                      <a:pt x="308620" y="7039"/>
                      <a:pt x="308295" y="7083"/>
                      <a:pt x="308051" y="7148"/>
                    </a:cubicBezTo>
                    <a:lnTo>
                      <a:pt x="269281" y="17538"/>
                    </a:lnTo>
                    <a:cubicBezTo>
                      <a:pt x="268956" y="17603"/>
                      <a:pt x="268712" y="17690"/>
                      <a:pt x="268549" y="17865"/>
                    </a:cubicBezTo>
                    <a:lnTo>
                      <a:pt x="229047" y="41154"/>
                    </a:lnTo>
                    <a:lnTo>
                      <a:pt x="189220" y="59707"/>
                    </a:lnTo>
                    <a:lnTo>
                      <a:pt x="148946" y="74832"/>
                    </a:lnTo>
                    <a:lnTo>
                      <a:pt x="108387" y="87142"/>
                    </a:lnTo>
                    <a:lnTo>
                      <a:pt x="67462" y="91726"/>
                    </a:lnTo>
                    <a:lnTo>
                      <a:pt x="25644" y="96746"/>
                    </a:lnTo>
                    <a:lnTo>
                      <a:pt x="0" y="100107"/>
                    </a:lnTo>
                    <a:lnTo>
                      <a:pt x="0" y="102923"/>
                    </a:lnTo>
                    <a:lnTo>
                      <a:pt x="26741" y="99518"/>
                    </a:lnTo>
                    <a:lnTo>
                      <a:pt x="68519" y="94520"/>
                    </a:lnTo>
                    <a:lnTo>
                      <a:pt x="109809" y="89893"/>
                    </a:lnTo>
                    <a:cubicBezTo>
                      <a:pt x="110053" y="89893"/>
                      <a:pt x="110256" y="89849"/>
                      <a:pt x="110500" y="89740"/>
                    </a:cubicBezTo>
                    <a:lnTo>
                      <a:pt x="151628" y="77255"/>
                    </a:lnTo>
                    <a:lnTo>
                      <a:pt x="192308" y="61955"/>
                    </a:lnTo>
                    <a:lnTo>
                      <a:pt x="232583" y="43184"/>
                    </a:lnTo>
                    <a:lnTo>
                      <a:pt x="271963" y="19939"/>
                    </a:lnTo>
                    <a:lnTo>
                      <a:pt x="309921" y="9811"/>
                    </a:lnTo>
                    <a:lnTo>
                      <a:pt x="347878" y="7737"/>
                    </a:lnTo>
                    <a:lnTo>
                      <a:pt x="384942" y="2892"/>
                    </a:lnTo>
                    <a:lnTo>
                      <a:pt x="481543" y="16643"/>
                    </a:lnTo>
                    <a:lnTo>
                      <a:pt x="578754" y="27447"/>
                    </a:lnTo>
                    <a:cubicBezTo>
                      <a:pt x="579323" y="27512"/>
                      <a:pt x="579852" y="27447"/>
                      <a:pt x="580380" y="27294"/>
                    </a:cubicBezTo>
                    <a:lnTo>
                      <a:pt x="615655" y="17494"/>
                    </a:lnTo>
                    <a:lnTo>
                      <a:pt x="711485" y="28953"/>
                    </a:lnTo>
                    <a:lnTo>
                      <a:pt x="808248" y="38862"/>
                    </a:lnTo>
                    <a:cubicBezTo>
                      <a:pt x="808533" y="38906"/>
                      <a:pt x="808899" y="38906"/>
                      <a:pt x="809183" y="38862"/>
                    </a:cubicBezTo>
                    <a:lnTo>
                      <a:pt x="842996" y="35130"/>
                    </a:lnTo>
                    <a:lnTo>
                      <a:pt x="859414" y="35021"/>
                    </a:lnTo>
                    <a:lnTo>
                      <a:pt x="876889" y="35828"/>
                    </a:lnTo>
                    <a:lnTo>
                      <a:pt x="910824" y="34541"/>
                    </a:lnTo>
                    <a:lnTo>
                      <a:pt x="976457" y="24369"/>
                    </a:lnTo>
                    <a:lnTo>
                      <a:pt x="1008360" y="20593"/>
                    </a:lnTo>
                    <a:lnTo>
                      <a:pt x="1101222" y="25068"/>
                    </a:lnTo>
                    <a:lnTo>
                      <a:pt x="1194288" y="32576"/>
                    </a:lnTo>
                    <a:lnTo>
                      <a:pt x="1287556" y="46698"/>
                    </a:lnTo>
                    <a:cubicBezTo>
                      <a:pt x="1287922" y="46742"/>
                      <a:pt x="1288247" y="46742"/>
                      <a:pt x="1288613" y="46742"/>
                    </a:cubicBezTo>
                    <a:lnTo>
                      <a:pt x="1318280" y="44231"/>
                    </a:lnTo>
                    <a:lnTo>
                      <a:pt x="1410696" y="56389"/>
                    </a:lnTo>
                    <a:lnTo>
                      <a:pt x="1503883" y="66473"/>
                    </a:lnTo>
                    <a:lnTo>
                      <a:pt x="1547978" y="67957"/>
                    </a:lnTo>
                    <a:cubicBezTo>
                      <a:pt x="1548262" y="67957"/>
                      <a:pt x="1548587" y="67913"/>
                      <a:pt x="1548912" y="67848"/>
                    </a:cubicBezTo>
                    <a:lnTo>
                      <a:pt x="1576954" y="62850"/>
                    </a:lnTo>
                    <a:lnTo>
                      <a:pt x="1577401" y="62850"/>
                    </a:lnTo>
                    <a:lnTo>
                      <a:pt x="1605077" y="58113"/>
                    </a:lnTo>
                    <a:lnTo>
                      <a:pt x="1605239" y="58113"/>
                    </a:lnTo>
                    <a:lnTo>
                      <a:pt x="1633078" y="55014"/>
                    </a:lnTo>
                    <a:cubicBezTo>
                      <a:pt x="1633444" y="54948"/>
                      <a:pt x="1633728" y="54905"/>
                      <a:pt x="1634012" y="54796"/>
                    </a:cubicBezTo>
                    <a:lnTo>
                      <a:pt x="1635963" y="54053"/>
                    </a:lnTo>
                    <a:lnTo>
                      <a:pt x="1644660" y="53049"/>
                    </a:lnTo>
                    <a:lnTo>
                      <a:pt x="1672133" y="50648"/>
                    </a:lnTo>
                    <a:lnTo>
                      <a:pt x="1698427" y="45847"/>
                    </a:lnTo>
                    <a:lnTo>
                      <a:pt x="1787388" y="50692"/>
                    </a:lnTo>
                    <a:lnTo>
                      <a:pt x="1878625" y="52722"/>
                    </a:lnTo>
                    <a:lnTo>
                      <a:pt x="1900408" y="53617"/>
                    </a:lnTo>
                    <a:cubicBezTo>
                      <a:pt x="1901749" y="53682"/>
                      <a:pt x="1903009" y="53093"/>
                      <a:pt x="1903131" y="52351"/>
                    </a:cubicBezTo>
                    <a:cubicBezTo>
                      <a:pt x="1903212" y="51543"/>
                      <a:pt x="1902155" y="50910"/>
                      <a:pt x="1900774" y="5080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2" name="Freeform: Shape 451">
                <a:extLst>
                  <a:ext uri="{FF2B5EF4-FFF2-40B4-BE49-F238E27FC236}">
                    <a16:creationId xmlns:a16="http://schemas.microsoft.com/office/drawing/2014/main" id="{5DB5AFBE-A9FD-487B-8160-66A7B1CE04A2}"/>
                  </a:ext>
                </a:extLst>
              </p:cNvPr>
              <p:cNvSpPr/>
              <p:nvPr/>
            </p:nvSpPr>
            <p:spPr>
              <a:xfrm>
                <a:off x="4262314" y="5977752"/>
                <a:ext cx="83379" cy="89009"/>
              </a:xfrm>
              <a:custGeom>
                <a:avLst/>
                <a:gdLst>
                  <a:gd name="connsiteX0" fmla="*/ 2569 w 83379"/>
                  <a:gd name="connsiteY0" fmla="*/ 89009 h 89009"/>
                  <a:gd name="connsiteX1" fmla="*/ 1472 w 83379"/>
                  <a:gd name="connsiteY1" fmla="*/ 88835 h 89009"/>
                  <a:gd name="connsiteX2" fmla="*/ 253 w 83379"/>
                  <a:gd name="connsiteY2" fmla="*/ 86979 h 89009"/>
                  <a:gd name="connsiteX3" fmla="*/ 11673 w 83379"/>
                  <a:gd name="connsiteY3" fmla="*/ 73709 h 89009"/>
                  <a:gd name="connsiteX4" fmla="*/ 22970 w 83379"/>
                  <a:gd name="connsiteY4" fmla="*/ 61290 h 89009"/>
                  <a:gd name="connsiteX5" fmla="*/ 34715 w 83379"/>
                  <a:gd name="connsiteY5" fmla="*/ 43697 h 89009"/>
                  <a:gd name="connsiteX6" fmla="*/ 47761 w 83379"/>
                  <a:gd name="connsiteY6" fmla="*/ 26542 h 89009"/>
                  <a:gd name="connsiteX7" fmla="*/ 62391 w 83379"/>
                  <a:gd name="connsiteY7" fmla="*/ 11460 h 89009"/>
                  <a:gd name="connsiteX8" fmla="*/ 78891 w 83379"/>
                  <a:gd name="connsiteY8" fmla="*/ 481 h 89009"/>
                  <a:gd name="connsiteX9" fmla="*/ 82467 w 83379"/>
                  <a:gd name="connsiteY9" fmla="*/ 328 h 89009"/>
                  <a:gd name="connsiteX10" fmla="*/ 82752 w 83379"/>
                  <a:gd name="connsiteY10" fmla="*/ 2292 h 89009"/>
                  <a:gd name="connsiteX11" fmla="*/ 66577 w 83379"/>
                  <a:gd name="connsiteY11" fmla="*/ 13053 h 89009"/>
                  <a:gd name="connsiteX12" fmla="*/ 52313 w 83379"/>
                  <a:gd name="connsiteY12" fmla="*/ 27698 h 89009"/>
                  <a:gd name="connsiteX13" fmla="*/ 39430 w 83379"/>
                  <a:gd name="connsiteY13" fmla="*/ 44701 h 89009"/>
                  <a:gd name="connsiteX14" fmla="*/ 27644 w 83379"/>
                  <a:gd name="connsiteY14" fmla="*/ 62403 h 89009"/>
                  <a:gd name="connsiteX15" fmla="*/ 16224 w 83379"/>
                  <a:gd name="connsiteY15" fmla="*/ 74931 h 89009"/>
                  <a:gd name="connsiteX16" fmla="*/ 4886 w 83379"/>
                  <a:gd name="connsiteY16" fmla="*/ 88202 h 89009"/>
                  <a:gd name="connsiteX17" fmla="*/ 2609 w 83379"/>
                  <a:gd name="connsiteY17" fmla="*/ 89009 h 89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79" h="89009">
                    <a:moveTo>
                      <a:pt x="2569" y="89009"/>
                    </a:moveTo>
                    <a:cubicBezTo>
                      <a:pt x="2162" y="89009"/>
                      <a:pt x="1838" y="88966"/>
                      <a:pt x="1472" y="88835"/>
                    </a:cubicBezTo>
                    <a:cubicBezTo>
                      <a:pt x="171" y="88529"/>
                      <a:pt x="-357" y="87656"/>
                      <a:pt x="253" y="86979"/>
                    </a:cubicBezTo>
                    <a:lnTo>
                      <a:pt x="11673" y="73709"/>
                    </a:lnTo>
                    <a:lnTo>
                      <a:pt x="22970" y="61290"/>
                    </a:lnTo>
                    <a:lnTo>
                      <a:pt x="34715" y="43697"/>
                    </a:lnTo>
                    <a:lnTo>
                      <a:pt x="47761" y="26542"/>
                    </a:lnTo>
                    <a:lnTo>
                      <a:pt x="62391" y="11460"/>
                    </a:lnTo>
                    <a:lnTo>
                      <a:pt x="78891" y="481"/>
                    </a:lnTo>
                    <a:cubicBezTo>
                      <a:pt x="79785" y="-108"/>
                      <a:pt x="81370" y="-152"/>
                      <a:pt x="82467" y="328"/>
                    </a:cubicBezTo>
                    <a:cubicBezTo>
                      <a:pt x="83565" y="808"/>
                      <a:pt x="83687" y="1703"/>
                      <a:pt x="82752" y="2292"/>
                    </a:cubicBezTo>
                    <a:lnTo>
                      <a:pt x="66577" y="13053"/>
                    </a:lnTo>
                    <a:lnTo>
                      <a:pt x="52313" y="27698"/>
                    </a:lnTo>
                    <a:lnTo>
                      <a:pt x="39430" y="44701"/>
                    </a:lnTo>
                    <a:lnTo>
                      <a:pt x="27644" y="62403"/>
                    </a:lnTo>
                    <a:lnTo>
                      <a:pt x="16224" y="74931"/>
                    </a:lnTo>
                    <a:lnTo>
                      <a:pt x="4886" y="88202"/>
                    </a:lnTo>
                    <a:cubicBezTo>
                      <a:pt x="4439" y="88682"/>
                      <a:pt x="3545" y="89009"/>
                      <a:pt x="2609" y="8900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3" name="Freeform: Shape 452">
                <a:extLst>
                  <a:ext uri="{FF2B5EF4-FFF2-40B4-BE49-F238E27FC236}">
                    <a16:creationId xmlns:a16="http://schemas.microsoft.com/office/drawing/2014/main" id="{93C304FF-7544-451F-8133-0C732A61EC7E}"/>
                  </a:ext>
                </a:extLst>
              </p:cNvPr>
              <p:cNvSpPr/>
              <p:nvPr/>
            </p:nvSpPr>
            <p:spPr>
              <a:xfrm>
                <a:off x="5630411" y="5530213"/>
                <a:ext cx="336132" cy="135333"/>
              </a:xfrm>
              <a:custGeom>
                <a:avLst/>
                <a:gdLst>
                  <a:gd name="connsiteX0" fmla="*/ 333631 w 336132"/>
                  <a:gd name="connsiteY0" fmla="*/ 135333 h 135333"/>
                  <a:gd name="connsiteX1" fmla="*/ 332086 w 336132"/>
                  <a:gd name="connsiteY1" fmla="*/ 135072 h 135333"/>
                  <a:gd name="connsiteX2" fmla="*/ 277873 w 336132"/>
                  <a:gd name="connsiteY2" fmla="*/ 112961 h 135333"/>
                  <a:gd name="connsiteX3" fmla="*/ 192000 w 336132"/>
                  <a:gd name="connsiteY3" fmla="*/ 76555 h 135333"/>
                  <a:gd name="connsiteX4" fmla="*/ 107063 w 336132"/>
                  <a:gd name="connsiteY4" fmla="*/ 39777 h 135333"/>
                  <a:gd name="connsiteX5" fmla="*/ 87474 w 336132"/>
                  <a:gd name="connsiteY5" fmla="*/ 32487 h 135333"/>
                  <a:gd name="connsiteX6" fmla="*/ 44802 w 336132"/>
                  <a:gd name="connsiteY6" fmla="*/ 15440 h 135333"/>
                  <a:gd name="connsiteX7" fmla="*/ 24929 w 336132"/>
                  <a:gd name="connsiteY7" fmla="*/ 9089 h 135333"/>
                  <a:gd name="connsiteX8" fmla="*/ 1439 w 336132"/>
                  <a:gd name="connsiteY8" fmla="*/ 2694 h 135333"/>
                  <a:gd name="connsiteX9" fmla="*/ 261 w 336132"/>
                  <a:gd name="connsiteY9" fmla="*/ 773 h 135333"/>
                  <a:gd name="connsiteX10" fmla="*/ 3674 w 336132"/>
                  <a:gd name="connsiteY10" fmla="*/ 140 h 135333"/>
                  <a:gd name="connsiteX11" fmla="*/ 27368 w 336132"/>
                  <a:gd name="connsiteY11" fmla="*/ 6579 h 135333"/>
                  <a:gd name="connsiteX12" fmla="*/ 47566 w 336132"/>
                  <a:gd name="connsiteY12" fmla="*/ 13083 h 135333"/>
                  <a:gd name="connsiteX13" fmla="*/ 90400 w 336132"/>
                  <a:gd name="connsiteY13" fmla="*/ 30195 h 135333"/>
                  <a:gd name="connsiteX14" fmla="*/ 110029 w 336132"/>
                  <a:gd name="connsiteY14" fmla="*/ 37551 h 135333"/>
                  <a:gd name="connsiteX15" fmla="*/ 195048 w 336132"/>
                  <a:gd name="connsiteY15" fmla="*/ 74328 h 135333"/>
                  <a:gd name="connsiteX16" fmla="*/ 280921 w 336132"/>
                  <a:gd name="connsiteY16" fmla="*/ 110669 h 135333"/>
                  <a:gd name="connsiteX17" fmla="*/ 335094 w 336132"/>
                  <a:gd name="connsiteY17" fmla="*/ 132845 h 135333"/>
                  <a:gd name="connsiteX18" fmla="*/ 335622 w 336132"/>
                  <a:gd name="connsiteY18" fmla="*/ 134810 h 135333"/>
                  <a:gd name="connsiteX19" fmla="*/ 333590 w 336132"/>
                  <a:gd name="connsiteY19" fmla="*/ 135333 h 13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132" h="135333">
                    <a:moveTo>
                      <a:pt x="333631" y="135333"/>
                    </a:moveTo>
                    <a:cubicBezTo>
                      <a:pt x="333102" y="135333"/>
                      <a:pt x="332533" y="135268"/>
                      <a:pt x="332086" y="135072"/>
                    </a:cubicBezTo>
                    <a:lnTo>
                      <a:pt x="277873" y="112961"/>
                    </a:lnTo>
                    <a:lnTo>
                      <a:pt x="192000" y="76555"/>
                    </a:lnTo>
                    <a:lnTo>
                      <a:pt x="107063" y="39777"/>
                    </a:lnTo>
                    <a:lnTo>
                      <a:pt x="87474" y="32487"/>
                    </a:lnTo>
                    <a:lnTo>
                      <a:pt x="44802" y="15440"/>
                    </a:lnTo>
                    <a:lnTo>
                      <a:pt x="24929" y="9089"/>
                    </a:lnTo>
                    <a:lnTo>
                      <a:pt x="1439" y="2694"/>
                    </a:lnTo>
                    <a:cubicBezTo>
                      <a:pt x="138" y="2323"/>
                      <a:pt x="-349" y="1471"/>
                      <a:pt x="261" y="773"/>
                    </a:cubicBezTo>
                    <a:cubicBezTo>
                      <a:pt x="911" y="74"/>
                      <a:pt x="2455" y="-188"/>
                      <a:pt x="3674" y="140"/>
                    </a:cubicBezTo>
                    <a:lnTo>
                      <a:pt x="27368" y="6579"/>
                    </a:lnTo>
                    <a:lnTo>
                      <a:pt x="47566" y="13083"/>
                    </a:lnTo>
                    <a:lnTo>
                      <a:pt x="90400" y="30195"/>
                    </a:lnTo>
                    <a:lnTo>
                      <a:pt x="110029" y="37551"/>
                    </a:lnTo>
                    <a:lnTo>
                      <a:pt x="195048" y="74328"/>
                    </a:lnTo>
                    <a:lnTo>
                      <a:pt x="280921" y="110669"/>
                    </a:lnTo>
                    <a:lnTo>
                      <a:pt x="335094" y="132845"/>
                    </a:lnTo>
                    <a:cubicBezTo>
                      <a:pt x="336232" y="133260"/>
                      <a:pt x="336475" y="134177"/>
                      <a:pt x="335622" y="134810"/>
                    </a:cubicBezTo>
                    <a:cubicBezTo>
                      <a:pt x="335134" y="135181"/>
                      <a:pt x="334321" y="135333"/>
                      <a:pt x="333590" y="1353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4" name="Freeform: Shape 453">
                <a:extLst>
                  <a:ext uri="{FF2B5EF4-FFF2-40B4-BE49-F238E27FC236}">
                    <a16:creationId xmlns:a16="http://schemas.microsoft.com/office/drawing/2014/main" id="{9F7101BD-41B8-4778-A508-30CE54EB94AC}"/>
                  </a:ext>
                </a:extLst>
              </p:cNvPr>
              <p:cNvSpPr/>
              <p:nvPr/>
            </p:nvSpPr>
            <p:spPr>
              <a:xfrm>
                <a:off x="121" y="6030559"/>
                <a:ext cx="4839976" cy="426804"/>
              </a:xfrm>
              <a:custGeom>
                <a:avLst/>
                <a:gdLst>
                  <a:gd name="connsiteX0" fmla="*/ 4838517 w 4839976"/>
                  <a:gd name="connsiteY0" fmla="*/ 167 h 426804"/>
                  <a:gd name="connsiteX1" fmla="*/ 4835104 w 4839976"/>
                  <a:gd name="connsiteY1" fmla="*/ 800 h 426804"/>
                  <a:gd name="connsiteX2" fmla="*/ 4811858 w 4839976"/>
                  <a:gd name="connsiteY2" fmla="*/ 26272 h 426804"/>
                  <a:gd name="connsiteX3" fmla="*/ 4800356 w 4839976"/>
                  <a:gd name="connsiteY3" fmla="*/ 33409 h 426804"/>
                  <a:gd name="connsiteX4" fmla="*/ 4789384 w 4839976"/>
                  <a:gd name="connsiteY4" fmla="*/ 37360 h 426804"/>
                  <a:gd name="connsiteX5" fmla="*/ 4664659 w 4839976"/>
                  <a:gd name="connsiteY5" fmla="*/ 34391 h 426804"/>
                  <a:gd name="connsiteX6" fmla="*/ 4538797 w 4839976"/>
                  <a:gd name="connsiteY6" fmla="*/ 25748 h 426804"/>
                  <a:gd name="connsiteX7" fmla="*/ 4412244 w 4839976"/>
                  <a:gd name="connsiteY7" fmla="*/ 15402 h 426804"/>
                  <a:gd name="connsiteX8" fmla="*/ 4287602 w 4839976"/>
                  <a:gd name="connsiteY8" fmla="*/ 7676 h 426804"/>
                  <a:gd name="connsiteX9" fmla="*/ 4164909 w 4839976"/>
                  <a:gd name="connsiteY9" fmla="*/ 3354 h 426804"/>
                  <a:gd name="connsiteX10" fmla="*/ 4044412 w 4839976"/>
                  <a:gd name="connsiteY10" fmla="*/ 8418 h 426804"/>
                  <a:gd name="connsiteX11" fmla="*/ 4042339 w 4839976"/>
                  <a:gd name="connsiteY11" fmla="*/ 9203 h 426804"/>
                  <a:gd name="connsiteX12" fmla="*/ 4028521 w 4839976"/>
                  <a:gd name="connsiteY12" fmla="*/ 24918 h 426804"/>
                  <a:gd name="connsiteX13" fmla="*/ 4014663 w 4839976"/>
                  <a:gd name="connsiteY13" fmla="*/ 37010 h 426804"/>
                  <a:gd name="connsiteX14" fmla="*/ 4000764 w 4839976"/>
                  <a:gd name="connsiteY14" fmla="*/ 45326 h 426804"/>
                  <a:gd name="connsiteX15" fmla="*/ 3877341 w 4839976"/>
                  <a:gd name="connsiteY15" fmla="*/ 46701 h 426804"/>
                  <a:gd name="connsiteX16" fmla="*/ 3860719 w 4839976"/>
                  <a:gd name="connsiteY16" fmla="*/ 47444 h 426804"/>
                  <a:gd name="connsiteX17" fmla="*/ 3848120 w 4839976"/>
                  <a:gd name="connsiteY17" fmla="*/ 47662 h 426804"/>
                  <a:gd name="connsiteX18" fmla="*/ 3753145 w 4839976"/>
                  <a:gd name="connsiteY18" fmla="*/ 50761 h 426804"/>
                  <a:gd name="connsiteX19" fmla="*/ 3734450 w 4839976"/>
                  <a:gd name="connsiteY19" fmla="*/ 51350 h 426804"/>
                  <a:gd name="connsiteX20" fmla="*/ 3732784 w 4839976"/>
                  <a:gd name="connsiteY20" fmla="*/ 51765 h 426804"/>
                  <a:gd name="connsiteX21" fmla="*/ 3713765 w 4839976"/>
                  <a:gd name="connsiteY21" fmla="*/ 62897 h 426804"/>
                  <a:gd name="connsiteX22" fmla="*/ 3587415 w 4839976"/>
                  <a:gd name="connsiteY22" fmla="*/ 66192 h 426804"/>
                  <a:gd name="connsiteX23" fmla="*/ 3459358 w 4839976"/>
                  <a:gd name="connsiteY23" fmla="*/ 67371 h 426804"/>
                  <a:gd name="connsiteX24" fmla="*/ 3331261 w 4839976"/>
                  <a:gd name="connsiteY24" fmla="*/ 73832 h 426804"/>
                  <a:gd name="connsiteX25" fmla="*/ 3203164 w 4839976"/>
                  <a:gd name="connsiteY25" fmla="*/ 76538 h 426804"/>
                  <a:gd name="connsiteX26" fmla="*/ 3075229 w 4839976"/>
                  <a:gd name="connsiteY26" fmla="*/ 78022 h 426804"/>
                  <a:gd name="connsiteX27" fmla="*/ 2947132 w 4839976"/>
                  <a:gd name="connsiteY27" fmla="*/ 76691 h 426804"/>
                  <a:gd name="connsiteX28" fmla="*/ 2818994 w 4839976"/>
                  <a:gd name="connsiteY28" fmla="*/ 78874 h 426804"/>
                  <a:gd name="connsiteX29" fmla="*/ 2691303 w 4839976"/>
                  <a:gd name="connsiteY29" fmla="*/ 86011 h 426804"/>
                  <a:gd name="connsiteX30" fmla="*/ 2563612 w 4839976"/>
                  <a:gd name="connsiteY30" fmla="*/ 86426 h 426804"/>
                  <a:gd name="connsiteX31" fmla="*/ 2436124 w 4839976"/>
                  <a:gd name="connsiteY31" fmla="*/ 83283 h 426804"/>
                  <a:gd name="connsiteX32" fmla="*/ 2308759 w 4839976"/>
                  <a:gd name="connsiteY32" fmla="*/ 74377 h 426804"/>
                  <a:gd name="connsiteX33" fmla="*/ 2181027 w 4839976"/>
                  <a:gd name="connsiteY33" fmla="*/ 61434 h 426804"/>
                  <a:gd name="connsiteX34" fmla="*/ 2053742 w 4839976"/>
                  <a:gd name="connsiteY34" fmla="*/ 60103 h 426804"/>
                  <a:gd name="connsiteX35" fmla="*/ 1926458 w 4839976"/>
                  <a:gd name="connsiteY35" fmla="*/ 53075 h 426804"/>
                  <a:gd name="connsiteX36" fmla="*/ 1799417 w 4839976"/>
                  <a:gd name="connsiteY36" fmla="*/ 43973 h 426804"/>
                  <a:gd name="connsiteX37" fmla="*/ 1672336 w 4839976"/>
                  <a:gd name="connsiteY37" fmla="*/ 30550 h 426804"/>
                  <a:gd name="connsiteX38" fmla="*/ 1671361 w 4839976"/>
                  <a:gd name="connsiteY38" fmla="*/ 30593 h 426804"/>
                  <a:gd name="connsiteX39" fmla="*/ 1543589 w 4839976"/>
                  <a:gd name="connsiteY39" fmla="*/ 45828 h 426804"/>
                  <a:gd name="connsiteX40" fmla="*/ 1415898 w 4839976"/>
                  <a:gd name="connsiteY40" fmla="*/ 65603 h 426804"/>
                  <a:gd name="connsiteX41" fmla="*/ 1414638 w 4839976"/>
                  <a:gd name="connsiteY41" fmla="*/ 66083 h 426804"/>
                  <a:gd name="connsiteX42" fmla="*/ 1373876 w 4839976"/>
                  <a:gd name="connsiteY42" fmla="*/ 92253 h 426804"/>
                  <a:gd name="connsiteX43" fmla="*/ 1332179 w 4839976"/>
                  <a:gd name="connsiteY43" fmla="*/ 113883 h 426804"/>
                  <a:gd name="connsiteX44" fmla="*/ 1289751 w 4839976"/>
                  <a:gd name="connsiteY44" fmla="*/ 138286 h 426804"/>
                  <a:gd name="connsiteX45" fmla="*/ 1246632 w 4839976"/>
                  <a:gd name="connsiteY45" fmla="*/ 165787 h 426804"/>
                  <a:gd name="connsiteX46" fmla="*/ 1202863 w 4839976"/>
                  <a:gd name="connsiteY46" fmla="*/ 194467 h 426804"/>
                  <a:gd name="connsiteX47" fmla="*/ 1158525 w 4839976"/>
                  <a:gd name="connsiteY47" fmla="*/ 219240 h 426804"/>
                  <a:gd name="connsiteX48" fmla="*/ 1113170 w 4839976"/>
                  <a:gd name="connsiteY48" fmla="*/ 240019 h 426804"/>
                  <a:gd name="connsiteX49" fmla="*/ 1067044 w 4839976"/>
                  <a:gd name="connsiteY49" fmla="*/ 264050 h 426804"/>
                  <a:gd name="connsiteX50" fmla="*/ 1020267 w 4839976"/>
                  <a:gd name="connsiteY50" fmla="*/ 290067 h 426804"/>
                  <a:gd name="connsiteX51" fmla="*/ 972597 w 4839976"/>
                  <a:gd name="connsiteY51" fmla="*/ 312221 h 426804"/>
                  <a:gd name="connsiteX52" fmla="*/ 924194 w 4839976"/>
                  <a:gd name="connsiteY52" fmla="*/ 334070 h 426804"/>
                  <a:gd name="connsiteX53" fmla="*/ 875061 w 4839976"/>
                  <a:gd name="connsiteY53" fmla="*/ 353779 h 426804"/>
                  <a:gd name="connsiteX54" fmla="*/ 825398 w 4839976"/>
                  <a:gd name="connsiteY54" fmla="*/ 368970 h 426804"/>
                  <a:gd name="connsiteX55" fmla="*/ 690921 w 4839976"/>
                  <a:gd name="connsiteY55" fmla="*/ 373663 h 426804"/>
                  <a:gd name="connsiteX56" fmla="*/ 541000 w 4839976"/>
                  <a:gd name="connsiteY56" fmla="*/ 377657 h 426804"/>
                  <a:gd name="connsiteX57" fmla="*/ 540065 w 4839976"/>
                  <a:gd name="connsiteY57" fmla="*/ 377766 h 426804"/>
                  <a:gd name="connsiteX58" fmla="*/ 486258 w 4839976"/>
                  <a:gd name="connsiteY58" fmla="*/ 391888 h 426804"/>
                  <a:gd name="connsiteX59" fmla="*/ 431556 w 4839976"/>
                  <a:gd name="connsiteY59" fmla="*/ 407974 h 426804"/>
                  <a:gd name="connsiteX60" fmla="*/ 376326 w 4839976"/>
                  <a:gd name="connsiteY60" fmla="*/ 423973 h 426804"/>
                  <a:gd name="connsiteX61" fmla="*/ 230673 w 4839976"/>
                  <a:gd name="connsiteY61" fmla="*/ 423493 h 426804"/>
                  <a:gd name="connsiteX62" fmla="*/ 84531 w 4839976"/>
                  <a:gd name="connsiteY62" fmla="*/ 422467 h 426804"/>
                  <a:gd name="connsiteX63" fmla="*/ 0 w 4839976"/>
                  <a:gd name="connsiteY63" fmla="*/ 422096 h 426804"/>
                  <a:gd name="connsiteX64" fmla="*/ 0 w 4839976"/>
                  <a:gd name="connsiteY64" fmla="*/ 424912 h 426804"/>
                  <a:gd name="connsiteX65" fmla="*/ 84491 w 4839976"/>
                  <a:gd name="connsiteY65" fmla="*/ 425283 h 426804"/>
                  <a:gd name="connsiteX66" fmla="*/ 230713 w 4839976"/>
                  <a:gd name="connsiteY66" fmla="*/ 426287 h 426804"/>
                  <a:gd name="connsiteX67" fmla="*/ 376977 w 4839976"/>
                  <a:gd name="connsiteY67" fmla="*/ 426767 h 426804"/>
                  <a:gd name="connsiteX68" fmla="*/ 378155 w 4839976"/>
                  <a:gd name="connsiteY68" fmla="*/ 426614 h 426804"/>
                  <a:gd name="connsiteX69" fmla="*/ 433954 w 4839976"/>
                  <a:gd name="connsiteY69" fmla="*/ 410463 h 426804"/>
                  <a:gd name="connsiteX70" fmla="*/ 488574 w 4839976"/>
                  <a:gd name="connsiteY70" fmla="*/ 394420 h 426804"/>
                  <a:gd name="connsiteX71" fmla="*/ 541813 w 4839976"/>
                  <a:gd name="connsiteY71" fmla="*/ 380407 h 426804"/>
                  <a:gd name="connsiteX72" fmla="*/ 683849 w 4839976"/>
                  <a:gd name="connsiteY72" fmla="*/ 376740 h 426804"/>
                  <a:gd name="connsiteX73" fmla="*/ 826374 w 4839976"/>
                  <a:gd name="connsiteY73" fmla="*/ 371786 h 426804"/>
                  <a:gd name="connsiteX74" fmla="*/ 827471 w 4839976"/>
                  <a:gd name="connsiteY74" fmla="*/ 371568 h 426804"/>
                  <a:gd name="connsiteX75" fmla="*/ 877865 w 4839976"/>
                  <a:gd name="connsiteY75" fmla="*/ 356158 h 426804"/>
                  <a:gd name="connsiteX76" fmla="*/ 927324 w 4839976"/>
                  <a:gd name="connsiteY76" fmla="*/ 336274 h 426804"/>
                  <a:gd name="connsiteX77" fmla="*/ 975888 w 4839976"/>
                  <a:gd name="connsiteY77" fmla="*/ 314317 h 426804"/>
                  <a:gd name="connsiteX78" fmla="*/ 1023762 w 4839976"/>
                  <a:gd name="connsiteY78" fmla="*/ 292097 h 426804"/>
                  <a:gd name="connsiteX79" fmla="*/ 1070701 w 4839976"/>
                  <a:gd name="connsiteY79" fmla="*/ 266036 h 426804"/>
                  <a:gd name="connsiteX80" fmla="*/ 1116625 w 4839976"/>
                  <a:gd name="connsiteY80" fmla="*/ 242114 h 426804"/>
                  <a:gd name="connsiteX81" fmla="*/ 1162020 w 4839976"/>
                  <a:gd name="connsiteY81" fmla="*/ 221292 h 426804"/>
                  <a:gd name="connsiteX82" fmla="*/ 1206724 w 4839976"/>
                  <a:gd name="connsiteY82" fmla="*/ 196366 h 426804"/>
                  <a:gd name="connsiteX83" fmla="*/ 1250574 w 4839976"/>
                  <a:gd name="connsiteY83" fmla="*/ 167642 h 426804"/>
                  <a:gd name="connsiteX84" fmla="*/ 1293571 w 4839976"/>
                  <a:gd name="connsiteY84" fmla="*/ 140206 h 426804"/>
                  <a:gd name="connsiteX85" fmla="*/ 1335796 w 4839976"/>
                  <a:gd name="connsiteY85" fmla="*/ 115913 h 426804"/>
                  <a:gd name="connsiteX86" fmla="*/ 1377493 w 4839976"/>
                  <a:gd name="connsiteY86" fmla="*/ 94174 h 426804"/>
                  <a:gd name="connsiteX87" fmla="*/ 1417970 w 4839976"/>
                  <a:gd name="connsiteY87" fmla="*/ 68222 h 426804"/>
                  <a:gd name="connsiteX88" fmla="*/ 1544808 w 4839976"/>
                  <a:gd name="connsiteY88" fmla="*/ 48557 h 426804"/>
                  <a:gd name="connsiteX89" fmla="*/ 1671930 w 4839976"/>
                  <a:gd name="connsiteY89" fmla="*/ 33365 h 426804"/>
                  <a:gd name="connsiteX90" fmla="*/ 1798645 w 4839976"/>
                  <a:gd name="connsiteY90" fmla="*/ 46745 h 426804"/>
                  <a:gd name="connsiteX91" fmla="*/ 1925930 w 4839976"/>
                  <a:gd name="connsiteY91" fmla="*/ 55912 h 426804"/>
                  <a:gd name="connsiteX92" fmla="*/ 2053458 w 4839976"/>
                  <a:gd name="connsiteY92" fmla="*/ 62940 h 426804"/>
                  <a:gd name="connsiteX93" fmla="*/ 2180539 w 4839976"/>
                  <a:gd name="connsiteY93" fmla="*/ 64272 h 426804"/>
                  <a:gd name="connsiteX94" fmla="*/ 2308027 w 4839976"/>
                  <a:gd name="connsiteY94" fmla="*/ 77171 h 426804"/>
                  <a:gd name="connsiteX95" fmla="*/ 2435759 w 4839976"/>
                  <a:gd name="connsiteY95" fmla="*/ 86120 h 426804"/>
                  <a:gd name="connsiteX96" fmla="*/ 2563531 w 4839976"/>
                  <a:gd name="connsiteY96" fmla="*/ 89219 h 426804"/>
                  <a:gd name="connsiteX97" fmla="*/ 2691587 w 4839976"/>
                  <a:gd name="connsiteY97" fmla="*/ 88848 h 426804"/>
                  <a:gd name="connsiteX98" fmla="*/ 2819360 w 4839976"/>
                  <a:gd name="connsiteY98" fmla="*/ 81711 h 426804"/>
                  <a:gd name="connsiteX99" fmla="*/ 2947213 w 4839976"/>
                  <a:gd name="connsiteY99" fmla="*/ 79528 h 426804"/>
                  <a:gd name="connsiteX100" fmla="*/ 3075270 w 4839976"/>
                  <a:gd name="connsiteY100" fmla="*/ 80794 h 426804"/>
                  <a:gd name="connsiteX101" fmla="*/ 3203367 w 4839976"/>
                  <a:gd name="connsiteY101" fmla="*/ 79354 h 426804"/>
                  <a:gd name="connsiteX102" fmla="*/ 3331627 w 4839976"/>
                  <a:gd name="connsiteY102" fmla="*/ 76626 h 426804"/>
                  <a:gd name="connsiteX103" fmla="*/ 3459643 w 4839976"/>
                  <a:gd name="connsiteY103" fmla="*/ 70121 h 426804"/>
                  <a:gd name="connsiteX104" fmla="*/ 3587659 w 4839976"/>
                  <a:gd name="connsiteY104" fmla="*/ 69008 h 426804"/>
                  <a:gd name="connsiteX105" fmla="*/ 3715065 w 4839976"/>
                  <a:gd name="connsiteY105" fmla="*/ 65647 h 426804"/>
                  <a:gd name="connsiteX106" fmla="*/ 3716813 w 4839976"/>
                  <a:gd name="connsiteY106" fmla="*/ 65232 h 426804"/>
                  <a:gd name="connsiteX107" fmla="*/ 3735832 w 4839976"/>
                  <a:gd name="connsiteY107" fmla="*/ 54101 h 426804"/>
                  <a:gd name="connsiteX108" fmla="*/ 3848446 w 4839976"/>
                  <a:gd name="connsiteY108" fmla="*/ 50477 h 426804"/>
                  <a:gd name="connsiteX109" fmla="*/ 3861044 w 4839976"/>
                  <a:gd name="connsiteY109" fmla="*/ 50259 h 426804"/>
                  <a:gd name="connsiteX110" fmla="*/ 3877666 w 4839976"/>
                  <a:gd name="connsiteY110" fmla="*/ 49517 h 426804"/>
                  <a:gd name="connsiteX111" fmla="*/ 4002024 w 4839976"/>
                  <a:gd name="connsiteY111" fmla="*/ 48076 h 426804"/>
                  <a:gd name="connsiteX112" fmla="*/ 4003812 w 4839976"/>
                  <a:gd name="connsiteY112" fmla="*/ 47640 h 426804"/>
                  <a:gd name="connsiteX113" fmla="*/ 4018768 w 4839976"/>
                  <a:gd name="connsiteY113" fmla="*/ 38691 h 426804"/>
                  <a:gd name="connsiteX114" fmla="*/ 4032992 w 4839976"/>
                  <a:gd name="connsiteY114" fmla="*/ 26272 h 426804"/>
                  <a:gd name="connsiteX115" fmla="*/ 4046322 w 4839976"/>
                  <a:gd name="connsiteY115" fmla="*/ 11146 h 426804"/>
                  <a:gd name="connsiteX116" fmla="*/ 4164991 w 4839976"/>
                  <a:gd name="connsiteY116" fmla="*/ 6148 h 426804"/>
                  <a:gd name="connsiteX117" fmla="*/ 4287236 w 4839976"/>
                  <a:gd name="connsiteY117" fmla="*/ 10469 h 426804"/>
                  <a:gd name="connsiteX118" fmla="*/ 4411716 w 4839976"/>
                  <a:gd name="connsiteY118" fmla="*/ 18130 h 426804"/>
                  <a:gd name="connsiteX119" fmla="*/ 4538228 w 4839976"/>
                  <a:gd name="connsiteY119" fmla="*/ 28520 h 426804"/>
                  <a:gd name="connsiteX120" fmla="*/ 4664375 w 4839976"/>
                  <a:gd name="connsiteY120" fmla="*/ 37163 h 426804"/>
                  <a:gd name="connsiteX121" fmla="*/ 4790074 w 4839976"/>
                  <a:gd name="connsiteY121" fmla="*/ 40197 h 426804"/>
                  <a:gd name="connsiteX122" fmla="*/ 4791538 w 4839976"/>
                  <a:gd name="connsiteY122" fmla="*/ 39935 h 426804"/>
                  <a:gd name="connsiteX123" fmla="*/ 4803445 w 4839976"/>
                  <a:gd name="connsiteY123" fmla="*/ 35613 h 426804"/>
                  <a:gd name="connsiteX124" fmla="*/ 4803933 w 4839976"/>
                  <a:gd name="connsiteY124" fmla="*/ 35395 h 426804"/>
                  <a:gd name="connsiteX125" fmla="*/ 4815881 w 4839976"/>
                  <a:gd name="connsiteY125" fmla="*/ 27974 h 426804"/>
                  <a:gd name="connsiteX126" fmla="*/ 4816287 w 4839976"/>
                  <a:gd name="connsiteY126" fmla="*/ 27647 h 426804"/>
                  <a:gd name="connsiteX127" fmla="*/ 4839696 w 4839976"/>
                  <a:gd name="connsiteY127" fmla="*/ 1957 h 426804"/>
                  <a:gd name="connsiteX128" fmla="*/ 4838599 w 4839976"/>
                  <a:gd name="connsiteY128" fmla="*/ 102 h 426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839976" h="426804">
                    <a:moveTo>
                      <a:pt x="4838517" y="167"/>
                    </a:moveTo>
                    <a:cubicBezTo>
                      <a:pt x="4837217" y="-204"/>
                      <a:pt x="4835754" y="58"/>
                      <a:pt x="4835104" y="800"/>
                    </a:cubicBezTo>
                    <a:lnTo>
                      <a:pt x="4811858" y="26272"/>
                    </a:lnTo>
                    <a:lnTo>
                      <a:pt x="4800356" y="33409"/>
                    </a:lnTo>
                    <a:lnTo>
                      <a:pt x="4789384" y="37360"/>
                    </a:lnTo>
                    <a:lnTo>
                      <a:pt x="4664659" y="34391"/>
                    </a:lnTo>
                    <a:lnTo>
                      <a:pt x="4538797" y="25748"/>
                    </a:lnTo>
                    <a:lnTo>
                      <a:pt x="4412244" y="15402"/>
                    </a:lnTo>
                    <a:lnTo>
                      <a:pt x="4287602" y="7676"/>
                    </a:lnTo>
                    <a:lnTo>
                      <a:pt x="4164909" y="3354"/>
                    </a:lnTo>
                    <a:lnTo>
                      <a:pt x="4044412" y="8418"/>
                    </a:lnTo>
                    <a:cubicBezTo>
                      <a:pt x="4043518" y="8461"/>
                      <a:pt x="4042705" y="8789"/>
                      <a:pt x="4042339" y="9203"/>
                    </a:cubicBezTo>
                    <a:lnTo>
                      <a:pt x="4028521" y="24918"/>
                    </a:lnTo>
                    <a:lnTo>
                      <a:pt x="4014663" y="37010"/>
                    </a:lnTo>
                    <a:lnTo>
                      <a:pt x="4000764" y="45326"/>
                    </a:lnTo>
                    <a:lnTo>
                      <a:pt x="3877341" y="46701"/>
                    </a:lnTo>
                    <a:lnTo>
                      <a:pt x="3860719" y="47444"/>
                    </a:lnTo>
                    <a:lnTo>
                      <a:pt x="3848120" y="47662"/>
                    </a:lnTo>
                    <a:lnTo>
                      <a:pt x="3753145" y="50761"/>
                    </a:lnTo>
                    <a:lnTo>
                      <a:pt x="3734450" y="51350"/>
                    </a:lnTo>
                    <a:cubicBezTo>
                      <a:pt x="3733800" y="51350"/>
                      <a:pt x="3733191" y="51503"/>
                      <a:pt x="3732784" y="51765"/>
                    </a:cubicBezTo>
                    <a:lnTo>
                      <a:pt x="3713765" y="62897"/>
                    </a:lnTo>
                    <a:lnTo>
                      <a:pt x="3587415" y="66192"/>
                    </a:lnTo>
                    <a:lnTo>
                      <a:pt x="3459358" y="67371"/>
                    </a:lnTo>
                    <a:lnTo>
                      <a:pt x="3331261" y="73832"/>
                    </a:lnTo>
                    <a:lnTo>
                      <a:pt x="3203164" y="76538"/>
                    </a:lnTo>
                    <a:lnTo>
                      <a:pt x="3075229" y="78022"/>
                    </a:lnTo>
                    <a:lnTo>
                      <a:pt x="2947132" y="76691"/>
                    </a:lnTo>
                    <a:lnTo>
                      <a:pt x="2818994" y="78874"/>
                    </a:lnTo>
                    <a:lnTo>
                      <a:pt x="2691303" y="86011"/>
                    </a:lnTo>
                    <a:lnTo>
                      <a:pt x="2563612" y="86426"/>
                    </a:lnTo>
                    <a:lnTo>
                      <a:pt x="2436124" y="83283"/>
                    </a:lnTo>
                    <a:lnTo>
                      <a:pt x="2308759" y="74377"/>
                    </a:lnTo>
                    <a:lnTo>
                      <a:pt x="2181027" y="61434"/>
                    </a:lnTo>
                    <a:lnTo>
                      <a:pt x="2053742" y="60103"/>
                    </a:lnTo>
                    <a:lnTo>
                      <a:pt x="1926458" y="53075"/>
                    </a:lnTo>
                    <a:lnTo>
                      <a:pt x="1799417" y="43973"/>
                    </a:lnTo>
                    <a:lnTo>
                      <a:pt x="1672336" y="30550"/>
                    </a:lnTo>
                    <a:cubicBezTo>
                      <a:pt x="1672011" y="30550"/>
                      <a:pt x="1671686" y="30550"/>
                      <a:pt x="1671361" y="30593"/>
                    </a:cubicBezTo>
                    <a:lnTo>
                      <a:pt x="1543589" y="45828"/>
                    </a:lnTo>
                    <a:lnTo>
                      <a:pt x="1415898" y="65603"/>
                    </a:lnTo>
                    <a:cubicBezTo>
                      <a:pt x="1415410" y="65712"/>
                      <a:pt x="1414963" y="65865"/>
                      <a:pt x="1414638" y="66083"/>
                    </a:cubicBezTo>
                    <a:lnTo>
                      <a:pt x="1373876" y="92253"/>
                    </a:lnTo>
                    <a:lnTo>
                      <a:pt x="1332179" y="113883"/>
                    </a:lnTo>
                    <a:lnTo>
                      <a:pt x="1289751" y="138286"/>
                    </a:lnTo>
                    <a:lnTo>
                      <a:pt x="1246632" y="165787"/>
                    </a:lnTo>
                    <a:lnTo>
                      <a:pt x="1202863" y="194467"/>
                    </a:lnTo>
                    <a:lnTo>
                      <a:pt x="1158525" y="219240"/>
                    </a:lnTo>
                    <a:lnTo>
                      <a:pt x="1113170" y="240019"/>
                    </a:lnTo>
                    <a:lnTo>
                      <a:pt x="1067044" y="264050"/>
                    </a:lnTo>
                    <a:lnTo>
                      <a:pt x="1020267" y="290067"/>
                    </a:lnTo>
                    <a:lnTo>
                      <a:pt x="972597" y="312221"/>
                    </a:lnTo>
                    <a:lnTo>
                      <a:pt x="924194" y="334070"/>
                    </a:lnTo>
                    <a:lnTo>
                      <a:pt x="875061" y="353779"/>
                    </a:lnTo>
                    <a:lnTo>
                      <a:pt x="825398" y="368970"/>
                    </a:lnTo>
                    <a:lnTo>
                      <a:pt x="690921" y="373663"/>
                    </a:lnTo>
                    <a:lnTo>
                      <a:pt x="541000" y="377657"/>
                    </a:lnTo>
                    <a:cubicBezTo>
                      <a:pt x="540675" y="377657"/>
                      <a:pt x="540349" y="377701"/>
                      <a:pt x="540065" y="377766"/>
                    </a:cubicBezTo>
                    <a:lnTo>
                      <a:pt x="486258" y="391888"/>
                    </a:lnTo>
                    <a:lnTo>
                      <a:pt x="431556" y="407974"/>
                    </a:lnTo>
                    <a:lnTo>
                      <a:pt x="376326" y="423973"/>
                    </a:lnTo>
                    <a:lnTo>
                      <a:pt x="230673" y="423493"/>
                    </a:lnTo>
                    <a:lnTo>
                      <a:pt x="84531" y="422467"/>
                    </a:lnTo>
                    <a:lnTo>
                      <a:pt x="0" y="422096"/>
                    </a:lnTo>
                    <a:lnTo>
                      <a:pt x="0" y="424912"/>
                    </a:lnTo>
                    <a:lnTo>
                      <a:pt x="84491" y="425283"/>
                    </a:lnTo>
                    <a:lnTo>
                      <a:pt x="230713" y="426287"/>
                    </a:lnTo>
                    <a:lnTo>
                      <a:pt x="376977" y="426767"/>
                    </a:lnTo>
                    <a:cubicBezTo>
                      <a:pt x="377505" y="426876"/>
                      <a:pt x="377830" y="426723"/>
                      <a:pt x="378155" y="426614"/>
                    </a:cubicBezTo>
                    <a:lnTo>
                      <a:pt x="433954" y="410463"/>
                    </a:lnTo>
                    <a:lnTo>
                      <a:pt x="488574" y="394420"/>
                    </a:lnTo>
                    <a:lnTo>
                      <a:pt x="541813" y="380407"/>
                    </a:lnTo>
                    <a:lnTo>
                      <a:pt x="683849" y="376740"/>
                    </a:lnTo>
                    <a:lnTo>
                      <a:pt x="826374" y="371786"/>
                    </a:lnTo>
                    <a:cubicBezTo>
                      <a:pt x="826780" y="371720"/>
                      <a:pt x="827105" y="371677"/>
                      <a:pt x="827471" y="371568"/>
                    </a:cubicBezTo>
                    <a:lnTo>
                      <a:pt x="877865" y="356158"/>
                    </a:lnTo>
                    <a:lnTo>
                      <a:pt x="927324" y="336274"/>
                    </a:lnTo>
                    <a:lnTo>
                      <a:pt x="975888" y="314317"/>
                    </a:lnTo>
                    <a:lnTo>
                      <a:pt x="1023762" y="292097"/>
                    </a:lnTo>
                    <a:lnTo>
                      <a:pt x="1070701" y="266036"/>
                    </a:lnTo>
                    <a:lnTo>
                      <a:pt x="1116625" y="242114"/>
                    </a:lnTo>
                    <a:lnTo>
                      <a:pt x="1162020" y="221292"/>
                    </a:lnTo>
                    <a:lnTo>
                      <a:pt x="1206724" y="196366"/>
                    </a:lnTo>
                    <a:lnTo>
                      <a:pt x="1250574" y="167642"/>
                    </a:lnTo>
                    <a:lnTo>
                      <a:pt x="1293571" y="140206"/>
                    </a:lnTo>
                    <a:lnTo>
                      <a:pt x="1335796" y="115913"/>
                    </a:lnTo>
                    <a:lnTo>
                      <a:pt x="1377493" y="94174"/>
                    </a:lnTo>
                    <a:lnTo>
                      <a:pt x="1417970" y="68222"/>
                    </a:lnTo>
                    <a:lnTo>
                      <a:pt x="1544808" y="48557"/>
                    </a:lnTo>
                    <a:lnTo>
                      <a:pt x="1671930" y="33365"/>
                    </a:lnTo>
                    <a:lnTo>
                      <a:pt x="1798645" y="46745"/>
                    </a:lnTo>
                    <a:lnTo>
                      <a:pt x="1925930" y="55912"/>
                    </a:lnTo>
                    <a:lnTo>
                      <a:pt x="2053458" y="62940"/>
                    </a:lnTo>
                    <a:lnTo>
                      <a:pt x="2180539" y="64272"/>
                    </a:lnTo>
                    <a:lnTo>
                      <a:pt x="2308027" y="77171"/>
                    </a:lnTo>
                    <a:lnTo>
                      <a:pt x="2435759" y="86120"/>
                    </a:lnTo>
                    <a:lnTo>
                      <a:pt x="2563531" y="89219"/>
                    </a:lnTo>
                    <a:lnTo>
                      <a:pt x="2691587" y="88848"/>
                    </a:lnTo>
                    <a:lnTo>
                      <a:pt x="2819360" y="81711"/>
                    </a:lnTo>
                    <a:lnTo>
                      <a:pt x="2947213" y="79528"/>
                    </a:lnTo>
                    <a:lnTo>
                      <a:pt x="3075270" y="80794"/>
                    </a:lnTo>
                    <a:lnTo>
                      <a:pt x="3203367" y="79354"/>
                    </a:lnTo>
                    <a:lnTo>
                      <a:pt x="3331627" y="76626"/>
                    </a:lnTo>
                    <a:lnTo>
                      <a:pt x="3459643" y="70121"/>
                    </a:lnTo>
                    <a:lnTo>
                      <a:pt x="3587659" y="69008"/>
                    </a:lnTo>
                    <a:lnTo>
                      <a:pt x="3715065" y="65647"/>
                    </a:lnTo>
                    <a:cubicBezTo>
                      <a:pt x="3715715" y="65647"/>
                      <a:pt x="3716366" y="65472"/>
                      <a:pt x="3716813" y="65232"/>
                    </a:cubicBezTo>
                    <a:lnTo>
                      <a:pt x="3735832" y="54101"/>
                    </a:lnTo>
                    <a:lnTo>
                      <a:pt x="3848446" y="50477"/>
                    </a:lnTo>
                    <a:lnTo>
                      <a:pt x="3861044" y="50259"/>
                    </a:lnTo>
                    <a:lnTo>
                      <a:pt x="3877666" y="49517"/>
                    </a:lnTo>
                    <a:lnTo>
                      <a:pt x="4002024" y="48076"/>
                    </a:lnTo>
                    <a:cubicBezTo>
                      <a:pt x="4002715" y="48076"/>
                      <a:pt x="4003365" y="47924"/>
                      <a:pt x="4003812" y="47640"/>
                    </a:cubicBezTo>
                    <a:lnTo>
                      <a:pt x="4018768" y="38691"/>
                    </a:lnTo>
                    <a:lnTo>
                      <a:pt x="4032992" y="26272"/>
                    </a:lnTo>
                    <a:lnTo>
                      <a:pt x="4046322" y="11146"/>
                    </a:lnTo>
                    <a:lnTo>
                      <a:pt x="4164991" y="6148"/>
                    </a:lnTo>
                    <a:lnTo>
                      <a:pt x="4287236" y="10469"/>
                    </a:lnTo>
                    <a:lnTo>
                      <a:pt x="4411716" y="18130"/>
                    </a:lnTo>
                    <a:lnTo>
                      <a:pt x="4538228" y="28520"/>
                    </a:lnTo>
                    <a:lnTo>
                      <a:pt x="4664375" y="37163"/>
                    </a:lnTo>
                    <a:lnTo>
                      <a:pt x="4790074" y="40197"/>
                    </a:lnTo>
                    <a:cubicBezTo>
                      <a:pt x="4790562" y="40197"/>
                      <a:pt x="4791090" y="40088"/>
                      <a:pt x="4791538" y="39935"/>
                    </a:cubicBezTo>
                    <a:lnTo>
                      <a:pt x="4803445" y="35613"/>
                    </a:lnTo>
                    <a:cubicBezTo>
                      <a:pt x="4803445" y="35613"/>
                      <a:pt x="4803770" y="35504"/>
                      <a:pt x="4803933" y="35395"/>
                    </a:cubicBezTo>
                    <a:lnTo>
                      <a:pt x="4815881" y="27974"/>
                    </a:lnTo>
                    <a:cubicBezTo>
                      <a:pt x="4815881" y="27974"/>
                      <a:pt x="4816165" y="27756"/>
                      <a:pt x="4816287" y="27647"/>
                    </a:cubicBezTo>
                    <a:lnTo>
                      <a:pt x="4839696" y="1957"/>
                    </a:lnTo>
                    <a:cubicBezTo>
                      <a:pt x="4840346" y="1259"/>
                      <a:pt x="4839818" y="451"/>
                      <a:pt x="4838599" y="10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5" name="Freeform: Shape 454">
                <a:extLst>
                  <a:ext uri="{FF2B5EF4-FFF2-40B4-BE49-F238E27FC236}">
                    <a16:creationId xmlns:a16="http://schemas.microsoft.com/office/drawing/2014/main" id="{B9BDF489-B95C-4185-8424-CB7EEC3539DD}"/>
                  </a:ext>
                </a:extLst>
              </p:cNvPr>
              <p:cNvSpPr/>
              <p:nvPr/>
            </p:nvSpPr>
            <p:spPr>
              <a:xfrm>
                <a:off x="5669524" y="6082913"/>
                <a:ext cx="346740" cy="3361"/>
              </a:xfrm>
              <a:custGeom>
                <a:avLst/>
                <a:gdLst>
                  <a:gd name="connsiteX0" fmla="*/ 344180 w 346740"/>
                  <a:gd name="connsiteY0" fmla="*/ 3339 h 3361"/>
                  <a:gd name="connsiteX1" fmla="*/ 344180 w 346740"/>
                  <a:gd name="connsiteY1" fmla="*/ 3339 h 3361"/>
                  <a:gd name="connsiteX2" fmla="*/ 2520 w 346740"/>
                  <a:gd name="connsiteY2" fmla="*/ 2816 h 3361"/>
                  <a:gd name="connsiteX3" fmla="*/ 0 w 346740"/>
                  <a:gd name="connsiteY3" fmla="*/ 1375 h 3361"/>
                  <a:gd name="connsiteX4" fmla="*/ 2520 w 346740"/>
                  <a:gd name="connsiteY4" fmla="*/ 0 h 3361"/>
                  <a:gd name="connsiteX5" fmla="*/ 2520 w 346740"/>
                  <a:gd name="connsiteY5" fmla="*/ 0 h 3361"/>
                  <a:gd name="connsiteX6" fmla="*/ 344221 w 346740"/>
                  <a:gd name="connsiteY6" fmla="*/ 524 h 3361"/>
                  <a:gd name="connsiteX7" fmla="*/ 346740 w 346740"/>
                  <a:gd name="connsiteY7" fmla="*/ 1964 h 3361"/>
                  <a:gd name="connsiteX8" fmla="*/ 344221 w 346740"/>
                  <a:gd name="connsiteY8" fmla="*/ 3361 h 3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740" h="3361">
                    <a:moveTo>
                      <a:pt x="344180" y="3339"/>
                    </a:moveTo>
                    <a:lnTo>
                      <a:pt x="344180" y="3339"/>
                    </a:lnTo>
                    <a:lnTo>
                      <a:pt x="2520" y="2816"/>
                    </a:lnTo>
                    <a:cubicBezTo>
                      <a:pt x="1138" y="2816"/>
                      <a:pt x="0" y="2183"/>
                      <a:pt x="0" y="1375"/>
                    </a:cubicBezTo>
                    <a:cubicBezTo>
                      <a:pt x="0" y="633"/>
                      <a:pt x="1138" y="0"/>
                      <a:pt x="2520" y="0"/>
                    </a:cubicBezTo>
                    <a:lnTo>
                      <a:pt x="2520" y="0"/>
                    </a:lnTo>
                    <a:lnTo>
                      <a:pt x="344221" y="524"/>
                    </a:lnTo>
                    <a:cubicBezTo>
                      <a:pt x="345602" y="524"/>
                      <a:pt x="346740" y="1157"/>
                      <a:pt x="346740" y="1964"/>
                    </a:cubicBezTo>
                    <a:cubicBezTo>
                      <a:pt x="346740" y="2706"/>
                      <a:pt x="345602" y="3361"/>
                      <a:pt x="344221" y="336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6" name="Freeform: Shape 455">
                <a:extLst>
                  <a:ext uri="{FF2B5EF4-FFF2-40B4-BE49-F238E27FC236}">
                    <a16:creationId xmlns:a16="http://schemas.microsoft.com/office/drawing/2014/main" id="{38D96394-7930-4AA5-AD7C-29F715981A3C}"/>
                  </a:ext>
                </a:extLst>
              </p:cNvPr>
              <p:cNvSpPr/>
              <p:nvPr/>
            </p:nvSpPr>
            <p:spPr>
              <a:xfrm>
                <a:off x="284" y="6075377"/>
                <a:ext cx="5227839" cy="547263"/>
              </a:xfrm>
              <a:custGeom>
                <a:avLst/>
                <a:gdLst>
                  <a:gd name="connsiteX0" fmla="*/ 5226467 w 5227839"/>
                  <a:gd name="connsiteY0" fmla="*/ 181 h 547263"/>
                  <a:gd name="connsiteX1" fmla="*/ 5222972 w 5227839"/>
                  <a:gd name="connsiteY1" fmla="*/ 661 h 547263"/>
                  <a:gd name="connsiteX2" fmla="*/ 5209682 w 5227839"/>
                  <a:gd name="connsiteY2" fmla="*/ 12753 h 547263"/>
                  <a:gd name="connsiteX3" fmla="*/ 5209398 w 5227839"/>
                  <a:gd name="connsiteY3" fmla="*/ 13124 h 547263"/>
                  <a:gd name="connsiteX4" fmla="*/ 5198506 w 5227839"/>
                  <a:gd name="connsiteY4" fmla="*/ 35715 h 547263"/>
                  <a:gd name="connsiteX5" fmla="*/ 5190704 w 5227839"/>
                  <a:gd name="connsiteY5" fmla="*/ 59265 h 547263"/>
                  <a:gd name="connsiteX6" fmla="*/ 5185745 w 5227839"/>
                  <a:gd name="connsiteY6" fmla="*/ 81485 h 547263"/>
                  <a:gd name="connsiteX7" fmla="*/ 5182779 w 5227839"/>
                  <a:gd name="connsiteY7" fmla="*/ 99164 h 547263"/>
                  <a:gd name="connsiteX8" fmla="*/ 5178877 w 5227839"/>
                  <a:gd name="connsiteY8" fmla="*/ 126295 h 547263"/>
                  <a:gd name="connsiteX9" fmla="*/ 5176317 w 5227839"/>
                  <a:gd name="connsiteY9" fmla="*/ 142163 h 547263"/>
                  <a:gd name="connsiteX10" fmla="*/ 5172497 w 5227839"/>
                  <a:gd name="connsiteY10" fmla="*/ 177020 h 547263"/>
                  <a:gd name="connsiteX11" fmla="*/ 5167132 w 5227839"/>
                  <a:gd name="connsiteY11" fmla="*/ 209519 h 547263"/>
                  <a:gd name="connsiteX12" fmla="*/ 5160224 w 5227839"/>
                  <a:gd name="connsiteY12" fmla="*/ 236584 h 547263"/>
                  <a:gd name="connsiteX13" fmla="*/ 5152055 w 5227839"/>
                  <a:gd name="connsiteY13" fmla="*/ 259720 h 547263"/>
                  <a:gd name="connsiteX14" fmla="*/ 5141651 w 5227839"/>
                  <a:gd name="connsiteY14" fmla="*/ 284123 h 547263"/>
                  <a:gd name="connsiteX15" fmla="*/ 5130841 w 5227839"/>
                  <a:gd name="connsiteY15" fmla="*/ 307783 h 547263"/>
                  <a:gd name="connsiteX16" fmla="*/ 5119827 w 5227839"/>
                  <a:gd name="connsiteY16" fmla="*/ 330919 h 547263"/>
                  <a:gd name="connsiteX17" fmla="*/ 5108651 w 5227839"/>
                  <a:gd name="connsiteY17" fmla="*/ 356980 h 547263"/>
                  <a:gd name="connsiteX18" fmla="*/ 5097313 w 5227839"/>
                  <a:gd name="connsiteY18" fmla="*/ 377125 h 547263"/>
                  <a:gd name="connsiteX19" fmla="*/ 5085771 w 5227839"/>
                  <a:gd name="connsiteY19" fmla="*/ 393539 h 547263"/>
                  <a:gd name="connsiteX20" fmla="*/ 5074026 w 5227839"/>
                  <a:gd name="connsiteY20" fmla="*/ 407704 h 547263"/>
                  <a:gd name="connsiteX21" fmla="*/ 5062037 w 5227839"/>
                  <a:gd name="connsiteY21" fmla="*/ 420058 h 547263"/>
                  <a:gd name="connsiteX22" fmla="*/ 5038019 w 5227839"/>
                  <a:gd name="connsiteY22" fmla="*/ 440946 h 547263"/>
                  <a:gd name="connsiteX23" fmla="*/ 4883303 w 5227839"/>
                  <a:gd name="connsiteY23" fmla="*/ 437061 h 547263"/>
                  <a:gd name="connsiteX24" fmla="*/ 4727123 w 5227839"/>
                  <a:gd name="connsiteY24" fmla="*/ 432368 h 547263"/>
                  <a:gd name="connsiteX25" fmla="*/ 4724888 w 5227839"/>
                  <a:gd name="connsiteY25" fmla="*/ 433001 h 547263"/>
                  <a:gd name="connsiteX26" fmla="*/ 4709688 w 5227839"/>
                  <a:gd name="connsiteY26" fmla="*/ 445573 h 547263"/>
                  <a:gd name="connsiteX27" fmla="*/ 4553428 w 5227839"/>
                  <a:gd name="connsiteY27" fmla="*/ 443129 h 547263"/>
                  <a:gd name="connsiteX28" fmla="*/ 4551233 w 5227839"/>
                  <a:gd name="connsiteY28" fmla="*/ 443762 h 547263"/>
                  <a:gd name="connsiteX29" fmla="*/ 4533392 w 5227839"/>
                  <a:gd name="connsiteY29" fmla="*/ 458888 h 547263"/>
                  <a:gd name="connsiteX30" fmla="*/ 4477431 w 5227839"/>
                  <a:gd name="connsiteY30" fmla="*/ 504614 h 547263"/>
                  <a:gd name="connsiteX31" fmla="*/ 4458005 w 5227839"/>
                  <a:gd name="connsiteY31" fmla="*/ 520220 h 547263"/>
                  <a:gd name="connsiteX32" fmla="*/ 4438904 w 5227839"/>
                  <a:gd name="connsiteY32" fmla="*/ 535150 h 547263"/>
                  <a:gd name="connsiteX33" fmla="*/ 4272483 w 5227839"/>
                  <a:gd name="connsiteY33" fmla="*/ 533338 h 547263"/>
                  <a:gd name="connsiteX34" fmla="*/ 4104925 w 5227839"/>
                  <a:gd name="connsiteY34" fmla="*/ 531941 h 547263"/>
                  <a:gd name="connsiteX35" fmla="*/ 3937447 w 5227839"/>
                  <a:gd name="connsiteY35" fmla="*/ 530282 h 547263"/>
                  <a:gd name="connsiteX36" fmla="*/ 3435543 w 5227839"/>
                  <a:gd name="connsiteY36" fmla="*/ 520635 h 547263"/>
                  <a:gd name="connsiteX37" fmla="*/ 3268431 w 5227839"/>
                  <a:gd name="connsiteY37" fmla="*/ 517165 h 547263"/>
                  <a:gd name="connsiteX38" fmla="*/ 3101442 w 5227839"/>
                  <a:gd name="connsiteY38" fmla="*/ 515615 h 547263"/>
                  <a:gd name="connsiteX39" fmla="*/ 2934574 w 5227839"/>
                  <a:gd name="connsiteY39" fmla="*/ 513061 h 547263"/>
                  <a:gd name="connsiteX40" fmla="*/ 2767747 w 5227839"/>
                  <a:gd name="connsiteY40" fmla="*/ 511206 h 547263"/>
                  <a:gd name="connsiteX41" fmla="*/ 2601082 w 5227839"/>
                  <a:gd name="connsiteY41" fmla="*/ 509874 h 547263"/>
                  <a:gd name="connsiteX42" fmla="*/ 2434499 w 5227839"/>
                  <a:gd name="connsiteY42" fmla="*/ 508063 h 547263"/>
                  <a:gd name="connsiteX43" fmla="*/ 2267956 w 5227839"/>
                  <a:gd name="connsiteY43" fmla="*/ 507212 h 547263"/>
                  <a:gd name="connsiteX44" fmla="*/ 2101576 w 5227839"/>
                  <a:gd name="connsiteY44" fmla="*/ 507255 h 547263"/>
                  <a:gd name="connsiteX45" fmla="*/ 1935277 w 5227839"/>
                  <a:gd name="connsiteY45" fmla="*/ 506295 h 547263"/>
                  <a:gd name="connsiteX46" fmla="*/ 1768978 w 5227839"/>
                  <a:gd name="connsiteY46" fmla="*/ 505116 h 547263"/>
                  <a:gd name="connsiteX47" fmla="*/ 1602801 w 5227839"/>
                  <a:gd name="connsiteY47" fmla="*/ 507714 h 547263"/>
                  <a:gd name="connsiteX48" fmla="*/ 1436746 w 5227839"/>
                  <a:gd name="connsiteY48" fmla="*/ 511075 h 547263"/>
                  <a:gd name="connsiteX49" fmla="*/ 1270732 w 5227839"/>
                  <a:gd name="connsiteY49" fmla="*/ 513323 h 547263"/>
                  <a:gd name="connsiteX50" fmla="*/ 1269878 w 5227839"/>
                  <a:gd name="connsiteY50" fmla="*/ 513432 h 547263"/>
                  <a:gd name="connsiteX51" fmla="*/ 1160150 w 5227839"/>
                  <a:gd name="connsiteY51" fmla="*/ 536721 h 547263"/>
                  <a:gd name="connsiteX52" fmla="*/ 991128 w 5227839"/>
                  <a:gd name="connsiteY52" fmla="*/ 537507 h 547263"/>
                  <a:gd name="connsiteX53" fmla="*/ 314350 w 5227839"/>
                  <a:gd name="connsiteY53" fmla="*/ 544426 h 547263"/>
                  <a:gd name="connsiteX54" fmla="*/ 145491 w 5227839"/>
                  <a:gd name="connsiteY54" fmla="*/ 544273 h 547263"/>
                  <a:gd name="connsiteX55" fmla="*/ 0 w 5227839"/>
                  <a:gd name="connsiteY55" fmla="*/ 542985 h 547263"/>
                  <a:gd name="connsiteX56" fmla="*/ 0 w 5227839"/>
                  <a:gd name="connsiteY56" fmla="*/ 545823 h 547263"/>
                  <a:gd name="connsiteX57" fmla="*/ 145451 w 5227839"/>
                  <a:gd name="connsiteY57" fmla="*/ 547045 h 547263"/>
                  <a:gd name="connsiteX58" fmla="*/ 314432 w 5227839"/>
                  <a:gd name="connsiteY58" fmla="*/ 547263 h 547263"/>
                  <a:gd name="connsiteX59" fmla="*/ 991250 w 5227839"/>
                  <a:gd name="connsiteY59" fmla="*/ 540344 h 547263"/>
                  <a:gd name="connsiteX60" fmla="*/ 1160679 w 5227839"/>
                  <a:gd name="connsiteY60" fmla="*/ 539537 h 547263"/>
                  <a:gd name="connsiteX61" fmla="*/ 1161573 w 5227839"/>
                  <a:gd name="connsiteY61" fmla="*/ 539428 h 547263"/>
                  <a:gd name="connsiteX62" fmla="*/ 1271301 w 5227839"/>
                  <a:gd name="connsiteY62" fmla="*/ 516139 h 547263"/>
                  <a:gd name="connsiteX63" fmla="*/ 1436909 w 5227839"/>
                  <a:gd name="connsiteY63" fmla="*/ 513847 h 547263"/>
                  <a:gd name="connsiteX64" fmla="*/ 1602964 w 5227839"/>
                  <a:gd name="connsiteY64" fmla="*/ 510551 h 547263"/>
                  <a:gd name="connsiteX65" fmla="*/ 1769059 w 5227839"/>
                  <a:gd name="connsiteY65" fmla="*/ 507888 h 547263"/>
                  <a:gd name="connsiteX66" fmla="*/ 1935236 w 5227839"/>
                  <a:gd name="connsiteY66" fmla="*/ 509111 h 547263"/>
                  <a:gd name="connsiteX67" fmla="*/ 2101576 w 5227839"/>
                  <a:gd name="connsiteY67" fmla="*/ 510071 h 547263"/>
                  <a:gd name="connsiteX68" fmla="*/ 2267956 w 5227839"/>
                  <a:gd name="connsiteY68" fmla="*/ 510005 h 547263"/>
                  <a:gd name="connsiteX69" fmla="*/ 2434377 w 5227839"/>
                  <a:gd name="connsiteY69" fmla="*/ 510857 h 547263"/>
                  <a:gd name="connsiteX70" fmla="*/ 2601042 w 5227839"/>
                  <a:gd name="connsiteY70" fmla="*/ 512668 h 547263"/>
                  <a:gd name="connsiteX71" fmla="*/ 2767666 w 5227839"/>
                  <a:gd name="connsiteY71" fmla="*/ 514000 h 547263"/>
                  <a:gd name="connsiteX72" fmla="*/ 2934452 w 5227839"/>
                  <a:gd name="connsiteY72" fmla="*/ 515855 h 547263"/>
                  <a:gd name="connsiteX73" fmla="*/ 3101401 w 5227839"/>
                  <a:gd name="connsiteY73" fmla="*/ 518409 h 547263"/>
                  <a:gd name="connsiteX74" fmla="*/ 3268350 w 5227839"/>
                  <a:gd name="connsiteY74" fmla="*/ 519958 h 547263"/>
                  <a:gd name="connsiteX75" fmla="*/ 3435421 w 5227839"/>
                  <a:gd name="connsiteY75" fmla="*/ 523429 h 547263"/>
                  <a:gd name="connsiteX76" fmla="*/ 3937366 w 5227839"/>
                  <a:gd name="connsiteY76" fmla="*/ 533032 h 547263"/>
                  <a:gd name="connsiteX77" fmla="*/ 4104884 w 5227839"/>
                  <a:gd name="connsiteY77" fmla="*/ 534691 h 547263"/>
                  <a:gd name="connsiteX78" fmla="*/ 4272524 w 5227839"/>
                  <a:gd name="connsiteY78" fmla="*/ 536132 h 547263"/>
                  <a:gd name="connsiteX79" fmla="*/ 4440245 w 5227839"/>
                  <a:gd name="connsiteY79" fmla="*/ 537943 h 547263"/>
                  <a:gd name="connsiteX80" fmla="*/ 4442359 w 5227839"/>
                  <a:gd name="connsiteY80" fmla="*/ 537354 h 547263"/>
                  <a:gd name="connsiteX81" fmla="*/ 4462232 w 5227839"/>
                  <a:gd name="connsiteY81" fmla="*/ 521792 h 547263"/>
                  <a:gd name="connsiteX82" fmla="*/ 4537700 w 5227839"/>
                  <a:gd name="connsiteY82" fmla="*/ 460415 h 547263"/>
                  <a:gd name="connsiteX83" fmla="*/ 4554809 w 5227839"/>
                  <a:gd name="connsiteY83" fmla="*/ 445923 h 547263"/>
                  <a:gd name="connsiteX84" fmla="*/ 4711030 w 5227839"/>
                  <a:gd name="connsiteY84" fmla="*/ 448367 h 547263"/>
                  <a:gd name="connsiteX85" fmla="*/ 4713184 w 5227839"/>
                  <a:gd name="connsiteY85" fmla="*/ 447778 h 547263"/>
                  <a:gd name="connsiteX86" fmla="*/ 4728383 w 5227839"/>
                  <a:gd name="connsiteY86" fmla="*/ 435206 h 547263"/>
                  <a:gd name="connsiteX87" fmla="*/ 4883099 w 5227839"/>
                  <a:gd name="connsiteY87" fmla="*/ 439833 h 547263"/>
                  <a:gd name="connsiteX88" fmla="*/ 5039320 w 5227839"/>
                  <a:gd name="connsiteY88" fmla="*/ 443718 h 547263"/>
                  <a:gd name="connsiteX89" fmla="*/ 5041595 w 5227839"/>
                  <a:gd name="connsiteY89" fmla="*/ 443085 h 547263"/>
                  <a:gd name="connsiteX90" fmla="*/ 5066508 w 5227839"/>
                  <a:gd name="connsiteY90" fmla="*/ 421390 h 547263"/>
                  <a:gd name="connsiteX91" fmla="*/ 5078618 w 5227839"/>
                  <a:gd name="connsiteY91" fmla="*/ 408861 h 547263"/>
                  <a:gd name="connsiteX92" fmla="*/ 5090526 w 5227839"/>
                  <a:gd name="connsiteY92" fmla="*/ 394587 h 547263"/>
                  <a:gd name="connsiteX93" fmla="*/ 5102190 w 5227839"/>
                  <a:gd name="connsiteY93" fmla="*/ 378020 h 547263"/>
                  <a:gd name="connsiteX94" fmla="*/ 5113650 w 5227839"/>
                  <a:gd name="connsiteY94" fmla="*/ 357656 h 547263"/>
                  <a:gd name="connsiteX95" fmla="*/ 5124867 w 5227839"/>
                  <a:gd name="connsiteY95" fmla="*/ 331552 h 547263"/>
                  <a:gd name="connsiteX96" fmla="*/ 5135880 w 5227839"/>
                  <a:gd name="connsiteY96" fmla="*/ 308437 h 547263"/>
                  <a:gd name="connsiteX97" fmla="*/ 5146690 w 5227839"/>
                  <a:gd name="connsiteY97" fmla="*/ 284712 h 547263"/>
                  <a:gd name="connsiteX98" fmla="*/ 5157176 w 5227839"/>
                  <a:gd name="connsiteY98" fmla="*/ 260266 h 547263"/>
                  <a:gd name="connsiteX99" fmla="*/ 5165385 w 5227839"/>
                  <a:gd name="connsiteY99" fmla="*/ 237021 h 547263"/>
                  <a:gd name="connsiteX100" fmla="*/ 5172334 w 5227839"/>
                  <a:gd name="connsiteY100" fmla="*/ 209781 h 547263"/>
                  <a:gd name="connsiteX101" fmla="*/ 5177699 w 5227839"/>
                  <a:gd name="connsiteY101" fmla="*/ 177107 h 547263"/>
                  <a:gd name="connsiteX102" fmla="*/ 5181519 w 5227839"/>
                  <a:gd name="connsiteY102" fmla="*/ 142316 h 547263"/>
                  <a:gd name="connsiteX103" fmla="*/ 5184080 w 5227839"/>
                  <a:gd name="connsiteY103" fmla="*/ 126491 h 547263"/>
                  <a:gd name="connsiteX104" fmla="*/ 5185949 w 5227839"/>
                  <a:gd name="connsiteY104" fmla="*/ 112326 h 547263"/>
                  <a:gd name="connsiteX105" fmla="*/ 5190947 w 5227839"/>
                  <a:gd name="connsiteY105" fmla="*/ 81747 h 547263"/>
                  <a:gd name="connsiteX106" fmla="*/ 5195865 w 5227839"/>
                  <a:gd name="connsiteY106" fmla="*/ 59637 h 547263"/>
                  <a:gd name="connsiteX107" fmla="*/ 5203586 w 5227839"/>
                  <a:gd name="connsiteY107" fmla="*/ 36239 h 547263"/>
                  <a:gd name="connsiteX108" fmla="*/ 5214356 w 5227839"/>
                  <a:gd name="connsiteY108" fmla="*/ 13954 h 547263"/>
                  <a:gd name="connsiteX109" fmla="*/ 5227483 w 5227839"/>
                  <a:gd name="connsiteY109" fmla="*/ 2080 h 547263"/>
                  <a:gd name="connsiteX110" fmla="*/ 5226629 w 5227839"/>
                  <a:gd name="connsiteY110" fmla="*/ 116 h 54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227839" h="547263">
                    <a:moveTo>
                      <a:pt x="5226467" y="181"/>
                    </a:moveTo>
                    <a:cubicBezTo>
                      <a:pt x="5225248" y="-190"/>
                      <a:pt x="5223704" y="28"/>
                      <a:pt x="5222972" y="661"/>
                    </a:cubicBezTo>
                    <a:lnTo>
                      <a:pt x="5209682" y="12753"/>
                    </a:lnTo>
                    <a:cubicBezTo>
                      <a:pt x="5209682" y="12753"/>
                      <a:pt x="5209439" y="13015"/>
                      <a:pt x="5209398" y="13124"/>
                    </a:cubicBezTo>
                    <a:lnTo>
                      <a:pt x="5198506" y="35715"/>
                    </a:lnTo>
                    <a:lnTo>
                      <a:pt x="5190704" y="59265"/>
                    </a:lnTo>
                    <a:lnTo>
                      <a:pt x="5185745" y="81485"/>
                    </a:lnTo>
                    <a:lnTo>
                      <a:pt x="5182779" y="99164"/>
                    </a:lnTo>
                    <a:lnTo>
                      <a:pt x="5178877" y="126295"/>
                    </a:lnTo>
                    <a:lnTo>
                      <a:pt x="5176317" y="142163"/>
                    </a:lnTo>
                    <a:lnTo>
                      <a:pt x="5172497" y="177020"/>
                    </a:lnTo>
                    <a:lnTo>
                      <a:pt x="5167132" y="209519"/>
                    </a:lnTo>
                    <a:lnTo>
                      <a:pt x="5160224" y="236584"/>
                    </a:lnTo>
                    <a:lnTo>
                      <a:pt x="5152055" y="259720"/>
                    </a:lnTo>
                    <a:lnTo>
                      <a:pt x="5141651" y="284123"/>
                    </a:lnTo>
                    <a:lnTo>
                      <a:pt x="5130841" y="307783"/>
                    </a:lnTo>
                    <a:lnTo>
                      <a:pt x="5119827" y="330919"/>
                    </a:lnTo>
                    <a:lnTo>
                      <a:pt x="5108651" y="356980"/>
                    </a:lnTo>
                    <a:lnTo>
                      <a:pt x="5097313" y="377125"/>
                    </a:lnTo>
                    <a:lnTo>
                      <a:pt x="5085771" y="393539"/>
                    </a:lnTo>
                    <a:lnTo>
                      <a:pt x="5074026" y="407704"/>
                    </a:lnTo>
                    <a:lnTo>
                      <a:pt x="5062037" y="420058"/>
                    </a:lnTo>
                    <a:lnTo>
                      <a:pt x="5038019" y="440946"/>
                    </a:lnTo>
                    <a:lnTo>
                      <a:pt x="4883303" y="437061"/>
                    </a:lnTo>
                    <a:lnTo>
                      <a:pt x="4727123" y="432368"/>
                    </a:lnTo>
                    <a:cubicBezTo>
                      <a:pt x="4726148" y="432434"/>
                      <a:pt x="4725376" y="432587"/>
                      <a:pt x="4724888" y="433001"/>
                    </a:cubicBezTo>
                    <a:lnTo>
                      <a:pt x="4709688" y="445573"/>
                    </a:lnTo>
                    <a:lnTo>
                      <a:pt x="4553428" y="443129"/>
                    </a:lnTo>
                    <a:cubicBezTo>
                      <a:pt x="4552534" y="443129"/>
                      <a:pt x="4551761" y="443347"/>
                      <a:pt x="4551233" y="443762"/>
                    </a:cubicBezTo>
                    <a:lnTo>
                      <a:pt x="4533392" y="458888"/>
                    </a:lnTo>
                    <a:lnTo>
                      <a:pt x="4477431" y="504614"/>
                    </a:lnTo>
                    <a:lnTo>
                      <a:pt x="4458005" y="520220"/>
                    </a:lnTo>
                    <a:lnTo>
                      <a:pt x="4438904" y="535150"/>
                    </a:lnTo>
                    <a:lnTo>
                      <a:pt x="4272483" y="533338"/>
                    </a:lnTo>
                    <a:lnTo>
                      <a:pt x="4104925" y="531941"/>
                    </a:lnTo>
                    <a:lnTo>
                      <a:pt x="3937447" y="530282"/>
                    </a:lnTo>
                    <a:lnTo>
                      <a:pt x="3435543" y="520635"/>
                    </a:lnTo>
                    <a:lnTo>
                      <a:pt x="3268431" y="517165"/>
                    </a:lnTo>
                    <a:lnTo>
                      <a:pt x="3101442" y="515615"/>
                    </a:lnTo>
                    <a:lnTo>
                      <a:pt x="2934574" y="513061"/>
                    </a:lnTo>
                    <a:lnTo>
                      <a:pt x="2767747" y="511206"/>
                    </a:lnTo>
                    <a:lnTo>
                      <a:pt x="2601082" y="509874"/>
                    </a:lnTo>
                    <a:lnTo>
                      <a:pt x="2434499" y="508063"/>
                    </a:lnTo>
                    <a:lnTo>
                      <a:pt x="2267956" y="507212"/>
                    </a:lnTo>
                    <a:lnTo>
                      <a:pt x="2101576" y="507255"/>
                    </a:lnTo>
                    <a:lnTo>
                      <a:pt x="1935277" y="506295"/>
                    </a:lnTo>
                    <a:lnTo>
                      <a:pt x="1768978" y="505116"/>
                    </a:lnTo>
                    <a:lnTo>
                      <a:pt x="1602801" y="507714"/>
                    </a:lnTo>
                    <a:lnTo>
                      <a:pt x="1436746" y="511075"/>
                    </a:lnTo>
                    <a:lnTo>
                      <a:pt x="1270732" y="513323"/>
                    </a:lnTo>
                    <a:cubicBezTo>
                      <a:pt x="1270447" y="513323"/>
                      <a:pt x="1270122" y="513367"/>
                      <a:pt x="1269878" y="513432"/>
                    </a:cubicBezTo>
                    <a:lnTo>
                      <a:pt x="1160150" y="536721"/>
                    </a:lnTo>
                    <a:lnTo>
                      <a:pt x="991128" y="537507"/>
                    </a:lnTo>
                    <a:lnTo>
                      <a:pt x="314350" y="544426"/>
                    </a:lnTo>
                    <a:lnTo>
                      <a:pt x="145491" y="544273"/>
                    </a:lnTo>
                    <a:lnTo>
                      <a:pt x="0" y="542985"/>
                    </a:lnTo>
                    <a:lnTo>
                      <a:pt x="0" y="545823"/>
                    </a:lnTo>
                    <a:lnTo>
                      <a:pt x="145451" y="547045"/>
                    </a:lnTo>
                    <a:lnTo>
                      <a:pt x="314432" y="547263"/>
                    </a:lnTo>
                    <a:lnTo>
                      <a:pt x="991250" y="540344"/>
                    </a:lnTo>
                    <a:lnTo>
                      <a:pt x="1160679" y="539537"/>
                    </a:lnTo>
                    <a:cubicBezTo>
                      <a:pt x="1161004" y="539537"/>
                      <a:pt x="1161288" y="539493"/>
                      <a:pt x="1161573" y="539428"/>
                    </a:cubicBezTo>
                    <a:lnTo>
                      <a:pt x="1271301" y="516139"/>
                    </a:lnTo>
                    <a:lnTo>
                      <a:pt x="1436909" y="513847"/>
                    </a:lnTo>
                    <a:lnTo>
                      <a:pt x="1602964" y="510551"/>
                    </a:lnTo>
                    <a:lnTo>
                      <a:pt x="1769059" y="507888"/>
                    </a:lnTo>
                    <a:lnTo>
                      <a:pt x="1935236" y="509111"/>
                    </a:lnTo>
                    <a:lnTo>
                      <a:pt x="2101576" y="510071"/>
                    </a:lnTo>
                    <a:lnTo>
                      <a:pt x="2267956" y="510005"/>
                    </a:lnTo>
                    <a:lnTo>
                      <a:pt x="2434377" y="510857"/>
                    </a:lnTo>
                    <a:lnTo>
                      <a:pt x="2601042" y="512668"/>
                    </a:lnTo>
                    <a:lnTo>
                      <a:pt x="2767666" y="514000"/>
                    </a:lnTo>
                    <a:lnTo>
                      <a:pt x="2934452" y="515855"/>
                    </a:lnTo>
                    <a:lnTo>
                      <a:pt x="3101401" y="518409"/>
                    </a:lnTo>
                    <a:lnTo>
                      <a:pt x="3268350" y="519958"/>
                    </a:lnTo>
                    <a:lnTo>
                      <a:pt x="3435421" y="523429"/>
                    </a:lnTo>
                    <a:lnTo>
                      <a:pt x="3937366" y="533032"/>
                    </a:lnTo>
                    <a:lnTo>
                      <a:pt x="4104884" y="534691"/>
                    </a:lnTo>
                    <a:lnTo>
                      <a:pt x="4272524" y="536132"/>
                    </a:lnTo>
                    <a:lnTo>
                      <a:pt x="4440245" y="537943"/>
                    </a:lnTo>
                    <a:cubicBezTo>
                      <a:pt x="4441099" y="537834"/>
                      <a:pt x="4441871" y="537725"/>
                      <a:pt x="4442359" y="537354"/>
                    </a:cubicBezTo>
                    <a:lnTo>
                      <a:pt x="4462232" y="521792"/>
                    </a:lnTo>
                    <a:lnTo>
                      <a:pt x="4537700" y="460415"/>
                    </a:lnTo>
                    <a:lnTo>
                      <a:pt x="4554809" y="445923"/>
                    </a:lnTo>
                    <a:lnTo>
                      <a:pt x="4711030" y="448367"/>
                    </a:lnTo>
                    <a:cubicBezTo>
                      <a:pt x="4711802" y="448367"/>
                      <a:pt x="4712736" y="448149"/>
                      <a:pt x="4713184" y="447778"/>
                    </a:cubicBezTo>
                    <a:lnTo>
                      <a:pt x="4728383" y="435206"/>
                    </a:lnTo>
                    <a:lnTo>
                      <a:pt x="4883099" y="439833"/>
                    </a:lnTo>
                    <a:lnTo>
                      <a:pt x="5039320" y="443718"/>
                    </a:lnTo>
                    <a:cubicBezTo>
                      <a:pt x="5040417" y="443718"/>
                      <a:pt x="5041108" y="443500"/>
                      <a:pt x="5041595" y="443085"/>
                    </a:cubicBezTo>
                    <a:lnTo>
                      <a:pt x="5066508" y="421390"/>
                    </a:lnTo>
                    <a:lnTo>
                      <a:pt x="5078618" y="408861"/>
                    </a:lnTo>
                    <a:lnTo>
                      <a:pt x="5090526" y="394587"/>
                    </a:lnTo>
                    <a:lnTo>
                      <a:pt x="5102190" y="378020"/>
                    </a:lnTo>
                    <a:lnTo>
                      <a:pt x="5113650" y="357656"/>
                    </a:lnTo>
                    <a:lnTo>
                      <a:pt x="5124867" y="331552"/>
                    </a:lnTo>
                    <a:lnTo>
                      <a:pt x="5135880" y="308437"/>
                    </a:lnTo>
                    <a:lnTo>
                      <a:pt x="5146690" y="284712"/>
                    </a:lnTo>
                    <a:lnTo>
                      <a:pt x="5157176" y="260266"/>
                    </a:lnTo>
                    <a:lnTo>
                      <a:pt x="5165385" y="237021"/>
                    </a:lnTo>
                    <a:lnTo>
                      <a:pt x="5172334" y="209781"/>
                    </a:lnTo>
                    <a:lnTo>
                      <a:pt x="5177699" y="177107"/>
                    </a:lnTo>
                    <a:lnTo>
                      <a:pt x="5181519" y="142316"/>
                    </a:lnTo>
                    <a:lnTo>
                      <a:pt x="5184080" y="126491"/>
                    </a:lnTo>
                    <a:lnTo>
                      <a:pt x="5185949" y="112326"/>
                    </a:lnTo>
                    <a:lnTo>
                      <a:pt x="5190947" y="81747"/>
                    </a:lnTo>
                    <a:lnTo>
                      <a:pt x="5195865" y="59637"/>
                    </a:lnTo>
                    <a:lnTo>
                      <a:pt x="5203586" y="36239"/>
                    </a:lnTo>
                    <a:lnTo>
                      <a:pt x="5214356" y="13954"/>
                    </a:lnTo>
                    <a:lnTo>
                      <a:pt x="5227483" y="2080"/>
                    </a:lnTo>
                    <a:cubicBezTo>
                      <a:pt x="5228174" y="1382"/>
                      <a:pt x="5227848" y="530"/>
                      <a:pt x="5226629" y="1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7" name="Freeform: Shape 456">
                <a:extLst>
                  <a:ext uri="{FF2B5EF4-FFF2-40B4-BE49-F238E27FC236}">
                    <a16:creationId xmlns:a16="http://schemas.microsoft.com/office/drawing/2014/main" id="{C9024871-D5FA-42C0-89B0-37720A673F83}"/>
                  </a:ext>
                </a:extLst>
              </p:cNvPr>
              <p:cNvSpPr/>
              <p:nvPr/>
            </p:nvSpPr>
            <p:spPr>
              <a:xfrm>
                <a:off x="-203" y="5697806"/>
                <a:ext cx="1454099" cy="153032"/>
              </a:xfrm>
              <a:custGeom>
                <a:avLst/>
                <a:gdLst>
                  <a:gd name="connsiteX0" fmla="*/ 1451702 w 1454099"/>
                  <a:gd name="connsiteY0" fmla="*/ 16392 h 153032"/>
                  <a:gd name="connsiteX1" fmla="*/ 1405372 w 1454099"/>
                  <a:gd name="connsiteY1" fmla="*/ 15802 h 153032"/>
                  <a:gd name="connsiteX2" fmla="*/ 1331488 w 1454099"/>
                  <a:gd name="connsiteY2" fmla="*/ 12507 h 153032"/>
                  <a:gd name="connsiteX3" fmla="*/ 1287028 w 1454099"/>
                  <a:gd name="connsiteY3" fmla="*/ 11546 h 153032"/>
                  <a:gd name="connsiteX4" fmla="*/ 1279103 w 1454099"/>
                  <a:gd name="connsiteY4" fmla="*/ 10804 h 153032"/>
                  <a:gd name="connsiteX5" fmla="*/ 1243828 w 1454099"/>
                  <a:gd name="connsiteY5" fmla="*/ 9102 h 153032"/>
                  <a:gd name="connsiteX6" fmla="*/ 1228507 w 1454099"/>
                  <a:gd name="connsiteY6" fmla="*/ 10389 h 153032"/>
                  <a:gd name="connsiteX7" fmla="*/ 1132068 w 1454099"/>
                  <a:gd name="connsiteY7" fmla="*/ 6766 h 153032"/>
                  <a:gd name="connsiteX8" fmla="*/ 1131377 w 1454099"/>
                  <a:gd name="connsiteY8" fmla="*/ 6810 h 153032"/>
                  <a:gd name="connsiteX9" fmla="*/ 1099190 w 1454099"/>
                  <a:gd name="connsiteY9" fmla="*/ 10760 h 153032"/>
                  <a:gd name="connsiteX10" fmla="*/ 1002548 w 1454099"/>
                  <a:gd name="connsiteY10" fmla="*/ 7137 h 153032"/>
                  <a:gd name="connsiteX11" fmla="*/ 1001898 w 1454099"/>
                  <a:gd name="connsiteY11" fmla="*/ 7203 h 153032"/>
                  <a:gd name="connsiteX12" fmla="*/ 981050 w 1454099"/>
                  <a:gd name="connsiteY12" fmla="*/ 9429 h 153032"/>
                  <a:gd name="connsiteX13" fmla="*/ 900542 w 1454099"/>
                  <a:gd name="connsiteY13" fmla="*/ 6613 h 153032"/>
                  <a:gd name="connsiteX14" fmla="*/ 866120 w 1454099"/>
                  <a:gd name="connsiteY14" fmla="*/ 8687 h 153032"/>
                  <a:gd name="connsiteX15" fmla="*/ 775493 w 1454099"/>
                  <a:gd name="connsiteY15" fmla="*/ 633 h 153032"/>
                  <a:gd name="connsiteX16" fmla="*/ 766999 w 1454099"/>
                  <a:gd name="connsiteY16" fmla="*/ 0 h 153032"/>
                  <a:gd name="connsiteX17" fmla="*/ 765780 w 1454099"/>
                  <a:gd name="connsiteY17" fmla="*/ 109 h 153032"/>
                  <a:gd name="connsiteX18" fmla="*/ 730057 w 1454099"/>
                  <a:gd name="connsiteY18" fmla="*/ 8272 h 153032"/>
                  <a:gd name="connsiteX19" fmla="*/ 694213 w 1454099"/>
                  <a:gd name="connsiteY19" fmla="*/ 13489 h 153032"/>
                  <a:gd name="connsiteX20" fmla="*/ 657433 w 1454099"/>
                  <a:gd name="connsiteY20" fmla="*/ 13554 h 153032"/>
                  <a:gd name="connsiteX21" fmla="*/ 620166 w 1454099"/>
                  <a:gd name="connsiteY21" fmla="*/ 13882 h 153032"/>
                  <a:gd name="connsiteX22" fmla="*/ 619232 w 1454099"/>
                  <a:gd name="connsiteY22" fmla="*/ 13991 h 153032"/>
                  <a:gd name="connsiteX23" fmla="*/ 581762 w 1454099"/>
                  <a:gd name="connsiteY23" fmla="*/ 22459 h 153032"/>
                  <a:gd name="connsiteX24" fmla="*/ 543397 w 1454099"/>
                  <a:gd name="connsiteY24" fmla="*/ 26235 h 153032"/>
                  <a:gd name="connsiteX25" fmla="*/ 542016 w 1454099"/>
                  <a:gd name="connsiteY25" fmla="*/ 26607 h 153032"/>
                  <a:gd name="connsiteX26" fmla="*/ 502920 w 1454099"/>
                  <a:gd name="connsiteY26" fmla="*/ 49568 h 153032"/>
                  <a:gd name="connsiteX27" fmla="*/ 463133 w 1454099"/>
                  <a:gd name="connsiteY27" fmla="*/ 65567 h 153032"/>
                  <a:gd name="connsiteX28" fmla="*/ 423103 w 1454099"/>
                  <a:gd name="connsiteY28" fmla="*/ 82461 h 153032"/>
                  <a:gd name="connsiteX29" fmla="*/ 382544 w 1454099"/>
                  <a:gd name="connsiteY29" fmla="*/ 94989 h 153032"/>
                  <a:gd name="connsiteX30" fmla="*/ 341823 w 1454099"/>
                  <a:gd name="connsiteY30" fmla="*/ 105269 h 153032"/>
                  <a:gd name="connsiteX31" fmla="*/ 235468 w 1454099"/>
                  <a:gd name="connsiteY31" fmla="*/ 103196 h 153032"/>
                  <a:gd name="connsiteX32" fmla="*/ 234208 w 1454099"/>
                  <a:gd name="connsiteY32" fmla="*/ 103305 h 153032"/>
                  <a:gd name="connsiteX33" fmla="*/ 191821 w 1454099"/>
                  <a:gd name="connsiteY33" fmla="*/ 115026 h 153032"/>
                  <a:gd name="connsiteX34" fmla="*/ 148255 w 1454099"/>
                  <a:gd name="connsiteY34" fmla="*/ 124673 h 153032"/>
                  <a:gd name="connsiteX35" fmla="*/ 104689 w 1454099"/>
                  <a:gd name="connsiteY35" fmla="*/ 139908 h 153032"/>
                  <a:gd name="connsiteX36" fmla="*/ 60960 w 1454099"/>
                  <a:gd name="connsiteY36" fmla="*/ 150188 h 153032"/>
                  <a:gd name="connsiteX37" fmla="*/ 0 w 1454099"/>
                  <a:gd name="connsiteY37" fmla="*/ 144273 h 153032"/>
                  <a:gd name="connsiteX38" fmla="*/ 0 w 1454099"/>
                  <a:gd name="connsiteY38" fmla="*/ 147089 h 153032"/>
                  <a:gd name="connsiteX39" fmla="*/ 60797 w 1454099"/>
                  <a:gd name="connsiteY39" fmla="*/ 153004 h 153032"/>
                  <a:gd name="connsiteX40" fmla="*/ 62220 w 1454099"/>
                  <a:gd name="connsiteY40" fmla="*/ 152960 h 153032"/>
                  <a:gd name="connsiteX41" fmla="*/ 106964 w 1454099"/>
                  <a:gd name="connsiteY41" fmla="*/ 142353 h 153032"/>
                  <a:gd name="connsiteX42" fmla="*/ 150449 w 1454099"/>
                  <a:gd name="connsiteY42" fmla="*/ 127161 h 153032"/>
                  <a:gd name="connsiteX43" fmla="*/ 193772 w 1454099"/>
                  <a:gd name="connsiteY43" fmla="*/ 117623 h 153032"/>
                  <a:gd name="connsiteX44" fmla="*/ 235834 w 1454099"/>
                  <a:gd name="connsiteY44" fmla="*/ 106011 h 153032"/>
                  <a:gd name="connsiteX45" fmla="*/ 342148 w 1454099"/>
                  <a:gd name="connsiteY45" fmla="*/ 108085 h 153032"/>
                  <a:gd name="connsiteX46" fmla="*/ 343286 w 1454099"/>
                  <a:gd name="connsiteY46" fmla="*/ 107976 h 153032"/>
                  <a:gd name="connsiteX47" fmla="*/ 384698 w 1454099"/>
                  <a:gd name="connsiteY47" fmla="*/ 97477 h 153032"/>
                  <a:gd name="connsiteX48" fmla="*/ 425745 w 1454099"/>
                  <a:gd name="connsiteY48" fmla="*/ 84796 h 153032"/>
                  <a:gd name="connsiteX49" fmla="*/ 466019 w 1454099"/>
                  <a:gd name="connsiteY49" fmla="*/ 67793 h 153032"/>
                  <a:gd name="connsiteX50" fmla="*/ 506171 w 1454099"/>
                  <a:gd name="connsiteY50" fmla="*/ 51707 h 153032"/>
                  <a:gd name="connsiteX51" fmla="*/ 545023 w 1454099"/>
                  <a:gd name="connsiteY51" fmla="*/ 28898 h 153032"/>
                  <a:gd name="connsiteX52" fmla="*/ 583021 w 1454099"/>
                  <a:gd name="connsiteY52" fmla="*/ 25166 h 153032"/>
                  <a:gd name="connsiteX53" fmla="*/ 620573 w 1454099"/>
                  <a:gd name="connsiteY53" fmla="*/ 16697 h 153032"/>
                  <a:gd name="connsiteX54" fmla="*/ 694700 w 1454099"/>
                  <a:gd name="connsiteY54" fmla="*/ 16217 h 153032"/>
                  <a:gd name="connsiteX55" fmla="*/ 731479 w 1454099"/>
                  <a:gd name="connsiteY55" fmla="*/ 10935 h 153032"/>
                  <a:gd name="connsiteX56" fmla="*/ 766958 w 1454099"/>
                  <a:gd name="connsiteY56" fmla="*/ 2903 h 153032"/>
                  <a:gd name="connsiteX57" fmla="*/ 865510 w 1454099"/>
                  <a:gd name="connsiteY57" fmla="*/ 11524 h 153032"/>
                  <a:gd name="connsiteX58" fmla="*/ 866160 w 1454099"/>
                  <a:gd name="connsiteY58" fmla="*/ 11524 h 153032"/>
                  <a:gd name="connsiteX59" fmla="*/ 900542 w 1454099"/>
                  <a:gd name="connsiteY59" fmla="*/ 9451 h 153032"/>
                  <a:gd name="connsiteX60" fmla="*/ 980928 w 1454099"/>
                  <a:gd name="connsiteY60" fmla="*/ 12267 h 153032"/>
                  <a:gd name="connsiteX61" fmla="*/ 981578 w 1454099"/>
                  <a:gd name="connsiteY61" fmla="*/ 12223 h 153032"/>
                  <a:gd name="connsiteX62" fmla="*/ 1002426 w 1454099"/>
                  <a:gd name="connsiteY62" fmla="*/ 9975 h 153032"/>
                  <a:gd name="connsiteX63" fmla="*/ 1099109 w 1454099"/>
                  <a:gd name="connsiteY63" fmla="*/ 13598 h 153032"/>
                  <a:gd name="connsiteX64" fmla="*/ 1099800 w 1454099"/>
                  <a:gd name="connsiteY64" fmla="*/ 13598 h 153032"/>
                  <a:gd name="connsiteX65" fmla="*/ 1131987 w 1454099"/>
                  <a:gd name="connsiteY65" fmla="*/ 9604 h 153032"/>
                  <a:gd name="connsiteX66" fmla="*/ 1228588 w 1454099"/>
                  <a:gd name="connsiteY66" fmla="*/ 13183 h 153032"/>
                  <a:gd name="connsiteX67" fmla="*/ 1243868 w 1454099"/>
                  <a:gd name="connsiteY67" fmla="*/ 11961 h 153032"/>
                  <a:gd name="connsiteX68" fmla="*/ 1278331 w 1454099"/>
                  <a:gd name="connsiteY68" fmla="*/ 13620 h 153032"/>
                  <a:gd name="connsiteX69" fmla="*/ 1286419 w 1454099"/>
                  <a:gd name="connsiteY69" fmla="*/ 14362 h 153032"/>
                  <a:gd name="connsiteX70" fmla="*/ 1324539 w 1454099"/>
                  <a:gd name="connsiteY70" fmla="*/ 15104 h 153032"/>
                  <a:gd name="connsiteX71" fmla="*/ 1405006 w 1454099"/>
                  <a:gd name="connsiteY71" fmla="*/ 18618 h 153032"/>
                  <a:gd name="connsiteX72" fmla="*/ 1451458 w 1454099"/>
                  <a:gd name="connsiteY72" fmla="*/ 19207 h 153032"/>
                  <a:gd name="connsiteX73" fmla="*/ 1454099 w 1454099"/>
                  <a:gd name="connsiteY73" fmla="*/ 17876 h 153032"/>
                  <a:gd name="connsiteX74" fmla="*/ 1451620 w 1454099"/>
                  <a:gd name="connsiteY74" fmla="*/ 16435 h 15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454099" h="153032">
                    <a:moveTo>
                      <a:pt x="1451702" y="16392"/>
                    </a:moveTo>
                    <a:lnTo>
                      <a:pt x="1405372" y="15802"/>
                    </a:lnTo>
                    <a:lnTo>
                      <a:pt x="1331488" y="12507"/>
                    </a:lnTo>
                    <a:lnTo>
                      <a:pt x="1287028" y="11546"/>
                    </a:lnTo>
                    <a:lnTo>
                      <a:pt x="1279103" y="10804"/>
                    </a:lnTo>
                    <a:lnTo>
                      <a:pt x="1243828" y="9102"/>
                    </a:lnTo>
                    <a:lnTo>
                      <a:pt x="1228507" y="10389"/>
                    </a:lnTo>
                    <a:lnTo>
                      <a:pt x="1132068" y="6766"/>
                    </a:lnTo>
                    <a:cubicBezTo>
                      <a:pt x="1131824" y="6766"/>
                      <a:pt x="1131580" y="6766"/>
                      <a:pt x="1131377" y="6810"/>
                    </a:cubicBezTo>
                    <a:lnTo>
                      <a:pt x="1099190" y="10760"/>
                    </a:lnTo>
                    <a:lnTo>
                      <a:pt x="1002548" y="7137"/>
                    </a:lnTo>
                    <a:cubicBezTo>
                      <a:pt x="1002548" y="7137"/>
                      <a:pt x="1002142" y="7137"/>
                      <a:pt x="1001898" y="7203"/>
                    </a:cubicBezTo>
                    <a:lnTo>
                      <a:pt x="981050" y="9429"/>
                    </a:lnTo>
                    <a:lnTo>
                      <a:pt x="900542" y="6613"/>
                    </a:lnTo>
                    <a:lnTo>
                      <a:pt x="866120" y="8687"/>
                    </a:lnTo>
                    <a:lnTo>
                      <a:pt x="775493" y="633"/>
                    </a:lnTo>
                    <a:lnTo>
                      <a:pt x="766999" y="0"/>
                    </a:lnTo>
                    <a:cubicBezTo>
                      <a:pt x="766592" y="0"/>
                      <a:pt x="766227" y="0"/>
                      <a:pt x="765780" y="109"/>
                    </a:cubicBezTo>
                    <a:lnTo>
                      <a:pt x="730057" y="8272"/>
                    </a:lnTo>
                    <a:lnTo>
                      <a:pt x="694213" y="13489"/>
                    </a:lnTo>
                    <a:lnTo>
                      <a:pt x="657433" y="13554"/>
                    </a:lnTo>
                    <a:lnTo>
                      <a:pt x="620166" y="13882"/>
                    </a:lnTo>
                    <a:cubicBezTo>
                      <a:pt x="619801" y="13882"/>
                      <a:pt x="619516" y="13882"/>
                      <a:pt x="619232" y="13991"/>
                    </a:cubicBezTo>
                    <a:lnTo>
                      <a:pt x="581762" y="22459"/>
                    </a:lnTo>
                    <a:lnTo>
                      <a:pt x="543397" y="26235"/>
                    </a:lnTo>
                    <a:cubicBezTo>
                      <a:pt x="542869" y="26235"/>
                      <a:pt x="542341" y="26388"/>
                      <a:pt x="542016" y="26607"/>
                    </a:cubicBezTo>
                    <a:lnTo>
                      <a:pt x="502920" y="49568"/>
                    </a:lnTo>
                    <a:lnTo>
                      <a:pt x="463133" y="65567"/>
                    </a:lnTo>
                    <a:lnTo>
                      <a:pt x="423103" y="82461"/>
                    </a:lnTo>
                    <a:lnTo>
                      <a:pt x="382544" y="94989"/>
                    </a:lnTo>
                    <a:lnTo>
                      <a:pt x="341823" y="105269"/>
                    </a:lnTo>
                    <a:lnTo>
                      <a:pt x="235468" y="103196"/>
                    </a:lnTo>
                    <a:cubicBezTo>
                      <a:pt x="235021" y="103196"/>
                      <a:pt x="234615" y="103196"/>
                      <a:pt x="234208" y="103305"/>
                    </a:cubicBezTo>
                    <a:lnTo>
                      <a:pt x="191821" y="115026"/>
                    </a:lnTo>
                    <a:lnTo>
                      <a:pt x="148255" y="124673"/>
                    </a:lnTo>
                    <a:lnTo>
                      <a:pt x="104689" y="139908"/>
                    </a:lnTo>
                    <a:lnTo>
                      <a:pt x="60960" y="150188"/>
                    </a:lnTo>
                    <a:lnTo>
                      <a:pt x="0" y="144273"/>
                    </a:lnTo>
                    <a:lnTo>
                      <a:pt x="0" y="147089"/>
                    </a:lnTo>
                    <a:lnTo>
                      <a:pt x="60797" y="153004"/>
                    </a:lnTo>
                    <a:cubicBezTo>
                      <a:pt x="61285" y="153048"/>
                      <a:pt x="61773" y="153048"/>
                      <a:pt x="62220" y="152960"/>
                    </a:cubicBezTo>
                    <a:lnTo>
                      <a:pt x="106964" y="142353"/>
                    </a:lnTo>
                    <a:lnTo>
                      <a:pt x="150449" y="127161"/>
                    </a:lnTo>
                    <a:lnTo>
                      <a:pt x="193772" y="117623"/>
                    </a:lnTo>
                    <a:lnTo>
                      <a:pt x="235834" y="106011"/>
                    </a:lnTo>
                    <a:lnTo>
                      <a:pt x="342148" y="108085"/>
                    </a:lnTo>
                    <a:cubicBezTo>
                      <a:pt x="342514" y="108085"/>
                      <a:pt x="342961" y="108085"/>
                      <a:pt x="343286" y="107976"/>
                    </a:cubicBezTo>
                    <a:lnTo>
                      <a:pt x="384698" y="97477"/>
                    </a:lnTo>
                    <a:lnTo>
                      <a:pt x="425745" y="84796"/>
                    </a:lnTo>
                    <a:lnTo>
                      <a:pt x="466019" y="67793"/>
                    </a:lnTo>
                    <a:lnTo>
                      <a:pt x="506171" y="51707"/>
                    </a:lnTo>
                    <a:lnTo>
                      <a:pt x="545023" y="28898"/>
                    </a:lnTo>
                    <a:lnTo>
                      <a:pt x="583021" y="25166"/>
                    </a:lnTo>
                    <a:lnTo>
                      <a:pt x="620573" y="16697"/>
                    </a:lnTo>
                    <a:lnTo>
                      <a:pt x="694700" y="16217"/>
                    </a:lnTo>
                    <a:lnTo>
                      <a:pt x="731479" y="10935"/>
                    </a:lnTo>
                    <a:lnTo>
                      <a:pt x="766958" y="2903"/>
                    </a:lnTo>
                    <a:lnTo>
                      <a:pt x="865510" y="11524"/>
                    </a:lnTo>
                    <a:lnTo>
                      <a:pt x="866160" y="11524"/>
                    </a:lnTo>
                    <a:lnTo>
                      <a:pt x="900542" y="9451"/>
                    </a:lnTo>
                    <a:lnTo>
                      <a:pt x="980928" y="12267"/>
                    </a:lnTo>
                    <a:cubicBezTo>
                      <a:pt x="981172" y="12267"/>
                      <a:pt x="981375" y="12267"/>
                      <a:pt x="981578" y="12223"/>
                    </a:cubicBezTo>
                    <a:lnTo>
                      <a:pt x="1002426" y="9975"/>
                    </a:lnTo>
                    <a:lnTo>
                      <a:pt x="1099109" y="13598"/>
                    </a:lnTo>
                    <a:cubicBezTo>
                      <a:pt x="1099353" y="13642"/>
                      <a:pt x="1099596" y="13598"/>
                      <a:pt x="1099800" y="13598"/>
                    </a:cubicBezTo>
                    <a:lnTo>
                      <a:pt x="1131987" y="9604"/>
                    </a:lnTo>
                    <a:lnTo>
                      <a:pt x="1228588" y="13183"/>
                    </a:lnTo>
                    <a:lnTo>
                      <a:pt x="1243868" y="11961"/>
                    </a:lnTo>
                    <a:lnTo>
                      <a:pt x="1278331" y="13620"/>
                    </a:lnTo>
                    <a:lnTo>
                      <a:pt x="1286419" y="14362"/>
                    </a:lnTo>
                    <a:lnTo>
                      <a:pt x="1324539" y="15104"/>
                    </a:lnTo>
                    <a:lnTo>
                      <a:pt x="1405006" y="18618"/>
                    </a:lnTo>
                    <a:lnTo>
                      <a:pt x="1451458" y="19207"/>
                    </a:lnTo>
                    <a:cubicBezTo>
                      <a:pt x="1453043" y="19207"/>
                      <a:pt x="1454018" y="18618"/>
                      <a:pt x="1454099" y="17876"/>
                    </a:cubicBezTo>
                    <a:cubicBezTo>
                      <a:pt x="1454099" y="17068"/>
                      <a:pt x="1453002" y="16435"/>
                      <a:pt x="1451620" y="1643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8" name="Freeform: Shape 457">
                <a:extLst>
                  <a:ext uri="{FF2B5EF4-FFF2-40B4-BE49-F238E27FC236}">
                    <a16:creationId xmlns:a16="http://schemas.microsoft.com/office/drawing/2014/main" id="{71FF0546-9343-49BC-86CA-8D746A93D247}"/>
                  </a:ext>
                </a:extLst>
              </p:cNvPr>
              <p:cNvSpPr/>
              <p:nvPr/>
            </p:nvSpPr>
            <p:spPr>
              <a:xfrm>
                <a:off x="5785353" y="5482702"/>
                <a:ext cx="304062" cy="604620"/>
              </a:xfrm>
              <a:custGeom>
                <a:avLst/>
                <a:gdLst>
                  <a:gd name="connsiteX0" fmla="*/ 210713 w 304062"/>
                  <a:gd name="connsiteY0" fmla="*/ 604620 h 604620"/>
                  <a:gd name="connsiteX1" fmla="*/ 210225 w 304062"/>
                  <a:gd name="connsiteY1" fmla="*/ 604555 h 604620"/>
                  <a:gd name="connsiteX2" fmla="*/ 208234 w 304062"/>
                  <a:gd name="connsiteY2" fmla="*/ 602918 h 604620"/>
                  <a:gd name="connsiteX3" fmla="*/ 235299 w 304062"/>
                  <a:gd name="connsiteY3" fmla="*/ 525870 h 604620"/>
                  <a:gd name="connsiteX4" fmla="*/ 248752 w 304062"/>
                  <a:gd name="connsiteY4" fmla="*/ 501359 h 604620"/>
                  <a:gd name="connsiteX5" fmla="*/ 269884 w 304062"/>
                  <a:gd name="connsiteY5" fmla="*/ 461329 h 604620"/>
                  <a:gd name="connsiteX6" fmla="*/ 285490 w 304062"/>
                  <a:gd name="connsiteY6" fmla="*/ 430117 h 604620"/>
                  <a:gd name="connsiteX7" fmla="*/ 291748 w 304062"/>
                  <a:gd name="connsiteY7" fmla="*/ 416955 h 604620"/>
                  <a:gd name="connsiteX8" fmla="*/ 296422 w 304062"/>
                  <a:gd name="connsiteY8" fmla="*/ 398032 h 604620"/>
                  <a:gd name="connsiteX9" fmla="*/ 298901 w 304062"/>
                  <a:gd name="connsiteY9" fmla="*/ 360992 h 604620"/>
                  <a:gd name="connsiteX10" fmla="*/ 297316 w 304062"/>
                  <a:gd name="connsiteY10" fmla="*/ 334713 h 604620"/>
                  <a:gd name="connsiteX11" fmla="*/ 293049 w 304062"/>
                  <a:gd name="connsiteY11" fmla="*/ 318256 h 604620"/>
                  <a:gd name="connsiteX12" fmla="*/ 289798 w 304062"/>
                  <a:gd name="connsiteY12" fmla="*/ 314371 h 604620"/>
                  <a:gd name="connsiteX13" fmla="*/ 269559 w 304062"/>
                  <a:gd name="connsiteY13" fmla="*/ 304134 h 604620"/>
                  <a:gd name="connsiteX14" fmla="*/ 269112 w 304062"/>
                  <a:gd name="connsiteY14" fmla="*/ 303872 h 604620"/>
                  <a:gd name="connsiteX15" fmla="*/ 265901 w 304062"/>
                  <a:gd name="connsiteY15" fmla="*/ 300991 h 604620"/>
                  <a:gd name="connsiteX16" fmla="*/ 265577 w 304062"/>
                  <a:gd name="connsiteY16" fmla="*/ 300511 h 604620"/>
                  <a:gd name="connsiteX17" fmla="*/ 263992 w 304062"/>
                  <a:gd name="connsiteY17" fmla="*/ 296189 h 604620"/>
                  <a:gd name="connsiteX18" fmla="*/ 255660 w 304062"/>
                  <a:gd name="connsiteY18" fmla="*/ 292828 h 604620"/>
                  <a:gd name="connsiteX19" fmla="*/ 190962 w 304062"/>
                  <a:gd name="connsiteY19" fmla="*/ 268426 h 604620"/>
                  <a:gd name="connsiteX20" fmla="*/ 178282 w 304062"/>
                  <a:gd name="connsiteY20" fmla="*/ 264475 h 604620"/>
                  <a:gd name="connsiteX21" fmla="*/ 177347 w 304062"/>
                  <a:gd name="connsiteY21" fmla="*/ 263668 h 604620"/>
                  <a:gd name="connsiteX22" fmla="*/ 176250 w 304062"/>
                  <a:gd name="connsiteY22" fmla="*/ 261114 h 604620"/>
                  <a:gd name="connsiteX23" fmla="*/ 167390 w 304062"/>
                  <a:gd name="connsiteY23" fmla="*/ 257229 h 604620"/>
                  <a:gd name="connsiteX24" fmla="*/ 166699 w 304062"/>
                  <a:gd name="connsiteY24" fmla="*/ 257447 h 604620"/>
                  <a:gd name="connsiteX25" fmla="*/ 164139 w 304062"/>
                  <a:gd name="connsiteY25" fmla="*/ 257338 h 604620"/>
                  <a:gd name="connsiteX26" fmla="*/ 163042 w 304062"/>
                  <a:gd name="connsiteY26" fmla="*/ 256050 h 604620"/>
                  <a:gd name="connsiteX27" fmla="*/ 163489 w 304062"/>
                  <a:gd name="connsiteY27" fmla="*/ 253387 h 604620"/>
                  <a:gd name="connsiteX28" fmla="*/ 87330 w 304062"/>
                  <a:gd name="connsiteY28" fmla="*/ 208206 h 604620"/>
                  <a:gd name="connsiteX29" fmla="*/ 522 w 304062"/>
                  <a:gd name="connsiteY29" fmla="*/ 145368 h 604620"/>
                  <a:gd name="connsiteX30" fmla="*/ 197 w 304062"/>
                  <a:gd name="connsiteY30" fmla="*/ 143993 h 604620"/>
                  <a:gd name="connsiteX31" fmla="*/ 3530 w 304062"/>
                  <a:gd name="connsiteY31" fmla="*/ 139518 h 604620"/>
                  <a:gd name="connsiteX32" fmla="*/ 8691 w 304062"/>
                  <a:gd name="connsiteY32" fmla="*/ 135480 h 604620"/>
                  <a:gd name="connsiteX33" fmla="*/ 9869 w 304062"/>
                  <a:gd name="connsiteY33" fmla="*/ 135000 h 604620"/>
                  <a:gd name="connsiteX34" fmla="*/ 17266 w 304062"/>
                  <a:gd name="connsiteY34" fmla="*/ 133494 h 604620"/>
                  <a:gd name="connsiteX35" fmla="*/ 26085 w 304062"/>
                  <a:gd name="connsiteY35" fmla="*/ 129827 h 604620"/>
                  <a:gd name="connsiteX36" fmla="*/ 36651 w 304062"/>
                  <a:gd name="connsiteY36" fmla="*/ 122101 h 604620"/>
                  <a:gd name="connsiteX37" fmla="*/ 48315 w 304062"/>
                  <a:gd name="connsiteY37" fmla="*/ 113152 h 604620"/>
                  <a:gd name="connsiteX38" fmla="*/ 60019 w 304062"/>
                  <a:gd name="connsiteY38" fmla="*/ 103352 h 604620"/>
                  <a:gd name="connsiteX39" fmla="*/ 70626 w 304062"/>
                  <a:gd name="connsiteY39" fmla="*/ 90496 h 604620"/>
                  <a:gd name="connsiteX40" fmla="*/ 79404 w 304062"/>
                  <a:gd name="connsiteY40" fmla="*/ 75043 h 604620"/>
                  <a:gd name="connsiteX41" fmla="*/ 85013 w 304062"/>
                  <a:gd name="connsiteY41" fmla="*/ 55966 h 604620"/>
                  <a:gd name="connsiteX42" fmla="*/ 85988 w 304062"/>
                  <a:gd name="connsiteY42" fmla="*/ 32939 h 604620"/>
                  <a:gd name="connsiteX43" fmla="*/ 84322 w 304062"/>
                  <a:gd name="connsiteY43" fmla="*/ 15151 h 604620"/>
                  <a:gd name="connsiteX44" fmla="*/ 81071 w 304062"/>
                  <a:gd name="connsiteY44" fmla="*/ 1618 h 604620"/>
                  <a:gd name="connsiteX45" fmla="*/ 83225 w 304062"/>
                  <a:gd name="connsiteY45" fmla="*/ 25 h 604620"/>
                  <a:gd name="connsiteX46" fmla="*/ 86069 w 304062"/>
                  <a:gd name="connsiteY46" fmla="*/ 1247 h 604620"/>
                  <a:gd name="connsiteX47" fmla="*/ 89402 w 304062"/>
                  <a:gd name="connsiteY47" fmla="*/ 14889 h 604620"/>
                  <a:gd name="connsiteX48" fmla="*/ 91068 w 304062"/>
                  <a:gd name="connsiteY48" fmla="*/ 32896 h 604620"/>
                  <a:gd name="connsiteX49" fmla="*/ 90093 w 304062"/>
                  <a:gd name="connsiteY49" fmla="*/ 56228 h 604620"/>
                  <a:gd name="connsiteX50" fmla="*/ 84362 w 304062"/>
                  <a:gd name="connsiteY50" fmla="*/ 75676 h 604620"/>
                  <a:gd name="connsiteX51" fmla="*/ 75381 w 304062"/>
                  <a:gd name="connsiteY51" fmla="*/ 91500 h 604620"/>
                  <a:gd name="connsiteX52" fmla="*/ 64490 w 304062"/>
                  <a:gd name="connsiteY52" fmla="*/ 104727 h 604620"/>
                  <a:gd name="connsiteX53" fmla="*/ 52582 w 304062"/>
                  <a:gd name="connsiteY53" fmla="*/ 114745 h 604620"/>
                  <a:gd name="connsiteX54" fmla="*/ 40796 w 304062"/>
                  <a:gd name="connsiteY54" fmla="*/ 123738 h 604620"/>
                  <a:gd name="connsiteX55" fmla="*/ 29986 w 304062"/>
                  <a:gd name="connsiteY55" fmla="*/ 131617 h 604620"/>
                  <a:gd name="connsiteX56" fmla="*/ 29498 w 304062"/>
                  <a:gd name="connsiteY56" fmla="*/ 131945 h 604620"/>
                  <a:gd name="connsiteX57" fmla="*/ 20111 w 304062"/>
                  <a:gd name="connsiteY57" fmla="*/ 135895 h 604620"/>
                  <a:gd name="connsiteX58" fmla="*/ 19420 w 304062"/>
                  <a:gd name="connsiteY58" fmla="*/ 136113 h 604620"/>
                  <a:gd name="connsiteX59" fmla="*/ 12430 w 304062"/>
                  <a:gd name="connsiteY59" fmla="*/ 137488 h 604620"/>
                  <a:gd name="connsiteX60" fmla="*/ 8000 w 304062"/>
                  <a:gd name="connsiteY60" fmla="*/ 140893 h 604620"/>
                  <a:gd name="connsiteX61" fmla="*/ 5521 w 304062"/>
                  <a:gd name="connsiteY61" fmla="*/ 144298 h 604620"/>
                  <a:gd name="connsiteX62" fmla="*/ 91312 w 304062"/>
                  <a:gd name="connsiteY62" fmla="*/ 206373 h 604620"/>
                  <a:gd name="connsiteX63" fmla="*/ 168081 w 304062"/>
                  <a:gd name="connsiteY63" fmla="*/ 251925 h 604620"/>
                  <a:gd name="connsiteX64" fmla="*/ 168772 w 304062"/>
                  <a:gd name="connsiteY64" fmla="*/ 253038 h 604620"/>
                  <a:gd name="connsiteX65" fmla="*/ 168528 w 304062"/>
                  <a:gd name="connsiteY65" fmla="*/ 254217 h 604620"/>
                  <a:gd name="connsiteX66" fmla="*/ 169300 w 304062"/>
                  <a:gd name="connsiteY66" fmla="*/ 254435 h 604620"/>
                  <a:gd name="connsiteX67" fmla="*/ 180192 w 304062"/>
                  <a:gd name="connsiteY67" fmla="*/ 259171 h 604620"/>
                  <a:gd name="connsiteX68" fmla="*/ 181086 w 304062"/>
                  <a:gd name="connsiteY68" fmla="*/ 259979 h 604620"/>
                  <a:gd name="connsiteX69" fmla="*/ 182427 w 304062"/>
                  <a:gd name="connsiteY69" fmla="*/ 262642 h 604620"/>
                  <a:gd name="connsiteX70" fmla="*/ 193684 w 304062"/>
                  <a:gd name="connsiteY70" fmla="*/ 266003 h 604620"/>
                  <a:gd name="connsiteX71" fmla="*/ 267893 w 304062"/>
                  <a:gd name="connsiteY71" fmla="*/ 294181 h 604620"/>
                  <a:gd name="connsiteX72" fmla="*/ 268868 w 304062"/>
                  <a:gd name="connsiteY72" fmla="*/ 295032 h 604620"/>
                  <a:gd name="connsiteX73" fmla="*/ 270494 w 304062"/>
                  <a:gd name="connsiteY73" fmla="*/ 299660 h 604620"/>
                  <a:gd name="connsiteX74" fmla="*/ 273298 w 304062"/>
                  <a:gd name="connsiteY74" fmla="*/ 302170 h 604620"/>
                  <a:gd name="connsiteX75" fmla="*/ 293658 w 304062"/>
                  <a:gd name="connsiteY75" fmla="*/ 312450 h 604620"/>
                  <a:gd name="connsiteX76" fmla="*/ 294268 w 304062"/>
                  <a:gd name="connsiteY76" fmla="*/ 312887 h 604620"/>
                  <a:gd name="connsiteX77" fmla="*/ 297926 w 304062"/>
                  <a:gd name="connsiteY77" fmla="*/ 317252 h 604620"/>
                  <a:gd name="connsiteX78" fmla="*/ 298129 w 304062"/>
                  <a:gd name="connsiteY78" fmla="*/ 317623 h 604620"/>
                  <a:gd name="connsiteX79" fmla="*/ 302477 w 304062"/>
                  <a:gd name="connsiteY79" fmla="*/ 334408 h 604620"/>
                  <a:gd name="connsiteX80" fmla="*/ 304063 w 304062"/>
                  <a:gd name="connsiteY80" fmla="*/ 360949 h 604620"/>
                  <a:gd name="connsiteX81" fmla="*/ 301584 w 304062"/>
                  <a:gd name="connsiteY81" fmla="*/ 398185 h 604620"/>
                  <a:gd name="connsiteX82" fmla="*/ 296828 w 304062"/>
                  <a:gd name="connsiteY82" fmla="*/ 417479 h 604620"/>
                  <a:gd name="connsiteX83" fmla="*/ 290530 w 304062"/>
                  <a:gd name="connsiteY83" fmla="*/ 430793 h 604620"/>
                  <a:gd name="connsiteX84" fmla="*/ 274842 w 304062"/>
                  <a:gd name="connsiteY84" fmla="*/ 462027 h 604620"/>
                  <a:gd name="connsiteX85" fmla="*/ 240258 w 304062"/>
                  <a:gd name="connsiteY85" fmla="*/ 526547 h 604620"/>
                  <a:gd name="connsiteX86" fmla="*/ 213273 w 304062"/>
                  <a:gd name="connsiteY86" fmla="*/ 603441 h 604620"/>
                  <a:gd name="connsiteX87" fmla="*/ 210794 w 304062"/>
                  <a:gd name="connsiteY87" fmla="*/ 604555 h 604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04062" h="604620">
                    <a:moveTo>
                      <a:pt x="210713" y="604620"/>
                    </a:moveTo>
                    <a:cubicBezTo>
                      <a:pt x="210713" y="604620"/>
                      <a:pt x="210387" y="604620"/>
                      <a:pt x="210225" y="604555"/>
                    </a:cubicBezTo>
                    <a:cubicBezTo>
                      <a:pt x="208843" y="604445"/>
                      <a:pt x="207949" y="603703"/>
                      <a:pt x="208234" y="602918"/>
                    </a:cubicBezTo>
                    <a:lnTo>
                      <a:pt x="235299" y="525870"/>
                    </a:lnTo>
                    <a:lnTo>
                      <a:pt x="248752" y="501359"/>
                    </a:lnTo>
                    <a:lnTo>
                      <a:pt x="269884" y="461329"/>
                    </a:lnTo>
                    <a:lnTo>
                      <a:pt x="285490" y="430117"/>
                    </a:lnTo>
                    <a:lnTo>
                      <a:pt x="291748" y="416955"/>
                    </a:lnTo>
                    <a:lnTo>
                      <a:pt x="296422" y="398032"/>
                    </a:lnTo>
                    <a:lnTo>
                      <a:pt x="298901" y="360992"/>
                    </a:lnTo>
                    <a:lnTo>
                      <a:pt x="297316" y="334713"/>
                    </a:lnTo>
                    <a:lnTo>
                      <a:pt x="293049" y="318256"/>
                    </a:lnTo>
                    <a:lnTo>
                      <a:pt x="289798" y="314371"/>
                    </a:lnTo>
                    <a:lnTo>
                      <a:pt x="269559" y="304134"/>
                    </a:lnTo>
                    <a:cubicBezTo>
                      <a:pt x="269559" y="304134"/>
                      <a:pt x="269274" y="303959"/>
                      <a:pt x="269112" y="303872"/>
                    </a:cubicBezTo>
                    <a:lnTo>
                      <a:pt x="265901" y="300991"/>
                    </a:lnTo>
                    <a:cubicBezTo>
                      <a:pt x="265698" y="300816"/>
                      <a:pt x="265617" y="300664"/>
                      <a:pt x="265577" y="300511"/>
                    </a:cubicBezTo>
                    <a:lnTo>
                      <a:pt x="263992" y="296189"/>
                    </a:lnTo>
                    <a:lnTo>
                      <a:pt x="255660" y="292828"/>
                    </a:lnTo>
                    <a:lnTo>
                      <a:pt x="190962" y="268426"/>
                    </a:lnTo>
                    <a:lnTo>
                      <a:pt x="178282" y="264475"/>
                    </a:lnTo>
                    <a:cubicBezTo>
                      <a:pt x="177794" y="264257"/>
                      <a:pt x="177428" y="263995"/>
                      <a:pt x="177347" y="263668"/>
                    </a:cubicBezTo>
                    <a:lnTo>
                      <a:pt x="176250" y="261114"/>
                    </a:lnTo>
                    <a:lnTo>
                      <a:pt x="167390" y="257229"/>
                    </a:lnTo>
                    <a:lnTo>
                      <a:pt x="166699" y="257447"/>
                    </a:lnTo>
                    <a:cubicBezTo>
                      <a:pt x="165927" y="257665"/>
                      <a:pt x="164911" y="257600"/>
                      <a:pt x="164139" y="257338"/>
                    </a:cubicBezTo>
                    <a:cubicBezTo>
                      <a:pt x="163408" y="257076"/>
                      <a:pt x="163001" y="256530"/>
                      <a:pt x="163042" y="256050"/>
                    </a:cubicBezTo>
                    <a:lnTo>
                      <a:pt x="163489" y="253387"/>
                    </a:lnTo>
                    <a:lnTo>
                      <a:pt x="87330" y="208206"/>
                    </a:lnTo>
                    <a:lnTo>
                      <a:pt x="522" y="145368"/>
                    </a:lnTo>
                    <a:cubicBezTo>
                      <a:pt x="-6" y="144953"/>
                      <a:pt x="-168" y="144407"/>
                      <a:pt x="197" y="143993"/>
                    </a:cubicBezTo>
                    <a:lnTo>
                      <a:pt x="3530" y="139518"/>
                    </a:lnTo>
                    <a:lnTo>
                      <a:pt x="8691" y="135480"/>
                    </a:lnTo>
                    <a:cubicBezTo>
                      <a:pt x="8976" y="135262"/>
                      <a:pt x="9422" y="135109"/>
                      <a:pt x="9869" y="135000"/>
                    </a:cubicBezTo>
                    <a:lnTo>
                      <a:pt x="17266" y="133494"/>
                    </a:lnTo>
                    <a:lnTo>
                      <a:pt x="26085" y="129827"/>
                    </a:lnTo>
                    <a:lnTo>
                      <a:pt x="36651" y="122101"/>
                    </a:lnTo>
                    <a:lnTo>
                      <a:pt x="48315" y="113152"/>
                    </a:lnTo>
                    <a:lnTo>
                      <a:pt x="60019" y="103352"/>
                    </a:lnTo>
                    <a:lnTo>
                      <a:pt x="70626" y="90496"/>
                    </a:lnTo>
                    <a:lnTo>
                      <a:pt x="79404" y="75043"/>
                    </a:lnTo>
                    <a:lnTo>
                      <a:pt x="85013" y="55966"/>
                    </a:lnTo>
                    <a:lnTo>
                      <a:pt x="85988" y="32939"/>
                    </a:lnTo>
                    <a:lnTo>
                      <a:pt x="84322" y="15151"/>
                    </a:lnTo>
                    <a:lnTo>
                      <a:pt x="81071" y="1618"/>
                    </a:lnTo>
                    <a:cubicBezTo>
                      <a:pt x="80867" y="832"/>
                      <a:pt x="81843" y="134"/>
                      <a:pt x="83225" y="25"/>
                    </a:cubicBezTo>
                    <a:cubicBezTo>
                      <a:pt x="84566" y="-128"/>
                      <a:pt x="85907" y="440"/>
                      <a:pt x="86069" y="1247"/>
                    </a:cubicBezTo>
                    <a:lnTo>
                      <a:pt x="89402" y="14889"/>
                    </a:lnTo>
                    <a:lnTo>
                      <a:pt x="91068" y="32896"/>
                    </a:lnTo>
                    <a:lnTo>
                      <a:pt x="90093" y="56228"/>
                    </a:lnTo>
                    <a:lnTo>
                      <a:pt x="84362" y="75676"/>
                    </a:lnTo>
                    <a:lnTo>
                      <a:pt x="75381" y="91500"/>
                    </a:lnTo>
                    <a:lnTo>
                      <a:pt x="64490" y="104727"/>
                    </a:lnTo>
                    <a:lnTo>
                      <a:pt x="52582" y="114745"/>
                    </a:lnTo>
                    <a:lnTo>
                      <a:pt x="40796" y="123738"/>
                    </a:lnTo>
                    <a:lnTo>
                      <a:pt x="29986" y="131617"/>
                    </a:lnTo>
                    <a:cubicBezTo>
                      <a:pt x="29986" y="131617"/>
                      <a:pt x="29702" y="131835"/>
                      <a:pt x="29498" y="131945"/>
                    </a:cubicBezTo>
                    <a:lnTo>
                      <a:pt x="20111" y="135895"/>
                    </a:lnTo>
                    <a:cubicBezTo>
                      <a:pt x="19867" y="135939"/>
                      <a:pt x="19664" y="136048"/>
                      <a:pt x="19420" y="136113"/>
                    </a:cubicBezTo>
                    <a:lnTo>
                      <a:pt x="12430" y="137488"/>
                    </a:lnTo>
                    <a:lnTo>
                      <a:pt x="8000" y="140893"/>
                    </a:lnTo>
                    <a:lnTo>
                      <a:pt x="5521" y="144298"/>
                    </a:lnTo>
                    <a:lnTo>
                      <a:pt x="91312" y="206373"/>
                    </a:lnTo>
                    <a:lnTo>
                      <a:pt x="168081" y="251925"/>
                    </a:lnTo>
                    <a:cubicBezTo>
                      <a:pt x="168569" y="252252"/>
                      <a:pt x="168812" y="252623"/>
                      <a:pt x="168772" y="253038"/>
                    </a:cubicBezTo>
                    <a:lnTo>
                      <a:pt x="168528" y="254217"/>
                    </a:lnTo>
                    <a:cubicBezTo>
                      <a:pt x="168812" y="254260"/>
                      <a:pt x="169097" y="254326"/>
                      <a:pt x="169300" y="254435"/>
                    </a:cubicBezTo>
                    <a:lnTo>
                      <a:pt x="180192" y="259171"/>
                    </a:lnTo>
                    <a:cubicBezTo>
                      <a:pt x="180639" y="259390"/>
                      <a:pt x="181004" y="259652"/>
                      <a:pt x="181086" y="259979"/>
                    </a:cubicBezTo>
                    <a:lnTo>
                      <a:pt x="182427" y="262642"/>
                    </a:lnTo>
                    <a:lnTo>
                      <a:pt x="193684" y="266003"/>
                    </a:lnTo>
                    <a:lnTo>
                      <a:pt x="267893" y="294181"/>
                    </a:lnTo>
                    <a:cubicBezTo>
                      <a:pt x="268380" y="294399"/>
                      <a:pt x="268746" y="294661"/>
                      <a:pt x="268868" y="295032"/>
                    </a:cubicBezTo>
                    <a:lnTo>
                      <a:pt x="270494" y="299660"/>
                    </a:lnTo>
                    <a:lnTo>
                      <a:pt x="273298" y="302170"/>
                    </a:lnTo>
                    <a:lnTo>
                      <a:pt x="293658" y="312450"/>
                    </a:lnTo>
                    <a:cubicBezTo>
                      <a:pt x="293903" y="312559"/>
                      <a:pt x="294106" y="312712"/>
                      <a:pt x="294268" y="312887"/>
                    </a:cubicBezTo>
                    <a:lnTo>
                      <a:pt x="297926" y="317252"/>
                    </a:lnTo>
                    <a:cubicBezTo>
                      <a:pt x="297926" y="317252"/>
                      <a:pt x="298129" y="317470"/>
                      <a:pt x="298129" y="317623"/>
                    </a:cubicBezTo>
                    <a:lnTo>
                      <a:pt x="302477" y="334408"/>
                    </a:lnTo>
                    <a:lnTo>
                      <a:pt x="304063" y="360949"/>
                    </a:lnTo>
                    <a:lnTo>
                      <a:pt x="301584" y="398185"/>
                    </a:lnTo>
                    <a:lnTo>
                      <a:pt x="296828" y="417479"/>
                    </a:lnTo>
                    <a:lnTo>
                      <a:pt x="290530" y="430793"/>
                    </a:lnTo>
                    <a:lnTo>
                      <a:pt x="274842" y="462027"/>
                    </a:lnTo>
                    <a:lnTo>
                      <a:pt x="240258" y="526547"/>
                    </a:lnTo>
                    <a:lnTo>
                      <a:pt x="213273" y="603441"/>
                    </a:lnTo>
                    <a:cubicBezTo>
                      <a:pt x="213029" y="604074"/>
                      <a:pt x="211972" y="604555"/>
                      <a:pt x="210794" y="6045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59" name="Freeform: Shape 458">
                <a:extLst>
                  <a:ext uri="{FF2B5EF4-FFF2-40B4-BE49-F238E27FC236}">
                    <a16:creationId xmlns:a16="http://schemas.microsoft.com/office/drawing/2014/main" id="{308EE5AF-CC96-4E64-B977-16FF1783928A}"/>
                  </a:ext>
                </a:extLst>
              </p:cNvPr>
              <p:cNvSpPr/>
              <p:nvPr/>
            </p:nvSpPr>
            <p:spPr>
              <a:xfrm>
                <a:off x="9682469" y="5749823"/>
                <a:ext cx="346389" cy="251262"/>
              </a:xfrm>
              <a:custGeom>
                <a:avLst/>
                <a:gdLst>
                  <a:gd name="connsiteX0" fmla="*/ 331186 w 346389"/>
                  <a:gd name="connsiteY0" fmla="*/ 251241 h 251262"/>
                  <a:gd name="connsiteX1" fmla="*/ 330292 w 346389"/>
                  <a:gd name="connsiteY1" fmla="*/ 251197 h 251262"/>
                  <a:gd name="connsiteX2" fmla="*/ 306071 w 346389"/>
                  <a:gd name="connsiteY2" fmla="*/ 246396 h 251262"/>
                  <a:gd name="connsiteX3" fmla="*/ 285059 w 346389"/>
                  <a:gd name="connsiteY3" fmla="*/ 243100 h 251262"/>
                  <a:gd name="connsiteX4" fmla="*/ 263521 w 346389"/>
                  <a:gd name="connsiteY4" fmla="*/ 236967 h 251262"/>
                  <a:gd name="connsiteX5" fmla="*/ 262910 w 346389"/>
                  <a:gd name="connsiteY5" fmla="*/ 236748 h 251262"/>
                  <a:gd name="connsiteX6" fmla="*/ 243647 w 346389"/>
                  <a:gd name="connsiteY6" fmla="*/ 226577 h 251262"/>
                  <a:gd name="connsiteX7" fmla="*/ 225400 w 346389"/>
                  <a:gd name="connsiteY7" fmla="*/ 214594 h 251262"/>
                  <a:gd name="connsiteX8" fmla="*/ 208046 w 346389"/>
                  <a:gd name="connsiteY8" fmla="*/ 196216 h 251262"/>
                  <a:gd name="connsiteX9" fmla="*/ 191872 w 346389"/>
                  <a:gd name="connsiteY9" fmla="*/ 181069 h 251262"/>
                  <a:gd name="connsiteX10" fmla="*/ 176388 w 346389"/>
                  <a:gd name="connsiteY10" fmla="*/ 158042 h 251262"/>
                  <a:gd name="connsiteX11" fmla="*/ 161310 w 346389"/>
                  <a:gd name="connsiteY11" fmla="*/ 131195 h 251262"/>
                  <a:gd name="connsiteX12" fmla="*/ 145826 w 346389"/>
                  <a:gd name="connsiteY12" fmla="*/ 100987 h 251262"/>
                  <a:gd name="connsiteX13" fmla="*/ 129165 w 346389"/>
                  <a:gd name="connsiteY13" fmla="*/ 77175 h 251262"/>
                  <a:gd name="connsiteX14" fmla="*/ 110917 w 346389"/>
                  <a:gd name="connsiteY14" fmla="*/ 56985 h 251262"/>
                  <a:gd name="connsiteX15" fmla="*/ 90882 w 346389"/>
                  <a:gd name="connsiteY15" fmla="*/ 39393 h 251262"/>
                  <a:gd name="connsiteX16" fmla="*/ 69139 w 346389"/>
                  <a:gd name="connsiteY16" fmla="*/ 22608 h 251262"/>
                  <a:gd name="connsiteX17" fmla="*/ 46828 w 346389"/>
                  <a:gd name="connsiteY17" fmla="*/ 12546 h 251262"/>
                  <a:gd name="connsiteX18" fmla="*/ 24395 w 346389"/>
                  <a:gd name="connsiteY18" fmla="*/ 8290 h 251262"/>
                  <a:gd name="connsiteX19" fmla="*/ 1554 w 346389"/>
                  <a:gd name="connsiteY19" fmla="*/ 2746 h 251262"/>
                  <a:gd name="connsiteX20" fmla="*/ 173 w 346389"/>
                  <a:gd name="connsiteY20" fmla="*/ 869 h 251262"/>
                  <a:gd name="connsiteX21" fmla="*/ 3547 w 346389"/>
                  <a:gd name="connsiteY21" fmla="*/ 127 h 251262"/>
                  <a:gd name="connsiteX22" fmla="*/ 26264 w 346389"/>
                  <a:gd name="connsiteY22" fmla="*/ 5671 h 251262"/>
                  <a:gd name="connsiteX23" fmla="*/ 48901 w 346389"/>
                  <a:gd name="connsiteY23" fmla="*/ 9927 h 251262"/>
                  <a:gd name="connsiteX24" fmla="*/ 49672 w 346389"/>
                  <a:gd name="connsiteY24" fmla="*/ 10189 h 251262"/>
                  <a:gd name="connsiteX25" fmla="*/ 72594 w 346389"/>
                  <a:gd name="connsiteY25" fmla="*/ 20535 h 251262"/>
                  <a:gd name="connsiteX26" fmla="*/ 73000 w 346389"/>
                  <a:gd name="connsiteY26" fmla="*/ 20797 h 251262"/>
                  <a:gd name="connsiteX27" fmla="*/ 95108 w 346389"/>
                  <a:gd name="connsiteY27" fmla="*/ 37799 h 251262"/>
                  <a:gd name="connsiteX28" fmla="*/ 115346 w 346389"/>
                  <a:gd name="connsiteY28" fmla="*/ 55588 h 251262"/>
                  <a:gd name="connsiteX29" fmla="*/ 133797 w 346389"/>
                  <a:gd name="connsiteY29" fmla="*/ 75996 h 251262"/>
                  <a:gd name="connsiteX30" fmla="*/ 150541 w 346389"/>
                  <a:gd name="connsiteY30" fmla="*/ 100136 h 251262"/>
                  <a:gd name="connsiteX31" fmla="*/ 166107 w 346389"/>
                  <a:gd name="connsiteY31" fmla="*/ 130344 h 251262"/>
                  <a:gd name="connsiteX32" fmla="*/ 181103 w 346389"/>
                  <a:gd name="connsiteY32" fmla="*/ 157147 h 251262"/>
                  <a:gd name="connsiteX33" fmla="*/ 196465 w 346389"/>
                  <a:gd name="connsiteY33" fmla="*/ 179847 h 251262"/>
                  <a:gd name="connsiteX34" fmla="*/ 212436 w 346389"/>
                  <a:gd name="connsiteY34" fmla="*/ 194820 h 251262"/>
                  <a:gd name="connsiteX35" fmla="*/ 229504 w 346389"/>
                  <a:gd name="connsiteY35" fmla="*/ 213045 h 251262"/>
                  <a:gd name="connsiteX36" fmla="*/ 247387 w 346389"/>
                  <a:gd name="connsiteY36" fmla="*/ 224656 h 251262"/>
                  <a:gd name="connsiteX37" fmla="*/ 266121 w 346389"/>
                  <a:gd name="connsiteY37" fmla="*/ 234566 h 251262"/>
                  <a:gd name="connsiteX38" fmla="*/ 286848 w 346389"/>
                  <a:gd name="connsiteY38" fmla="*/ 240481 h 251262"/>
                  <a:gd name="connsiteX39" fmla="*/ 307492 w 346389"/>
                  <a:gd name="connsiteY39" fmla="*/ 243733 h 251262"/>
                  <a:gd name="connsiteX40" fmla="*/ 331389 w 346389"/>
                  <a:gd name="connsiteY40" fmla="*/ 248426 h 251262"/>
                  <a:gd name="connsiteX41" fmla="*/ 343581 w 346389"/>
                  <a:gd name="connsiteY41" fmla="*/ 247836 h 251262"/>
                  <a:gd name="connsiteX42" fmla="*/ 346385 w 346389"/>
                  <a:gd name="connsiteY42" fmla="*/ 249124 h 251262"/>
                  <a:gd name="connsiteX43" fmla="*/ 343987 w 346389"/>
                  <a:gd name="connsiteY43" fmla="*/ 250674 h 251262"/>
                  <a:gd name="connsiteX44" fmla="*/ 331308 w 346389"/>
                  <a:gd name="connsiteY44" fmla="*/ 251263 h 251262"/>
                  <a:gd name="connsiteX45" fmla="*/ 331104 w 346389"/>
                  <a:gd name="connsiteY45" fmla="*/ 251263 h 25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46389" h="251262">
                    <a:moveTo>
                      <a:pt x="331186" y="251241"/>
                    </a:moveTo>
                    <a:cubicBezTo>
                      <a:pt x="330860" y="251241"/>
                      <a:pt x="330577" y="251241"/>
                      <a:pt x="330292" y="251197"/>
                    </a:cubicBezTo>
                    <a:lnTo>
                      <a:pt x="306071" y="246396"/>
                    </a:lnTo>
                    <a:lnTo>
                      <a:pt x="285059" y="243100"/>
                    </a:lnTo>
                    <a:lnTo>
                      <a:pt x="263521" y="236967"/>
                    </a:lnTo>
                    <a:cubicBezTo>
                      <a:pt x="263521" y="236967"/>
                      <a:pt x="263114" y="236814"/>
                      <a:pt x="262910" y="236748"/>
                    </a:cubicBezTo>
                    <a:lnTo>
                      <a:pt x="243647" y="226577"/>
                    </a:lnTo>
                    <a:lnTo>
                      <a:pt x="225400" y="214594"/>
                    </a:lnTo>
                    <a:lnTo>
                      <a:pt x="208046" y="196216"/>
                    </a:lnTo>
                    <a:lnTo>
                      <a:pt x="191872" y="181069"/>
                    </a:lnTo>
                    <a:lnTo>
                      <a:pt x="176388" y="158042"/>
                    </a:lnTo>
                    <a:lnTo>
                      <a:pt x="161310" y="131195"/>
                    </a:lnTo>
                    <a:lnTo>
                      <a:pt x="145826" y="100987"/>
                    </a:lnTo>
                    <a:lnTo>
                      <a:pt x="129165" y="77175"/>
                    </a:lnTo>
                    <a:lnTo>
                      <a:pt x="110917" y="56985"/>
                    </a:lnTo>
                    <a:lnTo>
                      <a:pt x="90882" y="39393"/>
                    </a:lnTo>
                    <a:lnTo>
                      <a:pt x="69139" y="22608"/>
                    </a:lnTo>
                    <a:lnTo>
                      <a:pt x="46828" y="12546"/>
                    </a:lnTo>
                    <a:lnTo>
                      <a:pt x="24395" y="8290"/>
                    </a:lnTo>
                    <a:lnTo>
                      <a:pt x="1554" y="2746"/>
                    </a:lnTo>
                    <a:cubicBezTo>
                      <a:pt x="255" y="2419"/>
                      <a:pt x="-315" y="1567"/>
                      <a:pt x="173" y="869"/>
                    </a:cubicBezTo>
                    <a:cubicBezTo>
                      <a:pt x="782" y="127"/>
                      <a:pt x="2246" y="-201"/>
                      <a:pt x="3547" y="127"/>
                    </a:cubicBezTo>
                    <a:lnTo>
                      <a:pt x="26264" y="5671"/>
                    </a:lnTo>
                    <a:lnTo>
                      <a:pt x="48901" y="9927"/>
                    </a:lnTo>
                    <a:cubicBezTo>
                      <a:pt x="49185" y="9992"/>
                      <a:pt x="49510" y="10080"/>
                      <a:pt x="49672" y="10189"/>
                    </a:cubicBezTo>
                    <a:lnTo>
                      <a:pt x="72594" y="20535"/>
                    </a:lnTo>
                    <a:cubicBezTo>
                      <a:pt x="72594" y="20535"/>
                      <a:pt x="72918" y="20687"/>
                      <a:pt x="73000" y="20797"/>
                    </a:cubicBezTo>
                    <a:lnTo>
                      <a:pt x="95108" y="37799"/>
                    </a:lnTo>
                    <a:lnTo>
                      <a:pt x="115346" y="55588"/>
                    </a:lnTo>
                    <a:lnTo>
                      <a:pt x="133797" y="75996"/>
                    </a:lnTo>
                    <a:lnTo>
                      <a:pt x="150541" y="100136"/>
                    </a:lnTo>
                    <a:lnTo>
                      <a:pt x="166107" y="130344"/>
                    </a:lnTo>
                    <a:lnTo>
                      <a:pt x="181103" y="157147"/>
                    </a:lnTo>
                    <a:lnTo>
                      <a:pt x="196465" y="179847"/>
                    </a:lnTo>
                    <a:lnTo>
                      <a:pt x="212436" y="194820"/>
                    </a:lnTo>
                    <a:lnTo>
                      <a:pt x="229504" y="213045"/>
                    </a:lnTo>
                    <a:lnTo>
                      <a:pt x="247387" y="224656"/>
                    </a:lnTo>
                    <a:lnTo>
                      <a:pt x="266121" y="234566"/>
                    </a:lnTo>
                    <a:lnTo>
                      <a:pt x="286848" y="240481"/>
                    </a:lnTo>
                    <a:lnTo>
                      <a:pt x="307492" y="243733"/>
                    </a:lnTo>
                    <a:lnTo>
                      <a:pt x="331389" y="248426"/>
                    </a:lnTo>
                    <a:lnTo>
                      <a:pt x="343581" y="247836"/>
                    </a:lnTo>
                    <a:cubicBezTo>
                      <a:pt x="344962" y="247836"/>
                      <a:pt x="346263" y="248360"/>
                      <a:pt x="346385" y="249124"/>
                    </a:cubicBezTo>
                    <a:cubicBezTo>
                      <a:pt x="346467" y="249910"/>
                      <a:pt x="345369" y="250608"/>
                      <a:pt x="343987" y="250674"/>
                    </a:cubicBezTo>
                    <a:lnTo>
                      <a:pt x="331308" y="251263"/>
                    </a:lnTo>
                    <a:lnTo>
                      <a:pt x="331104" y="25126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0" name="Freeform: Shape 459">
                <a:extLst>
                  <a:ext uri="{FF2B5EF4-FFF2-40B4-BE49-F238E27FC236}">
                    <a16:creationId xmlns:a16="http://schemas.microsoft.com/office/drawing/2014/main" id="{AC081B68-20A5-471A-8E6E-A35EBADF766D}"/>
                  </a:ext>
                </a:extLst>
              </p:cNvPr>
              <p:cNvSpPr/>
              <p:nvPr/>
            </p:nvSpPr>
            <p:spPr>
              <a:xfrm>
                <a:off x="7375323" y="5551664"/>
                <a:ext cx="4816676" cy="1058774"/>
              </a:xfrm>
              <a:custGeom>
                <a:avLst/>
                <a:gdLst>
                  <a:gd name="connsiteX0" fmla="*/ 4816677 w 4816676"/>
                  <a:gd name="connsiteY0" fmla="*/ 1055959 h 1058774"/>
                  <a:gd name="connsiteX1" fmla="*/ 4689270 w 4816676"/>
                  <a:gd name="connsiteY1" fmla="*/ 1055544 h 1058774"/>
                  <a:gd name="connsiteX2" fmla="*/ 4527645 w 4816676"/>
                  <a:gd name="connsiteY2" fmla="*/ 1055544 h 1058774"/>
                  <a:gd name="connsiteX3" fmla="*/ 4471481 w 4816676"/>
                  <a:gd name="connsiteY3" fmla="*/ 1046683 h 1058774"/>
                  <a:gd name="connsiteX4" fmla="*/ 4415723 w 4816676"/>
                  <a:gd name="connsiteY4" fmla="*/ 1032713 h 1058774"/>
                  <a:gd name="connsiteX5" fmla="*/ 4414626 w 4816676"/>
                  <a:gd name="connsiteY5" fmla="*/ 1032604 h 1058774"/>
                  <a:gd name="connsiteX6" fmla="*/ 4256576 w 4816676"/>
                  <a:gd name="connsiteY6" fmla="*/ 1032190 h 1058774"/>
                  <a:gd name="connsiteX7" fmla="*/ 4203988 w 4816676"/>
                  <a:gd name="connsiteY7" fmla="*/ 1018657 h 1058774"/>
                  <a:gd name="connsiteX8" fmla="*/ 4202891 w 4816676"/>
                  <a:gd name="connsiteY8" fmla="*/ 1018548 h 1058774"/>
                  <a:gd name="connsiteX9" fmla="*/ 4046630 w 4816676"/>
                  <a:gd name="connsiteY9" fmla="*/ 1018177 h 1058774"/>
                  <a:gd name="connsiteX10" fmla="*/ 2390265 w 4816676"/>
                  <a:gd name="connsiteY10" fmla="*/ 578983 h 1058774"/>
                  <a:gd name="connsiteX11" fmla="*/ 2389168 w 4816676"/>
                  <a:gd name="connsiteY11" fmla="*/ 578831 h 1058774"/>
                  <a:gd name="connsiteX12" fmla="*/ 2283911 w 4816676"/>
                  <a:gd name="connsiteY12" fmla="*/ 578678 h 1058774"/>
                  <a:gd name="connsiteX13" fmla="*/ 2262087 w 4816676"/>
                  <a:gd name="connsiteY13" fmla="*/ 572654 h 1058774"/>
                  <a:gd name="connsiteX14" fmla="*/ 2260909 w 4816676"/>
                  <a:gd name="connsiteY14" fmla="*/ 572545 h 1058774"/>
                  <a:gd name="connsiteX15" fmla="*/ 2106842 w 4816676"/>
                  <a:gd name="connsiteY15" fmla="*/ 572283 h 1058774"/>
                  <a:gd name="connsiteX16" fmla="*/ 1620585 w 4816676"/>
                  <a:gd name="connsiteY16" fmla="*/ 432877 h 1058774"/>
                  <a:gd name="connsiteX17" fmla="*/ 1619406 w 4816676"/>
                  <a:gd name="connsiteY17" fmla="*/ 432724 h 1058774"/>
                  <a:gd name="connsiteX18" fmla="*/ 1573279 w 4816676"/>
                  <a:gd name="connsiteY18" fmla="*/ 432615 h 1058774"/>
                  <a:gd name="connsiteX19" fmla="*/ 1558892 w 4816676"/>
                  <a:gd name="connsiteY19" fmla="*/ 428468 h 1058774"/>
                  <a:gd name="connsiteX20" fmla="*/ 1557796 w 4816676"/>
                  <a:gd name="connsiteY20" fmla="*/ 428293 h 1058774"/>
                  <a:gd name="connsiteX21" fmla="*/ 1470095 w 4816676"/>
                  <a:gd name="connsiteY21" fmla="*/ 428140 h 1058774"/>
                  <a:gd name="connsiteX22" fmla="*/ 1456398 w 4816676"/>
                  <a:gd name="connsiteY22" fmla="*/ 424037 h 1058774"/>
                  <a:gd name="connsiteX23" fmla="*/ 1455221 w 4816676"/>
                  <a:gd name="connsiteY23" fmla="*/ 423884 h 1058774"/>
                  <a:gd name="connsiteX24" fmla="*/ 1368088 w 4816676"/>
                  <a:gd name="connsiteY24" fmla="*/ 423731 h 1058774"/>
                  <a:gd name="connsiteX25" fmla="*/ 1355083 w 4816676"/>
                  <a:gd name="connsiteY25" fmla="*/ 419672 h 1058774"/>
                  <a:gd name="connsiteX26" fmla="*/ 1353782 w 4816676"/>
                  <a:gd name="connsiteY26" fmla="*/ 419519 h 1058774"/>
                  <a:gd name="connsiteX27" fmla="*/ 1005701 w 4816676"/>
                  <a:gd name="connsiteY27" fmla="*/ 419039 h 1058774"/>
                  <a:gd name="connsiteX28" fmla="*/ 994810 w 4816676"/>
                  <a:gd name="connsiteY28" fmla="*/ 415044 h 1058774"/>
                  <a:gd name="connsiteX29" fmla="*/ 993428 w 4816676"/>
                  <a:gd name="connsiteY29" fmla="*/ 414826 h 1058774"/>
                  <a:gd name="connsiteX30" fmla="*/ 646850 w 4816676"/>
                  <a:gd name="connsiteY30" fmla="*/ 414346 h 1058774"/>
                  <a:gd name="connsiteX31" fmla="*/ 482543 w 4816676"/>
                  <a:gd name="connsiteY31" fmla="*/ 418296 h 1058774"/>
                  <a:gd name="connsiteX32" fmla="*/ 396507 w 4816676"/>
                  <a:gd name="connsiteY32" fmla="*/ 418187 h 1058774"/>
                  <a:gd name="connsiteX33" fmla="*/ 389071 w 4816676"/>
                  <a:gd name="connsiteY33" fmla="*/ 414411 h 1058774"/>
                  <a:gd name="connsiteX34" fmla="*/ 387363 w 4816676"/>
                  <a:gd name="connsiteY34" fmla="*/ 413975 h 1058774"/>
                  <a:gd name="connsiteX35" fmla="*/ 129177 w 4816676"/>
                  <a:gd name="connsiteY35" fmla="*/ 413647 h 1058774"/>
                  <a:gd name="connsiteX36" fmla="*/ 117067 w 4816676"/>
                  <a:gd name="connsiteY36" fmla="*/ 406074 h 1058774"/>
                  <a:gd name="connsiteX37" fmla="*/ 110809 w 4816676"/>
                  <a:gd name="connsiteY37" fmla="*/ 400202 h 1058774"/>
                  <a:gd name="connsiteX38" fmla="*/ 104346 w 4816676"/>
                  <a:gd name="connsiteY38" fmla="*/ 388045 h 1058774"/>
                  <a:gd name="connsiteX39" fmla="*/ 85205 w 4816676"/>
                  <a:gd name="connsiteY39" fmla="*/ 336774 h 1058774"/>
                  <a:gd name="connsiteX40" fmla="*/ 73013 w 4816676"/>
                  <a:gd name="connsiteY40" fmla="*/ 315777 h 1058774"/>
                  <a:gd name="connsiteX41" fmla="*/ 66958 w 4816676"/>
                  <a:gd name="connsiteY41" fmla="*/ 303358 h 1058774"/>
                  <a:gd name="connsiteX42" fmla="*/ 60903 w 4816676"/>
                  <a:gd name="connsiteY42" fmla="*/ 286202 h 1058774"/>
                  <a:gd name="connsiteX43" fmla="*/ 55741 w 4816676"/>
                  <a:gd name="connsiteY43" fmla="*/ 265205 h 1058774"/>
                  <a:gd name="connsiteX44" fmla="*/ 51067 w 4816676"/>
                  <a:gd name="connsiteY44" fmla="*/ 238730 h 1058774"/>
                  <a:gd name="connsiteX45" fmla="*/ 46801 w 4816676"/>
                  <a:gd name="connsiteY45" fmla="*/ 210115 h 1058774"/>
                  <a:gd name="connsiteX46" fmla="*/ 34120 w 4816676"/>
                  <a:gd name="connsiteY46" fmla="*/ 105195 h 1058774"/>
                  <a:gd name="connsiteX47" fmla="*/ 29162 w 4816676"/>
                  <a:gd name="connsiteY47" fmla="*/ 70883 h 1058774"/>
                  <a:gd name="connsiteX48" fmla="*/ 23311 w 4816676"/>
                  <a:gd name="connsiteY48" fmla="*/ 36878 h 1058774"/>
                  <a:gd name="connsiteX49" fmla="*/ 4941 w 4816676"/>
                  <a:gd name="connsiteY49" fmla="*/ 1017 h 1058774"/>
                  <a:gd name="connsiteX50" fmla="*/ 1893 w 4816676"/>
                  <a:gd name="connsiteY50" fmla="*/ 56 h 1058774"/>
                  <a:gd name="connsiteX51" fmla="*/ 105 w 4816676"/>
                  <a:gd name="connsiteY51" fmla="*/ 1824 h 1058774"/>
                  <a:gd name="connsiteX52" fmla="*/ 18353 w 4816676"/>
                  <a:gd name="connsiteY52" fmla="*/ 37423 h 1058774"/>
                  <a:gd name="connsiteX53" fmla="*/ 24082 w 4816676"/>
                  <a:gd name="connsiteY53" fmla="*/ 71145 h 1058774"/>
                  <a:gd name="connsiteX54" fmla="*/ 29040 w 4816676"/>
                  <a:gd name="connsiteY54" fmla="*/ 105413 h 1058774"/>
                  <a:gd name="connsiteX55" fmla="*/ 37657 w 4816676"/>
                  <a:gd name="connsiteY55" fmla="*/ 178205 h 1058774"/>
                  <a:gd name="connsiteX56" fmla="*/ 41721 w 4816676"/>
                  <a:gd name="connsiteY56" fmla="*/ 210333 h 1058774"/>
                  <a:gd name="connsiteX57" fmla="*/ 45987 w 4816676"/>
                  <a:gd name="connsiteY57" fmla="*/ 239013 h 1058774"/>
                  <a:gd name="connsiteX58" fmla="*/ 50661 w 4816676"/>
                  <a:gd name="connsiteY58" fmla="*/ 265554 h 1058774"/>
                  <a:gd name="connsiteX59" fmla="*/ 55904 w 4816676"/>
                  <a:gd name="connsiteY59" fmla="*/ 286704 h 1058774"/>
                  <a:gd name="connsiteX60" fmla="*/ 61959 w 4816676"/>
                  <a:gd name="connsiteY60" fmla="*/ 303969 h 1058774"/>
                  <a:gd name="connsiteX61" fmla="*/ 68015 w 4816676"/>
                  <a:gd name="connsiteY61" fmla="*/ 316607 h 1058774"/>
                  <a:gd name="connsiteX62" fmla="*/ 80329 w 4816676"/>
                  <a:gd name="connsiteY62" fmla="*/ 337538 h 1058774"/>
                  <a:gd name="connsiteX63" fmla="*/ 99470 w 4816676"/>
                  <a:gd name="connsiteY63" fmla="*/ 388743 h 1058774"/>
                  <a:gd name="connsiteX64" fmla="*/ 106094 w 4816676"/>
                  <a:gd name="connsiteY64" fmla="*/ 401315 h 1058774"/>
                  <a:gd name="connsiteX65" fmla="*/ 112841 w 4816676"/>
                  <a:gd name="connsiteY65" fmla="*/ 407711 h 1058774"/>
                  <a:gd name="connsiteX66" fmla="*/ 126049 w 4816676"/>
                  <a:gd name="connsiteY66" fmla="*/ 415961 h 1058774"/>
                  <a:gd name="connsiteX67" fmla="*/ 127918 w 4816676"/>
                  <a:gd name="connsiteY67" fmla="*/ 416441 h 1058774"/>
                  <a:gd name="connsiteX68" fmla="*/ 386266 w 4816676"/>
                  <a:gd name="connsiteY68" fmla="*/ 416769 h 1058774"/>
                  <a:gd name="connsiteX69" fmla="*/ 393622 w 4816676"/>
                  <a:gd name="connsiteY69" fmla="*/ 420610 h 1058774"/>
                  <a:gd name="connsiteX70" fmla="*/ 395410 w 4816676"/>
                  <a:gd name="connsiteY70" fmla="*/ 420981 h 1058774"/>
                  <a:gd name="connsiteX71" fmla="*/ 482543 w 4816676"/>
                  <a:gd name="connsiteY71" fmla="*/ 421090 h 1058774"/>
                  <a:gd name="connsiteX72" fmla="*/ 646850 w 4816676"/>
                  <a:gd name="connsiteY72" fmla="*/ 417140 h 1058774"/>
                  <a:gd name="connsiteX73" fmla="*/ 992534 w 4816676"/>
                  <a:gd name="connsiteY73" fmla="*/ 417620 h 1058774"/>
                  <a:gd name="connsiteX74" fmla="*/ 1003466 w 4816676"/>
                  <a:gd name="connsiteY74" fmla="*/ 421570 h 1058774"/>
                  <a:gd name="connsiteX75" fmla="*/ 1004848 w 4816676"/>
                  <a:gd name="connsiteY75" fmla="*/ 421832 h 1058774"/>
                  <a:gd name="connsiteX76" fmla="*/ 1353011 w 4816676"/>
                  <a:gd name="connsiteY76" fmla="*/ 422247 h 1058774"/>
                  <a:gd name="connsiteX77" fmla="*/ 1366096 w 4816676"/>
                  <a:gd name="connsiteY77" fmla="*/ 426350 h 1058774"/>
                  <a:gd name="connsiteX78" fmla="*/ 1367275 w 4816676"/>
                  <a:gd name="connsiteY78" fmla="*/ 426503 h 1058774"/>
                  <a:gd name="connsiteX79" fmla="*/ 1454366 w 4816676"/>
                  <a:gd name="connsiteY79" fmla="*/ 426656 h 1058774"/>
                  <a:gd name="connsiteX80" fmla="*/ 1468063 w 4816676"/>
                  <a:gd name="connsiteY80" fmla="*/ 430759 h 1058774"/>
                  <a:gd name="connsiteX81" fmla="*/ 1469241 w 4816676"/>
                  <a:gd name="connsiteY81" fmla="*/ 430934 h 1058774"/>
                  <a:gd name="connsiteX82" fmla="*/ 1556942 w 4816676"/>
                  <a:gd name="connsiteY82" fmla="*/ 431087 h 1058774"/>
                  <a:gd name="connsiteX83" fmla="*/ 1571328 w 4816676"/>
                  <a:gd name="connsiteY83" fmla="*/ 435256 h 1058774"/>
                  <a:gd name="connsiteX84" fmla="*/ 1572507 w 4816676"/>
                  <a:gd name="connsiteY84" fmla="*/ 435408 h 1058774"/>
                  <a:gd name="connsiteX85" fmla="*/ 1618634 w 4816676"/>
                  <a:gd name="connsiteY85" fmla="*/ 435518 h 1058774"/>
                  <a:gd name="connsiteX86" fmla="*/ 2104891 w 4816676"/>
                  <a:gd name="connsiteY86" fmla="*/ 574924 h 1058774"/>
                  <a:gd name="connsiteX87" fmla="*/ 2106111 w 4816676"/>
                  <a:gd name="connsiteY87" fmla="*/ 575098 h 1058774"/>
                  <a:gd name="connsiteX88" fmla="*/ 2260217 w 4816676"/>
                  <a:gd name="connsiteY88" fmla="*/ 575317 h 1058774"/>
                  <a:gd name="connsiteX89" fmla="*/ 2282123 w 4816676"/>
                  <a:gd name="connsiteY89" fmla="*/ 581341 h 1058774"/>
                  <a:gd name="connsiteX90" fmla="*/ 2283220 w 4816676"/>
                  <a:gd name="connsiteY90" fmla="*/ 581515 h 1058774"/>
                  <a:gd name="connsiteX91" fmla="*/ 2388477 w 4816676"/>
                  <a:gd name="connsiteY91" fmla="*/ 581668 h 1058774"/>
                  <a:gd name="connsiteX92" fmla="*/ 4044842 w 4816676"/>
                  <a:gd name="connsiteY92" fmla="*/ 1020862 h 1058774"/>
                  <a:gd name="connsiteX93" fmla="*/ 4045939 w 4816676"/>
                  <a:gd name="connsiteY93" fmla="*/ 1020971 h 1058774"/>
                  <a:gd name="connsiteX94" fmla="*/ 4202322 w 4816676"/>
                  <a:gd name="connsiteY94" fmla="*/ 1021385 h 1058774"/>
                  <a:gd name="connsiteX95" fmla="*/ 4254829 w 4816676"/>
                  <a:gd name="connsiteY95" fmla="*/ 1034918 h 1058774"/>
                  <a:gd name="connsiteX96" fmla="*/ 4255926 w 4816676"/>
                  <a:gd name="connsiteY96" fmla="*/ 1035027 h 1058774"/>
                  <a:gd name="connsiteX97" fmla="*/ 4413975 w 4816676"/>
                  <a:gd name="connsiteY97" fmla="*/ 1035442 h 1058774"/>
                  <a:gd name="connsiteX98" fmla="*/ 4469733 w 4816676"/>
                  <a:gd name="connsiteY98" fmla="*/ 1049302 h 1058774"/>
                  <a:gd name="connsiteX99" fmla="*/ 4526589 w 4816676"/>
                  <a:gd name="connsiteY99" fmla="*/ 1058294 h 1058774"/>
                  <a:gd name="connsiteX100" fmla="*/ 4527279 w 4816676"/>
                  <a:gd name="connsiteY100" fmla="*/ 1058360 h 1058774"/>
                  <a:gd name="connsiteX101" fmla="*/ 4689189 w 4816676"/>
                  <a:gd name="connsiteY101" fmla="*/ 1058360 h 1058774"/>
                  <a:gd name="connsiteX102" fmla="*/ 4816595 w 4816676"/>
                  <a:gd name="connsiteY102" fmla="*/ 1058774 h 1058774"/>
                  <a:gd name="connsiteX103" fmla="*/ 4816595 w 4816676"/>
                  <a:gd name="connsiteY103" fmla="*/ 1055959 h 1058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816676" h="1058774">
                    <a:moveTo>
                      <a:pt x="4816677" y="1055959"/>
                    </a:moveTo>
                    <a:lnTo>
                      <a:pt x="4689270" y="1055544"/>
                    </a:lnTo>
                    <a:lnTo>
                      <a:pt x="4527645" y="1055544"/>
                    </a:lnTo>
                    <a:lnTo>
                      <a:pt x="4471481" y="1046683"/>
                    </a:lnTo>
                    <a:lnTo>
                      <a:pt x="4415723" y="1032713"/>
                    </a:lnTo>
                    <a:cubicBezTo>
                      <a:pt x="4415316" y="1032648"/>
                      <a:pt x="4415031" y="1032604"/>
                      <a:pt x="4414626" y="1032604"/>
                    </a:cubicBezTo>
                    <a:lnTo>
                      <a:pt x="4256576" y="1032190"/>
                    </a:lnTo>
                    <a:lnTo>
                      <a:pt x="4203988" y="1018657"/>
                    </a:lnTo>
                    <a:cubicBezTo>
                      <a:pt x="4203703" y="1018592"/>
                      <a:pt x="4203298" y="1018548"/>
                      <a:pt x="4202891" y="1018548"/>
                    </a:cubicBezTo>
                    <a:lnTo>
                      <a:pt x="4046630" y="1018177"/>
                    </a:lnTo>
                    <a:lnTo>
                      <a:pt x="2390265" y="578983"/>
                    </a:lnTo>
                    <a:cubicBezTo>
                      <a:pt x="2389941" y="578874"/>
                      <a:pt x="2389575" y="578831"/>
                      <a:pt x="2389168" y="578831"/>
                    </a:cubicBezTo>
                    <a:lnTo>
                      <a:pt x="2283911" y="578678"/>
                    </a:lnTo>
                    <a:lnTo>
                      <a:pt x="2262087" y="572654"/>
                    </a:lnTo>
                    <a:cubicBezTo>
                      <a:pt x="2261681" y="572545"/>
                      <a:pt x="2261274" y="572545"/>
                      <a:pt x="2260909" y="572545"/>
                    </a:cubicBezTo>
                    <a:lnTo>
                      <a:pt x="2106842" y="572283"/>
                    </a:lnTo>
                    <a:lnTo>
                      <a:pt x="1620585" y="432877"/>
                    </a:lnTo>
                    <a:cubicBezTo>
                      <a:pt x="1620178" y="432767"/>
                      <a:pt x="1619772" y="432724"/>
                      <a:pt x="1619406" y="432724"/>
                    </a:cubicBezTo>
                    <a:lnTo>
                      <a:pt x="1573279" y="432615"/>
                    </a:lnTo>
                    <a:lnTo>
                      <a:pt x="1558892" y="428468"/>
                    </a:lnTo>
                    <a:cubicBezTo>
                      <a:pt x="1558568" y="428358"/>
                      <a:pt x="1558202" y="428293"/>
                      <a:pt x="1557796" y="428293"/>
                    </a:cubicBezTo>
                    <a:lnTo>
                      <a:pt x="1470095" y="428140"/>
                    </a:lnTo>
                    <a:lnTo>
                      <a:pt x="1456398" y="424037"/>
                    </a:lnTo>
                    <a:cubicBezTo>
                      <a:pt x="1455993" y="423928"/>
                      <a:pt x="1455627" y="423884"/>
                      <a:pt x="1455221" y="423884"/>
                    </a:cubicBezTo>
                    <a:lnTo>
                      <a:pt x="1368088" y="423731"/>
                    </a:lnTo>
                    <a:lnTo>
                      <a:pt x="1355083" y="419672"/>
                    </a:lnTo>
                    <a:cubicBezTo>
                      <a:pt x="1354676" y="419562"/>
                      <a:pt x="1354311" y="419519"/>
                      <a:pt x="1353782" y="419519"/>
                    </a:cubicBezTo>
                    <a:lnTo>
                      <a:pt x="1005701" y="419039"/>
                    </a:lnTo>
                    <a:lnTo>
                      <a:pt x="994810" y="415044"/>
                    </a:lnTo>
                    <a:cubicBezTo>
                      <a:pt x="994403" y="414870"/>
                      <a:pt x="993916" y="414826"/>
                      <a:pt x="993428" y="414826"/>
                    </a:cubicBezTo>
                    <a:lnTo>
                      <a:pt x="646850" y="414346"/>
                    </a:lnTo>
                    <a:lnTo>
                      <a:pt x="482543" y="418296"/>
                    </a:lnTo>
                    <a:lnTo>
                      <a:pt x="396507" y="418187"/>
                    </a:lnTo>
                    <a:lnTo>
                      <a:pt x="389071" y="414411"/>
                    </a:lnTo>
                    <a:cubicBezTo>
                      <a:pt x="388664" y="414149"/>
                      <a:pt x="387973" y="413975"/>
                      <a:pt x="387363" y="413975"/>
                    </a:cubicBezTo>
                    <a:lnTo>
                      <a:pt x="129177" y="413647"/>
                    </a:lnTo>
                    <a:lnTo>
                      <a:pt x="117067" y="406074"/>
                    </a:lnTo>
                    <a:lnTo>
                      <a:pt x="110809" y="400202"/>
                    </a:lnTo>
                    <a:lnTo>
                      <a:pt x="104346" y="388045"/>
                    </a:lnTo>
                    <a:lnTo>
                      <a:pt x="85205" y="336774"/>
                    </a:lnTo>
                    <a:lnTo>
                      <a:pt x="73013" y="315777"/>
                    </a:lnTo>
                    <a:lnTo>
                      <a:pt x="66958" y="303358"/>
                    </a:lnTo>
                    <a:lnTo>
                      <a:pt x="60903" y="286202"/>
                    </a:lnTo>
                    <a:lnTo>
                      <a:pt x="55741" y="265205"/>
                    </a:lnTo>
                    <a:lnTo>
                      <a:pt x="51067" y="238730"/>
                    </a:lnTo>
                    <a:lnTo>
                      <a:pt x="46801" y="210115"/>
                    </a:lnTo>
                    <a:lnTo>
                      <a:pt x="34120" y="105195"/>
                    </a:lnTo>
                    <a:lnTo>
                      <a:pt x="29162" y="70883"/>
                    </a:lnTo>
                    <a:lnTo>
                      <a:pt x="23311" y="36878"/>
                    </a:lnTo>
                    <a:lnTo>
                      <a:pt x="4941" y="1017"/>
                    </a:lnTo>
                    <a:cubicBezTo>
                      <a:pt x="4535" y="275"/>
                      <a:pt x="3153" y="-162"/>
                      <a:pt x="1893" y="56"/>
                    </a:cubicBezTo>
                    <a:cubicBezTo>
                      <a:pt x="512" y="275"/>
                      <a:pt x="-302" y="1060"/>
                      <a:pt x="105" y="1824"/>
                    </a:cubicBezTo>
                    <a:lnTo>
                      <a:pt x="18353" y="37423"/>
                    </a:lnTo>
                    <a:lnTo>
                      <a:pt x="24082" y="71145"/>
                    </a:lnTo>
                    <a:lnTo>
                      <a:pt x="29040" y="105413"/>
                    </a:lnTo>
                    <a:lnTo>
                      <a:pt x="37657" y="178205"/>
                    </a:lnTo>
                    <a:lnTo>
                      <a:pt x="41721" y="210333"/>
                    </a:lnTo>
                    <a:lnTo>
                      <a:pt x="45987" y="239013"/>
                    </a:lnTo>
                    <a:lnTo>
                      <a:pt x="50661" y="265554"/>
                    </a:lnTo>
                    <a:lnTo>
                      <a:pt x="55904" y="286704"/>
                    </a:lnTo>
                    <a:lnTo>
                      <a:pt x="61959" y="303969"/>
                    </a:lnTo>
                    <a:lnTo>
                      <a:pt x="68015" y="316607"/>
                    </a:lnTo>
                    <a:lnTo>
                      <a:pt x="80329" y="337538"/>
                    </a:lnTo>
                    <a:lnTo>
                      <a:pt x="99470" y="388743"/>
                    </a:lnTo>
                    <a:lnTo>
                      <a:pt x="106094" y="401315"/>
                    </a:lnTo>
                    <a:lnTo>
                      <a:pt x="112841" y="407711"/>
                    </a:lnTo>
                    <a:lnTo>
                      <a:pt x="126049" y="415961"/>
                    </a:lnTo>
                    <a:cubicBezTo>
                      <a:pt x="126536" y="416223"/>
                      <a:pt x="127227" y="416441"/>
                      <a:pt x="127918" y="416441"/>
                    </a:cubicBezTo>
                    <a:lnTo>
                      <a:pt x="386266" y="416769"/>
                    </a:lnTo>
                    <a:lnTo>
                      <a:pt x="393622" y="420610"/>
                    </a:lnTo>
                    <a:cubicBezTo>
                      <a:pt x="394110" y="420828"/>
                      <a:pt x="394720" y="420981"/>
                      <a:pt x="395410" y="420981"/>
                    </a:cubicBezTo>
                    <a:lnTo>
                      <a:pt x="482543" y="421090"/>
                    </a:lnTo>
                    <a:lnTo>
                      <a:pt x="646850" y="417140"/>
                    </a:lnTo>
                    <a:lnTo>
                      <a:pt x="992534" y="417620"/>
                    </a:lnTo>
                    <a:lnTo>
                      <a:pt x="1003466" y="421570"/>
                    </a:lnTo>
                    <a:cubicBezTo>
                      <a:pt x="1003873" y="421723"/>
                      <a:pt x="1004360" y="421832"/>
                      <a:pt x="1004848" y="421832"/>
                    </a:cubicBezTo>
                    <a:lnTo>
                      <a:pt x="1353011" y="422247"/>
                    </a:lnTo>
                    <a:lnTo>
                      <a:pt x="1366096" y="426350"/>
                    </a:lnTo>
                    <a:cubicBezTo>
                      <a:pt x="1366503" y="426460"/>
                      <a:pt x="1366868" y="426503"/>
                      <a:pt x="1367275" y="426503"/>
                    </a:cubicBezTo>
                    <a:lnTo>
                      <a:pt x="1454366" y="426656"/>
                    </a:lnTo>
                    <a:lnTo>
                      <a:pt x="1468063" y="430759"/>
                    </a:lnTo>
                    <a:cubicBezTo>
                      <a:pt x="1468468" y="430869"/>
                      <a:pt x="1468835" y="430934"/>
                      <a:pt x="1469241" y="430934"/>
                    </a:cubicBezTo>
                    <a:lnTo>
                      <a:pt x="1556942" y="431087"/>
                    </a:lnTo>
                    <a:lnTo>
                      <a:pt x="1571328" y="435256"/>
                    </a:lnTo>
                    <a:cubicBezTo>
                      <a:pt x="1571735" y="435365"/>
                      <a:pt x="1572100" y="435408"/>
                      <a:pt x="1572507" y="435408"/>
                    </a:cubicBezTo>
                    <a:lnTo>
                      <a:pt x="1618634" y="435518"/>
                    </a:lnTo>
                    <a:lnTo>
                      <a:pt x="2104891" y="574924"/>
                    </a:lnTo>
                    <a:cubicBezTo>
                      <a:pt x="2105217" y="575033"/>
                      <a:pt x="2105704" y="575098"/>
                      <a:pt x="2106111" y="575098"/>
                    </a:cubicBezTo>
                    <a:lnTo>
                      <a:pt x="2260217" y="575317"/>
                    </a:lnTo>
                    <a:lnTo>
                      <a:pt x="2282123" y="581341"/>
                    </a:lnTo>
                    <a:cubicBezTo>
                      <a:pt x="2282529" y="581450"/>
                      <a:pt x="2282813" y="581515"/>
                      <a:pt x="2283220" y="581515"/>
                    </a:cubicBezTo>
                    <a:lnTo>
                      <a:pt x="2388477" y="581668"/>
                    </a:lnTo>
                    <a:lnTo>
                      <a:pt x="4044842" y="1020862"/>
                    </a:lnTo>
                    <a:cubicBezTo>
                      <a:pt x="4045126" y="1020971"/>
                      <a:pt x="4045533" y="1020971"/>
                      <a:pt x="4045939" y="1020971"/>
                    </a:cubicBezTo>
                    <a:lnTo>
                      <a:pt x="4202322" y="1021385"/>
                    </a:lnTo>
                    <a:lnTo>
                      <a:pt x="4254829" y="1034918"/>
                    </a:lnTo>
                    <a:cubicBezTo>
                      <a:pt x="4255236" y="1034984"/>
                      <a:pt x="4255601" y="1035027"/>
                      <a:pt x="4255926" y="1035027"/>
                    </a:cubicBezTo>
                    <a:lnTo>
                      <a:pt x="4413975" y="1035442"/>
                    </a:lnTo>
                    <a:lnTo>
                      <a:pt x="4469733" y="1049302"/>
                    </a:lnTo>
                    <a:lnTo>
                      <a:pt x="4526589" y="1058294"/>
                    </a:lnTo>
                    <a:cubicBezTo>
                      <a:pt x="4526589" y="1058294"/>
                      <a:pt x="4526995" y="1058360"/>
                      <a:pt x="4527279" y="1058360"/>
                    </a:cubicBezTo>
                    <a:lnTo>
                      <a:pt x="4689189" y="1058360"/>
                    </a:lnTo>
                    <a:lnTo>
                      <a:pt x="4816595" y="1058774"/>
                    </a:lnTo>
                    <a:lnTo>
                      <a:pt x="4816595" y="105595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1" name="Freeform: Shape 460">
                <a:extLst>
                  <a:ext uri="{FF2B5EF4-FFF2-40B4-BE49-F238E27FC236}">
                    <a16:creationId xmlns:a16="http://schemas.microsoft.com/office/drawing/2014/main" id="{7E800370-8C42-417A-BE1A-76197DF39183}"/>
                  </a:ext>
                </a:extLst>
              </p:cNvPr>
              <p:cNvSpPr/>
              <p:nvPr/>
            </p:nvSpPr>
            <p:spPr>
              <a:xfrm>
                <a:off x="5110439" y="6088779"/>
                <a:ext cx="373230" cy="814134"/>
              </a:xfrm>
              <a:custGeom>
                <a:avLst/>
                <a:gdLst>
                  <a:gd name="connsiteX0" fmla="*/ 5365 w 373230"/>
                  <a:gd name="connsiteY0" fmla="*/ 814113 h 814134"/>
                  <a:gd name="connsiteX1" fmla="*/ 5365 w 373230"/>
                  <a:gd name="connsiteY1" fmla="*/ 814004 h 814134"/>
                  <a:gd name="connsiteX2" fmla="*/ 20198 w 373230"/>
                  <a:gd name="connsiteY2" fmla="*/ 790235 h 814134"/>
                  <a:gd name="connsiteX3" fmla="*/ 48687 w 373230"/>
                  <a:gd name="connsiteY3" fmla="*/ 743177 h 814134"/>
                  <a:gd name="connsiteX4" fmla="*/ 62423 w 373230"/>
                  <a:gd name="connsiteY4" fmla="*/ 718557 h 814134"/>
                  <a:gd name="connsiteX5" fmla="*/ 75794 w 373230"/>
                  <a:gd name="connsiteY5" fmla="*/ 693238 h 814134"/>
                  <a:gd name="connsiteX6" fmla="*/ 88880 w 373230"/>
                  <a:gd name="connsiteY6" fmla="*/ 670866 h 814134"/>
                  <a:gd name="connsiteX7" fmla="*/ 101681 w 373230"/>
                  <a:gd name="connsiteY7" fmla="*/ 645940 h 814134"/>
                  <a:gd name="connsiteX8" fmla="*/ 114158 w 373230"/>
                  <a:gd name="connsiteY8" fmla="*/ 620730 h 814134"/>
                  <a:gd name="connsiteX9" fmla="*/ 126228 w 373230"/>
                  <a:gd name="connsiteY9" fmla="*/ 595477 h 814134"/>
                  <a:gd name="connsiteX10" fmla="*/ 149799 w 373230"/>
                  <a:gd name="connsiteY10" fmla="*/ 566600 h 814134"/>
                  <a:gd name="connsiteX11" fmla="*/ 161260 w 373230"/>
                  <a:gd name="connsiteY11" fmla="*/ 553286 h 814134"/>
                  <a:gd name="connsiteX12" fmla="*/ 172314 w 373230"/>
                  <a:gd name="connsiteY12" fmla="*/ 538051 h 814134"/>
                  <a:gd name="connsiteX13" fmla="*/ 183286 w 373230"/>
                  <a:gd name="connsiteY13" fmla="*/ 524628 h 814134"/>
                  <a:gd name="connsiteX14" fmla="*/ 204419 w 373230"/>
                  <a:gd name="connsiteY14" fmla="*/ 495315 h 814134"/>
                  <a:gd name="connsiteX15" fmla="*/ 214742 w 373230"/>
                  <a:gd name="connsiteY15" fmla="*/ 480189 h 814134"/>
                  <a:gd name="connsiteX16" fmla="*/ 224658 w 373230"/>
                  <a:gd name="connsiteY16" fmla="*/ 462880 h 814134"/>
                  <a:gd name="connsiteX17" fmla="*/ 234533 w 373230"/>
                  <a:gd name="connsiteY17" fmla="*/ 450418 h 814134"/>
                  <a:gd name="connsiteX18" fmla="*/ 244084 w 373230"/>
                  <a:gd name="connsiteY18" fmla="*/ 437147 h 814134"/>
                  <a:gd name="connsiteX19" fmla="*/ 253472 w 373230"/>
                  <a:gd name="connsiteY19" fmla="*/ 424728 h 814134"/>
                  <a:gd name="connsiteX20" fmla="*/ 271922 w 373230"/>
                  <a:gd name="connsiteY20" fmla="*/ 403840 h 814134"/>
                  <a:gd name="connsiteX21" fmla="*/ 280863 w 373230"/>
                  <a:gd name="connsiteY21" fmla="*/ 389500 h 814134"/>
                  <a:gd name="connsiteX22" fmla="*/ 289641 w 373230"/>
                  <a:gd name="connsiteY22" fmla="*/ 371755 h 814134"/>
                  <a:gd name="connsiteX23" fmla="*/ 306669 w 373230"/>
                  <a:gd name="connsiteY23" fmla="*/ 330503 h 814134"/>
                  <a:gd name="connsiteX24" fmla="*/ 314960 w 373230"/>
                  <a:gd name="connsiteY24" fmla="*/ 308218 h 814134"/>
                  <a:gd name="connsiteX25" fmla="*/ 323088 w 373230"/>
                  <a:gd name="connsiteY25" fmla="*/ 278708 h 814134"/>
                  <a:gd name="connsiteX26" fmla="*/ 330932 w 373230"/>
                  <a:gd name="connsiteY26" fmla="*/ 258781 h 814134"/>
                  <a:gd name="connsiteX27" fmla="*/ 336621 w 373230"/>
                  <a:gd name="connsiteY27" fmla="*/ 239333 h 814134"/>
                  <a:gd name="connsiteX28" fmla="*/ 341010 w 373230"/>
                  <a:gd name="connsiteY28" fmla="*/ 215717 h 814134"/>
                  <a:gd name="connsiteX29" fmla="*/ 343977 w 373230"/>
                  <a:gd name="connsiteY29" fmla="*/ 187910 h 814134"/>
                  <a:gd name="connsiteX30" fmla="*/ 345359 w 373230"/>
                  <a:gd name="connsiteY30" fmla="*/ 158509 h 814134"/>
                  <a:gd name="connsiteX31" fmla="*/ 345562 w 373230"/>
                  <a:gd name="connsiteY31" fmla="*/ 134522 h 814134"/>
                  <a:gd name="connsiteX32" fmla="*/ 344668 w 373230"/>
                  <a:gd name="connsiteY32" fmla="*/ 91895 h 814134"/>
                  <a:gd name="connsiteX33" fmla="*/ 345399 w 373230"/>
                  <a:gd name="connsiteY33" fmla="*/ 75154 h 814134"/>
                  <a:gd name="connsiteX34" fmla="*/ 348082 w 373230"/>
                  <a:gd name="connsiteY34" fmla="*/ 53262 h 814134"/>
                  <a:gd name="connsiteX35" fmla="*/ 353487 w 373230"/>
                  <a:gd name="connsiteY35" fmla="*/ 30824 h 814134"/>
                  <a:gd name="connsiteX36" fmla="*/ 361818 w 373230"/>
                  <a:gd name="connsiteY36" fmla="*/ 14149 h 814134"/>
                  <a:gd name="connsiteX37" fmla="*/ 372994 w 373230"/>
                  <a:gd name="connsiteY37" fmla="*/ 2057 h 814134"/>
                  <a:gd name="connsiteX38" fmla="*/ 371856 w 373230"/>
                  <a:gd name="connsiteY38" fmla="*/ 136 h 814134"/>
                  <a:gd name="connsiteX39" fmla="*/ 368442 w 373230"/>
                  <a:gd name="connsiteY39" fmla="*/ 769 h 814134"/>
                  <a:gd name="connsiteX40" fmla="*/ 357144 w 373230"/>
                  <a:gd name="connsiteY40" fmla="*/ 13123 h 814134"/>
                  <a:gd name="connsiteX41" fmla="*/ 348569 w 373230"/>
                  <a:gd name="connsiteY41" fmla="*/ 30279 h 814134"/>
                  <a:gd name="connsiteX42" fmla="*/ 343042 w 373230"/>
                  <a:gd name="connsiteY42" fmla="*/ 52978 h 814134"/>
                  <a:gd name="connsiteX43" fmla="*/ 340319 w 373230"/>
                  <a:gd name="connsiteY43" fmla="*/ 74979 h 814134"/>
                  <a:gd name="connsiteX44" fmla="*/ 339588 w 373230"/>
                  <a:gd name="connsiteY44" fmla="*/ 91873 h 814134"/>
                  <a:gd name="connsiteX45" fmla="*/ 340523 w 373230"/>
                  <a:gd name="connsiteY45" fmla="*/ 134500 h 814134"/>
                  <a:gd name="connsiteX46" fmla="*/ 340319 w 373230"/>
                  <a:gd name="connsiteY46" fmla="*/ 158422 h 814134"/>
                  <a:gd name="connsiteX47" fmla="*/ 338938 w 373230"/>
                  <a:gd name="connsiteY47" fmla="*/ 187779 h 814134"/>
                  <a:gd name="connsiteX48" fmla="*/ 335971 w 373230"/>
                  <a:gd name="connsiteY48" fmla="*/ 215477 h 814134"/>
                  <a:gd name="connsiteX49" fmla="*/ 331582 w 373230"/>
                  <a:gd name="connsiteY49" fmla="*/ 238918 h 814134"/>
                  <a:gd name="connsiteX50" fmla="*/ 325933 w 373230"/>
                  <a:gd name="connsiteY50" fmla="*/ 258213 h 814134"/>
                  <a:gd name="connsiteX51" fmla="*/ 318089 w 373230"/>
                  <a:gd name="connsiteY51" fmla="*/ 278141 h 814134"/>
                  <a:gd name="connsiteX52" fmla="*/ 310002 w 373230"/>
                  <a:gd name="connsiteY52" fmla="*/ 307672 h 814134"/>
                  <a:gd name="connsiteX53" fmla="*/ 301711 w 373230"/>
                  <a:gd name="connsiteY53" fmla="*/ 329891 h 814134"/>
                  <a:gd name="connsiteX54" fmla="*/ 284765 w 373230"/>
                  <a:gd name="connsiteY54" fmla="*/ 371034 h 814134"/>
                  <a:gd name="connsiteX55" fmla="*/ 276108 w 373230"/>
                  <a:gd name="connsiteY55" fmla="*/ 388670 h 814134"/>
                  <a:gd name="connsiteX56" fmla="*/ 267289 w 373230"/>
                  <a:gd name="connsiteY56" fmla="*/ 402683 h 814134"/>
                  <a:gd name="connsiteX57" fmla="*/ 248920 w 373230"/>
                  <a:gd name="connsiteY57" fmla="*/ 423505 h 814134"/>
                  <a:gd name="connsiteX58" fmla="*/ 239492 w 373230"/>
                  <a:gd name="connsiteY58" fmla="*/ 436034 h 814134"/>
                  <a:gd name="connsiteX59" fmla="*/ 229860 w 373230"/>
                  <a:gd name="connsiteY59" fmla="*/ 449304 h 814134"/>
                  <a:gd name="connsiteX60" fmla="*/ 219944 w 373230"/>
                  <a:gd name="connsiteY60" fmla="*/ 461833 h 814134"/>
                  <a:gd name="connsiteX61" fmla="*/ 209987 w 373230"/>
                  <a:gd name="connsiteY61" fmla="*/ 479272 h 814134"/>
                  <a:gd name="connsiteX62" fmla="*/ 199786 w 373230"/>
                  <a:gd name="connsiteY62" fmla="*/ 494289 h 814134"/>
                  <a:gd name="connsiteX63" fmla="*/ 178694 w 373230"/>
                  <a:gd name="connsiteY63" fmla="*/ 523493 h 814134"/>
                  <a:gd name="connsiteX64" fmla="*/ 167721 w 373230"/>
                  <a:gd name="connsiteY64" fmla="*/ 536916 h 814134"/>
                  <a:gd name="connsiteX65" fmla="*/ 156667 w 373230"/>
                  <a:gd name="connsiteY65" fmla="*/ 552151 h 814134"/>
                  <a:gd name="connsiteX66" fmla="*/ 145247 w 373230"/>
                  <a:gd name="connsiteY66" fmla="*/ 565378 h 814134"/>
                  <a:gd name="connsiteX67" fmla="*/ 121514 w 373230"/>
                  <a:gd name="connsiteY67" fmla="*/ 594516 h 814134"/>
                  <a:gd name="connsiteX68" fmla="*/ 109322 w 373230"/>
                  <a:gd name="connsiteY68" fmla="*/ 619988 h 814134"/>
                  <a:gd name="connsiteX69" fmla="*/ 96805 w 373230"/>
                  <a:gd name="connsiteY69" fmla="*/ 645198 h 814134"/>
                  <a:gd name="connsiteX70" fmla="*/ 84084 w 373230"/>
                  <a:gd name="connsiteY70" fmla="*/ 670036 h 814134"/>
                  <a:gd name="connsiteX71" fmla="*/ 70957 w 373230"/>
                  <a:gd name="connsiteY71" fmla="*/ 692408 h 814134"/>
                  <a:gd name="connsiteX72" fmla="*/ 57546 w 373230"/>
                  <a:gd name="connsiteY72" fmla="*/ 717727 h 814134"/>
                  <a:gd name="connsiteX73" fmla="*/ 43810 w 373230"/>
                  <a:gd name="connsiteY73" fmla="*/ 742348 h 814134"/>
                  <a:gd name="connsiteX74" fmla="*/ 29749 w 373230"/>
                  <a:gd name="connsiteY74" fmla="*/ 765789 h 814134"/>
                  <a:gd name="connsiteX75" fmla="*/ 650 w 373230"/>
                  <a:gd name="connsiteY75" fmla="*/ 813109 h 814134"/>
                  <a:gd name="connsiteX76" fmla="*/ 0 w 373230"/>
                  <a:gd name="connsiteY76" fmla="*/ 814135 h 814134"/>
                  <a:gd name="connsiteX77" fmla="*/ 5365 w 373230"/>
                  <a:gd name="connsiteY77" fmla="*/ 814135 h 81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373230" h="814134">
                    <a:moveTo>
                      <a:pt x="5365" y="814113"/>
                    </a:moveTo>
                    <a:lnTo>
                      <a:pt x="5365" y="814004"/>
                    </a:lnTo>
                    <a:lnTo>
                      <a:pt x="20198" y="790235"/>
                    </a:lnTo>
                    <a:lnTo>
                      <a:pt x="48687" y="743177"/>
                    </a:lnTo>
                    <a:lnTo>
                      <a:pt x="62423" y="718557"/>
                    </a:lnTo>
                    <a:lnTo>
                      <a:pt x="75794" y="693238"/>
                    </a:lnTo>
                    <a:lnTo>
                      <a:pt x="88880" y="670866"/>
                    </a:lnTo>
                    <a:lnTo>
                      <a:pt x="101681" y="645940"/>
                    </a:lnTo>
                    <a:lnTo>
                      <a:pt x="114158" y="620730"/>
                    </a:lnTo>
                    <a:lnTo>
                      <a:pt x="126228" y="595477"/>
                    </a:lnTo>
                    <a:lnTo>
                      <a:pt x="149799" y="566600"/>
                    </a:lnTo>
                    <a:lnTo>
                      <a:pt x="161260" y="553286"/>
                    </a:lnTo>
                    <a:lnTo>
                      <a:pt x="172314" y="538051"/>
                    </a:lnTo>
                    <a:lnTo>
                      <a:pt x="183286" y="524628"/>
                    </a:lnTo>
                    <a:lnTo>
                      <a:pt x="204419" y="495315"/>
                    </a:lnTo>
                    <a:lnTo>
                      <a:pt x="214742" y="480189"/>
                    </a:lnTo>
                    <a:lnTo>
                      <a:pt x="224658" y="462880"/>
                    </a:lnTo>
                    <a:lnTo>
                      <a:pt x="234533" y="450418"/>
                    </a:lnTo>
                    <a:lnTo>
                      <a:pt x="244084" y="437147"/>
                    </a:lnTo>
                    <a:lnTo>
                      <a:pt x="253472" y="424728"/>
                    </a:lnTo>
                    <a:lnTo>
                      <a:pt x="271922" y="403840"/>
                    </a:lnTo>
                    <a:lnTo>
                      <a:pt x="280863" y="389500"/>
                    </a:lnTo>
                    <a:lnTo>
                      <a:pt x="289641" y="371755"/>
                    </a:lnTo>
                    <a:lnTo>
                      <a:pt x="306669" y="330503"/>
                    </a:lnTo>
                    <a:lnTo>
                      <a:pt x="314960" y="308218"/>
                    </a:lnTo>
                    <a:lnTo>
                      <a:pt x="323088" y="278708"/>
                    </a:lnTo>
                    <a:lnTo>
                      <a:pt x="330932" y="258781"/>
                    </a:lnTo>
                    <a:lnTo>
                      <a:pt x="336621" y="239333"/>
                    </a:lnTo>
                    <a:lnTo>
                      <a:pt x="341010" y="215717"/>
                    </a:lnTo>
                    <a:lnTo>
                      <a:pt x="343977" y="187910"/>
                    </a:lnTo>
                    <a:lnTo>
                      <a:pt x="345359" y="158509"/>
                    </a:lnTo>
                    <a:lnTo>
                      <a:pt x="345562" y="134522"/>
                    </a:lnTo>
                    <a:lnTo>
                      <a:pt x="344668" y="91895"/>
                    </a:lnTo>
                    <a:lnTo>
                      <a:pt x="345399" y="75154"/>
                    </a:lnTo>
                    <a:lnTo>
                      <a:pt x="348082" y="53262"/>
                    </a:lnTo>
                    <a:lnTo>
                      <a:pt x="353487" y="30824"/>
                    </a:lnTo>
                    <a:lnTo>
                      <a:pt x="361818" y="14149"/>
                    </a:lnTo>
                    <a:lnTo>
                      <a:pt x="372994" y="2057"/>
                    </a:lnTo>
                    <a:cubicBezTo>
                      <a:pt x="373563" y="1358"/>
                      <a:pt x="373075" y="507"/>
                      <a:pt x="371856" y="136"/>
                    </a:cubicBezTo>
                    <a:cubicBezTo>
                      <a:pt x="370637" y="-191"/>
                      <a:pt x="369093" y="92"/>
                      <a:pt x="368442" y="769"/>
                    </a:cubicBezTo>
                    <a:lnTo>
                      <a:pt x="357144" y="13123"/>
                    </a:lnTo>
                    <a:lnTo>
                      <a:pt x="348569" y="30279"/>
                    </a:lnTo>
                    <a:lnTo>
                      <a:pt x="343042" y="52978"/>
                    </a:lnTo>
                    <a:lnTo>
                      <a:pt x="340319" y="74979"/>
                    </a:lnTo>
                    <a:lnTo>
                      <a:pt x="339588" y="91873"/>
                    </a:lnTo>
                    <a:lnTo>
                      <a:pt x="340523" y="134500"/>
                    </a:lnTo>
                    <a:lnTo>
                      <a:pt x="340319" y="158422"/>
                    </a:lnTo>
                    <a:lnTo>
                      <a:pt x="338938" y="187779"/>
                    </a:lnTo>
                    <a:lnTo>
                      <a:pt x="335971" y="215477"/>
                    </a:lnTo>
                    <a:lnTo>
                      <a:pt x="331582" y="238918"/>
                    </a:lnTo>
                    <a:lnTo>
                      <a:pt x="325933" y="258213"/>
                    </a:lnTo>
                    <a:lnTo>
                      <a:pt x="318089" y="278141"/>
                    </a:lnTo>
                    <a:lnTo>
                      <a:pt x="310002" y="307672"/>
                    </a:lnTo>
                    <a:lnTo>
                      <a:pt x="301711" y="329891"/>
                    </a:lnTo>
                    <a:lnTo>
                      <a:pt x="284765" y="371034"/>
                    </a:lnTo>
                    <a:lnTo>
                      <a:pt x="276108" y="388670"/>
                    </a:lnTo>
                    <a:lnTo>
                      <a:pt x="267289" y="402683"/>
                    </a:lnTo>
                    <a:lnTo>
                      <a:pt x="248920" y="423505"/>
                    </a:lnTo>
                    <a:lnTo>
                      <a:pt x="239492" y="436034"/>
                    </a:lnTo>
                    <a:lnTo>
                      <a:pt x="229860" y="449304"/>
                    </a:lnTo>
                    <a:lnTo>
                      <a:pt x="219944" y="461833"/>
                    </a:lnTo>
                    <a:lnTo>
                      <a:pt x="209987" y="479272"/>
                    </a:lnTo>
                    <a:lnTo>
                      <a:pt x="199786" y="494289"/>
                    </a:lnTo>
                    <a:lnTo>
                      <a:pt x="178694" y="523493"/>
                    </a:lnTo>
                    <a:lnTo>
                      <a:pt x="167721" y="536916"/>
                    </a:lnTo>
                    <a:lnTo>
                      <a:pt x="156667" y="552151"/>
                    </a:lnTo>
                    <a:lnTo>
                      <a:pt x="145247" y="565378"/>
                    </a:lnTo>
                    <a:lnTo>
                      <a:pt x="121514" y="594516"/>
                    </a:lnTo>
                    <a:lnTo>
                      <a:pt x="109322" y="619988"/>
                    </a:lnTo>
                    <a:lnTo>
                      <a:pt x="96805" y="645198"/>
                    </a:lnTo>
                    <a:lnTo>
                      <a:pt x="84084" y="670036"/>
                    </a:lnTo>
                    <a:lnTo>
                      <a:pt x="70957" y="692408"/>
                    </a:lnTo>
                    <a:lnTo>
                      <a:pt x="57546" y="717727"/>
                    </a:lnTo>
                    <a:lnTo>
                      <a:pt x="43810" y="742348"/>
                    </a:lnTo>
                    <a:lnTo>
                      <a:pt x="29749" y="765789"/>
                    </a:lnTo>
                    <a:lnTo>
                      <a:pt x="650" y="813109"/>
                    </a:lnTo>
                    <a:lnTo>
                      <a:pt x="0" y="814135"/>
                    </a:lnTo>
                    <a:lnTo>
                      <a:pt x="5365" y="81413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2" name="Freeform: Shape 461">
                <a:extLst>
                  <a:ext uri="{FF2B5EF4-FFF2-40B4-BE49-F238E27FC236}">
                    <a16:creationId xmlns:a16="http://schemas.microsoft.com/office/drawing/2014/main" id="{422C86EE-64ED-43C0-9AD2-0D48DDDD9456}"/>
                  </a:ext>
                </a:extLst>
              </p:cNvPr>
              <p:cNvSpPr/>
              <p:nvPr/>
            </p:nvSpPr>
            <p:spPr>
              <a:xfrm>
                <a:off x="9595383" y="5750073"/>
                <a:ext cx="226341" cy="228116"/>
              </a:xfrm>
              <a:custGeom>
                <a:avLst/>
                <a:gdLst>
                  <a:gd name="connsiteX0" fmla="*/ 223809 w 226341"/>
                  <a:gd name="connsiteY0" fmla="*/ 228116 h 228116"/>
                  <a:gd name="connsiteX1" fmla="*/ 221615 w 226341"/>
                  <a:gd name="connsiteY1" fmla="*/ 227418 h 228116"/>
                  <a:gd name="connsiteX2" fmla="*/ 203937 w 226341"/>
                  <a:gd name="connsiteY2" fmla="*/ 210895 h 228116"/>
                  <a:gd name="connsiteX3" fmla="*/ 186990 w 226341"/>
                  <a:gd name="connsiteY3" fmla="*/ 193041 h 228116"/>
                  <a:gd name="connsiteX4" fmla="*/ 170612 w 226341"/>
                  <a:gd name="connsiteY4" fmla="*/ 171782 h 228116"/>
                  <a:gd name="connsiteX5" fmla="*/ 138263 w 226341"/>
                  <a:gd name="connsiteY5" fmla="*/ 119136 h 228116"/>
                  <a:gd name="connsiteX6" fmla="*/ 121315 w 226341"/>
                  <a:gd name="connsiteY6" fmla="*/ 94516 h 228116"/>
                  <a:gd name="connsiteX7" fmla="*/ 103149 w 226341"/>
                  <a:gd name="connsiteY7" fmla="*/ 69044 h 228116"/>
                  <a:gd name="connsiteX8" fmla="*/ 83804 w 226341"/>
                  <a:gd name="connsiteY8" fmla="*/ 49597 h 228116"/>
                  <a:gd name="connsiteX9" fmla="*/ 63240 w 226341"/>
                  <a:gd name="connsiteY9" fmla="*/ 30411 h 228116"/>
                  <a:gd name="connsiteX10" fmla="*/ 42515 w 226341"/>
                  <a:gd name="connsiteY10" fmla="*/ 15744 h 228116"/>
                  <a:gd name="connsiteX11" fmla="*/ 22073 w 226341"/>
                  <a:gd name="connsiteY11" fmla="*/ 9763 h 228116"/>
                  <a:gd name="connsiteX12" fmla="*/ 1143 w 226341"/>
                  <a:gd name="connsiteY12" fmla="*/ 2626 h 228116"/>
                  <a:gd name="connsiteX13" fmla="*/ 370 w 226341"/>
                  <a:gd name="connsiteY13" fmla="*/ 705 h 228116"/>
                  <a:gd name="connsiteX14" fmla="*/ 3947 w 226341"/>
                  <a:gd name="connsiteY14" fmla="*/ 225 h 228116"/>
                  <a:gd name="connsiteX15" fmla="*/ 24593 w 226341"/>
                  <a:gd name="connsiteY15" fmla="*/ 7319 h 228116"/>
                  <a:gd name="connsiteX16" fmla="*/ 45400 w 226341"/>
                  <a:gd name="connsiteY16" fmla="*/ 13387 h 228116"/>
                  <a:gd name="connsiteX17" fmla="*/ 46212 w 226341"/>
                  <a:gd name="connsiteY17" fmla="*/ 13758 h 228116"/>
                  <a:gd name="connsiteX18" fmla="*/ 67426 w 226341"/>
                  <a:gd name="connsiteY18" fmla="*/ 28840 h 228116"/>
                  <a:gd name="connsiteX19" fmla="*/ 88275 w 226341"/>
                  <a:gd name="connsiteY19" fmla="*/ 48178 h 228116"/>
                  <a:gd name="connsiteX20" fmla="*/ 107701 w 226341"/>
                  <a:gd name="connsiteY20" fmla="*/ 67844 h 228116"/>
                  <a:gd name="connsiteX21" fmla="*/ 126071 w 226341"/>
                  <a:gd name="connsiteY21" fmla="*/ 93468 h 228116"/>
                  <a:gd name="connsiteX22" fmla="*/ 143058 w 226341"/>
                  <a:gd name="connsiteY22" fmla="*/ 118154 h 228116"/>
                  <a:gd name="connsiteX23" fmla="*/ 175326 w 226341"/>
                  <a:gd name="connsiteY23" fmla="*/ 170734 h 228116"/>
                  <a:gd name="connsiteX24" fmla="*/ 191704 w 226341"/>
                  <a:gd name="connsiteY24" fmla="*/ 191840 h 228116"/>
                  <a:gd name="connsiteX25" fmla="*/ 208448 w 226341"/>
                  <a:gd name="connsiteY25" fmla="*/ 209542 h 228116"/>
                  <a:gd name="connsiteX26" fmla="*/ 226004 w 226341"/>
                  <a:gd name="connsiteY26" fmla="*/ 225955 h 228116"/>
                  <a:gd name="connsiteX27" fmla="*/ 225110 w 226341"/>
                  <a:gd name="connsiteY27" fmla="*/ 227876 h 228116"/>
                  <a:gd name="connsiteX28" fmla="*/ 223809 w 226341"/>
                  <a:gd name="connsiteY28" fmla="*/ 228094 h 22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26341" h="228116">
                    <a:moveTo>
                      <a:pt x="223809" y="228116"/>
                    </a:moveTo>
                    <a:cubicBezTo>
                      <a:pt x="222915" y="228116"/>
                      <a:pt x="222021" y="227854"/>
                      <a:pt x="221615" y="227418"/>
                    </a:cubicBezTo>
                    <a:lnTo>
                      <a:pt x="203937" y="210895"/>
                    </a:lnTo>
                    <a:lnTo>
                      <a:pt x="186990" y="193041"/>
                    </a:lnTo>
                    <a:lnTo>
                      <a:pt x="170612" y="171782"/>
                    </a:lnTo>
                    <a:lnTo>
                      <a:pt x="138263" y="119136"/>
                    </a:lnTo>
                    <a:lnTo>
                      <a:pt x="121315" y="94516"/>
                    </a:lnTo>
                    <a:lnTo>
                      <a:pt x="103149" y="69044"/>
                    </a:lnTo>
                    <a:lnTo>
                      <a:pt x="83804" y="49597"/>
                    </a:lnTo>
                    <a:lnTo>
                      <a:pt x="63240" y="30411"/>
                    </a:lnTo>
                    <a:lnTo>
                      <a:pt x="42515" y="15744"/>
                    </a:lnTo>
                    <a:lnTo>
                      <a:pt x="22073" y="9763"/>
                    </a:lnTo>
                    <a:lnTo>
                      <a:pt x="1143" y="2626"/>
                    </a:lnTo>
                    <a:cubicBezTo>
                      <a:pt x="-35" y="2211"/>
                      <a:pt x="-320" y="1338"/>
                      <a:pt x="370" y="705"/>
                    </a:cubicBezTo>
                    <a:cubicBezTo>
                      <a:pt x="1143" y="7"/>
                      <a:pt x="2728" y="-211"/>
                      <a:pt x="3947" y="225"/>
                    </a:cubicBezTo>
                    <a:lnTo>
                      <a:pt x="24593" y="7319"/>
                    </a:lnTo>
                    <a:lnTo>
                      <a:pt x="45400" y="13387"/>
                    </a:lnTo>
                    <a:cubicBezTo>
                      <a:pt x="45725" y="13496"/>
                      <a:pt x="46009" y="13605"/>
                      <a:pt x="46212" y="13758"/>
                    </a:cubicBezTo>
                    <a:lnTo>
                      <a:pt x="67426" y="28840"/>
                    </a:lnTo>
                    <a:lnTo>
                      <a:pt x="88275" y="48178"/>
                    </a:lnTo>
                    <a:lnTo>
                      <a:pt x="107701" y="67844"/>
                    </a:lnTo>
                    <a:lnTo>
                      <a:pt x="126071" y="93468"/>
                    </a:lnTo>
                    <a:lnTo>
                      <a:pt x="143058" y="118154"/>
                    </a:lnTo>
                    <a:lnTo>
                      <a:pt x="175326" y="170734"/>
                    </a:lnTo>
                    <a:lnTo>
                      <a:pt x="191704" y="191840"/>
                    </a:lnTo>
                    <a:lnTo>
                      <a:pt x="208448" y="209542"/>
                    </a:lnTo>
                    <a:lnTo>
                      <a:pt x="226004" y="225955"/>
                    </a:lnTo>
                    <a:cubicBezTo>
                      <a:pt x="226695" y="226654"/>
                      <a:pt x="226289" y="227505"/>
                      <a:pt x="225110" y="227876"/>
                    </a:cubicBezTo>
                    <a:cubicBezTo>
                      <a:pt x="224704" y="228029"/>
                      <a:pt x="224216" y="228094"/>
                      <a:pt x="223809" y="22809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3" name="Freeform: Shape 462">
                <a:extLst>
                  <a:ext uri="{FF2B5EF4-FFF2-40B4-BE49-F238E27FC236}">
                    <a16:creationId xmlns:a16="http://schemas.microsoft.com/office/drawing/2014/main" id="{6A2D97CB-A053-48FF-9F9D-47F91EAE6DF1}"/>
                  </a:ext>
                </a:extLst>
              </p:cNvPr>
              <p:cNvSpPr/>
              <p:nvPr/>
            </p:nvSpPr>
            <p:spPr>
              <a:xfrm>
                <a:off x="11766662" y="5816368"/>
                <a:ext cx="425337" cy="12462"/>
              </a:xfrm>
              <a:custGeom>
                <a:avLst/>
                <a:gdLst>
                  <a:gd name="connsiteX0" fmla="*/ 425338 w 425337"/>
                  <a:gd name="connsiteY0" fmla="*/ 9626 h 12462"/>
                  <a:gd name="connsiteX1" fmla="*/ 396971 w 425337"/>
                  <a:gd name="connsiteY1" fmla="*/ 9058 h 12462"/>
                  <a:gd name="connsiteX2" fmla="*/ 324632 w 425337"/>
                  <a:gd name="connsiteY2" fmla="*/ 8250 h 12462"/>
                  <a:gd name="connsiteX3" fmla="*/ 252414 w 425337"/>
                  <a:gd name="connsiteY3" fmla="*/ 7028 h 12462"/>
                  <a:gd name="connsiteX4" fmla="*/ 180075 w 425337"/>
                  <a:gd name="connsiteY4" fmla="*/ 6068 h 12462"/>
                  <a:gd name="connsiteX5" fmla="*/ 107858 w 425337"/>
                  <a:gd name="connsiteY5" fmla="*/ 4584 h 12462"/>
                  <a:gd name="connsiteX6" fmla="*/ 35601 w 425337"/>
                  <a:gd name="connsiteY6" fmla="*/ 2597 h 12462"/>
                  <a:gd name="connsiteX7" fmla="*/ 24506 w 425337"/>
                  <a:gd name="connsiteY7" fmla="*/ 2335 h 12462"/>
                  <a:gd name="connsiteX8" fmla="*/ 975 w 425337"/>
                  <a:gd name="connsiteY8" fmla="*/ 0 h 12462"/>
                  <a:gd name="connsiteX9" fmla="*/ 691 w 425337"/>
                  <a:gd name="connsiteY9" fmla="*/ 0 h 12462"/>
                  <a:gd name="connsiteX10" fmla="*/ 81 w 425337"/>
                  <a:gd name="connsiteY10" fmla="*/ 1331 h 12462"/>
                  <a:gd name="connsiteX11" fmla="*/ 0 w 425337"/>
                  <a:gd name="connsiteY11" fmla="*/ 2772 h 12462"/>
                  <a:gd name="connsiteX12" fmla="*/ 23896 w 425337"/>
                  <a:gd name="connsiteY12" fmla="*/ 5151 h 12462"/>
                  <a:gd name="connsiteX13" fmla="*/ 107655 w 425337"/>
                  <a:gd name="connsiteY13" fmla="*/ 7399 h 12462"/>
                  <a:gd name="connsiteX14" fmla="*/ 179954 w 425337"/>
                  <a:gd name="connsiteY14" fmla="*/ 8840 h 12462"/>
                  <a:gd name="connsiteX15" fmla="*/ 252211 w 425337"/>
                  <a:gd name="connsiteY15" fmla="*/ 9844 h 12462"/>
                  <a:gd name="connsiteX16" fmla="*/ 324510 w 425337"/>
                  <a:gd name="connsiteY16" fmla="*/ 11022 h 12462"/>
                  <a:gd name="connsiteX17" fmla="*/ 396768 w 425337"/>
                  <a:gd name="connsiteY17" fmla="*/ 11874 h 12462"/>
                  <a:gd name="connsiteX18" fmla="*/ 425338 w 425337"/>
                  <a:gd name="connsiteY18" fmla="*/ 12463 h 12462"/>
                  <a:gd name="connsiteX19" fmla="*/ 425338 w 425337"/>
                  <a:gd name="connsiteY19" fmla="*/ 9626 h 12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5337" h="12462">
                    <a:moveTo>
                      <a:pt x="425338" y="9626"/>
                    </a:moveTo>
                    <a:lnTo>
                      <a:pt x="396971" y="9058"/>
                    </a:lnTo>
                    <a:lnTo>
                      <a:pt x="324632" y="8250"/>
                    </a:lnTo>
                    <a:lnTo>
                      <a:pt x="252414" y="7028"/>
                    </a:lnTo>
                    <a:lnTo>
                      <a:pt x="180075" y="6068"/>
                    </a:lnTo>
                    <a:lnTo>
                      <a:pt x="107858" y="4584"/>
                    </a:lnTo>
                    <a:lnTo>
                      <a:pt x="35601" y="2597"/>
                    </a:lnTo>
                    <a:lnTo>
                      <a:pt x="24506" y="2335"/>
                    </a:lnTo>
                    <a:lnTo>
                      <a:pt x="975" y="0"/>
                    </a:lnTo>
                    <a:lnTo>
                      <a:pt x="691" y="0"/>
                    </a:lnTo>
                    <a:lnTo>
                      <a:pt x="81" y="1331"/>
                    </a:lnTo>
                    <a:lnTo>
                      <a:pt x="0" y="2772"/>
                    </a:lnTo>
                    <a:lnTo>
                      <a:pt x="23896" y="5151"/>
                    </a:lnTo>
                    <a:lnTo>
                      <a:pt x="107655" y="7399"/>
                    </a:lnTo>
                    <a:lnTo>
                      <a:pt x="179954" y="8840"/>
                    </a:lnTo>
                    <a:lnTo>
                      <a:pt x="252211" y="9844"/>
                    </a:lnTo>
                    <a:lnTo>
                      <a:pt x="324510" y="11022"/>
                    </a:lnTo>
                    <a:lnTo>
                      <a:pt x="396768" y="11874"/>
                    </a:lnTo>
                    <a:lnTo>
                      <a:pt x="425338" y="12463"/>
                    </a:lnTo>
                    <a:lnTo>
                      <a:pt x="425338" y="962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4" name="Freeform: Shape 463">
                <a:extLst>
                  <a:ext uri="{FF2B5EF4-FFF2-40B4-BE49-F238E27FC236}">
                    <a16:creationId xmlns:a16="http://schemas.microsoft.com/office/drawing/2014/main" id="{8E925317-D5B9-41E6-BC55-7DCA7460224E}"/>
                  </a:ext>
                </a:extLst>
              </p:cNvPr>
              <p:cNvSpPr/>
              <p:nvPr/>
            </p:nvSpPr>
            <p:spPr>
              <a:xfrm>
                <a:off x="11440019" y="5800206"/>
                <a:ext cx="752020" cy="63240"/>
              </a:xfrm>
              <a:custGeom>
                <a:avLst/>
                <a:gdLst>
                  <a:gd name="connsiteX0" fmla="*/ 751980 w 752020"/>
                  <a:gd name="connsiteY0" fmla="*/ 60382 h 63240"/>
                  <a:gd name="connsiteX1" fmla="*/ 728572 w 752020"/>
                  <a:gd name="connsiteY1" fmla="*/ 57937 h 63240"/>
                  <a:gd name="connsiteX2" fmla="*/ 641440 w 752020"/>
                  <a:gd name="connsiteY2" fmla="*/ 50582 h 63240"/>
                  <a:gd name="connsiteX3" fmla="*/ 613154 w 752020"/>
                  <a:gd name="connsiteY3" fmla="*/ 48552 h 63240"/>
                  <a:gd name="connsiteX4" fmla="*/ 585275 w 752020"/>
                  <a:gd name="connsiteY4" fmla="*/ 46260 h 63240"/>
                  <a:gd name="connsiteX5" fmla="*/ 558696 w 752020"/>
                  <a:gd name="connsiteY5" fmla="*/ 42418 h 63240"/>
                  <a:gd name="connsiteX6" fmla="*/ 557112 w 752020"/>
                  <a:gd name="connsiteY6" fmla="*/ 41458 h 63240"/>
                  <a:gd name="connsiteX7" fmla="*/ 555526 w 752020"/>
                  <a:gd name="connsiteY7" fmla="*/ 41022 h 63240"/>
                  <a:gd name="connsiteX8" fmla="*/ 514074 w 752020"/>
                  <a:gd name="connsiteY8" fmla="*/ 38424 h 63240"/>
                  <a:gd name="connsiteX9" fmla="*/ 450756 w 752020"/>
                  <a:gd name="connsiteY9" fmla="*/ 36875 h 63240"/>
                  <a:gd name="connsiteX10" fmla="*/ 425966 w 752020"/>
                  <a:gd name="connsiteY10" fmla="*/ 34583 h 63240"/>
                  <a:gd name="connsiteX11" fmla="*/ 422796 w 752020"/>
                  <a:gd name="connsiteY11" fmla="*/ 33251 h 63240"/>
                  <a:gd name="connsiteX12" fmla="*/ 416538 w 752020"/>
                  <a:gd name="connsiteY12" fmla="*/ 31112 h 63240"/>
                  <a:gd name="connsiteX13" fmla="*/ 416050 w 752020"/>
                  <a:gd name="connsiteY13" fmla="*/ 30960 h 63240"/>
                  <a:gd name="connsiteX14" fmla="*/ 392031 w 752020"/>
                  <a:gd name="connsiteY14" fmla="*/ 26856 h 63240"/>
                  <a:gd name="connsiteX15" fmla="*/ 391341 w 752020"/>
                  <a:gd name="connsiteY15" fmla="*/ 26791 h 63240"/>
                  <a:gd name="connsiteX16" fmla="*/ 319205 w 752020"/>
                  <a:gd name="connsiteY16" fmla="*/ 25765 h 63240"/>
                  <a:gd name="connsiteX17" fmla="*/ 244224 w 752020"/>
                  <a:gd name="connsiteY17" fmla="*/ 21618 h 63240"/>
                  <a:gd name="connsiteX18" fmla="*/ 218906 w 752020"/>
                  <a:gd name="connsiteY18" fmla="*/ 20330 h 63240"/>
                  <a:gd name="connsiteX19" fmla="*/ 199764 w 752020"/>
                  <a:gd name="connsiteY19" fmla="*/ 20657 h 63240"/>
                  <a:gd name="connsiteX20" fmla="*/ 186759 w 752020"/>
                  <a:gd name="connsiteY20" fmla="*/ 18104 h 63240"/>
                  <a:gd name="connsiteX21" fmla="*/ 122182 w 752020"/>
                  <a:gd name="connsiteY21" fmla="*/ 13367 h 63240"/>
                  <a:gd name="connsiteX22" fmla="*/ 97676 w 752020"/>
                  <a:gd name="connsiteY22" fmla="*/ 9002 h 63240"/>
                  <a:gd name="connsiteX23" fmla="*/ 26638 w 752020"/>
                  <a:gd name="connsiteY23" fmla="*/ 3676 h 63240"/>
                  <a:gd name="connsiteX24" fmla="*/ 3229 w 752020"/>
                  <a:gd name="connsiteY24" fmla="*/ 53 h 63240"/>
                  <a:gd name="connsiteX25" fmla="*/ 59 w 752020"/>
                  <a:gd name="connsiteY25" fmla="*/ 1013 h 63240"/>
                  <a:gd name="connsiteX26" fmla="*/ 1847 w 752020"/>
                  <a:gd name="connsiteY26" fmla="*/ 2781 h 63240"/>
                  <a:gd name="connsiteX27" fmla="*/ 25540 w 752020"/>
                  <a:gd name="connsiteY27" fmla="*/ 6405 h 63240"/>
                  <a:gd name="connsiteX28" fmla="*/ 96498 w 752020"/>
                  <a:gd name="connsiteY28" fmla="*/ 11796 h 63240"/>
                  <a:gd name="connsiteX29" fmla="*/ 121085 w 752020"/>
                  <a:gd name="connsiteY29" fmla="*/ 16161 h 63240"/>
                  <a:gd name="connsiteX30" fmla="*/ 185580 w 752020"/>
                  <a:gd name="connsiteY30" fmla="*/ 20854 h 63240"/>
                  <a:gd name="connsiteX31" fmla="*/ 198586 w 752020"/>
                  <a:gd name="connsiteY31" fmla="*/ 23408 h 63240"/>
                  <a:gd name="connsiteX32" fmla="*/ 199480 w 752020"/>
                  <a:gd name="connsiteY32" fmla="*/ 23517 h 63240"/>
                  <a:gd name="connsiteX33" fmla="*/ 218824 w 752020"/>
                  <a:gd name="connsiteY33" fmla="*/ 23189 h 63240"/>
                  <a:gd name="connsiteX34" fmla="*/ 312378 w 752020"/>
                  <a:gd name="connsiteY34" fmla="*/ 28297 h 63240"/>
                  <a:gd name="connsiteX35" fmla="*/ 319002 w 752020"/>
                  <a:gd name="connsiteY35" fmla="*/ 28624 h 63240"/>
                  <a:gd name="connsiteX36" fmla="*/ 390853 w 752020"/>
                  <a:gd name="connsiteY36" fmla="*/ 29650 h 63240"/>
                  <a:gd name="connsiteX37" fmla="*/ 414180 w 752020"/>
                  <a:gd name="connsiteY37" fmla="*/ 33644 h 63240"/>
                  <a:gd name="connsiteX38" fmla="*/ 419952 w 752020"/>
                  <a:gd name="connsiteY38" fmla="*/ 35609 h 63240"/>
                  <a:gd name="connsiteX39" fmla="*/ 423405 w 752020"/>
                  <a:gd name="connsiteY39" fmla="*/ 37049 h 63240"/>
                  <a:gd name="connsiteX40" fmla="*/ 424503 w 752020"/>
                  <a:gd name="connsiteY40" fmla="*/ 37311 h 63240"/>
                  <a:gd name="connsiteX41" fmla="*/ 450188 w 752020"/>
                  <a:gd name="connsiteY41" fmla="*/ 39712 h 63240"/>
                  <a:gd name="connsiteX42" fmla="*/ 513668 w 752020"/>
                  <a:gd name="connsiteY42" fmla="*/ 41262 h 63240"/>
                  <a:gd name="connsiteX43" fmla="*/ 554064 w 752020"/>
                  <a:gd name="connsiteY43" fmla="*/ 43772 h 63240"/>
                  <a:gd name="connsiteX44" fmla="*/ 555526 w 752020"/>
                  <a:gd name="connsiteY44" fmla="*/ 44688 h 63240"/>
                  <a:gd name="connsiteX45" fmla="*/ 556705 w 752020"/>
                  <a:gd name="connsiteY45" fmla="*/ 45059 h 63240"/>
                  <a:gd name="connsiteX46" fmla="*/ 584300 w 752020"/>
                  <a:gd name="connsiteY46" fmla="*/ 49010 h 63240"/>
                  <a:gd name="connsiteX47" fmla="*/ 612503 w 752020"/>
                  <a:gd name="connsiteY47" fmla="*/ 51346 h 63240"/>
                  <a:gd name="connsiteX48" fmla="*/ 640789 w 752020"/>
                  <a:gd name="connsiteY48" fmla="*/ 53375 h 63240"/>
                  <a:gd name="connsiteX49" fmla="*/ 727800 w 752020"/>
                  <a:gd name="connsiteY49" fmla="*/ 60731 h 63240"/>
                  <a:gd name="connsiteX50" fmla="*/ 752021 w 752020"/>
                  <a:gd name="connsiteY50" fmla="*/ 63241 h 63240"/>
                  <a:gd name="connsiteX51" fmla="*/ 752021 w 752020"/>
                  <a:gd name="connsiteY51" fmla="*/ 60425 h 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2020" h="63240">
                    <a:moveTo>
                      <a:pt x="751980" y="60382"/>
                    </a:moveTo>
                    <a:lnTo>
                      <a:pt x="728572" y="57937"/>
                    </a:lnTo>
                    <a:lnTo>
                      <a:pt x="641440" y="50582"/>
                    </a:lnTo>
                    <a:lnTo>
                      <a:pt x="613154" y="48552"/>
                    </a:lnTo>
                    <a:lnTo>
                      <a:pt x="585275" y="46260"/>
                    </a:lnTo>
                    <a:lnTo>
                      <a:pt x="558696" y="42418"/>
                    </a:lnTo>
                    <a:lnTo>
                      <a:pt x="557112" y="41458"/>
                    </a:lnTo>
                    <a:cubicBezTo>
                      <a:pt x="556705" y="41240"/>
                      <a:pt x="556136" y="41087"/>
                      <a:pt x="555526" y="41022"/>
                    </a:cubicBezTo>
                    <a:lnTo>
                      <a:pt x="514074" y="38424"/>
                    </a:lnTo>
                    <a:lnTo>
                      <a:pt x="450756" y="36875"/>
                    </a:lnTo>
                    <a:lnTo>
                      <a:pt x="425966" y="34583"/>
                    </a:lnTo>
                    <a:lnTo>
                      <a:pt x="422796" y="33251"/>
                    </a:lnTo>
                    <a:lnTo>
                      <a:pt x="416538" y="31112"/>
                    </a:lnTo>
                    <a:cubicBezTo>
                      <a:pt x="416538" y="31112"/>
                      <a:pt x="416253" y="31003"/>
                      <a:pt x="416050" y="30960"/>
                    </a:cubicBezTo>
                    <a:lnTo>
                      <a:pt x="392031" y="26856"/>
                    </a:lnTo>
                    <a:cubicBezTo>
                      <a:pt x="391748" y="26791"/>
                      <a:pt x="391544" y="26791"/>
                      <a:pt x="391341" y="26791"/>
                    </a:cubicBezTo>
                    <a:lnTo>
                      <a:pt x="319205" y="25765"/>
                    </a:lnTo>
                    <a:lnTo>
                      <a:pt x="244224" y="21618"/>
                    </a:lnTo>
                    <a:lnTo>
                      <a:pt x="218906" y="20330"/>
                    </a:lnTo>
                    <a:lnTo>
                      <a:pt x="199764" y="20657"/>
                    </a:lnTo>
                    <a:lnTo>
                      <a:pt x="186759" y="18104"/>
                    </a:lnTo>
                    <a:lnTo>
                      <a:pt x="122182" y="13367"/>
                    </a:lnTo>
                    <a:lnTo>
                      <a:pt x="97676" y="9002"/>
                    </a:lnTo>
                    <a:lnTo>
                      <a:pt x="26638" y="3676"/>
                    </a:lnTo>
                    <a:lnTo>
                      <a:pt x="3229" y="53"/>
                    </a:lnTo>
                    <a:cubicBezTo>
                      <a:pt x="1847" y="-165"/>
                      <a:pt x="425" y="315"/>
                      <a:pt x="59" y="1013"/>
                    </a:cubicBezTo>
                    <a:cubicBezTo>
                      <a:pt x="-226" y="1821"/>
                      <a:pt x="547" y="2563"/>
                      <a:pt x="1847" y="2781"/>
                    </a:cubicBezTo>
                    <a:lnTo>
                      <a:pt x="25540" y="6405"/>
                    </a:lnTo>
                    <a:lnTo>
                      <a:pt x="96498" y="11796"/>
                    </a:lnTo>
                    <a:lnTo>
                      <a:pt x="121085" y="16161"/>
                    </a:lnTo>
                    <a:lnTo>
                      <a:pt x="185580" y="20854"/>
                    </a:lnTo>
                    <a:lnTo>
                      <a:pt x="198586" y="23408"/>
                    </a:lnTo>
                    <a:cubicBezTo>
                      <a:pt x="198910" y="23473"/>
                      <a:pt x="198991" y="23517"/>
                      <a:pt x="199480" y="23517"/>
                    </a:cubicBezTo>
                    <a:lnTo>
                      <a:pt x="218824" y="23189"/>
                    </a:lnTo>
                    <a:lnTo>
                      <a:pt x="312378" y="28297"/>
                    </a:lnTo>
                    <a:lnTo>
                      <a:pt x="319002" y="28624"/>
                    </a:lnTo>
                    <a:lnTo>
                      <a:pt x="390853" y="29650"/>
                    </a:lnTo>
                    <a:lnTo>
                      <a:pt x="414180" y="33644"/>
                    </a:lnTo>
                    <a:lnTo>
                      <a:pt x="419952" y="35609"/>
                    </a:lnTo>
                    <a:lnTo>
                      <a:pt x="423405" y="37049"/>
                    </a:lnTo>
                    <a:cubicBezTo>
                      <a:pt x="423690" y="37158"/>
                      <a:pt x="424097" y="37267"/>
                      <a:pt x="424503" y="37311"/>
                    </a:cubicBezTo>
                    <a:lnTo>
                      <a:pt x="450188" y="39712"/>
                    </a:lnTo>
                    <a:lnTo>
                      <a:pt x="513668" y="41262"/>
                    </a:lnTo>
                    <a:lnTo>
                      <a:pt x="554064" y="43772"/>
                    </a:lnTo>
                    <a:lnTo>
                      <a:pt x="555526" y="44688"/>
                    </a:lnTo>
                    <a:cubicBezTo>
                      <a:pt x="555933" y="44841"/>
                      <a:pt x="556340" y="45016"/>
                      <a:pt x="556705" y="45059"/>
                    </a:cubicBezTo>
                    <a:lnTo>
                      <a:pt x="584300" y="49010"/>
                    </a:lnTo>
                    <a:lnTo>
                      <a:pt x="612503" y="51346"/>
                    </a:lnTo>
                    <a:lnTo>
                      <a:pt x="640789" y="53375"/>
                    </a:lnTo>
                    <a:lnTo>
                      <a:pt x="727800" y="60731"/>
                    </a:lnTo>
                    <a:lnTo>
                      <a:pt x="752021" y="63241"/>
                    </a:lnTo>
                    <a:lnTo>
                      <a:pt x="752021" y="6042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5" name="Freeform: Shape 464">
                <a:extLst>
                  <a:ext uri="{FF2B5EF4-FFF2-40B4-BE49-F238E27FC236}">
                    <a16:creationId xmlns:a16="http://schemas.microsoft.com/office/drawing/2014/main" id="{AB9D598A-4EA4-4703-B0D1-1498FAAEC2A1}"/>
                  </a:ext>
                </a:extLst>
              </p:cNvPr>
              <p:cNvSpPr/>
              <p:nvPr/>
            </p:nvSpPr>
            <p:spPr>
              <a:xfrm>
                <a:off x="11486883" y="5806934"/>
                <a:ext cx="173304" cy="11027"/>
              </a:xfrm>
              <a:custGeom>
                <a:avLst/>
                <a:gdLst>
                  <a:gd name="connsiteX0" fmla="*/ 170822 w 173304"/>
                  <a:gd name="connsiteY0" fmla="*/ 11027 h 11027"/>
                  <a:gd name="connsiteX1" fmla="*/ 170619 w 173304"/>
                  <a:gd name="connsiteY1" fmla="*/ 11027 h 11027"/>
                  <a:gd name="connsiteX2" fmla="*/ 98279 w 173304"/>
                  <a:gd name="connsiteY2" fmla="*/ 8517 h 11027"/>
                  <a:gd name="connsiteX3" fmla="*/ 73855 w 173304"/>
                  <a:gd name="connsiteY3" fmla="*/ 5811 h 11027"/>
                  <a:gd name="connsiteX4" fmla="*/ 50244 w 173304"/>
                  <a:gd name="connsiteY4" fmla="*/ 5112 h 11027"/>
                  <a:gd name="connsiteX5" fmla="*/ 26347 w 173304"/>
                  <a:gd name="connsiteY5" fmla="*/ 5374 h 11027"/>
                  <a:gd name="connsiteX6" fmla="*/ 2044 w 173304"/>
                  <a:gd name="connsiteY6" fmla="*/ 2821 h 11027"/>
                  <a:gd name="connsiteX7" fmla="*/ 53 w 173304"/>
                  <a:gd name="connsiteY7" fmla="*/ 1118 h 11027"/>
                  <a:gd name="connsiteX8" fmla="*/ 3020 w 173304"/>
                  <a:gd name="connsiteY8" fmla="*/ 49 h 11027"/>
                  <a:gd name="connsiteX9" fmla="*/ 26713 w 173304"/>
                  <a:gd name="connsiteY9" fmla="*/ 2602 h 11027"/>
                  <a:gd name="connsiteX10" fmla="*/ 50324 w 173304"/>
                  <a:gd name="connsiteY10" fmla="*/ 2275 h 11027"/>
                  <a:gd name="connsiteX11" fmla="*/ 74546 w 173304"/>
                  <a:gd name="connsiteY11" fmla="*/ 2973 h 11027"/>
                  <a:gd name="connsiteX12" fmla="*/ 98971 w 173304"/>
                  <a:gd name="connsiteY12" fmla="*/ 5745 h 11027"/>
                  <a:gd name="connsiteX13" fmla="*/ 170904 w 173304"/>
                  <a:gd name="connsiteY13" fmla="*/ 8190 h 11027"/>
                  <a:gd name="connsiteX14" fmla="*/ 173301 w 173304"/>
                  <a:gd name="connsiteY14" fmla="*/ 9696 h 11027"/>
                  <a:gd name="connsiteX15" fmla="*/ 170822 w 173304"/>
                  <a:gd name="connsiteY15" fmla="*/ 11027 h 11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304" h="11027">
                    <a:moveTo>
                      <a:pt x="170822" y="11027"/>
                    </a:moveTo>
                    <a:lnTo>
                      <a:pt x="170619" y="11027"/>
                    </a:lnTo>
                    <a:lnTo>
                      <a:pt x="98279" y="8517"/>
                    </a:lnTo>
                    <a:lnTo>
                      <a:pt x="73855" y="5811"/>
                    </a:lnTo>
                    <a:lnTo>
                      <a:pt x="50244" y="5112"/>
                    </a:lnTo>
                    <a:lnTo>
                      <a:pt x="26347" y="5374"/>
                    </a:lnTo>
                    <a:lnTo>
                      <a:pt x="2044" y="2821"/>
                    </a:lnTo>
                    <a:cubicBezTo>
                      <a:pt x="662" y="2668"/>
                      <a:pt x="-232" y="1904"/>
                      <a:pt x="53" y="1118"/>
                    </a:cubicBezTo>
                    <a:cubicBezTo>
                      <a:pt x="256" y="376"/>
                      <a:pt x="1637" y="-170"/>
                      <a:pt x="3020" y="49"/>
                    </a:cubicBezTo>
                    <a:lnTo>
                      <a:pt x="26713" y="2602"/>
                    </a:lnTo>
                    <a:lnTo>
                      <a:pt x="50324" y="2275"/>
                    </a:lnTo>
                    <a:lnTo>
                      <a:pt x="74546" y="2973"/>
                    </a:lnTo>
                    <a:lnTo>
                      <a:pt x="98971" y="5745"/>
                    </a:lnTo>
                    <a:lnTo>
                      <a:pt x="170904" y="8190"/>
                    </a:lnTo>
                    <a:cubicBezTo>
                      <a:pt x="172285" y="8255"/>
                      <a:pt x="173382" y="8932"/>
                      <a:pt x="173301" y="9696"/>
                    </a:cubicBezTo>
                    <a:cubicBezTo>
                      <a:pt x="173180" y="10438"/>
                      <a:pt x="172123" y="11027"/>
                      <a:pt x="170822" y="110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6" name="Freeform: Shape 465">
                <a:extLst>
                  <a:ext uri="{FF2B5EF4-FFF2-40B4-BE49-F238E27FC236}">
                    <a16:creationId xmlns:a16="http://schemas.microsoft.com/office/drawing/2014/main" id="{31C8AC99-4FE4-4ED2-A6C6-F4AC04BB8DAF}"/>
                  </a:ext>
                </a:extLst>
              </p:cNvPr>
              <p:cNvSpPr/>
              <p:nvPr/>
            </p:nvSpPr>
            <p:spPr>
              <a:xfrm>
                <a:off x="9066702" y="6488494"/>
                <a:ext cx="3125297" cy="10018"/>
              </a:xfrm>
              <a:custGeom>
                <a:avLst/>
                <a:gdLst>
                  <a:gd name="connsiteX0" fmla="*/ 3125297 w 3125297"/>
                  <a:gd name="connsiteY0" fmla="*/ 7181 h 10018"/>
                  <a:gd name="connsiteX1" fmla="*/ 2561 w 3125297"/>
                  <a:gd name="connsiteY1" fmla="*/ 0 h 10018"/>
                  <a:gd name="connsiteX2" fmla="*/ 2561 w 3125297"/>
                  <a:gd name="connsiteY2" fmla="*/ 0 h 10018"/>
                  <a:gd name="connsiteX3" fmla="*/ 0 w 3125297"/>
                  <a:gd name="connsiteY3" fmla="*/ 1375 h 10018"/>
                  <a:gd name="connsiteX4" fmla="*/ 2561 w 3125297"/>
                  <a:gd name="connsiteY4" fmla="*/ 2816 h 10018"/>
                  <a:gd name="connsiteX5" fmla="*/ 3125297 w 3125297"/>
                  <a:gd name="connsiteY5" fmla="*/ 10018 h 10018"/>
                  <a:gd name="connsiteX6" fmla="*/ 3125297 w 3125297"/>
                  <a:gd name="connsiteY6" fmla="*/ 7181 h 1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5297" h="10018">
                    <a:moveTo>
                      <a:pt x="3125297" y="7181"/>
                    </a:moveTo>
                    <a:lnTo>
                      <a:pt x="2561" y="0"/>
                    </a:lnTo>
                    <a:lnTo>
                      <a:pt x="2561" y="0"/>
                    </a:lnTo>
                    <a:cubicBezTo>
                      <a:pt x="1179" y="0"/>
                      <a:pt x="0" y="633"/>
                      <a:pt x="0" y="1375"/>
                    </a:cubicBezTo>
                    <a:cubicBezTo>
                      <a:pt x="0" y="2183"/>
                      <a:pt x="1179" y="2816"/>
                      <a:pt x="2561" y="2816"/>
                    </a:cubicBezTo>
                    <a:lnTo>
                      <a:pt x="3125297" y="10018"/>
                    </a:lnTo>
                    <a:lnTo>
                      <a:pt x="3125297" y="71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7" name="Freeform: Shape 466">
                <a:extLst>
                  <a:ext uri="{FF2B5EF4-FFF2-40B4-BE49-F238E27FC236}">
                    <a16:creationId xmlns:a16="http://schemas.microsoft.com/office/drawing/2014/main" id="{0B647DD3-E00A-4576-8CE7-727733691FC1}"/>
                  </a:ext>
                </a:extLst>
              </p:cNvPr>
              <p:cNvSpPr/>
              <p:nvPr/>
            </p:nvSpPr>
            <p:spPr>
              <a:xfrm>
                <a:off x="4285230" y="5860794"/>
                <a:ext cx="63554" cy="116981"/>
              </a:xfrm>
              <a:custGeom>
                <a:avLst/>
                <a:gdLst>
                  <a:gd name="connsiteX0" fmla="*/ 2493 w 63554"/>
                  <a:gd name="connsiteY0" fmla="*/ 116981 h 116981"/>
                  <a:gd name="connsiteX1" fmla="*/ 1721 w 63554"/>
                  <a:gd name="connsiteY1" fmla="*/ 116916 h 116981"/>
                  <a:gd name="connsiteX2" fmla="*/ 136 w 63554"/>
                  <a:gd name="connsiteY2" fmla="*/ 115148 h 116981"/>
                  <a:gd name="connsiteX3" fmla="*/ 33420 w 63554"/>
                  <a:gd name="connsiteY3" fmla="*/ 58988 h 116981"/>
                  <a:gd name="connsiteX4" fmla="*/ 46059 w 63554"/>
                  <a:gd name="connsiteY4" fmla="*/ 27121 h 116981"/>
                  <a:gd name="connsiteX5" fmla="*/ 58535 w 63554"/>
                  <a:gd name="connsiteY5" fmla="*/ 1017 h 116981"/>
                  <a:gd name="connsiteX6" fmla="*/ 61665 w 63554"/>
                  <a:gd name="connsiteY6" fmla="*/ 56 h 116981"/>
                  <a:gd name="connsiteX7" fmla="*/ 63453 w 63554"/>
                  <a:gd name="connsiteY7" fmla="*/ 1759 h 116981"/>
                  <a:gd name="connsiteX8" fmla="*/ 50976 w 63554"/>
                  <a:gd name="connsiteY8" fmla="*/ 27754 h 116981"/>
                  <a:gd name="connsiteX9" fmla="*/ 38337 w 63554"/>
                  <a:gd name="connsiteY9" fmla="*/ 59730 h 116981"/>
                  <a:gd name="connsiteX10" fmla="*/ 4972 w 63554"/>
                  <a:gd name="connsiteY10" fmla="*/ 115999 h 116981"/>
                  <a:gd name="connsiteX11" fmla="*/ 2534 w 63554"/>
                  <a:gd name="connsiteY11" fmla="*/ 116959 h 116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3554" h="116981">
                    <a:moveTo>
                      <a:pt x="2493" y="116981"/>
                    </a:moveTo>
                    <a:cubicBezTo>
                      <a:pt x="2249" y="116981"/>
                      <a:pt x="1965" y="116981"/>
                      <a:pt x="1721" y="116916"/>
                    </a:cubicBezTo>
                    <a:cubicBezTo>
                      <a:pt x="380" y="116654"/>
                      <a:pt x="-311" y="115846"/>
                      <a:pt x="136" y="115148"/>
                    </a:cubicBezTo>
                    <a:lnTo>
                      <a:pt x="33420" y="58988"/>
                    </a:lnTo>
                    <a:lnTo>
                      <a:pt x="46059" y="27121"/>
                    </a:lnTo>
                    <a:lnTo>
                      <a:pt x="58535" y="1017"/>
                    </a:lnTo>
                    <a:cubicBezTo>
                      <a:pt x="58942" y="275"/>
                      <a:pt x="60283" y="-162"/>
                      <a:pt x="61665" y="56"/>
                    </a:cubicBezTo>
                    <a:cubicBezTo>
                      <a:pt x="63006" y="209"/>
                      <a:pt x="63859" y="1017"/>
                      <a:pt x="63453" y="1759"/>
                    </a:cubicBezTo>
                    <a:lnTo>
                      <a:pt x="50976" y="27754"/>
                    </a:lnTo>
                    <a:lnTo>
                      <a:pt x="38337" y="59730"/>
                    </a:lnTo>
                    <a:lnTo>
                      <a:pt x="4972" y="115999"/>
                    </a:lnTo>
                    <a:cubicBezTo>
                      <a:pt x="4647" y="116588"/>
                      <a:pt x="3631" y="116959"/>
                      <a:pt x="2534" y="11695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8" name="Freeform: Shape 467">
                <a:extLst>
                  <a:ext uri="{FF2B5EF4-FFF2-40B4-BE49-F238E27FC236}">
                    <a16:creationId xmlns:a16="http://schemas.microsoft.com/office/drawing/2014/main" id="{A1FC75F9-315A-44C2-8827-3FBA020CA445}"/>
                  </a:ext>
                </a:extLst>
              </p:cNvPr>
              <p:cNvSpPr/>
              <p:nvPr/>
            </p:nvSpPr>
            <p:spPr>
              <a:xfrm>
                <a:off x="8900039" y="5752743"/>
                <a:ext cx="135241" cy="205147"/>
              </a:xfrm>
              <a:custGeom>
                <a:avLst/>
                <a:gdLst>
                  <a:gd name="connsiteX0" fmla="*/ 132648 w 135241"/>
                  <a:gd name="connsiteY0" fmla="*/ 205148 h 205147"/>
                  <a:gd name="connsiteX1" fmla="*/ 130291 w 135241"/>
                  <a:gd name="connsiteY1" fmla="*/ 204187 h 205147"/>
                  <a:gd name="connsiteX2" fmla="*/ 115091 w 135241"/>
                  <a:gd name="connsiteY2" fmla="*/ 178607 h 205147"/>
                  <a:gd name="connsiteX3" fmla="*/ 100136 w 135241"/>
                  <a:gd name="connsiteY3" fmla="*/ 156125 h 205147"/>
                  <a:gd name="connsiteX4" fmla="*/ 85261 w 135241"/>
                  <a:gd name="connsiteY4" fmla="*/ 128908 h 205147"/>
                  <a:gd name="connsiteX5" fmla="*/ 70469 w 135241"/>
                  <a:gd name="connsiteY5" fmla="*/ 100075 h 205147"/>
                  <a:gd name="connsiteX6" fmla="*/ 55879 w 135241"/>
                  <a:gd name="connsiteY6" fmla="*/ 74909 h 205147"/>
                  <a:gd name="connsiteX7" fmla="*/ 41288 w 135241"/>
                  <a:gd name="connsiteY7" fmla="*/ 45705 h 205147"/>
                  <a:gd name="connsiteX8" fmla="*/ 27308 w 135241"/>
                  <a:gd name="connsiteY8" fmla="*/ 23442 h 205147"/>
                  <a:gd name="connsiteX9" fmla="*/ 13491 w 135241"/>
                  <a:gd name="connsiteY9" fmla="*/ 13467 h 205147"/>
                  <a:gd name="connsiteX10" fmla="*/ 405 w 135241"/>
                  <a:gd name="connsiteY10" fmla="*/ 2183 h 205147"/>
                  <a:gd name="connsiteX11" fmla="*/ 1218 w 135241"/>
                  <a:gd name="connsiteY11" fmla="*/ 218 h 205147"/>
                  <a:gd name="connsiteX12" fmla="*/ 4673 w 135241"/>
                  <a:gd name="connsiteY12" fmla="*/ 633 h 205147"/>
                  <a:gd name="connsiteX13" fmla="*/ 17677 w 135241"/>
                  <a:gd name="connsiteY13" fmla="*/ 11830 h 205147"/>
                  <a:gd name="connsiteX14" fmla="*/ 31576 w 135241"/>
                  <a:gd name="connsiteY14" fmla="*/ 21892 h 205147"/>
                  <a:gd name="connsiteX15" fmla="*/ 31983 w 135241"/>
                  <a:gd name="connsiteY15" fmla="*/ 22263 h 205147"/>
                  <a:gd name="connsiteX16" fmla="*/ 46166 w 135241"/>
                  <a:gd name="connsiteY16" fmla="*/ 44854 h 205147"/>
                  <a:gd name="connsiteX17" fmla="*/ 60755 w 135241"/>
                  <a:gd name="connsiteY17" fmla="*/ 74101 h 205147"/>
                  <a:gd name="connsiteX18" fmla="*/ 75345 w 135241"/>
                  <a:gd name="connsiteY18" fmla="*/ 99202 h 205147"/>
                  <a:gd name="connsiteX19" fmla="*/ 90138 w 135241"/>
                  <a:gd name="connsiteY19" fmla="*/ 128144 h 205147"/>
                  <a:gd name="connsiteX20" fmla="*/ 105013 w 135241"/>
                  <a:gd name="connsiteY20" fmla="*/ 155209 h 205147"/>
                  <a:gd name="connsiteX21" fmla="*/ 119887 w 135241"/>
                  <a:gd name="connsiteY21" fmla="*/ 177690 h 205147"/>
                  <a:gd name="connsiteX22" fmla="*/ 135086 w 135241"/>
                  <a:gd name="connsiteY22" fmla="*/ 203314 h 205147"/>
                  <a:gd name="connsiteX23" fmla="*/ 133501 w 135241"/>
                  <a:gd name="connsiteY23" fmla="*/ 205082 h 205147"/>
                  <a:gd name="connsiteX24" fmla="*/ 132728 w 135241"/>
                  <a:gd name="connsiteY24" fmla="*/ 205126 h 205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5241" h="205147">
                    <a:moveTo>
                      <a:pt x="132648" y="205148"/>
                    </a:moveTo>
                    <a:cubicBezTo>
                      <a:pt x="131551" y="205148"/>
                      <a:pt x="130575" y="204777"/>
                      <a:pt x="130291" y="204187"/>
                    </a:cubicBezTo>
                    <a:lnTo>
                      <a:pt x="115091" y="178607"/>
                    </a:lnTo>
                    <a:lnTo>
                      <a:pt x="100136" y="156125"/>
                    </a:lnTo>
                    <a:lnTo>
                      <a:pt x="85261" y="128908"/>
                    </a:lnTo>
                    <a:lnTo>
                      <a:pt x="70469" y="100075"/>
                    </a:lnTo>
                    <a:lnTo>
                      <a:pt x="55879" y="74909"/>
                    </a:lnTo>
                    <a:lnTo>
                      <a:pt x="41288" y="45705"/>
                    </a:lnTo>
                    <a:lnTo>
                      <a:pt x="27308" y="23442"/>
                    </a:lnTo>
                    <a:lnTo>
                      <a:pt x="13491" y="13467"/>
                    </a:lnTo>
                    <a:lnTo>
                      <a:pt x="405" y="2183"/>
                    </a:lnTo>
                    <a:cubicBezTo>
                      <a:pt x="-368" y="1484"/>
                      <a:pt x="-1" y="633"/>
                      <a:pt x="1218" y="218"/>
                    </a:cubicBezTo>
                    <a:cubicBezTo>
                      <a:pt x="2315" y="-196"/>
                      <a:pt x="3900" y="0"/>
                      <a:pt x="4673" y="633"/>
                    </a:cubicBezTo>
                    <a:lnTo>
                      <a:pt x="17677" y="11830"/>
                    </a:lnTo>
                    <a:lnTo>
                      <a:pt x="31576" y="21892"/>
                    </a:lnTo>
                    <a:cubicBezTo>
                      <a:pt x="31576" y="21892"/>
                      <a:pt x="31861" y="22154"/>
                      <a:pt x="31983" y="22263"/>
                    </a:cubicBezTo>
                    <a:lnTo>
                      <a:pt x="46166" y="44854"/>
                    </a:lnTo>
                    <a:lnTo>
                      <a:pt x="60755" y="74101"/>
                    </a:lnTo>
                    <a:lnTo>
                      <a:pt x="75345" y="99202"/>
                    </a:lnTo>
                    <a:lnTo>
                      <a:pt x="90138" y="128144"/>
                    </a:lnTo>
                    <a:lnTo>
                      <a:pt x="105013" y="155209"/>
                    </a:lnTo>
                    <a:lnTo>
                      <a:pt x="119887" y="177690"/>
                    </a:lnTo>
                    <a:lnTo>
                      <a:pt x="135086" y="203314"/>
                    </a:lnTo>
                    <a:cubicBezTo>
                      <a:pt x="135574" y="204056"/>
                      <a:pt x="134882" y="204864"/>
                      <a:pt x="133501" y="205082"/>
                    </a:cubicBezTo>
                    <a:cubicBezTo>
                      <a:pt x="133217" y="205126"/>
                      <a:pt x="133013" y="205126"/>
                      <a:pt x="132728" y="20512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69" name="Freeform: Shape 468">
                <a:extLst>
                  <a:ext uri="{FF2B5EF4-FFF2-40B4-BE49-F238E27FC236}">
                    <a16:creationId xmlns:a16="http://schemas.microsoft.com/office/drawing/2014/main" id="{5FBEF709-88F5-494E-B055-20C7B44DF810}"/>
                  </a:ext>
                </a:extLst>
              </p:cNvPr>
              <p:cNvSpPr/>
              <p:nvPr/>
            </p:nvSpPr>
            <p:spPr>
              <a:xfrm>
                <a:off x="4036873" y="5482767"/>
                <a:ext cx="905794" cy="521221"/>
              </a:xfrm>
              <a:custGeom>
                <a:avLst/>
                <a:gdLst>
                  <a:gd name="connsiteX0" fmla="*/ 821516 w 905794"/>
                  <a:gd name="connsiteY0" fmla="*/ 521156 h 521221"/>
                  <a:gd name="connsiteX1" fmla="*/ 820582 w 905794"/>
                  <a:gd name="connsiteY1" fmla="*/ 521047 h 521221"/>
                  <a:gd name="connsiteX2" fmla="*/ 819200 w 905794"/>
                  <a:gd name="connsiteY2" fmla="*/ 519236 h 521221"/>
                  <a:gd name="connsiteX3" fmla="*/ 828182 w 905794"/>
                  <a:gd name="connsiteY3" fmla="*/ 507100 h 521221"/>
                  <a:gd name="connsiteX4" fmla="*/ 837448 w 905794"/>
                  <a:gd name="connsiteY4" fmla="*/ 487914 h 521221"/>
                  <a:gd name="connsiteX5" fmla="*/ 838017 w 905794"/>
                  <a:gd name="connsiteY5" fmla="*/ 487282 h 521221"/>
                  <a:gd name="connsiteX6" fmla="*/ 846754 w 905794"/>
                  <a:gd name="connsiteY6" fmla="*/ 482174 h 521221"/>
                  <a:gd name="connsiteX7" fmla="*/ 855736 w 905794"/>
                  <a:gd name="connsiteY7" fmla="*/ 469231 h 521221"/>
                  <a:gd name="connsiteX8" fmla="*/ 865733 w 905794"/>
                  <a:gd name="connsiteY8" fmla="*/ 449041 h 521221"/>
                  <a:gd name="connsiteX9" fmla="*/ 876543 w 905794"/>
                  <a:gd name="connsiteY9" fmla="*/ 424116 h 521221"/>
                  <a:gd name="connsiteX10" fmla="*/ 900562 w 905794"/>
                  <a:gd name="connsiteY10" fmla="*/ 350735 h 521221"/>
                  <a:gd name="connsiteX11" fmla="*/ 816234 w 905794"/>
                  <a:gd name="connsiteY11" fmla="*/ 299159 h 521221"/>
                  <a:gd name="connsiteX12" fmla="*/ 815583 w 905794"/>
                  <a:gd name="connsiteY12" fmla="*/ 297936 h 521221"/>
                  <a:gd name="connsiteX13" fmla="*/ 821435 w 905794"/>
                  <a:gd name="connsiteY13" fmla="*/ 277310 h 521221"/>
                  <a:gd name="connsiteX14" fmla="*/ 824605 w 905794"/>
                  <a:gd name="connsiteY14" fmla="*/ 270064 h 521221"/>
                  <a:gd name="connsiteX15" fmla="*/ 824442 w 905794"/>
                  <a:gd name="connsiteY15" fmla="*/ 269802 h 521221"/>
                  <a:gd name="connsiteX16" fmla="*/ 736782 w 905794"/>
                  <a:gd name="connsiteY16" fmla="*/ 231584 h 521221"/>
                  <a:gd name="connsiteX17" fmla="*/ 647293 w 905794"/>
                  <a:gd name="connsiteY17" fmla="*/ 209582 h 521221"/>
                  <a:gd name="connsiteX18" fmla="*/ 560974 w 905794"/>
                  <a:gd name="connsiteY18" fmla="*/ 184897 h 521221"/>
                  <a:gd name="connsiteX19" fmla="*/ 502737 w 905794"/>
                  <a:gd name="connsiteY19" fmla="*/ 170884 h 521221"/>
                  <a:gd name="connsiteX20" fmla="*/ 481034 w 905794"/>
                  <a:gd name="connsiteY20" fmla="*/ 164336 h 521221"/>
                  <a:gd name="connsiteX21" fmla="*/ 465592 w 905794"/>
                  <a:gd name="connsiteY21" fmla="*/ 160080 h 521221"/>
                  <a:gd name="connsiteX22" fmla="*/ 389594 w 905794"/>
                  <a:gd name="connsiteY22" fmla="*/ 142597 h 521221"/>
                  <a:gd name="connsiteX23" fmla="*/ 380207 w 905794"/>
                  <a:gd name="connsiteY23" fmla="*/ 139388 h 521221"/>
                  <a:gd name="connsiteX24" fmla="*/ 297667 w 905794"/>
                  <a:gd name="connsiteY24" fmla="*/ 113546 h 521221"/>
                  <a:gd name="connsiteX25" fmla="*/ 208666 w 905794"/>
                  <a:gd name="connsiteY25" fmla="*/ 85848 h 521221"/>
                  <a:gd name="connsiteX26" fmla="*/ 122265 w 905794"/>
                  <a:gd name="connsiteY26" fmla="*/ 56906 h 521221"/>
                  <a:gd name="connsiteX27" fmla="*/ 80812 w 905794"/>
                  <a:gd name="connsiteY27" fmla="*/ 37087 h 521221"/>
                  <a:gd name="connsiteX28" fmla="*/ 61711 w 905794"/>
                  <a:gd name="connsiteY28" fmla="*/ 25738 h 521221"/>
                  <a:gd name="connsiteX29" fmla="*/ 37205 w 905794"/>
                  <a:gd name="connsiteY29" fmla="*/ 14169 h 521221"/>
                  <a:gd name="connsiteX30" fmla="*/ 1280 w 905794"/>
                  <a:gd name="connsiteY30" fmla="*/ 2601 h 521221"/>
                  <a:gd name="connsiteX31" fmla="*/ 345 w 905794"/>
                  <a:gd name="connsiteY31" fmla="*/ 681 h 521221"/>
                  <a:gd name="connsiteX32" fmla="*/ 3799 w 905794"/>
                  <a:gd name="connsiteY32" fmla="*/ 200 h 521221"/>
                  <a:gd name="connsiteX33" fmla="*/ 41350 w 905794"/>
                  <a:gd name="connsiteY33" fmla="*/ 12402 h 521221"/>
                  <a:gd name="connsiteX34" fmla="*/ 65206 w 905794"/>
                  <a:gd name="connsiteY34" fmla="*/ 23642 h 521221"/>
                  <a:gd name="connsiteX35" fmla="*/ 84307 w 905794"/>
                  <a:gd name="connsiteY35" fmla="*/ 35036 h 521221"/>
                  <a:gd name="connsiteX36" fmla="*/ 125232 w 905794"/>
                  <a:gd name="connsiteY36" fmla="*/ 54658 h 521221"/>
                  <a:gd name="connsiteX37" fmla="*/ 211267 w 905794"/>
                  <a:gd name="connsiteY37" fmla="*/ 83425 h 521221"/>
                  <a:gd name="connsiteX38" fmla="*/ 300146 w 905794"/>
                  <a:gd name="connsiteY38" fmla="*/ 111079 h 521221"/>
                  <a:gd name="connsiteX39" fmla="*/ 382808 w 905794"/>
                  <a:gd name="connsiteY39" fmla="*/ 136987 h 521221"/>
                  <a:gd name="connsiteX40" fmla="*/ 391871 w 905794"/>
                  <a:gd name="connsiteY40" fmla="*/ 140065 h 521221"/>
                  <a:gd name="connsiteX41" fmla="*/ 467705 w 905794"/>
                  <a:gd name="connsiteY41" fmla="*/ 157504 h 521221"/>
                  <a:gd name="connsiteX42" fmla="*/ 483311 w 905794"/>
                  <a:gd name="connsiteY42" fmla="*/ 161826 h 521221"/>
                  <a:gd name="connsiteX43" fmla="*/ 504931 w 905794"/>
                  <a:gd name="connsiteY43" fmla="*/ 168330 h 521221"/>
                  <a:gd name="connsiteX44" fmla="*/ 563128 w 905794"/>
                  <a:gd name="connsiteY44" fmla="*/ 182343 h 521221"/>
                  <a:gd name="connsiteX45" fmla="*/ 649447 w 905794"/>
                  <a:gd name="connsiteY45" fmla="*/ 207072 h 521221"/>
                  <a:gd name="connsiteX46" fmla="*/ 739383 w 905794"/>
                  <a:gd name="connsiteY46" fmla="*/ 229183 h 521221"/>
                  <a:gd name="connsiteX47" fmla="*/ 828182 w 905794"/>
                  <a:gd name="connsiteY47" fmla="*/ 267881 h 521221"/>
                  <a:gd name="connsiteX48" fmla="*/ 829035 w 905794"/>
                  <a:gd name="connsiteY48" fmla="*/ 268514 h 521221"/>
                  <a:gd name="connsiteX49" fmla="*/ 829604 w 905794"/>
                  <a:gd name="connsiteY49" fmla="*/ 269584 h 521221"/>
                  <a:gd name="connsiteX50" fmla="*/ 829644 w 905794"/>
                  <a:gd name="connsiteY50" fmla="*/ 270326 h 521221"/>
                  <a:gd name="connsiteX51" fmla="*/ 825540 w 905794"/>
                  <a:gd name="connsiteY51" fmla="*/ 280191 h 521221"/>
                  <a:gd name="connsiteX52" fmla="*/ 820745 w 905794"/>
                  <a:gd name="connsiteY52" fmla="*/ 297718 h 521221"/>
                  <a:gd name="connsiteX53" fmla="*/ 905113 w 905794"/>
                  <a:gd name="connsiteY53" fmla="*/ 349360 h 521221"/>
                  <a:gd name="connsiteX54" fmla="*/ 905763 w 905794"/>
                  <a:gd name="connsiteY54" fmla="*/ 350582 h 521221"/>
                  <a:gd name="connsiteX55" fmla="*/ 881460 w 905794"/>
                  <a:gd name="connsiteY55" fmla="*/ 424705 h 521221"/>
                  <a:gd name="connsiteX56" fmla="*/ 870610 w 905794"/>
                  <a:gd name="connsiteY56" fmla="*/ 449762 h 521221"/>
                  <a:gd name="connsiteX57" fmla="*/ 860531 w 905794"/>
                  <a:gd name="connsiteY57" fmla="*/ 470126 h 521221"/>
                  <a:gd name="connsiteX58" fmla="*/ 851265 w 905794"/>
                  <a:gd name="connsiteY58" fmla="*/ 483506 h 521221"/>
                  <a:gd name="connsiteX59" fmla="*/ 850778 w 905794"/>
                  <a:gd name="connsiteY59" fmla="*/ 483920 h 521221"/>
                  <a:gd name="connsiteX60" fmla="*/ 842121 w 905794"/>
                  <a:gd name="connsiteY60" fmla="*/ 489028 h 521221"/>
                  <a:gd name="connsiteX61" fmla="*/ 832937 w 905794"/>
                  <a:gd name="connsiteY61" fmla="*/ 508060 h 521221"/>
                  <a:gd name="connsiteX62" fmla="*/ 823874 w 905794"/>
                  <a:gd name="connsiteY62" fmla="*/ 520371 h 521221"/>
                  <a:gd name="connsiteX63" fmla="*/ 821476 w 905794"/>
                  <a:gd name="connsiteY63" fmla="*/ 521222 h 52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05794" h="521221">
                    <a:moveTo>
                      <a:pt x="821516" y="521156"/>
                    </a:moveTo>
                    <a:cubicBezTo>
                      <a:pt x="821232" y="521156"/>
                      <a:pt x="820867" y="521156"/>
                      <a:pt x="820582" y="521047"/>
                    </a:cubicBezTo>
                    <a:cubicBezTo>
                      <a:pt x="819282" y="520785"/>
                      <a:pt x="818631" y="519934"/>
                      <a:pt x="819200" y="519236"/>
                    </a:cubicBezTo>
                    <a:lnTo>
                      <a:pt x="828182" y="507100"/>
                    </a:lnTo>
                    <a:lnTo>
                      <a:pt x="837448" y="487914"/>
                    </a:lnTo>
                    <a:cubicBezTo>
                      <a:pt x="837529" y="487653"/>
                      <a:pt x="837732" y="487434"/>
                      <a:pt x="838017" y="487282"/>
                    </a:cubicBezTo>
                    <a:lnTo>
                      <a:pt x="846754" y="482174"/>
                    </a:lnTo>
                    <a:lnTo>
                      <a:pt x="855736" y="469231"/>
                    </a:lnTo>
                    <a:lnTo>
                      <a:pt x="865733" y="449041"/>
                    </a:lnTo>
                    <a:lnTo>
                      <a:pt x="876543" y="424116"/>
                    </a:lnTo>
                    <a:lnTo>
                      <a:pt x="900562" y="350735"/>
                    </a:lnTo>
                    <a:lnTo>
                      <a:pt x="816234" y="299159"/>
                    </a:lnTo>
                    <a:cubicBezTo>
                      <a:pt x="815705" y="298831"/>
                      <a:pt x="815502" y="298351"/>
                      <a:pt x="815583" y="297936"/>
                    </a:cubicBezTo>
                    <a:lnTo>
                      <a:pt x="821435" y="277310"/>
                    </a:lnTo>
                    <a:lnTo>
                      <a:pt x="824605" y="270064"/>
                    </a:lnTo>
                    <a:lnTo>
                      <a:pt x="824442" y="269802"/>
                    </a:lnTo>
                    <a:lnTo>
                      <a:pt x="736782" y="231584"/>
                    </a:lnTo>
                    <a:lnTo>
                      <a:pt x="647293" y="209582"/>
                    </a:lnTo>
                    <a:lnTo>
                      <a:pt x="560974" y="184897"/>
                    </a:lnTo>
                    <a:lnTo>
                      <a:pt x="502737" y="170884"/>
                    </a:lnTo>
                    <a:lnTo>
                      <a:pt x="481034" y="164336"/>
                    </a:lnTo>
                    <a:lnTo>
                      <a:pt x="465592" y="160080"/>
                    </a:lnTo>
                    <a:lnTo>
                      <a:pt x="389594" y="142597"/>
                    </a:lnTo>
                    <a:lnTo>
                      <a:pt x="380207" y="139388"/>
                    </a:lnTo>
                    <a:lnTo>
                      <a:pt x="297667" y="113546"/>
                    </a:lnTo>
                    <a:lnTo>
                      <a:pt x="208666" y="85848"/>
                    </a:lnTo>
                    <a:lnTo>
                      <a:pt x="122265" y="56906"/>
                    </a:lnTo>
                    <a:lnTo>
                      <a:pt x="80812" y="37087"/>
                    </a:lnTo>
                    <a:lnTo>
                      <a:pt x="61711" y="25738"/>
                    </a:lnTo>
                    <a:lnTo>
                      <a:pt x="37205" y="14169"/>
                    </a:lnTo>
                    <a:lnTo>
                      <a:pt x="1280" y="2601"/>
                    </a:lnTo>
                    <a:cubicBezTo>
                      <a:pt x="20" y="2230"/>
                      <a:pt x="-346" y="1379"/>
                      <a:pt x="345" y="681"/>
                    </a:cubicBezTo>
                    <a:cubicBezTo>
                      <a:pt x="1036" y="48"/>
                      <a:pt x="2620" y="-214"/>
                      <a:pt x="3799" y="200"/>
                    </a:cubicBezTo>
                    <a:lnTo>
                      <a:pt x="41350" y="12402"/>
                    </a:lnTo>
                    <a:lnTo>
                      <a:pt x="65206" y="23642"/>
                    </a:lnTo>
                    <a:lnTo>
                      <a:pt x="84307" y="35036"/>
                    </a:lnTo>
                    <a:lnTo>
                      <a:pt x="125232" y="54658"/>
                    </a:lnTo>
                    <a:lnTo>
                      <a:pt x="211267" y="83425"/>
                    </a:lnTo>
                    <a:lnTo>
                      <a:pt x="300146" y="111079"/>
                    </a:lnTo>
                    <a:lnTo>
                      <a:pt x="382808" y="136987"/>
                    </a:lnTo>
                    <a:lnTo>
                      <a:pt x="391871" y="140065"/>
                    </a:lnTo>
                    <a:lnTo>
                      <a:pt x="467705" y="157504"/>
                    </a:lnTo>
                    <a:lnTo>
                      <a:pt x="483311" y="161826"/>
                    </a:lnTo>
                    <a:lnTo>
                      <a:pt x="504931" y="168330"/>
                    </a:lnTo>
                    <a:lnTo>
                      <a:pt x="563128" y="182343"/>
                    </a:lnTo>
                    <a:lnTo>
                      <a:pt x="649447" y="207072"/>
                    </a:lnTo>
                    <a:lnTo>
                      <a:pt x="739383" y="229183"/>
                    </a:lnTo>
                    <a:lnTo>
                      <a:pt x="828182" y="267881"/>
                    </a:lnTo>
                    <a:cubicBezTo>
                      <a:pt x="828588" y="268034"/>
                      <a:pt x="828873" y="268252"/>
                      <a:pt x="829035" y="268514"/>
                    </a:cubicBezTo>
                    <a:lnTo>
                      <a:pt x="829604" y="269584"/>
                    </a:lnTo>
                    <a:cubicBezTo>
                      <a:pt x="829767" y="269802"/>
                      <a:pt x="829767" y="270064"/>
                      <a:pt x="829644" y="270326"/>
                    </a:cubicBezTo>
                    <a:lnTo>
                      <a:pt x="825540" y="280191"/>
                    </a:lnTo>
                    <a:lnTo>
                      <a:pt x="820745" y="297718"/>
                    </a:lnTo>
                    <a:lnTo>
                      <a:pt x="905113" y="349360"/>
                    </a:lnTo>
                    <a:cubicBezTo>
                      <a:pt x="905642" y="349687"/>
                      <a:pt x="905885" y="350167"/>
                      <a:pt x="905763" y="350582"/>
                    </a:cubicBezTo>
                    <a:lnTo>
                      <a:pt x="881460" y="424705"/>
                    </a:lnTo>
                    <a:lnTo>
                      <a:pt x="870610" y="449762"/>
                    </a:lnTo>
                    <a:lnTo>
                      <a:pt x="860531" y="470126"/>
                    </a:lnTo>
                    <a:lnTo>
                      <a:pt x="851265" y="483506"/>
                    </a:lnTo>
                    <a:cubicBezTo>
                      <a:pt x="851184" y="483658"/>
                      <a:pt x="850980" y="483833"/>
                      <a:pt x="850778" y="483920"/>
                    </a:cubicBezTo>
                    <a:lnTo>
                      <a:pt x="842121" y="489028"/>
                    </a:lnTo>
                    <a:lnTo>
                      <a:pt x="832937" y="508060"/>
                    </a:lnTo>
                    <a:lnTo>
                      <a:pt x="823874" y="520371"/>
                    </a:lnTo>
                    <a:cubicBezTo>
                      <a:pt x="823467" y="520894"/>
                      <a:pt x="822492" y="521222"/>
                      <a:pt x="821476" y="5212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0" name="Freeform: Shape 469">
                <a:extLst>
                  <a:ext uri="{FF2B5EF4-FFF2-40B4-BE49-F238E27FC236}">
                    <a16:creationId xmlns:a16="http://schemas.microsoft.com/office/drawing/2014/main" id="{7582F8A5-138D-44C7-A0CB-F0699654EA68}"/>
                  </a:ext>
                </a:extLst>
              </p:cNvPr>
              <p:cNvSpPr/>
              <p:nvPr/>
            </p:nvSpPr>
            <p:spPr>
              <a:xfrm>
                <a:off x="3623095" y="5982475"/>
                <a:ext cx="777075" cy="103493"/>
              </a:xfrm>
              <a:custGeom>
                <a:avLst/>
                <a:gdLst>
                  <a:gd name="connsiteX0" fmla="*/ 2521 w 777075"/>
                  <a:gd name="connsiteY0" fmla="*/ 103472 h 103493"/>
                  <a:gd name="connsiteX1" fmla="*/ 1 w 777075"/>
                  <a:gd name="connsiteY1" fmla="*/ 102141 h 103493"/>
                  <a:gd name="connsiteX2" fmla="*/ 2399 w 777075"/>
                  <a:gd name="connsiteY2" fmla="*/ 100656 h 103493"/>
                  <a:gd name="connsiteX3" fmla="*/ 115134 w 777075"/>
                  <a:gd name="connsiteY3" fmla="*/ 97339 h 103493"/>
                  <a:gd name="connsiteX4" fmla="*/ 130049 w 777075"/>
                  <a:gd name="connsiteY4" fmla="*/ 98845 h 103493"/>
                  <a:gd name="connsiteX5" fmla="*/ 147484 w 777075"/>
                  <a:gd name="connsiteY5" fmla="*/ 94261 h 103493"/>
                  <a:gd name="connsiteX6" fmla="*/ 148256 w 777075"/>
                  <a:gd name="connsiteY6" fmla="*/ 94152 h 103493"/>
                  <a:gd name="connsiteX7" fmla="*/ 269607 w 777075"/>
                  <a:gd name="connsiteY7" fmla="*/ 87124 h 103493"/>
                  <a:gd name="connsiteX8" fmla="*/ 284806 w 777075"/>
                  <a:gd name="connsiteY8" fmla="*/ 76320 h 103493"/>
                  <a:gd name="connsiteX9" fmla="*/ 286676 w 777075"/>
                  <a:gd name="connsiteY9" fmla="*/ 75796 h 103493"/>
                  <a:gd name="connsiteX10" fmla="*/ 407539 w 777075"/>
                  <a:gd name="connsiteY10" fmla="*/ 72435 h 103493"/>
                  <a:gd name="connsiteX11" fmla="*/ 529540 w 777075"/>
                  <a:gd name="connsiteY11" fmla="*/ 69728 h 103493"/>
                  <a:gd name="connsiteX12" fmla="*/ 653167 w 777075"/>
                  <a:gd name="connsiteY12" fmla="*/ 68222 h 103493"/>
                  <a:gd name="connsiteX13" fmla="*/ 697343 w 777075"/>
                  <a:gd name="connsiteY13" fmla="*/ 70580 h 103493"/>
                  <a:gd name="connsiteX14" fmla="*/ 711892 w 777075"/>
                  <a:gd name="connsiteY14" fmla="*/ 59601 h 103493"/>
                  <a:gd name="connsiteX15" fmla="*/ 742941 w 777075"/>
                  <a:gd name="connsiteY15" fmla="*/ 25813 h 103493"/>
                  <a:gd name="connsiteX16" fmla="*/ 757450 w 777075"/>
                  <a:gd name="connsiteY16" fmla="*/ 11582 h 103493"/>
                  <a:gd name="connsiteX17" fmla="*/ 772486 w 777075"/>
                  <a:gd name="connsiteY17" fmla="*/ 560 h 103493"/>
                  <a:gd name="connsiteX18" fmla="*/ 776062 w 777075"/>
                  <a:gd name="connsiteY18" fmla="*/ 298 h 103493"/>
                  <a:gd name="connsiteX19" fmla="*/ 776550 w 777075"/>
                  <a:gd name="connsiteY19" fmla="*/ 2262 h 103493"/>
                  <a:gd name="connsiteX20" fmla="*/ 761838 w 777075"/>
                  <a:gd name="connsiteY20" fmla="*/ 13088 h 103493"/>
                  <a:gd name="connsiteX21" fmla="*/ 746924 w 777075"/>
                  <a:gd name="connsiteY21" fmla="*/ 27625 h 103493"/>
                  <a:gd name="connsiteX22" fmla="*/ 715875 w 777075"/>
                  <a:gd name="connsiteY22" fmla="*/ 61412 h 103493"/>
                  <a:gd name="connsiteX23" fmla="*/ 700594 w 777075"/>
                  <a:gd name="connsiteY23" fmla="*/ 72871 h 103493"/>
                  <a:gd name="connsiteX24" fmla="*/ 698318 w 777075"/>
                  <a:gd name="connsiteY24" fmla="*/ 73461 h 103493"/>
                  <a:gd name="connsiteX25" fmla="*/ 652964 w 777075"/>
                  <a:gd name="connsiteY25" fmla="*/ 71016 h 103493"/>
                  <a:gd name="connsiteX26" fmla="*/ 529703 w 777075"/>
                  <a:gd name="connsiteY26" fmla="*/ 72566 h 103493"/>
                  <a:gd name="connsiteX27" fmla="*/ 407823 w 777075"/>
                  <a:gd name="connsiteY27" fmla="*/ 75272 h 103493"/>
                  <a:gd name="connsiteX28" fmla="*/ 288139 w 777075"/>
                  <a:gd name="connsiteY28" fmla="*/ 78568 h 103493"/>
                  <a:gd name="connsiteX29" fmla="*/ 273021 w 777075"/>
                  <a:gd name="connsiteY29" fmla="*/ 89394 h 103493"/>
                  <a:gd name="connsiteX30" fmla="*/ 271273 w 777075"/>
                  <a:gd name="connsiteY30" fmla="*/ 89918 h 103493"/>
                  <a:gd name="connsiteX31" fmla="*/ 149313 w 777075"/>
                  <a:gd name="connsiteY31" fmla="*/ 96946 h 103493"/>
                  <a:gd name="connsiteX32" fmla="*/ 131553 w 777075"/>
                  <a:gd name="connsiteY32" fmla="*/ 101573 h 103493"/>
                  <a:gd name="connsiteX33" fmla="*/ 130009 w 777075"/>
                  <a:gd name="connsiteY33" fmla="*/ 101682 h 103493"/>
                  <a:gd name="connsiteX34" fmla="*/ 114850 w 777075"/>
                  <a:gd name="connsiteY34" fmla="*/ 100133 h 103493"/>
                  <a:gd name="connsiteX35" fmla="*/ 2724 w 777075"/>
                  <a:gd name="connsiteY35" fmla="*/ 103494 h 103493"/>
                  <a:gd name="connsiteX36" fmla="*/ 2562 w 777075"/>
                  <a:gd name="connsiteY36" fmla="*/ 103494 h 103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777075" h="103493">
                    <a:moveTo>
                      <a:pt x="2521" y="103472"/>
                    </a:moveTo>
                    <a:cubicBezTo>
                      <a:pt x="1180" y="103472"/>
                      <a:pt x="42" y="102883"/>
                      <a:pt x="1" y="102141"/>
                    </a:cubicBezTo>
                    <a:cubicBezTo>
                      <a:pt x="-40" y="101333"/>
                      <a:pt x="976" y="100700"/>
                      <a:pt x="2399" y="100656"/>
                    </a:cubicBezTo>
                    <a:lnTo>
                      <a:pt x="115134" y="97339"/>
                    </a:lnTo>
                    <a:lnTo>
                      <a:pt x="130049" y="98845"/>
                    </a:lnTo>
                    <a:lnTo>
                      <a:pt x="147484" y="94261"/>
                    </a:lnTo>
                    <a:cubicBezTo>
                      <a:pt x="147727" y="94196"/>
                      <a:pt x="148012" y="94152"/>
                      <a:pt x="148256" y="94152"/>
                    </a:cubicBezTo>
                    <a:lnTo>
                      <a:pt x="269607" y="87124"/>
                    </a:lnTo>
                    <a:lnTo>
                      <a:pt x="284806" y="76320"/>
                    </a:lnTo>
                    <a:cubicBezTo>
                      <a:pt x="285253" y="75992"/>
                      <a:pt x="285944" y="75796"/>
                      <a:pt x="286676" y="75796"/>
                    </a:cubicBezTo>
                    <a:lnTo>
                      <a:pt x="407539" y="72435"/>
                    </a:lnTo>
                    <a:lnTo>
                      <a:pt x="529540" y="69728"/>
                    </a:lnTo>
                    <a:lnTo>
                      <a:pt x="653167" y="68222"/>
                    </a:lnTo>
                    <a:lnTo>
                      <a:pt x="697343" y="70580"/>
                    </a:lnTo>
                    <a:lnTo>
                      <a:pt x="711892" y="59601"/>
                    </a:lnTo>
                    <a:lnTo>
                      <a:pt x="742941" y="25813"/>
                    </a:lnTo>
                    <a:lnTo>
                      <a:pt x="757450" y="11582"/>
                    </a:lnTo>
                    <a:lnTo>
                      <a:pt x="772486" y="560"/>
                    </a:lnTo>
                    <a:cubicBezTo>
                      <a:pt x="773340" y="-73"/>
                      <a:pt x="774924" y="-182"/>
                      <a:pt x="776062" y="298"/>
                    </a:cubicBezTo>
                    <a:cubicBezTo>
                      <a:pt x="777201" y="778"/>
                      <a:pt x="777404" y="1629"/>
                      <a:pt x="776550" y="2262"/>
                    </a:cubicBezTo>
                    <a:lnTo>
                      <a:pt x="761838" y="13088"/>
                    </a:lnTo>
                    <a:lnTo>
                      <a:pt x="746924" y="27625"/>
                    </a:lnTo>
                    <a:lnTo>
                      <a:pt x="715875" y="61412"/>
                    </a:lnTo>
                    <a:lnTo>
                      <a:pt x="700594" y="72871"/>
                    </a:lnTo>
                    <a:cubicBezTo>
                      <a:pt x="700066" y="73286"/>
                      <a:pt x="699172" y="73461"/>
                      <a:pt x="698318" y="73461"/>
                    </a:cubicBezTo>
                    <a:lnTo>
                      <a:pt x="652964" y="71016"/>
                    </a:lnTo>
                    <a:lnTo>
                      <a:pt x="529703" y="72566"/>
                    </a:lnTo>
                    <a:lnTo>
                      <a:pt x="407823" y="75272"/>
                    </a:lnTo>
                    <a:lnTo>
                      <a:pt x="288139" y="78568"/>
                    </a:lnTo>
                    <a:lnTo>
                      <a:pt x="273021" y="89394"/>
                    </a:lnTo>
                    <a:cubicBezTo>
                      <a:pt x="272614" y="89656"/>
                      <a:pt x="271964" y="89874"/>
                      <a:pt x="271273" y="89918"/>
                    </a:cubicBezTo>
                    <a:lnTo>
                      <a:pt x="149313" y="96946"/>
                    </a:lnTo>
                    <a:lnTo>
                      <a:pt x="131553" y="101573"/>
                    </a:lnTo>
                    <a:cubicBezTo>
                      <a:pt x="131106" y="101726"/>
                      <a:pt x="130578" y="101726"/>
                      <a:pt x="130009" y="101682"/>
                    </a:cubicBezTo>
                    <a:lnTo>
                      <a:pt x="114850" y="100133"/>
                    </a:lnTo>
                    <a:lnTo>
                      <a:pt x="2724" y="103494"/>
                    </a:lnTo>
                    <a:lnTo>
                      <a:pt x="2562" y="10349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1" name="Freeform: Shape 470">
                <a:extLst>
                  <a:ext uri="{FF2B5EF4-FFF2-40B4-BE49-F238E27FC236}">
                    <a16:creationId xmlns:a16="http://schemas.microsoft.com/office/drawing/2014/main" id="{062841FF-386C-4BF7-AA54-D42628CB4898}"/>
                  </a:ext>
                </a:extLst>
              </p:cNvPr>
              <p:cNvSpPr/>
              <p:nvPr/>
            </p:nvSpPr>
            <p:spPr>
              <a:xfrm>
                <a:off x="10175718" y="5955090"/>
                <a:ext cx="2016281" cy="182193"/>
              </a:xfrm>
              <a:custGeom>
                <a:avLst/>
                <a:gdLst>
                  <a:gd name="connsiteX0" fmla="*/ 2016282 w 2016281"/>
                  <a:gd name="connsiteY0" fmla="*/ 179400 h 182193"/>
                  <a:gd name="connsiteX1" fmla="*/ 1926102 w 2016281"/>
                  <a:gd name="connsiteY1" fmla="*/ 179290 h 182193"/>
                  <a:gd name="connsiteX2" fmla="*/ 1887494 w 2016281"/>
                  <a:gd name="connsiteY2" fmla="*/ 173114 h 182193"/>
                  <a:gd name="connsiteX3" fmla="*/ 1886802 w 2016281"/>
                  <a:gd name="connsiteY3" fmla="*/ 173070 h 182193"/>
                  <a:gd name="connsiteX4" fmla="*/ 1781138 w 2016281"/>
                  <a:gd name="connsiteY4" fmla="*/ 172895 h 182193"/>
                  <a:gd name="connsiteX5" fmla="*/ 1743831 w 2016281"/>
                  <a:gd name="connsiteY5" fmla="*/ 166827 h 182193"/>
                  <a:gd name="connsiteX6" fmla="*/ 1743141 w 2016281"/>
                  <a:gd name="connsiteY6" fmla="*/ 166762 h 182193"/>
                  <a:gd name="connsiteX7" fmla="*/ 1710222 w 2016281"/>
                  <a:gd name="connsiteY7" fmla="*/ 166718 h 182193"/>
                  <a:gd name="connsiteX8" fmla="*/ 1673605 w 2016281"/>
                  <a:gd name="connsiteY8" fmla="*/ 160760 h 182193"/>
                  <a:gd name="connsiteX9" fmla="*/ 1672915 w 2016281"/>
                  <a:gd name="connsiteY9" fmla="*/ 160694 h 182193"/>
                  <a:gd name="connsiteX10" fmla="*/ 1601754 w 2016281"/>
                  <a:gd name="connsiteY10" fmla="*/ 160585 h 182193"/>
                  <a:gd name="connsiteX11" fmla="*/ 1565950 w 2016281"/>
                  <a:gd name="connsiteY11" fmla="*/ 154670 h 182193"/>
                  <a:gd name="connsiteX12" fmla="*/ 1565259 w 2016281"/>
                  <a:gd name="connsiteY12" fmla="*/ 154626 h 182193"/>
                  <a:gd name="connsiteX13" fmla="*/ 1461993 w 2016281"/>
                  <a:gd name="connsiteY13" fmla="*/ 154452 h 182193"/>
                  <a:gd name="connsiteX14" fmla="*/ 1427368 w 2016281"/>
                  <a:gd name="connsiteY14" fmla="*/ 148646 h 182193"/>
                  <a:gd name="connsiteX15" fmla="*/ 1426595 w 2016281"/>
                  <a:gd name="connsiteY15" fmla="*/ 148580 h 182193"/>
                  <a:gd name="connsiteX16" fmla="*/ 1323979 w 2016281"/>
                  <a:gd name="connsiteY16" fmla="*/ 148362 h 182193"/>
                  <a:gd name="connsiteX17" fmla="*/ 1257208 w 2016281"/>
                  <a:gd name="connsiteY17" fmla="*/ 136969 h 182193"/>
                  <a:gd name="connsiteX18" fmla="*/ 1256517 w 2016281"/>
                  <a:gd name="connsiteY18" fmla="*/ 136860 h 182193"/>
                  <a:gd name="connsiteX19" fmla="*/ 1155202 w 2016281"/>
                  <a:gd name="connsiteY19" fmla="*/ 136685 h 182193"/>
                  <a:gd name="connsiteX20" fmla="*/ 938631 w 2016281"/>
                  <a:gd name="connsiteY20" fmla="*/ 98860 h 182193"/>
                  <a:gd name="connsiteX21" fmla="*/ 909370 w 2016281"/>
                  <a:gd name="connsiteY21" fmla="*/ 89169 h 182193"/>
                  <a:gd name="connsiteX22" fmla="*/ 880109 w 2016281"/>
                  <a:gd name="connsiteY22" fmla="*/ 70944 h 182193"/>
                  <a:gd name="connsiteX23" fmla="*/ 850848 w 2016281"/>
                  <a:gd name="connsiteY23" fmla="*/ 50099 h 182193"/>
                  <a:gd name="connsiteX24" fmla="*/ 821669 w 2016281"/>
                  <a:gd name="connsiteY24" fmla="*/ 30237 h 182193"/>
                  <a:gd name="connsiteX25" fmla="*/ 793586 w 2016281"/>
                  <a:gd name="connsiteY25" fmla="*/ 18080 h 182193"/>
                  <a:gd name="connsiteX26" fmla="*/ 765423 w 2016281"/>
                  <a:gd name="connsiteY26" fmla="*/ 487 h 182193"/>
                  <a:gd name="connsiteX27" fmla="*/ 763147 w 2016281"/>
                  <a:gd name="connsiteY27" fmla="*/ 7 h 182193"/>
                  <a:gd name="connsiteX28" fmla="*/ 670082 w 2016281"/>
                  <a:gd name="connsiteY28" fmla="*/ 7734 h 182193"/>
                  <a:gd name="connsiteX29" fmla="*/ 576528 w 2016281"/>
                  <a:gd name="connsiteY29" fmla="*/ 11575 h 182193"/>
                  <a:gd name="connsiteX30" fmla="*/ 482975 w 2016281"/>
                  <a:gd name="connsiteY30" fmla="*/ 13976 h 182193"/>
                  <a:gd name="connsiteX31" fmla="*/ 389706 w 2016281"/>
                  <a:gd name="connsiteY31" fmla="*/ 16683 h 182193"/>
                  <a:gd name="connsiteX32" fmla="*/ 296234 w 2016281"/>
                  <a:gd name="connsiteY32" fmla="*/ 15679 h 182193"/>
                  <a:gd name="connsiteX33" fmla="*/ 202681 w 2016281"/>
                  <a:gd name="connsiteY33" fmla="*/ 14347 h 182193"/>
                  <a:gd name="connsiteX34" fmla="*/ 109128 w 2016281"/>
                  <a:gd name="connsiteY34" fmla="*/ 14020 h 182193"/>
                  <a:gd name="connsiteX35" fmla="*/ 29880 w 2016281"/>
                  <a:gd name="connsiteY35" fmla="*/ 16421 h 182193"/>
                  <a:gd name="connsiteX36" fmla="*/ 29108 w 2016281"/>
                  <a:gd name="connsiteY36" fmla="*/ 15984 h 182193"/>
                  <a:gd name="connsiteX37" fmla="*/ 27198 w 2016281"/>
                  <a:gd name="connsiteY37" fmla="*/ 15504 h 182193"/>
                  <a:gd name="connsiteX38" fmla="*/ 27076 w 2016281"/>
                  <a:gd name="connsiteY38" fmla="*/ 15504 h 182193"/>
                  <a:gd name="connsiteX39" fmla="*/ 2285 w 2016281"/>
                  <a:gd name="connsiteY39" fmla="*/ 16574 h 182193"/>
                  <a:gd name="connsiteX40" fmla="*/ 10 w 2016281"/>
                  <a:gd name="connsiteY40" fmla="*/ 18058 h 182193"/>
                  <a:gd name="connsiteX41" fmla="*/ 2692 w 2016281"/>
                  <a:gd name="connsiteY41" fmla="*/ 19389 h 182193"/>
                  <a:gd name="connsiteX42" fmla="*/ 22240 w 2016281"/>
                  <a:gd name="connsiteY42" fmla="*/ 18429 h 182193"/>
                  <a:gd name="connsiteX43" fmla="*/ 26101 w 2016281"/>
                  <a:gd name="connsiteY43" fmla="*/ 18385 h 182193"/>
                  <a:gd name="connsiteX44" fmla="*/ 26791 w 2016281"/>
                  <a:gd name="connsiteY44" fmla="*/ 18800 h 182193"/>
                  <a:gd name="connsiteX45" fmla="*/ 28864 w 2016281"/>
                  <a:gd name="connsiteY45" fmla="*/ 19280 h 182193"/>
                  <a:gd name="connsiteX46" fmla="*/ 109250 w 2016281"/>
                  <a:gd name="connsiteY46" fmla="*/ 16770 h 182193"/>
                  <a:gd name="connsiteX47" fmla="*/ 202600 w 2016281"/>
                  <a:gd name="connsiteY47" fmla="*/ 17141 h 182193"/>
                  <a:gd name="connsiteX48" fmla="*/ 296153 w 2016281"/>
                  <a:gd name="connsiteY48" fmla="*/ 18473 h 182193"/>
                  <a:gd name="connsiteX49" fmla="*/ 389788 w 2016281"/>
                  <a:gd name="connsiteY49" fmla="*/ 19498 h 182193"/>
                  <a:gd name="connsiteX50" fmla="*/ 483260 w 2016281"/>
                  <a:gd name="connsiteY50" fmla="*/ 16770 h 182193"/>
                  <a:gd name="connsiteX51" fmla="*/ 576813 w 2016281"/>
                  <a:gd name="connsiteY51" fmla="*/ 14369 h 182193"/>
                  <a:gd name="connsiteX52" fmla="*/ 670570 w 2016281"/>
                  <a:gd name="connsiteY52" fmla="*/ 10528 h 182193"/>
                  <a:gd name="connsiteX53" fmla="*/ 762538 w 2016281"/>
                  <a:gd name="connsiteY53" fmla="*/ 2910 h 182193"/>
                  <a:gd name="connsiteX54" fmla="*/ 790133 w 2016281"/>
                  <a:gd name="connsiteY54" fmla="*/ 20131 h 182193"/>
                  <a:gd name="connsiteX55" fmla="*/ 818092 w 2016281"/>
                  <a:gd name="connsiteY55" fmla="*/ 32223 h 182193"/>
                  <a:gd name="connsiteX56" fmla="*/ 846866 w 2016281"/>
                  <a:gd name="connsiteY56" fmla="*/ 51845 h 182193"/>
                  <a:gd name="connsiteX57" fmla="*/ 876208 w 2016281"/>
                  <a:gd name="connsiteY57" fmla="*/ 72733 h 182193"/>
                  <a:gd name="connsiteX58" fmla="*/ 905794 w 2016281"/>
                  <a:gd name="connsiteY58" fmla="*/ 91220 h 182193"/>
                  <a:gd name="connsiteX59" fmla="*/ 906403 w 2016281"/>
                  <a:gd name="connsiteY59" fmla="*/ 91482 h 182193"/>
                  <a:gd name="connsiteX60" fmla="*/ 936559 w 2016281"/>
                  <a:gd name="connsiteY60" fmla="*/ 101392 h 182193"/>
                  <a:gd name="connsiteX61" fmla="*/ 1154023 w 2016281"/>
                  <a:gd name="connsiteY61" fmla="*/ 139435 h 182193"/>
                  <a:gd name="connsiteX62" fmla="*/ 1154795 w 2016281"/>
                  <a:gd name="connsiteY62" fmla="*/ 139501 h 182193"/>
                  <a:gd name="connsiteX63" fmla="*/ 1256110 w 2016281"/>
                  <a:gd name="connsiteY63" fmla="*/ 139653 h 182193"/>
                  <a:gd name="connsiteX64" fmla="*/ 1322761 w 2016281"/>
                  <a:gd name="connsiteY64" fmla="*/ 151112 h 182193"/>
                  <a:gd name="connsiteX65" fmla="*/ 1323533 w 2016281"/>
                  <a:gd name="connsiteY65" fmla="*/ 151178 h 182193"/>
                  <a:gd name="connsiteX66" fmla="*/ 1426149 w 2016281"/>
                  <a:gd name="connsiteY66" fmla="*/ 151331 h 182193"/>
                  <a:gd name="connsiteX67" fmla="*/ 1460774 w 2016281"/>
                  <a:gd name="connsiteY67" fmla="*/ 157202 h 182193"/>
                  <a:gd name="connsiteX68" fmla="*/ 1461587 w 2016281"/>
                  <a:gd name="connsiteY68" fmla="*/ 157246 h 182193"/>
                  <a:gd name="connsiteX69" fmla="*/ 1564852 w 2016281"/>
                  <a:gd name="connsiteY69" fmla="*/ 157398 h 182193"/>
                  <a:gd name="connsiteX70" fmla="*/ 1600697 w 2016281"/>
                  <a:gd name="connsiteY70" fmla="*/ 163270 h 182193"/>
                  <a:gd name="connsiteX71" fmla="*/ 1601388 w 2016281"/>
                  <a:gd name="connsiteY71" fmla="*/ 163313 h 182193"/>
                  <a:gd name="connsiteX72" fmla="*/ 1672508 w 2016281"/>
                  <a:gd name="connsiteY72" fmla="*/ 163488 h 182193"/>
                  <a:gd name="connsiteX73" fmla="*/ 1709124 w 2016281"/>
                  <a:gd name="connsiteY73" fmla="*/ 169447 h 182193"/>
                  <a:gd name="connsiteX74" fmla="*/ 1709816 w 2016281"/>
                  <a:gd name="connsiteY74" fmla="*/ 169512 h 182193"/>
                  <a:gd name="connsiteX75" fmla="*/ 1742734 w 2016281"/>
                  <a:gd name="connsiteY75" fmla="*/ 169578 h 182193"/>
                  <a:gd name="connsiteX76" fmla="*/ 1780042 w 2016281"/>
                  <a:gd name="connsiteY76" fmla="*/ 175645 h 182193"/>
                  <a:gd name="connsiteX77" fmla="*/ 1780814 w 2016281"/>
                  <a:gd name="connsiteY77" fmla="*/ 175711 h 182193"/>
                  <a:gd name="connsiteX78" fmla="*/ 1886397 w 2016281"/>
                  <a:gd name="connsiteY78" fmla="*/ 175864 h 182193"/>
                  <a:gd name="connsiteX79" fmla="*/ 1925005 w 2016281"/>
                  <a:gd name="connsiteY79" fmla="*/ 181997 h 182193"/>
                  <a:gd name="connsiteX80" fmla="*/ 1925695 w 2016281"/>
                  <a:gd name="connsiteY80" fmla="*/ 182041 h 182193"/>
                  <a:gd name="connsiteX81" fmla="*/ 2016282 w 2016281"/>
                  <a:gd name="connsiteY81" fmla="*/ 182193 h 182193"/>
                  <a:gd name="connsiteX82" fmla="*/ 2016282 w 2016281"/>
                  <a:gd name="connsiteY82" fmla="*/ 179378 h 182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016281" h="182193">
                    <a:moveTo>
                      <a:pt x="2016282" y="179400"/>
                    </a:moveTo>
                    <a:lnTo>
                      <a:pt x="1926102" y="179290"/>
                    </a:lnTo>
                    <a:lnTo>
                      <a:pt x="1887494" y="173114"/>
                    </a:lnTo>
                    <a:cubicBezTo>
                      <a:pt x="1887209" y="173114"/>
                      <a:pt x="1887006" y="173070"/>
                      <a:pt x="1886802" y="173070"/>
                    </a:cubicBezTo>
                    <a:lnTo>
                      <a:pt x="1781138" y="172895"/>
                    </a:lnTo>
                    <a:lnTo>
                      <a:pt x="1743831" y="166827"/>
                    </a:lnTo>
                    <a:cubicBezTo>
                      <a:pt x="1743506" y="166762"/>
                      <a:pt x="1743344" y="166762"/>
                      <a:pt x="1743141" y="166762"/>
                    </a:cubicBezTo>
                    <a:lnTo>
                      <a:pt x="1710222" y="166718"/>
                    </a:lnTo>
                    <a:lnTo>
                      <a:pt x="1673605" y="160760"/>
                    </a:lnTo>
                    <a:cubicBezTo>
                      <a:pt x="1673321" y="160694"/>
                      <a:pt x="1673118" y="160694"/>
                      <a:pt x="1672915" y="160694"/>
                    </a:cubicBezTo>
                    <a:lnTo>
                      <a:pt x="1601754" y="160585"/>
                    </a:lnTo>
                    <a:lnTo>
                      <a:pt x="1565950" y="154670"/>
                    </a:lnTo>
                    <a:cubicBezTo>
                      <a:pt x="1565950" y="154670"/>
                      <a:pt x="1565544" y="154626"/>
                      <a:pt x="1565259" y="154626"/>
                    </a:cubicBezTo>
                    <a:lnTo>
                      <a:pt x="1461993" y="154452"/>
                    </a:lnTo>
                    <a:lnTo>
                      <a:pt x="1427368" y="148646"/>
                    </a:lnTo>
                    <a:cubicBezTo>
                      <a:pt x="1427083" y="148580"/>
                      <a:pt x="1426880" y="148580"/>
                      <a:pt x="1426595" y="148580"/>
                    </a:cubicBezTo>
                    <a:lnTo>
                      <a:pt x="1323979" y="148362"/>
                    </a:lnTo>
                    <a:lnTo>
                      <a:pt x="1257208" y="136969"/>
                    </a:lnTo>
                    <a:cubicBezTo>
                      <a:pt x="1257208" y="136969"/>
                      <a:pt x="1256721" y="136860"/>
                      <a:pt x="1256517" y="136860"/>
                    </a:cubicBezTo>
                    <a:lnTo>
                      <a:pt x="1155202" y="136685"/>
                    </a:lnTo>
                    <a:lnTo>
                      <a:pt x="938631" y="98860"/>
                    </a:lnTo>
                    <a:lnTo>
                      <a:pt x="909370" y="89169"/>
                    </a:lnTo>
                    <a:lnTo>
                      <a:pt x="880109" y="70944"/>
                    </a:lnTo>
                    <a:lnTo>
                      <a:pt x="850848" y="50099"/>
                    </a:lnTo>
                    <a:lnTo>
                      <a:pt x="821669" y="30237"/>
                    </a:lnTo>
                    <a:lnTo>
                      <a:pt x="793586" y="18080"/>
                    </a:lnTo>
                    <a:lnTo>
                      <a:pt x="765423" y="487"/>
                    </a:lnTo>
                    <a:cubicBezTo>
                      <a:pt x="764936" y="116"/>
                      <a:pt x="764042" y="-36"/>
                      <a:pt x="763147" y="7"/>
                    </a:cubicBezTo>
                    <a:lnTo>
                      <a:pt x="670082" y="7734"/>
                    </a:lnTo>
                    <a:lnTo>
                      <a:pt x="576528" y="11575"/>
                    </a:lnTo>
                    <a:lnTo>
                      <a:pt x="482975" y="13976"/>
                    </a:lnTo>
                    <a:lnTo>
                      <a:pt x="389706" y="16683"/>
                    </a:lnTo>
                    <a:lnTo>
                      <a:pt x="296234" y="15679"/>
                    </a:lnTo>
                    <a:lnTo>
                      <a:pt x="202681" y="14347"/>
                    </a:lnTo>
                    <a:lnTo>
                      <a:pt x="109128" y="14020"/>
                    </a:lnTo>
                    <a:lnTo>
                      <a:pt x="29880" y="16421"/>
                    </a:lnTo>
                    <a:lnTo>
                      <a:pt x="29108" y="15984"/>
                    </a:lnTo>
                    <a:cubicBezTo>
                      <a:pt x="28701" y="15722"/>
                      <a:pt x="28010" y="15504"/>
                      <a:pt x="27198" y="15504"/>
                    </a:cubicBezTo>
                    <a:lnTo>
                      <a:pt x="27076" y="15504"/>
                    </a:lnTo>
                    <a:lnTo>
                      <a:pt x="2285" y="16574"/>
                    </a:lnTo>
                    <a:cubicBezTo>
                      <a:pt x="904" y="16617"/>
                      <a:pt x="-112" y="17316"/>
                      <a:pt x="10" y="18058"/>
                    </a:cubicBezTo>
                    <a:cubicBezTo>
                      <a:pt x="131" y="18865"/>
                      <a:pt x="1188" y="19433"/>
                      <a:pt x="2692" y="19389"/>
                    </a:cubicBezTo>
                    <a:lnTo>
                      <a:pt x="22240" y="18429"/>
                    </a:lnTo>
                    <a:lnTo>
                      <a:pt x="26101" y="18385"/>
                    </a:lnTo>
                    <a:lnTo>
                      <a:pt x="26791" y="18800"/>
                    </a:lnTo>
                    <a:cubicBezTo>
                      <a:pt x="27401" y="19127"/>
                      <a:pt x="28173" y="19324"/>
                      <a:pt x="28864" y="19280"/>
                    </a:cubicBezTo>
                    <a:lnTo>
                      <a:pt x="109250" y="16770"/>
                    </a:lnTo>
                    <a:lnTo>
                      <a:pt x="202600" y="17141"/>
                    </a:lnTo>
                    <a:lnTo>
                      <a:pt x="296153" y="18473"/>
                    </a:lnTo>
                    <a:lnTo>
                      <a:pt x="389788" y="19498"/>
                    </a:lnTo>
                    <a:lnTo>
                      <a:pt x="483260" y="16770"/>
                    </a:lnTo>
                    <a:lnTo>
                      <a:pt x="576813" y="14369"/>
                    </a:lnTo>
                    <a:lnTo>
                      <a:pt x="670570" y="10528"/>
                    </a:lnTo>
                    <a:lnTo>
                      <a:pt x="762538" y="2910"/>
                    </a:lnTo>
                    <a:lnTo>
                      <a:pt x="790133" y="20131"/>
                    </a:lnTo>
                    <a:lnTo>
                      <a:pt x="818092" y="32223"/>
                    </a:lnTo>
                    <a:lnTo>
                      <a:pt x="846866" y="51845"/>
                    </a:lnTo>
                    <a:lnTo>
                      <a:pt x="876208" y="72733"/>
                    </a:lnTo>
                    <a:lnTo>
                      <a:pt x="905794" y="91220"/>
                    </a:lnTo>
                    <a:cubicBezTo>
                      <a:pt x="905997" y="91330"/>
                      <a:pt x="906201" y="91395"/>
                      <a:pt x="906403" y="91482"/>
                    </a:cubicBezTo>
                    <a:lnTo>
                      <a:pt x="936559" y="101392"/>
                    </a:lnTo>
                    <a:lnTo>
                      <a:pt x="1154023" y="139435"/>
                    </a:lnTo>
                    <a:cubicBezTo>
                      <a:pt x="1154307" y="139501"/>
                      <a:pt x="1154510" y="139501"/>
                      <a:pt x="1154795" y="139501"/>
                    </a:cubicBezTo>
                    <a:lnTo>
                      <a:pt x="1256110" y="139653"/>
                    </a:lnTo>
                    <a:lnTo>
                      <a:pt x="1322761" y="151112"/>
                    </a:lnTo>
                    <a:cubicBezTo>
                      <a:pt x="1323085" y="151178"/>
                      <a:pt x="1323248" y="151178"/>
                      <a:pt x="1323533" y="151178"/>
                    </a:cubicBezTo>
                    <a:lnTo>
                      <a:pt x="1426149" y="151331"/>
                    </a:lnTo>
                    <a:lnTo>
                      <a:pt x="1460774" y="157202"/>
                    </a:lnTo>
                    <a:cubicBezTo>
                      <a:pt x="1461098" y="157202"/>
                      <a:pt x="1461261" y="157246"/>
                      <a:pt x="1461587" y="157246"/>
                    </a:cubicBezTo>
                    <a:lnTo>
                      <a:pt x="1564852" y="157398"/>
                    </a:lnTo>
                    <a:lnTo>
                      <a:pt x="1600697" y="163270"/>
                    </a:lnTo>
                    <a:cubicBezTo>
                      <a:pt x="1600697" y="163270"/>
                      <a:pt x="1601104" y="163313"/>
                      <a:pt x="1601388" y="163313"/>
                    </a:cubicBezTo>
                    <a:lnTo>
                      <a:pt x="1672508" y="163488"/>
                    </a:lnTo>
                    <a:lnTo>
                      <a:pt x="1709124" y="169447"/>
                    </a:lnTo>
                    <a:cubicBezTo>
                      <a:pt x="1709409" y="169447"/>
                      <a:pt x="1709613" y="169512"/>
                      <a:pt x="1709816" y="169512"/>
                    </a:cubicBezTo>
                    <a:lnTo>
                      <a:pt x="1742734" y="169578"/>
                    </a:lnTo>
                    <a:lnTo>
                      <a:pt x="1780042" y="175645"/>
                    </a:lnTo>
                    <a:cubicBezTo>
                      <a:pt x="1780326" y="175645"/>
                      <a:pt x="1780529" y="175711"/>
                      <a:pt x="1780814" y="175711"/>
                    </a:cubicBezTo>
                    <a:lnTo>
                      <a:pt x="1886397" y="175864"/>
                    </a:lnTo>
                    <a:lnTo>
                      <a:pt x="1925005" y="181997"/>
                    </a:lnTo>
                    <a:cubicBezTo>
                      <a:pt x="1925005" y="181997"/>
                      <a:pt x="1925492" y="182041"/>
                      <a:pt x="1925695" y="182041"/>
                    </a:cubicBezTo>
                    <a:lnTo>
                      <a:pt x="2016282" y="182193"/>
                    </a:lnTo>
                    <a:lnTo>
                      <a:pt x="2016282" y="17937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2" name="Freeform: Shape 471">
                <a:extLst>
                  <a:ext uri="{FF2B5EF4-FFF2-40B4-BE49-F238E27FC236}">
                    <a16:creationId xmlns:a16="http://schemas.microsoft.com/office/drawing/2014/main" id="{2C7F8FDD-A259-48C7-A7AE-3B7E47100DC0}"/>
                  </a:ext>
                </a:extLst>
              </p:cNvPr>
              <p:cNvSpPr/>
              <p:nvPr/>
            </p:nvSpPr>
            <p:spPr>
              <a:xfrm>
                <a:off x="9952766" y="6006212"/>
                <a:ext cx="342384" cy="19188"/>
              </a:xfrm>
              <a:custGeom>
                <a:avLst/>
                <a:gdLst>
                  <a:gd name="connsiteX0" fmla="*/ 339882 w 342384"/>
                  <a:gd name="connsiteY0" fmla="*/ 19188 h 19188"/>
                  <a:gd name="connsiteX1" fmla="*/ 338582 w 342384"/>
                  <a:gd name="connsiteY1" fmla="*/ 18970 h 19188"/>
                  <a:gd name="connsiteX2" fmla="*/ 332810 w 342384"/>
                  <a:gd name="connsiteY2" fmla="*/ 17006 h 19188"/>
                  <a:gd name="connsiteX3" fmla="*/ 308996 w 342384"/>
                  <a:gd name="connsiteY3" fmla="*/ 6180 h 19188"/>
                  <a:gd name="connsiteX4" fmla="*/ 214914 w 342384"/>
                  <a:gd name="connsiteY4" fmla="*/ 7991 h 19188"/>
                  <a:gd name="connsiteX5" fmla="*/ 119450 w 342384"/>
                  <a:gd name="connsiteY5" fmla="*/ 5809 h 19188"/>
                  <a:gd name="connsiteX6" fmla="*/ 24678 w 342384"/>
                  <a:gd name="connsiteY6" fmla="*/ 6551 h 19188"/>
                  <a:gd name="connsiteX7" fmla="*/ 23906 w 342384"/>
                  <a:gd name="connsiteY7" fmla="*/ 6485 h 19188"/>
                  <a:gd name="connsiteX8" fmla="*/ 1798 w 342384"/>
                  <a:gd name="connsiteY8" fmla="*/ 2753 h 19188"/>
                  <a:gd name="connsiteX9" fmla="*/ 91 w 342384"/>
                  <a:gd name="connsiteY9" fmla="*/ 985 h 19188"/>
                  <a:gd name="connsiteX10" fmla="*/ 3261 w 342384"/>
                  <a:gd name="connsiteY10" fmla="*/ 68 h 19188"/>
                  <a:gd name="connsiteX11" fmla="*/ 25003 w 342384"/>
                  <a:gd name="connsiteY11" fmla="*/ 3691 h 19188"/>
                  <a:gd name="connsiteX12" fmla="*/ 119572 w 342384"/>
                  <a:gd name="connsiteY12" fmla="*/ 2949 h 19188"/>
                  <a:gd name="connsiteX13" fmla="*/ 214914 w 342384"/>
                  <a:gd name="connsiteY13" fmla="*/ 5132 h 19188"/>
                  <a:gd name="connsiteX14" fmla="*/ 309768 w 342384"/>
                  <a:gd name="connsiteY14" fmla="*/ 3277 h 19188"/>
                  <a:gd name="connsiteX15" fmla="*/ 311474 w 342384"/>
                  <a:gd name="connsiteY15" fmla="*/ 3648 h 19188"/>
                  <a:gd name="connsiteX16" fmla="*/ 335777 w 342384"/>
                  <a:gd name="connsiteY16" fmla="*/ 14670 h 19188"/>
                  <a:gd name="connsiteX17" fmla="*/ 341223 w 342384"/>
                  <a:gd name="connsiteY17" fmla="*/ 16525 h 19188"/>
                  <a:gd name="connsiteX18" fmla="*/ 341995 w 342384"/>
                  <a:gd name="connsiteY18" fmla="*/ 18490 h 19188"/>
                  <a:gd name="connsiteX19" fmla="*/ 339841 w 342384"/>
                  <a:gd name="connsiteY19" fmla="*/ 19123 h 1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2384" h="19188">
                    <a:moveTo>
                      <a:pt x="339882" y="19188"/>
                    </a:moveTo>
                    <a:cubicBezTo>
                      <a:pt x="339476" y="19188"/>
                      <a:pt x="338988" y="19145"/>
                      <a:pt x="338582" y="18970"/>
                    </a:cubicBezTo>
                    <a:lnTo>
                      <a:pt x="332810" y="17006"/>
                    </a:lnTo>
                    <a:lnTo>
                      <a:pt x="308996" y="6180"/>
                    </a:lnTo>
                    <a:lnTo>
                      <a:pt x="214914" y="7991"/>
                    </a:lnTo>
                    <a:lnTo>
                      <a:pt x="119450" y="5809"/>
                    </a:lnTo>
                    <a:lnTo>
                      <a:pt x="24678" y="6551"/>
                    </a:lnTo>
                    <a:cubicBezTo>
                      <a:pt x="24190" y="6551"/>
                      <a:pt x="24068" y="6485"/>
                      <a:pt x="23906" y="6485"/>
                    </a:cubicBezTo>
                    <a:lnTo>
                      <a:pt x="1798" y="2753"/>
                    </a:lnTo>
                    <a:cubicBezTo>
                      <a:pt x="497" y="2535"/>
                      <a:pt x="-275" y="1727"/>
                      <a:pt x="91" y="985"/>
                    </a:cubicBezTo>
                    <a:cubicBezTo>
                      <a:pt x="497" y="243"/>
                      <a:pt x="1879" y="-172"/>
                      <a:pt x="3261" y="68"/>
                    </a:cubicBezTo>
                    <a:lnTo>
                      <a:pt x="25003" y="3691"/>
                    </a:lnTo>
                    <a:lnTo>
                      <a:pt x="119572" y="2949"/>
                    </a:lnTo>
                    <a:lnTo>
                      <a:pt x="214914" y="5132"/>
                    </a:lnTo>
                    <a:lnTo>
                      <a:pt x="309768" y="3277"/>
                    </a:lnTo>
                    <a:cubicBezTo>
                      <a:pt x="310458" y="3342"/>
                      <a:pt x="310946" y="3386"/>
                      <a:pt x="311474" y="3648"/>
                    </a:cubicBezTo>
                    <a:lnTo>
                      <a:pt x="335777" y="14670"/>
                    </a:lnTo>
                    <a:lnTo>
                      <a:pt x="341223" y="16525"/>
                    </a:lnTo>
                    <a:cubicBezTo>
                      <a:pt x="342402" y="16940"/>
                      <a:pt x="342727" y="17791"/>
                      <a:pt x="341995" y="18490"/>
                    </a:cubicBezTo>
                    <a:cubicBezTo>
                      <a:pt x="341508" y="18904"/>
                      <a:pt x="340736" y="19123"/>
                      <a:pt x="339841" y="1912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3" name="Freeform: Shape 472">
                <a:extLst>
                  <a:ext uri="{FF2B5EF4-FFF2-40B4-BE49-F238E27FC236}">
                    <a16:creationId xmlns:a16="http://schemas.microsoft.com/office/drawing/2014/main" id="{59BFC628-FC84-47BF-8F01-BC9E87B7A307}"/>
                  </a:ext>
                </a:extLst>
              </p:cNvPr>
              <p:cNvSpPr/>
              <p:nvPr/>
            </p:nvSpPr>
            <p:spPr>
              <a:xfrm>
                <a:off x="11375716" y="5779891"/>
                <a:ext cx="816283" cy="21831"/>
              </a:xfrm>
              <a:custGeom>
                <a:avLst/>
                <a:gdLst>
                  <a:gd name="connsiteX0" fmla="*/ 816283 w 816283"/>
                  <a:gd name="connsiteY0" fmla="*/ 19037 h 21831"/>
                  <a:gd name="connsiteX1" fmla="*/ 781739 w 816283"/>
                  <a:gd name="connsiteY1" fmla="*/ 18448 h 21831"/>
                  <a:gd name="connsiteX2" fmla="*/ 643929 w 816283"/>
                  <a:gd name="connsiteY2" fmla="*/ 15894 h 21831"/>
                  <a:gd name="connsiteX3" fmla="*/ 575085 w 816283"/>
                  <a:gd name="connsiteY3" fmla="*/ 14410 h 21831"/>
                  <a:gd name="connsiteX4" fmla="*/ 437478 w 816283"/>
                  <a:gd name="connsiteY4" fmla="*/ 10787 h 21831"/>
                  <a:gd name="connsiteX5" fmla="*/ 230986 w 816283"/>
                  <a:gd name="connsiteY5" fmla="*/ 6531 h 21831"/>
                  <a:gd name="connsiteX6" fmla="*/ 162223 w 816283"/>
                  <a:gd name="connsiteY6" fmla="*/ 4872 h 21831"/>
                  <a:gd name="connsiteX7" fmla="*/ 25104 w 816283"/>
                  <a:gd name="connsiteY7" fmla="*/ 2100 h 21831"/>
                  <a:gd name="connsiteX8" fmla="*/ 2995 w 816283"/>
                  <a:gd name="connsiteY8" fmla="*/ 26 h 21831"/>
                  <a:gd name="connsiteX9" fmla="*/ 29 w 816283"/>
                  <a:gd name="connsiteY9" fmla="*/ 1205 h 21831"/>
                  <a:gd name="connsiteX10" fmla="*/ 2101 w 816283"/>
                  <a:gd name="connsiteY10" fmla="*/ 2798 h 21831"/>
                  <a:gd name="connsiteX11" fmla="*/ 24616 w 816283"/>
                  <a:gd name="connsiteY11" fmla="*/ 4937 h 21831"/>
                  <a:gd name="connsiteX12" fmla="*/ 93379 w 816283"/>
                  <a:gd name="connsiteY12" fmla="*/ 6269 h 21831"/>
                  <a:gd name="connsiteX13" fmla="*/ 230783 w 816283"/>
                  <a:gd name="connsiteY13" fmla="*/ 9368 h 21831"/>
                  <a:gd name="connsiteX14" fmla="*/ 368390 w 816283"/>
                  <a:gd name="connsiteY14" fmla="*/ 12075 h 21831"/>
                  <a:gd name="connsiteX15" fmla="*/ 437234 w 816283"/>
                  <a:gd name="connsiteY15" fmla="*/ 13624 h 21831"/>
                  <a:gd name="connsiteX16" fmla="*/ 574841 w 816283"/>
                  <a:gd name="connsiteY16" fmla="*/ 17248 h 21831"/>
                  <a:gd name="connsiteX17" fmla="*/ 643685 w 816283"/>
                  <a:gd name="connsiteY17" fmla="*/ 18732 h 21831"/>
                  <a:gd name="connsiteX18" fmla="*/ 712529 w 816283"/>
                  <a:gd name="connsiteY18" fmla="*/ 20063 h 21831"/>
                  <a:gd name="connsiteX19" fmla="*/ 816202 w 816283"/>
                  <a:gd name="connsiteY19" fmla="*/ 21831 h 21831"/>
                  <a:gd name="connsiteX20" fmla="*/ 816202 w 816283"/>
                  <a:gd name="connsiteY20" fmla="*/ 19059 h 21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6283" h="21831">
                    <a:moveTo>
                      <a:pt x="816283" y="19037"/>
                    </a:moveTo>
                    <a:lnTo>
                      <a:pt x="781739" y="18448"/>
                    </a:lnTo>
                    <a:lnTo>
                      <a:pt x="643929" y="15894"/>
                    </a:lnTo>
                    <a:lnTo>
                      <a:pt x="575085" y="14410"/>
                    </a:lnTo>
                    <a:lnTo>
                      <a:pt x="437478" y="10787"/>
                    </a:lnTo>
                    <a:lnTo>
                      <a:pt x="230986" y="6531"/>
                    </a:lnTo>
                    <a:lnTo>
                      <a:pt x="162223" y="4872"/>
                    </a:lnTo>
                    <a:lnTo>
                      <a:pt x="25104" y="2100"/>
                    </a:lnTo>
                    <a:lnTo>
                      <a:pt x="2995" y="26"/>
                    </a:lnTo>
                    <a:cubicBezTo>
                      <a:pt x="1614" y="-126"/>
                      <a:pt x="313" y="398"/>
                      <a:pt x="29" y="1205"/>
                    </a:cubicBezTo>
                    <a:cubicBezTo>
                      <a:pt x="-174" y="1947"/>
                      <a:pt x="720" y="2689"/>
                      <a:pt x="2101" y="2798"/>
                    </a:cubicBezTo>
                    <a:lnTo>
                      <a:pt x="24616" y="4937"/>
                    </a:lnTo>
                    <a:lnTo>
                      <a:pt x="93379" y="6269"/>
                    </a:lnTo>
                    <a:lnTo>
                      <a:pt x="230783" y="9368"/>
                    </a:lnTo>
                    <a:lnTo>
                      <a:pt x="368390" y="12075"/>
                    </a:lnTo>
                    <a:lnTo>
                      <a:pt x="437234" y="13624"/>
                    </a:lnTo>
                    <a:lnTo>
                      <a:pt x="574841" y="17248"/>
                    </a:lnTo>
                    <a:lnTo>
                      <a:pt x="643685" y="18732"/>
                    </a:lnTo>
                    <a:lnTo>
                      <a:pt x="712529" y="20063"/>
                    </a:lnTo>
                    <a:lnTo>
                      <a:pt x="816202" y="21831"/>
                    </a:lnTo>
                    <a:lnTo>
                      <a:pt x="816202" y="1905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4" name="Freeform: Shape 473">
                <a:extLst>
                  <a:ext uri="{FF2B5EF4-FFF2-40B4-BE49-F238E27FC236}">
                    <a16:creationId xmlns:a16="http://schemas.microsoft.com/office/drawing/2014/main" id="{9D99AADF-290B-42F9-AB6B-7F0F4D68003E}"/>
                  </a:ext>
                </a:extLst>
              </p:cNvPr>
              <p:cNvSpPr/>
              <p:nvPr/>
            </p:nvSpPr>
            <p:spPr>
              <a:xfrm>
                <a:off x="9708520" y="5917534"/>
                <a:ext cx="2483479" cy="144753"/>
              </a:xfrm>
              <a:custGeom>
                <a:avLst/>
                <a:gdLst>
                  <a:gd name="connsiteX0" fmla="*/ 2483480 w 2483479"/>
                  <a:gd name="connsiteY0" fmla="*/ 107452 h 144753"/>
                  <a:gd name="connsiteX1" fmla="*/ 2449952 w 2483479"/>
                  <a:gd name="connsiteY1" fmla="*/ 101646 h 144753"/>
                  <a:gd name="connsiteX2" fmla="*/ 2413335 w 2483479"/>
                  <a:gd name="connsiteY2" fmla="*/ 93701 h 144753"/>
                  <a:gd name="connsiteX3" fmla="*/ 2411953 w 2483479"/>
                  <a:gd name="connsiteY3" fmla="*/ 93592 h 144753"/>
                  <a:gd name="connsiteX4" fmla="*/ 2314417 w 2483479"/>
                  <a:gd name="connsiteY4" fmla="*/ 103720 h 144753"/>
                  <a:gd name="connsiteX5" fmla="*/ 2216475 w 2483479"/>
                  <a:gd name="connsiteY5" fmla="*/ 110115 h 144753"/>
                  <a:gd name="connsiteX6" fmla="*/ 2118736 w 2483479"/>
                  <a:gd name="connsiteY6" fmla="*/ 115964 h 144753"/>
                  <a:gd name="connsiteX7" fmla="*/ 2020996 w 2483479"/>
                  <a:gd name="connsiteY7" fmla="*/ 121246 h 144753"/>
                  <a:gd name="connsiteX8" fmla="*/ 1922769 w 2483479"/>
                  <a:gd name="connsiteY8" fmla="*/ 123756 h 144753"/>
                  <a:gd name="connsiteX9" fmla="*/ 1825233 w 2483479"/>
                  <a:gd name="connsiteY9" fmla="*/ 133928 h 144753"/>
                  <a:gd name="connsiteX10" fmla="*/ 1728307 w 2483479"/>
                  <a:gd name="connsiteY10" fmla="*/ 141872 h 144753"/>
                  <a:gd name="connsiteX11" fmla="*/ 1697258 w 2483479"/>
                  <a:gd name="connsiteY11" fmla="*/ 132487 h 144753"/>
                  <a:gd name="connsiteX12" fmla="*/ 1695876 w 2483479"/>
                  <a:gd name="connsiteY12" fmla="*/ 132334 h 144753"/>
                  <a:gd name="connsiteX13" fmla="*/ 1599641 w 2483479"/>
                  <a:gd name="connsiteY13" fmla="*/ 136481 h 144753"/>
                  <a:gd name="connsiteX14" fmla="*/ 1569486 w 2483479"/>
                  <a:gd name="connsiteY14" fmla="*/ 123800 h 144753"/>
                  <a:gd name="connsiteX15" fmla="*/ 1567779 w 2483479"/>
                  <a:gd name="connsiteY15" fmla="*/ 123473 h 144753"/>
                  <a:gd name="connsiteX16" fmla="*/ 1472315 w 2483479"/>
                  <a:gd name="connsiteY16" fmla="*/ 126572 h 144753"/>
                  <a:gd name="connsiteX17" fmla="*/ 1443340 w 2483479"/>
                  <a:gd name="connsiteY17" fmla="*/ 109242 h 144753"/>
                  <a:gd name="connsiteX18" fmla="*/ 1413265 w 2483479"/>
                  <a:gd name="connsiteY18" fmla="*/ 85582 h 144753"/>
                  <a:gd name="connsiteX19" fmla="*/ 1383801 w 2483479"/>
                  <a:gd name="connsiteY19" fmla="*/ 65807 h 144753"/>
                  <a:gd name="connsiteX20" fmla="*/ 1381729 w 2483479"/>
                  <a:gd name="connsiteY20" fmla="*/ 65283 h 144753"/>
                  <a:gd name="connsiteX21" fmla="*/ 1286957 w 2483479"/>
                  <a:gd name="connsiteY21" fmla="*/ 67531 h 144753"/>
                  <a:gd name="connsiteX22" fmla="*/ 1192225 w 2483479"/>
                  <a:gd name="connsiteY22" fmla="*/ 72530 h 144753"/>
                  <a:gd name="connsiteX23" fmla="*/ 1098671 w 2483479"/>
                  <a:gd name="connsiteY23" fmla="*/ 79252 h 144753"/>
                  <a:gd name="connsiteX24" fmla="*/ 1072783 w 2483479"/>
                  <a:gd name="connsiteY24" fmla="*/ 68426 h 144753"/>
                  <a:gd name="connsiteX25" fmla="*/ 1045677 w 2483479"/>
                  <a:gd name="connsiteY25" fmla="*/ 49677 h 144753"/>
                  <a:gd name="connsiteX26" fmla="*/ 1018611 w 2483479"/>
                  <a:gd name="connsiteY26" fmla="*/ 31889 h 144753"/>
                  <a:gd name="connsiteX27" fmla="*/ 996177 w 2483479"/>
                  <a:gd name="connsiteY27" fmla="*/ 22656 h 144753"/>
                  <a:gd name="connsiteX28" fmla="*/ 978417 w 2483479"/>
                  <a:gd name="connsiteY28" fmla="*/ 4169 h 144753"/>
                  <a:gd name="connsiteX29" fmla="*/ 976224 w 2483479"/>
                  <a:gd name="connsiteY29" fmla="*/ 3427 h 144753"/>
                  <a:gd name="connsiteX30" fmla="*/ 890188 w 2483479"/>
                  <a:gd name="connsiteY30" fmla="*/ 808 h 144753"/>
                  <a:gd name="connsiteX31" fmla="*/ 720110 w 2483479"/>
                  <a:gd name="connsiteY31" fmla="*/ 65 h 144753"/>
                  <a:gd name="connsiteX32" fmla="*/ 633993 w 2483479"/>
                  <a:gd name="connsiteY32" fmla="*/ 0 h 144753"/>
                  <a:gd name="connsiteX33" fmla="*/ 546495 w 2483479"/>
                  <a:gd name="connsiteY33" fmla="*/ 2074 h 144753"/>
                  <a:gd name="connsiteX34" fmla="*/ 457413 w 2483479"/>
                  <a:gd name="connsiteY34" fmla="*/ 4845 h 144753"/>
                  <a:gd name="connsiteX35" fmla="*/ 366826 w 2483479"/>
                  <a:gd name="connsiteY35" fmla="*/ 10018 h 144753"/>
                  <a:gd name="connsiteX36" fmla="*/ 275345 w 2483479"/>
                  <a:gd name="connsiteY36" fmla="*/ 16457 h 144753"/>
                  <a:gd name="connsiteX37" fmla="*/ 183459 w 2483479"/>
                  <a:gd name="connsiteY37" fmla="*/ 26432 h 144753"/>
                  <a:gd name="connsiteX38" fmla="*/ 92263 w 2483479"/>
                  <a:gd name="connsiteY38" fmla="*/ 41405 h 144753"/>
                  <a:gd name="connsiteX39" fmla="*/ 1798 w 2483479"/>
                  <a:gd name="connsiteY39" fmla="*/ 55679 h 144753"/>
                  <a:gd name="connsiteX40" fmla="*/ 91 w 2483479"/>
                  <a:gd name="connsiteY40" fmla="*/ 57447 h 144753"/>
                  <a:gd name="connsiteX41" fmla="*/ 3179 w 2483479"/>
                  <a:gd name="connsiteY41" fmla="*/ 58408 h 144753"/>
                  <a:gd name="connsiteX42" fmla="*/ 93766 w 2483479"/>
                  <a:gd name="connsiteY42" fmla="*/ 44068 h 144753"/>
                  <a:gd name="connsiteX43" fmla="*/ 184638 w 2483479"/>
                  <a:gd name="connsiteY43" fmla="*/ 29160 h 144753"/>
                  <a:gd name="connsiteX44" fmla="*/ 274614 w 2483479"/>
                  <a:gd name="connsiteY44" fmla="*/ 19404 h 144753"/>
                  <a:gd name="connsiteX45" fmla="*/ 367395 w 2483479"/>
                  <a:gd name="connsiteY45" fmla="*/ 12834 h 144753"/>
                  <a:gd name="connsiteX46" fmla="*/ 457779 w 2483479"/>
                  <a:gd name="connsiteY46" fmla="*/ 7617 h 144753"/>
                  <a:gd name="connsiteX47" fmla="*/ 546699 w 2483479"/>
                  <a:gd name="connsiteY47" fmla="*/ 4911 h 144753"/>
                  <a:gd name="connsiteX48" fmla="*/ 634115 w 2483479"/>
                  <a:gd name="connsiteY48" fmla="*/ 2837 h 144753"/>
                  <a:gd name="connsiteX49" fmla="*/ 720151 w 2483479"/>
                  <a:gd name="connsiteY49" fmla="*/ 2881 h 144753"/>
                  <a:gd name="connsiteX50" fmla="*/ 890107 w 2483479"/>
                  <a:gd name="connsiteY50" fmla="*/ 3623 h 144753"/>
                  <a:gd name="connsiteX51" fmla="*/ 974557 w 2483479"/>
                  <a:gd name="connsiteY51" fmla="*/ 6177 h 144753"/>
                  <a:gd name="connsiteX52" fmla="*/ 992032 w 2483479"/>
                  <a:gd name="connsiteY52" fmla="*/ 24249 h 144753"/>
                  <a:gd name="connsiteX53" fmla="*/ 992723 w 2483479"/>
                  <a:gd name="connsiteY53" fmla="*/ 24664 h 144753"/>
                  <a:gd name="connsiteX54" fmla="*/ 1015156 w 2483479"/>
                  <a:gd name="connsiteY54" fmla="*/ 33875 h 144753"/>
                  <a:gd name="connsiteX55" fmla="*/ 1041816 w 2483479"/>
                  <a:gd name="connsiteY55" fmla="*/ 51402 h 144753"/>
                  <a:gd name="connsiteX56" fmla="*/ 1069289 w 2483479"/>
                  <a:gd name="connsiteY56" fmla="*/ 70369 h 144753"/>
                  <a:gd name="connsiteX57" fmla="*/ 1096395 w 2483479"/>
                  <a:gd name="connsiteY57" fmla="*/ 81784 h 144753"/>
                  <a:gd name="connsiteX58" fmla="*/ 1098265 w 2483479"/>
                  <a:gd name="connsiteY58" fmla="*/ 82111 h 144753"/>
                  <a:gd name="connsiteX59" fmla="*/ 1192712 w 2483479"/>
                  <a:gd name="connsiteY59" fmla="*/ 75302 h 144753"/>
                  <a:gd name="connsiteX60" fmla="*/ 1287281 w 2483479"/>
                  <a:gd name="connsiteY60" fmla="*/ 70303 h 144753"/>
                  <a:gd name="connsiteX61" fmla="*/ 1380753 w 2483479"/>
                  <a:gd name="connsiteY61" fmla="*/ 68121 h 144753"/>
                  <a:gd name="connsiteX62" fmla="*/ 1409242 w 2483479"/>
                  <a:gd name="connsiteY62" fmla="*/ 87306 h 144753"/>
                  <a:gd name="connsiteX63" fmla="*/ 1439398 w 2483479"/>
                  <a:gd name="connsiteY63" fmla="*/ 111032 h 144753"/>
                  <a:gd name="connsiteX64" fmla="*/ 1469471 w 2483479"/>
                  <a:gd name="connsiteY64" fmla="*/ 128995 h 144753"/>
                  <a:gd name="connsiteX65" fmla="*/ 1471462 w 2483479"/>
                  <a:gd name="connsiteY65" fmla="*/ 129410 h 144753"/>
                  <a:gd name="connsiteX66" fmla="*/ 1567210 w 2483479"/>
                  <a:gd name="connsiteY66" fmla="*/ 126376 h 144753"/>
                  <a:gd name="connsiteX67" fmla="*/ 1597365 w 2483479"/>
                  <a:gd name="connsiteY67" fmla="*/ 139057 h 144753"/>
                  <a:gd name="connsiteX68" fmla="*/ 1599071 w 2483479"/>
                  <a:gd name="connsiteY68" fmla="*/ 139384 h 144753"/>
                  <a:gd name="connsiteX69" fmla="*/ 1695511 w 2483479"/>
                  <a:gd name="connsiteY69" fmla="*/ 135172 h 144753"/>
                  <a:gd name="connsiteX70" fmla="*/ 1726681 w 2483479"/>
                  <a:gd name="connsiteY70" fmla="*/ 144601 h 144753"/>
                  <a:gd name="connsiteX71" fmla="*/ 1727982 w 2483479"/>
                  <a:gd name="connsiteY71" fmla="*/ 144754 h 144753"/>
                  <a:gd name="connsiteX72" fmla="*/ 1728266 w 2483479"/>
                  <a:gd name="connsiteY72" fmla="*/ 144754 h 144753"/>
                  <a:gd name="connsiteX73" fmla="*/ 1826087 w 2483479"/>
                  <a:gd name="connsiteY73" fmla="*/ 136700 h 144753"/>
                  <a:gd name="connsiteX74" fmla="*/ 1923419 w 2483479"/>
                  <a:gd name="connsiteY74" fmla="*/ 126572 h 144753"/>
                  <a:gd name="connsiteX75" fmla="*/ 2021444 w 2483479"/>
                  <a:gd name="connsiteY75" fmla="*/ 124062 h 144753"/>
                  <a:gd name="connsiteX76" fmla="*/ 2119263 w 2483479"/>
                  <a:gd name="connsiteY76" fmla="*/ 118736 h 144753"/>
                  <a:gd name="connsiteX77" fmla="*/ 2217084 w 2483479"/>
                  <a:gd name="connsiteY77" fmla="*/ 112865 h 144753"/>
                  <a:gd name="connsiteX78" fmla="*/ 2315230 w 2483479"/>
                  <a:gd name="connsiteY78" fmla="*/ 106470 h 144753"/>
                  <a:gd name="connsiteX79" fmla="*/ 2412156 w 2483479"/>
                  <a:gd name="connsiteY79" fmla="*/ 96386 h 144753"/>
                  <a:gd name="connsiteX80" fmla="*/ 2448245 w 2483479"/>
                  <a:gd name="connsiteY80" fmla="*/ 104265 h 144753"/>
                  <a:gd name="connsiteX81" fmla="*/ 2483480 w 2483479"/>
                  <a:gd name="connsiteY81" fmla="*/ 110333 h 144753"/>
                  <a:gd name="connsiteX82" fmla="*/ 2483480 w 2483479"/>
                  <a:gd name="connsiteY82" fmla="*/ 107408 h 144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483479" h="144753">
                    <a:moveTo>
                      <a:pt x="2483480" y="107452"/>
                    </a:moveTo>
                    <a:lnTo>
                      <a:pt x="2449952" y="101646"/>
                    </a:lnTo>
                    <a:lnTo>
                      <a:pt x="2413335" y="93701"/>
                    </a:lnTo>
                    <a:cubicBezTo>
                      <a:pt x="2412928" y="93592"/>
                      <a:pt x="2412441" y="93549"/>
                      <a:pt x="2411953" y="93592"/>
                    </a:cubicBezTo>
                    <a:lnTo>
                      <a:pt x="2314417" y="103720"/>
                    </a:lnTo>
                    <a:lnTo>
                      <a:pt x="2216475" y="110115"/>
                    </a:lnTo>
                    <a:lnTo>
                      <a:pt x="2118736" y="115964"/>
                    </a:lnTo>
                    <a:lnTo>
                      <a:pt x="2020996" y="121246"/>
                    </a:lnTo>
                    <a:lnTo>
                      <a:pt x="1922769" y="123756"/>
                    </a:lnTo>
                    <a:lnTo>
                      <a:pt x="1825233" y="133928"/>
                    </a:lnTo>
                    <a:lnTo>
                      <a:pt x="1728307" y="141872"/>
                    </a:lnTo>
                    <a:lnTo>
                      <a:pt x="1697258" y="132487"/>
                    </a:lnTo>
                    <a:cubicBezTo>
                      <a:pt x="1696851" y="132334"/>
                      <a:pt x="1696364" y="132269"/>
                      <a:pt x="1695876" y="132334"/>
                    </a:cubicBezTo>
                    <a:lnTo>
                      <a:pt x="1599641" y="136481"/>
                    </a:lnTo>
                    <a:lnTo>
                      <a:pt x="1569486" y="123800"/>
                    </a:lnTo>
                    <a:cubicBezTo>
                      <a:pt x="1568998" y="123582"/>
                      <a:pt x="1568470" y="123473"/>
                      <a:pt x="1567779" y="123473"/>
                    </a:cubicBezTo>
                    <a:lnTo>
                      <a:pt x="1472315" y="126572"/>
                    </a:lnTo>
                    <a:lnTo>
                      <a:pt x="1443340" y="109242"/>
                    </a:lnTo>
                    <a:lnTo>
                      <a:pt x="1413265" y="85582"/>
                    </a:lnTo>
                    <a:lnTo>
                      <a:pt x="1383801" y="65807"/>
                    </a:lnTo>
                    <a:cubicBezTo>
                      <a:pt x="1383314" y="65436"/>
                      <a:pt x="1382502" y="65327"/>
                      <a:pt x="1381729" y="65283"/>
                    </a:cubicBezTo>
                    <a:lnTo>
                      <a:pt x="1286957" y="67531"/>
                    </a:lnTo>
                    <a:lnTo>
                      <a:pt x="1192225" y="72530"/>
                    </a:lnTo>
                    <a:lnTo>
                      <a:pt x="1098671" y="79252"/>
                    </a:lnTo>
                    <a:lnTo>
                      <a:pt x="1072783" y="68426"/>
                    </a:lnTo>
                    <a:lnTo>
                      <a:pt x="1045677" y="49677"/>
                    </a:lnTo>
                    <a:lnTo>
                      <a:pt x="1018611" y="31889"/>
                    </a:lnTo>
                    <a:lnTo>
                      <a:pt x="996177" y="22656"/>
                    </a:lnTo>
                    <a:lnTo>
                      <a:pt x="978417" y="4169"/>
                    </a:lnTo>
                    <a:cubicBezTo>
                      <a:pt x="977930" y="3689"/>
                      <a:pt x="977118" y="3427"/>
                      <a:pt x="976224" y="3427"/>
                    </a:cubicBezTo>
                    <a:lnTo>
                      <a:pt x="890188" y="808"/>
                    </a:lnTo>
                    <a:lnTo>
                      <a:pt x="720110" y="65"/>
                    </a:lnTo>
                    <a:lnTo>
                      <a:pt x="633993" y="0"/>
                    </a:lnTo>
                    <a:lnTo>
                      <a:pt x="546495" y="2074"/>
                    </a:lnTo>
                    <a:lnTo>
                      <a:pt x="457413" y="4845"/>
                    </a:lnTo>
                    <a:lnTo>
                      <a:pt x="366826" y="10018"/>
                    </a:lnTo>
                    <a:lnTo>
                      <a:pt x="275345" y="16457"/>
                    </a:lnTo>
                    <a:lnTo>
                      <a:pt x="183459" y="26432"/>
                    </a:lnTo>
                    <a:lnTo>
                      <a:pt x="92263" y="41405"/>
                    </a:lnTo>
                    <a:lnTo>
                      <a:pt x="1798" y="55679"/>
                    </a:lnTo>
                    <a:cubicBezTo>
                      <a:pt x="497" y="55898"/>
                      <a:pt x="-274" y="56684"/>
                      <a:pt x="91" y="57447"/>
                    </a:cubicBezTo>
                    <a:cubicBezTo>
                      <a:pt x="375" y="58190"/>
                      <a:pt x="1880" y="58670"/>
                      <a:pt x="3179" y="58408"/>
                    </a:cubicBezTo>
                    <a:lnTo>
                      <a:pt x="93766" y="44068"/>
                    </a:lnTo>
                    <a:lnTo>
                      <a:pt x="184638" y="29160"/>
                    </a:lnTo>
                    <a:lnTo>
                      <a:pt x="274614" y="19404"/>
                    </a:lnTo>
                    <a:lnTo>
                      <a:pt x="367395" y="12834"/>
                    </a:lnTo>
                    <a:lnTo>
                      <a:pt x="457779" y="7617"/>
                    </a:lnTo>
                    <a:lnTo>
                      <a:pt x="546699" y="4911"/>
                    </a:lnTo>
                    <a:lnTo>
                      <a:pt x="634115" y="2837"/>
                    </a:lnTo>
                    <a:lnTo>
                      <a:pt x="720151" y="2881"/>
                    </a:lnTo>
                    <a:lnTo>
                      <a:pt x="890107" y="3623"/>
                    </a:lnTo>
                    <a:lnTo>
                      <a:pt x="974557" y="6177"/>
                    </a:lnTo>
                    <a:lnTo>
                      <a:pt x="992032" y="24249"/>
                    </a:lnTo>
                    <a:cubicBezTo>
                      <a:pt x="992235" y="24402"/>
                      <a:pt x="992439" y="24577"/>
                      <a:pt x="992723" y="24664"/>
                    </a:cubicBezTo>
                    <a:lnTo>
                      <a:pt x="1015156" y="33875"/>
                    </a:lnTo>
                    <a:lnTo>
                      <a:pt x="1041816" y="51402"/>
                    </a:lnTo>
                    <a:lnTo>
                      <a:pt x="1069289" y="70369"/>
                    </a:lnTo>
                    <a:lnTo>
                      <a:pt x="1096395" y="81784"/>
                    </a:lnTo>
                    <a:cubicBezTo>
                      <a:pt x="1097006" y="82046"/>
                      <a:pt x="1097574" y="82111"/>
                      <a:pt x="1098265" y="82111"/>
                    </a:cubicBezTo>
                    <a:lnTo>
                      <a:pt x="1192712" y="75302"/>
                    </a:lnTo>
                    <a:lnTo>
                      <a:pt x="1287281" y="70303"/>
                    </a:lnTo>
                    <a:lnTo>
                      <a:pt x="1380753" y="68121"/>
                    </a:lnTo>
                    <a:lnTo>
                      <a:pt x="1409242" y="87306"/>
                    </a:lnTo>
                    <a:lnTo>
                      <a:pt x="1439398" y="111032"/>
                    </a:lnTo>
                    <a:lnTo>
                      <a:pt x="1469471" y="128995"/>
                    </a:lnTo>
                    <a:cubicBezTo>
                      <a:pt x="1469959" y="129257"/>
                      <a:pt x="1470649" y="129475"/>
                      <a:pt x="1471462" y="129410"/>
                    </a:cubicBezTo>
                    <a:lnTo>
                      <a:pt x="1567210" y="126376"/>
                    </a:lnTo>
                    <a:lnTo>
                      <a:pt x="1597365" y="139057"/>
                    </a:lnTo>
                    <a:cubicBezTo>
                      <a:pt x="1597853" y="139275"/>
                      <a:pt x="1598462" y="139384"/>
                      <a:pt x="1599071" y="139384"/>
                    </a:cubicBezTo>
                    <a:lnTo>
                      <a:pt x="1695511" y="135172"/>
                    </a:lnTo>
                    <a:lnTo>
                      <a:pt x="1726681" y="144601"/>
                    </a:lnTo>
                    <a:cubicBezTo>
                      <a:pt x="1727087" y="144710"/>
                      <a:pt x="1727453" y="144754"/>
                      <a:pt x="1727982" y="144754"/>
                    </a:cubicBezTo>
                    <a:lnTo>
                      <a:pt x="1728266" y="144754"/>
                    </a:lnTo>
                    <a:lnTo>
                      <a:pt x="1826087" y="136700"/>
                    </a:lnTo>
                    <a:lnTo>
                      <a:pt x="1923419" y="126572"/>
                    </a:lnTo>
                    <a:lnTo>
                      <a:pt x="2021444" y="124062"/>
                    </a:lnTo>
                    <a:lnTo>
                      <a:pt x="2119263" y="118736"/>
                    </a:lnTo>
                    <a:lnTo>
                      <a:pt x="2217084" y="112865"/>
                    </a:lnTo>
                    <a:lnTo>
                      <a:pt x="2315230" y="106470"/>
                    </a:lnTo>
                    <a:lnTo>
                      <a:pt x="2412156" y="96386"/>
                    </a:lnTo>
                    <a:lnTo>
                      <a:pt x="2448245" y="104265"/>
                    </a:lnTo>
                    <a:lnTo>
                      <a:pt x="2483480" y="110333"/>
                    </a:lnTo>
                    <a:lnTo>
                      <a:pt x="2483480" y="10740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5" name="Freeform: Shape 474">
                <a:extLst>
                  <a:ext uri="{FF2B5EF4-FFF2-40B4-BE49-F238E27FC236}">
                    <a16:creationId xmlns:a16="http://schemas.microsoft.com/office/drawing/2014/main" id="{76D1B8EC-1C55-4D2D-80B7-D22594FFA002}"/>
                  </a:ext>
                </a:extLst>
              </p:cNvPr>
              <p:cNvSpPr/>
              <p:nvPr/>
            </p:nvSpPr>
            <p:spPr>
              <a:xfrm>
                <a:off x="7109585" y="6620517"/>
                <a:ext cx="169973" cy="282375"/>
              </a:xfrm>
              <a:custGeom>
                <a:avLst/>
                <a:gdLst>
                  <a:gd name="connsiteX0" fmla="*/ 8674 w 169973"/>
                  <a:gd name="connsiteY0" fmla="*/ 13101 h 282375"/>
                  <a:gd name="connsiteX1" fmla="*/ 17492 w 169973"/>
                  <a:gd name="connsiteY1" fmla="*/ 25521 h 282375"/>
                  <a:gd name="connsiteX2" fmla="*/ 26515 w 169973"/>
                  <a:gd name="connsiteY2" fmla="*/ 36696 h 282375"/>
                  <a:gd name="connsiteX3" fmla="*/ 54597 w 169973"/>
                  <a:gd name="connsiteY3" fmla="*/ 68454 h 282375"/>
                  <a:gd name="connsiteX4" fmla="*/ 84548 w 169973"/>
                  <a:gd name="connsiteY4" fmla="*/ 104380 h 282375"/>
                  <a:gd name="connsiteX5" fmla="*/ 95074 w 169973"/>
                  <a:gd name="connsiteY5" fmla="*/ 119244 h 282375"/>
                  <a:gd name="connsiteX6" fmla="*/ 105803 w 169973"/>
                  <a:gd name="connsiteY6" fmla="*/ 138211 h 282375"/>
                  <a:gd name="connsiteX7" fmla="*/ 139738 w 169973"/>
                  <a:gd name="connsiteY7" fmla="*/ 214844 h 282375"/>
                  <a:gd name="connsiteX8" fmla="*/ 151726 w 169973"/>
                  <a:gd name="connsiteY8" fmla="*/ 248959 h 282375"/>
                  <a:gd name="connsiteX9" fmla="*/ 164040 w 169973"/>
                  <a:gd name="connsiteY9" fmla="*/ 280564 h 282375"/>
                  <a:gd name="connsiteX10" fmla="*/ 164731 w 169973"/>
                  <a:gd name="connsiteY10" fmla="*/ 282376 h 282375"/>
                  <a:gd name="connsiteX11" fmla="*/ 169974 w 169973"/>
                  <a:gd name="connsiteY11" fmla="*/ 282376 h 282375"/>
                  <a:gd name="connsiteX12" fmla="*/ 168998 w 169973"/>
                  <a:gd name="connsiteY12" fmla="*/ 279931 h 282375"/>
                  <a:gd name="connsiteX13" fmla="*/ 156725 w 169973"/>
                  <a:gd name="connsiteY13" fmla="*/ 248392 h 282375"/>
                  <a:gd name="connsiteX14" fmla="*/ 144736 w 169973"/>
                  <a:gd name="connsiteY14" fmla="*/ 214299 h 282375"/>
                  <a:gd name="connsiteX15" fmla="*/ 110721 w 169973"/>
                  <a:gd name="connsiteY15" fmla="*/ 137513 h 282375"/>
                  <a:gd name="connsiteX16" fmla="*/ 99910 w 169973"/>
                  <a:gd name="connsiteY16" fmla="*/ 118327 h 282375"/>
                  <a:gd name="connsiteX17" fmla="*/ 89303 w 169973"/>
                  <a:gd name="connsiteY17" fmla="*/ 103311 h 282375"/>
                  <a:gd name="connsiteX18" fmla="*/ 59230 w 169973"/>
                  <a:gd name="connsiteY18" fmla="*/ 67275 h 282375"/>
                  <a:gd name="connsiteX19" fmla="*/ 31147 w 169973"/>
                  <a:gd name="connsiteY19" fmla="*/ 35583 h 282375"/>
                  <a:gd name="connsiteX20" fmla="*/ 22329 w 169973"/>
                  <a:gd name="connsiteY20" fmla="*/ 24495 h 282375"/>
                  <a:gd name="connsiteX21" fmla="*/ 13510 w 169973"/>
                  <a:gd name="connsiteY21" fmla="*/ 12076 h 282375"/>
                  <a:gd name="connsiteX22" fmla="*/ 4894 w 169973"/>
                  <a:gd name="connsiteY22" fmla="*/ 835 h 282375"/>
                  <a:gd name="connsiteX23" fmla="*/ 1521 w 169973"/>
                  <a:gd name="connsiteY23" fmla="*/ 93 h 282375"/>
                  <a:gd name="connsiteX24" fmla="*/ 220 w 169973"/>
                  <a:gd name="connsiteY24" fmla="*/ 1948 h 282375"/>
                  <a:gd name="connsiteX25" fmla="*/ 8755 w 169973"/>
                  <a:gd name="connsiteY25" fmla="*/ 13123 h 28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9973" h="282375">
                    <a:moveTo>
                      <a:pt x="8674" y="13101"/>
                    </a:moveTo>
                    <a:lnTo>
                      <a:pt x="17492" y="25521"/>
                    </a:lnTo>
                    <a:lnTo>
                      <a:pt x="26515" y="36696"/>
                    </a:lnTo>
                    <a:lnTo>
                      <a:pt x="54597" y="68454"/>
                    </a:lnTo>
                    <a:lnTo>
                      <a:pt x="84548" y="104380"/>
                    </a:lnTo>
                    <a:lnTo>
                      <a:pt x="95074" y="119244"/>
                    </a:lnTo>
                    <a:lnTo>
                      <a:pt x="105803" y="138211"/>
                    </a:lnTo>
                    <a:lnTo>
                      <a:pt x="139738" y="214844"/>
                    </a:lnTo>
                    <a:lnTo>
                      <a:pt x="151726" y="248959"/>
                    </a:lnTo>
                    <a:lnTo>
                      <a:pt x="164040" y="280564"/>
                    </a:lnTo>
                    <a:lnTo>
                      <a:pt x="164731" y="282376"/>
                    </a:lnTo>
                    <a:lnTo>
                      <a:pt x="169974" y="282376"/>
                    </a:lnTo>
                    <a:lnTo>
                      <a:pt x="168998" y="279931"/>
                    </a:lnTo>
                    <a:lnTo>
                      <a:pt x="156725" y="248392"/>
                    </a:lnTo>
                    <a:lnTo>
                      <a:pt x="144736" y="214299"/>
                    </a:lnTo>
                    <a:lnTo>
                      <a:pt x="110721" y="137513"/>
                    </a:lnTo>
                    <a:lnTo>
                      <a:pt x="99910" y="118327"/>
                    </a:lnTo>
                    <a:lnTo>
                      <a:pt x="89303" y="103311"/>
                    </a:lnTo>
                    <a:lnTo>
                      <a:pt x="59230" y="67275"/>
                    </a:lnTo>
                    <a:lnTo>
                      <a:pt x="31147" y="35583"/>
                    </a:lnTo>
                    <a:lnTo>
                      <a:pt x="22329" y="24495"/>
                    </a:lnTo>
                    <a:lnTo>
                      <a:pt x="13510" y="12076"/>
                    </a:lnTo>
                    <a:lnTo>
                      <a:pt x="4894" y="835"/>
                    </a:lnTo>
                    <a:cubicBezTo>
                      <a:pt x="4406" y="137"/>
                      <a:pt x="2903" y="-169"/>
                      <a:pt x="1521" y="93"/>
                    </a:cubicBezTo>
                    <a:cubicBezTo>
                      <a:pt x="220" y="420"/>
                      <a:pt x="-349" y="1272"/>
                      <a:pt x="220" y="1948"/>
                    </a:cubicBezTo>
                    <a:lnTo>
                      <a:pt x="8755" y="1312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6" name="Freeform: Shape 475">
                <a:extLst>
                  <a:ext uri="{FF2B5EF4-FFF2-40B4-BE49-F238E27FC236}">
                    <a16:creationId xmlns:a16="http://schemas.microsoft.com/office/drawing/2014/main" id="{7B3ADC0A-4A26-46A2-8A46-69612D9C9DBF}"/>
                  </a:ext>
                </a:extLst>
              </p:cNvPr>
              <p:cNvSpPr/>
              <p:nvPr/>
            </p:nvSpPr>
            <p:spPr>
              <a:xfrm>
                <a:off x="8541089" y="5693438"/>
                <a:ext cx="2189703" cy="25168"/>
              </a:xfrm>
              <a:custGeom>
                <a:avLst/>
                <a:gdLst>
                  <a:gd name="connsiteX0" fmla="*/ 245116 w 2189703"/>
                  <a:gd name="connsiteY0" fmla="*/ 25147 h 25168"/>
                  <a:gd name="connsiteX1" fmla="*/ 185294 w 2189703"/>
                  <a:gd name="connsiteY1" fmla="*/ 24623 h 25168"/>
                  <a:gd name="connsiteX2" fmla="*/ 63374 w 2189703"/>
                  <a:gd name="connsiteY2" fmla="*/ 20738 h 25168"/>
                  <a:gd name="connsiteX3" fmla="*/ 22002 w 2189703"/>
                  <a:gd name="connsiteY3" fmla="*/ 16896 h 25168"/>
                  <a:gd name="connsiteX4" fmla="*/ 1966 w 2189703"/>
                  <a:gd name="connsiteY4" fmla="*/ 14343 h 25168"/>
                  <a:gd name="connsiteX5" fmla="*/ 56 w 2189703"/>
                  <a:gd name="connsiteY5" fmla="*/ 12640 h 25168"/>
                  <a:gd name="connsiteX6" fmla="*/ 3023 w 2189703"/>
                  <a:gd name="connsiteY6" fmla="*/ 11571 h 25168"/>
                  <a:gd name="connsiteX7" fmla="*/ 22978 w 2189703"/>
                  <a:gd name="connsiteY7" fmla="*/ 14124 h 25168"/>
                  <a:gd name="connsiteX8" fmla="*/ 63942 w 2189703"/>
                  <a:gd name="connsiteY8" fmla="*/ 17966 h 25168"/>
                  <a:gd name="connsiteX9" fmla="*/ 185497 w 2189703"/>
                  <a:gd name="connsiteY9" fmla="*/ 21851 h 25168"/>
                  <a:gd name="connsiteX10" fmla="*/ 245116 w 2189703"/>
                  <a:gd name="connsiteY10" fmla="*/ 22331 h 25168"/>
                  <a:gd name="connsiteX11" fmla="*/ 303962 w 2189703"/>
                  <a:gd name="connsiteY11" fmla="*/ 22004 h 25168"/>
                  <a:gd name="connsiteX12" fmla="*/ 362200 w 2189703"/>
                  <a:gd name="connsiteY12" fmla="*/ 21938 h 25168"/>
                  <a:gd name="connsiteX13" fmla="*/ 419827 w 2189703"/>
                  <a:gd name="connsiteY13" fmla="*/ 21131 h 25168"/>
                  <a:gd name="connsiteX14" fmla="*/ 477495 w 2189703"/>
                  <a:gd name="connsiteY14" fmla="*/ 19952 h 25168"/>
                  <a:gd name="connsiteX15" fmla="*/ 533863 w 2189703"/>
                  <a:gd name="connsiteY15" fmla="*/ 17245 h 25168"/>
                  <a:gd name="connsiteX16" fmla="*/ 544064 w 2189703"/>
                  <a:gd name="connsiteY16" fmla="*/ 15805 h 25168"/>
                  <a:gd name="connsiteX17" fmla="*/ 544754 w 2189703"/>
                  <a:gd name="connsiteY17" fmla="*/ 15739 h 25168"/>
                  <a:gd name="connsiteX18" fmla="*/ 558247 w 2189703"/>
                  <a:gd name="connsiteY18" fmla="*/ 15849 h 25168"/>
                  <a:gd name="connsiteX19" fmla="*/ 591490 w 2189703"/>
                  <a:gd name="connsiteY19" fmla="*/ 15805 h 25168"/>
                  <a:gd name="connsiteX20" fmla="*/ 612826 w 2189703"/>
                  <a:gd name="connsiteY20" fmla="*/ 14692 h 25168"/>
                  <a:gd name="connsiteX21" fmla="*/ 642575 w 2189703"/>
                  <a:gd name="connsiteY21" fmla="*/ 12727 h 25168"/>
                  <a:gd name="connsiteX22" fmla="*/ 665902 w 2189703"/>
                  <a:gd name="connsiteY22" fmla="*/ 10108 h 25168"/>
                  <a:gd name="connsiteX23" fmla="*/ 675413 w 2189703"/>
                  <a:gd name="connsiteY23" fmla="*/ 9519 h 25168"/>
                  <a:gd name="connsiteX24" fmla="*/ 705160 w 2189703"/>
                  <a:gd name="connsiteY24" fmla="*/ 8886 h 25168"/>
                  <a:gd name="connsiteX25" fmla="*/ 711297 w 2189703"/>
                  <a:gd name="connsiteY25" fmla="*/ 7336 h 25168"/>
                  <a:gd name="connsiteX26" fmla="*/ 746816 w 2189703"/>
                  <a:gd name="connsiteY26" fmla="*/ 3757 h 25168"/>
                  <a:gd name="connsiteX27" fmla="*/ 756123 w 2189703"/>
                  <a:gd name="connsiteY27" fmla="*/ 3648 h 25168"/>
                  <a:gd name="connsiteX28" fmla="*/ 756815 w 2189703"/>
                  <a:gd name="connsiteY28" fmla="*/ 3713 h 25168"/>
                  <a:gd name="connsiteX29" fmla="*/ 767136 w 2189703"/>
                  <a:gd name="connsiteY29" fmla="*/ 5154 h 25168"/>
                  <a:gd name="connsiteX30" fmla="*/ 804038 w 2189703"/>
                  <a:gd name="connsiteY30" fmla="*/ 3648 h 25168"/>
                  <a:gd name="connsiteX31" fmla="*/ 853862 w 2189703"/>
                  <a:gd name="connsiteY31" fmla="*/ 3713 h 25168"/>
                  <a:gd name="connsiteX32" fmla="*/ 879262 w 2189703"/>
                  <a:gd name="connsiteY32" fmla="*/ 5306 h 25168"/>
                  <a:gd name="connsiteX33" fmla="*/ 932257 w 2189703"/>
                  <a:gd name="connsiteY33" fmla="*/ 6900 h 25168"/>
                  <a:gd name="connsiteX34" fmla="*/ 958266 w 2189703"/>
                  <a:gd name="connsiteY34" fmla="*/ 8449 h 25168"/>
                  <a:gd name="connsiteX35" fmla="*/ 1353653 w 2189703"/>
                  <a:gd name="connsiteY35" fmla="*/ 9192 h 25168"/>
                  <a:gd name="connsiteX36" fmla="*/ 1409126 w 2189703"/>
                  <a:gd name="connsiteY36" fmla="*/ 8493 h 25168"/>
                  <a:gd name="connsiteX37" fmla="*/ 1410630 w 2189703"/>
                  <a:gd name="connsiteY37" fmla="*/ 6092 h 25168"/>
                  <a:gd name="connsiteX38" fmla="*/ 1412907 w 2189703"/>
                  <a:gd name="connsiteY38" fmla="*/ 5175 h 25168"/>
                  <a:gd name="connsiteX39" fmla="*/ 1469762 w 2189703"/>
                  <a:gd name="connsiteY39" fmla="*/ 2731 h 25168"/>
                  <a:gd name="connsiteX40" fmla="*/ 1972519 w 2189703"/>
                  <a:gd name="connsiteY40" fmla="*/ 3211 h 25168"/>
                  <a:gd name="connsiteX41" fmla="*/ 2068958 w 2189703"/>
                  <a:gd name="connsiteY41" fmla="*/ 1552 h 25168"/>
                  <a:gd name="connsiteX42" fmla="*/ 2124716 w 2189703"/>
                  <a:gd name="connsiteY42" fmla="*/ 1596 h 25168"/>
                  <a:gd name="connsiteX43" fmla="*/ 2168973 w 2189703"/>
                  <a:gd name="connsiteY43" fmla="*/ 810 h 25168"/>
                  <a:gd name="connsiteX44" fmla="*/ 2187017 w 2189703"/>
                  <a:gd name="connsiteY44" fmla="*/ 3 h 25168"/>
                  <a:gd name="connsiteX45" fmla="*/ 2189699 w 2189703"/>
                  <a:gd name="connsiteY45" fmla="*/ 1290 h 25168"/>
                  <a:gd name="connsiteX46" fmla="*/ 2187423 w 2189703"/>
                  <a:gd name="connsiteY46" fmla="*/ 2774 h 25168"/>
                  <a:gd name="connsiteX47" fmla="*/ 2169257 w 2189703"/>
                  <a:gd name="connsiteY47" fmla="*/ 3626 h 25168"/>
                  <a:gd name="connsiteX48" fmla="*/ 2124797 w 2189703"/>
                  <a:gd name="connsiteY48" fmla="*/ 4433 h 25168"/>
                  <a:gd name="connsiteX49" fmla="*/ 2069039 w 2189703"/>
                  <a:gd name="connsiteY49" fmla="*/ 4368 h 25168"/>
                  <a:gd name="connsiteX50" fmla="*/ 1972601 w 2189703"/>
                  <a:gd name="connsiteY50" fmla="*/ 6027 h 25168"/>
                  <a:gd name="connsiteX51" fmla="*/ 1469965 w 2189703"/>
                  <a:gd name="connsiteY51" fmla="*/ 5546 h 25168"/>
                  <a:gd name="connsiteX52" fmla="*/ 1414898 w 2189703"/>
                  <a:gd name="connsiteY52" fmla="*/ 7904 h 25168"/>
                  <a:gd name="connsiteX53" fmla="*/ 1413312 w 2189703"/>
                  <a:gd name="connsiteY53" fmla="*/ 10348 h 25168"/>
                  <a:gd name="connsiteX54" fmla="*/ 1411037 w 2189703"/>
                  <a:gd name="connsiteY54" fmla="*/ 11265 h 25168"/>
                  <a:gd name="connsiteX55" fmla="*/ 1353775 w 2189703"/>
                  <a:gd name="connsiteY55" fmla="*/ 12007 h 25168"/>
                  <a:gd name="connsiteX56" fmla="*/ 957983 w 2189703"/>
                  <a:gd name="connsiteY56" fmla="*/ 11265 h 25168"/>
                  <a:gd name="connsiteX57" fmla="*/ 931810 w 2189703"/>
                  <a:gd name="connsiteY57" fmla="*/ 9672 h 25168"/>
                  <a:gd name="connsiteX58" fmla="*/ 878937 w 2189703"/>
                  <a:gd name="connsiteY58" fmla="*/ 8122 h 25168"/>
                  <a:gd name="connsiteX59" fmla="*/ 853659 w 2189703"/>
                  <a:gd name="connsiteY59" fmla="*/ 6529 h 25168"/>
                  <a:gd name="connsiteX60" fmla="*/ 804323 w 2189703"/>
                  <a:gd name="connsiteY60" fmla="*/ 6485 h 25168"/>
                  <a:gd name="connsiteX61" fmla="*/ 767136 w 2189703"/>
                  <a:gd name="connsiteY61" fmla="*/ 8035 h 25168"/>
                  <a:gd name="connsiteX62" fmla="*/ 766364 w 2189703"/>
                  <a:gd name="connsiteY62" fmla="*/ 7991 h 25168"/>
                  <a:gd name="connsiteX63" fmla="*/ 755960 w 2189703"/>
                  <a:gd name="connsiteY63" fmla="*/ 6507 h 25168"/>
                  <a:gd name="connsiteX64" fmla="*/ 747427 w 2189703"/>
                  <a:gd name="connsiteY64" fmla="*/ 6550 h 25168"/>
                  <a:gd name="connsiteX65" fmla="*/ 712883 w 2189703"/>
                  <a:gd name="connsiteY65" fmla="*/ 10021 h 25168"/>
                  <a:gd name="connsiteX66" fmla="*/ 706909 w 2189703"/>
                  <a:gd name="connsiteY66" fmla="*/ 11571 h 25168"/>
                  <a:gd name="connsiteX67" fmla="*/ 705933 w 2189703"/>
                  <a:gd name="connsiteY67" fmla="*/ 11680 h 25168"/>
                  <a:gd name="connsiteX68" fmla="*/ 675859 w 2189703"/>
                  <a:gd name="connsiteY68" fmla="*/ 12378 h 25168"/>
                  <a:gd name="connsiteX69" fmla="*/ 666715 w 2189703"/>
                  <a:gd name="connsiteY69" fmla="*/ 12902 h 25168"/>
                  <a:gd name="connsiteX70" fmla="*/ 643388 w 2189703"/>
                  <a:gd name="connsiteY70" fmla="*/ 15521 h 25168"/>
                  <a:gd name="connsiteX71" fmla="*/ 613437 w 2189703"/>
                  <a:gd name="connsiteY71" fmla="*/ 17486 h 25168"/>
                  <a:gd name="connsiteX72" fmla="*/ 591816 w 2189703"/>
                  <a:gd name="connsiteY72" fmla="*/ 18664 h 25168"/>
                  <a:gd name="connsiteX73" fmla="*/ 558288 w 2189703"/>
                  <a:gd name="connsiteY73" fmla="*/ 18708 h 25168"/>
                  <a:gd name="connsiteX74" fmla="*/ 544998 w 2189703"/>
                  <a:gd name="connsiteY74" fmla="*/ 18599 h 25168"/>
                  <a:gd name="connsiteX75" fmla="*/ 534676 w 2189703"/>
                  <a:gd name="connsiteY75" fmla="*/ 20039 h 25168"/>
                  <a:gd name="connsiteX76" fmla="*/ 477820 w 2189703"/>
                  <a:gd name="connsiteY76" fmla="*/ 22811 h 25168"/>
                  <a:gd name="connsiteX77" fmla="*/ 420071 w 2189703"/>
                  <a:gd name="connsiteY77" fmla="*/ 23990 h 25168"/>
                  <a:gd name="connsiteX78" fmla="*/ 362240 w 2189703"/>
                  <a:gd name="connsiteY78" fmla="*/ 24732 h 25168"/>
                  <a:gd name="connsiteX79" fmla="*/ 304003 w 2189703"/>
                  <a:gd name="connsiteY79" fmla="*/ 24841 h 25168"/>
                  <a:gd name="connsiteX80" fmla="*/ 245156 w 2189703"/>
                  <a:gd name="connsiteY80" fmla="*/ 25169 h 25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2189703" h="25168">
                    <a:moveTo>
                      <a:pt x="245116" y="25147"/>
                    </a:moveTo>
                    <a:lnTo>
                      <a:pt x="185294" y="24623"/>
                    </a:lnTo>
                    <a:lnTo>
                      <a:pt x="63374" y="20738"/>
                    </a:lnTo>
                    <a:lnTo>
                      <a:pt x="22002" y="16896"/>
                    </a:lnTo>
                    <a:lnTo>
                      <a:pt x="1966" y="14343"/>
                    </a:lnTo>
                    <a:cubicBezTo>
                      <a:pt x="585" y="14190"/>
                      <a:pt x="-227" y="13448"/>
                      <a:pt x="56" y="12640"/>
                    </a:cubicBezTo>
                    <a:cubicBezTo>
                      <a:pt x="341" y="11898"/>
                      <a:pt x="1764" y="11418"/>
                      <a:pt x="3023" y="11571"/>
                    </a:cubicBezTo>
                    <a:lnTo>
                      <a:pt x="22978" y="14124"/>
                    </a:lnTo>
                    <a:lnTo>
                      <a:pt x="63942" y="17966"/>
                    </a:lnTo>
                    <a:lnTo>
                      <a:pt x="185497" y="21851"/>
                    </a:lnTo>
                    <a:lnTo>
                      <a:pt x="245116" y="22331"/>
                    </a:lnTo>
                    <a:lnTo>
                      <a:pt x="303962" y="22004"/>
                    </a:lnTo>
                    <a:lnTo>
                      <a:pt x="362200" y="21938"/>
                    </a:lnTo>
                    <a:lnTo>
                      <a:pt x="419827" y="21131"/>
                    </a:lnTo>
                    <a:lnTo>
                      <a:pt x="477495" y="19952"/>
                    </a:lnTo>
                    <a:lnTo>
                      <a:pt x="533863" y="17245"/>
                    </a:lnTo>
                    <a:lnTo>
                      <a:pt x="544064" y="15805"/>
                    </a:lnTo>
                    <a:cubicBezTo>
                      <a:pt x="544064" y="15805"/>
                      <a:pt x="544471" y="15739"/>
                      <a:pt x="544754" y="15739"/>
                    </a:cubicBezTo>
                    <a:lnTo>
                      <a:pt x="558247" y="15849"/>
                    </a:lnTo>
                    <a:lnTo>
                      <a:pt x="591490" y="15805"/>
                    </a:lnTo>
                    <a:lnTo>
                      <a:pt x="612826" y="14692"/>
                    </a:lnTo>
                    <a:lnTo>
                      <a:pt x="642575" y="12727"/>
                    </a:lnTo>
                    <a:lnTo>
                      <a:pt x="665902" y="10108"/>
                    </a:lnTo>
                    <a:lnTo>
                      <a:pt x="675413" y="9519"/>
                    </a:lnTo>
                    <a:lnTo>
                      <a:pt x="705160" y="8886"/>
                    </a:lnTo>
                    <a:lnTo>
                      <a:pt x="711297" y="7336"/>
                    </a:lnTo>
                    <a:lnTo>
                      <a:pt x="746816" y="3757"/>
                    </a:lnTo>
                    <a:lnTo>
                      <a:pt x="756123" y="3648"/>
                    </a:lnTo>
                    <a:cubicBezTo>
                      <a:pt x="756530" y="3648"/>
                      <a:pt x="756611" y="3648"/>
                      <a:pt x="756815" y="3713"/>
                    </a:cubicBezTo>
                    <a:lnTo>
                      <a:pt x="767136" y="5154"/>
                    </a:lnTo>
                    <a:lnTo>
                      <a:pt x="804038" y="3648"/>
                    </a:lnTo>
                    <a:lnTo>
                      <a:pt x="853862" y="3713"/>
                    </a:lnTo>
                    <a:lnTo>
                      <a:pt x="879262" y="5306"/>
                    </a:lnTo>
                    <a:lnTo>
                      <a:pt x="932257" y="6900"/>
                    </a:lnTo>
                    <a:lnTo>
                      <a:pt x="958266" y="8449"/>
                    </a:lnTo>
                    <a:lnTo>
                      <a:pt x="1353653" y="9192"/>
                    </a:lnTo>
                    <a:lnTo>
                      <a:pt x="1409126" y="8493"/>
                    </a:lnTo>
                    <a:lnTo>
                      <a:pt x="1410630" y="6092"/>
                    </a:lnTo>
                    <a:cubicBezTo>
                      <a:pt x="1411037" y="5612"/>
                      <a:pt x="1411931" y="5241"/>
                      <a:pt x="1412907" y="5175"/>
                    </a:cubicBezTo>
                    <a:lnTo>
                      <a:pt x="1469762" y="2731"/>
                    </a:lnTo>
                    <a:lnTo>
                      <a:pt x="1972519" y="3211"/>
                    </a:lnTo>
                    <a:lnTo>
                      <a:pt x="2068958" y="1552"/>
                    </a:lnTo>
                    <a:lnTo>
                      <a:pt x="2124716" y="1596"/>
                    </a:lnTo>
                    <a:lnTo>
                      <a:pt x="2168973" y="810"/>
                    </a:lnTo>
                    <a:lnTo>
                      <a:pt x="2187017" y="3"/>
                    </a:lnTo>
                    <a:cubicBezTo>
                      <a:pt x="2188318" y="-41"/>
                      <a:pt x="2189577" y="483"/>
                      <a:pt x="2189699" y="1290"/>
                    </a:cubicBezTo>
                    <a:cubicBezTo>
                      <a:pt x="2189780" y="2032"/>
                      <a:pt x="2188805" y="2731"/>
                      <a:pt x="2187423" y="2774"/>
                    </a:cubicBezTo>
                    <a:lnTo>
                      <a:pt x="2169257" y="3626"/>
                    </a:lnTo>
                    <a:lnTo>
                      <a:pt x="2124797" y="4433"/>
                    </a:lnTo>
                    <a:lnTo>
                      <a:pt x="2069039" y="4368"/>
                    </a:lnTo>
                    <a:lnTo>
                      <a:pt x="1972601" y="6027"/>
                    </a:lnTo>
                    <a:lnTo>
                      <a:pt x="1469965" y="5546"/>
                    </a:lnTo>
                    <a:lnTo>
                      <a:pt x="1414898" y="7904"/>
                    </a:lnTo>
                    <a:lnTo>
                      <a:pt x="1413312" y="10348"/>
                    </a:lnTo>
                    <a:cubicBezTo>
                      <a:pt x="1412988" y="10872"/>
                      <a:pt x="1412013" y="11265"/>
                      <a:pt x="1411037" y="11265"/>
                    </a:cubicBezTo>
                    <a:lnTo>
                      <a:pt x="1353775" y="12007"/>
                    </a:lnTo>
                    <a:lnTo>
                      <a:pt x="957983" y="11265"/>
                    </a:lnTo>
                    <a:lnTo>
                      <a:pt x="931810" y="9672"/>
                    </a:lnTo>
                    <a:lnTo>
                      <a:pt x="878937" y="8122"/>
                    </a:lnTo>
                    <a:lnTo>
                      <a:pt x="853659" y="6529"/>
                    </a:lnTo>
                    <a:lnTo>
                      <a:pt x="804323" y="6485"/>
                    </a:lnTo>
                    <a:lnTo>
                      <a:pt x="767136" y="8035"/>
                    </a:lnTo>
                    <a:cubicBezTo>
                      <a:pt x="766853" y="8035"/>
                      <a:pt x="766649" y="7991"/>
                      <a:pt x="766364" y="7991"/>
                    </a:cubicBezTo>
                    <a:lnTo>
                      <a:pt x="755960" y="6507"/>
                    </a:lnTo>
                    <a:lnTo>
                      <a:pt x="747427" y="6550"/>
                    </a:lnTo>
                    <a:lnTo>
                      <a:pt x="712883" y="10021"/>
                    </a:lnTo>
                    <a:lnTo>
                      <a:pt x="706909" y="11571"/>
                    </a:lnTo>
                    <a:cubicBezTo>
                      <a:pt x="706624" y="11614"/>
                      <a:pt x="706298" y="11680"/>
                      <a:pt x="705933" y="11680"/>
                    </a:cubicBezTo>
                    <a:lnTo>
                      <a:pt x="675859" y="12378"/>
                    </a:lnTo>
                    <a:lnTo>
                      <a:pt x="666715" y="12902"/>
                    </a:lnTo>
                    <a:lnTo>
                      <a:pt x="643388" y="15521"/>
                    </a:lnTo>
                    <a:lnTo>
                      <a:pt x="613437" y="17486"/>
                    </a:lnTo>
                    <a:lnTo>
                      <a:pt x="591816" y="18664"/>
                    </a:lnTo>
                    <a:lnTo>
                      <a:pt x="558288" y="18708"/>
                    </a:lnTo>
                    <a:lnTo>
                      <a:pt x="544998" y="18599"/>
                    </a:lnTo>
                    <a:lnTo>
                      <a:pt x="534676" y="20039"/>
                    </a:lnTo>
                    <a:lnTo>
                      <a:pt x="477820" y="22811"/>
                    </a:lnTo>
                    <a:lnTo>
                      <a:pt x="420071" y="23990"/>
                    </a:lnTo>
                    <a:lnTo>
                      <a:pt x="362240" y="24732"/>
                    </a:lnTo>
                    <a:lnTo>
                      <a:pt x="304003" y="24841"/>
                    </a:lnTo>
                    <a:lnTo>
                      <a:pt x="245156" y="2516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7" name="Freeform: Shape 476">
                <a:extLst>
                  <a:ext uri="{FF2B5EF4-FFF2-40B4-BE49-F238E27FC236}">
                    <a16:creationId xmlns:a16="http://schemas.microsoft.com/office/drawing/2014/main" id="{1AA8CAB4-F4F1-440E-B167-D97265DB4AD7}"/>
                  </a:ext>
                </a:extLst>
              </p:cNvPr>
              <p:cNvSpPr/>
              <p:nvPr/>
            </p:nvSpPr>
            <p:spPr>
              <a:xfrm>
                <a:off x="8974789" y="5694008"/>
                <a:ext cx="341135" cy="15715"/>
              </a:xfrm>
              <a:custGeom>
                <a:avLst/>
                <a:gdLst>
                  <a:gd name="connsiteX0" fmla="*/ 2505 w 341135"/>
                  <a:gd name="connsiteY0" fmla="*/ 15671 h 15715"/>
                  <a:gd name="connsiteX1" fmla="*/ 27 w 341135"/>
                  <a:gd name="connsiteY1" fmla="*/ 14449 h 15715"/>
                  <a:gd name="connsiteX2" fmla="*/ 2180 w 341135"/>
                  <a:gd name="connsiteY2" fmla="*/ 12856 h 15715"/>
                  <a:gd name="connsiteX3" fmla="*/ 23719 w 341135"/>
                  <a:gd name="connsiteY3" fmla="*/ 11197 h 15715"/>
                  <a:gd name="connsiteX4" fmla="*/ 79193 w 341135"/>
                  <a:gd name="connsiteY4" fmla="*/ 7203 h 15715"/>
                  <a:gd name="connsiteX5" fmla="*/ 134748 w 341135"/>
                  <a:gd name="connsiteY5" fmla="*/ 3994 h 15715"/>
                  <a:gd name="connsiteX6" fmla="*/ 190221 w 341135"/>
                  <a:gd name="connsiteY6" fmla="*/ 1702 h 15715"/>
                  <a:gd name="connsiteX7" fmla="*/ 245777 w 341135"/>
                  <a:gd name="connsiteY7" fmla="*/ 262 h 15715"/>
                  <a:gd name="connsiteX8" fmla="*/ 283775 w 341135"/>
                  <a:gd name="connsiteY8" fmla="*/ 0 h 15715"/>
                  <a:gd name="connsiteX9" fmla="*/ 284669 w 341135"/>
                  <a:gd name="connsiteY9" fmla="*/ 65 h 15715"/>
                  <a:gd name="connsiteX10" fmla="*/ 294991 w 341135"/>
                  <a:gd name="connsiteY10" fmla="*/ 1724 h 15715"/>
                  <a:gd name="connsiteX11" fmla="*/ 309175 w 341135"/>
                  <a:gd name="connsiteY11" fmla="*/ 2466 h 15715"/>
                  <a:gd name="connsiteX12" fmla="*/ 310272 w 341135"/>
                  <a:gd name="connsiteY12" fmla="*/ 2685 h 15715"/>
                  <a:gd name="connsiteX13" fmla="*/ 316246 w 341135"/>
                  <a:gd name="connsiteY13" fmla="*/ 4824 h 15715"/>
                  <a:gd name="connsiteX14" fmla="*/ 333193 w 341135"/>
                  <a:gd name="connsiteY14" fmla="*/ 4671 h 15715"/>
                  <a:gd name="connsiteX15" fmla="*/ 333884 w 341135"/>
                  <a:gd name="connsiteY15" fmla="*/ 4671 h 15715"/>
                  <a:gd name="connsiteX16" fmla="*/ 339249 w 341135"/>
                  <a:gd name="connsiteY16" fmla="*/ 5413 h 15715"/>
                  <a:gd name="connsiteX17" fmla="*/ 341037 w 341135"/>
                  <a:gd name="connsiteY17" fmla="*/ 7115 h 15715"/>
                  <a:gd name="connsiteX18" fmla="*/ 337948 w 341135"/>
                  <a:gd name="connsiteY18" fmla="*/ 8185 h 15715"/>
                  <a:gd name="connsiteX19" fmla="*/ 332909 w 341135"/>
                  <a:gd name="connsiteY19" fmla="*/ 7487 h 15715"/>
                  <a:gd name="connsiteX20" fmla="*/ 315555 w 341135"/>
                  <a:gd name="connsiteY20" fmla="*/ 7661 h 15715"/>
                  <a:gd name="connsiteX21" fmla="*/ 314173 w 341135"/>
                  <a:gd name="connsiteY21" fmla="*/ 7443 h 15715"/>
                  <a:gd name="connsiteX22" fmla="*/ 308118 w 341135"/>
                  <a:gd name="connsiteY22" fmla="*/ 5260 h 15715"/>
                  <a:gd name="connsiteX23" fmla="*/ 292756 w 341135"/>
                  <a:gd name="connsiteY23" fmla="*/ 4300 h 15715"/>
                  <a:gd name="connsiteX24" fmla="*/ 283653 w 341135"/>
                  <a:gd name="connsiteY24" fmla="*/ 2859 h 15715"/>
                  <a:gd name="connsiteX25" fmla="*/ 245939 w 341135"/>
                  <a:gd name="connsiteY25" fmla="*/ 3121 h 15715"/>
                  <a:gd name="connsiteX26" fmla="*/ 190587 w 341135"/>
                  <a:gd name="connsiteY26" fmla="*/ 4562 h 15715"/>
                  <a:gd name="connsiteX27" fmla="*/ 135235 w 341135"/>
                  <a:gd name="connsiteY27" fmla="*/ 6854 h 15715"/>
                  <a:gd name="connsiteX28" fmla="*/ 79884 w 341135"/>
                  <a:gd name="connsiteY28" fmla="*/ 10062 h 15715"/>
                  <a:gd name="connsiteX29" fmla="*/ 2993 w 341135"/>
                  <a:gd name="connsiteY29" fmla="*/ 15650 h 15715"/>
                  <a:gd name="connsiteX30" fmla="*/ 2587 w 341135"/>
                  <a:gd name="connsiteY30" fmla="*/ 15715 h 1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41135" h="15715">
                    <a:moveTo>
                      <a:pt x="2505" y="15671"/>
                    </a:moveTo>
                    <a:cubicBezTo>
                      <a:pt x="1327" y="15671"/>
                      <a:pt x="229" y="15148"/>
                      <a:pt x="27" y="14449"/>
                    </a:cubicBezTo>
                    <a:cubicBezTo>
                      <a:pt x="-177" y="13642"/>
                      <a:pt x="799" y="12965"/>
                      <a:pt x="2180" y="12856"/>
                    </a:cubicBezTo>
                    <a:lnTo>
                      <a:pt x="23719" y="11197"/>
                    </a:lnTo>
                    <a:lnTo>
                      <a:pt x="79193" y="7203"/>
                    </a:lnTo>
                    <a:lnTo>
                      <a:pt x="134748" y="3994"/>
                    </a:lnTo>
                    <a:lnTo>
                      <a:pt x="190221" y="1702"/>
                    </a:lnTo>
                    <a:lnTo>
                      <a:pt x="245777" y="262"/>
                    </a:lnTo>
                    <a:lnTo>
                      <a:pt x="283775" y="0"/>
                    </a:lnTo>
                    <a:cubicBezTo>
                      <a:pt x="283775" y="0"/>
                      <a:pt x="284466" y="0"/>
                      <a:pt x="284669" y="65"/>
                    </a:cubicBezTo>
                    <a:lnTo>
                      <a:pt x="294991" y="1724"/>
                    </a:lnTo>
                    <a:lnTo>
                      <a:pt x="309175" y="2466"/>
                    </a:lnTo>
                    <a:cubicBezTo>
                      <a:pt x="309581" y="2532"/>
                      <a:pt x="309947" y="2576"/>
                      <a:pt x="310272" y="2685"/>
                    </a:cubicBezTo>
                    <a:lnTo>
                      <a:pt x="316246" y="4824"/>
                    </a:lnTo>
                    <a:lnTo>
                      <a:pt x="333193" y="4671"/>
                    </a:lnTo>
                    <a:lnTo>
                      <a:pt x="333884" y="4671"/>
                    </a:lnTo>
                    <a:lnTo>
                      <a:pt x="339249" y="5413"/>
                    </a:lnTo>
                    <a:cubicBezTo>
                      <a:pt x="340549" y="5631"/>
                      <a:pt x="341443" y="6373"/>
                      <a:pt x="341037" y="7115"/>
                    </a:cubicBezTo>
                    <a:cubicBezTo>
                      <a:pt x="340752" y="7858"/>
                      <a:pt x="339371" y="8338"/>
                      <a:pt x="337948" y="8185"/>
                    </a:cubicBezTo>
                    <a:lnTo>
                      <a:pt x="332909" y="7487"/>
                    </a:lnTo>
                    <a:lnTo>
                      <a:pt x="315555" y="7661"/>
                    </a:lnTo>
                    <a:cubicBezTo>
                      <a:pt x="315067" y="7661"/>
                      <a:pt x="314580" y="7552"/>
                      <a:pt x="314173" y="7443"/>
                    </a:cubicBezTo>
                    <a:lnTo>
                      <a:pt x="308118" y="5260"/>
                    </a:lnTo>
                    <a:lnTo>
                      <a:pt x="292756" y="4300"/>
                    </a:lnTo>
                    <a:lnTo>
                      <a:pt x="283653" y="2859"/>
                    </a:lnTo>
                    <a:lnTo>
                      <a:pt x="245939" y="3121"/>
                    </a:lnTo>
                    <a:lnTo>
                      <a:pt x="190587" y="4562"/>
                    </a:lnTo>
                    <a:lnTo>
                      <a:pt x="135235" y="6854"/>
                    </a:lnTo>
                    <a:lnTo>
                      <a:pt x="79884" y="10062"/>
                    </a:lnTo>
                    <a:lnTo>
                      <a:pt x="2993" y="15650"/>
                    </a:lnTo>
                    <a:cubicBezTo>
                      <a:pt x="2993" y="15650"/>
                      <a:pt x="2709" y="15715"/>
                      <a:pt x="2587" y="1571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8" name="Freeform: Shape 477">
                <a:extLst>
                  <a:ext uri="{FF2B5EF4-FFF2-40B4-BE49-F238E27FC236}">
                    <a16:creationId xmlns:a16="http://schemas.microsoft.com/office/drawing/2014/main" id="{A457C424-976B-4E91-8CA7-898CB129DE09}"/>
                  </a:ext>
                </a:extLst>
              </p:cNvPr>
              <p:cNvSpPr/>
              <p:nvPr/>
            </p:nvSpPr>
            <p:spPr>
              <a:xfrm>
                <a:off x="8401066" y="5680282"/>
                <a:ext cx="3790933" cy="705692"/>
              </a:xfrm>
              <a:custGeom>
                <a:avLst/>
                <a:gdLst>
                  <a:gd name="connsiteX0" fmla="*/ 3790934 w 3790933"/>
                  <a:gd name="connsiteY0" fmla="*/ 702833 h 705692"/>
                  <a:gd name="connsiteX1" fmla="*/ 2408807 w 3790933"/>
                  <a:gd name="connsiteY1" fmla="*/ 428081 h 705692"/>
                  <a:gd name="connsiteX2" fmla="*/ 2379832 w 3790933"/>
                  <a:gd name="connsiteY2" fmla="*/ 419612 h 705692"/>
                  <a:gd name="connsiteX3" fmla="*/ 2350652 w 3790933"/>
                  <a:gd name="connsiteY3" fmla="*/ 399313 h 705692"/>
                  <a:gd name="connsiteX4" fmla="*/ 2321676 w 3790933"/>
                  <a:gd name="connsiteY4" fmla="*/ 380019 h 705692"/>
                  <a:gd name="connsiteX5" fmla="*/ 2320497 w 3790933"/>
                  <a:gd name="connsiteY5" fmla="*/ 379604 h 705692"/>
                  <a:gd name="connsiteX6" fmla="*/ 2291927 w 3790933"/>
                  <a:gd name="connsiteY6" fmla="*/ 374104 h 705692"/>
                  <a:gd name="connsiteX7" fmla="*/ 2264454 w 3790933"/>
                  <a:gd name="connsiteY7" fmla="*/ 370633 h 705692"/>
                  <a:gd name="connsiteX8" fmla="*/ 2236576 w 3790933"/>
                  <a:gd name="connsiteY8" fmla="*/ 364238 h 705692"/>
                  <a:gd name="connsiteX9" fmla="*/ 2179720 w 3790933"/>
                  <a:gd name="connsiteY9" fmla="*/ 354809 h 705692"/>
                  <a:gd name="connsiteX10" fmla="*/ 2164358 w 3790933"/>
                  <a:gd name="connsiteY10" fmla="*/ 349330 h 705692"/>
                  <a:gd name="connsiteX11" fmla="*/ 2163261 w 3790933"/>
                  <a:gd name="connsiteY11" fmla="*/ 349112 h 705692"/>
                  <a:gd name="connsiteX12" fmla="*/ 2105917 w 3790933"/>
                  <a:gd name="connsiteY12" fmla="*/ 345642 h 705692"/>
                  <a:gd name="connsiteX13" fmla="*/ 2094823 w 3790933"/>
                  <a:gd name="connsiteY13" fmla="*/ 346231 h 705692"/>
                  <a:gd name="connsiteX14" fmla="*/ 2088484 w 3790933"/>
                  <a:gd name="connsiteY14" fmla="*/ 344900 h 705692"/>
                  <a:gd name="connsiteX15" fmla="*/ 2034392 w 3790933"/>
                  <a:gd name="connsiteY15" fmla="*/ 339312 h 705692"/>
                  <a:gd name="connsiteX16" fmla="*/ 1981600 w 3790933"/>
                  <a:gd name="connsiteY16" fmla="*/ 340687 h 705692"/>
                  <a:gd name="connsiteX17" fmla="*/ 1896865 w 3790933"/>
                  <a:gd name="connsiteY17" fmla="*/ 341102 h 705692"/>
                  <a:gd name="connsiteX18" fmla="*/ 1895971 w 3790933"/>
                  <a:gd name="connsiteY18" fmla="*/ 341211 h 705692"/>
                  <a:gd name="connsiteX19" fmla="*/ 1891013 w 3790933"/>
                  <a:gd name="connsiteY19" fmla="*/ 342324 h 705692"/>
                  <a:gd name="connsiteX20" fmla="*/ 1825340 w 3790933"/>
                  <a:gd name="connsiteY20" fmla="*/ 346580 h 705692"/>
                  <a:gd name="connsiteX21" fmla="*/ 1809652 w 3790933"/>
                  <a:gd name="connsiteY21" fmla="*/ 346799 h 705692"/>
                  <a:gd name="connsiteX22" fmla="*/ 1788804 w 3790933"/>
                  <a:gd name="connsiteY22" fmla="*/ 346100 h 705692"/>
                  <a:gd name="connsiteX23" fmla="*/ 1758040 w 3790933"/>
                  <a:gd name="connsiteY23" fmla="*/ 347541 h 705692"/>
                  <a:gd name="connsiteX24" fmla="*/ 1720122 w 3790933"/>
                  <a:gd name="connsiteY24" fmla="*/ 347955 h 705692"/>
                  <a:gd name="connsiteX25" fmla="*/ 1702647 w 3790933"/>
                  <a:gd name="connsiteY25" fmla="*/ 350072 h 705692"/>
                  <a:gd name="connsiteX26" fmla="*/ 1690334 w 3790933"/>
                  <a:gd name="connsiteY26" fmla="*/ 350727 h 705692"/>
                  <a:gd name="connsiteX27" fmla="*/ 1593692 w 3790933"/>
                  <a:gd name="connsiteY27" fmla="*/ 365482 h 705692"/>
                  <a:gd name="connsiteX28" fmla="*/ 1571745 w 3790933"/>
                  <a:gd name="connsiteY28" fmla="*/ 358170 h 705692"/>
                  <a:gd name="connsiteX29" fmla="*/ 1548906 w 3790933"/>
                  <a:gd name="connsiteY29" fmla="*/ 349483 h 705692"/>
                  <a:gd name="connsiteX30" fmla="*/ 1526473 w 3790933"/>
                  <a:gd name="connsiteY30" fmla="*/ 342608 h 705692"/>
                  <a:gd name="connsiteX31" fmla="*/ 1525091 w 3790933"/>
                  <a:gd name="connsiteY31" fmla="*/ 342455 h 705692"/>
                  <a:gd name="connsiteX32" fmla="*/ 1481525 w 3790933"/>
                  <a:gd name="connsiteY32" fmla="*/ 343939 h 705692"/>
                  <a:gd name="connsiteX33" fmla="*/ 1469414 w 3790933"/>
                  <a:gd name="connsiteY33" fmla="*/ 343896 h 705692"/>
                  <a:gd name="connsiteX34" fmla="*/ 1460474 w 3790933"/>
                  <a:gd name="connsiteY34" fmla="*/ 344223 h 705692"/>
                  <a:gd name="connsiteX35" fmla="*/ 1439625 w 3790933"/>
                  <a:gd name="connsiteY35" fmla="*/ 340338 h 705692"/>
                  <a:gd name="connsiteX36" fmla="*/ 1438527 w 3790933"/>
                  <a:gd name="connsiteY36" fmla="*/ 340294 h 705692"/>
                  <a:gd name="connsiteX37" fmla="*/ 1417883 w 3790933"/>
                  <a:gd name="connsiteY37" fmla="*/ 341626 h 705692"/>
                  <a:gd name="connsiteX38" fmla="*/ 1240285 w 3790933"/>
                  <a:gd name="connsiteY38" fmla="*/ 300745 h 705692"/>
                  <a:gd name="connsiteX39" fmla="*/ 1221917 w 3790933"/>
                  <a:gd name="connsiteY39" fmla="*/ 295724 h 705692"/>
                  <a:gd name="connsiteX40" fmla="*/ 1204442 w 3790933"/>
                  <a:gd name="connsiteY40" fmla="*/ 289024 h 705692"/>
                  <a:gd name="connsiteX41" fmla="*/ 1187373 w 3790933"/>
                  <a:gd name="connsiteY41" fmla="*/ 267437 h 705692"/>
                  <a:gd name="connsiteX42" fmla="*/ 1170425 w 3790933"/>
                  <a:gd name="connsiteY42" fmla="*/ 247029 h 705692"/>
                  <a:gd name="connsiteX43" fmla="*/ 1153357 w 3790933"/>
                  <a:gd name="connsiteY43" fmla="*/ 219419 h 705692"/>
                  <a:gd name="connsiteX44" fmla="*/ 1136085 w 3790933"/>
                  <a:gd name="connsiteY44" fmla="*/ 188927 h 705692"/>
                  <a:gd name="connsiteX45" fmla="*/ 1118447 w 3790933"/>
                  <a:gd name="connsiteY45" fmla="*/ 159352 h 705692"/>
                  <a:gd name="connsiteX46" fmla="*/ 1100484 w 3790933"/>
                  <a:gd name="connsiteY46" fmla="*/ 133772 h 705692"/>
                  <a:gd name="connsiteX47" fmla="*/ 1082115 w 3790933"/>
                  <a:gd name="connsiteY47" fmla="*/ 111116 h 705692"/>
                  <a:gd name="connsiteX48" fmla="*/ 1063542 w 3790933"/>
                  <a:gd name="connsiteY48" fmla="*/ 86561 h 705692"/>
                  <a:gd name="connsiteX49" fmla="*/ 1062933 w 3790933"/>
                  <a:gd name="connsiteY49" fmla="*/ 86081 h 705692"/>
                  <a:gd name="connsiteX50" fmla="*/ 1044889 w 3790933"/>
                  <a:gd name="connsiteY50" fmla="*/ 76390 h 705692"/>
                  <a:gd name="connsiteX51" fmla="*/ 1027251 w 3790933"/>
                  <a:gd name="connsiteY51" fmla="*/ 67659 h 705692"/>
                  <a:gd name="connsiteX52" fmla="*/ 1010101 w 3790933"/>
                  <a:gd name="connsiteY52" fmla="*/ 56986 h 705692"/>
                  <a:gd name="connsiteX53" fmla="*/ 1008313 w 3790933"/>
                  <a:gd name="connsiteY53" fmla="*/ 56506 h 705692"/>
                  <a:gd name="connsiteX54" fmla="*/ 925488 w 3790933"/>
                  <a:gd name="connsiteY54" fmla="*/ 54585 h 705692"/>
                  <a:gd name="connsiteX55" fmla="*/ 870218 w 3790933"/>
                  <a:gd name="connsiteY55" fmla="*/ 58841 h 705692"/>
                  <a:gd name="connsiteX56" fmla="*/ 853150 w 3790933"/>
                  <a:gd name="connsiteY56" fmla="*/ 58797 h 705692"/>
                  <a:gd name="connsiteX57" fmla="*/ 842949 w 3790933"/>
                  <a:gd name="connsiteY57" fmla="*/ 59801 h 705692"/>
                  <a:gd name="connsiteX58" fmla="*/ 827952 w 3790933"/>
                  <a:gd name="connsiteY58" fmla="*/ 58688 h 705692"/>
                  <a:gd name="connsiteX59" fmla="*/ 771585 w 3790933"/>
                  <a:gd name="connsiteY59" fmla="*/ 60063 h 705692"/>
                  <a:gd name="connsiteX60" fmla="*/ 664133 w 3790933"/>
                  <a:gd name="connsiteY60" fmla="*/ 62311 h 705692"/>
                  <a:gd name="connsiteX61" fmla="*/ 625931 w 3790933"/>
                  <a:gd name="connsiteY61" fmla="*/ 63425 h 705692"/>
                  <a:gd name="connsiteX62" fmla="*/ 572042 w 3790933"/>
                  <a:gd name="connsiteY62" fmla="*/ 61242 h 705692"/>
                  <a:gd name="connsiteX63" fmla="*/ 568181 w 3790933"/>
                  <a:gd name="connsiteY63" fmla="*/ 60762 h 705692"/>
                  <a:gd name="connsiteX64" fmla="*/ 567369 w 3790933"/>
                  <a:gd name="connsiteY64" fmla="*/ 60718 h 705692"/>
                  <a:gd name="connsiteX65" fmla="*/ 489665 w 3790933"/>
                  <a:gd name="connsiteY65" fmla="*/ 65891 h 705692"/>
                  <a:gd name="connsiteX66" fmla="*/ 477961 w 3790933"/>
                  <a:gd name="connsiteY66" fmla="*/ 59278 h 705692"/>
                  <a:gd name="connsiteX67" fmla="*/ 475766 w 3790933"/>
                  <a:gd name="connsiteY67" fmla="*/ 58841 h 705692"/>
                  <a:gd name="connsiteX68" fmla="*/ 398876 w 3790933"/>
                  <a:gd name="connsiteY68" fmla="*/ 65564 h 705692"/>
                  <a:gd name="connsiteX69" fmla="*/ 323163 w 3790933"/>
                  <a:gd name="connsiteY69" fmla="*/ 65978 h 705692"/>
                  <a:gd name="connsiteX70" fmla="*/ 248751 w 3790933"/>
                  <a:gd name="connsiteY70" fmla="*/ 61984 h 705692"/>
                  <a:gd name="connsiteX71" fmla="*/ 174908 w 3790933"/>
                  <a:gd name="connsiteY71" fmla="*/ 53734 h 705692"/>
                  <a:gd name="connsiteX72" fmla="*/ 103301 w 3790933"/>
                  <a:gd name="connsiteY72" fmla="*/ 42166 h 705692"/>
                  <a:gd name="connsiteX73" fmla="*/ 38805 w 3790933"/>
                  <a:gd name="connsiteY73" fmla="*/ 30707 h 705692"/>
                  <a:gd name="connsiteX74" fmla="*/ 28767 w 3790933"/>
                  <a:gd name="connsiteY74" fmla="*/ 28633 h 705692"/>
                  <a:gd name="connsiteX75" fmla="*/ 25678 w 3790933"/>
                  <a:gd name="connsiteY75" fmla="*/ 27193 h 705692"/>
                  <a:gd name="connsiteX76" fmla="*/ 21005 w 3790933"/>
                  <a:gd name="connsiteY76" fmla="*/ 21801 h 705692"/>
                  <a:gd name="connsiteX77" fmla="*/ 14136 w 3790933"/>
                  <a:gd name="connsiteY77" fmla="*/ 11739 h 705692"/>
                  <a:gd name="connsiteX78" fmla="*/ 4911 w 3790933"/>
                  <a:gd name="connsiteY78" fmla="*/ 826 h 705692"/>
                  <a:gd name="connsiteX79" fmla="*/ 1538 w 3790933"/>
                  <a:gd name="connsiteY79" fmla="*/ 128 h 705692"/>
                  <a:gd name="connsiteX80" fmla="*/ 237 w 3790933"/>
                  <a:gd name="connsiteY80" fmla="*/ 1983 h 705692"/>
                  <a:gd name="connsiteX81" fmla="*/ 9463 w 3790933"/>
                  <a:gd name="connsiteY81" fmla="*/ 12852 h 705692"/>
                  <a:gd name="connsiteX82" fmla="*/ 16331 w 3790933"/>
                  <a:gd name="connsiteY82" fmla="*/ 22915 h 705692"/>
                  <a:gd name="connsiteX83" fmla="*/ 21289 w 3790933"/>
                  <a:gd name="connsiteY83" fmla="*/ 28677 h 705692"/>
                  <a:gd name="connsiteX84" fmla="*/ 21980 w 3790933"/>
                  <a:gd name="connsiteY84" fmla="*/ 29157 h 705692"/>
                  <a:gd name="connsiteX85" fmla="*/ 25841 w 3790933"/>
                  <a:gd name="connsiteY85" fmla="*/ 30969 h 705692"/>
                  <a:gd name="connsiteX86" fmla="*/ 26531 w 3790933"/>
                  <a:gd name="connsiteY86" fmla="*/ 31187 h 705692"/>
                  <a:gd name="connsiteX87" fmla="*/ 37058 w 3790933"/>
                  <a:gd name="connsiteY87" fmla="*/ 33369 h 705692"/>
                  <a:gd name="connsiteX88" fmla="*/ 98383 w 3790933"/>
                  <a:gd name="connsiteY88" fmla="*/ 44305 h 705692"/>
                  <a:gd name="connsiteX89" fmla="*/ 98993 w 3790933"/>
                  <a:gd name="connsiteY89" fmla="*/ 44414 h 705692"/>
                  <a:gd name="connsiteX90" fmla="*/ 172713 w 3790933"/>
                  <a:gd name="connsiteY90" fmla="*/ 56287 h 705692"/>
                  <a:gd name="connsiteX91" fmla="*/ 247938 w 3790933"/>
                  <a:gd name="connsiteY91" fmla="*/ 64756 h 705692"/>
                  <a:gd name="connsiteX92" fmla="*/ 322959 w 3790933"/>
                  <a:gd name="connsiteY92" fmla="*/ 68794 h 705692"/>
                  <a:gd name="connsiteX93" fmla="*/ 399241 w 3790933"/>
                  <a:gd name="connsiteY93" fmla="*/ 68314 h 705692"/>
                  <a:gd name="connsiteX94" fmla="*/ 475237 w 3790933"/>
                  <a:gd name="connsiteY94" fmla="*/ 61700 h 705692"/>
                  <a:gd name="connsiteX95" fmla="*/ 486820 w 3790933"/>
                  <a:gd name="connsiteY95" fmla="*/ 68357 h 705692"/>
                  <a:gd name="connsiteX96" fmla="*/ 488933 w 3790933"/>
                  <a:gd name="connsiteY96" fmla="*/ 68728 h 705692"/>
                  <a:gd name="connsiteX97" fmla="*/ 567491 w 3790933"/>
                  <a:gd name="connsiteY97" fmla="*/ 63512 h 705692"/>
                  <a:gd name="connsiteX98" fmla="*/ 569360 w 3790933"/>
                  <a:gd name="connsiteY98" fmla="*/ 63730 h 705692"/>
                  <a:gd name="connsiteX99" fmla="*/ 570580 w 3790933"/>
                  <a:gd name="connsiteY99" fmla="*/ 63948 h 705692"/>
                  <a:gd name="connsiteX100" fmla="*/ 571270 w 3790933"/>
                  <a:gd name="connsiteY100" fmla="*/ 64058 h 705692"/>
                  <a:gd name="connsiteX101" fmla="*/ 625849 w 3790933"/>
                  <a:gd name="connsiteY101" fmla="*/ 66197 h 705692"/>
                  <a:gd name="connsiteX102" fmla="*/ 664254 w 3790933"/>
                  <a:gd name="connsiteY102" fmla="*/ 65127 h 705692"/>
                  <a:gd name="connsiteX103" fmla="*/ 746226 w 3790933"/>
                  <a:gd name="connsiteY103" fmla="*/ 63468 h 705692"/>
                  <a:gd name="connsiteX104" fmla="*/ 827668 w 3790933"/>
                  <a:gd name="connsiteY104" fmla="*/ 61504 h 705692"/>
                  <a:gd name="connsiteX105" fmla="*/ 842542 w 3790933"/>
                  <a:gd name="connsiteY105" fmla="*/ 62617 h 705692"/>
                  <a:gd name="connsiteX106" fmla="*/ 843314 w 3790933"/>
                  <a:gd name="connsiteY106" fmla="*/ 62617 h 705692"/>
                  <a:gd name="connsiteX107" fmla="*/ 853515 w 3790933"/>
                  <a:gd name="connsiteY107" fmla="*/ 61591 h 705692"/>
                  <a:gd name="connsiteX108" fmla="*/ 870381 w 3790933"/>
                  <a:gd name="connsiteY108" fmla="*/ 61657 h 705692"/>
                  <a:gd name="connsiteX109" fmla="*/ 925651 w 3790933"/>
                  <a:gd name="connsiteY109" fmla="*/ 57400 h 705692"/>
                  <a:gd name="connsiteX110" fmla="*/ 1006931 w 3790933"/>
                  <a:gd name="connsiteY110" fmla="*/ 59256 h 705692"/>
                  <a:gd name="connsiteX111" fmla="*/ 1023512 w 3790933"/>
                  <a:gd name="connsiteY111" fmla="*/ 69601 h 705692"/>
                  <a:gd name="connsiteX112" fmla="*/ 1041393 w 3790933"/>
                  <a:gd name="connsiteY112" fmla="*/ 78441 h 705692"/>
                  <a:gd name="connsiteX113" fmla="*/ 1059032 w 3790933"/>
                  <a:gd name="connsiteY113" fmla="*/ 87870 h 705692"/>
                  <a:gd name="connsiteX114" fmla="*/ 1077401 w 3790933"/>
                  <a:gd name="connsiteY114" fmla="*/ 112207 h 705692"/>
                  <a:gd name="connsiteX115" fmla="*/ 1095648 w 3790933"/>
                  <a:gd name="connsiteY115" fmla="*/ 134797 h 705692"/>
                  <a:gd name="connsiteX116" fmla="*/ 1113611 w 3790933"/>
                  <a:gd name="connsiteY116" fmla="*/ 160269 h 705692"/>
                  <a:gd name="connsiteX117" fmla="*/ 1131290 w 3790933"/>
                  <a:gd name="connsiteY117" fmla="*/ 189800 h 705692"/>
                  <a:gd name="connsiteX118" fmla="*/ 1148562 w 3790933"/>
                  <a:gd name="connsiteY118" fmla="*/ 220292 h 705692"/>
                  <a:gd name="connsiteX119" fmla="*/ 1165752 w 3790933"/>
                  <a:gd name="connsiteY119" fmla="*/ 248055 h 705692"/>
                  <a:gd name="connsiteX120" fmla="*/ 1182699 w 3790933"/>
                  <a:gd name="connsiteY120" fmla="*/ 268529 h 705692"/>
                  <a:gd name="connsiteX121" fmla="*/ 1200052 w 3790933"/>
                  <a:gd name="connsiteY121" fmla="*/ 290486 h 705692"/>
                  <a:gd name="connsiteX122" fmla="*/ 1200946 w 3790933"/>
                  <a:gd name="connsiteY122" fmla="*/ 291075 h 705692"/>
                  <a:gd name="connsiteX123" fmla="*/ 1219275 w 3790933"/>
                  <a:gd name="connsiteY123" fmla="*/ 298104 h 705692"/>
                  <a:gd name="connsiteX124" fmla="*/ 1238132 w 3790933"/>
                  <a:gd name="connsiteY124" fmla="*/ 303276 h 705692"/>
                  <a:gd name="connsiteX125" fmla="*/ 1416501 w 3790933"/>
                  <a:gd name="connsiteY125" fmla="*/ 344354 h 705692"/>
                  <a:gd name="connsiteX126" fmla="*/ 1417680 w 3790933"/>
                  <a:gd name="connsiteY126" fmla="*/ 344398 h 705692"/>
                  <a:gd name="connsiteX127" fmla="*/ 1438405 w 3790933"/>
                  <a:gd name="connsiteY127" fmla="*/ 343066 h 705692"/>
                  <a:gd name="connsiteX128" fmla="*/ 1459213 w 3790933"/>
                  <a:gd name="connsiteY128" fmla="*/ 346951 h 705692"/>
                  <a:gd name="connsiteX129" fmla="*/ 1460107 w 3790933"/>
                  <a:gd name="connsiteY129" fmla="*/ 346995 h 705692"/>
                  <a:gd name="connsiteX130" fmla="*/ 1469333 w 3790933"/>
                  <a:gd name="connsiteY130" fmla="*/ 346668 h 705692"/>
                  <a:gd name="connsiteX131" fmla="*/ 1481525 w 3790933"/>
                  <a:gd name="connsiteY131" fmla="*/ 346668 h 705692"/>
                  <a:gd name="connsiteX132" fmla="*/ 1524482 w 3790933"/>
                  <a:gd name="connsiteY132" fmla="*/ 345227 h 705692"/>
                  <a:gd name="connsiteX133" fmla="*/ 1546021 w 3790933"/>
                  <a:gd name="connsiteY133" fmla="*/ 351775 h 705692"/>
                  <a:gd name="connsiteX134" fmla="*/ 1568860 w 3790933"/>
                  <a:gd name="connsiteY134" fmla="*/ 360506 h 705692"/>
                  <a:gd name="connsiteX135" fmla="*/ 1591782 w 3790933"/>
                  <a:gd name="connsiteY135" fmla="*/ 368123 h 705692"/>
                  <a:gd name="connsiteX136" fmla="*/ 1593773 w 3790933"/>
                  <a:gd name="connsiteY136" fmla="*/ 368276 h 705692"/>
                  <a:gd name="connsiteX137" fmla="*/ 1691024 w 3790933"/>
                  <a:gd name="connsiteY137" fmla="*/ 353368 h 705692"/>
                  <a:gd name="connsiteX138" fmla="*/ 1703216 w 3790933"/>
                  <a:gd name="connsiteY138" fmla="*/ 352779 h 705692"/>
                  <a:gd name="connsiteX139" fmla="*/ 1720488 w 3790933"/>
                  <a:gd name="connsiteY139" fmla="*/ 350662 h 705692"/>
                  <a:gd name="connsiteX140" fmla="*/ 1758080 w 3790933"/>
                  <a:gd name="connsiteY140" fmla="*/ 350291 h 705692"/>
                  <a:gd name="connsiteX141" fmla="*/ 1788642 w 3790933"/>
                  <a:gd name="connsiteY141" fmla="*/ 348850 h 705692"/>
                  <a:gd name="connsiteX142" fmla="*/ 1809286 w 3790933"/>
                  <a:gd name="connsiteY142" fmla="*/ 349483 h 705692"/>
                  <a:gd name="connsiteX143" fmla="*/ 1825462 w 3790933"/>
                  <a:gd name="connsiteY143" fmla="*/ 349265 h 705692"/>
                  <a:gd name="connsiteX144" fmla="*/ 1891623 w 3790933"/>
                  <a:gd name="connsiteY144" fmla="*/ 345009 h 705692"/>
                  <a:gd name="connsiteX145" fmla="*/ 1892314 w 3790933"/>
                  <a:gd name="connsiteY145" fmla="*/ 344900 h 705692"/>
                  <a:gd name="connsiteX146" fmla="*/ 1897191 w 3790933"/>
                  <a:gd name="connsiteY146" fmla="*/ 343830 h 705692"/>
                  <a:gd name="connsiteX147" fmla="*/ 1981437 w 3790933"/>
                  <a:gd name="connsiteY147" fmla="*/ 343394 h 705692"/>
                  <a:gd name="connsiteX148" fmla="*/ 2033742 w 3790933"/>
                  <a:gd name="connsiteY148" fmla="*/ 341953 h 705692"/>
                  <a:gd name="connsiteX149" fmla="*/ 2086817 w 3790933"/>
                  <a:gd name="connsiteY149" fmla="*/ 347497 h 705692"/>
                  <a:gd name="connsiteX150" fmla="*/ 2093360 w 3790933"/>
                  <a:gd name="connsiteY150" fmla="*/ 348828 h 705692"/>
                  <a:gd name="connsiteX151" fmla="*/ 2094458 w 3790933"/>
                  <a:gd name="connsiteY151" fmla="*/ 348938 h 705692"/>
                  <a:gd name="connsiteX152" fmla="*/ 2105674 w 3790933"/>
                  <a:gd name="connsiteY152" fmla="*/ 348348 h 705692"/>
                  <a:gd name="connsiteX153" fmla="*/ 2161919 w 3790933"/>
                  <a:gd name="connsiteY153" fmla="*/ 351753 h 705692"/>
                  <a:gd name="connsiteX154" fmla="*/ 2177119 w 3790933"/>
                  <a:gd name="connsiteY154" fmla="*/ 357144 h 705692"/>
                  <a:gd name="connsiteX155" fmla="*/ 2177729 w 3790933"/>
                  <a:gd name="connsiteY155" fmla="*/ 357297 h 705692"/>
                  <a:gd name="connsiteX156" fmla="*/ 2234666 w 3790933"/>
                  <a:gd name="connsiteY156" fmla="*/ 366792 h 705692"/>
                  <a:gd name="connsiteX157" fmla="*/ 2262666 w 3790933"/>
                  <a:gd name="connsiteY157" fmla="*/ 373187 h 705692"/>
                  <a:gd name="connsiteX158" fmla="*/ 2290220 w 3790933"/>
                  <a:gd name="connsiteY158" fmla="*/ 376701 h 705692"/>
                  <a:gd name="connsiteX159" fmla="*/ 2318018 w 3790933"/>
                  <a:gd name="connsiteY159" fmla="*/ 382027 h 705692"/>
                  <a:gd name="connsiteX160" fmla="*/ 2346507 w 3790933"/>
                  <a:gd name="connsiteY160" fmla="*/ 400950 h 705692"/>
                  <a:gd name="connsiteX161" fmla="*/ 2375971 w 3790933"/>
                  <a:gd name="connsiteY161" fmla="*/ 421467 h 705692"/>
                  <a:gd name="connsiteX162" fmla="*/ 2376784 w 3790933"/>
                  <a:gd name="connsiteY162" fmla="*/ 421838 h 705692"/>
                  <a:gd name="connsiteX163" fmla="*/ 2406653 w 3790933"/>
                  <a:gd name="connsiteY163" fmla="*/ 430525 h 705692"/>
                  <a:gd name="connsiteX164" fmla="*/ 3790771 w 3790933"/>
                  <a:gd name="connsiteY164" fmla="*/ 705692 h 705692"/>
                  <a:gd name="connsiteX165" fmla="*/ 3790771 w 3790933"/>
                  <a:gd name="connsiteY165" fmla="*/ 702702 h 70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3790933" h="705692">
                    <a:moveTo>
                      <a:pt x="3790934" y="702833"/>
                    </a:moveTo>
                    <a:lnTo>
                      <a:pt x="2408807" y="428081"/>
                    </a:lnTo>
                    <a:lnTo>
                      <a:pt x="2379832" y="419612"/>
                    </a:lnTo>
                    <a:lnTo>
                      <a:pt x="2350652" y="399313"/>
                    </a:lnTo>
                    <a:lnTo>
                      <a:pt x="2321676" y="380019"/>
                    </a:lnTo>
                    <a:cubicBezTo>
                      <a:pt x="2321350" y="379800"/>
                      <a:pt x="2320985" y="379691"/>
                      <a:pt x="2320497" y="379604"/>
                    </a:cubicBezTo>
                    <a:lnTo>
                      <a:pt x="2291927" y="374104"/>
                    </a:lnTo>
                    <a:lnTo>
                      <a:pt x="2264454" y="370633"/>
                    </a:lnTo>
                    <a:lnTo>
                      <a:pt x="2236576" y="364238"/>
                    </a:lnTo>
                    <a:lnTo>
                      <a:pt x="2179720" y="354809"/>
                    </a:lnTo>
                    <a:lnTo>
                      <a:pt x="2164358" y="349330"/>
                    </a:lnTo>
                    <a:cubicBezTo>
                      <a:pt x="2164073" y="349221"/>
                      <a:pt x="2163668" y="349112"/>
                      <a:pt x="2163261" y="349112"/>
                    </a:cubicBezTo>
                    <a:lnTo>
                      <a:pt x="2105917" y="345642"/>
                    </a:lnTo>
                    <a:lnTo>
                      <a:pt x="2094823" y="346231"/>
                    </a:lnTo>
                    <a:lnTo>
                      <a:pt x="2088484" y="344900"/>
                    </a:lnTo>
                    <a:lnTo>
                      <a:pt x="2034392" y="339312"/>
                    </a:lnTo>
                    <a:lnTo>
                      <a:pt x="1981600" y="340687"/>
                    </a:lnTo>
                    <a:lnTo>
                      <a:pt x="1896865" y="341102"/>
                    </a:lnTo>
                    <a:cubicBezTo>
                      <a:pt x="1896582" y="341102"/>
                      <a:pt x="1896256" y="341167"/>
                      <a:pt x="1895971" y="341211"/>
                    </a:cubicBezTo>
                    <a:lnTo>
                      <a:pt x="1891013" y="342324"/>
                    </a:lnTo>
                    <a:lnTo>
                      <a:pt x="1825340" y="346580"/>
                    </a:lnTo>
                    <a:lnTo>
                      <a:pt x="1809652" y="346799"/>
                    </a:lnTo>
                    <a:lnTo>
                      <a:pt x="1788804" y="346100"/>
                    </a:lnTo>
                    <a:lnTo>
                      <a:pt x="1758040" y="347541"/>
                    </a:lnTo>
                    <a:lnTo>
                      <a:pt x="1720122" y="347955"/>
                    </a:lnTo>
                    <a:lnTo>
                      <a:pt x="1702647" y="350072"/>
                    </a:lnTo>
                    <a:lnTo>
                      <a:pt x="1690334" y="350727"/>
                    </a:lnTo>
                    <a:lnTo>
                      <a:pt x="1593692" y="365482"/>
                    </a:lnTo>
                    <a:lnTo>
                      <a:pt x="1571745" y="358170"/>
                    </a:lnTo>
                    <a:lnTo>
                      <a:pt x="1548906" y="349483"/>
                    </a:lnTo>
                    <a:lnTo>
                      <a:pt x="1526473" y="342608"/>
                    </a:lnTo>
                    <a:cubicBezTo>
                      <a:pt x="1526066" y="342499"/>
                      <a:pt x="1525579" y="342455"/>
                      <a:pt x="1525091" y="342455"/>
                    </a:cubicBezTo>
                    <a:lnTo>
                      <a:pt x="1481525" y="343939"/>
                    </a:lnTo>
                    <a:lnTo>
                      <a:pt x="1469414" y="343896"/>
                    </a:lnTo>
                    <a:lnTo>
                      <a:pt x="1460474" y="344223"/>
                    </a:lnTo>
                    <a:lnTo>
                      <a:pt x="1439625" y="340338"/>
                    </a:lnTo>
                    <a:cubicBezTo>
                      <a:pt x="1439219" y="340294"/>
                      <a:pt x="1438853" y="340229"/>
                      <a:pt x="1438527" y="340294"/>
                    </a:cubicBezTo>
                    <a:lnTo>
                      <a:pt x="1417883" y="341626"/>
                    </a:lnTo>
                    <a:lnTo>
                      <a:pt x="1240285" y="300745"/>
                    </a:lnTo>
                    <a:lnTo>
                      <a:pt x="1221917" y="295724"/>
                    </a:lnTo>
                    <a:lnTo>
                      <a:pt x="1204442" y="289024"/>
                    </a:lnTo>
                    <a:lnTo>
                      <a:pt x="1187373" y="267437"/>
                    </a:lnTo>
                    <a:lnTo>
                      <a:pt x="1170425" y="247029"/>
                    </a:lnTo>
                    <a:lnTo>
                      <a:pt x="1153357" y="219419"/>
                    </a:lnTo>
                    <a:lnTo>
                      <a:pt x="1136085" y="188927"/>
                    </a:lnTo>
                    <a:lnTo>
                      <a:pt x="1118447" y="159352"/>
                    </a:lnTo>
                    <a:lnTo>
                      <a:pt x="1100484" y="133772"/>
                    </a:lnTo>
                    <a:lnTo>
                      <a:pt x="1082115" y="111116"/>
                    </a:lnTo>
                    <a:lnTo>
                      <a:pt x="1063542" y="86561"/>
                    </a:lnTo>
                    <a:cubicBezTo>
                      <a:pt x="1063462" y="86342"/>
                      <a:pt x="1063258" y="86190"/>
                      <a:pt x="1062933" y="86081"/>
                    </a:cubicBezTo>
                    <a:lnTo>
                      <a:pt x="1044889" y="76390"/>
                    </a:lnTo>
                    <a:lnTo>
                      <a:pt x="1027251" y="67659"/>
                    </a:lnTo>
                    <a:lnTo>
                      <a:pt x="1010101" y="56986"/>
                    </a:lnTo>
                    <a:cubicBezTo>
                      <a:pt x="1009614" y="56658"/>
                      <a:pt x="1009003" y="56506"/>
                      <a:pt x="1008313" y="56506"/>
                    </a:cubicBezTo>
                    <a:lnTo>
                      <a:pt x="925488" y="54585"/>
                    </a:lnTo>
                    <a:lnTo>
                      <a:pt x="870218" y="58841"/>
                    </a:lnTo>
                    <a:lnTo>
                      <a:pt x="853150" y="58797"/>
                    </a:lnTo>
                    <a:lnTo>
                      <a:pt x="842949" y="59801"/>
                    </a:lnTo>
                    <a:lnTo>
                      <a:pt x="827952" y="58688"/>
                    </a:lnTo>
                    <a:lnTo>
                      <a:pt x="771585" y="60063"/>
                    </a:lnTo>
                    <a:lnTo>
                      <a:pt x="664133" y="62311"/>
                    </a:lnTo>
                    <a:lnTo>
                      <a:pt x="625931" y="63425"/>
                    </a:lnTo>
                    <a:lnTo>
                      <a:pt x="572042" y="61242"/>
                    </a:lnTo>
                    <a:lnTo>
                      <a:pt x="568181" y="60762"/>
                    </a:lnTo>
                    <a:cubicBezTo>
                      <a:pt x="567856" y="60718"/>
                      <a:pt x="567572" y="60718"/>
                      <a:pt x="567369" y="60718"/>
                    </a:cubicBezTo>
                    <a:lnTo>
                      <a:pt x="489665" y="65891"/>
                    </a:lnTo>
                    <a:lnTo>
                      <a:pt x="477961" y="59278"/>
                    </a:lnTo>
                    <a:cubicBezTo>
                      <a:pt x="477473" y="58950"/>
                      <a:pt x="476660" y="58797"/>
                      <a:pt x="475766" y="58841"/>
                    </a:cubicBezTo>
                    <a:lnTo>
                      <a:pt x="398876" y="65564"/>
                    </a:lnTo>
                    <a:lnTo>
                      <a:pt x="323163" y="65978"/>
                    </a:lnTo>
                    <a:lnTo>
                      <a:pt x="248751" y="61984"/>
                    </a:lnTo>
                    <a:lnTo>
                      <a:pt x="174908" y="53734"/>
                    </a:lnTo>
                    <a:lnTo>
                      <a:pt x="103301" y="42166"/>
                    </a:lnTo>
                    <a:lnTo>
                      <a:pt x="38805" y="30707"/>
                    </a:lnTo>
                    <a:lnTo>
                      <a:pt x="28767" y="28633"/>
                    </a:lnTo>
                    <a:lnTo>
                      <a:pt x="25678" y="27193"/>
                    </a:lnTo>
                    <a:lnTo>
                      <a:pt x="21005" y="21801"/>
                    </a:lnTo>
                    <a:lnTo>
                      <a:pt x="14136" y="11739"/>
                    </a:lnTo>
                    <a:lnTo>
                      <a:pt x="4911" y="826"/>
                    </a:lnTo>
                    <a:cubicBezTo>
                      <a:pt x="4301" y="128"/>
                      <a:pt x="2717" y="-200"/>
                      <a:pt x="1538" y="128"/>
                    </a:cubicBezTo>
                    <a:cubicBezTo>
                      <a:pt x="237" y="455"/>
                      <a:pt x="-372" y="1306"/>
                      <a:pt x="237" y="1983"/>
                    </a:cubicBezTo>
                    <a:lnTo>
                      <a:pt x="9463" y="12852"/>
                    </a:lnTo>
                    <a:lnTo>
                      <a:pt x="16331" y="22915"/>
                    </a:lnTo>
                    <a:lnTo>
                      <a:pt x="21289" y="28677"/>
                    </a:lnTo>
                    <a:cubicBezTo>
                      <a:pt x="21492" y="28895"/>
                      <a:pt x="21695" y="29048"/>
                      <a:pt x="21980" y="29157"/>
                    </a:cubicBezTo>
                    <a:lnTo>
                      <a:pt x="25841" y="30969"/>
                    </a:lnTo>
                    <a:cubicBezTo>
                      <a:pt x="25841" y="30969"/>
                      <a:pt x="26328" y="31121"/>
                      <a:pt x="26531" y="31187"/>
                    </a:cubicBezTo>
                    <a:lnTo>
                      <a:pt x="37058" y="33369"/>
                    </a:lnTo>
                    <a:lnTo>
                      <a:pt x="98383" y="44305"/>
                    </a:lnTo>
                    <a:lnTo>
                      <a:pt x="98993" y="44414"/>
                    </a:lnTo>
                    <a:lnTo>
                      <a:pt x="172713" y="56287"/>
                    </a:lnTo>
                    <a:lnTo>
                      <a:pt x="247938" y="64756"/>
                    </a:lnTo>
                    <a:lnTo>
                      <a:pt x="322959" y="68794"/>
                    </a:lnTo>
                    <a:lnTo>
                      <a:pt x="399241" y="68314"/>
                    </a:lnTo>
                    <a:lnTo>
                      <a:pt x="475237" y="61700"/>
                    </a:lnTo>
                    <a:lnTo>
                      <a:pt x="486820" y="68357"/>
                    </a:lnTo>
                    <a:cubicBezTo>
                      <a:pt x="487308" y="68619"/>
                      <a:pt x="488121" y="68772"/>
                      <a:pt x="488933" y="68728"/>
                    </a:cubicBezTo>
                    <a:lnTo>
                      <a:pt x="567491" y="63512"/>
                    </a:lnTo>
                    <a:lnTo>
                      <a:pt x="569360" y="63730"/>
                    </a:lnTo>
                    <a:lnTo>
                      <a:pt x="570580" y="63948"/>
                    </a:lnTo>
                    <a:cubicBezTo>
                      <a:pt x="570580" y="63948"/>
                      <a:pt x="571067" y="64014"/>
                      <a:pt x="571270" y="64058"/>
                    </a:cubicBezTo>
                    <a:lnTo>
                      <a:pt x="625849" y="66197"/>
                    </a:lnTo>
                    <a:lnTo>
                      <a:pt x="664254" y="65127"/>
                    </a:lnTo>
                    <a:lnTo>
                      <a:pt x="746226" y="63468"/>
                    </a:lnTo>
                    <a:lnTo>
                      <a:pt x="827668" y="61504"/>
                    </a:lnTo>
                    <a:lnTo>
                      <a:pt x="842542" y="62617"/>
                    </a:lnTo>
                    <a:cubicBezTo>
                      <a:pt x="842868" y="62661"/>
                      <a:pt x="843029" y="62617"/>
                      <a:pt x="843314" y="62617"/>
                    </a:cubicBezTo>
                    <a:lnTo>
                      <a:pt x="853515" y="61591"/>
                    </a:lnTo>
                    <a:lnTo>
                      <a:pt x="870381" y="61657"/>
                    </a:lnTo>
                    <a:lnTo>
                      <a:pt x="925651" y="57400"/>
                    </a:lnTo>
                    <a:lnTo>
                      <a:pt x="1006931" y="59256"/>
                    </a:lnTo>
                    <a:lnTo>
                      <a:pt x="1023512" y="69601"/>
                    </a:lnTo>
                    <a:lnTo>
                      <a:pt x="1041393" y="78441"/>
                    </a:lnTo>
                    <a:lnTo>
                      <a:pt x="1059032" y="87870"/>
                    </a:lnTo>
                    <a:lnTo>
                      <a:pt x="1077401" y="112207"/>
                    </a:lnTo>
                    <a:lnTo>
                      <a:pt x="1095648" y="134797"/>
                    </a:lnTo>
                    <a:lnTo>
                      <a:pt x="1113611" y="160269"/>
                    </a:lnTo>
                    <a:lnTo>
                      <a:pt x="1131290" y="189800"/>
                    </a:lnTo>
                    <a:lnTo>
                      <a:pt x="1148562" y="220292"/>
                    </a:lnTo>
                    <a:lnTo>
                      <a:pt x="1165752" y="248055"/>
                    </a:lnTo>
                    <a:lnTo>
                      <a:pt x="1182699" y="268529"/>
                    </a:lnTo>
                    <a:lnTo>
                      <a:pt x="1200052" y="290486"/>
                    </a:lnTo>
                    <a:cubicBezTo>
                      <a:pt x="1200256" y="290704"/>
                      <a:pt x="1200540" y="290923"/>
                      <a:pt x="1200946" y="291075"/>
                    </a:cubicBezTo>
                    <a:lnTo>
                      <a:pt x="1219275" y="298104"/>
                    </a:lnTo>
                    <a:lnTo>
                      <a:pt x="1238132" y="303276"/>
                    </a:lnTo>
                    <a:lnTo>
                      <a:pt x="1416501" y="344354"/>
                    </a:lnTo>
                    <a:cubicBezTo>
                      <a:pt x="1416908" y="344398"/>
                      <a:pt x="1417273" y="344463"/>
                      <a:pt x="1417680" y="344398"/>
                    </a:cubicBezTo>
                    <a:lnTo>
                      <a:pt x="1438405" y="343066"/>
                    </a:lnTo>
                    <a:lnTo>
                      <a:pt x="1459213" y="346951"/>
                    </a:lnTo>
                    <a:cubicBezTo>
                      <a:pt x="1459539" y="346995"/>
                      <a:pt x="1459702" y="346995"/>
                      <a:pt x="1460107" y="346995"/>
                    </a:cubicBezTo>
                    <a:lnTo>
                      <a:pt x="1469333" y="346668"/>
                    </a:lnTo>
                    <a:lnTo>
                      <a:pt x="1481525" y="346668"/>
                    </a:lnTo>
                    <a:lnTo>
                      <a:pt x="1524482" y="345227"/>
                    </a:lnTo>
                    <a:lnTo>
                      <a:pt x="1546021" y="351775"/>
                    </a:lnTo>
                    <a:lnTo>
                      <a:pt x="1568860" y="360506"/>
                    </a:lnTo>
                    <a:lnTo>
                      <a:pt x="1591782" y="368123"/>
                    </a:lnTo>
                    <a:cubicBezTo>
                      <a:pt x="1592391" y="368341"/>
                      <a:pt x="1593081" y="368385"/>
                      <a:pt x="1593773" y="368276"/>
                    </a:cubicBezTo>
                    <a:lnTo>
                      <a:pt x="1691024" y="353368"/>
                    </a:lnTo>
                    <a:lnTo>
                      <a:pt x="1703216" y="352779"/>
                    </a:lnTo>
                    <a:lnTo>
                      <a:pt x="1720488" y="350662"/>
                    </a:lnTo>
                    <a:lnTo>
                      <a:pt x="1758080" y="350291"/>
                    </a:lnTo>
                    <a:lnTo>
                      <a:pt x="1788642" y="348850"/>
                    </a:lnTo>
                    <a:lnTo>
                      <a:pt x="1809286" y="349483"/>
                    </a:lnTo>
                    <a:lnTo>
                      <a:pt x="1825462" y="349265"/>
                    </a:lnTo>
                    <a:lnTo>
                      <a:pt x="1891623" y="345009"/>
                    </a:lnTo>
                    <a:cubicBezTo>
                      <a:pt x="1891623" y="345009"/>
                      <a:pt x="1892111" y="344965"/>
                      <a:pt x="1892314" y="344900"/>
                    </a:cubicBezTo>
                    <a:lnTo>
                      <a:pt x="1897191" y="343830"/>
                    </a:lnTo>
                    <a:lnTo>
                      <a:pt x="1981437" y="343394"/>
                    </a:lnTo>
                    <a:lnTo>
                      <a:pt x="2033742" y="341953"/>
                    </a:lnTo>
                    <a:lnTo>
                      <a:pt x="2086817" y="347497"/>
                    </a:lnTo>
                    <a:lnTo>
                      <a:pt x="2093360" y="348828"/>
                    </a:lnTo>
                    <a:cubicBezTo>
                      <a:pt x="2093645" y="348938"/>
                      <a:pt x="2094051" y="348938"/>
                      <a:pt x="2094458" y="348938"/>
                    </a:cubicBezTo>
                    <a:lnTo>
                      <a:pt x="2105674" y="348348"/>
                    </a:lnTo>
                    <a:lnTo>
                      <a:pt x="2161919" y="351753"/>
                    </a:lnTo>
                    <a:lnTo>
                      <a:pt x="2177119" y="357144"/>
                    </a:lnTo>
                    <a:cubicBezTo>
                      <a:pt x="2177119" y="357144"/>
                      <a:pt x="2177526" y="357297"/>
                      <a:pt x="2177729" y="357297"/>
                    </a:cubicBezTo>
                    <a:lnTo>
                      <a:pt x="2234666" y="366792"/>
                    </a:lnTo>
                    <a:lnTo>
                      <a:pt x="2262666" y="373187"/>
                    </a:lnTo>
                    <a:lnTo>
                      <a:pt x="2290220" y="376701"/>
                    </a:lnTo>
                    <a:lnTo>
                      <a:pt x="2318018" y="382027"/>
                    </a:lnTo>
                    <a:lnTo>
                      <a:pt x="2346507" y="400950"/>
                    </a:lnTo>
                    <a:lnTo>
                      <a:pt x="2375971" y="421467"/>
                    </a:lnTo>
                    <a:cubicBezTo>
                      <a:pt x="2376173" y="421620"/>
                      <a:pt x="2376458" y="421729"/>
                      <a:pt x="2376784" y="421838"/>
                    </a:cubicBezTo>
                    <a:lnTo>
                      <a:pt x="2406653" y="430525"/>
                    </a:lnTo>
                    <a:lnTo>
                      <a:pt x="3790771" y="705692"/>
                    </a:lnTo>
                    <a:lnTo>
                      <a:pt x="3790771" y="7027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79" name="Freeform: Shape 478">
                <a:extLst>
                  <a:ext uri="{FF2B5EF4-FFF2-40B4-BE49-F238E27FC236}">
                    <a16:creationId xmlns:a16="http://schemas.microsoft.com/office/drawing/2014/main" id="{4ABFC16A-C000-41F1-9609-312F48033D43}"/>
                  </a:ext>
                </a:extLst>
              </p:cNvPr>
              <p:cNvSpPr/>
              <p:nvPr/>
            </p:nvSpPr>
            <p:spPr>
              <a:xfrm>
                <a:off x="4931787" y="5474595"/>
                <a:ext cx="61430" cy="167946"/>
              </a:xfrm>
              <a:custGeom>
                <a:avLst/>
                <a:gdLst>
                  <a:gd name="connsiteX0" fmla="*/ 2558 w 61430"/>
                  <a:gd name="connsiteY0" fmla="*/ 167946 h 167946"/>
                  <a:gd name="connsiteX1" fmla="*/ 2071 w 61430"/>
                  <a:gd name="connsiteY1" fmla="*/ 167946 h 167946"/>
                  <a:gd name="connsiteX2" fmla="*/ 39 w 61430"/>
                  <a:gd name="connsiteY2" fmla="*/ 166288 h 167946"/>
                  <a:gd name="connsiteX3" fmla="*/ 4103 w 61430"/>
                  <a:gd name="connsiteY3" fmla="*/ 154458 h 167946"/>
                  <a:gd name="connsiteX4" fmla="*/ 9061 w 61430"/>
                  <a:gd name="connsiteY4" fmla="*/ 145181 h 167946"/>
                  <a:gd name="connsiteX5" fmla="*/ 9345 w 61430"/>
                  <a:gd name="connsiteY5" fmla="*/ 144854 h 167946"/>
                  <a:gd name="connsiteX6" fmla="*/ 14750 w 61430"/>
                  <a:gd name="connsiteY6" fmla="*/ 139943 h 167946"/>
                  <a:gd name="connsiteX7" fmla="*/ 20806 w 61430"/>
                  <a:gd name="connsiteY7" fmla="*/ 127698 h 167946"/>
                  <a:gd name="connsiteX8" fmla="*/ 35030 w 61430"/>
                  <a:gd name="connsiteY8" fmla="*/ 89698 h 167946"/>
                  <a:gd name="connsiteX9" fmla="*/ 56325 w 61430"/>
                  <a:gd name="connsiteY9" fmla="*/ 1235 h 167946"/>
                  <a:gd name="connsiteX10" fmla="*/ 59210 w 61430"/>
                  <a:gd name="connsiteY10" fmla="*/ 13 h 167946"/>
                  <a:gd name="connsiteX11" fmla="*/ 61405 w 61430"/>
                  <a:gd name="connsiteY11" fmla="*/ 1606 h 167946"/>
                  <a:gd name="connsiteX12" fmla="*/ 40069 w 61430"/>
                  <a:gd name="connsiteY12" fmla="*/ 90178 h 167946"/>
                  <a:gd name="connsiteX13" fmla="*/ 25723 w 61430"/>
                  <a:gd name="connsiteY13" fmla="*/ 128375 h 167946"/>
                  <a:gd name="connsiteX14" fmla="*/ 19586 w 61430"/>
                  <a:gd name="connsiteY14" fmla="*/ 140860 h 167946"/>
                  <a:gd name="connsiteX15" fmla="*/ 19343 w 61430"/>
                  <a:gd name="connsiteY15" fmla="*/ 141231 h 167946"/>
                  <a:gd name="connsiteX16" fmla="*/ 13897 w 61430"/>
                  <a:gd name="connsiteY16" fmla="*/ 146185 h 167946"/>
                  <a:gd name="connsiteX17" fmla="*/ 9101 w 61430"/>
                  <a:gd name="connsiteY17" fmla="*/ 155091 h 167946"/>
                  <a:gd name="connsiteX18" fmla="*/ 5078 w 61430"/>
                  <a:gd name="connsiteY18" fmla="*/ 166811 h 167946"/>
                  <a:gd name="connsiteX19" fmla="*/ 2599 w 61430"/>
                  <a:gd name="connsiteY19" fmla="*/ 167925 h 167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1430" h="167946">
                    <a:moveTo>
                      <a:pt x="2558" y="167946"/>
                    </a:moveTo>
                    <a:lnTo>
                      <a:pt x="2071" y="167946"/>
                    </a:lnTo>
                    <a:cubicBezTo>
                      <a:pt x="729" y="167794"/>
                      <a:pt x="-205" y="167030"/>
                      <a:pt x="39" y="166288"/>
                    </a:cubicBezTo>
                    <a:lnTo>
                      <a:pt x="4103" y="154458"/>
                    </a:lnTo>
                    <a:lnTo>
                      <a:pt x="9061" y="145181"/>
                    </a:lnTo>
                    <a:cubicBezTo>
                      <a:pt x="9061" y="145181"/>
                      <a:pt x="9183" y="144963"/>
                      <a:pt x="9345" y="144854"/>
                    </a:cubicBezTo>
                    <a:lnTo>
                      <a:pt x="14750" y="139943"/>
                    </a:lnTo>
                    <a:lnTo>
                      <a:pt x="20806" y="127698"/>
                    </a:lnTo>
                    <a:lnTo>
                      <a:pt x="35030" y="89698"/>
                    </a:lnTo>
                    <a:lnTo>
                      <a:pt x="56325" y="1235"/>
                    </a:lnTo>
                    <a:cubicBezTo>
                      <a:pt x="56528" y="493"/>
                      <a:pt x="57747" y="-96"/>
                      <a:pt x="59210" y="13"/>
                    </a:cubicBezTo>
                    <a:cubicBezTo>
                      <a:pt x="60592" y="122"/>
                      <a:pt x="61608" y="864"/>
                      <a:pt x="61405" y="1606"/>
                    </a:cubicBezTo>
                    <a:lnTo>
                      <a:pt x="40069" y="90178"/>
                    </a:lnTo>
                    <a:lnTo>
                      <a:pt x="25723" y="128375"/>
                    </a:lnTo>
                    <a:lnTo>
                      <a:pt x="19586" y="140860"/>
                    </a:lnTo>
                    <a:cubicBezTo>
                      <a:pt x="19546" y="141013"/>
                      <a:pt x="19424" y="141122"/>
                      <a:pt x="19343" y="141231"/>
                    </a:cubicBezTo>
                    <a:lnTo>
                      <a:pt x="13897" y="146185"/>
                    </a:lnTo>
                    <a:lnTo>
                      <a:pt x="9101" y="155091"/>
                    </a:lnTo>
                    <a:lnTo>
                      <a:pt x="5078" y="166811"/>
                    </a:lnTo>
                    <a:cubicBezTo>
                      <a:pt x="4875" y="167510"/>
                      <a:pt x="3777" y="167925"/>
                      <a:pt x="2599" y="16792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0" name="Freeform: Shape 479">
                <a:extLst>
                  <a:ext uri="{FF2B5EF4-FFF2-40B4-BE49-F238E27FC236}">
                    <a16:creationId xmlns:a16="http://schemas.microsoft.com/office/drawing/2014/main" id="{3352D11D-AF2B-4860-96B0-575E94033C8D}"/>
                  </a:ext>
                </a:extLst>
              </p:cNvPr>
              <p:cNvSpPr/>
              <p:nvPr/>
            </p:nvSpPr>
            <p:spPr>
              <a:xfrm>
                <a:off x="6676054" y="6095791"/>
                <a:ext cx="1543995" cy="5282"/>
              </a:xfrm>
              <a:custGeom>
                <a:avLst/>
                <a:gdLst>
                  <a:gd name="connsiteX0" fmla="*/ 1541435 w 1543995"/>
                  <a:gd name="connsiteY0" fmla="*/ 5282 h 5282"/>
                  <a:gd name="connsiteX1" fmla="*/ 1541435 w 1543995"/>
                  <a:gd name="connsiteY1" fmla="*/ 5282 h 5282"/>
                  <a:gd name="connsiteX2" fmla="*/ 2560 w 1543995"/>
                  <a:gd name="connsiteY2" fmla="*/ 2837 h 5282"/>
                  <a:gd name="connsiteX3" fmla="*/ 0 w 1543995"/>
                  <a:gd name="connsiteY3" fmla="*/ 1397 h 5282"/>
                  <a:gd name="connsiteX4" fmla="*/ 2560 w 1543995"/>
                  <a:gd name="connsiteY4" fmla="*/ 0 h 5282"/>
                  <a:gd name="connsiteX5" fmla="*/ 2560 w 1543995"/>
                  <a:gd name="connsiteY5" fmla="*/ 0 h 5282"/>
                  <a:gd name="connsiteX6" fmla="*/ 1541435 w 1543995"/>
                  <a:gd name="connsiteY6" fmla="*/ 2445 h 5282"/>
                  <a:gd name="connsiteX7" fmla="*/ 1543995 w 1543995"/>
                  <a:gd name="connsiteY7" fmla="*/ 3885 h 5282"/>
                  <a:gd name="connsiteX8" fmla="*/ 1541435 w 1543995"/>
                  <a:gd name="connsiteY8" fmla="*/ 5260 h 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3995" h="5282">
                    <a:moveTo>
                      <a:pt x="1541435" y="5282"/>
                    </a:moveTo>
                    <a:lnTo>
                      <a:pt x="1541435" y="5282"/>
                    </a:lnTo>
                    <a:lnTo>
                      <a:pt x="2560" y="2837"/>
                    </a:lnTo>
                    <a:cubicBezTo>
                      <a:pt x="1179" y="2837"/>
                      <a:pt x="0" y="2205"/>
                      <a:pt x="0" y="1397"/>
                    </a:cubicBezTo>
                    <a:cubicBezTo>
                      <a:pt x="0" y="655"/>
                      <a:pt x="1179" y="0"/>
                      <a:pt x="2560" y="0"/>
                    </a:cubicBezTo>
                    <a:lnTo>
                      <a:pt x="2560" y="0"/>
                    </a:lnTo>
                    <a:lnTo>
                      <a:pt x="1541435" y="2445"/>
                    </a:lnTo>
                    <a:cubicBezTo>
                      <a:pt x="1542816" y="2445"/>
                      <a:pt x="1543995" y="3078"/>
                      <a:pt x="1543995" y="3885"/>
                    </a:cubicBezTo>
                    <a:cubicBezTo>
                      <a:pt x="1543995" y="4627"/>
                      <a:pt x="1542816" y="5260"/>
                      <a:pt x="1541435" y="52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1" name="Freeform: Shape 480">
                <a:extLst>
                  <a:ext uri="{FF2B5EF4-FFF2-40B4-BE49-F238E27FC236}">
                    <a16:creationId xmlns:a16="http://schemas.microsoft.com/office/drawing/2014/main" id="{63554F2F-21EE-4289-9888-DF76B2342E7B}"/>
                  </a:ext>
                </a:extLst>
              </p:cNvPr>
              <p:cNvSpPr/>
              <p:nvPr/>
            </p:nvSpPr>
            <p:spPr>
              <a:xfrm>
                <a:off x="7840487" y="6223356"/>
                <a:ext cx="751743" cy="49797"/>
              </a:xfrm>
              <a:custGeom>
                <a:avLst/>
                <a:gdLst>
                  <a:gd name="connsiteX0" fmla="*/ 749265 w 751743"/>
                  <a:gd name="connsiteY0" fmla="*/ 49776 h 49797"/>
                  <a:gd name="connsiteX1" fmla="*/ 749265 w 751743"/>
                  <a:gd name="connsiteY1" fmla="*/ 49776 h 49797"/>
                  <a:gd name="connsiteX2" fmla="*/ 634050 w 751743"/>
                  <a:gd name="connsiteY2" fmla="*/ 49557 h 49797"/>
                  <a:gd name="connsiteX3" fmla="*/ 632384 w 751743"/>
                  <a:gd name="connsiteY3" fmla="*/ 49230 h 49797"/>
                  <a:gd name="connsiteX4" fmla="*/ 616290 w 751743"/>
                  <a:gd name="connsiteY4" fmla="*/ 41394 h 49797"/>
                  <a:gd name="connsiteX5" fmla="*/ 255529 w 751743"/>
                  <a:gd name="connsiteY5" fmla="*/ 40761 h 49797"/>
                  <a:gd name="connsiteX6" fmla="*/ 134868 w 751743"/>
                  <a:gd name="connsiteY6" fmla="*/ 36221 h 49797"/>
                  <a:gd name="connsiteX7" fmla="*/ 134178 w 751743"/>
                  <a:gd name="connsiteY7" fmla="*/ 36178 h 49797"/>
                  <a:gd name="connsiteX8" fmla="*/ 13639 w 751743"/>
                  <a:gd name="connsiteY8" fmla="*/ 12736 h 49797"/>
                  <a:gd name="connsiteX9" fmla="*/ 12339 w 751743"/>
                  <a:gd name="connsiteY9" fmla="*/ 12212 h 49797"/>
                  <a:gd name="connsiteX10" fmla="*/ 431 w 751743"/>
                  <a:gd name="connsiteY10" fmla="*/ 2194 h 49797"/>
                  <a:gd name="connsiteX11" fmla="*/ 1122 w 751743"/>
                  <a:gd name="connsiteY11" fmla="*/ 229 h 49797"/>
                  <a:gd name="connsiteX12" fmla="*/ 4699 w 751743"/>
                  <a:gd name="connsiteY12" fmla="*/ 644 h 49797"/>
                  <a:gd name="connsiteX13" fmla="*/ 16118 w 751743"/>
                  <a:gd name="connsiteY13" fmla="*/ 10248 h 49797"/>
                  <a:gd name="connsiteX14" fmla="*/ 135600 w 751743"/>
                  <a:gd name="connsiteY14" fmla="*/ 33471 h 49797"/>
                  <a:gd name="connsiteX15" fmla="*/ 255732 w 751743"/>
                  <a:gd name="connsiteY15" fmla="*/ 37946 h 49797"/>
                  <a:gd name="connsiteX16" fmla="*/ 617306 w 751743"/>
                  <a:gd name="connsiteY16" fmla="*/ 38644 h 49797"/>
                  <a:gd name="connsiteX17" fmla="*/ 619013 w 751743"/>
                  <a:gd name="connsiteY17" fmla="*/ 38972 h 49797"/>
                  <a:gd name="connsiteX18" fmla="*/ 634984 w 751743"/>
                  <a:gd name="connsiteY18" fmla="*/ 46764 h 49797"/>
                  <a:gd name="connsiteX19" fmla="*/ 749265 w 751743"/>
                  <a:gd name="connsiteY19" fmla="*/ 47026 h 49797"/>
                  <a:gd name="connsiteX20" fmla="*/ 751743 w 751743"/>
                  <a:gd name="connsiteY20" fmla="*/ 48423 h 49797"/>
                  <a:gd name="connsiteX21" fmla="*/ 749265 w 751743"/>
                  <a:gd name="connsiteY21" fmla="*/ 49798 h 49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51743" h="49797">
                    <a:moveTo>
                      <a:pt x="749265" y="49776"/>
                    </a:moveTo>
                    <a:lnTo>
                      <a:pt x="749265" y="49776"/>
                    </a:lnTo>
                    <a:lnTo>
                      <a:pt x="634050" y="49557"/>
                    </a:lnTo>
                    <a:cubicBezTo>
                      <a:pt x="633359" y="49557"/>
                      <a:pt x="632749" y="49448"/>
                      <a:pt x="632384" y="49230"/>
                    </a:cubicBezTo>
                    <a:lnTo>
                      <a:pt x="616290" y="41394"/>
                    </a:lnTo>
                    <a:lnTo>
                      <a:pt x="255529" y="40761"/>
                    </a:lnTo>
                    <a:lnTo>
                      <a:pt x="134868" y="36221"/>
                    </a:lnTo>
                    <a:cubicBezTo>
                      <a:pt x="134868" y="36221"/>
                      <a:pt x="134462" y="36221"/>
                      <a:pt x="134178" y="36178"/>
                    </a:cubicBezTo>
                    <a:lnTo>
                      <a:pt x="13639" y="12736"/>
                    </a:lnTo>
                    <a:cubicBezTo>
                      <a:pt x="13030" y="12627"/>
                      <a:pt x="12664" y="12409"/>
                      <a:pt x="12339" y="12212"/>
                    </a:cubicBezTo>
                    <a:lnTo>
                      <a:pt x="431" y="2194"/>
                    </a:lnTo>
                    <a:cubicBezTo>
                      <a:pt x="-341" y="1561"/>
                      <a:pt x="-56" y="644"/>
                      <a:pt x="1122" y="229"/>
                    </a:cubicBezTo>
                    <a:cubicBezTo>
                      <a:pt x="2341" y="-185"/>
                      <a:pt x="3926" y="-32"/>
                      <a:pt x="4699" y="644"/>
                    </a:cubicBezTo>
                    <a:lnTo>
                      <a:pt x="16118" y="10248"/>
                    </a:lnTo>
                    <a:lnTo>
                      <a:pt x="135600" y="33471"/>
                    </a:lnTo>
                    <a:lnTo>
                      <a:pt x="255732" y="37946"/>
                    </a:lnTo>
                    <a:lnTo>
                      <a:pt x="617306" y="38644"/>
                    </a:lnTo>
                    <a:cubicBezTo>
                      <a:pt x="617916" y="38644"/>
                      <a:pt x="618484" y="38753"/>
                      <a:pt x="619013" y="38972"/>
                    </a:cubicBezTo>
                    <a:lnTo>
                      <a:pt x="634984" y="46764"/>
                    </a:lnTo>
                    <a:lnTo>
                      <a:pt x="749265" y="47026"/>
                    </a:lnTo>
                    <a:cubicBezTo>
                      <a:pt x="750646" y="47026"/>
                      <a:pt x="751743" y="47615"/>
                      <a:pt x="751743" y="48423"/>
                    </a:cubicBezTo>
                    <a:cubicBezTo>
                      <a:pt x="751743" y="49230"/>
                      <a:pt x="750646" y="49798"/>
                      <a:pt x="749265" y="4979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2" name="Freeform: Shape 481">
                <a:extLst>
                  <a:ext uri="{FF2B5EF4-FFF2-40B4-BE49-F238E27FC236}">
                    <a16:creationId xmlns:a16="http://schemas.microsoft.com/office/drawing/2014/main" id="{B2C3F29E-E30B-4112-A8FE-4201C8E42956}"/>
                  </a:ext>
                </a:extLst>
              </p:cNvPr>
              <p:cNvSpPr/>
              <p:nvPr/>
            </p:nvSpPr>
            <p:spPr>
              <a:xfrm>
                <a:off x="9324474" y="5734910"/>
                <a:ext cx="175744" cy="225905"/>
              </a:xfrm>
              <a:custGeom>
                <a:avLst/>
                <a:gdLst>
                  <a:gd name="connsiteX0" fmla="*/ 173215 w 175744"/>
                  <a:gd name="connsiteY0" fmla="*/ 225905 h 225905"/>
                  <a:gd name="connsiteX1" fmla="*/ 170939 w 175744"/>
                  <a:gd name="connsiteY1" fmla="*/ 225098 h 225905"/>
                  <a:gd name="connsiteX2" fmla="*/ 153262 w 175744"/>
                  <a:gd name="connsiteY2" fmla="*/ 204101 h 225905"/>
                  <a:gd name="connsiteX3" fmla="*/ 136111 w 175744"/>
                  <a:gd name="connsiteY3" fmla="*/ 178040 h 225905"/>
                  <a:gd name="connsiteX4" fmla="*/ 119042 w 175744"/>
                  <a:gd name="connsiteY4" fmla="*/ 150647 h 225905"/>
                  <a:gd name="connsiteX5" fmla="*/ 84417 w 175744"/>
                  <a:gd name="connsiteY5" fmla="*/ 87176 h 225905"/>
                  <a:gd name="connsiteX6" fmla="*/ 66941 w 175744"/>
                  <a:gd name="connsiteY6" fmla="*/ 60526 h 225905"/>
                  <a:gd name="connsiteX7" fmla="*/ 49508 w 175744"/>
                  <a:gd name="connsiteY7" fmla="*/ 37280 h 225905"/>
                  <a:gd name="connsiteX8" fmla="*/ 33048 w 175744"/>
                  <a:gd name="connsiteY8" fmla="*/ 19754 h 225905"/>
                  <a:gd name="connsiteX9" fmla="*/ 16874 w 175744"/>
                  <a:gd name="connsiteY9" fmla="*/ 10215 h 225905"/>
                  <a:gd name="connsiteX10" fmla="*/ 901 w 175744"/>
                  <a:gd name="connsiteY10" fmla="*/ 2445 h 225905"/>
                  <a:gd name="connsiteX11" fmla="*/ 577 w 175744"/>
                  <a:gd name="connsiteY11" fmla="*/ 481 h 225905"/>
                  <a:gd name="connsiteX12" fmla="*/ 4275 w 175744"/>
                  <a:gd name="connsiteY12" fmla="*/ 328 h 225905"/>
                  <a:gd name="connsiteX13" fmla="*/ 20449 w 175744"/>
                  <a:gd name="connsiteY13" fmla="*/ 8207 h 225905"/>
                  <a:gd name="connsiteX14" fmla="*/ 36909 w 175744"/>
                  <a:gd name="connsiteY14" fmla="*/ 18008 h 225905"/>
                  <a:gd name="connsiteX15" fmla="*/ 37316 w 175744"/>
                  <a:gd name="connsiteY15" fmla="*/ 18335 h 225905"/>
                  <a:gd name="connsiteX16" fmla="*/ 54059 w 175744"/>
                  <a:gd name="connsiteY16" fmla="*/ 36124 h 225905"/>
                  <a:gd name="connsiteX17" fmla="*/ 71615 w 175744"/>
                  <a:gd name="connsiteY17" fmla="*/ 59522 h 225905"/>
                  <a:gd name="connsiteX18" fmla="*/ 89172 w 175744"/>
                  <a:gd name="connsiteY18" fmla="*/ 86281 h 225905"/>
                  <a:gd name="connsiteX19" fmla="*/ 123878 w 175744"/>
                  <a:gd name="connsiteY19" fmla="*/ 149753 h 225905"/>
                  <a:gd name="connsiteX20" fmla="*/ 140948 w 175744"/>
                  <a:gd name="connsiteY20" fmla="*/ 177101 h 225905"/>
                  <a:gd name="connsiteX21" fmla="*/ 158016 w 175744"/>
                  <a:gd name="connsiteY21" fmla="*/ 202987 h 225905"/>
                  <a:gd name="connsiteX22" fmla="*/ 175492 w 175744"/>
                  <a:gd name="connsiteY22" fmla="*/ 223941 h 225905"/>
                  <a:gd name="connsiteX23" fmla="*/ 174313 w 175744"/>
                  <a:gd name="connsiteY23" fmla="*/ 225796 h 225905"/>
                  <a:gd name="connsiteX24" fmla="*/ 173215 w 175744"/>
                  <a:gd name="connsiteY24" fmla="*/ 225905 h 22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5744" h="225905">
                    <a:moveTo>
                      <a:pt x="173215" y="225905"/>
                    </a:moveTo>
                    <a:cubicBezTo>
                      <a:pt x="172240" y="225905"/>
                      <a:pt x="171346" y="225643"/>
                      <a:pt x="170939" y="225098"/>
                    </a:cubicBezTo>
                    <a:lnTo>
                      <a:pt x="153262" y="204101"/>
                    </a:lnTo>
                    <a:lnTo>
                      <a:pt x="136111" y="178040"/>
                    </a:lnTo>
                    <a:lnTo>
                      <a:pt x="119042" y="150647"/>
                    </a:lnTo>
                    <a:lnTo>
                      <a:pt x="84417" y="87176"/>
                    </a:lnTo>
                    <a:lnTo>
                      <a:pt x="66941" y="60526"/>
                    </a:lnTo>
                    <a:lnTo>
                      <a:pt x="49508" y="37280"/>
                    </a:lnTo>
                    <a:lnTo>
                      <a:pt x="33048" y="19754"/>
                    </a:lnTo>
                    <a:lnTo>
                      <a:pt x="16874" y="10215"/>
                    </a:lnTo>
                    <a:lnTo>
                      <a:pt x="901" y="2445"/>
                    </a:lnTo>
                    <a:cubicBezTo>
                      <a:pt x="-195" y="1921"/>
                      <a:pt x="-276" y="1048"/>
                      <a:pt x="577" y="481"/>
                    </a:cubicBezTo>
                    <a:cubicBezTo>
                      <a:pt x="1593" y="-108"/>
                      <a:pt x="3177" y="-152"/>
                      <a:pt x="4275" y="328"/>
                    </a:cubicBezTo>
                    <a:lnTo>
                      <a:pt x="20449" y="8207"/>
                    </a:lnTo>
                    <a:lnTo>
                      <a:pt x="36909" y="18008"/>
                    </a:lnTo>
                    <a:cubicBezTo>
                      <a:pt x="36909" y="18008"/>
                      <a:pt x="37234" y="18226"/>
                      <a:pt x="37316" y="18335"/>
                    </a:cubicBezTo>
                    <a:lnTo>
                      <a:pt x="54059" y="36124"/>
                    </a:lnTo>
                    <a:lnTo>
                      <a:pt x="71615" y="59522"/>
                    </a:lnTo>
                    <a:lnTo>
                      <a:pt x="89172" y="86281"/>
                    </a:lnTo>
                    <a:lnTo>
                      <a:pt x="123878" y="149753"/>
                    </a:lnTo>
                    <a:lnTo>
                      <a:pt x="140948" y="177101"/>
                    </a:lnTo>
                    <a:lnTo>
                      <a:pt x="158016" y="202987"/>
                    </a:lnTo>
                    <a:lnTo>
                      <a:pt x="175492" y="223941"/>
                    </a:lnTo>
                    <a:cubicBezTo>
                      <a:pt x="176101" y="224639"/>
                      <a:pt x="175573" y="225491"/>
                      <a:pt x="174313" y="225796"/>
                    </a:cubicBezTo>
                    <a:cubicBezTo>
                      <a:pt x="173906" y="225905"/>
                      <a:pt x="173621" y="225905"/>
                      <a:pt x="173215" y="22590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3" name="Freeform: Shape 482">
                <a:extLst>
                  <a:ext uri="{FF2B5EF4-FFF2-40B4-BE49-F238E27FC236}">
                    <a16:creationId xmlns:a16="http://schemas.microsoft.com/office/drawing/2014/main" id="{9D4620B9-AB59-44D8-AB2B-50D873EFB3AD}"/>
                  </a:ext>
                </a:extLst>
              </p:cNvPr>
              <p:cNvSpPr/>
              <p:nvPr/>
            </p:nvSpPr>
            <p:spPr>
              <a:xfrm>
                <a:off x="11397036" y="5790330"/>
                <a:ext cx="225479" cy="9143"/>
              </a:xfrm>
              <a:custGeom>
                <a:avLst/>
                <a:gdLst>
                  <a:gd name="connsiteX0" fmla="*/ 222956 w 225479"/>
                  <a:gd name="connsiteY0" fmla="*/ 9144 h 9143"/>
                  <a:gd name="connsiteX1" fmla="*/ 222752 w 225479"/>
                  <a:gd name="connsiteY1" fmla="*/ 9144 h 9143"/>
                  <a:gd name="connsiteX2" fmla="*/ 163824 w 225479"/>
                  <a:gd name="connsiteY2" fmla="*/ 7332 h 9143"/>
                  <a:gd name="connsiteX3" fmla="*/ 2402 w 225479"/>
                  <a:gd name="connsiteY3" fmla="*/ 2858 h 9143"/>
                  <a:gd name="connsiteX4" fmla="*/ 4 w 225479"/>
                  <a:gd name="connsiteY4" fmla="*/ 1352 h 9143"/>
                  <a:gd name="connsiteX5" fmla="*/ 2687 w 225479"/>
                  <a:gd name="connsiteY5" fmla="*/ 20 h 9143"/>
                  <a:gd name="connsiteX6" fmla="*/ 24145 w 225479"/>
                  <a:gd name="connsiteY6" fmla="*/ 566 h 9143"/>
                  <a:gd name="connsiteX7" fmla="*/ 223078 w 225479"/>
                  <a:gd name="connsiteY7" fmla="*/ 6328 h 9143"/>
                  <a:gd name="connsiteX8" fmla="*/ 225476 w 225479"/>
                  <a:gd name="connsiteY8" fmla="*/ 7812 h 9143"/>
                  <a:gd name="connsiteX9" fmla="*/ 222996 w 225479"/>
                  <a:gd name="connsiteY9" fmla="*/ 9144 h 9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479" h="9143">
                    <a:moveTo>
                      <a:pt x="222956" y="9144"/>
                    </a:moveTo>
                    <a:lnTo>
                      <a:pt x="222752" y="9144"/>
                    </a:lnTo>
                    <a:lnTo>
                      <a:pt x="163824" y="7332"/>
                    </a:lnTo>
                    <a:lnTo>
                      <a:pt x="2402" y="2858"/>
                    </a:lnTo>
                    <a:cubicBezTo>
                      <a:pt x="1020" y="2792"/>
                      <a:pt x="-76" y="2159"/>
                      <a:pt x="4" y="1352"/>
                    </a:cubicBezTo>
                    <a:cubicBezTo>
                      <a:pt x="126" y="609"/>
                      <a:pt x="1386" y="-133"/>
                      <a:pt x="2687" y="20"/>
                    </a:cubicBezTo>
                    <a:lnTo>
                      <a:pt x="24145" y="566"/>
                    </a:lnTo>
                    <a:lnTo>
                      <a:pt x="223078" y="6328"/>
                    </a:lnTo>
                    <a:cubicBezTo>
                      <a:pt x="224460" y="6372"/>
                      <a:pt x="225556" y="7070"/>
                      <a:pt x="225476" y="7812"/>
                    </a:cubicBezTo>
                    <a:cubicBezTo>
                      <a:pt x="225394" y="8554"/>
                      <a:pt x="224297" y="9144"/>
                      <a:pt x="222996" y="914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4" name="Freeform: Shape 483">
                <a:extLst>
                  <a:ext uri="{FF2B5EF4-FFF2-40B4-BE49-F238E27FC236}">
                    <a16:creationId xmlns:a16="http://schemas.microsoft.com/office/drawing/2014/main" id="{F03C8007-A223-484B-A220-43D5424E04D7}"/>
                  </a:ext>
                </a:extLst>
              </p:cNvPr>
              <p:cNvSpPr/>
              <p:nvPr/>
            </p:nvSpPr>
            <p:spPr>
              <a:xfrm>
                <a:off x="3403313" y="6000331"/>
                <a:ext cx="176643" cy="88562"/>
              </a:xfrm>
              <a:custGeom>
                <a:avLst/>
                <a:gdLst>
                  <a:gd name="connsiteX0" fmla="*/ 2521 w 176643"/>
                  <a:gd name="connsiteY0" fmla="*/ 88541 h 88562"/>
                  <a:gd name="connsiteX1" fmla="*/ 246 w 176643"/>
                  <a:gd name="connsiteY1" fmla="*/ 87733 h 88562"/>
                  <a:gd name="connsiteX2" fmla="*/ 1465 w 176643"/>
                  <a:gd name="connsiteY2" fmla="*/ 85878 h 88562"/>
                  <a:gd name="connsiteX3" fmla="*/ 20688 w 176643"/>
                  <a:gd name="connsiteY3" fmla="*/ 80880 h 88562"/>
                  <a:gd name="connsiteX4" fmla="*/ 42308 w 176643"/>
                  <a:gd name="connsiteY4" fmla="*/ 73677 h 88562"/>
                  <a:gd name="connsiteX5" fmla="*/ 85915 w 176643"/>
                  <a:gd name="connsiteY5" fmla="*/ 47791 h 88562"/>
                  <a:gd name="connsiteX6" fmla="*/ 107860 w 176643"/>
                  <a:gd name="connsiteY6" fmla="*/ 37772 h 88562"/>
                  <a:gd name="connsiteX7" fmla="*/ 129196 w 176643"/>
                  <a:gd name="connsiteY7" fmla="*/ 22537 h 88562"/>
                  <a:gd name="connsiteX8" fmla="*/ 150817 w 176643"/>
                  <a:gd name="connsiteY8" fmla="*/ 9049 h 88562"/>
                  <a:gd name="connsiteX9" fmla="*/ 172559 w 176643"/>
                  <a:gd name="connsiteY9" fmla="*/ 252 h 88562"/>
                  <a:gd name="connsiteX10" fmla="*/ 176136 w 176643"/>
                  <a:gd name="connsiteY10" fmla="*/ 580 h 88562"/>
                  <a:gd name="connsiteX11" fmla="*/ 175567 w 176643"/>
                  <a:gd name="connsiteY11" fmla="*/ 2544 h 88562"/>
                  <a:gd name="connsiteX12" fmla="*/ 154231 w 176643"/>
                  <a:gd name="connsiteY12" fmla="*/ 11057 h 88562"/>
                  <a:gd name="connsiteX13" fmla="*/ 133057 w 176643"/>
                  <a:gd name="connsiteY13" fmla="*/ 24284 h 88562"/>
                  <a:gd name="connsiteX14" fmla="*/ 111477 w 176643"/>
                  <a:gd name="connsiteY14" fmla="*/ 39693 h 88562"/>
                  <a:gd name="connsiteX15" fmla="*/ 89410 w 176643"/>
                  <a:gd name="connsiteY15" fmla="*/ 49821 h 88562"/>
                  <a:gd name="connsiteX16" fmla="*/ 45803 w 176643"/>
                  <a:gd name="connsiteY16" fmla="*/ 75729 h 88562"/>
                  <a:gd name="connsiteX17" fmla="*/ 45234 w 176643"/>
                  <a:gd name="connsiteY17" fmla="*/ 75991 h 88562"/>
                  <a:gd name="connsiteX18" fmla="*/ 23045 w 176643"/>
                  <a:gd name="connsiteY18" fmla="*/ 83390 h 88562"/>
                  <a:gd name="connsiteX19" fmla="*/ 3619 w 176643"/>
                  <a:gd name="connsiteY19" fmla="*/ 88454 h 88562"/>
                  <a:gd name="connsiteX20" fmla="*/ 2521 w 176643"/>
                  <a:gd name="connsiteY20" fmla="*/ 88563 h 8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6643" h="88562">
                    <a:moveTo>
                      <a:pt x="2521" y="88541"/>
                    </a:moveTo>
                    <a:cubicBezTo>
                      <a:pt x="1587" y="88541"/>
                      <a:pt x="693" y="88279"/>
                      <a:pt x="246" y="87733"/>
                    </a:cubicBezTo>
                    <a:cubicBezTo>
                      <a:pt x="-364" y="87035"/>
                      <a:pt x="205" y="86184"/>
                      <a:pt x="1465" y="85878"/>
                    </a:cubicBezTo>
                    <a:lnTo>
                      <a:pt x="20688" y="80880"/>
                    </a:lnTo>
                    <a:lnTo>
                      <a:pt x="42308" y="73677"/>
                    </a:lnTo>
                    <a:lnTo>
                      <a:pt x="85915" y="47791"/>
                    </a:lnTo>
                    <a:lnTo>
                      <a:pt x="107860" y="37772"/>
                    </a:lnTo>
                    <a:lnTo>
                      <a:pt x="129196" y="22537"/>
                    </a:lnTo>
                    <a:lnTo>
                      <a:pt x="150817" y="9049"/>
                    </a:lnTo>
                    <a:lnTo>
                      <a:pt x="172559" y="252"/>
                    </a:lnTo>
                    <a:cubicBezTo>
                      <a:pt x="173697" y="-162"/>
                      <a:pt x="175282" y="-75"/>
                      <a:pt x="176136" y="580"/>
                    </a:cubicBezTo>
                    <a:cubicBezTo>
                      <a:pt x="176989" y="1235"/>
                      <a:pt x="176745" y="2064"/>
                      <a:pt x="175567" y="2544"/>
                    </a:cubicBezTo>
                    <a:lnTo>
                      <a:pt x="154231" y="11057"/>
                    </a:lnTo>
                    <a:lnTo>
                      <a:pt x="133057" y="24284"/>
                    </a:lnTo>
                    <a:lnTo>
                      <a:pt x="111477" y="39693"/>
                    </a:lnTo>
                    <a:lnTo>
                      <a:pt x="89410" y="49821"/>
                    </a:lnTo>
                    <a:lnTo>
                      <a:pt x="45803" y="75729"/>
                    </a:lnTo>
                    <a:cubicBezTo>
                      <a:pt x="45803" y="75729"/>
                      <a:pt x="45437" y="75947"/>
                      <a:pt x="45234" y="75991"/>
                    </a:cubicBezTo>
                    <a:lnTo>
                      <a:pt x="23045" y="83390"/>
                    </a:lnTo>
                    <a:lnTo>
                      <a:pt x="3619" y="88454"/>
                    </a:lnTo>
                    <a:cubicBezTo>
                      <a:pt x="3253" y="88563"/>
                      <a:pt x="2928" y="88563"/>
                      <a:pt x="2521" y="885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5" name="Freeform: Shape 484">
                <a:extLst>
                  <a:ext uri="{FF2B5EF4-FFF2-40B4-BE49-F238E27FC236}">
                    <a16:creationId xmlns:a16="http://schemas.microsoft.com/office/drawing/2014/main" id="{458D3841-F49D-46BB-BB1A-D967E5930B17}"/>
                  </a:ext>
                </a:extLst>
              </p:cNvPr>
              <p:cNvSpPr/>
              <p:nvPr/>
            </p:nvSpPr>
            <p:spPr>
              <a:xfrm>
                <a:off x="8542000" y="5694702"/>
                <a:ext cx="2178384" cy="17291"/>
              </a:xfrm>
              <a:custGeom>
                <a:avLst/>
                <a:gdLst>
                  <a:gd name="connsiteX0" fmla="*/ 160974 w 2178384"/>
                  <a:gd name="connsiteY0" fmla="*/ 17269 h 17291"/>
                  <a:gd name="connsiteX1" fmla="*/ 159592 w 2178384"/>
                  <a:gd name="connsiteY1" fmla="*/ 17051 h 17291"/>
                  <a:gd name="connsiteX2" fmla="*/ 151749 w 2178384"/>
                  <a:gd name="connsiteY2" fmla="*/ 14345 h 17291"/>
                  <a:gd name="connsiteX3" fmla="*/ 140045 w 2178384"/>
                  <a:gd name="connsiteY3" fmla="*/ 13537 h 17291"/>
                  <a:gd name="connsiteX4" fmla="*/ 81401 w 2178384"/>
                  <a:gd name="connsiteY4" fmla="*/ 13319 h 17291"/>
                  <a:gd name="connsiteX5" fmla="*/ 32592 w 2178384"/>
                  <a:gd name="connsiteY5" fmla="*/ 13646 h 17291"/>
                  <a:gd name="connsiteX6" fmla="*/ 23489 w 2178384"/>
                  <a:gd name="connsiteY6" fmla="*/ 13319 h 17291"/>
                  <a:gd name="connsiteX7" fmla="*/ 2560 w 2178384"/>
                  <a:gd name="connsiteY7" fmla="*/ 13319 h 17291"/>
                  <a:gd name="connsiteX8" fmla="*/ 0 w 2178384"/>
                  <a:gd name="connsiteY8" fmla="*/ 11878 h 17291"/>
                  <a:gd name="connsiteX9" fmla="*/ 2560 w 2178384"/>
                  <a:gd name="connsiteY9" fmla="*/ 10503 h 17291"/>
                  <a:gd name="connsiteX10" fmla="*/ 23570 w 2178384"/>
                  <a:gd name="connsiteY10" fmla="*/ 10503 h 17291"/>
                  <a:gd name="connsiteX11" fmla="*/ 32714 w 2178384"/>
                  <a:gd name="connsiteY11" fmla="*/ 10830 h 17291"/>
                  <a:gd name="connsiteX12" fmla="*/ 81320 w 2178384"/>
                  <a:gd name="connsiteY12" fmla="*/ 10503 h 17291"/>
                  <a:gd name="connsiteX13" fmla="*/ 140045 w 2178384"/>
                  <a:gd name="connsiteY13" fmla="*/ 10721 h 17291"/>
                  <a:gd name="connsiteX14" fmla="*/ 140654 w 2178384"/>
                  <a:gd name="connsiteY14" fmla="*/ 10721 h 17291"/>
                  <a:gd name="connsiteX15" fmla="*/ 152969 w 2178384"/>
                  <a:gd name="connsiteY15" fmla="*/ 11573 h 17291"/>
                  <a:gd name="connsiteX16" fmla="*/ 153944 w 2178384"/>
                  <a:gd name="connsiteY16" fmla="*/ 11791 h 17291"/>
                  <a:gd name="connsiteX17" fmla="*/ 161706 w 2178384"/>
                  <a:gd name="connsiteY17" fmla="*/ 14454 h 17291"/>
                  <a:gd name="connsiteX18" fmla="*/ 216895 w 2178384"/>
                  <a:gd name="connsiteY18" fmla="*/ 13537 h 17291"/>
                  <a:gd name="connsiteX19" fmla="*/ 267492 w 2178384"/>
                  <a:gd name="connsiteY19" fmla="*/ 12053 h 17291"/>
                  <a:gd name="connsiteX20" fmla="*/ 347269 w 2178384"/>
                  <a:gd name="connsiteY20" fmla="*/ 11311 h 17291"/>
                  <a:gd name="connsiteX21" fmla="*/ 379008 w 2178384"/>
                  <a:gd name="connsiteY21" fmla="*/ 11725 h 17291"/>
                  <a:gd name="connsiteX22" fmla="*/ 384779 w 2178384"/>
                  <a:gd name="connsiteY22" fmla="*/ 12271 h 17291"/>
                  <a:gd name="connsiteX23" fmla="*/ 394817 w 2178384"/>
                  <a:gd name="connsiteY23" fmla="*/ 12686 h 17291"/>
                  <a:gd name="connsiteX24" fmla="*/ 402457 w 2178384"/>
                  <a:gd name="connsiteY24" fmla="*/ 11878 h 17291"/>
                  <a:gd name="connsiteX25" fmla="*/ 433303 w 2178384"/>
                  <a:gd name="connsiteY25" fmla="*/ 12402 h 17291"/>
                  <a:gd name="connsiteX26" fmla="*/ 456712 w 2178384"/>
                  <a:gd name="connsiteY26" fmla="*/ 13428 h 17291"/>
                  <a:gd name="connsiteX27" fmla="*/ 464149 w 2178384"/>
                  <a:gd name="connsiteY27" fmla="*/ 14126 h 17291"/>
                  <a:gd name="connsiteX28" fmla="*/ 474878 w 2178384"/>
                  <a:gd name="connsiteY28" fmla="*/ 12729 h 17291"/>
                  <a:gd name="connsiteX29" fmla="*/ 475568 w 2178384"/>
                  <a:gd name="connsiteY29" fmla="*/ 12686 h 17291"/>
                  <a:gd name="connsiteX30" fmla="*/ 525963 w 2178384"/>
                  <a:gd name="connsiteY30" fmla="*/ 13908 h 17291"/>
                  <a:gd name="connsiteX31" fmla="*/ 538073 w 2178384"/>
                  <a:gd name="connsiteY31" fmla="*/ 13537 h 17291"/>
                  <a:gd name="connsiteX32" fmla="*/ 549087 w 2178384"/>
                  <a:gd name="connsiteY32" fmla="*/ 12620 h 17291"/>
                  <a:gd name="connsiteX33" fmla="*/ 550265 w 2178384"/>
                  <a:gd name="connsiteY33" fmla="*/ 12686 h 17291"/>
                  <a:gd name="connsiteX34" fmla="*/ 555345 w 2178384"/>
                  <a:gd name="connsiteY34" fmla="*/ 13646 h 17291"/>
                  <a:gd name="connsiteX35" fmla="*/ 568919 w 2178384"/>
                  <a:gd name="connsiteY35" fmla="*/ 13755 h 17291"/>
                  <a:gd name="connsiteX36" fmla="*/ 577860 w 2178384"/>
                  <a:gd name="connsiteY36" fmla="*/ 12686 h 17291"/>
                  <a:gd name="connsiteX37" fmla="*/ 584321 w 2178384"/>
                  <a:gd name="connsiteY37" fmla="*/ 12424 h 17291"/>
                  <a:gd name="connsiteX38" fmla="*/ 590987 w 2178384"/>
                  <a:gd name="connsiteY38" fmla="*/ 12424 h 17291"/>
                  <a:gd name="connsiteX39" fmla="*/ 664098 w 2178384"/>
                  <a:gd name="connsiteY39" fmla="*/ 7316 h 17291"/>
                  <a:gd name="connsiteX40" fmla="*/ 720546 w 2178384"/>
                  <a:gd name="connsiteY40" fmla="*/ 5810 h 17291"/>
                  <a:gd name="connsiteX41" fmla="*/ 748629 w 2178384"/>
                  <a:gd name="connsiteY41" fmla="*/ 4850 h 17291"/>
                  <a:gd name="connsiteX42" fmla="*/ 750417 w 2178384"/>
                  <a:gd name="connsiteY42" fmla="*/ 4523 h 17291"/>
                  <a:gd name="connsiteX43" fmla="*/ 755457 w 2178384"/>
                  <a:gd name="connsiteY43" fmla="*/ 3824 h 17291"/>
                  <a:gd name="connsiteX44" fmla="*/ 811092 w 2178384"/>
                  <a:gd name="connsiteY44" fmla="*/ 2449 h 17291"/>
                  <a:gd name="connsiteX45" fmla="*/ 1370381 w 2178384"/>
                  <a:gd name="connsiteY45" fmla="*/ 3082 h 17291"/>
                  <a:gd name="connsiteX46" fmla="*/ 1384564 w 2178384"/>
                  <a:gd name="connsiteY46" fmla="*/ 3933 h 17291"/>
                  <a:gd name="connsiteX47" fmla="*/ 1423578 w 2178384"/>
                  <a:gd name="connsiteY47" fmla="*/ 8844 h 17291"/>
                  <a:gd name="connsiteX48" fmla="*/ 1438046 w 2178384"/>
                  <a:gd name="connsiteY48" fmla="*/ 7251 h 17291"/>
                  <a:gd name="connsiteX49" fmla="*/ 1495511 w 2178384"/>
                  <a:gd name="connsiteY49" fmla="*/ 4894 h 17291"/>
                  <a:gd name="connsiteX50" fmla="*/ 2001926 w 2178384"/>
                  <a:gd name="connsiteY50" fmla="*/ 5439 h 17291"/>
                  <a:gd name="connsiteX51" fmla="*/ 2142337 w 2178384"/>
                  <a:gd name="connsiteY51" fmla="*/ 2995 h 17291"/>
                  <a:gd name="connsiteX52" fmla="*/ 2160910 w 2178384"/>
                  <a:gd name="connsiteY52" fmla="*/ 485 h 17291"/>
                  <a:gd name="connsiteX53" fmla="*/ 2175703 w 2178384"/>
                  <a:gd name="connsiteY53" fmla="*/ 5 h 17291"/>
                  <a:gd name="connsiteX54" fmla="*/ 2178384 w 2178384"/>
                  <a:gd name="connsiteY54" fmla="*/ 1336 h 17291"/>
                  <a:gd name="connsiteX55" fmla="*/ 2175906 w 2178384"/>
                  <a:gd name="connsiteY55" fmla="*/ 2820 h 17291"/>
                  <a:gd name="connsiteX56" fmla="*/ 2161641 w 2178384"/>
                  <a:gd name="connsiteY56" fmla="*/ 3257 h 17291"/>
                  <a:gd name="connsiteX57" fmla="*/ 2143109 w 2178384"/>
                  <a:gd name="connsiteY57" fmla="*/ 5767 h 17291"/>
                  <a:gd name="connsiteX58" fmla="*/ 2099136 w 2178384"/>
                  <a:gd name="connsiteY58" fmla="*/ 6618 h 17291"/>
                  <a:gd name="connsiteX59" fmla="*/ 2002089 w 2178384"/>
                  <a:gd name="connsiteY59" fmla="*/ 8277 h 17291"/>
                  <a:gd name="connsiteX60" fmla="*/ 1495795 w 2178384"/>
                  <a:gd name="connsiteY60" fmla="*/ 7687 h 17291"/>
                  <a:gd name="connsiteX61" fmla="*/ 1438858 w 2178384"/>
                  <a:gd name="connsiteY61" fmla="*/ 10088 h 17291"/>
                  <a:gd name="connsiteX62" fmla="*/ 1424066 w 2178384"/>
                  <a:gd name="connsiteY62" fmla="*/ 11638 h 17291"/>
                  <a:gd name="connsiteX63" fmla="*/ 1423091 w 2178384"/>
                  <a:gd name="connsiteY63" fmla="*/ 11638 h 17291"/>
                  <a:gd name="connsiteX64" fmla="*/ 1383792 w 2178384"/>
                  <a:gd name="connsiteY64" fmla="*/ 6727 h 17291"/>
                  <a:gd name="connsiteX65" fmla="*/ 1370299 w 2178384"/>
                  <a:gd name="connsiteY65" fmla="*/ 5920 h 17291"/>
                  <a:gd name="connsiteX66" fmla="*/ 811296 w 2178384"/>
                  <a:gd name="connsiteY66" fmla="*/ 5287 h 17291"/>
                  <a:gd name="connsiteX67" fmla="*/ 756228 w 2178384"/>
                  <a:gd name="connsiteY67" fmla="*/ 6618 h 17291"/>
                  <a:gd name="connsiteX68" fmla="*/ 749605 w 2178384"/>
                  <a:gd name="connsiteY68" fmla="*/ 7622 h 17291"/>
                  <a:gd name="connsiteX69" fmla="*/ 720913 w 2178384"/>
                  <a:gd name="connsiteY69" fmla="*/ 8648 h 17291"/>
                  <a:gd name="connsiteX70" fmla="*/ 664585 w 2178384"/>
                  <a:gd name="connsiteY70" fmla="*/ 10088 h 17291"/>
                  <a:gd name="connsiteX71" fmla="*/ 591352 w 2178384"/>
                  <a:gd name="connsiteY71" fmla="*/ 15261 h 17291"/>
                  <a:gd name="connsiteX72" fmla="*/ 584606 w 2178384"/>
                  <a:gd name="connsiteY72" fmla="*/ 15261 h 17291"/>
                  <a:gd name="connsiteX73" fmla="*/ 578835 w 2178384"/>
                  <a:gd name="connsiteY73" fmla="*/ 15414 h 17291"/>
                  <a:gd name="connsiteX74" fmla="*/ 576844 w 2178384"/>
                  <a:gd name="connsiteY74" fmla="*/ 15785 h 17291"/>
                  <a:gd name="connsiteX75" fmla="*/ 569407 w 2178384"/>
                  <a:gd name="connsiteY75" fmla="*/ 16527 h 17291"/>
                  <a:gd name="connsiteX76" fmla="*/ 554938 w 2178384"/>
                  <a:gd name="connsiteY76" fmla="*/ 16418 h 17291"/>
                  <a:gd name="connsiteX77" fmla="*/ 554126 w 2178384"/>
                  <a:gd name="connsiteY77" fmla="*/ 16353 h 17291"/>
                  <a:gd name="connsiteX78" fmla="*/ 549371 w 2178384"/>
                  <a:gd name="connsiteY78" fmla="*/ 15458 h 17291"/>
                  <a:gd name="connsiteX79" fmla="*/ 538642 w 2178384"/>
                  <a:gd name="connsiteY79" fmla="*/ 16353 h 17291"/>
                  <a:gd name="connsiteX80" fmla="*/ 526125 w 2178384"/>
                  <a:gd name="connsiteY80" fmla="*/ 16724 h 17291"/>
                  <a:gd name="connsiteX81" fmla="*/ 475731 w 2178384"/>
                  <a:gd name="connsiteY81" fmla="*/ 15501 h 17291"/>
                  <a:gd name="connsiteX82" fmla="*/ 464799 w 2178384"/>
                  <a:gd name="connsiteY82" fmla="*/ 16942 h 17291"/>
                  <a:gd name="connsiteX83" fmla="*/ 463824 w 2178384"/>
                  <a:gd name="connsiteY83" fmla="*/ 16942 h 17291"/>
                  <a:gd name="connsiteX84" fmla="*/ 456062 w 2178384"/>
                  <a:gd name="connsiteY84" fmla="*/ 16200 h 17291"/>
                  <a:gd name="connsiteX85" fmla="*/ 433140 w 2178384"/>
                  <a:gd name="connsiteY85" fmla="*/ 15239 h 17291"/>
                  <a:gd name="connsiteX86" fmla="*/ 402905 w 2178384"/>
                  <a:gd name="connsiteY86" fmla="*/ 14650 h 17291"/>
                  <a:gd name="connsiteX87" fmla="*/ 395548 w 2178384"/>
                  <a:gd name="connsiteY87" fmla="*/ 15501 h 17291"/>
                  <a:gd name="connsiteX88" fmla="*/ 394858 w 2178384"/>
                  <a:gd name="connsiteY88" fmla="*/ 15501 h 17291"/>
                  <a:gd name="connsiteX89" fmla="*/ 384128 w 2178384"/>
                  <a:gd name="connsiteY89" fmla="*/ 15087 h 17291"/>
                  <a:gd name="connsiteX90" fmla="*/ 378358 w 2178384"/>
                  <a:gd name="connsiteY90" fmla="*/ 14497 h 17291"/>
                  <a:gd name="connsiteX91" fmla="*/ 372384 w 2178384"/>
                  <a:gd name="connsiteY91" fmla="*/ 14345 h 17291"/>
                  <a:gd name="connsiteX92" fmla="*/ 347269 w 2178384"/>
                  <a:gd name="connsiteY92" fmla="*/ 14126 h 17291"/>
                  <a:gd name="connsiteX93" fmla="*/ 267695 w 2178384"/>
                  <a:gd name="connsiteY93" fmla="*/ 14825 h 17291"/>
                  <a:gd name="connsiteX94" fmla="*/ 217099 w 2178384"/>
                  <a:gd name="connsiteY94" fmla="*/ 16374 h 17291"/>
                  <a:gd name="connsiteX95" fmla="*/ 161056 w 2178384"/>
                  <a:gd name="connsiteY95" fmla="*/ 17291 h 17291"/>
                  <a:gd name="connsiteX96" fmla="*/ 161056 w 2178384"/>
                  <a:gd name="connsiteY96" fmla="*/ 17291 h 17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2178384" h="17291">
                    <a:moveTo>
                      <a:pt x="160974" y="17269"/>
                    </a:moveTo>
                    <a:cubicBezTo>
                      <a:pt x="160487" y="17269"/>
                      <a:pt x="159958" y="17204"/>
                      <a:pt x="159592" y="17051"/>
                    </a:cubicBezTo>
                    <a:lnTo>
                      <a:pt x="151749" y="14345"/>
                    </a:lnTo>
                    <a:lnTo>
                      <a:pt x="140045" y="13537"/>
                    </a:lnTo>
                    <a:lnTo>
                      <a:pt x="81401" y="13319"/>
                    </a:lnTo>
                    <a:lnTo>
                      <a:pt x="32592" y="13646"/>
                    </a:lnTo>
                    <a:lnTo>
                      <a:pt x="23489" y="13319"/>
                    </a:lnTo>
                    <a:lnTo>
                      <a:pt x="2560" y="13319"/>
                    </a:lnTo>
                    <a:cubicBezTo>
                      <a:pt x="1096" y="13319"/>
                      <a:pt x="0" y="12686"/>
                      <a:pt x="0" y="11878"/>
                    </a:cubicBezTo>
                    <a:cubicBezTo>
                      <a:pt x="0" y="11136"/>
                      <a:pt x="1178" y="10503"/>
                      <a:pt x="2560" y="10503"/>
                    </a:cubicBezTo>
                    <a:lnTo>
                      <a:pt x="23570" y="10503"/>
                    </a:lnTo>
                    <a:lnTo>
                      <a:pt x="32714" y="10830"/>
                    </a:lnTo>
                    <a:lnTo>
                      <a:pt x="81320" y="10503"/>
                    </a:lnTo>
                    <a:lnTo>
                      <a:pt x="140045" y="10721"/>
                    </a:lnTo>
                    <a:lnTo>
                      <a:pt x="140654" y="10721"/>
                    </a:lnTo>
                    <a:lnTo>
                      <a:pt x="152969" y="11573"/>
                    </a:lnTo>
                    <a:cubicBezTo>
                      <a:pt x="153375" y="11573"/>
                      <a:pt x="153659" y="11682"/>
                      <a:pt x="153944" y="11791"/>
                    </a:cubicBezTo>
                    <a:lnTo>
                      <a:pt x="161706" y="14454"/>
                    </a:lnTo>
                    <a:lnTo>
                      <a:pt x="216895" y="13537"/>
                    </a:lnTo>
                    <a:lnTo>
                      <a:pt x="267492" y="12053"/>
                    </a:lnTo>
                    <a:lnTo>
                      <a:pt x="347269" y="11311"/>
                    </a:lnTo>
                    <a:lnTo>
                      <a:pt x="379008" y="11725"/>
                    </a:lnTo>
                    <a:lnTo>
                      <a:pt x="384779" y="12271"/>
                    </a:lnTo>
                    <a:lnTo>
                      <a:pt x="394817" y="12686"/>
                    </a:lnTo>
                    <a:lnTo>
                      <a:pt x="402457" y="11878"/>
                    </a:lnTo>
                    <a:lnTo>
                      <a:pt x="433303" y="12402"/>
                    </a:lnTo>
                    <a:lnTo>
                      <a:pt x="456712" y="13428"/>
                    </a:lnTo>
                    <a:lnTo>
                      <a:pt x="464149" y="14126"/>
                    </a:lnTo>
                    <a:lnTo>
                      <a:pt x="474878" y="12729"/>
                    </a:lnTo>
                    <a:cubicBezTo>
                      <a:pt x="474878" y="12729"/>
                      <a:pt x="475366" y="12686"/>
                      <a:pt x="475568" y="12686"/>
                    </a:cubicBezTo>
                    <a:lnTo>
                      <a:pt x="525963" y="13908"/>
                    </a:lnTo>
                    <a:lnTo>
                      <a:pt x="538073" y="13537"/>
                    </a:lnTo>
                    <a:lnTo>
                      <a:pt x="549087" y="12620"/>
                    </a:lnTo>
                    <a:cubicBezTo>
                      <a:pt x="549493" y="12577"/>
                      <a:pt x="549858" y="12577"/>
                      <a:pt x="550265" y="12686"/>
                    </a:cubicBezTo>
                    <a:lnTo>
                      <a:pt x="555345" y="13646"/>
                    </a:lnTo>
                    <a:lnTo>
                      <a:pt x="568919" y="13755"/>
                    </a:lnTo>
                    <a:lnTo>
                      <a:pt x="577860" y="12686"/>
                    </a:lnTo>
                    <a:lnTo>
                      <a:pt x="584321" y="12424"/>
                    </a:lnTo>
                    <a:lnTo>
                      <a:pt x="590987" y="12424"/>
                    </a:lnTo>
                    <a:lnTo>
                      <a:pt x="664098" y="7316"/>
                    </a:lnTo>
                    <a:lnTo>
                      <a:pt x="720546" y="5810"/>
                    </a:lnTo>
                    <a:lnTo>
                      <a:pt x="748629" y="4850"/>
                    </a:lnTo>
                    <a:lnTo>
                      <a:pt x="750417" y="4523"/>
                    </a:lnTo>
                    <a:lnTo>
                      <a:pt x="755457" y="3824"/>
                    </a:lnTo>
                    <a:lnTo>
                      <a:pt x="811092" y="2449"/>
                    </a:lnTo>
                    <a:lnTo>
                      <a:pt x="1370381" y="3082"/>
                    </a:lnTo>
                    <a:lnTo>
                      <a:pt x="1384564" y="3933"/>
                    </a:lnTo>
                    <a:lnTo>
                      <a:pt x="1423578" y="8844"/>
                    </a:lnTo>
                    <a:lnTo>
                      <a:pt x="1438046" y="7251"/>
                    </a:lnTo>
                    <a:lnTo>
                      <a:pt x="1495511" y="4894"/>
                    </a:lnTo>
                    <a:lnTo>
                      <a:pt x="2001926" y="5439"/>
                    </a:lnTo>
                    <a:lnTo>
                      <a:pt x="2142337" y="2995"/>
                    </a:lnTo>
                    <a:lnTo>
                      <a:pt x="2160910" y="485"/>
                    </a:lnTo>
                    <a:lnTo>
                      <a:pt x="2175703" y="5"/>
                    </a:lnTo>
                    <a:cubicBezTo>
                      <a:pt x="2177409" y="-61"/>
                      <a:pt x="2178304" y="594"/>
                      <a:pt x="2178384" y="1336"/>
                    </a:cubicBezTo>
                    <a:cubicBezTo>
                      <a:pt x="2178384" y="2144"/>
                      <a:pt x="2177409" y="2777"/>
                      <a:pt x="2175906" y="2820"/>
                    </a:cubicBezTo>
                    <a:lnTo>
                      <a:pt x="2161641" y="3257"/>
                    </a:lnTo>
                    <a:lnTo>
                      <a:pt x="2143109" y="5767"/>
                    </a:lnTo>
                    <a:lnTo>
                      <a:pt x="2099136" y="6618"/>
                    </a:lnTo>
                    <a:lnTo>
                      <a:pt x="2002089" y="8277"/>
                    </a:lnTo>
                    <a:lnTo>
                      <a:pt x="1495795" y="7687"/>
                    </a:lnTo>
                    <a:lnTo>
                      <a:pt x="1438858" y="10088"/>
                    </a:lnTo>
                    <a:lnTo>
                      <a:pt x="1424066" y="11638"/>
                    </a:lnTo>
                    <a:cubicBezTo>
                      <a:pt x="1423781" y="11704"/>
                      <a:pt x="1423375" y="11704"/>
                      <a:pt x="1423091" y="11638"/>
                    </a:cubicBezTo>
                    <a:lnTo>
                      <a:pt x="1383792" y="6727"/>
                    </a:lnTo>
                    <a:lnTo>
                      <a:pt x="1370299" y="5920"/>
                    </a:lnTo>
                    <a:lnTo>
                      <a:pt x="811296" y="5287"/>
                    </a:lnTo>
                    <a:lnTo>
                      <a:pt x="756228" y="6618"/>
                    </a:lnTo>
                    <a:lnTo>
                      <a:pt x="749605" y="7622"/>
                    </a:lnTo>
                    <a:lnTo>
                      <a:pt x="720913" y="8648"/>
                    </a:lnTo>
                    <a:lnTo>
                      <a:pt x="664585" y="10088"/>
                    </a:lnTo>
                    <a:lnTo>
                      <a:pt x="591352" y="15261"/>
                    </a:lnTo>
                    <a:lnTo>
                      <a:pt x="584606" y="15261"/>
                    </a:lnTo>
                    <a:lnTo>
                      <a:pt x="578835" y="15414"/>
                    </a:lnTo>
                    <a:lnTo>
                      <a:pt x="576844" y="15785"/>
                    </a:lnTo>
                    <a:lnTo>
                      <a:pt x="569407" y="16527"/>
                    </a:lnTo>
                    <a:lnTo>
                      <a:pt x="554938" y="16418"/>
                    </a:lnTo>
                    <a:cubicBezTo>
                      <a:pt x="554614" y="16418"/>
                      <a:pt x="554329" y="16418"/>
                      <a:pt x="554126" y="16353"/>
                    </a:cubicBezTo>
                    <a:lnTo>
                      <a:pt x="549371" y="15458"/>
                    </a:lnTo>
                    <a:lnTo>
                      <a:pt x="538642" y="16353"/>
                    </a:lnTo>
                    <a:lnTo>
                      <a:pt x="526125" y="16724"/>
                    </a:lnTo>
                    <a:lnTo>
                      <a:pt x="475731" y="15501"/>
                    </a:lnTo>
                    <a:lnTo>
                      <a:pt x="464799" y="16942"/>
                    </a:lnTo>
                    <a:cubicBezTo>
                      <a:pt x="464514" y="16986"/>
                      <a:pt x="464109" y="16986"/>
                      <a:pt x="463824" y="16942"/>
                    </a:cubicBezTo>
                    <a:lnTo>
                      <a:pt x="456062" y="16200"/>
                    </a:lnTo>
                    <a:lnTo>
                      <a:pt x="433140" y="15239"/>
                    </a:lnTo>
                    <a:lnTo>
                      <a:pt x="402905" y="14650"/>
                    </a:lnTo>
                    <a:lnTo>
                      <a:pt x="395548" y="15501"/>
                    </a:lnTo>
                    <a:cubicBezTo>
                      <a:pt x="395548" y="15501"/>
                      <a:pt x="395061" y="15567"/>
                      <a:pt x="394858" y="15501"/>
                    </a:cubicBezTo>
                    <a:lnTo>
                      <a:pt x="384128" y="15087"/>
                    </a:lnTo>
                    <a:lnTo>
                      <a:pt x="378358" y="14497"/>
                    </a:lnTo>
                    <a:lnTo>
                      <a:pt x="372384" y="14345"/>
                    </a:lnTo>
                    <a:lnTo>
                      <a:pt x="347269" y="14126"/>
                    </a:lnTo>
                    <a:lnTo>
                      <a:pt x="267695" y="14825"/>
                    </a:lnTo>
                    <a:lnTo>
                      <a:pt x="217099" y="16374"/>
                    </a:lnTo>
                    <a:lnTo>
                      <a:pt x="161056" y="17291"/>
                    </a:lnTo>
                    <a:lnTo>
                      <a:pt x="161056" y="1729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6" name="Freeform: Shape 485">
                <a:extLst>
                  <a:ext uri="{FF2B5EF4-FFF2-40B4-BE49-F238E27FC236}">
                    <a16:creationId xmlns:a16="http://schemas.microsoft.com/office/drawing/2014/main" id="{22A10C32-4DF7-4E6B-8F7C-609BE45C5283}"/>
                  </a:ext>
                </a:extLst>
              </p:cNvPr>
              <p:cNvSpPr/>
              <p:nvPr/>
            </p:nvSpPr>
            <p:spPr>
              <a:xfrm>
                <a:off x="11413780" y="5740237"/>
                <a:ext cx="107862" cy="4299"/>
              </a:xfrm>
              <a:custGeom>
                <a:avLst/>
                <a:gdLst>
                  <a:gd name="connsiteX0" fmla="*/ 2605 w 107862"/>
                  <a:gd name="connsiteY0" fmla="*/ 4300 h 4299"/>
                  <a:gd name="connsiteX1" fmla="*/ 4 w 107862"/>
                  <a:gd name="connsiteY1" fmla="*/ 2968 h 4299"/>
                  <a:gd name="connsiteX2" fmla="*/ 2402 w 107862"/>
                  <a:gd name="connsiteY2" fmla="*/ 1484 h 4299"/>
                  <a:gd name="connsiteX3" fmla="*/ 43774 w 107862"/>
                  <a:gd name="connsiteY3" fmla="*/ 0 h 4299"/>
                  <a:gd name="connsiteX4" fmla="*/ 105302 w 107862"/>
                  <a:gd name="connsiteY4" fmla="*/ 262 h 4299"/>
                  <a:gd name="connsiteX5" fmla="*/ 107863 w 107862"/>
                  <a:gd name="connsiteY5" fmla="*/ 1702 h 4299"/>
                  <a:gd name="connsiteX6" fmla="*/ 105302 w 107862"/>
                  <a:gd name="connsiteY6" fmla="*/ 3078 h 4299"/>
                  <a:gd name="connsiteX7" fmla="*/ 105302 w 107862"/>
                  <a:gd name="connsiteY7" fmla="*/ 3078 h 4299"/>
                  <a:gd name="connsiteX8" fmla="*/ 43977 w 107862"/>
                  <a:gd name="connsiteY8" fmla="*/ 2816 h 4299"/>
                  <a:gd name="connsiteX9" fmla="*/ 2808 w 107862"/>
                  <a:gd name="connsiteY9" fmla="*/ 4300 h 4299"/>
                  <a:gd name="connsiteX10" fmla="*/ 2605 w 107862"/>
                  <a:gd name="connsiteY10" fmla="*/ 4300 h 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862" h="4299">
                    <a:moveTo>
                      <a:pt x="2605" y="4300"/>
                    </a:moveTo>
                    <a:cubicBezTo>
                      <a:pt x="1224" y="4300"/>
                      <a:pt x="126" y="3711"/>
                      <a:pt x="4" y="2968"/>
                    </a:cubicBezTo>
                    <a:cubicBezTo>
                      <a:pt x="-77" y="2161"/>
                      <a:pt x="1020" y="1528"/>
                      <a:pt x="2402" y="1484"/>
                    </a:cubicBezTo>
                    <a:lnTo>
                      <a:pt x="43774" y="0"/>
                    </a:lnTo>
                    <a:lnTo>
                      <a:pt x="105302" y="262"/>
                    </a:lnTo>
                    <a:cubicBezTo>
                      <a:pt x="106684" y="306"/>
                      <a:pt x="107863" y="960"/>
                      <a:pt x="107863" y="1702"/>
                    </a:cubicBezTo>
                    <a:cubicBezTo>
                      <a:pt x="107782" y="2510"/>
                      <a:pt x="106684" y="3078"/>
                      <a:pt x="105302" y="3078"/>
                    </a:cubicBezTo>
                    <a:lnTo>
                      <a:pt x="105302" y="3078"/>
                    </a:lnTo>
                    <a:lnTo>
                      <a:pt x="43977" y="2816"/>
                    </a:lnTo>
                    <a:lnTo>
                      <a:pt x="2808" y="4300"/>
                    </a:lnTo>
                    <a:lnTo>
                      <a:pt x="2605" y="430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7" name="Freeform: Shape 486">
                <a:extLst>
                  <a:ext uri="{FF2B5EF4-FFF2-40B4-BE49-F238E27FC236}">
                    <a16:creationId xmlns:a16="http://schemas.microsoft.com/office/drawing/2014/main" id="{5E744E12-A4DD-40C6-840F-9941877FA411}"/>
                  </a:ext>
                </a:extLst>
              </p:cNvPr>
              <p:cNvSpPr/>
              <p:nvPr/>
            </p:nvSpPr>
            <p:spPr>
              <a:xfrm>
                <a:off x="6091204" y="6081568"/>
                <a:ext cx="77175" cy="821346"/>
              </a:xfrm>
              <a:custGeom>
                <a:avLst/>
                <a:gdLst>
                  <a:gd name="connsiteX0" fmla="*/ 5446 w 77175"/>
                  <a:gd name="connsiteY0" fmla="*/ 821325 h 821346"/>
                  <a:gd name="connsiteX1" fmla="*/ 17963 w 77175"/>
                  <a:gd name="connsiteY1" fmla="*/ 694556 h 821346"/>
                  <a:gd name="connsiteX2" fmla="*/ 22433 w 77175"/>
                  <a:gd name="connsiteY2" fmla="*/ 643984 h 821346"/>
                  <a:gd name="connsiteX3" fmla="*/ 32797 w 77175"/>
                  <a:gd name="connsiteY3" fmla="*/ 579552 h 821346"/>
                  <a:gd name="connsiteX4" fmla="*/ 47346 w 77175"/>
                  <a:gd name="connsiteY4" fmla="*/ 464024 h 821346"/>
                  <a:gd name="connsiteX5" fmla="*/ 64618 w 77175"/>
                  <a:gd name="connsiteY5" fmla="*/ 362727 h 821346"/>
                  <a:gd name="connsiteX6" fmla="*/ 74696 w 77175"/>
                  <a:gd name="connsiteY6" fmla="*/ 313639 h 821346"/>
                  <a:gd name="connsiteX7" fmla="*/ 76444 w 77175"/>
                  <a:gd name="connsiteY7" fmla="*/ 299474 h 821346"/>
                  <a:gd name="connsiteX8" fmla="*/ 77176 w 77175"/>
                  <a:gd name="connsiteY8" fmla="*/ 285832 h 821346"/>
                  <a:gd name="connsiteX9" fmla="*/ 77013 w 77175"/>
                  <a:gd name="connsiteY9" fmla="*/ 273260 h 821346"/>
                  <a:gd name="connsiteX10" fmla="*/ 74778 w 77175"/>
                  <a:gd name="connsiteY10" fmla="*/ 235893 h 821346"/>
                  <a:gd name="connsiteX11" fmla="*/ 72096 w 77175"/>
                  <a:gd name="connsiteY11" fmla="*/ 211426 h 821346"/>
                  <a:gd name="connsiteX12" fmla="*/ 69657 w 77175"/>
                  <a:gd name="connsiteY12" fmla="*/ 203219 h 821346"/>
                  <a:gd name="connsiteX13" fmla="*/ 67422 w 77175"/>
                  <a:gd name="connsiteY13" fmla="*/ 188944 h 821346"/>
                  <a:gd name="connsiteX14" fmla="*/ 65593 w 77175"/>
                  <a:gd name="connsiteY14" fmla="*/ 171636 h 821346"/>
                  <a:gd name="connsiteX15" fmla="*/ 64293 w 77175"/>
                  <a:gd name="connsiteY15" fmla="*/ 147452 h 821346"/>
                  <a:gd name="connsiteX16" fmla="*/ 64374 w 77175"/>
                  <a:gd name="connsiteY16" fmla="*/ 116699 h 821346"/>
                  <a:gd name="connsiteX17" fmla="*/ 65065 w 77175"/>
                  <a:gd name="connsiteY17" fmla="*/ 82606 h 821346"/>
                  <a:gd name="connsiteX18" fmla="*/ 66609 w 77175"/>
                  <a:gd name="connsiteY18" fmla="*/ 69815 h 821346"/>
                  <a:gd name="connsiteX19" fmla="*/ 68722 w 77175"/>
                  <a:gd name="connsiteY19" fmla="*/ 58247 h 821346"/>
                  <a:gd name="connsiteX20" fmla="*/ 71364 w 77175"/>
                  <a:gd name="connsiteY20" fmla="*/ 39389 h 821346"/>
                  <a:gd name="connsiteX21" fmla="*/ 74128 w 77175"/>
                  <a:gd name="connsiteY21" fmla="*/ 12695 h 821346"/>
                  <a:gd name="connsiteX22" fmla="*/ 76932 w 77175"/>
                  <a:gd name="connsiteY22" fmla="*/ 1564 h 821346"/>
                  <a:gd name="connsiteX23" fmla="*/ 74737 w 77175"/>
                  <a:gd name="connsiteY23" fmla="*/ 14 h 821346"/>
                  <a:gd name="connsiteX24" fmla="*/ 71852 w 77175"/>
                  <a:gd name="connsiteY24" fmla="*/ 1193 h 821346"/>
                  <a:gd name="connsiteX25" fmla="*/ 69088 w 77175"/>
                  <a:gd name="connsiteY25" fmla="*/ 12433 h 821346"/>
                  <a:gd name="connsiteX26" fmla="*/ 66284 w 77175"/>
                  <a:gd name="connsiteY26" fmla="*/ 39171 h 821346"/>
                  <a:gd name="connsiteX27" fmla="*/ 63683 w 77175"/>
                  <a:gd name="connsiteY27" fmla="*/ 57985 h 821346"/>
                  <a:gd name="connsiteX28" fmla="*/ 61570 w 77175"/>
                  <a:gd name="connsiteY28" fmla="*/ 69553 h 821346"/>
                  <a:gd name="connsiteX29" fmla="*/ 60025 w 77175"/>
                  <a:gd name="connsiteY29" fmla="*/ 82496 h 821346"/>
                  <a:gd name="connsiteX30" fmla="*/ 59294 w 77175"/>
                  <a:gd name="connsiteY30" fmla="*/ 116699 h 821346"/>
                  <a:gd name="connsiteX31" fmla="*/ 59294 w 77175"/>
                  <a:gd name="connsiteY31" fmla="*/ 147496 h 821346"/>
                  <a:gd name="connsiteX32" fmla="*/ 60472 w 77175"/>
                  <a:gd name="connsiteY32" fmla="*/ 171789 h 821346"/>
                  <a:gd name="connsiteX33" fmla="*/ 62342 w 77175"/>
                  <a:gd name="connsiteY33" fmla="*/ 189119 h 821346"/>
                  <a:gd name="connsiteX34" fmla="*/ 64618 w 77175"/>
                  <a:gd name="connsiteY34" fmla="*/ 203546 h 821346"/>
                  <a:gd name="connsiteX35" fmla="*/ 66975 w 77175"/>
                  <a:gd name="connsiteY35" fmla="*/ 211753 h 821346"/>
                  <a:gd name="connsiteX36" fmla="*/ 69616 w 77175"/>
                  <a:gd name="connsiteY36" fmla="*/ 236002 h 821346"/>
                  <a:gd name="connsiteX37" fmla="*/ 71852 w 77175"/>
                  <a:gd name="connsiteY37" fmla="*/ 273304 h 821346"/>
                  <a:gd name="connsiteX38" fmla="*/ 72055 w 77175"/>
                  <a:gd name="connsiteY38" fmla="*/ 285832 h 821346"/>
                  <a:gd name="connsiteX39" fmla="*/ 71323 w 77175"/>
                  <a:gd name="connsiteY39" fmla="*/ 299321 h 821346"/>
                  <a:gd name="connsiteX40" fmla="*/ 69576 w 77175"/>
                  <a:gd name="connsiteY40" fmla="*/ 313443 h 821346"/>
                  <a:gd name="connsiteX41" fmla="*/ 59497 w 77175"/>
                  <a:gd name="connsiteY41" fmla="*/ 362422 h 821346"/>
                  <a:gd name="connsiteX42" fmla="*/ 42225 w 77175"/>
                  <a:gd name="connsiteY42" fmla="*/ 463828 h 821346"/>
                  <a:gd name="connsiteX43" fmla="*/ 31496 w 77175"/>
                  <a:gd name="connsiteY43" fmla="*/ 552182 h 821346"/>
                  <a:gd name="connsiteX44" fmla="*/ 27676 w 77175"/>
                  <a:gd name="connsiteY44" fmla="*/ 579356 h 821346"/>
                  <a:gd name="connsiteX45" fmla="*/ 19426 w 77175"/>
                  <a:gd name="connsiteY45" fmla="*/ 629229 h 821346"/>
                  <a:gd name="connsiteX46" fmla="*/ 17313 w 77175"/>
                  <a:gd name="connsiteY46" fmla="*/ 643831 h 821346"/>
                  <a:gd name="connsiteX47" fmla="*/ 15078 w 77175"/>
                  <a:gd name="connsiteY47" fmla="*/ 669892 h 821346"/>
                  <a:gd name="connsiteX48" fmla="*/ 0 w 77175"/>
                  <a:gd name="connsiteY48" fmla="*/ 821347 h 821346"/>
                  <a:gd name="connsiteX49" fmla="*/ 5405 w 77175"/>
                  <a:gd name="connsiteY49" fmla="*/ 821347 h 821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7175" h="821346">
                    <a:moveTo>
                      <a:pt x="5446" y="821325"/>
                    </a:moveTo>
                    <a:lnTo>
                      <a:pt x="17963" y="694556"/>
                    </a:lnTo>
                    <a:lnTo>
                      <a:pt x="22433" y="643984"/>
                    </a:lnTo>
                    <a:lnTo>
                      <a:pt x="32797" y="579552"/>
                    </a:lnTo>
                    <a:lnTo>
                      <a:pt x="47346" y="464024"/>
                    </a:lnTo>
                    <a:lnTo>
                      <a:pt x="64618" y="362727"/>
                    </a:lnTo>
                    <a:lnTo>
                      <a:pt x="74696" y="313639"/>
                    </a:lnTo>
                    <a:lnTo>
                      <a:pt x="76444" y="299474"/>
                    </a:lnTo>
                    <a:lnTo>
                      <a:pt x="77176" y="285832"/>
                    </a:lnTo>
                    <a:lnTo>
                      <a:pt x="77013" y="273260"/>
                    </a:lnTo>
                    <a:lnTo>
                      <a:pt x="74778" y="235893"/>
                    </a:lnTo>
                    <a:lnTo>
                      <a:pt x="72096" y="211426"/>
                    </a:lnTo>
                    <a:lnTo>
                      <a:pt x="69657" y="203219"/>
                    </a:lnTo>
                    <a:lnTo>
                      <a:pt x="67422" y="188944"/>
                    </a:lnTo>
                    <a:lnTo>
                      <a:pt x="65593" y="171636"/>
                    </a:lnTo>
                    <a:lnTo>
                      <a:pt x="64293" y="147452"/>
                    </a:lnTo>
                    <a:lnTo>
                      <a:pt x="64374" y="116699"/>
                    </a:lnTo>
                    <a:lnTo>
                      <a:pt x="65065" y="82606"/>
                    </a:lnTo>
                    <a:lnTo>
                      <a:pt x="66609" y="69815"/>
                    </a:lnTo>
                    <a:lnTo>
                      <a:pt x="68722" y="58247"/>
                    </a:lnTo>
                    <a:lnTo>
                      <a:pt x="71364" y="39389"/>
                    </a:lnTo>
                    <a:lnTo>
                      <a:pt x="74128" y="12695"/>
                    </a:lnTo>
                    <a:lnTo>
                      <a:pt x="76932" y="1564"/>
                    </a:lnTo>
                    <a:cubicBezTo>
                      <a:pt x="77135" y="821"/>
                      <a:pt x="76119" y="123"/>
                      <a:pt x="74737" y="14"/>
                    </a:cubicBezTo>
                    <a:cubicBezTo>
                      <a:pt x="73315" y="-95"/>
                      <a:pt x="72055" y="450"/>
                      <a:pt x="71852" y="1193"/>
                    </a:cubicBezTo>
                    <a:lnTo>
                      <a:pt x="69088" y="12433"/>
                    </a:lnTo>
                    <a:lnTo>
                      <a:pt x="66284" y="39171"/>
                    </a:lnTo>
                    <a:lnTo>
                      <a:pt x="63683" y="57985"/>
                    </a:lnTo>
                    <a:lnTo>
                      <a:pt x="61570" y="69553"/>
                    </a:lnTo>
                    <a:lnTo>
                      <a:pt x="60025" y="82496"/>
                    </a:lnTo>
                    <a:lnTo>
                      <a:pt x="59294" y="116699"/>
                    </a:lnTo>
                    <a:lnTo>
                      <a:pt x="59294" y="147496"/>
                    </a:lnTo>
                    <a:lnTo>
                      <a:pt x="60472" y="171789"/>
                    </a:lnTo>
                    <a:lnTo>
                      <a:pt x="62342" y="189119"/>
                    </a:lnTo>
                    <a:lnTo>
                      <a:pt x="64618" y="203546"/>
                    </a:lnTo>
                    <a:lnTo>
                      <a:pt x="66975" y="211753"/>
                    </a:lnTo>
                    <a:lnTo>
                      <a:pt x="69616" y="236002"/>
                    </a:lnTo>
                    <a:lnTo>
                      <a:pt x="71852" y="273304"/>
                    </a:lnTo>
                    <a:lnTo>
                      <a:pt x="72055" y="285832"/>
                    </a:lnTo>
                    <a:lnTo>
                      <a:pt x="71323" y="299321"/>
                    </a:lnTo>
                    <a:lnTo>
                      <a:pt x="69576" y="313443"/>
                    </a:lnTo>
                    <a:lnTo>
                      <a:pt x="59497" y="362422"/>
                    </a:lnTo>
                    <a:lnTo>
                      <a:pt x="42225" y="463828"/>
                    </a:lnTo>
                    <a:lnTo>
                      <a:pt x="31496" y="552182"/>
                    </a:lnTo>
                    <a:lnTo>
                      <a:pt x="27676" y="579356"/>
                    </a:lnTo>
                    <a:lnTo>
                      <a:pt x="19426" y="629229"/>
                    </a:lnTo>
                    <a:lnTo>
                      <a:pt x="17313" y="643831"/>
                    </a:lnTo>
                    <a:lnTo>
                      <a:pt x="15078" y="669892"/>
                    </a:lnTo>
                    <a:lnTo>
                      <a:pt x="0" y="821347"/>
                    </a:lnTo>
                    <a:lnTo>
                      <a:pt x="5405" y="8213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8" name="Freeform: Shape 487">
                <a:extLst>
                  <a:ext uri="{FF2B5EF4-FFF2-40B4-BE49-F238E27FC236}">
                    <a16:creationId xmlns:a16="http://schemas.microsoft.com/office/drawing/2014/main" id="{80F09CCB-D432-47AC-ABE2-8B18C2119BB0}"/>
                  </a:ext>
                </a:extLst>
              </p:cNvPr>
              <p:cNvSpPr/>
              <p:nvPr/>
            </p:nvSpPr>
            <p:spPr>
              <a:xfrm>
                <a:off x="11336324" y="5768022"/>
                <a:ext cx="758829" cy="14449"/>
              </a:xfrm>
              <a:custGeom>
                <a:avLst/>
                <a:gdLst>
                  <a:gd name="connsiteX0" fmla="*/ 756270 w 758829"/>
                  <a:gd name="connsiteY0" fmla="*/ 14449 h 14449"/>
                  <a:gd name="connsiteX1" fmla="*/ 756148 w 758829"/>
                  <a:gd name="connsiteY1" fmla="*/ 14449 h 14449"/>
                  <a:gd name="connsiteX2" fmla="*/ 224049 w 758829"/>
                  <a:gd name="connsiteY2" fmla="*/ 4649 h 14449"/>
                  <a:gd name="connsiteX3" fmla="*/ 91277 w 758829"/>
                  <a:gd name="connsiteY3" fmla="*/ 2837 h 14449"/>
                  <a:gd name="connsiteX4" fmla="*/ 2683 w 758829"/>
                  <a:gd name="connsiteY4" fmla="*/ 4758 h 14449"/>
                  <a:gd name="connsiteX5" fmla="*/ 0 w 758829"/>
                  <a:gd name="connsiteY5" fmla="*/ 3361 h 14449"/>
                  <a:gd name="connsiteX6" fmla="*/ 2479 w 758829"/>
                  <a:gd name="connsiteY6" fmla="*/ 1921 h 14449"/>
                  <a:gd name="connsiteX7" fmla="*/ 91277 w 758829"/>
                  <a:gd name="connsiteY7" fmla="*/ 0 h 14449"/>
                  <a:gd name="connsiteX8" fmla="*/ 224251 w 758829"/>
                  <a:gd name="connsiteY8" fmla="*/ 1812 h 14449"/>
                  <a:gd name="connsiteX9" fmla="*/ 556727 w 758829"/>
                  <a:gd name="connsiteY9" fmla="*/ 8316 h 14449"/>
                  <a:gd name="connsiteX10" fmla="*/ 756352 w 758829"/>
                  <a:gd name="connsiteY10" fmla="*/ 11612 h 14449"/>
                  <a:gd name="connsiteX11" fmla="*/ 758830 w 758829"/>
                  <a:gd name="connsiteY11" fmla="*/ 13052 h 14449"/>
                  <a:gd name="connsiteX12" fmla="*/ 756270 w 758829"/>
                  <a:gd name="connsiteY12" fmla="*/ 14427 h 1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8829" h="14449">
                    <a:moveTo>
                      <a:pt x="756270" y="14449"/>
                    </a:moveTo>
                    <a:lnTo>
                      <a:pt x="756148" y="14449"/>
                    </a:lnTo>
                    <a:lnTo>
                      <a:pt x="224049" y="4649"/>
                    </a:lnTo>
                    <a:lnTo>
                      <a:pt x="91277" y="2837"/>
                    </a:lnTo>
                    <a:lnTo>
                      <a:pt x="2683" y="4758"/>
                    </a:lnTo>
                    <a:cubicBezTo>
                      <a:pt x="1179" y="4758"/>
                      <a:pt x="81" y="4169"/>
                      <a:pt x="0" y="3361"/>
                    </a:cubicBezTo>
                    <a:cubicBezTo>
                      <a:pt x="0" y="2619"/>
                      <a:pt x="1097" y="1986"/>
                      <a:pt x="2479" y="1921"/>
                    </a:cubicBezTo>
                    <a:lnTo>
                      <a:pt x="91277" y="0"/>
                    </a:lnTo>
                    <a:lnTo>
                      <a:pt x="224251" y="1812"/>
                    </a:lnTo>
                    <a:lnTo>
                      <a:pt x="556727" y="8316"/>
                    </a:lnTo>
                    <a:lnTo>
                      <a:pt x="756352" y="11612"/>
                    </a:lnTo>
                    <a:cubicBezTo>
                      <a:pt x="757733" y="11612"/>
                      <a:pt x="758830" y="12310"/>
                      <a:pt x="758830" y="13052"/>
                    </a:cubicBezTo>
                    <a:cubicBezTo>
                      <a:pt x="758749" y="13794"/>
                      <a:pt x="757651" y="14427"/>
                      <a:pt x="756270" y="144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89" name="Freeform: Shape 488">
                <a:extLst>
                  <a:ext uri="{FF2B5EF4-FFF2-40B4-BE49-F238E27FC236}">
                    <a16:creationId xmlns:a16="http://schemas.microsoft.com/office/drawing/2014/main" id="{6A468E46-87C0-4CD1-93D1-9A084ED70CDE}"/>
                  </a:ext>
                </a:extLst>
              </p:cNvPr>
              <p:cNvSpPr/>
              <p:nvPr/>
            </p:nvSpPr>
            <p:spPr>
              <a:xfrm>
                <a:off x="9763034" y="5747072"/>
                <a:ext cx="230943" cy="197198"/>
              </a:xfrm>
              <a:custGeom>
                <a:avLst/>
                <a:gdLst>
                  <a:gd name="connsiteX0" fmla="*/ 228472 w 230943"/>
                  <a:gd name="connsiteY0" fmla="*/ 197133 h 197198"/>
                  <a:gd name="connsiteX1" fmla="*/ 226196 w 230943"/>
                  <a:gd name="connsiteY1" fmla="*/ 196391 h 197198"/>
                  <a:gd name="connsiteX2" fmla="*/ 219044 w 230943"/>
                  <a:gd name="connsiteY2" fmla="*/ 188992 h 197198"/>
                  <a:gd name="connsiteX3" fmla="*/ 203682 w 230943"/>
                  <a:gd name="connsiteY3" fmla="*/ 171356 h 197198"/>
                  <a:gd name="connsiteX4" fmla="*/ 189213 w 230943"/>
                  <a:gd name="connsiteY4" fmla="*/ 149027 h 197198"/>
                  <a:gd name="connsiteX5" fmla="*/ 175111 w 230943"/>
                  <a:gd name="connsiteY5" fmla="*/ 121592 h 197198"/>
                  <a:gd name="connsiteX6" fmla="*/ 160522 w 230943"/>
                  <a:gd name="connsiteY6" fmla="*/ 88328 h 197198"/>
                  <a:gd name="connsiteX7" fmla="*/ 144348 w 230943"/>
                  <a:gd name="connsiteY7" fmla="*/ 56941 h 197198"/>
                  <a:gd name="connsiteX8" fmla="*/ 126100 w 230943"/>
                  <a:gd name="connsiteY8" fmla="*/ 41073 h 197198"/>
                  <a:gd name="connsiteX9" fmla="*/ 105252 w 230943"/>
                  <a:gd name="connsiteY9" fmla="*/ 27170 h 197198"/>
                  <a:gd name="connsiteX10" fmla="*/ 82209 w 230943"/>
                  <a:gd name="connsiteY10" fmla="*/ 13485 h 197198"/>
                  <a:gd name="connsiteX11" fmla="*/ 58882 w 230943"/>
                  <a:gd name="connsiteY11" fmla="*/ 8268 h 197198"/>
                  <a:gd name="connsiteX12" fmla="*/ 42219 w 230943"/>
                  <a:gd name="connsiteY12" fmla="*/ 9600 h 197198"/>
                  <a:gd name="connsiteX13" fmla="*/ 40716 w 230943"/>
                  <a:gd name="connsiteY13" fmla="*/ 9425 h 197198"/>
                  <a:gd name="connsiteX14" fmla="*/ 35758 w 230943"/>
                  <a:gd name="connsiteY14" fmla="*/ 8050 h 197198"/>
                  <a:gd name="connsiteX15" fmla="*/ 8487 w 230943"/>
                  <a:gd name="connsiteY15" fmla="*/ 3903 h 197198"/>
                  <a:gd name="connsiteX16" fmla="*/ 5317 w 230943"/>
                  <a:gd name="connsiteY16" fmla="*/ 3575 h 197198"/>
                  <a:gd name="connsiteX17" fmla="*/ 4708 w 230943"/>
                  <a:gd name="connsiteY17" fmla="*/ 3466 h 197198"/>
                  <a:gd name="connsiteX18" fmla="*/ 1538 w 230943"/>
                  <a:gd name="connsiteY18" fmla="*/ 2724 h 197198"/>
                  <a:gd name="connsiteX19" fmla="*/ 237 w 230943"/>
                  <a:gd name="connsiteY19" fmla="*/ 869 h 197198"/>
                  <a:gd name="connsiteX20" fmla="*/ 3611 w 230943"/>
                  <a:gd name="connsiteY20" fmla="*/ 127 h 197198"/>
                  <a:gd name="connsiteX21" fmla="*/ 6496 w 230943"/>
                  <a:gd name="connsiteY21" fmla="*/ 869 h 197198"/>
                  <a:gd name="connsiteX22" fmla="*/ 9585 w 230943"/>
                  <a:gd name="connsiteY22" fmla="*/ 1131 h 197198"/>
                  <a:gd name="connsiteX23" fmla="*/ 37668 w 230943"/>
                  <a:gd name="connsiteY23" fmla="*/ 5496 h 197198"/>
                  <a:gd name="connsiteX24" fmla="*/ 42219 w 230943"/>
                  <a:gd name="connsiteY24" fmla="*/ 6718 h 197198"/>
                  <a:gd name="connsiteX25" fmla="*/ 58882 w 230943"/>
                  <a:gd name="connsiteY25" fmla="*/ 5452 h 197198"/>
                  <a:gd name="connsiteX26" fmla="*/ 60142 w 230943"/>
                  <a:gd name="connsiteY26" fmla="*/ 5562 h 197198"/>
                  <a:gd name="connsiteX27" fmla="*/ 84647 w 230943"/>
                  <a:gd name="connsiteY27" fmla="*/ 11040 h 197198"/>
                  <a:gd name="connsiteX28" fmla="*/ 85542 w 230943"/>
                  <a:gd name="connsiteY28" fmla="*/ 11367 h 197198"/>
                  <a:gd name="connsiteX29" fmla="*/ 109071 w 230943"/>
                  <a:gd name="connsiteY29" fmla="*/ 25336 h 197198"/>
                  <a:gd name="connsiteX30" fmla="*/ 130124 w 230943"/>
                  <a:gd name="connsiteY30" fmla="*/ 39458 h 197198"/>
                  <a:gd name="connsiteX31" fmla="*/ 148777 w 230943"/>
                  <a:gd name="connsiteY31" fmla="*/ 55654 h 197198"/>
                  <a:gd name="connsiteX32" fmla="*/ 149062 w 230943"/>
                  <a:gd name="connsiteY32" fmla="*/ 56025 h 197198"/>
                  <a:gd name="connsiteX33" fmla="*/ 165358 w 230943"/>
                  <a:gd name="connsiteY33" fmla="*/ 87629 h 197198"/>
                  <a:gd name="connsiteX34" fmla="*/ 179948 w 230943"/>
                  <a:gd name="connsiteY34" fmla="*/ 120937 h 197198"/>
                  <a:gd name="connsiteX35" fmla="*/ 193928 w 230943"/>
                  <a:gd name="connsiteY35" fmla="*/ 148220 h 197198"/>
                  <a:gd name="connsiteX36" fmla="*/ 208315 w 230943"/>
                  <a:gd name="connsiteY36" fmla="*/ 170330 h 197198"/>
                  <a:gd name="connsiteX37" fmla="*/ 223596 w 230943"/>
                  <a:gd name="connsiteY37" fmla="*/ 187748 h 197198"/>
                  <a:gd name="connsiteX38" fmla="*/ 230626 w 230943"/>
                  <a:gd name="connsiteY38" fmla="*/ 195103 h 197198"/>
                  <a:gd name="connsiteX39" fmla="*/ 229651 w 230943"/>
                  <a:gd name="connsiteY39" fmla="*/ 197024 h 197198"/>
                  <a:gd name="connsiteX40" fmla="*/ 228472 w 230943"/>
                  <a:gd name="connsiteY40" fmla="*/ 197199 h 19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30943" h="197198">
                    <a:moveTo>
                      <a:pt x="228472" y="197133"/>
                    </a:moveTo>
                    <a:cubicBezTo>
                      <a:pt x="227497" y="197133"/>
                      <a:pt x="226684" y="196871"/>
                      <a:pt x="226196" y="196391"/>
                    </a:cubicBezTo>
                    <a:lnTo>
                      <a:pt x="219044" y="188992"/>
                    </a:lnTo>
                    <a:lnTo>
                      <a:pt x="203682" y="171356"/>
                    </a:lnTo>
                    <a:lnTo>
                      <a:pt x="189213" y="149027"/>
                    </a:lnTo>
                    <a:lnTo>
                      <a:pt x="175111" y="121592"/>
                    </a:lnTo>
                    <a:lnTo>
                      <a:pt x="160522" y="88328"/>
                    </a:lnTo>
                    <a:lnTo>
                      <a:pt x="144348" y="56941"/>
                    </a:lnTo>
                    <a:lnTo>
                      <a:pt x="126100" y="41073"/>
                    </a:lnTo>
                    <a:lnTo>
                      <a:pt x="105252" y="27170"/>
                    </a:lnTo>
                    <a:lnTo>
                      <a:pt x="82209" y="13485"/>
                    </a:lnTo>
                    <a:lnTo>
                      <a:pt x="58882" y="8268"/>
                    </a:lnTo>
                    <a:lnTo>
                      <a:pt x="42219" y="9600"/>
                    </a:lnTo>
                    <a:cubicBezTo>
                      <a:pt x="41610" y="9600"/>
                      <a:pt x="41122" y="9600"/>
                      <a:pt x="40716" y="9425"/>
                    </a:cubicBezTo>
                    <a:lnTo>
                      <a:pt x="35758" y="8050"/>
                    </a:lnTo>
                    <a:lnTo>
                      <a:pt x="8487" y="3903"/>
                    </a:lnTo>
                    <a:lnTo>
                      <a:pt x="5317" y="3575"/>
                    </a:lnTo>
                    <a:cubicBezTo>
                      <a:pt x="5317" y="3575"/>
                      <a:pt x="4912" y="3510"/>
                      <a:pt x="4708" y="3466"/>
                    </a:cubicBezTo>
                    <a:lnTo>
                      <a:pt x="1538" y="2724"/>
                    </a:lnTo>
                    <a:cubicBezTo>
                      <a:pt x="237" y="2397"/>
                      <a:pt x="-372" y="1546"/>
                      <a:pt x="237" y="869"/>
                    </a:cubicBezTo>
                    <a:cubicBezTo>
                      <a:pt x="848" y="127"/>
                      <a:pt x="2310" y="-201"/>
                      <a:pt x="3611" y="127"/>
                    </a:cubicBezTo>
                    <a:lnTo>
                      <a:pt x="6496" y="869"/>
                    </a:lnTo>
                    <a:lnTo>
                      <a:pt x="9585" y="1131"/>
                    </a:lnTo>
                    <a:lnTo>
                      <a:pt x="37668" y="5496"/>
                    </a:lnTo>
                    <a:lnTo>
                      <a:pt x="42219" y="6718"/>
                    </a:lnTo>
                    <a:lnTo>
                      <a:pt x="58882" y="5452"/>
                    </a:lnTo>
                    <a:cubicBezTo>
                      <a:pt x="59287" y="5387"/>
                      <a:pt x="59776" y="5452"/>
                      <a:pt x="60142" y="5562"/>
                    </a:cubicBezTo>
                    <a:lnTo>
                      <a:pt x="84647" y="11040"/>
                    </a:lnTo>
                    <a:cubicBezTo>
                      <a:pt x="84932" y="11106"/>
                      <a:pt x="85338" y="11215"/>
                      <a:pt x="85542" y="11367"/>
                    </a:cubicBezTo>
                    <a:lnTo>
                      <a:pt x="109071" y="25336"/>
                    </a:lnTo>
                    <a:lnTo>
                      <a:pt x="130124" y="39458"/>
                    </a:lnTo>
                    <a:lnTo>
                      <a:pt x="148777" y="55654"/>
                    </a:lnTo>
                    <a:cubicBezTo>
                      <a:pt x="148777" y="55654"/>
                      <a:pt x="149062" y="55915"/>
                      <a:pt x="149062" y="56025"/>
                    </a:cubicBezTo>
                    <a:lnTo>
                      <a:pt x="165358" y="87629"/>
                    </a:lnTo>
                    <a:lnTo>
                      <a:pt x="179948" y="120937"/>
                    </a:lnTo>
                    <a:lnTo>
                      <a:pt x="193928" y="148220"/>
                    </a:lnTo>
                    <a:lnTo>
                      <a:pt x="208315" y="170330"/>
                    </a:lnTo>
                    <a:lnTo>
                      <a:pt x="223596" y="187748"/>
                    </a:lnTo>
                    <a:lnTo>
                      <a:pt x="230626" y="195103"/>
                    </a:lnTo>
                    <a:cubicBezTo>
                      <a:pt x="231317" y="195845"/>
                      <a:pt x="230830" y="196653"/>
                      <a:pt x="229651" y="197024"/>
                    </a:cubicBezTo>
                    <a:cubicBezTo>
                      <a:pt x="229244" y="197133"/>
                      <a:pt x="228878" y="197199"/>
                      <a:pt x="228472" y="19719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0" name="Freeform: Shape 489">
                <a:extLst>
                  <a:ext uri="{FF2B5EF4-FFF2-40B4-BE49-F238E27FC236}">
                    <a16:creationId xmlns:a16="http://schemas.microsoft.com/office/drawing/2014/main" id="{8DBC4CA4-475B-4045-8180-EF3FBC3CBCEF}"/>
                  </a:ext>
                </a:extLst>
              </p:cNvPr>
              <p:cNvSpPr/>
              <p:nvPr/>
            </p:nvSpPr>
            <p:spPr>
              <a:xfrm>
                <a:off x="11393998" y="5739978"/>
                <a:ext cx="252409" cy="14140"/>
              </a:xfrm>
              <a:custGeom>
                <a:avLst/>
                <a:gdLst>
                  <a:gd name="connsiteX0" fmla="*/ 124109 w 252409"/>
                  <a:gd name="connsiteY0" fmla="*/ 14141 h 14140"/>
                  <a:gd name="connsiteX1" fmla="*/ 61605 w 252409"/>
                  <a:gd name="connsiteY1" fmla="*/ 13398 h 14140"/>
                  <a:gd name="connsiteX2" fmla="*/ 40472 w 252409"/>
                  <a:gd name="connsiteY2" fmla="*/ 10474 h 14140"/>
                  <a:gd name="connsiteX3" fmla="*/ 20721 w 252409"/>
                  <a:gd name="connsiteY3" fmla="*/ 6698 h 14140"/>
                  <a:gd name="connsiteX4" fmla="*/ 1661 w 252409"/>
                  <a:gd name="connsiteY4" fmla="*/ 2703 h 14140"/>
                  <a:gd name="connsiteX5" fmla="*/ 157 w 252409"/>
                  <a:gd name="connsiteY5" fmla="*/ 892 h 14140"/>
                  <a:gd name="connsiteX6" fmla="*/ 3449 w 252409"/>
                  <a:gd name="connsiteY6" fmla="*/ 84 h 14140"/>
                  <a:gd name="connsiteX7" fmla="*/ 22509 w 252409"/>
                  <a:gd name="connsiteY7" fmla="*/ 4078 h 14140"/>
                  <a:gd name="connsiteX8" fmla="*/ 41935 w 252409"/>
                  <a:gd name="connsiteY8" fmla="*/ 7767 h 14140"/>
                  <a:gd name="connsiteX9" fmla="*/ 62295 w 252409"/>
                  <a:gd name="connsiteY9" fmla="*/ 10648 h 14140"/>
                  <a:gd name="connsiteX10" fmla="*/ 124109 w 252409"/>
                  <a:gd name="connsiteY10" fmla="*/ 11347 h 14140"/>
                  <a:gd name="connsiteX11" fmla="*/ 186938 w 252409"/>
                  <a:gd name="connsiteY11" fmla="*/ 10277 h 14140"/>
                  <a:gd name="connsiteX12" fmla="*/ 249930 w 252409"/>
                  <a:gd name="connsiteY12" fmla="*/ 10910 h 14140"/>
                  <a:gd name="connsiteX13" fmla="*/ 252409 w 252409"/>
                  <a:gd name="connsiteY13" fmla="*/ 12351 h 14140"/>
                  <a:gd name="connsiteX14" fmla="*/ 249849 w 252409"/>
                  <a:gd name="connsiteY14" fmla="*/ 13726 h 14140"/>
                  <a:gd name="connsiteX15" fmla="*/ 249849 w 252409"/>
                  <a:gd name="connsiteY15" fmla="*/ 13726 h 14140"/>
                  <a:gd name="connsiteX16" fmla="*/ 186938 w 252409"/>
                  <a:gd name="connsiteY16" fmla="*/ 13071 h 14140"/>
                  <a:gd name="connsiteX17" fmla="*/ 124109 w 252409"/>
                  <a:gd name="connsiteY17" fmla="*/ 14141 h 1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409" h="14140">
                    <a:moveTo>
                      <a:pt x="124109" y="14141"/>
                    </a:moveTo>
                    <a:lnTo>
                      <a:pt x="61605" y="13398"/>
                    </a:lnTo>
                    <a:lnTo>
                      <a:pt x="40472" y="10474"/>
                    </a:lnTo>
                    <a:lnTo>
                      <a:pt x="20721" y="6698"/>
                    </a:lnTo>
                    <a:lnTo>
                      <a:pt x="1661" y="2703"/>
                    </a:lnTo>
                    <a:cubicBezTo>
                      <a:pt x="360" y="2441"/>
                      <a:pt x="-331" y="1634"/>
                      <a:pt x="157" y="892"/>
                    </a:cubicBezTo>
                    <a:cubicBezTo>
                      <a:pt x="645" y="193"/>
                      <a:pt x="2148" y="-178"/>
                      <a:pt x="3449" y="84"/>
                    </a:cubicBezTo>
                    <a:lnTo>
                      <a:pt x="22509" y="4078"/>
                    </a:lnTo>
                    <a:lnTo>
                      <a:pt x="41935" y="7767"/>
                    </a:lnTo>
                    <a:lnTo>
                      <a:pt x="62295" y="10648"/>
                    </a:lnTo>
                    <a:lnTo>
                      <a:pt x="124109" y="11347"/>
                    </a:lnTo>
                    <a:lnTo>
                      <a:pt x="186938" y="10277"/>
                    </a:lnTo>
                    <a:lnTo>
                      <a:pt x="249930" y="10910"/>
                    </a:lnTo>
                    <a:cubicBezTo>
                      <a:pt x="251312" y="10910"/>
                      <a:pt x="252409" y="11543"/>
                      <a:pt x="252409" y="12351"/>
                    </a:cubicBezTo>
                    <a:cubicBezTo>
                      <a:pt x="252409" y="13093"/>
                      <a:pt x="251231" y="13726"/>
                      <a:pt x="249849" y="13726"/>
                    </a:cubicBezTo>
                    <a:lnTo>
                      <a:pt x="249849" y="13726"/>
                    </a:lnTo>
                    <a:lnTo>
                      <a:pt x="186938" y="13071"/>
                    </a:lnTo>
                    <a:lnTo>
                      <a:pt x="124109" y="1414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1" name="Freeform: Shape 490">
                <a:extLst>
                  <a:ext uri="{FF2B5EF4-FFF2-40B4-BE49-F238E27FC236}">
                    <a16:creationId xmlns:a16="http://schemas.microsoft.com/office/drawing/2014/main" id="{CA1FD8BC-9720-447D-8189-F6FEFD1AD686}"/>
                  </a:ext>
                </a:extLst>
              </p:cNvPr>
              <p:cNvSpPr/>
              <p:nvPr/>
            </p:nvSpPr>
            <p:spPr>
              <a:xfrm>
                <a:off x="3497692" y="5935946"/>
                <a:ext cx="76280" cy="61581"/>
              </a:xfrm>
              <a:custGeom>
                <a:avLst/>
                <a:gdLst>
                  <a:gd name="connsiteX0" fmla="*/ 2549 w 76280"/>
                  <a:gd name="connsiteY0" fmla="*/ 61582 h 61581"/>
                  <a:gd name="connsiteX1" fmla="*/ 1005 w 76280"/>
                  <a:gd name="connsiteY1" fmla="*/ 61254 h 61581"/>
                  <a:gd name="connsiteX2" fmla="*/ 558 w 76280"/>
                  <a:gd name="connsiteY2" fmla="*/ 59290 h 61581"/>
                  <a:gd name="connsiteX3" fmla="*/ 12872 w 76280"/>
                  <a:gd name="connsiteY3" fmla="*/ 50494 h 61581"/>
                  <a:gd name="connsiteX4" fmla="*/ 32867 w 76280"/>
                  <a:gd name="connsiteY4" fmla="*/ 38555 h 61581"/>
                  <a:gd name="connsiteX5" fmla="*/ 52211 w 76280"/>
                  <a:gd name="connsiteY5" fmla="*/ 21705 h 61581"/>
                  <a:gd name="connsiteX6" fmla="*/ 71475 w 76280"/>
                  <a:gd name="connsiteY6" fmla="*/ 773 h 61581"/>
                  <a:gd name="connsiteX7" fmla="*/ 74889 w 76280"/>
                  <a:gd name="connsiteY7" fmla="*/ 140 h 61581"/>
                  <a:gd name="connsiteX8" fmla="*/ 76026 w 76280"/>
                  <a:gd name="connsiteY8" fmla="*/ 2061 h 61581"/>
                  <a:gd name="connsiteX9" fmla="*/ 56641 w 76280"/>
                  <a:gd name="connsiteY9" fmla="*/ 23101 h 61581"/>
                  <a:gd name="connsiteX10" fmla="*/ 36849 w 76280"/>
                  <a:gd name="connsiteY10" fmla="*/ 40257 h 61581"/>
                  <a:gd name="connsiteX11" fmla="*/ 16733 w 76280"/>
                  <a:gd name="connsiteY11" fmla="*/ 52305 h 61581"/>
                  <a:gd name="connsiteX12" fmla="*/ 4581 w 76280"/>
                  <a:gd name="connsiteY12" fmla="*/ 61036 h 61581"/>
                  <a:gd name="connsiteX13" fmla="*/ 2549 w 76280"/>
                  <a:gd name="connsiteY13" fmla="*/ 61560 h 61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280" h="61581">
                    <a:moveTo>
                      <a:pt x="2549" y="61582"/>
                    </a:moveTo>
                    <a:cubicBezTo>
                      <a:pt x="1980" y="61582"/>
                      <a:pt x="1452" y="61472"/>
                      <a:pt x="1005" y="61254"/>
                    </a:cubicBezTo>
                    <a:cubicBezTo>
                      <a:pt x="-133" y="60774"/>
                      <a:pt x="-336" y="59923"/>
                      <a:pt x="558" y="59290"/>
                    </a:cubicBezTo>
                    <a:lnTo>
                      <a:pt x="12872" y="50494"/>
                    </a:lnTo>
                    <a:lnTo>
                      <a:pt x="32867" y="38555"/>
                    </a:lnTo>
                    <a:lnTo>
                      <a:pt x="52211" y="21705"/>
                    </a:lnTo>
                    <a:lnTo>
                      <a:pt x="71475" y="773"/>
                    </a:lnTo>
                    <a:cubicBezTo>
                      <a:pt x="72125" y="74"/>
                      <a:pt x="73710" y="-188"/>
                      <a:pt x="74889" y="140"/>
                    </a:cubicBezTo>
                    <a:cubicBezTo>
                      <a:pt x="76108" y="511"/>
                      <a:pt x="76636" y="1362"/>
                      <a:pt x="76026" y="2061"/>
                    </a:cubicBezTo>
                    <a:lnTo>
                      <a:pt x="56641" y="23101"/>
                    </a:lnTo>
                    <a:lnTo>
                      <a:pt x="36849" y="40257"/>
                    </a:lnTo>
                    <a:lnTo>
                      <a:pt x="16733" y="52305"/>
                    </a:lnTo>
                    <a:lnTo>
                      <a:pt x="4581" y="61036"/>
                    </a:lnTo>
                    <a:cubicBezTo>
                      <a:pt x="4093" y="61363"/>
                      <a:pt x="3281" y="61560"/>
                      <a:pt x="2549" y="615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2" name="Freeform: Shape 491">
                <a:extLst>
                  <a:ext uri="{FF2B5EF4-FFF2-40B4-BE49-F238E27FC236}">
                    <a16:creationId xmlns:a16="http://schemas.microsoft.com/office/drawing/2014/main" id="{78C10D98-DAC3-400C-A893-50A183C249D3}"/>
                  </a:ext>
                </a:extLst>
              </p:cNvPr>
              <p:cNvSpPr/>
              <p:nvPr/>
            </p:nvSpPr>
            <p:spPr>
              <a:xfrm>
                <a:off x="5618940" y="5664768"/>
                <a:ext cx="1115314" cy="310715"/>
              </a:xfrm>
              <a:custGeom>
                <a:avLst/>
                <a:gdLst>
                  <a:gd name="connsiteX0" fmla="*/ 1112669 w 1115314"/>
                  <a:gd name="connsiteY0" fmla="*/ 310715 h 310715"/>
                  <a:gd name="connsiteX1" fmla="*/ 1112466 w 1115314"/>
                  <a:gd name="connsiteY1" fmla="*/ 310650 h 310715"/>
                  <a:gd name="connsiteX2" fmla="*/ 1026837 w 1115314"/>
                  <a:gd name="connsiteY2" fmla="*/ 308532 h 310715"/>
                  <a:gd name="connsiteX3" fmla="*/ 942224 w 1115314"/>
                  <a:gd name="connsiteY3" fmla="*/ 305018 h 310715"/>
                  <a:gd name="connsiteX4" fmla="*/ 858384 w 1115314"/>
                  <a:gd name="connsiteY4" fmla="*/ 300173 h 310715"/>
                  <a:gd name="connsiteX5" fmla="*/ 775560 w 1115314"/>
                  <a:gd name="connsiteY5" fmla="*/ 294258 h 310715"/>
                  <a:gd name="connsiteX6" fmla="*/ 693426 w 1115314"/>
                  <a:gd name="connsiteY6" fmla="*/ 287230 h 310715"/>
                  <a:gd name="connsiteX7" fmla="*/ 611781 w 1115314"/>
                  <a:gd name="connsiteY7" fmla="*/ 279023 h 310715"/>
                  <a:gd name="connsiteX8" fmla="*/ 529688 w 1115314"/>
                  <a:gd name="connsiteY8" fmla="*/ 271340 h 310715"/>
                  <a:gd name="connsiteX9" fmla="*/ 446579 w 1115314"/>
                  <a:gd name="connsiteY9" fmla="*/ 265120 h 310715"/>
                  <a:gd name="connsiteX10" fmla="*/ 362088 w 1115314"/>
                  <a:gd name="connsiteY10" fmla="*/ 261125 h 310715"/>
                  <a:gd name="connsiteX11" fmla="*/ 275973 w 1115314"/>
                  <a:gd name="connsiteY11" fmla="*/ 259794 h 310715"/>
                  <a:gd name="connsiteX12" fmla="*/ 188231 w 1115314"/>
                  <a:gd name="connsiteY12" fmla="*/ 261125 h 310715"/>
                  <a:gd name="connsiteX13" fmla="*/ 99189 w 1115314"/>
                  <a:gd name="connsiteY13" fmla="*/ 256171 h 310715"/>
                  <a:gd name="connsiteX14" fmla="*/ 97807 w 1115314"/>
                  <a:gd name="connsiteY14" fmla="*/ 255843 h 310715"/>
                  <a:gd name="connsiteX15" fmla="*/ 10552 w 1115314"/>
                  <a:gd name="connsiteY15" fmla="*/ 214657 h 310715"/>
                  <a:gd name="connsiteX16" fmla="*/ 9658 w 1115314"/>
                  <a:gd name="connsiteY16" fmla="*/ 213434 h 310715"/>
                  <a:gd name="connsiteX17" fmla="*/ 15673 w 1115314"/>
                  <a:gd name="connsiteY17" fmla="*/ 180716 h 310715"/>
                  <a:gd name="connsiteX18" fmla="*/ 19331 w 1115314"/>
                  <a:gd name="connsiteY18" fmla="*/ 152473 h 310715"/>
                  <a:gd name="connsiteX19" fmla="*/ 20591 w 1115314"/>
                  <a:gd name="connsiteY19" fmla="*/ 126630 h 310715"/>
                  <a:gd name="connsiteX20" fmla="*/ 19047 w 1115314"/>
                  <a:gd name="connsiteY20" fmla="*/ 103232 h 310715"/>
                  <a:gd name="connsiteX21" fmla="*/ 14454 w 1115314"/>
                  <a:gd name="connsiteY21" fmla="*/ 75250 h 310715"/>
                  <a:gd name="connsiteX22" fmla="*/ 2912 w 1115314"/>
                  <a:gd name="connsiteY22" fmla="*/ 12586 h 310715"/>
                  <a:gd name="connsiteX23" fmla="*/ 27 w 1115314"/>
                  <a:gd name="connsiteY23" fmla="*/ 1608 h 310715"/>
                  <a:gd name="connsiteX24" fmla="*/ 2222 w 1115314"/>
                  <a:gd name="connsiteY24" fmla="*/ 14 h 310715"/>
                  <a:gd name="connsiteX25" fmla="*/ 5107 w 1115314"/>
                  <a:gd name="connsiteY25" fmla="*/ 1237 h 310715"/>
                  <a:gd name="connsiteX26" fmla="*/ 7911 w 1115314"/>
                  <a:gd name="connsiteY26" fmla="*/ 12215 h 310715"/>
                  <a:gd name="connsiteX27" fmla="*/ 19534 w 1115314"/>
                  <a:gd name="connsiteY27" fmla="*/ 74989 h 310715"/>
                  <a:gd name="connsiteX28" fmla="*/ 24167 w 1115314"/>
                  <a:gd name="connsiteY28" fmla="*/ 103057 h 310715"/>
                  <a:gd name="connsiteX29" fmla="*/ 25711 w 1115314"/>
                  <a:gd name="connsiteY29" fmla="*/ 126608 h 310715"/>
                  <a:gd name="connsiteX30" fmla="*/ 24411 w 1115314"/>
                  <a:gd name="connsiteY30" fmla="*/ 152604 h 310715"/>
                  <a:gd name="connsiteX31" fmla="*/ 20753 w 1115314"/>
                  <a:gd name="connsiteY31" fmla="*/ 180956 h 310715"/>
                  <a:gd name="connsiteX32" fmla="*/ 14861 w 1115314"/>
                  <a:gd name="connsiteY32" fmla="*/ 212976 h 310715"/>
                  <a:gd name="connsiteX33" fmla="*/ 100611 w 1115314"/>
                  <a:gd name="connsiteY33" fmla="*/ 253420 h 310715"/>
                  <a:gd name="connsiteX34" fmla="*/ 188515 w 1115314"/>
                  <a:gd name="connsiteY34" fmla="*/ 258266 h 310715"/>
                  <a:gd name="connsiteX35" fmla="*/ 276095 w 1115314"/>
                  <a:gd name="connsiteY35" fmla="*/ 256935 h 310715"/>
                  <a:gd name="connsiteX36" fmla="*/ 362495 w 1115314"/>
                  <a:gd name="connsiteY36" fmla="*/ 258266 h 310715"/>
                  <a:gd name="connsiteX37" fmla="*/ 447230 w 1115314"/>
                  <a:gd name="connsiteY37" fmla="*/ 262304 h 310715"/>
                  <a:gd name="connsiteX38" fmla="*/ 530501 w 1115314"/>
                  <a:gd name="connsiteY38" fmla="*/ 268524 h 310715"/>
                  <a:gd name="connsiteX39" fmla="*/ 612756 w 1115314"/>
                  <a:gd name="connsiteY39" fmla="*/ 276207 h 310715"/>
                  <a:gd name="connsiteX40" fmla="*/ 694402 w 1115314"/>
                  <a:gd name="connsiteY40" fmla="*/ 284414 h 310715"/>
                  <a:gd name="connsiteX41" fmla="*/ 776332 w 1115314"/>
                  <a:gd name="connsiteY41" fmla="*/ 291442 h 310715"/>
                  <a:gd name="connsiteX42" fmla="*/ 859197 w 1115314"/>
                  <a:gd name="connsiteY42" fmla="*/ 297357 h 310715"/>
                  <a:gd name="connsiteX43" fmla="*/ 942753 w 1115314"/>
                  <a:gd name="connsiteY43" fmla="*/ 302159 h 310715"/>
                  <a:gd name="connsiteX44" fmla="*/ 1027284 w 1115314"/>
                  <a:gd name="connsiteY44" fmla="*/ 305673 h 310715"/>
                  <a:gd name="connsiteX45" fmla="*/ 1112912 w 1115314"/>
                  <a:gd name="connsiteY45" fmla="*/ 307856 h 310715"/>
                  <a:gd name="connsiteX46" fmla="*/ 1115311 w 1115314"/>
                  <a:gd name="connsiteY46" fmla="*/ 309296 h 310715"/>
                  <a:gd name="connsiteX47" fmla="*/ 1112831 w 1115314"/>
                  <a:gd name="connsiteY47" fmla="*/ 310693 h 31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5314" h="310715">
                    <a:moveTo>
                      <a:pt x="1112669" y="310715"/>
                    </a:moveTo>
                    <a:cubicBezTo>
                      <a:pt x="1112669" y="310715"/>
                      <a:pt x="1112588" y="310715"/>
                      <a:pt x="1112466" y="310650"/>
                    </a:cubicBezTo>
                    <a:lnTo>
                      <a:pt x="1026837" y="308532"/>
                    </a:lnTo>
                    <a:lnTo>
                      <a:pt x="942224" y="305018"/>
                    </a:lnTo>
                    <a:lnTo>
                      <a:pt x="858384" y="300173"/>
                    </a:lnTo>
                    <a:lnTo>
                      <a:pt x="775560" y="294258"/>
                    </a:lnTo>
                    <a:lnTo>
                      <a:pt x="693426" y="287230"/>
                    </a:lnTo>
                    <a:lnTo>
                      <a:pt x="611781" y="279023"/>
                    </a:lnTo>
                    <a:lnTo>
                      <a:pt x="529688" y="271340"/>
                    </a:lnTo>
                    <a:lnTo>
                      <a:pt x="446579" y="265120"/>
                    </a:lnTo>
                    <a:lnTo>
                      <a:pt x="362088" y="261125"/>
                    </a:lnTo>
                    <a:lnTo>
                      <a:pt x="275973" y="259794"/>
                    </a:lnTo>
                    <a:lnTo>
                      <a:pt x="188231" y="261125"/>
                    </a:lnTo>
                    <a:lnTo>
                      <a:pt x="99189" y="256171"/>
                    </a:lnTo>
                    <a:cubicBezTo>
                      <a:pt x="98701" y="256171"/>
                      <a:pt x="98213" y="256018"/>
                      <a:pt x="97807" y="255843"/>
                    </a:cubicBezTo>
                    <a:lnTo>
                      <a:pt x="10552" y="214657"/>
                    </a:lnTo>
                    <a:cubicBezTo>
                      <a:pt x="9903" y="214329"/>
                      <a:pt x="9577" y="213914"/>
                      <a:pt x="9658" y="213434"/>
                    </a:cubicBezTo>
                    <a:lnTo>
                      <a:pt x="15673" y="180716"/>
                    </a:lnTo>
                    <a:lnTo>
                      <a:pt x="19331" y="152473"/>
                    </a:lnTo>
                    <a:lnTo>
                      <a:pt x="20591" y="126630"/>
                    </a:lnTo>
                    <a:lnTo>
                      <a:pt x="19047" y="103232"/>
                    </a:lnTo>
                    <a:lnTo>
                      <a:pt x="14454" y="75250"/>
                    </a:lnTo>
                    <a:lnTo>
                      <a:pt x="2912" y="12586"/>
                    </a:lnTo>
                    <a:lnTo>
                      <a:pt x="27" y="1608"/>
                    </a:lnTo>
                    <a:cubicBezTo>
                      <a:pt x="-177" y="866"/>
                      <a:pt x="799" y="102"/>
                      <a:pt x="2222" y="14"/>
                    </a:cubicBezTo>
                    <a:cubicBezTo>
                      <a:pt x="3562" y="-95"/>
                      <a:pt x="4903" y="429"/>
                      <a:pt x="5107" y="1237"/>
                    </a:cubicBezTo>
                    <a:lnTo>
                      <a:pt x="7911" y="12215"/>
                    </a:lnTo>
                    <a:lnTo>
                      <a:pt x="19534" y="74989"/>
                    </a:lnTo>
                    <a:lnTo>
                      <a:pt x="24167" y="103057"/>
                    </a:lnTo>
                    <a:lnTo>
                      <a:pt x="25711" y="126608"/>
                    </a:lnTo>
                    <a:lnTo>
                      <a:pt x="24411" y="152604"/>
                    </a:lnTo>
                    <a:lnTo>
                      <a:pt x="20753" y="180956"/>
                    </a:lnTo>
                    <a:lnTo>
                      <a:pt x="14861" y="212976"/>
                    </a:lnTo>
                    <a:lnTo>
                      <a:pt x="100611" y="253420"/>
                    </a:lnTo>
                    <a:lnTo>
                      <a:pt x="188515" y="258266"/>
                    </a:lnTo>
                    <a:lnTo>
                      <a:pt x="276095" y="256935"/>
                    </a:lnTo>
                    <a:lnTo>
                      <a:pt x="362495" y="258266"/>
                    </a:lnTo>
                    <a:lnTo>
                      <a:pt x="447230" y="262304"/>
                    </a:lnTo>
                    <a:lnTo>
                      <a:pt x="530501" y="268524"/>
                    </a:lnTo>
                    <a:lnTo>
                      <a:pt x="612756" y="276207"/>
                    </a:lnTo>
                    <a:lnTo>
                      <a:pt x="694402" y="284414"/>
                    </a:lnTo>
                    <a:lnTo>
                      <a:pt x="776332" y="291442"/>
                    </a:lnTo>
                    <a:lnTo>
                      <a:pt x="859197" y="297357"/>
                    </a:lnTo>
                    <a:lnTo>
                      <a:pt x="942753" y="302159"/>
                    </a:lnTo>
                    <a:lnTo>
                      <a:pt x="1027284" y="305673"/>
                    </a:lnTo>
                    <a:lnTo>
                      <a:pt x="1112912" y="307856"/>
                    </a:lnTo>
                    <a:cubicBezTo>
                      <a:pt x="1114295" y="307856"/>
                      <a:pt x="1115391" y="308554"/>
                      <a:pt x="1115311" y="309296"/>
                    </a:cubicBezTo>
                    <a:cubicBezTo>
                      <a:pt x="1115311" y="310039"/>
                      <a:pt x="1114132" y="310693"/>
                      <a:pt x="1112831" y="31069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3" name="Freeform: Shape 492">
                <a:extLst>
                  <a:ext uri="{FF2B5EF4-FFF2-40B4-BE49-F238E27FC236}">
                    <a16:creationId xmlns:a16="http://schemas.microsoft.com/office/drawing/2014/main" id="{9FAD1AD1-B568-42C3-BDA1-56212F3CF8C7}"/>
                  </a:ext>
                </a:extLst>
              </p:cNvPr>
              <p:cNvSpPr/>
              <p:nvPr/>
            </p:nvSpPr>
            <p:spPr>
              <a:xfrm>
                <a:off x="11352229" y="5741427"/>
                <a:ext cx="381031" cy="21269"/>
              </a:xfrm>
              <a:custGeom>
                <a:avLst/>
                <a:gdLst>
                  <a:gd name="connsiteX0" fmla="*/ 378588 w 381031"/>
                  <a:gd name="connsiteY0" fmla="*/ 21269 h 21269"/>
                  <a:gd name="connsiteX1" fmla="*/ 378385 w 381031"/>
                  <a:gd name="connsiteY1" fmla="*/ 21269 h 21269"/>
                  <a:gd name="connsiteX2" fmla="*/ 314661 w 381031"/>
                  <a:gd name="connsiteY2" fmla="*/ 18868 h 21269"/>
                  <a:gd name="connsiteX3" fmla="*/ 250653 w 381031"/>
                  <a:gd name="connsiteY3" fmla="*/ 17799 h 21269"/>
                  <a:gd name="connsiteX4" fmla="*/ 244883 w 381031"/>
                  <a:gd name="connsiteY4" fmla="*/ 18497 h 21269"/>
                  <a:gd name="connsiteX5" fmla="*/ 243785 w 381031"/>
                  <a:gd name="connsiteY5" fmla="*/ 18432 h 21269"/>
                  <a:gd name="connsiteX6" fmla="*/ 228586 w 381031"/>
                  <a:gd name="connsiteY6" fmla="*/ 16577 h 21269"/>
                  <a:gd name="connsiteX7" fmla="*/ 206965 w 381031"/>
                  <a:gd name="connsiteY7" fmla="*/ 11884 h 21269"/>
                  <a:gd name="connsiteX8" fmla="*/ 145233 w 381031"/>
                  <a:gd name="connsiteY8" fmla="*/ 7300 h 21269"/>
                  <a:gd name="connsiteX9" fmla="*/ 84029 w 381031"/>
                  <a:gd name="connsiteY9" fmla="*/ 4747 h 21269"/>
                  <a:gd name="connsiteX10" fmla="*/ 22338 w 381031"/>
                  <a:gd name="connsiteY10" fmla="*/ 4376 h 21269"/>
                  <a:gd name="connsiteX11" fmla="*/ 2180 w 381031"/>
                  <a:gd name="connsiteY11" fmla="*/ 2782 h 21269"/>
                  <a:gd name="connsiteX12" fmla="*/ 27 w 381031"/>
                  <a:gd name="connsiteY12" fmla="*/ 1189 h 21269"/>
                  <a:gd name="connsiteX13" fmla="*/ 2912 w 381031"/>
                  <a:gd name="connsiteY13" fmla="*/ 10 h 21269"/>
                  <a:gd name="connsiteX14" fmla="*/ 22744 w 381031"/>
                  <a:gd name="connsiteY14" fmla="*/ 1604 h 21269"/>
                  <a:gd name="connsiteX15" fmla="*/ 84273 w 381031"/>
                  <a:gd name="connsiteY15" fmla="*/ 1931 h 21269"/>
                  <a:gd name="connsiteX16" fmla="*/ 145883 w 381031"/>
                  <a:gd name="connsiteY16" fmla="*/ 4485 h 21269"/>
                  <a:gd name="connsiteX17" fmla="*/ 208185 w 381031"/>
                  <a:gd name="connsiteY17" fmla="*/ 9177 h 21269"/>
                  <a:gd name="connsiteX18" fmla="*/ 230130 w 381031"/>
                  <a:gd name="connsiteY18" fmla="*/ 13870 h 21269"/>
                  <a:gd name="connsiteX19" fmla="*/ 244395 w 381031"/>
                  <a:gd name="connsiteY19" fmla="*/ 15682 h 21269"/>
                  <a:gd name="connsiteX20" fmla="*/ 250165 w 381031"/>
                  <a:gd name="connsiteY20" fmla="*/ 15027 h 21269"/>
                  <a:gd name="connsiteX21" fmla="*/ 314946 w 381031"/>
                  <a:gd name="connsiteY21" fmla="*/ 16053 h 21269"/>
                  <a:gd name="connsiteX22" fmla="*/ 378629 w 381031"/>
                  <a:gd name="connsiteY22" fmla="*/ 18497 h 21269"/>
                  <a:gd name="connsiteX23" fmla="*/ 381027 w 381031"/>
                  <a:gd name="connsiteY23" fmla="*/ 20003 h 21269"/>
                  <a:gd name="connsiteX24" fmla="*/ 378547 w 381031"/>
                  <a:gd name="connsiteY24" fmla="*/ 21269 h 21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1031" h="21269">
                    <a:moveTo>
                      <a:pt x="378588" y="21269"/>
                    </a:moveTo>
                    <a:lnTo>
                      <a:pt x="378385" y="21269"/>
                    </a:lnTo>
                    <a:lnTo>
                      <a:pt x="314661" y="18868"/>
                    </a:lnTo>
                    <a:lnTo>
                      <a:pt x="250653" y="17799"/>
                    </a:lnTo>
                    <a:lnTo>
                      <a:pt x="244883" y="18497"/>
                    </a:lnTo>
                    <a:cubicBezTo>
                      <a:pt x="244476" y="18497"/>
                      <a:pt x="244191" y="18497"/>
                      <a:pt x="243785" y="18432"/>
                    </a:cubicBezTo>
                    <a:lnTo>
                      <a:pt x="228586" y="16577"/>
                    </a:lnTo>
                    <a:lnTo>
                      <a:pt x="206965" y="11884"/>
                    </a:lnTo>
                    <a:lnTo>
                      <a:pt x="145233" y="7300"/>
                    </a:lnTo>
                    <a:lnTo>
                      <a:pt x="84029" y="4747"/>
                    </a:lnTo>
                    <a:lnTo>
                      <a:pt x="22338" y="4376"/>
                    </a:lnTo>
                    <a:lnTo>
                      <a:pt x="2180" y="2782"/>
                    </a:lnTo>
                    <a:cubicBezTo>
                      <a:pt x="799" y="2673"/>
                      <a:pt x="-177" y="1931"/>
                      <a:pt x="27" y="1189"/>
                    </a:cubicBezTo>
                    <a:cubicBezTo>
                      <a:pt x="229" y="403"/>
                      <a:pt x="1611" y="-77"/>
                      <a:pt x="2912" y="10"/>
                    </a:cubicBezTo>
                    <a:lnTo>
                      <a:pt x="22744" y="1604"/>
                    </a:lnTo>
                    <a:lnTo>
                      <a:pt x="84273" y="1931"/>
                    </a:lnTo>
                    <a:lnTo>
                      <a:pt x="145883" y="4485"/>
                    </a:lnTo>
                    <a:lnTo>
                      <a:pt x="208185" y="9177"/>
                    </a:lnTo>
                    <a:lnTo>
                      <a:pt x="230130" y="13870"/>
                    </a:lnTo>
                    <a:lnTo>
                      <a:pt x="244395" y="15682"/>
                    </a:lnTo>
                    <a:lnTo>
                      <a:pt x="250165" y="15027"/>
                    </a:lnTo>
                    <a:lnTo>
                      <a:pt x="314946" y="16053"/>
                    </a:lnTo>
                    <a:lnTo>
                      <a:pt x="378629" y="18497"/>
                    </a:lnTo>
                    <a:cubicBezTo>
                      <a:pt x="380132" y="18563"/>
                      <a:pt x="381107" y="19196"/>
                      <a:pt x="381027" y="20003"/>
                    </a:cubicBezTo>
                    <a:cubicBezTo>
                      <a:pt x="380905" y="20745"/>
                      <a:pt x="379807" y="21269"/>
                      <a:pt x="378547" y="2126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4" name="Freeform: Shape 493">
                <a:extLst>
                  <a:ext uri="{FF2B5EF4-FFF2-40B4-BE49-F238E27FC236}">
                    <a16:creationId xmlns:a16="http://schemas.microsoft.com/office/drawing/2014/main" id="{DCC26549-40D1-4D05-8D54-B0E2ED21CBC5}"/>
                  </a:ext>
                </a:extLst>
              </p:cNvPr>
              <p:cNvSpPr/>
              <p:nvPr/>
            </p:nvSpPr>
            <p:spPr>
              <a:xfrm>
                <a:off x="11332673" y="5737770"/>
                <a:ext cx="859326" cy="14296"/>
              </a:xfrm>
              <a:custGeom>
                <a:avLst/>
                <a:gdLst>
                  <a:gd name="connsiteX0" fmla="*/ 859327 w 859326"/>
                  <a:gd name="connsiteY0" fmla="*/ 1113 h 14296"/>
                  <a:gd name="connsiteX1" fmla="*/ 389326 w 859326"/>
                  <a:gd name="connsiteY1" fmla="*/ 0 h 14296"/>
                  <a:gd name="connsiteX2" fmla="*/ 329788 w 859326"/>
                  <a:gd name="connsiteY2" fmla="*/ 1484 h 14296"/>
                  <a:gd name="connsiteX3" fmla="*/ 314507 w 859326"/>
                  <a:gd name="connsiteY3" fmla="*/ 1637 h 14296"/>
                  <a:gd name="connsiteX4" fmla="*/ 313410 w 859326"/>
                  <a:gd name="connsiteY4" fmla="*/ 1746 h 14296"/>
                  <a:gd name="connsiteX5" fmla="*/ 310728 w 859326"/>
                  <a:gd name="connsiteY5" fmla="*/ 2488 h 14296"/>
                  <a:gd name="connsiteX6" fmla="*/ 247532 w 859326"/>
                  <a:gd name="connsiteY6" fmla="*/ 5522 h 14296"/>
                  <a:gd name="connsiteX7" fmla="*/ 185597 w 859326"/>
                  <a:gd name="connsiteY7" fmla="*/ 9735 h 14296"/>
                  <a:gd name="connsiteX8" fmla="*/ 164871 w 859326"/>
                  <a:gd name="connsiteY8" fmla="*/ 10368 h 14296"/>
                  <a:gd name="connsiteX9" fmla="*/ 101960 w 859326"/>
                  <a:gd name="connsiteY9" fmla="*/ 11481 h 14296"/>
                  <a:gd name="connsiteX10" fmla="*/ 21980 w 859326"/>
                  <a:gd name="connsiteY10" fmla="*/ 5828 h 14296"/>
                  <a:gd name="connsiteX11" fmla="*/ 3448 w 859326"/>
                  <a:gd name="connsiteY11" fmla="*/ 1943 h 14296"/>
                  <a:gd name="connsiteX12" fmla="*/ 157 w 859326"/>
                  <a:gd name="connsiteY12" fmla="*/ 2794 h 14296"/>
                  <a:gd name="connsiteX13" fmla="*/ 1660 w 859326"/>
                  <a:gd name="connsiteY13" fmla="*/ 4605 h 14296"/>
                  <a:gd name="connsiteX14" fmla="*/ 20720 w 859326"/>
                  <a:gd name="connsiteY14" fmla="*/ 8556 h 14296"/>
                  <a:gd name="connsiteX15" fmla="*/ 80949 w 859326"/>
                  <a:gd name="connsiteY15" fmla="*/ 12921 h 14296"/>
                  <a:gd name="connsiteX16" fmla="*/ 101757 w 859326"/>
                  <a:gd name="connsiteY16" fmla="*/ 14296 h 14296"/>
                  <a:gd name="connsiteX17" fmla="*/ 165074 w 859326"/>
                  <a:gd name="connsiteY17" fmla="*/ 13183 h 14296"/>
                  <a:gd name="connsiteX18" fmla="*/ 186126 w 859326"/>
                  <a:gd name="connsiteY18" fmla="*/ 12507 h 14296"/>
                  <a:gd name="connsiteX19" fmla="*/ 248020 w 859326"/>
                  <a:gd name="connsiteY19" fmla="*/ 8294 h 14296"/>
                  <a:gd name="connsiteX20" fmla="*/ 311703 w 859326"/>
                  <a:gd name="connsiteY20" fmla="*/ 5260 h 14296"/>
                  <a:gd name="connsiteX21" fmla="*/ 312597 w 859326"/>
                  <a:gd name="connsiteY21" fmla="*/ 5107 h 14296"/>
                  <a:gd name="connsiteX22" fmla="*/ 315076 w 859326"/>
                  <a:gd name="connsiteY22" fmla="*/ 4409 h 14296"/>
                  <a:gd name="connsiteX23" fmla="*/ 329950 w 859326"/>
                  <a:gd name="connsiteY23" fmla="*/ 4256 h 14296"/>
                  <a:gd name="connsiteX24" fmla="*/ 389366 w 859326"/>
                  <a:gd name="connsiteY24" fmla="*/ 2816 h 14296"/>
                  <a:gd name="connsiteX25" fmla="*/ 859246 w 859326"/>
                  <a:gd name="connsiteY25" fmla="*/ 3929 h 14296"/>
                  <a:gd name="connsiteX26" fmla="*/ 859246 w 859326"/>
                  <a:gd name="connsiteY26" fmla="*/ 1113 h 1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59326" h="14296">
                    <a:moveTo>
                      <a:pt x="859327" y="1113"/>
                    </a:moveTo>
                    <a:lnTo>
                      <a:pt x="389326" y="0"/>
                    </a:lnTo>
                    <a:lnTo>
                      <a:pt x="329788" y="1484"/>
                    </a:lnTo>
                    <a:lnTo>
                      <a:pt x="314507" y="1637"/>
                    </a:lnTo>
                    <a:cubicBezTo>
                      <a:pt x="314101" y="1637"/>
                      <a:pt x="313735" y="1702"/>
                      <a:pt x="313410" y="1746"/>
                    </a:cubicBezTo>
                    <a:lnTo>
                      <a:pt x="310728" y="2488"/>
                    </a:lnTo>
                    <a:lnTo>
                      <a:pt x="247532" y="5522"/>
                    </a:lnTo>
                    <a:lnTo>
                      <a:pt x="185597" y="9735"/>
                    </a:lnTo>
                    <a:lnTo>
                      <a:pt x="164871" y="10368"/>
                    </a:lnTo>
                    <a:lnTo>
                      <a:pt x="101960" y="11481"/>
                    </a:lnTo>
                    <a:lnTo>
                      <a:pt x="21980" y="5828"/>
                    </a:lnTo>
                    <a:lnTo>
                      <a:pt x="3448" y="1943"/>
                    </a:lnTo>
                    <a:cubicBezTo>
                      <a:pt x="2148" y="1681"/>
                      <a:pt x="644" y="2052"/>
                      <a:pt x="157" y="2794"/>
                    </a:cubicBezTo>
                    <a:cubicBezTo>
                      <a:pt x="-331" y="3492"/>
                      <a:pt x="359" y="4343"/>
                      <a:pt x="1660" y="4605"/>
                    </a:cubicBezTo>
                    <a:lnTo>
                      <a:pt x="20720" y="8556"/>
                    </a:lnTo>
                    <a:lnTo>
                      <a:pt x="80949" y="12921"/>
                    </a:lnTo>
                    <a:lnTo>
                      <a:pt x="101757" y="14296"/>
                    </a:lnTo>
                    <a:lnTo>
                      <a:pt x="165074" y="13183"/>
                    </a:lnTo>
                    <a:lnTo>
                      <a:pt x="186126" y="12507"/>
                    </a:lnTo>
                    <a:lnTo>
                      <a:pt x="248020" y="8294"/>
                    </a:lnTo>
                    <a:lnTo>
                      <a:pt x="311703" y="5260"/>
                    </a:lnTo>
                    <a:cubicBezTo>
                      <a:pt x="311988" y="5260"/>
                      <a:pt x="312312" y="5217"/>
                      <a:pt x="312597" y="5107"/>
                    </a:cubicBezTo>
                    <a:lnTo>
                      <a:pt x="315076" y="4409"/>
                    </a:lnTo>
                    <a:lnTo>
                      <a:pt x="329950" y="4256"/>
                    </a:lnTo>
                    <a:lnTo>
                      <a:pt x="389366" y="2816"/>
                    </a:lnTo>
                    <a:lnTo>
                      <a:pt x="859246" y="3929"/>
                    </a:lnTo>
                    <a:lnTo>
                      <a:pt x="859246" y="111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5" name="Freeform: Shape 494">
                <a:extLst>
                  <a:ext uri="{FF2B5EF4-FFF2-40B4-BE49-F238E27FC236}">
                    <a16:creationId xmlns:a16="http://schemas.microsoft.com/office/drawing/2014/main" id="{3981B528-EFD7-440D-B821-27D6B72194B4}"/>
                  </a:ext>
                </a:extLst>
              </p:cNvPr>
              <p:cNvSpPr/>
              <p:nvPr/>
            </p:nvSpPr>
            <p:spPr>
              <a:xfrm>
                <a:off x="7188530" y="6149837"/>
                <a:ext cx="1535373" cy="184146"/>
              </a:xfrm>
              <a:custGeom>
                <a:avLst/>
                <a:gdLst>
                  <a:gd name="connsiteX0" fmla="*/ 1532773 w 1535373"/>
                  <a:gd name="connsiteY0" fmla="*/ 184147 h 184146"/>
                  <a:gd name="connsiteX1" fmla="*/ 1532773 w 1535373"/>
                  <a:gd name="connsiteY1" fmla="*/ 184147 h 184146"/>
                  <a:gd name="connsiteX2" fmla="*/ 1410934 w 1535373"/>
                  <a:gd name="connsiteY2" fmla="*/ 183929 h 184146"/>
                  <a:gd name="connsiteX3" fmla="*/ 1409268 w 1535373"/>
                  <a:gd name="connsiteY3" fmla="*/ 183558 h 184146"/>
                  <a:gd name="connsiteX4" fmla="*/ 1391305 w 1535373"/>
                  <a:gd name="connsiteY4" fmla="*/ 174827 h 184146"/>
                  <a:gd name="connsiteX5" fmla="*/ 1264712 w 1535373"/>
                  <a:gd name="connsiteY5" fmla="*/ 174565 h 184146"/>
                  <a:gd name="connsiteX6" fmla="*/ 1263005 w 1535373"/>
                  <a:gd name="connsiteY6" fmla="*/ 174194 h 184146"/>
                  <a:gd name="connsiteX7" fmla="*/ 1229274 w 1535373"/>
                  <a:gd name="connsiteY7" fmla="*/ 156777 h 184146"/>
                  <a:gd name="connsiteX8" fmla="*/ 854126 w 1535373"/>
                  <a:gd name="connsiteY8" fmla="*/ 156034 h 184146"/>
                  <a:gd name="connsiteX9" fmla="*/ 852216 w 1535373"/>
                  <a:gd name="connsiteY9" fmla="*/ 155554 h 184146"/>
                  <a:gd name="connsiteX10" fmla="*/ 839130 w 1535373"/>
                  <a:gd name="connsiteY10" fmla="*/ 147391 h 184146"/>
                  <a:gd name="connsiteX11" fmla="*/ 716112 w 1535373"/>
                  <a:gd name="connsiteY11" fmla="*/ 147129 h 184146"/>
                  <a:gd name="connsiteX12" fmla="*/ 713918 w 1535373"/>
                  <a:gd name="connsiteY12" fmla="*/ 146431 h 184146"/>
                  <a:gd name="connsiteX13" fmla="*/ 701807 w 1535373"/>
                  <a:gd name="connsiteY13" fmla="*/ 135015 h 184146"/>
                  <a:gd name="connsiteX14" fmla="*/ 579561 w 1535373"/>
                  <a:gd name="connsiteY14" fmla="*/ 122596 h 184146"/>
                  <a:gd name="connsiteX15" fmla="*/ 456138 w 1535373"/>
                  <a:gd name="connsiteY15" fmla="*/ 104480 h 184146"/>
                  <a:gd name="connsiteX16" fmla="*/ 331536 w 1535373"/>
                  <a:gd name="connsiteY16" fmla="*/ 82413 h 184146"/>
                  <a:gd name="connsiteX17" fmla="*/ 209494 w 1535373"/>
                  <a:gd name="connsiteY17" fmla="*/ 58382 h 184146"/>
                  <a:gd name="connsiteX18" fmla="*/ 86558 w 1535373"/>
                  <a:gd name="connsiteY18" fmla="*/ 32911 h 184146"/>
                  <a:gd name="connsiteX19" fmla="*/ 8489 w 1535373"/>
                  <a:gd name="connsiteY19" fmla="*/ 12983 h 184146"/>
                  <a:gd name="connsiteX20" fmla="*/ 7188 w 1535373"/>
                  <a:gd name="connsiteY20" fmla="*/ 12176 h 184146"/>
                  <a:gd name="connsiteX21" fmla="*/ 157 w 1535373"/>
                  <a:gd name="connsiteY21" fmla="*/ 1895 h 184146"/>
                  <a:gd name="connsiteX22" fmla="*/ 1620 w 1535373"/>
                  <a:gd name="connsiteY22" fmla="*/ 84 h 184146"/>
                  <a:gd name="connsiteX23" fmla="*/ 4912 w 1535373"/>
                  <a:gd name="connsiteY23" fmla="*/ 935 h 184146"/>
                  <a:gd name="connsiteX24" fmla="*/ 11537 w 1535373"/>
                  <a:gd name="connsiteY24" fmla="*/ 10626 h 184146"/>
                  <a:gd name="connsiteX25" fmla="*/ 88346 w 1535373"/>
                  <a:gd name="connsiteY25" fmla="*/ 30248 h 184146"/>
                  <a:gd name="connsiteX26" fmla="*/ 211282 w 1535373"/>
                  <a:gd name="connsiteY26" fmla="*/ 55720 h 184146"/>
                  <a:gd name="connsiteX27" fmla="*/ 334421 w 1535373"/>
                  <a:gd name="connsiteY27" fmla="*/ 79969 h 184146"/>
                  <a:gd name="connsiteX28" fmla="*/ 457561 w 1535373"/>
                  <a:gd name="connsiteY28" fmla="*/ 101774 h 184146"/>
                  <a:gd name="connsiteX29" fmla="*/ 580781 w 1535373"/>
                  <a:gd name="connsiteY29" fmla="*/ 119890 h 184146"/>
                  <a:gd name="connsiteX30" fmla="*/ 703920 w 1535373"/>
                  <a:gd name="connsiteY30" fmla="*/ 132418 h 184146"/>
                  <a:gd name="connsiteX31" fmla="*/ 705627 w 1535373"/>
                  <a:gd name="connsiteY31" fmla="*/ 133051 h 184146"/>
                  <a:gd name="connsiteX32" fmla="*/ 717535 w 1535373"/>
                  <a:gd name="connsiteY32" fmla="*/ 144292 h 184146"/>
                  <a:gd name="connsiteX33" fmla="*/ 840349 w 1535373"/>
                  <a:gd name="connsiteY33" fmla="*/ 144554 h 184146"/>
                  <a:gd name="connsiteX34" fmla="*/ 842259 w 1535373"/>
                  <a:gd name="connsiteY34" fmla="*/ 145034 h 184146"/>
                  <a:gd name="connsiteX35" fmla="*/ 855345 w 1535373"/>
                  <a:gd name="connsiteY35" fmla="*/ 153197 h 184146"/>
                  <a:gd name="connsiteX36" fmla="*/ 1230290 w 1535373"/>
                  <a:gd name="connsiteY36" fmla="*/ 153939 h 184146"/>
                  <a:gd name="connsiteX37" fmla="*/ 1231956 w 1535373"/>
                  <a:gd name="connsiteY37" fmla="*/ 154354 h 184146"/>
                  <a:gd name="connsiteX38" fmla="*/ 1265687 w 1535373"/>
                  <a:gd name="connsiteY38" fmla="*/ 171728 h 184146"/>
                  <a:gd name="connsiteX39" fmla="*/ 1392199 w 1535373"/>
                  <a:gd name="connsiteY39" fmla="*/ 171990 h 184146"/>
                  <a:gd name="connsiteX40" fmla="*/ 1393906 w 1535373"/>
                  <a:gd name="connsiteY40" fmla="*/ 172295 h 184146"/>
                  <a:gd name="connsiteX41" fmla="*/ 1411950 w 1535373"/>
                  <a:gd name="connsiteY41" fmla="*/ 181091 h 184146"/>
                  <a:gd name="connsiteX42" fmla="*/ 1532814 w 1535373"/>
                  <a:gd name="connsiteY42" fmla="*/ 181310 h 184146"/>
                  <a:gd name="connsiteX43" fmla="*/ 1535373 w 1535373"/>
                  <a:gd name="connsiteY43" fmla="*/ 182750 h 184146"/>
                  <a:gd name="connsiteX44" fmla="*/ 1532814 w 1535373"/>
                  <a:gd name="connsiteY44" fmla="*/ 184147 h 18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35373" h="184146">
                    <a:moveTo>
                      <a:pt x="1532773" y="184147"/>
                    </a:moveTo>
                    <a:lnTo>
                      <a:pt x="1532773" y="184147"/>
                    </a:lnTo>
                    <a:lnTo>
                      <a:pt x="1410934" y="183929"/>
                    </a:lnTo>
                    <a:cubicBezTo>
                      <a:pt x="1410325" y="183929"/>
                      <a:pt x="1409756" y="183776"/>
                      <a:pt x="1409268" y="183558"/>
                    </a:cubicBezTo>
                    <a:lnTo>
                      <a:pt x="1391305" y="174827"/>
                    </a:lnTo>
                    <a:lnTo>
                      <a:pt x="1264712" y="174565"/>
                    </a:lnTo>
                    <a:cubicBezTo>
                      <a:pt x="1264101" y="174565"/>
                      <a:pt x="1263411" y="174412"/>
                      <a:pt x="1263005" y="174194"/>
                    </a:cubicBezTo>
                    <a:lnTo>
                      <a:pt x="1229274" y="156777"/>
                    </a:lnTo>
                    <a:lnTo>
                      <a:pt x="854126" y="156034"/>
                    </a:lnTo>
                    <a:cubicBezTo>
                      <a:pt x="853435" y="156034"/>
                      <a:pt x="852744" y="155882"/>
                      <a:pt x="852216" y="155554"/>
                    </a:cubicBezTo>
                    <a:lnTo>
                      <a:pt x="839130" y="147391"/>
                    </a:lnTo>
                    <a:lnTo>
                      <a:pt x="716112" y="147129"/>
                    </a:lnTo>
                    <a:cubicBezTo>
                      <a:pt x="715218" y="147129"/>
                      <a:pt x="714324" y="146867"/>
                      <a:pt x="713918" y="146431"/>
                    </a:cubicBezTo>
                    <a:lnTo>
                      <a:pt x="701807" y="135015"/>
                    </a:lnTo>
                    <a:lnTo>
                      <a:pt x="579561" y="122596"/>
                    </a:lnTo>
                    <a:lnTo>
                      <a:pt x="456138" y="104480"/>
                    </a:lnTo>
                    <a:lnTo>
                      <a:pt x="331536" y="82413"/>
                    </a:lnTo>
                    <a:lnTo>
                      <a:pt x="209494" y="58382"/>
                    </a:lnTo>
                    <a:lnTo>
                      <a:pt x="86558" y="32911"/>
                    </a:lnTo>
                    <a:lnTo>
                      <a:pt x="8489" y="12983"/>
                    </a:lnTo>
                    <a:cubicBezTo>
                      <a:pt x="7920" y="12831"/>
                      <a:pt x="7391" y="12503"/>
                      <a:pt x="7188" y="12176"/>
                    </a:cubicBezTo>
                    <a:lnTo>
                      <a:pt x="157" y="1895"/>
                    </a:lnTo>
                    <a:cubicBezTo>
                      <a:pt x="-330" y="1197"/>
                      <a:pt x="361" y="346"/>
                      <a:pt x="1620" y="84"/>
                    </a:cubicBezTo>
                    <a:cubicBezTo>
                      <a:pt x="2880" y="-178"/>
                      <a:pt x="4384" y="193"/>
                      <a:pt x="4912" y="935"/>
                    </a:cubicBezTo>
                    <a:lnTo>
                      <a:pt x="11537" y="10626"/>
                    </a:lnTo>
                    <a:lnTo>
                      <a:pt x="88346" y="30248"/>
                    </a:lnTo>
                    <a:lnTo>
                      <a:pt x="211282" y="55720"/>
                    </a:lnTo>
                    <a:lnTo>
                      <a:pt x="334421" y="79969"/>
                    </a:lnTo>
                    <a:lnTo>
                      <a:pt x="457561" y="101774"/>
                    </a:lnTo>
                    <a:lnTo>
                      <a:pt x="580781" y="119890"/>
                    </a:lnTo>
                    <a:lnTo>
                      <a:pt x="703920" y="132418"/>
                    </a:lnTo>
                    <a:cubicBezTo>
                      <a:pt x="704611" y="132484"/>
                      <a:pt x="705221" y="132680"/>
                      <a:pt x="705627" y="133051"/>
                    </a:cubicBezTo>
                    <a:lnTo>
                      <a:pt x="717535" y="144292"/>
                    </a:lnTo>
                    <a:lnTo>
                      <a:pt x="840349" y="144554"/>
                    </a:lnTo>
                    <a:cubicBezTo>
                      <a:pt x="841040" y="144554"/>
                      <a:pt x="841730" y="144728"/>
                      <a:pt x="842259" y="145034"/>
                    </a:cubicBezTo>
                    <a:lnTo>
                      <a:pt x="855345" y="153197"/>
                    </a:lnTo>
                    <a:lnTo>
                      <a:pt x="1230290" y="153939"/>
                    </a:lnTo>
                    <a:cubicBezTo>
                      <a:pt x="1230899" y="153939"/>
                      <a:pt x="1231468" y="154092"/>
                      <a:pt x="1231956" y="154354"/>
                    </a:cubicBezTo>
                    <a:lnTo>
                      <a:pt x="1265687" y="171728"/>
                    </a:lnTo>
                    <a:lnTo>
                      <a:pt x="1392199" y="171990"/>
                    </a:lnTo>
                    <a:cubicBezTo>
                      <a:pt x="1392890" y="171990"/>
                      <a:pt x="1393500" y="172099"/>
                      <a:pt x="1393906" y="172295"/>
                    </a:cubicBezTo>
                    <a:lnTo>
                      <a:pt x="1411950" y="181091"/>
                    </a:lnTo>
                    <a:lnTo>
                      <a:pt x="1532814" y="181310"/>
                    </a:lnTo>
                    <a:cubicBezTo>
                      <a:pt x="1534318" y="181353"/>
                      <a:pt x="1535373" y="181943"/>
                      <a:pt x="1535373" y="182750"/>
                    </a:cubicBezTo>
                    <a:cubicBezTo>
                      <a:pt x="1535373" y="183558"/>
                      <a:pt x="1534196" y="184147"/>
                      <a:pt x="1532814" y="18414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6" name="Freeform: Shape 495">
                <a:extLst>
                  <a:ext uri="{FF2B5EF4-FFF2-40B4-BE49-F238E27FC236}">
                    <a16:creationId xmlns:a16="http://schemas.microsoft.com/office/drawing/2014/main" id="{5C3AF15A-D61B-4AF9-912A-A5E9DDED2D84}"/>
                  </a:ext>
                </a:extLst>
              </p:cNvPr>
              <p:cNvSpPr/>
              <p:nvPr/>
            </p:nvSpPr>
            <p:spPr>
              <a:xfrm>
                <a:off x="11290880" y="5738103"/>
                <a:ext cx="901160" cy="16539"/>
              </a:xfrm>
              <a:custGeom>
                <a:avLst/>
                <a:gdLst>
                  <a:gd name="connsiteX0" fmla="*/ 901120 w 901160"/>
                  <a:gd name="connsiteY0" fmla="*/ 12982 h 16539"/>
                  <a:gd name="connsiteX1" fmla="*/ 871737 w 901160"/>
                  <a:gd name="connsiteY1" fmla="*/ 12916 h 16539"/>
                  <a:gd name="connsiteX2" fmla="*/ 497971 w 901160"/>
                  <a:gd name="connsiteY2" fmla="*/ 10668 h 16539"/>
                  <a:gd name="connsiteX3" fmla="*/ 475944 w 901160"/>
                  <a:gd name="connsiteY3" fmla="*/ 8813 h 16539"/>
                  <a:gd name="connsiteX4" fmla="*/ 437458 w 901160"/>
                  <a:gd name="connsiteY4" fmla="*/ 9402 h 16539"/>
                  <a:gd name="connsiteX5" fmla="*/ 373450 w 901160"/>
                  <a:gd name="connsiteY5" fmla="*/ 12065 h 16539"/>
                  <a:gd name="connsiteX6" fmla="*/ 311433 w 901160"/>
                  <a:gd name="connsiteY6" fmla="*/ 13724 h 16539"/>
                  <a:gd name="connsiteX7" fmla="*/ 248522 w 901160"/>
                  <a:gd name="connsiteY7" fmla="*/ 10952 h 16539"/>
                  <a:gd name="connsiteX8" fmla="*/ 186222 w 901160"/>
                  <a:gd name="connsiteY8" fmla="*/ 8442 h 16539"/>
                  <a:gd name="connsiteX9" fmla="*/ 124408 w 901160"/>
                  <a:gd name="connsiteY9" fmla="*/ 8071 h 16539"/>
                  <a:gd name="connsiteX10" fmla="*/ 105673 w 901160"/>
                  <a:gd name="connsiteY10" fmla="*/ 4273 h 16539"/>
                  <a:gd name="connsiteX11" fmla="*/ 86816 w 901160"/>
                  <a:gd name="connsiteY11" fmla="*/ 126 h 16539"/>
                  <a:gd name="connsiteX12" fmla="*/ 85719 w 901160"/>
                  <a:gd name="connsiteY12" fmla="*/ 17 h 16539"/>
                  <a:gd name="connsiteX13" fmla="*/ 2367 w 901160"/>
                  <a:gd name="connsiteY13" fmla="*/ 2898 h 16539"/>
                  <a:gd name="connsiteX14" fmla="*/ 9 w 901160"/>
                  <a:gd name="connsiteY14" fmla="*/ 4404 h 16539"/>
                  <a:gd name="connsiteX15" fmla="*/ 2691 w 901160"/>
                  <a:gd name="connsiteY15" fmla="*/ 5735 h 16539"/>
                  <a:gd name="connsiteX16" fmla="*/ 85435 w 901160"/>
                  <a:gd name="connsiteY16" fmla="*/ 2854 h 16539"/>
                  <a:gd name="connsiteX17" fmla="*/ 103885 w 901160"/>
                  <a:gd name="connsiteY17" fmla="*/ 6892 h 16539"/>
                  <a:gd name="connsiteX18" fmla="*/ 123149 w 901160"/>
                  <a:gd name="connsiteY18" fmla="*/ 10777 h 16539"/>
                  <a:gd name="connsiteX19" fmla="*/ 123921 w 901160"/>
                  <a:gd name="connsiteY19" fmla="*/ 10886 h 16539"/>
                  <a:gd name="connsiteX20" fmla="*/ 186019 w 901160"/>
                  <a:gd name="connsiteY20" fmla="*/ 11257 h 16539"/>
                  <a:gd name="connsiteX21" fmla="*/ 311352 w 901160"/>
                  <a:gd name="connsiteY21" fmla="*/ 16539 h 16539"/>
                  <a:gd name="connsiteX22" fmla="*/ 373775 w 901160"/>
                  <a:gd name="connsiteY22" fmla="*/ 14881 h 16539"/>
                  <a:gd name="connsiteX23" fmla="*/ 437783 w 901160"/>
                  <a:gd name="connsiteY23" fmla="*/ 12218 h 16539"/>
                  <a:gd name="connsiteX24" fmla="*/ 475579 w 901160"/>
                  <a:gd name="connsiteY24" fmla="*/ 11585 h 16539"/>
                  <a:gd name="connsiteX25" fmla="*/ 497524 w 901160"/>
                  <a:gd name="connsiteY25" fmla="*/ 13506 h 16539"/>
                  <a:gd name="connsiteX26" fmla="*/ 622248 w 901160"/>
                  <a:gd name="connsiteY26" fmla="*/ 14422 h 16539"/>
                  <a:gd name="connsiteX27" fmla="*/ 871778 w 901160"/>
                  <a:gd name="connsiteY27" fmla="*/ 15754 h 16539"/>
                  <a:gd name="connsiteX28" fmla="*/ 901161 w 901160"/>
                  <a:gd name="connsiteY28" fmla="*/ 15819 h 16539"/>
                  <a:gd name="connsiteX29" fmla="*/ 901161 w 901160"/>
                  <a:gd name="connsiteY29" fmla="*/ 13004 h 16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01160" h="16539">
                    <a:moveTo>
                      <a:pt x="901120" y="12982"/>
                    </a:moveTo>
                    <a:lnTo>
                      <a:pt x="871737" y="12916"/>
                    </a:lnTo>
                    <a:lnTo>
                      <a:pt x="497971" y="10668"/>
                    </a:lnTo>
                    <a:lnTo>
                      <a:pt x="475944" y="8813"/>
                    </a:lnTo>
                    <a:lnTo>
                      <a:pt x="437458" y="9402"/>
                    </a:lnTo>
                    <a:lnTo>
                      <a:pt x="373450" y="12065"/>
                    </a:lnTo>
                    <a:lnTo>
                      <a:pt x="311433" y="13724"/>
                    </a:lnTo>
                    <a:lnTo>
                      <a:pt x="248522" y="10952"/>
                    </a:lnTo>
                    <a:lnTo>
                      <a:pt x="186222" y="8442"/>
                    </a:lnTo>
                    <a:lnTo>
                      <a:pt x="124408" y="8071"/>
                    </a:lnTo>
                    <a:lnTo>
                      <a:pt x="105673" y="4273"/>
                    </a:lnTo>
                    <a:lnTo>
                      <a:pt x="86816" y="126"/>
                    </a:lnTo>
                    <a:cubicBezTo>
                      <a:pt x="86410" y="17"/>
                      <a:pt x="86125" y="-27"/>
                      <a:pt x="85719" y="17"/>
                    </a:cubicBezTo>
                    <a:lnTo>
                      <a:pt x="2367" y="2898"/>
                    </a:lnTo>
                    <a:cubicBezTo>
                      <a:pt x="985" y="2963"/>
                      <a:pt x="-113" y="3596"/>
                      <a:pt x="9" y="4404"/>
                    </a:cubicBezTo>
                    <a:cubicBezTo>
                      <a:pt x="91" y="5190"/>
                      <a:pt x="1107" y="5779"/>
                      <a:pt x="2691" y="5735"/>
                    </a:cubicBezTo>
                    <a:lnTo>
                      <a:pt x="85435" y="2854"/>
                    </a:lnTo>
                    <a:lnTo>
                      <a:pt x="103885" y="6892"/>
                    </a:lnTo>
                    <a:lnTo>
                      <a:pt x="123149" y="10777"/>
                    </a:lnTo>
                    <a:cubicBezTo>
                      <a:pt x="123149" y="10777"/>
                      <a:pt x="123636" y="10886"/>
                      <a:pt x="123921" y="10886"/>
                    </a:cubicBezTo>
                    <a:lnTo>
                      <a:pt x="186019" y="11257"/>
                    </a:lnTo>
                    <a:lnTo>
                      <a:pt x="311352" y="16539"/>
                    </a:lnTo>
                    <a:lnTo>
                      <a:pt x="373775" y="14881"/>
                    </a:lnTo>
                    <a:lnTo>
                      <a:pt x="437783" y="12218"/>
                    </a:lnTo>
                    <a:lnTo>
                      <a:pt x="475579" y="11585"/>
                    </a:lnTo>
                    <a:lnTo>
                      <a:pt x="497524" y="13506"/>
                    </a:lnTo>
                    <a:lnTo>
                      <a:pt x="622248" y="14422"/>
                    </a:lnTo>
                    <a:lnTo>
                      <a:pt x="871778" y="15754"/>
                    </a:lnTo>
                    <a:lnTo>
                      <a:pt x="901161" y="15819"/>
                    </a:lnTo>
                    <a:lnTo>
                      <a:pt x="901161" y="130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7" name="Freeform: Shape 496">
                <a:extLst>
                  <a:ext uri="{FF2B5EF4-FFF2-40B4-BE49-F238E27FC236}">
                    <a16:creationId xmlns:a16="http://schemas.microsoft.com/office/drawing/2014/main" id="{09A43419-5907-49DD-8127-3E2348568E88}"/>
                  </a:ext>
                </a:extLst>
              </p:cNvPr>
              <p:cNvSpPr/>
              <p:nvPr/>
            </p:nvSpPr>
            <p:spPr>
              <a:xfrm>
                <a:off x="11313125" y="5737861"/>
                <a:ext cx="878874" cy="13965"/>
              </a:xfrm>
              <a:custGeom>
                <a:avLst/>
                <a:gdLst>
                  <a:gd name="connsiteX0" fmla="*/ 878875 w 878874"/>
                  <a:gd name="connsiteY0" fmla="*/ 11150 h 13965"/>
                  <a:gd name="connsiteX1" fmla="*/ 764270 w 878874"/>
                  <a:gd name="connsiteY1" fmla="*/ 10888 h 13965"/>
                  <a:gd name="connsiteX2" fmla="*/ 453821 w 878874"/>
                  <a:gd name="connsiteY2" fmla="*/ 9077 h 13965"/>
                  <a:gd name="connsiteX3" fmla="*/ 431591 w 878874"/>
                  <a:gd name="connsiteY3" fmla="*/ 8553 h 13965"/>
                  <a:gd name="connsiteX4" fmla="*/ 415010 w 878874"/>
                  <a:gd name="connsiteY4" fmla="*/ 7178 h 13965"/>
                  <a:gd name="connsiteX5" fmla="*/ 390301 w 878874"/>
                  <a:gd name="connsiteY5" fmla="*/ 3555 h 13965"/>
                  <a:gd name="connsiteX6" fmla="*/ 368884 w 878874"/>
                  <a:gd name="connsiteY6" fmla="*/ 1634 h 13965"/>
                  <a:gd name="connsiteX7" fmla="*/ 330682 w 878874"/>
                  <a:gd name="connsiteY7" fmla="*/ 2376 h 13965"/>
                  <a:gd name="connsiteX8" fmla="*/ 308046 w 878874"/>
                  <a:gd name="connsiteY8" fmla="*/ 3969 h 13965"/>
                  <a:gd name="connsiteX9" fmla="*/ 288294 w 878874"/>
                  <a:gd name="connsiteY9" fmla="*/ 4755 h 13965"/>
                  <a:gd name="connsiteX10" fmla="*/ 267080 w 878874"/>
                  <a:gd name="connsiteY10" fmla="*/ 2943 h 13965"/>
                  <a:gd name="connsiteX11" fmla="*/ 143535 w 878874"/>
                  <a:gd name="connsiteY11" fmla="*/ 7156 h 13965"/>
                  <a:gd name="connsiteX12" fmla="*/ 81843 w 878874"/>
                  <a:gd name="connsiteY12" fmla="*/ 6785 h 13965"/>
                  <a:gd name="connsiteX13" fmla="*/ 21493 w 878874"/>
                  <a:gd name="connsiteY13" fmla="*/ 4078 h 13965"/>
                  <a:gd name="connsiteX14" fmla="*/ 3530 w 878874"/>
                  <a:gd name="connsiteY14" fmla="*/ 84 h 13965"/>
                  <a:gd name="connsiteX15" fmla="*/ 157 w 878874"/>
                  <a:gd name="connsiteY15" fmla="*/ 892 h 13965"/>
                  <a:gd name="connsiteX16" fmla="*/ 1660 w 878874"/>
                  <a:gd name="connsiteY16" fmla="*/ 2747 h 13965"/>
                  <a:gd name="connsiteX17" fmla="*/ 19907 w 878874"/>
                  <a:gd name="connsiteY17" fmla="*/ 6785 h 13965"/>
                  <a:gd name="connsiteX18" fmla="*/ 20680 w 878874"/>
                  <a:gd name="connsiteY18" fmla="*/ 6894 h 13965"/>
                  <a:gd name="connsiteX19" fmla="*/ 81518 w 878874"/>
                  <a:gd name="connsiteY19" fmla="*/ 9601 h 13965"/>
                  <a:gd name="connsiteX20" fmla="*/ 143616 w 878874"/>
                  <a:gd name="connsiteY20" fmla="*/ 9972 h 13965"/>
                  <a:gd name="connsiteX21" fmla="*/ 266836 w 878874"/>
                  <a:gd name="connsiteY21" fmla="*/ 5759 h 13965"/>
                  <a:gd name="connsiteX22" fmla="*/ 288051 w 878874"/>
                  <a:gd name="connsiteY22" fmla="*/ 7571 h 13965"/>
                  <a:gd name="connsiteX23" fmla="*/ 308492 w 878874"/>
                  <a:gd name="connsiteY23" fmla="*/ 6719 h 13965"/>
                  <a:gd name="connsiteX24" fmla="*/ 331007 w 878874"/>
                  <a:gd name="connsiteY24" fmla="*/ 5170 h 13965"/>
                  <a:gd name="connsiteX25" fmla="*/ 368518 w 878874"/>
                  <a:gd name="connsiteY25" fmla="*/ 4428 h 13965"/>
                  <a:gd name="connsiteX26" fmla="*/ 389163 w 878874"/>
                  <a:gd name="connsiteY26" fmla="*/ 6239 h 13965"/>
                  <a:gd name="connsiteX27" fmla="*/ 413954 w 878874"/>
                  <a:gd name="connsiteY27" fmla="*/ 9863 h 13965"/>
                  <a:gd name="connsiteX28" fmla="*/ 431022 w 878874"/>
                  <a:gd name="connsiteY28" fmla="*/ 11347 h 13965"/>
                  <a:gd name="connsiteX29" fmla="*/ 453618 w 878874"/>
                  <a:gd name="connsiteY29" fmla="*/ 11892 h 13965"/>
                  <a:gd name="connsiteX30" fmla="*/ 764189 w 878874"/>
                  <a:gd name="connsiteY30" fmla="*/ 13704 h 13965"/>
                  <a:gd name="connsiteX31" fmla="*/ 878794 w 878874"/>
                  <a:gd name="connsiteY31" fmla="*/ 13966 h 13965"/>
                  <a:gd name="connsiteX32" fmla="*/ 878794 w 878874"/>
                  <a:gd name="connsiteY32" fmla="*/ 11128 h 13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78874" h="13965">
                    <a:moveTo>
                      <a:pt x="878875" y="11150"/>
                    </a:moveTo>
                    <a:lnTo>
                      <a:pt x="764270" y="10888"/>
                    </a:lnTo>
                    <a:lnTo>
                      <a:pt x="453821" y="9077"/>
                    </a:lnTo>
                    <a:lnTo>
                      <a:pt x="431591" y="8553"/>
                    </a:lnTo>
                    <a:lnTo>
                      <a:pt x="415010" y="7178"/>
                    </a:lnTo>
                    <a:lnTo>
                      <a:pt x="390301" y="3555"/>
                    </a:lnTo>
                    <a:lnTo>
                      <a:pt x="368884" y="1634"/>
                    </a:lnTo>
                    <a:lnTo>
                      <a:pt x="330682" y="2376"/>
                    </a:lnTo>
                    <a:lnTo>
                      <a:pt x="308046" y="3969"/>
                    </a:lnTo>
                    <a:lnTo>
                      <a:pt x="288294" y="4755"/>
                    </a:lnTo>
                    <a:lnTo>
                      <a:pt x="267080" y="2943"/>
                    </a:lnTo>
                    <a:lnTo>
                      <a:pt x="143535" y="7156"/>
                    </a:lnTo>
                    <a:lnTo>
                      <a:pt x="81843" y="6785"/>
                    </a:lnTo>
                    <a:lnTo>
                      <a:pt x="21493" y="4078"/>
                    </a:lnTo>
                    <a:lnTo>
                      <a:pt x="3530" y="84"/>
                    </a:lnTo>
                    <a:cubicBezTo>
                      <a:pt x="2230" y="-178"/>
                      <a:pt x="726" y="193"/>
                      <a:pt x="157" y="892"/>
                    </a:cubicBezTo>
                    <a:cubicBezTo>
                      <a:pt x="-331" y="1634"/>
                      <a:pt x="360" y="2441"/>
                      <a:pt x="1660" y="2747"/>
                    </a:cubicBezTo>
                    <a:lnTo>
                      <a:pt x="19907" y="6785"/>
                    </a:lnTo>
                    <a:cubicBezTo>
                      <a:pt x="20192" y="6850"/>
                      <a:pt x="20396" y="6850"/>
                      <a:pt x="20680" y="6894"/>
                    </a:cubicBezTo>
                    <a:lnTo>
                      <a:pt x="81518" y="9601"/>
                    </a:lnTo>
                    <a:lnTo>
                      <a:pt x="143616" y="9972"/>
                    </a:lnTo>
                    <a:lnTo>
                      <a:pt x="266836" y="5759"/>
                    </a:lnTo>
                    <a:lnTo>
                      <a:pt x="288051" y="7571"/>
                    </a:lnTo>
                    <a:lnTo>
                      <a:pt x="308492" y="6719"/>
                    </a:lnTo>
                    <a:lnTo>
                      <a:pt x="331007" y="5170"/>
                    </a:lnTo>
                    <a:lnTo>
                      <a:pt x="368518" y="4428"/>
                    </a:lnTo>
                    <a:lnTo>
                      <a:pt x="389163" y="6239"/>
                    </a:lnTo>
                    <a:lnTo>
                      <a:pt x="413954" y="9863"/>
                    </a:lnTo>
                    <a:lnTo>
                      <a:pt x="431022" y="11347"/>
                    </a:lnTo>
                    <a:lnTo>
                      <a:pt x="453618" y="11892"/>
                    </a:lnTo>
                    <a:lnTo>
                      <a:pt x="764189" y="13704"/>
                    </a:lnTo>
                    <a:lnTo>
                      <a:pt x="878794" y="13966"/>
                    </a:lnTo>
                    <a:lnTo>
                      <a:pt x="878794" y="111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8" name="Freeform: Shape 497">
                <a:extLst>
                  <a:ext uri="{FF2B5EF4-FFF2-40B4-BE49-F238E27FC236}">
                    <a16:creationId xmlns:a16="http://schemas.microsoft.com/office/drawing/2014/main" id="{5ED3494F-275B-496A-B887-F603790DE8D0}"/>
                  </a:ext>
                </a:extLst>
              </p:cNvPr>
              <p:cNvSpPr/>
              <p:nvPr/>
            </p:nvSpPr>
            <p:spPr>
              <a:xfrm>
                <a:off x="11271678" y="5739305"/>
                <a:ext cx="920362" cy="27843"/>
              </a:xfrm>
              <a:custGeom>
                <a:avLst/>
                <a:gdLst>
                  <a:gd name="connsiteX0" fmla="*/ 920321 w 920362"/>
                  <a:gd name="connsiteY0" fmla="*/ 25093 h 27843"/>
                  <a:gd name="connsiteX1" fmla="*/ 737075 w 920362"/>
                  <a:gd name="connsiteY1" fmla="*/ 23020 h 27843"/>
                  <a:gd name="connsiteX2" fmla="*/ 675384 w 920362"/>
                  <a:gd name="connsiteY2" fmla="*/ 24133 h 27843"/>
                  <a:gd name="connsiteX3" fmla="*/ 613083 w 920362"/>
                  <a:gd name="connsiteY3" fmla="*/ 24831 h 27843"/>
                  <a:gd name="connsiteX4" fmla="*/ 546718 w 920362"/>
                  <a:gd name="connsiteY4" fmla="*/ 21950 h 27843"/>
                  <a:gd name="connsiteX5" fmla="*/ 479946 w 920362"/>
                  <a:gd name="connsiteY5" fmla="*/ 17410 h 27843"/>
                  <a:gd name="connsiteX6" fmla="*/ 415166 w 920362"/>
                  <a:gd name="connsiteY6" fmla="*/ 12608 h 27843"/>
                  <a:gd name="connsiteX7" fmla="*/ 393058 w 920362"/>
                  <a:gd name="connsiteY7" fmla="*/ 8614 h 27843"/>
                  <a:gd name="connsiteX8" fmla="*/ 392164 w 920362"/>
                  <a:gd name="connsiteY8" fmla="*/ 8570 h 27843"/>
                  <a:gd name="connsiteX9" fmla="*/ 351402 w 920362"/>
                  <a:gd name="connsiteY9" fmla="*/ 9793 h 27843"/>
                  <a:gd name="connsiteX10" fmla="*/ 329863 w 920362"/>
                  <a:gd name="connsiteY10" fmla="*/ 8090 h 27843"/>
                  <a:gd name="connsiteX11" fmla="*/ 308730 w 920362"/>
                  <a:gd name="connsiteY11" fmla="*/ 8723 h 27843"/>
                  <a:gd name="connsiteX12" fmla="*/ 288491 w 920362"/>
                  <a:gd name="connsiteY12" fmla="*/ 11233 h 27843"/>
                  <a:gd name="connsiteX13" fmla="*/ 246632 w 920362"/>
                  <a:gd name="connsiteY13" fmla="*/ 8199 h 27843"/>
                  <a:gd name="connsiteX14" fmla="*/ 183843 w 920362"/>
                  <a:gd name="connsiteY14" fmla="*/ 11233 h 27843"/>
                  <a:gd name="connsiteX15" fmla="*/ 181771 w 920362"/>
                  <a:gd name="connsiteY15" fmla="*/ 12084 h 27843"/>
                  <a:gd name="connsiteX16" fmla="*/ 180592 w 920362"/>
                  <a:gd name="connsiteY16" fmla="*/ 13569 h 27843"/>
                  <a:gd name="connsiteX17" fmla="*/ 100694 w 920362"/>
                  <a:gd name="connsiteY17" fmla="*/ 9247 h 27843"/>
                  <a:gd name="connsiteX18" fmla="*/ 83341 w 920362"/>
                  <a:gd name="connsiteY18" fmla="*/ 4358 h 27843"/>
                  <a:gd name="connsiteX19" fmla="*/ 82365 w 920362"/>
                  <a:gd name="connsiteY19" fmla="*/ 4183 h 27843"/>
                  <a:gd name="connsiteX20" fmla="*/ 22340 w 920362"/>
                  <a:gd name="connsiteY20" fmla="*/ 1673 h 27843"/>
                  <a:gd name="connsiteX21" fmla="*/ 2914 w 920362"/>
                  <a:gd name="connsiteY21" fmla="*/ 14 h 27843"/>
                  <a:gd name="connsiteX22" fmla="*/ 29 w 920362"/>
                  <a:gd name="connsiteY22" fmla="*/ 1171 h 27843"/>
                  <a:gd name="connsiteX23" fmla="*/ 2101 w 920362"/>
                  <a:gd name="connsiteY23" fmla="*/ 2765 h 27843"/>
                  <a:gd name="connsiteX24" fmla="*/ 21730 w 920362"/>
                  <a:gd name="connsiteY24" fmla="*/ 4467 h 27843"/>
                  <a:gd name="connsiteX25" fmla="*/ 81472 w 920362"/>
                  <a:gd name="connsiteY25" fmla="*/ 6977 h 27843"/>
                  <a:gd name="connsiteX26" fmla="*/ 98825 w 920362"/>
                  <a:gd name="connsiteY26" fmla="*/ 11866 h 27843"/>
                  <a:gd name="connsiteX27" fmla="*/ 99719 w 920362"/>
                  <a:gd name="connsiteY27" fmla="*/ 11975 h 27843"/>
                  <a:gd name="connsiteX28" fmla="*/ 161125 w 920362"/>
                  <a:gd name="connsiteY28" fmla="*/ 15446 h 27843"/>
                  <a:gd name="connsiteX29" fmla="*/ 181933 w 920362"/>
                  <a:gd name="connsiteY29" fmla="*/ 16450 h 27843"/>
                  <a:gd name="connsiteX30" fmla="*/ 184412 w 920362"/>
                  <a:gd name="connsiteY30" fmla="*/ 15599 h 27843"/>
                  <a:gd name="connsiteX31" fmla="*/ 185794 w 920362"/>
                  <a:gd name="connsiteY31" fmla="*/ 13896 h 27843"/>
                  <a:gd name="connsiteX32" fmla="*/ 246510 w 920362"/>
                  <a:gd name="connsiteY32" fmla="*/ 10906 h 27843"/>
                  <a:gd name="connsiteX33" fmla="*/ 288288 w 920362"/>
                  <a:gd name="connsiteY33" fmla="*/ 14005 h 27843"/>
                  <a:gd name="connsiteX34" fmla="*/ 289182 w 920362"/>
                  <a:gd name="connsiteY34" fmla="*/ 14005 h 27843"/>
                  <a:gd name="connsiteX35" fmla="*/ 309421 w 920362"/>
                  <a:gd name="connsiteY35" fmla="*/ 11452 h 27843"/>
                  <a:gd name="connsiteX36" fmla="*/ 329578 w 920362"/>
                  <a:gd name="connsiteY36" fmla="*/ 10862 h 27843"/>
                  <a:gd name="connsiteX37" fmla="*/ 351199 w 920362"/>
                  <a:gd name="connsiteY37" fmla="*/ 12565 h 27843"/>
                  <a:gd name="connsiteX38" fmla="*/ 391961 w 920362"/>
                  <a:gd name="connsiteY38" fmla="*/ 11342 h 27843"/>
                  <a:gd name="connsiteX39" fmla="*/ 413987 w 920362"/>
                  <a:gd name="connsiteY39" fmla="*/ 15337 h 27843"/>
                  <a:gd name="connsiteX40" fmla="*/ 479255 w 920362"/>
                  <a:gd name="connsiteY40" fmla="*/ 20182 h 27843"/>
                  <a:gd name="connsiteX41" fmla="*/ 546230 w 920362"/>
                  <a:gd name="connsiteY41" fmla="*/ 24700 h 27843"/>
                  <a:gd name="connsiteX42" fmla="*/ 613001 w 920362"/>
                  <a:gd name="connsiteY42" fmla="*/ 27581 h 27843"/>
                  <a:gd name="connsiteX43" fmla="*/ 675506 w 920362"/>
                  <a:gd name="connsiteY43" fmla="*/ 26883 h 27843"/>
                  <a:gd name="connsiteX44" fmla="*/ 737116 w 920362"/>
                  <a:gd name="connsiteY44" fmla="*/ 25770 h 27843"/>
                  <a:gd name="connsiteX45" fmla="*/ 920362 w 920362"/>
                  <a:gd name="connsiteY45" fmla="*/ 27843 h 27843"/>
                  <a:gd name="connsiteX46" fmla="*/ 920362 w 920362"/>
                  <a:gd name="connsiteY46" fmla="*/ 25006 h 2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920362" h="27843">
                    <a:moveTo>
                      <a:pt x="920321" y="25093"/>
                    </a:moveTo>
                    <a:lnTo>
                      <a:pt x="737075" y="23020"/>
                    </a:lnTo>
                    <a:lnTo>
                      <a:pt x="675384" y="24133"/>
                    </a:lnTo>
                    <a:lnTo>
                      <a:pt x="613083" y="24831"/>
                    </a:lnTo>
                    <a:lnTo>
                      <a:pt x="546718" y="21950"/>
                    </a:lnTo>
                    <a:lnTo>
                      <a:pt x="479946" y="17410"/>
                    </a:lnTo>
                    <a:lnTo>
                      <a:pt x="415166" y="12608"/>
                    </a:lnTo>
                    <a:lnTo>
                      <a:pt x="393058" y="8614"/>
                    </a:lnTo>
                    <a:cubicBezTo>
                      <a:pt x="392733" y="8570"/>
                      <a:pt x="392449" y="8505"/>
                      <a:pt x="392164" y="8570"/>
                    </a:cubicBezTo>
                    <a:lnTo>
                      <a:pt x="351402" y="9793"/>
                    </a:lnTo>
                    <a:lnTo>
                      <a:pt x="329863" y="8090"/>
                    </a:lnTo>
                    <a:lnTo>
                      <a:pt x="308730" y="8723"/>
                    </a:lnTo>
                    <a:lnTo>
                      <a:pt x="288491" y="11233"/>
                    </a:lnTo>
                    <a:lnTo>
                      <a:pt x="246632" y="8199"/>
                    </a:lnTo>
                    <a:lnTo>
                      <a:pt x="183843" y="11233"/>
                    </a:lnTo>
                    <a:cubicBezTo>
                      <a:pt x="182949" y="11299"/>
                      <a:pt x="182137" y="11604"/>
                      <a:pt x="181771" y="12084"/>
                    </a:cubicBezTo>
                    <a:lnTo>
                      <a:pt x="180592" y="13569"/>
                    </a:lnTo>
                    <a:lnTo>
                      <a:pt x="100694" y="9247"/>
                    </a:lnTo>
                    <a:lnTo>
                      <a:pt x="83341" y="4358"/>
                    </a:lnTo>
                    <a:cubicBezTo>
                      <a:pt x="83056" y="4292"/>
                      <a:pt x="82731" y="4249"/>
                      <a:pt x="82365" y="4183"/>
                    </a:cubicBezTo>
                    <a:lnTo>
                      <a:pt x="22340" y="1673"/>
                    </a:lnTo>
                    <a:lnTo>
                      <a:pt x="2914" y="14"/>
                    </a:lnTo>
                    <a:cubicBezTo>
                      <a:pt x="1532" y="-95"/>
                      <a:pt x="232" y="429"/>
                      <a:pt x="29" y="1171"/>
                    </a:cubicBezTo>
                    <a:cubicBezTo>
                      <a:pt x="-175" y="1913"/>
                      <a:pt x="719" y="2677"/>
                      <a:pt x="2101" y="2765"/>
                    </a:cubicBezTo>
                    <a:lnTo>
                      <a:pt x="21730" y="4467"/>
                    </a:lnTo>
                    <a:lnTo>
                      <a:pt x="81472" y="6977"/>
                    </a:lnTo>
                    <a:lnTo>
                      <a:pt x="98825" y="11866"/>
                    </a:lnTo>
                    <a:cubicBezTo>
                      <a:pt x="99109" y="11932"/>
                      <a:pt x="99434" y="11975"/>
                      <a:pt x="99719" y="11975"/>
                    </a:cubicBezTo>
                    <a:lnTo>
                      <a:pt x="161125" y="15446"/>
                    </a:lnTo>
                    <a:lnTo>
                      <a:pt x="181933" y="16450"/>
                    </a:lnTo>
                    <a:cubicBezTo>
                      <a:pt x="182909" y="16515"/>
                      <a:pt x="184047" y="16122"/>
                      <a:pt x="184412" y="15599"/>
                    </a:cubicBezTo>
                    <a:lnTo>
                      <a:pt x="185794" y="13896"/>
                    </a:lnTo>
                    <a:lnTo>
                      <a:pt x="246510" y="10906"/>
                    </a:lnTo>
                    <a:lnTo>
                      <a:pt x="288288" y="14005"/>
                    </a:lnTo>
                    <a:cubicBezTo>
                      <a:pt x="288613" y="14049"/>
                      <a:pt x="288897" y="14005"/>
                      <a:pt x="289182" y="14005"/>
                    </a:cubicBezTo>
                    <a:lnTo>
                      <a:pt x="309421" y="11452"/>
                    </a:lnTo>
                    <a:lnTo>
                      <a:pt x="329578" y="10862"/>
                    </a:lnTo>
                    <a:lnTo>
                      <a:pt x="351199" y="12565"/>
                    </a:lnTo>
                    <a:lnTo>
                      <a:pt x="391961" y="11342"/>
                    </a:lnTo>
                    <a:lnTo>
                      <a:pt x="413987" y="15337"/>
                    </a:lnTo>
                    <a:lnTo>
                      <a:pt x="479255" y="20182"/>
                    </a:lnTo>
                    <a:lnTo>
                      <a:pt x="546230" y="24700"/>
                    </a:lnTo>
                    <a:lnTo>
                      <a:pt x="613001" y="27581"/>
                    </a:lnTo>
                    <a:lnTo>
                      <a:pt x="675506" y="26883"/>
                    </a:lnTo>
                    <a:lnTo>
                      <a:pt x="737116" y="25770"/>
                    </a:lnTo>
                    <a:lnTo>
                      <a:pt x="920362" y="27843"/>
                    </a:lnTo>
                    <a:lnTo>
                      <a:pt x="920362" y="2500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499" name="Freeform: Shape 498">
                <a:extLst>
                  <a:ext uri="{FF2B5EF4-FFF2-40B4-BE49-F238E27FC236}">
                    <a16:creationId xmlns:a16="http://schemas.microsoft.com/office/drawing/2014/main" id="{21FEC756-61B7-486C-A9B1-02E0459D73CF}"/>
                  </a:ext>
                </a:extLst>
              </p:cNvPr>
              <p:cNvSpPr/>
              <p:nvPr/>
            </p:nvSpPr>
            <p:spPr>
              <a:xfrm>
                <a:off x="11248752" y="5742118"/>
                <a:ext cx="943410" cy="56570"/>
              </a:xfrm>
              <a:custGeom>
                <a:avLst/>
                <a:gdLst>
                  <a:gd name="connsiteX0" fmla="*/ 943248 w 943410"/>
                  <a:gd name="connsiteY0" fmla="*/ 53624 h 56570"/>
                  <a:gd name="connsiteX1" fmla="*/ 876070 w 943410"/>
                  <a:gd name="connsiteY1" fmla="*/ 46312 h 56570"/>
                  <a:gd name="connsiteX2" fmla="*/ 753622 w 943410"/>
                  <a:gd name="connsiteY2" fmla="*/ 34002 h 56570"/>
                  <a:gd name="connsiteX3" fmla="*/ 659053 w 943410"/>
                  <a:gd name="connsiteY3" fmla="*/ 24355 h 56570"/>
                  <a:gd name="connsiteX4" fmla="*/ 592280 w 943410"/>
                  <a:gd name="connsiteY4" fmla="*/ 21102 h 56570"/>
                  <a:gd name="connsiteX5" fmla="*/ 524737 w 943410"/>
                  <a:gd name="connsiteY5" fmla="*/ 16148 h 56570"/>
                  <a:gd name="connsiteX6" fmla="*/ 459754 w 943410"/>
                  <a:gd name="connsiteY6" fmla="*/ 13594 h 56570"/>
                  <a:gd name="connsiteX7" fmla="*/ 396152 w 943410"/>
                  <a:gd name="connsiteY7" fmla="*/ 12677 h 56570"/>
                  <a:gd name="connsiteX8" fmla="*/ 375019 w 943410"/>
                  <a:gd name="connsiteY8" fmla="*/ 12721 h 56570"/>
                  <a:gd name="connsiteX9" fmla="*/ 373435 w 943410"/>
                  <a:gd name="connsiteY9" fmla="*/ 13048 h 56570"/>
                  <a:gd name="connsiteX10" fmla="*/ 370955 w 943410"/>
                  <a:gd name="connsiteY10" fmla="*/ 14162 h 56570"/>
                  <a:gd name="connsiteX11" fmla="*/ 311621 w 943410"/>
                  <a:gd name="connsiteY11" fmla="*/ 13092 h 56570"/>
                  <a:gd name="connsiteX12" fmla="*/ 290204 w 943410"/>
                  <a:gd name="connsiteY12" fmla="*/ 12023 h 56570"/>
                  <a:gd name="connsiteX13" fmla="*/ 268746 w 943410"/>
                  <a:gd name="connsiteY13" fmla="*/ 12023 h 56570"/>
                  <a:gd name="connsiteX14" fmla="*/ 247735 w 943410"/>
                  <a:gd name="connsiteY14" fmla="*/ 12088 h 56570"/>
                  <a:gd name="connsiteX15" fmla="*/ 226520 w 943410"/>
                  <a:gd name="connsiteY15" fmla="*/ 10909 h 56570"/>
                  <a:gd name="connsiteX16" fmla="*/ 98626 w 943410"/>
                  <a:gd name="connsiteY16" fmla="*/ 8880 h 56570"/>
                  <a:gd name="connsiteX17" fmla="*/ 94075 w 943410"/>
                  <a:gd name="connsiteY17" fmla="*/ 9141 h 56570"/>
                  <a:gd name="connsiteX18" fmla="*/ 78876 w 943410"/>
                  <a:gd name="connsiteY18" fmla="*/ 7374 h 56570"/>
                  <a:gd name="connsiteX19" fmla="*/ 21045 w 943410"/>
                  <a:gd name="connsiteY19" fmla="*/ 3161 h 56570"/>
                  <a:gd name="connsiteX20" fmla="*/ 3285 w 943410"/>
                  <a:gd name="connsiteY20" fmla="*/ 62 h 56570"/>
                  <a:gd name="connsiteX21" fmla="*/ 115 w 943410"/>
                  <a:gd name="connsiteY21" fmla="*/ 1022 h 56570"/>
                  <a:gd name="connsiteX22" fmla="*/ 1823 w 943410"/>
                  <a:gd name="connsiteY22" fmla="*/ 2790 h 56570"/>
                  <a:gd name="connsiteX23" fmla="*/ 19989 w 943410"/>
                  <a:gd name="connsiteY23" fmla="*/ 5889 h 56570"/>
                  <a:gd name="connsiteX24" fmla="*/ 78144 w 943410"/>
                  <a:gd name="connsiteY24" fmla="*/ 10167 h 56570"/>
                  <a:gd name="connsiteX25" fmla="*/ 93506 w 943410"/>
                  <a:gd name="connsiteY25" fmla="*/ 11979 h 56570"/>
                  <a:gd name="connsiteX26" fmla="*/ 94319 w 943410"/>
                  <a:gd name="connsiteY26" fmla="*/ 11979 h 56570"/>
                  <a:gd name="connsiteX27" fmla="*/ 98870 w 943410"/>
                  <a:gd name="connsiteY27" fmla="*/ 11717 h 56570"/>
                  <a:gd name="connsiteX28" fmla="*/ 226277 w 943410"/>
                  <a:gd name="connsiteY28" fmla="*/ 13747 h 56570"/>
                  <a:gd name="connsiteX29" fmla="*/ 247532 w 943410"/>
                  <a:gd name="connsiteY29" fmla="*/ 14926 h 56570"/>
                  <a:gd name="connsiteX30" fmla="*/ 290001 w 943410"/>
                  <a:gd name="connsiteY30" fmla="*/ 14882 h 56570"/>
                  <a:gd name="connsiteX31" fmla="*/ 311459 w 943410"/>
                  <a:gd name="connsiteY31" fmla="*/ 15951 h 56570"/>
                  <a:gd name="connsiteX32" fmla="*/ 371890 w 943410"/>
                  <a:gd name="connsiteY32" fmla="*/ 17021 h 56570"/>
                  <a:gd name="connsiteX33" fmla="*/ 373557 w 943410"/>
                  <a:gd name="connsiteY33" fmla="*/ 16693 h 56570"/>
                  <a:gd name="connsiteX34" fmla="*/ 376157 w 943410"/>
                  <a:gd name="connsiteY34" fmla="*/ 15580 h 56570"/>
                  <a:gd name="connsiteX35" fmla="*/ 396192 w 943410"/>
                  <a:gd name="connsiteY35" fmla="*/ 15537 h 56570"/>
                  <a:gd name="connsiteX36" fmla="*/ 459591 w 943410"/>
                  <a:gd name="connsiteY36" fmla="*/ 16388 h 56570"/>
                  <a:gd name="connsiteX37" fmla="*/ 524371 w 943410"/>
                  <a:gd name="connsiteY37" fmla="*/ 18942 h 56570"/>
                  <a:gd name="connsiteX38" fmla="*/ 591834 w 943410"/>
                  <a:gd name="connsiteY38" fmla="*/ 23896 h 56570"/>
                  <a:gd name="connsiteX39" fmla="*/ 658524 w 943410"/>
                  <a:gd name="connsiteY39" fmla="*/ 27148 h 56570"/>
                  <a:gd name="connsiteX40" fmla="*/ 875339 w 943410"/>
                  <a:gd name="connsiteY40" fmla="*/ 49106 h 56570"/>
                  <a:gd name="connsiteX41" fmla="*/ 943411 w 943410"/>
                  <a:gd name="connsiteY41" fmla="*/ 56571 h 56570"/>
                  <a:gd name="connsiteX42" fmla="*/ 943411 w 943410"/>
                  <a:gd name="connsiteY42" fmla="*/ 53646 h 5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43410" h="56570">
                    <a:moveTo>
                      <a:pt x="943248" y="53624"/>
                    </a:moveTo>
                    <a:lnTo>
                      <a:pt x="876070" y="46312"/>
                    </a:lnTo>
                    <a:lnTo>
                      <a:pt x="753622" y="34002"/>
                    </a:lnTo>
                    <a:lnTo>
                      <a:pt x="659053" y="24355"/>
                    </a:lnTo>
                    <a:lnTo>
                      <a:pt x="592280" y="21102"/>
                    </a:lnTo>
                    <a:lnTo>
                      <a:pt x="524737" y="16148"/>
                    </a:lnTo>
                    <a:lnTo>
                      <a:pt x="459754" y="13594"/>
                    </a:lnTo>
                    <a:lnTo>
                      <a:pt x="396152" y="12677"/>
                    </a:lnTo>
                    <a:lnTo>
                      <a:pt x="375019" y="12721"/>
                    </a:lnTo>
                    <a:cubicBezTo>
                      <a:pt x="374532" y="12721"/>
                      <a:pt x="373922" y="12830"/>
                      <a:pt x="373435" y="13048"/>
                    </a:cubicBezTo>
                    <a:lnTo>
                      <a:pt x="370955" y="14162"/>
                    </a:lnTo>
                    <a:lnTo>
                      <a:pt x="311621" y="13092"/>
                    </a:lnTo>
                    <a:lnTo>
                      <a:pt x="290204" y="12023"/>
                    </a:lnTo>
                    <a:lnTo>
                      <a:pt x="268746" y="12023"/>
                    </a:lnTo>
                    <a:lnTo>
                      <a:pt x="247735" y="12088"/>
                    </a:lnTo>
                    <a:lnTo>
                      <a:pt x="226520" y="10909"/>
                    </a:lnTo>
                    <a:lnTo>
                      <a:pt x="98626" y="8880"/>
                    </a:lnTo>
                    <a:lnTo>
                      <a:pt x="94075" y="9141"/>
                    </a:lnTo>
                    <a:lnTo>
                      <a:pt x="78876" y="7374"/>
                    </a:lnTo>
                    <a:lnTo>
                      <a:pt x="21045" y="3161"/>
                    </a:lnTo>
                    <a:lnTo>
                      <a:pt x="3285" y="62"/>
                    </a:lnTo>
                    <a:cubicBezTo>
                      <a:pt x="1984" y="-157"/>
                      <a:pt x="522" y="214"/>
                      <a:pt x="115" y="1022"/>
                    </a:cubicBezTo>
                    <a:cubicBezTo>
                      <a:pt x="-291" y="1720"/>
                      <a:pt x="400" y="2506"/>
                      <a:pt x="1823" y="2790"/>
                    </a:cubicBezTo>
                    <a:lnTo>
                      <a:pt x="19989" y="5889"/>
                    </a:lnTo>
                    <a:lnTo>
                      <a:pt x="78144" y="10167"/>
                    </a:lnTo>
                    <a:lnTo>
                      <a:pt x="93506" y="11979"/>
                    </a:lnTo>
                    <a:lnTo>
                      <a:pt x="94319" y="11979"/>
                    </a:lnTo>
                    <a:lnTo>
                      <a:pt x="98870" y="11717"/>
                    </a:lnTo>
                    <a:lnTo>
                      <a:pt x="226277" y="13747"/>
                    </a:lnTo>
                    <a:lnTo>
                      <a:pt x="247532" y="14926"/>
                    </a:lnTo>
                    <a:lnTo>
                      <a:pt x="290001" y="14882"/>
                    </a:lnTo>
                    <a:lnTo>
                      <a:pt x="311459" y="15951"/>
                    </a:lnTo>
                    <a:lnTo>
                      <a:pt x="371890" y="17021"/>
                    </a:lnTo>
                    <a:cubicBezTo>
                      <a:pt x="372500" y="17021"/>
                      <a:pt x="373068" y="16912"/>
                      <a:pt x="373557" y="16693"/>
                    </a:cubicBezTo>
                    <a:lnTo>
                      <a:pt x="376157" y="15580"/>
                    </a:lnTo>
                    <a:lnTo>
                      <a:pt x="396192" y="15537"/>
                    </a:lnTo>
                    <a:lnTo>
                      <a:pt x="459591" y="16388"/>
                    </a:lnTo>
                    <a:lnTo>
                      <a:pt x="524371" y="18942"/>
                    </a:lnTo>
                    <a:lnTo>
                      <a:pt x="591834" y="23896"/>
                    </a:lnTo>
                    <a:lnTo>
                      <a:pt x="658524" y="27148"/>
                    </a:lnTo>
                    <a:lnTo>
                      <a:pt x="875339" y="49106"/>
                    </a:lnTo>
                    <a:lnTo>
                      <a:pt x="943411" y="56571"/>
                    </a:lnTo>
                    <a:lnTo>
                      <a:pt x="943411" y="5364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0" name="Freeform: Shape 499">
                <a:extLst>
                  <a:ext uri="{FF2B5EF4-FFF2-40B4-BE49-F238E27FC236}">
                    <a16:creationId xmlns:a16="http://schemas.microsoft.com/office/drawing/2014/main" id="{A9D57047-C68E-47C5-B1F3-6D6E241FB43B}"/>
                  </a:ext>
                </a:extLst>
              </p:cNvPr>
              <p:cNvSpPr/>
              <p:nvPr/>
            </p:nvSpPr>
            <p:spPr>
              <a:xfrm>
                <a:off x="11232756" y="5737412"/>
                <a:ext cx="959243" cy="103074"/>
              </a:xfrm>
              <a:custGeom>
                <a:avLst/>
                <a:gdLst>
                  <a:gd name="connsiteX0" fmla="*/ 959244 w 959243"/>
                  <a:gd name="connsiteY0" fmla="*/ 100259 h 103074"/>
                  <a:gd name="connsiteX1" fmla="*/ 885807 w 959243"/>
                  <a:gd name="connsiteY1" fmla="*/ 90415 h 103074"/>
                  <a:gd name="connsiteX2" fmla="*/ 754743 w 959243"/>
                  <a:gd name="connsiteY2" fmla="*/ 74416 h 103074"/>
                  <a:gd name="connsiteX3" fmla="*/ 729140 w 959243"/>
                  <a:gd name="connsiteY3" fmla="*/ 71055 h 103074"/>
                  <a:gd name="connsiteX4" fmla="*/ 654037 w 959243"/>
                  <a:gd name="connsiteY4" fmla="*/ 62040 h 103074"/>
                  <a:gd name="connsiteX5" fmla="*/ 629329 w 959243"/>
                  <a:gd name="connsiteY5" fmla="*/ 58745 h 103074"/>
                  <a:gd name="connsiteX6" fmla="*/ 580723 w 959243"/>
                  <a:gd name="connsiteY6" fmla="*/ 53310 h 103074"/>
                  <a:gd name="connsiteX7" fmla="*/ 533012 w 959243"/>
                  <a:gd name="connsiteY7" fmla="*/ 48879 h 103074"/>
                  <a:gd name="connsiteX8" fmla="*/ 486195 w 959243"/>
                  <a:gd name="connsiteY8" fmla="*/ 44033 h 103074"/>
                  <a:gd name="connsiteX9" fmla="*/ 462948 w 959243"/>
                  <a:gd name="connsiteY9" fmla="*/ 41152 h 103074"/>
                  <a:gd name="connsiteX10" fmla="*/ 372281 w 959243"/>
                  <a:gd name="connsiteY10" fmla="*/ 31396 h 103074"/>
                  <a:gd name="connsiteX11" fmla="*/ 350051 w 959243"/>
                  <a:gd name="connsiteY11" fmla="*/ 29257 h 103074"/>
                  <a:gd name="connsiteX12" fmla="*/ 306687 w 959243"/>
                  <a:gd name="connsiteY12" fmla="*/ 24673 h 103074"/>
                  <a:gd name="connsiteX13" fmla="*/ 286245 w 959243"/>
                  <a:gd name="connsiteY13" fmla="*/ 20308 h 103074"/>
                  <a:gd name="connsiteX14" fmla="*/ 284864 w 959243"/>
                  <a:gd name="connsiteY14" fmla="*/ 18649 h 103074"/>
                  <a:gd name="connsiteX15" fmla="*/ 282791 w 959243"/>
                  <a:gd name="connsiteY15" fmla="*/ 17842 h 103074"/>
                  <a:gd name="connsiteX16" fmla="*/ 239631 w 959243"/>
                  <a:gd name="connsiteY16" fmla="*/ 16248 h 103074"/>
                  <a:gd name="connsiteX17" fmla="*/ 221668 w 959243"/>
                  <a:gd name="connsiteY17" fmla="*/ 14546 h 103074"/>
                  <a:gd name="connsiteX18" fmla="*/ 158188 w 959243"/>
                  <a:gd name="connsiteY18" fmla="*/ 13651 h 103074"/>
                  <a:gd name="connsiteX19" fmla="*/ 157213 w 959243"/>
                  <a:gd name="connsiteY19" fmla="*/ 13695 h 103074"/>
                  <a:gd name="connsiteX20" fmla="*/ 154124 w 959243"/>
                  <a:gd name="connsiteY20" fmla="*/ 14393 h 103074"/>
                  <a:gd name="connsiteX21" fmla="*/ 110843 w 959243"/>
                  <a:gd name="connsiteY21" fmla="*/ 14437 h 103074"/>
                  <a:gd name="connsiteX22" fmla="*/ 95562 w 959243"/>
                  <a:gd name="connsiteY22" fmla="*/ 12145 h 103074"/>
                  <a:gd name="connsiteX23" fmla="*/ 80078 w 959243"/>
                  <a:gd name="connsiteY23" fmla="*/ 7234 h 103074"/>
                  <a:gd name="connsiteX24" fmla="*/ 79184 w 959243"/>
                  <a:gd name="connsiteY24" fmla="*/ 7081 h 103074"/>
                  <a:gd name="connsiteX25" fmla="*/ 20867 w 959243"/>
                  <a:gd name="connsiteY25" fmla="*/ 2454 h 103074"/>
                  <a:gd name="connsiteX26" fmla="*/ 3188 w 959243"/>
                  <a:gd name="connsiteY26" fmla="*/ 53 h 103074"/>
                  <a:gd name="connsiteX27" fmla="*/ 99 w 959243"/>
                  <a:gd name="connsiteY27" fmla="*/ 1057 h 103074"/>
                  <a:gd name="connsiteX28" fmla="*/ 1887 w 959243"/>
                  <a:gd name="connsiteY28" fmla="*/ 2759 h 103074"/>
                  <a:gd name="connsiteX29" fmla="*/ 19851 w 959243"/>
                  <a:gd name="connsiteY29" fmla="*/ 5204 h 103074"/>
                  <a:gd name="connsiteX30" fmla="*/ 78006 w 959243"/>
                  <a:gd name="connsiteY30" fmla="*/ 9831 h 103074"/>
                  <a:gd name="connsiteX31" fmla="*/ 93286 w 959243"/>
                  <a:gd name="connsiteY31" fmla="*/ 14677 h 103074"/>
                  <a:gd name="connsiteX32" fmla="*/ 93897 w 959243"/>
                  <a:gd name="connsiteY32" fmla="*/ 14851 h 103074"/>
                  <a:gd name="connsiteX33" fmla="*/ 109868 w 959243"/>
                  <a:gd name="connsiteY33" fmla="*/ 17187 h 103074"/>
                  <a:gd name="connsiteX34" fmla="*/ 110558 w 959243"/>
                  <a:gd name="connsiteY34" fmla="*/ 17252 h 103074"/>
                  <a:gd name="connsiteX35" fmla="*/ 110558 w 959243"/>
                  <a:gd name="connsiteY35" fmla="*/ 17252 h 103074"/>
                  <a:gd name="connsiteX36" fmla="*/ 154612 w 959243"/>
                  <a:gd name="connsiteY36" fmla="*/ 17187 h 103074"/>
                  <a:gd name="connsiteX37" fmla="*/ 155506 w 959243"/>
                  <a:gd name="connsiteY37" fmla="*/ 17078 h 103074"/>
                  <a:gd name="connsiteX38" fmla="*/ 158554 w 959243"/>
                  <a:gd name="connsiteY38" fmla="*/ 16445 h 103074"/>
                  <a:gd name="connsiteX39" fmla="*/ 221180 w 959243"/>
                  <a:gd name="connsiteY39" fmla="*/ 17296 h 103074"/>
                  <a:gd name="connsiteX40" fmla="*/ 239022 w 959243"/>
                  <a:gd name="connsiteY40" fmla="*/ 19064 h 103074"/>
                  <a:gd name="connsiteX41" fmla="*/ 280881 w 959243"/>
                  <a:gd name="connsiteY41" fmla="*/ 20614 h 103074"/>
                  <a:gd name="connsiteX42" fmla="*/ 282100 w 959243"/>
                  <a:gd name="connsiteY42" fmla="*/ 21989 h 103074"/>
                  <a:gd name="connsiteX43" fmla="*/ 283482 w 959243"/>
                  <a:gd name="connsiteY43" fmla="*/ 22731 h 103074"/>
                  <a:gd name="connsiteX44" fmla="*/ 305306 w 959243"/>
                  <a:gd name="connsiteY44" fmla="*/ 27314 h 103074"/>
                  <a:gd name="connsiteX45" fmla="*/ 327129 w 959243"/>
                  <a:gd name="connsiteY45" fmla="*/ 29759 h 103074"/>
                  <a:gd name="connsiteX46" fmla="*/ 371387 w 959243"/>
                  <a:gd name="connsiteY46" fmla="*/ 34190 h 103074"/>
                  <a:gd name="connsiteX47" fmla="*/ 461851 w 959243"/>
                  <a:gd name="connsiteY47" fmla="*/ 43881 h 103074"/>
                  <a:gd name="connsiteX48" fmla="*/ 485179 w 959243"/>
                  <a:gd name="connsiteY48" fmla="*/ 46696 h 103074"/>
                  <a:gd name="connsiteX49" fmla="*/ 532117 w 959243"/>
                  <a:gd name="connsiteY49" fmla="*/ 51607 h 103074"/>
                  <a:gd name="connsiteX50" fmla="*/ 579828 w 959243"/>
                  <a:gd name="connsiteY50" fmla="*/ 56038 h 103074"/>
                  <a:gd name="connsiteX51" fmla="*/ 628231 w 959243"/>
                  <a:gd name="connsiteY51" fmla="*/ 61473 h 103074"/>
                  <a:gd name="connsiteX52" fmla="*/ 652859 w 959243"/>
                  <a:gd name="connsiteY52" fmla="*/ 64769 h 103074"/>
                  <a:gd name="connsiteX53" fmla="*/ 702764 w 959243"/>
                  <a:gd name="connsiteY53" fmla="*/ 70618 h 103074"/>
                  <a:gd name="connsiteX54" fmla="*/ 728043 w 959243"/>
                  <a:gd name="connsiteY54" fmla="*/ 73718 h 103074"/>
                  <a:gd name="connsiteX55" fmla="*/ 753646 w 959243"/>
                  <a:gd name="connsiteY55" fmla="*/ 77079 h 103074"/>
                  <a:gd name="connsiteX56" fmla="*/ 884628 w 959243"/>
                  <a:gd name="connsiteY56" fmla="*/ 93056 h 103074"/>
                  <a:gd name="connsiteX57" fmla="*/ 959244 w 959243"/>
                  <a:gd name="connsiteY57" fmla="*/ 103074 h 103074"/>
                  <a:gd name="connsiteX58" fmla="*/ 959244 w 959243"/>
                  <a:gd name="connsiteY58" fmla="*/ 100193 h 10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959243" h="103074">
                    <a:moveTo>
                      <a:pt x="959244" y="100259"/>
                    </a:moveTo>
                    <a:lnTo>
                      <a:pt x="885807" y="90415"/>
                    </a:lnTo>
                    <a:lnTo>
                      <a:pt x="754743" y="74416"/>
                    </a:lnTo>
                    <a:lnTo>
                      <a:pt x="729140" y="71055"/>
                    </a:lnTo>
                    <a:lnTo>
                      <a:pt x="654037" y="62040"/>
                    </a:lnTo>
                    <a:lnTo>
                      <a:pt x="629329" y="58745"/>
                    </a:lnTo>
                    <a:lnTo>
                      <a:pt x="580723" y="53310"/>
                    </a:lnTo>
                    <a:lnTo>
                      <a:pt x="533012" y="48879"/>
                    </a:lnTo>
                    <a:lnTo>
                      <a:pt x="486195" y="44033"/>
                    </a:lnTo>
                    <a:lnTo>
                      <a:pt x="462948" y="41152"/>
                    </a:lnTo>
                    <a:lnTo>
                      <a:pt x="372281" y="31396"/>
                    </a:lnTo>
                    <a:lnTo>
                      <a:pt x="350051" y="29257"/>
                    </a:lnTo>
                    <a:lnTo>
                      <a:pt x="306687" y="24673"/>
                    </a:lnTo>
                    <a:lnTo>
                      <a:pt x="286245" y="20308"/>
                    </a:lnTo>
                    <a:lnTo>
                      <a:pt x="284864" y="18649"/>
                    </a:lnTo>
                    <a:cubicBezTo>
                      <a:pt x="284457" y="18169"/>
                      <a:pt x="283685" y="17842"/>
                      <a:pt x="282791" y="17842"/>
                    </a:cubicBezTo>
                    <a:lnTo>
                      <a:pt x="239631" y="16248"/>
                    </a:lnTo>
                    <a:lnTo>
                      <a:pt x="221668" y="14546"/>
                    </a:lnTo>
                    <a:lnTo>
                      <a:pt x="158188" y="13651"/>
                    </a:lnTo>
                    <a:cubicBezTo>
                      <a:pt x="157782" y="13651"/>
                      <a:pt x="157579" y="13651"/>
                      <a:pt x="157213" y="13695"/>
                    </a:cubicBezTo>
                    <a:lnTo>
                      <a:pt x="154124" y="14393"/>
                    </a:lnTo>
                    <a:lnTo>
                      <a:pt x="110843" y="14437"/>
                    </a:lnTo>
                    <a:lnTo>
                      <a:pt x="95562" y="12145"/>
                    </a:lnTo>
                    <a:lnTo>
                      <a:pt x="80078" y="7234"/>
                    </a:lnTo>
                    <a:cubicBezTo>
                      <a:pt x="79795" y="7168"/>
                      <a:pt x="79469" y="7125"/>
                      <a:pt x="79184" y="7081"/>
                    </a:cubicBezTo>
                    <a:lnTo>
                      <a:pt x="20867" y="2454"/>
                    </a:lnTo>
                    <a:lnTo>
                      <a:pt x="3188" y="53"/>
                    </a:lnTo>
                    <a:cubicBezTo>
                      <a:pt x="1806" y="-165"/>
                      <a:pt x="425" y="315"/>
                      <a:pt x="99" y="1057"/>
                    </a:cubicBezTo>
                    <a:cubicBezTo>
                      <a:pt x="-308" y="1799"/>
                      <a:pt x="587" y="2607"/>
                      <a:pt x="1887" y="2759"/>
                    </a:cubicBezTo>
                    <a:lnTo>
                      <a:pt x="19851" y="5204"/>
                    </a:lnTo>
                    <a:lnTo>
                      <a:pt x="78006" y="9831"/>
                    </a:lnTo>
                    <a:lnTo>
                      <a:pt x="93286" y="14677"/>
                    </a:lnTo>
                    <a:cubicBezTo>
                      <a:pt x="93286" y="14677"/>
                      <a:pt x="93693" y="14786"/>
                      <a:pt x="93897" y="14851"/>
                    </a:cubicBezTo>
                    <a:lnTo>
                      <a:pt x="109868" y="17187"/>
                    </a:lnTo>
                    <a:cubicBezTo>
                      <a:pt x="109868" y="17187"/>
                      <a:pt x="110356" y="17252"/>
                      <a:pt x="110558" y="17252"/>
                    </a:cubicBezTo>
                    <a:lnTo>
                      <a:pt x="110558" y="17252"/>
                    </a:lnTo>
                    <a:lnTo>
                      <a:pt x="154612" y="17187"/>
                    </a:lnTo>
                    <a:cubicBezTo>
                      <a:pt x="154897" y="17187"/>
                      <a:pt x="155222" y="17143"/>
                      <a:pt x="155506" y="17078"/>
                    </a:cubicBezTo>
                    <a:lnTo>
                      <a:pt x="158554" y="16445"/>
                    </a:lnTo>
                    <a:lnTo>
                      <a:pt x="221180" y="17296"/>
                    </a:lnTo>
                    <a:lnTo>
                      <a:pt x="239022" y="19064"/>
                    </a:lnTo>
                    <a:lnTo>
                      <a:pt x="280881" y="20614"/>
                    </a:lnTo>
                    <a:lnTo>
                      <a:pt x="282100" y="21989"/>
                    </a:lnTo>
                    <a:cubicBezTo>
                      <a:pt x="282384" y="22316"/>
                      <a:pt x="282873" y="22578"/>
                      <a:pt x="283482" y="22731"/>
                    </a:cubicBezTo>
                    <a:lnTo>
                      <a:pt x="305306" y="27314"/>
                    </a:lnTo>
                    <a:lnTo>
                      <a:pt x="327129" y="29759"/>
                    </a:lnTo>
                    <a:lnTo>
                      <a:pt x="371387" y="34190"/>
                    </a:lnTo>
                    <a:lnTo>
                      <a:pt x="461851" y="43881"/>
                    </a:lnTo>
                    <a:lnTo>
                      <a:pt x="485179" y="46696"/>
                    </a:lnTo>
                    <a:lnTo>
                      <a:pt x="532117" y="51607"/>
                    </a:lnTo>
                    <a:lnTo>
                      <a:pt x="579828" y="56038"/>
                    </a:lnTo>
                    <a:lnTo>
                      <a:pt x="628231" y="61473"/>
                    </a:lnTo>
                    <a:lnTo>
                      <a:pt x="652859" y="64769"/>
                    </a:lnTo>
                    <a:lnTo>
                      <a:pt x="702764" y="70618"/>
                    </a:lnTo>
                    <a:lnTo>
                      <a:pt x="728043" y="73718"/>
                    </a:lnTo>
                    <a:lnTo>
                      <a:pt x="753646" y="77079"/>
                    </a:lnTo>
                    <a:lnTo>
                      <a:pt x="884628" y="93056"/>
                    </a:lnTo>
                    <a:lnTo>
                      <a:pt x="959244" y="103074"/>
                    </a:lnTo>
                    <a:lnTo>
                      <a:pt x="959244" y="10019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1" name="Freeform: Shape 500">
                <a:extLst>
                  <a:ext uri="{FF2B5EF4-FFF2-40B4-BE49-F238E27FC236}">
                    <a16:creationId xmlns:a16="http://schemas.microsoft.com/office/drawing/2014/main" id="{5A7F5272-2682-4AC6-8B2F-DC8265E07B23}"/>
                  </a:ext>
                </a:extLst>
              </p:cNvPr>
              <p:cNvSpPr/>
              <p:nvPr/>
            </p:nvSpPr>
            <p:spPr>
              <a:xfrm>
                <a:off x="11233070" y="5735801"/>
                <a:ext cx="958970" cy="81352"/>
              </a:xfrm>
              <a:custGeom>
                <a:avLst/>
                <a:gdLst>
                  <a:gd name="connsiteX0" fmla="*/ 958929 w 958970"/>
                  <a:gd name="connsiteY0" fmla="*/ 78427 h 81352"/>
                  <a:gd name="connsiteX1" fmla="*/ 940885 w 958970"/>
                  <a:gd name="connsiteY1" fmla="*/ 76790 h 81352"/>
                  <a:gd name="connsiteX2" fmla="*/ 640840 w 958970"/>
                  <a:gd name="connsiteY2" fmla="*/ 44182 h 81352"/>
                  <a:gd name="connsiteX3" fmla="*/ 524772 w 958970"/>
                  <a:gd name="connsiteY3" fmla="*/ 32242 h 81352"/>
                  <a:gd name="connsiteX4" fmla="*/ 456903 w 958970"/>
                  <a:gd name="connsiteY4" fmla="*/ 24996 h 81352"/>
                  <a:gd name="connsiteX5" fmla="*/ 392408 w 958970"/>
                  <a:gd name="connsiteY5" fmla="*/ 23927 h 81352"/>
                  <a:gd name="connsiteX6" fmla="*/ 370706 w 958970"/>
                  <a:gd name="connsiteY6" fmla="*/ 21853 h 81352"/>
                  <a:gd name="connsiteX7" fmla="*/ 370016 w 958970"/>
                  <a:gd name="connsiteY7" fmla="*/ 21853 h 81352"/>
                  <a:gd name="connsiteX8" fmla="*/ 348882 w 958970"/>
                  <a:gd name="connsiteY8" fmla="*/ 22923 h 81352"/>
                  <a:gd name="connsiteX9" fmla="*/ 327749 w 958970"/>
                  <a:gd name="connsiteY9" fmla="*/ 22770 h 81352"/>
                  <a:gd name="connsiteX10" fmla="*/ 306617 w 958970"/>
                  <a:gd name="connsiteY10" fmla="*/ 20587 h 81352"/>
                  <a:gd name="connsiteX11" fmla="*/ 303853 w 958970"/>
                  <a:gd name="connsiteY11" fmla="*/ 19627 h 81352"/>
                  <a:gd name="connsiteX12" fmla="*/ 302553 w 958970"/>
                  <a:gd name="connsiteY12" fmla="*/ 19408 h 81352"/>
                  <a:gd name="connsiteX13" fmla="*/ 241715 w 958970"/>
                  <a:gd name="connsiteY13" fmla="*/ 18230 h 81352"/>
                  <a:gd name="connsiteX14" fmla="*/ 240414 w 958970"/>
                  <a:gd name="connsiteY14" fmla="*/ 18383 h 81352"/>
                  <a:gd name="connsiteX15" fmla="*/ 238138 w 958970"/>
                  <a:gd name="connsiteY15" fmla="*/ 19037 h 81352"/>
                  <a:gd name="connsiteX16" fmla="*/ 176813 w 958970"/>
                  <a:gd name="connsiteY16" fmla="*/ 17597 h 81352"/>
                  <a:gd name="connsiteX17" fmla="*/ 173236 w 958970"/>
                  <a:gd name="connsiteY17" fmla="*/ 17444 h 81352"/>
                  <a:gd name="connsiteX18" fmla="*/ 158971 w 958970"/>
                  <a:gd name="connsiteY18" fmla="*/ 14999 h 81352"/>
                  <a:gd name="connsiteX19" fmla="*/ 141903 w 958970"/>
                  <a:gd name="connsiteY19" fmla="*/ 9456 h 81352"/>
                  <a:gd name="connsiteX20" fmla="*/ 141009 w 958970"/>
                  <a:gd name="connsiteY20" fmla="*/ 9303 h 81352"/>
                  <a:gd name="connsiteX21" fmla="*/ 81594 w 958970"/>
                  <a:gd name="connsiteY21" fmla="*/ 4501 h 81352"/>
                  <a:gd name="connsiteX22" fmla="*/ 22055 w 958970"/>
                  <a:gd name="connsiteY22" fmla="*/ 1794 h 81352"/>
                  <a:gd name="connsiteX23" fmla="*/ 2995 w 958970"/>
                  <a:gd name="connsiteY23" fmla="*/ 26 h 81352"/>
                  <a:gd name="connsiteX24" fmla="*/ 29 w 958970"/>
                  <a:gd name="connsiteY24" fmla="*/ 1205 h 81352"/>
                  <a:gd name="connsiteX25" fmla="*/ 2101 w 958970"/>
                  <a:gd name="connsiteY25" fmla="*/ 2798 h 81352"/>
                  <a:gd name="connsiteX26" fmla="*/ 21446 w 958970"/>
                  <a:gd name="connsiteY26" fmla="*/ 4610 h 81352"/>
                  <a:gd name="connsiteX27" fmla="*/ 80983 w 958970"/>
                  <a:gd name="connsiteY27" fmla="*/ 7273 h 81352"/>
                  <a:gd name="connsiteX28" fmla="*/ 139830 w 958970"/>
                  <a:gd name="connsiteY28" fmla="*/ 12075 h 81352"/>
                  <a:gd name="connsiteX29" fmla="*/ 156980 w 958970"/>
                  <a:gd name="connsiteY29" fmla="*/ 17553 h 81352"/>
                  <a:gd name="connsiteX30" fmla="*/ 172261 w 958970"/>
                  <a:gd name="connsiteY30" fmla="*/ 20216 h 81352"/>
                  <a:gd name="connsiteX31" fmla="*/ 238545 w 958970"/>
                  <a:gd name="connsiteY31" fmla="*/ 21875 h 81352"/>
                  <a:gd name="connsiteX32" fmla="*/ 239845 w 958970"/>
                  <a:gd name="connsiteY32" fmla="*/ 21722 h 81352"/>
                  <a:gd name="connsiteX33" fmla="*/ 242243 w 958970"/>
                  <a:gd name="connsiteY33" fmla="*/ 21089 h 81352"/>
                  <a:gd name="connsiteX34" fmla="*/ 301659 w 958970"/>
                  <a:gd name="connsiteY34" fmla="*/ 22202 h 81352"/>
                  <a:gd name="connsiteX35" fmla="*/ 304341 w 958970"/>
                  <a:gd name="connsiteY35" fmla="*/ 23163 h 81352"/>
                  <a:gd name="connsiteX36" fmla="*/ 305235 w 958970"/>
                  <a:gd name="connsiteY36" fmla="*/ 23315 h 81352"/>
                  <a:gd name="connsiteX37" fmla="*/ 327262 w 958970"/>
                  <a:gd name="connsiteY37" fmla="*/ 25607 h 81352"/>
                  <a:gd name="connsiteX38" fmla="*/ 349004 w 958970"/>
                  <a:gd name="connsiteY38" fmla="*/ 25760 h 81352"/>
                  <a:gd name="connsiteX39" fmla="*/ 370138 w 958970"/>
                  <a:gd name="connsiteY39" fmla="*/ 24690 h 81352"/>
                  <a:gd name="connsiteX40" fmla="*/ 391961 w 958970"/>
                  <a:gd name="connsiteY40" fmla="*/ 26720 h 81352"/>
                  <a:gd name="connsiteX41" fmla="*/ 456457 w 958970"/>
                  <a:gd name="connsiteY41" fmla="*/ 27790 h 81352"/>
                  <a:gd name="connsiteX42" fmla="*/ 687820 w 958970"/>
                  <a:gd name="connsiteY42" fmla="*/ 52039 h 81352"/>
                  <a:gd name="connsiteX43" fmla="*/ 913859 w 958970"/>
                  <a:gd name="connsiteY43" fmla="*/ 76812 h 81352"/>
                  <a:gd name="connsiteX44" fmla="*/ 940032 w 958970"/>
                  <a:gd name="connsiteY44" fmla="*/ 79584 h 81352"/>
                  <a:gd name="connsiteX45" fmla="*/ 958970 w 958970"/>
                  <a:gd name="connsiteY45" fmla="*/ 81352 h 81352"/>
                  <a:gd name="connsiteX46" fmla="*/ 958970 w 958970"/>
                  <a:gd name="connsiteY46" fmla="*/ 78471 h 81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958970" h="81352">
                    <a:moveTo>
                      <a:pt x="958929" y="78427"/>
                    </a:moveTo>
                    <a:lnTo>
                      <a:pt x="940885" y="76790"/>
                    </a:lnTo>
                    <a:lnTo>
                      <a:pt x="640840" y="44182"/>
                    </a:lnTo>
                    <a:lnTo>
                      <a:pt x="524772" y="32242"/>
                    </a:lnTo>
                    <a:lnTo>
                      <a:pt x="456903" y="24996"/>
                    </a:lnTo>
                    <a:lnTo>
                      <a:pt x="392408" y="23927"/>
                    </a:lnTo>
                    <a:lnTo>
                      <a:pt x="370706" y="21853"/>
                    </a:lnTo>
                    <a:lnTo>
                      <a:pt x="370016" y="21853"/>
                    </a:lnTo>
                    <a:lnTo>
                      <a:pt x="348882" y="22923"/>
                    </a:lnTo>
                    <a:lnTo>
                      <a:pt x="327749" y="22770"/>
                    </a:lnTo>
                    <a:lnTo>
                      <a:pt x="306617" y="20587"/>
                    </a:lnTo>
                    <a:lnTo>
                      <a:pt x="303853" y="19627"/>
                    </a:lnTo>
                    <a:cubicBezTo>
                      <a:pt x="303447" y="19474"/>
                      <a:pt x="302960" y="19408"/>
                      <a:pt x="302553" y="19408"/>
                    </a:cubicBezTo>
                    <a:lnTo>
                      <a:pt x="241715" y="18230"/>
                    </a:lnTo>
                    <a:cubicBezTo>
                      <a:pt x="241308" y="18164"/>
                      <a:pt x="240821" y="18230"/>
                      <a:pt x="240414" y="18383"/>
                    </a:cubicBezTo>
                    <a:lnTo>
                      <a:pt x="238138" y="19037"/>
                    </a:lnTo>
                    <a:lnTo>
                      <a:pt x="176813" y="17597"/>
                    </a:lnTo>
                    <a:lnTo>
                      <a:pt x="173236" y="17444"/>
                    </a:lnTo>
                    <a:lnTo>
                      <a:pt x="158971" y="14999"/>
                    </a:lnTo>
                    <a:lnTo>
                      <a:pt x="141903" y="9456"/>
                    </a:lnTo>
                    <a:cubicBezTo>
                      <a:pt x="141618" y="9390"/>
                      <a:pt x="141293" y="9346"/>
                      <a:pt x="141009" y="9303"/>
                    </a:cubicBezTo>
                    <a:lnTo>
                      <a:pt x="81594" y="4501"/>
                    </a:lnTo>
                    <a:lnTo>
                      <a:pt x="22055" y="1794"/>
                    </a:lnTo>
                    <a:lnTo>
                      <a:pt x="2995" y="26"/>
                    </a:lnTo>
                    <a:cubicBezTo>
                      <a:pt x="1613" y="-126"/>
                      <a:pt x="314" y="398"/>
                      <a:pt x="29" y="1205"/>
                    </a:cubicBezTo>
                    <a:cubicBezTo>
                      <a:pt x="-175" y="1947"/>
                      <a:pt x="719" y="2689"/>
                      <a:pt x="2101" y="2798"/>
                    </a:cubicBezTo>
                    <a:lnTo>
                      <a:pt x="21446" y="4610"/>
                    </a:lnTo>
                    <a:lnTo>
                      <a:pt x="80983" y="7273"/>
                    </a:lnTo>
                    <a:lnTo>
                      <a:pt x="139830" y="12075"/>
                    </a:lnTo>
                    <a:lnTo>
                      <a:pt x="156980" y="17553"/>
                    </a:lnTo>
                    <a:lnTo>
                      <a:pt x="172261" y="20216"/>
                    </a:lnTo>
                    <a:lnTo>
                      <a:pt x="238545" y="21875"/>
                    </a:lnTo>
                    <a:cubicBezTo>
                      <a:pt x="238952" y="21875"/>
                      <a:pt x="239439" y="21875"/>
                      <a:pt x="239845" y="21722"/>
                    </a:cubicBezTo>
                    <a:lnTo>
                      <a:pt x="242243" y="21089"/>
                    </a:lnTo>
                    <a:lnTo>
                      <a:pt x="301659" y="22202"/>
                    </a:lnTo>
                    <a:lnTo>
                      <a:pt x="304341" y="23163"/>
                    </a:lnTo>
                    <a:cubicBezTo>
                      <a:pt x="304666" y="23206"/>
                      <a:pt x="304951" y="23315"/>
                      <a:pt x="305235" y="23315"/>
                    </a:cubicBezTo>
                    <a:lnTo>
                      <a:pt x="327262" y="25607"/>
                    </a:lnTo>
                    <a:lnTo>
                      <a:pt x="349004" y="25760"/>
                    </a:lnTo>
                    <a:lnTo>
                      <a:pt x="370138" y="24690"/>
                    </a:lnTo>
                    <a:lnTo>
                      <a:pt x="391961" y="26720"/>
                    </a:lnTo>
                    <a:lnTo>
                      <a:pt x="456457" y="27790"/>
                    </a:lnTo>
                    <a:lnTo>
                      <a:pt x="687820" y="52039"/>
                    </a:lnTo>
                    <a:lnTo>
                      <a:pt x="913859" y="76812"/>
                    </a:lnTo>
                    <a:lnTo>
                      <a:pt x="940032" y="79584"/>
                    </a:lnTo>
                    <a:lnTo>
                      <a:pt x="958970" y="81352"/>
                    </a:lnTo>
                    <a:lnTo>
                      <a:pt x="958970" y="784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2" name="Freeform: Shape 501">
                <a:extLst>
                  <a:ext uri="{FF2B5EF4-FFF2-40B4-BE49-F238E27FC236}">
                    <a16:creationId xmlns:a16="http://schemas.microsoft.com/office/drawing/2014/main" id="{02B94E3C-0E6B-4501-8647-BA5C4BFB9AF9}"/>
                  </a:ext>
                </a:extLst>
              </p:cNvPr>
              <p:cNvSpPr/>
              <p:nvPr/>
            </p:nvSpPr>
            <p:spPr>
              <a:xfrm>
                <a:off x="11593996" y="5699341"/>
                <a:ext cx="306818" cy="4816"/>
              </a:xfrm>
              <a:custGeom>
                <a:avLst/>
                <a:gdLst>
                  <a:gd name="connsiteX0" fmla="*/ 304298 w 306818"/>
                  <a:gd name="connsiteY0" fmla="*/ 4794 h 4816"/>
                  <a:gd name="connsiteX1" fmla="*/ 304298 w 306818"/>
                  <a:gd name="connsiteY1" fmla="*/ 4794 h 4816"/>
                  <a:gd name="connsiteX2" fmla="*/ 21525 w 306818"/>
                  <a:gd name="connsiteY2" fmla="*/ 4576 h 4816"/>
                  <a:gd name="connsiteX3" fmla="*/ 2180 w 306818"/>
                  <a:gd name="connsiteY3" fmla="*/ 2765 h 4816"/>
                  <a:gd name="connsiteX4" fmla="*/ 27 w 306818"/>
                  <a:gd name="connsiteY4" fmla="*/ 1171 h 4816"/>
                  <a:gd name="connsiteX5" fmla="*/ 2993 w 306818"/>
                  <a:gd name="connsiteY5" fmla="*/ 14 h 4816"/>
                  <a:gd name="connsiteX6" fmla="*/ 22053 w 306818"/>
                  <a:gd name="connsiteY6" fmla="*/ 1782 h 4816"/>
                  <a:gd name="connsiteX7" fmla="*/ 304339 w 306818"/>
                  <a:gd name="connsiteY7" fmla="*/ 2001 h 4816"/>
                  <a:gd name="connsiteX8" fmla="*/ 306818 w 306818"/>
                  <a:gd name="connsiteY8" fmla="*/ 3441 h 4816"/>
                  <a:gd name="connsiteX9" fmla="*/ 304339 w 306818"/>
                  <a:gd name="connsiteY9" fmla="*/ 4816 h 4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18" h="4816">
                    <a:moveTo>
                      <a:pt x="304298" y="4794"/>
                    </a:moveTo>
                    <a:lnTo>
                      <a:pt x="304298" y="4794"/>
                    </a:lnTo>
                    <a:lnTo>
                      <a:pt x="21525" y="4576"/>
                    </a:lnTo>
                    <a:lnTo>
                      <a:pt x="2180" y="2765"/>
                    </a:lnTo>
                    <a:cubicBezTo>
                      <a:pt x="799" y="2655"/>
                      <a:pt x="-177" y="1913"/>
                      <a:pt x="27" y="1171"/>
                    </a:cubicBezTo>
                    <a:cubicBezTo>
                      <a:pt x="311" y="429"/>
                      <a:pt x="1611" y="-95"/>
                      <a:pt x="2993" y="14"/>
                    </a:cubicBezTo>
                    <a:lnTo>
                      <a:pt x="22053" y="1782"/>
                    </a:lnTo>
                    <a:lnTo>
                      <a:pt x="304339" y="2001"/>
                    </a:lnTo>
                    <a:cubicBezTo>
                      <a:pt x="305721" y="2001"/>
                      <a:pt x="306818" y="2634"/>
                      <a:pt x="306818" y="3441"/>
                    </a:cubicBezTo>
                    <a:cubicBezTo>
                      <a:pt x="306818" y="4183"/>
                      <a:pt x="305721" y="4816"/>
                      <a:pt x="304339" y="4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3" name="Freeform: Shape 502">
                <a:extLst>
                  <a:ext uri="{FF2B5EF4-FFF2-40B4-BE49-F238E27FC236}">
                    <a16:creationId xmlns:a16="http://schemas.microsoft.com/office/drawing/2014/main" id="{2F2FB0B3-F060-4CF1-8B9D-91E1142F30FC}"/>
                  </a:ext>
                </a:extLst>
              </p:cNvPr>
              <p:cNvSpPr/>
              <p:nvPr/>
            </p:nvSpPr>
            <p:spPr>
              <a:xfrm>
                <a:off x="11217891" y="5729081"/>
                <a:ext cx="324320" cy="5328"/>
              </a:xfrm>
              <a:custGeom>
                <a:avLst/>
                <a:gdLst>
                  <a:gd name="connsiteX0" fmla="*/ 321837 w 324320"/>
                  <a:gd name="connsiteY0" fmla="*/ 5328 h 5328"/>
                  <a:gd name="connsiteX1" fmla="*/ 321837 w 324320"/>
                  <a:gd name="connsiteY1" fmla="*/ 5328 h 5328"/>
                  <a:gd name="connsiteX2" fmla="*/ 21182 w 324320"/>
                  <a:gd name="connsiteY2" fmla="*/ 4630 h 5328"/>
                  <a:gd name="connsiteX3" fmla="*/ 2122 w 324320"/>
                  <a:gd name="connsiteY3" fmla="*/ 2818 h 5328"/>
                  <a:gd name="connsiteX4" fmla="*/ 50 w 324320"/>
                  <a:gd name="connsiteY4" fmla="*/ 1159 h 5328"/>
                  <a:gd name="connsiteX5" fmla="*/ 2935 w 324320"/>
                  <a:gd name="connsiteY5" fmla="*/ 46 h 5328"/>
                  <a:gd name="connsiteX6" fmla="*/ 21710 w 324320"/>
                  <a:gd name="connsiteY6" fmla="*/ 1814 h 5328"/>
                  <a:gd name="connsiteX7" fmla="*/ 321837 w 324320"/>
                  <a:gd name="connsiteY7" fmla="*/ 2556 h 5328"/>
                  <a:gd name="connsiteX8" fmla="*/ 324316 w 324320"/>
                  <a:gd name="connsiteY8" fmla="*/ 3931 h 5328"/>
                  <a:gd name="connsiteX9" fmla="*/ 321837 w 324320"/>
                  <a:gd name="connsiteY9" fmla="*/ 5306 h 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4320" h="5328">
                    <a:moveTo>
                      <a:pt x="321837" y="5328"/>
                    </a:moveTo>
                    <a:lnTo>
                      <a:pt x="321837" y="5328"/>
                    </a:lnTo>
                    <a:lnTo>
                      <a:pt x="21182" y="4630"/>
                    </a:lnTo>
                    <a:lnTo>
                      <a:pt x="2122" y="2818"/>
                    </a:lnTo>
                    <a:cubicBezTo>
                      <a:pt x="740" y="2665"/>
                      <a:pt x="-235" y="1901"/>
                      <a:pt x="50" y="1159"/>
                    </a:cubicBezTo>
                    <a:cubicBezTo>
                      <a:pt x="253" y="417"/>
                      <a:pt x="1512" y="-172"/>
                      <a:pt x="2935" y="46"/>
                    </a:cubicBezTo>
                    <a:lnTo>
                      <a:pt x="21710" y="1814"/>
                    </a:lnTo>
                    <a:lnTo>
                      <a:pt x="321837" y="2556"/>
                    </a:lnTo>
                    <a:cubicBezTo>
                      <a:pt x="323219" y="2556"/>
                      <a:pt x="324397" y="3189"/>
                      <a:pt x="324316" y="3931"/>
                    </a:cubicBezTo>
                    <a:cubicBezTo>
                      <a:pt x="324316" y="4739"/>
                      <a:pt x="323219" y="5306"/>
                      <a:pt x="321837" y="53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4" name="Freeform: Shape 503">
                <a:extLst>
                  <a:ext uri="{FF2B5EF4-FFF2-40B4-BE49-F238E27FC236}">
                    <a16:creationId xmlns:a16="http://schemas.microsoft.com/office/drawing/2014/main" id="{69AD4280-BE29-4F62-B46F-7D83909FD4F3}"/>
                  </a:ext>
                </a:extLst>
              </p:cNvPr>
              <p:cNvSpPr/>
              <p:nvPr/>
            </p:nvSpPr>
            <p:spPr>
              <a:xfrm>
                <a:off x="-81" y="5913343"/>
                <a:ext cx="1543425" cy="107823"/>
              </a:xfrm>
              <a:custGeom>
                <a:avLst/>
                <a:gdLst>
                  <a:gd name="connsiteX0" fmla="*/ 1541435 w 1543425"/>
                  <a:gd name="connsiteY0" fmla="*/ 9538 h 107823"/>
                  <a:gd name="connsiteX1" fmla="*/ 1476248 w 1543425"/>
                  <a:gd name="connsiteY1" fmla="*/ 2183 h 107823"/>
                  <a:gd name="connsiteX2" fmla="*/ 1449913 w 1543425"/>
                  <a:gd name="connsiteY2" fmla="*/ 0 h 107823"/>
                  <a:gd name="connsiteX3" fmla="*/ 1448857 w 1543425"/>
                  <a:gd name="connsiteY3" fmla="*/ 65 h 107823"/>
                  <a:gd name="connsiteX4" fmla="*/ 1406550 w 1543425"/>
                  <a:gd name="connsiteY4" fmla="*/ 6242 h 107823"/>
                  <a:gd name="connsiteX5" fmla="*/ 1405047 w 1543425"/>
                  <a:gd name="connsiteY5" fmla="*/ 6875 h 107823"/>
                  <a:gd name="connsiteX6" fmla="*/ 1366154 w 1543425"/>
                  <a:gd name="connsiteY6" fmla="*/ 42693 h 107823"/>
                  <a:gd name="connsiteX7" fmla="*/ 1244681 w 1543425"/>
                  <a:gd name="connsiteY7" fmla="*/ 63581 h 107823"/>
                  <a:gd name="connsiteX8" fmla="*/ 1122436 w 1543425"/>
                  <a:gd name="connsiteY8" fmla="*/ 81260 h 107823"/>
                  <a:gd name="connsiteX9" fmla="*/ 1000435 w 1543425"/>
                  <a:gd name="connsiteY9" fmla="*/ 92719 h 107823"/>
                  <a:gd name="connsiteX10" fmla="*/ 878434 w 1543425"/>
                  <a:gd name="connsiteY10" fmla="*/ 97259 h 107823"/>
                  <a:gd name="connsiteX11" fmla="*/ 756554 w 1543425"/>
                  <a:gd name="connsiteY11" fmla="*/ 100708 h 107823"/>
                  <a:gd name="connsiteX12" fmla="*/ 512999 w 1543425"/>
                  <a:gd name="connsiteY12" fmla="*/ 104986 h 107823"/>
                  <a:gd name="connsiteX13" fmla="*/ 391404 w 1543425"/>
                  <a:gd name="connsiteY13" fmla="*/ 102585 h 107823"/>
                  <a:gd name="connsiteX14" fmla="*/ 269890 w 1543425"/>
                  <a:gd name="connsiteY14" fmla="*/ 99551 h 107823"/>
                  <a:gd name="connsiteX15" fmla="*/ 148539 w 1543425"/>
                  <a:gd name="connsiteY15" fmla="*/ 94924 h 107823"/>
                  <a:gd name="connsiteX16" fmla="*/ 27188 w 1543425"/>
                  <a:gd name="connsiteY16" fmla="*/ 88638 h 107823"/>
                  <a:gd name="connsiteX17" fmla="*/ 0 w 1543425"/>
                  <a:gd name="connsiteY17" fmla="*/ 87153 h 107823"/>
                  <a:gd name="connsiteX18" fmla="*/ 0 w 1543425"/>
                  <a:gd name="connsiteY18" fmla="*/ 89969 h 107823"/>
                  <a:gd name="connsiteX19" fmla="*/ 26700 w 1543425"/>
                  <a:gd name="connsiteY19" fmla="*/ 91453 h 107823"/>
                  <a:gd name="connsiteX20" fmla="*/ 148092 w 1543425"/>
                  <a:gd name="connsiteY20" fmla="*/ 97696 h 107823"/>
                  <a:gd name="connsiteX21" fmla="*/ 269646 w 1543425"/>
                  <a:gd name="connsiteY21" fmla="*/ 102323 h 107823"/>
                  <a:gd name="connsiteX22" fmla="*/ 391201 w 1543425"/>
                  <a:gd name="connsiteY22" fmla="*/ 105422 h 107823"/>
                  <a:gd name="connsiteX23" fmla="*/ 512999 w 1543425"/>
                  <a:gd name="connsiteY23" fmla="*/ 107823 h 107823"/>
                  <a:gd name="connsiteX24" fmla="*/ 756757 w 1543425"/>
                  <a:gd name="connsiteY24" fmla="*/ 103567 h 107823"/>
                  <a:gd name="connsiteX25" fmla="*/ 878759 w 1543425"/>
                  <a:gd name="connsiteY25" fmla="*/ 100053 h 107823"/>
                  <a:gd name="connsiteX26" fmla="*/ 1001045 w 1543425"/>
                  <a:gd name="connsiteY26" fmla="*/ 95513 h 107823"/>
                  <a:gd name="connsiteX27" fmla="*/ 1123452 w 1543425"/>
                  <a:gd name="connsiteY27" fmla="*/ 84054 h 107823"/>
                  <a:gd name="connsiteX28" fmla="*/ 1246022 w 1543425"/>
                  <a:gd name="connsiteY28" fmla="*/ 66309 h 107823"/>
                  <a:gd name="connsiteX29" fmla="*/ 1368552 w 1543425"/>
                  <a:gd name="connsiteY29" fmla="*/ 45246 h 107823"/>
                  <a:gd name="connsiteX30" fmla="*/ 1370015 w 1543425"/>
                  <a:gd name="connsiteY30" fmla="*/ 44613 h 107823"/>
                  <a:gd name="connsiteX31" fmla="*/ 1408867 w 1543425"/>
                  <a:gd name="connsiteY31" fmla="*/ 8862 h 107823"/>
                  <a:gd name="connsiteX32" fmla="*/ 1449629 w 1543425"/>
                  <a:gd name="connsiteY32" fmla="*/ 2837 h 107823"/>
                  <a:gd name="connsiteX33" fmla="*/ 1475395 w 1543425"/>
                  <a:gd name="connsiteY33" fmla="*/ 4976 h 107823"/>
                  <a:gd name="connsiteX34" fmla="*/ 1540378 w 1543425"/>
                  <a:gd name="connsiteY34" fmla="*/ 12332 h 107823"/>
                  <a:gd name="connsiteX35" fmla="*/ 1543385 w 1543425"/>
                  <a:gd name="connsiteY35" fmla="*/ 11263 h 107823"/>
                  <a:gd name="connsiteX36" fmla="*/ 1541394 w 1543425"/>
                  <a:gd name="connsiteY36" fmla="*/ 9560 h 107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43425" h="107823">
                    <a:moveTo>
                      <a:pt x="1541435" y="9538"/>
                    </a:moveTo>
                    <a:lnTo>
                      <a:pt x="1476248" y="2183"/>
                    </a:lnTo>
                    <a:lnTo>
                      <a:pt x="1449913" y="0"/>
                    </a:lnTo>
                    <a:cubicBezTo>
                      <a:pt x="1449548" y="0"/>
                      <a:pt x="1449222" y="0"/>
                      <a:pt x="1448857" y="65"/>
                    </a:cubicBezTo>
                    <a:lnTo>
                      <a:pt x="1406550" y="6242"/>
                    </a:lnTo>
                    <a:cubicBezTo>
                      <a:pt x="1405900" y="6352"/>
                      <a:pt x="1405331" y="6570"/>
                      <a:pt x="1405047" y="6875"/>
                    </a:cubicBezTo>
                    <a:lnTo>
                      <a:pt x="1366154" y="42693"/>
                    </a:lnTo>
                    <a:lnTo>
                      <a:pt x="1244681" y="63581"/>
                    </a:lnTo>
                    <a:lnTo>
                      <a:pt x="1122436" y="81260"/>
                    </a:lnTo>
                    <a:lnTo>
                      <a:pt x="1000435" y="92719"/>
                    </a:lnTo>
                    <a:lnTo>
                      <a:pt x="878434" y="97259"/>
                    </a:lnTo>
                    <a:lnTo>
                      <a:pt x="756554" y="100708"/>
                    </a:lnTo>
                    <a:lnTo>
                      <a:pt x="512999" y="104986"/>
                    </a:lnTo>
                    <a:lnTo>
                      <a:pt x="391404" y="102585"/>
                    </a:lnTo>
                    <a:lnTo>
                      <a:pt x="269890" y="99551"/>
                    </a:lnTo>
                    <a:lnTo>
                      <a:pt x="148539" y="94924"/>
                    </a:lnTo>
                    <a:lnTo>
                      <a:pt x="27188" y="88638"/>
                    </a:lnTo>
                    <a:lnTo>
                      <a:pt x="0" y="87153"/>
                    </a:lnTo>
                    <a:lnTo>
                      <a:pt x="0" y="89969"/>
                    </a:lnTo>
                    <a:lnTo>
                      <a:pt x="26700" y="91453"/>
                    </a:lnTo>
                    <a:lnTo>
                      <a:pt x="148092" y="97696"/>
                    </a:lnTo>
                    <a:lnTo>
                      <a:pt x="269646" y="102323"/>
                    </a:lnTo>
                    <a:lnTo>
                      <a:pt x="391201" y="105422"/>
                    </a:lnTo>
                    <a:lnTo>
                      <a:pt x="512999" y="107823"/>
                    </a:lnTo>
                    <a:lnTo>
                      <a:pt x="756757" y="103567"/>
                    </a:lnTo>
                    <a:lnTo>
                      <a:pt x="878759" y="100053"/>
                    </a:lnTo>
                    <a:lnTo>
                      <a:pt x="1001045" y="95513"/>
                    </a:lnTo>
                    <a:lnTo>
                      <a:pt x="1123452" y="84054"/>
                    </a:lnTo>
                    <a:lnTo>
                      <a:pt x="1246022" y="66309"/>
                    </a:lnTo>
                    <a:lnTo>
                      <a:pt x="1368552" y="45246"/>
                    </a:lnTo>
                    <a:cubicBezTo>
                      <a:pt x="1369162" y="45137"/>
                      <a:pt x="1369649" y="44919"/>
                      <a:pt x="1370015" y="44613"/>
                    </a:cubicBezTo>
                    <a:lnTo>
                      <a:pt x="1408867" y="8862"/>
                    </a:lnTo>
                    <a:lnTo>
                      <a:pt x="1449629" y="2837"/>
                    </a:lnTo>
                    <a:lnTo>
                      <a:pt x="1475395" y="4976"/>
                    </a:lnTo>
                    <a:lnTo>
                      <a:pt x="1540378" y="12332"/>
                    </a:lnTo>
                    <a:cubicBezTo>
                      <a:pt x="1541719" y="12485"/>
                      <a:pt x="1543101" y="12005"/>
                      <a:pt x="1543385" y="11263"/>
                    </a:cubicBezTo>
                    <a:cubicBezTo>
                      <a:pt x="1543629" y="10455"/>
                      <a:pt x="1542735" y="9713"/>
                      <a:pt x="1541394" y="95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5" name="Freeform: Shape 504">
                <a:extLst>
                  <a:ext uri="{FF2B5EF4-FFF2-40B4-BE49-F238E27FC236}">
                    <a16:creationId xmlns:a16="http://schemas.microsoft.com/office/drawing/2014/main" id="{2BB03987-D71C-416B-925C-1E165A43DA32}"/>
                  </a:ext>
                </a:extLst>
              </p:cNvPr>
              <p:cNvSpPr/>
              <p:nvPr/>
            </p:nvSpPr>
            <p:spPr>
              <a:xfrm>
                <a:off x="11327009" y="5764377"/>
                <a:ext cx="864990" cy="15518"/>
              </a:xfrm>
              <a:custGeom>
                <a:avLst/>
                <a:gdLst>
                  <a:gd name="connsiteX0" fmla="*/ 864991 w 864990"/>
                  <a:gd name="connsiteY0" fmla="*/ 12769 h 15518"/>
                  <a:gd name="connsiteX1" fmla="*/ 783020 w 864990"/>
                  <a:gd name="connsiteY1" fmla="*/ 11546 h 15518"/>
                  <a:gd name="connsiteX2" fmla="*/ 743111 w 864990"/>
                  <a:gd name="connsiteY2" fmla="*/ 11917 h 15518"/>
                  <a:gd name="connsiteX3" fmla="*/ 675039 w 864990"/>
                  <a:gd name="connsiteY3" fmla="*/ 11699 h 15518"/>
                  <a:gd name="connsiteX4" fmla="*/ 476188 w 864990"/>
                  <a:gd name="connsiteY4" fmla="*/ 8338 h 15518"/>
                  <a:gd name="connsiteX5" fmla="*/ 211377 w 864990"/>
                  <a:gd name="connsiteY5" fmla="*/ 3165 h 15518"/>
                  <a:gd name="connsiteX6" fmla="*/ 13014 w 864990"/>
                  <a:gd name="connsiteY6" fmla="*/ 218 h 15518"/>
                  <a:gd name="connsiteX7" fmla="*/ 2691 w 864990"/>
                  <a:gd name="connsiteY7" fmla="*/ 0 h 15518"/>
                  <a:gd name="connsiteX8" fmla="*/ 8 w 864990"/>
                  <a:gd name="connsiteY8" fmla="*/ 1331 h 15518"/>
                  <a:gd name="connsiteX9" fmla="*/ 2488 w 864990"/>
                  <a:gd name="connsiteY9" fmla="*/ 2816 h 15518"/>
                  <a:gd name="connsiteX10" fmla="*/ 145053 w 864990"/>
                  <a:gd name="connsiteY10" fmla="*/ 4845 h 15518"/>
                  <a:gd name="connsiteX11" fmla="*/ 211214 w 864990"/>
                  <a:gd name="connsiteY11" fmla="*/ 5915 h 15518"/>
                  <a:gd name="connsiteX12" fmla="*/ 343579 w 864990"/>
                  <a:gd name="connsiteY12" fmla="*/ 8621 h 15518"/>
                  <a:gd name="connsiteX13" fmla="*/ 674877 w 864990"/>
                  <a:gd name="connsiteY13" fmla="*/ 14493 h 15518"/>
                  <a:gd name="connsiteX14" fmla="*/ 743030 w 864990"/>
                  <a:gd name="connsiteY14" fmla="*/ 14711 h 15518"/>
                  <a:gd name="connsiteX15" fmla="*/ 782939 w 864990"/>
                  <a:gd name="connsiteY15" fmla="*/ 14340 h 15518"/>
                  <a:gd name="connsiteX16" fmla="*/ 864909 w 864990"/>
                  <a:gd name="connsiteY16" fmla="*/ 15519 h 15518"/>
                  <a:gd name="connsiteX17" fmla="*/ 864909 w 864990"/>
                  <a:gd name="connsiteY17" fmla="*/ 12747 h 15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64990" h="15518">
                    <a:moveTo>
                      <a:pt x="864991" y="12769"/>
                    </a:moveTo>
                    <a:lnTo>
                      <a:pt x="783020" y="11546"/>
                    </a:lnTo>
                    <a:lnTo>
                      <a:pt x="743111" y="11917"/>
                    </a:lnTo>
                    <a:lnTo>
                      <a:pt x="675039" y="11699"/>
                    </a:lnTo>
                    <a:lnTo>
                      <a:pt x="476188" y="8338"/>
                    </a:lnTo>
                    <a:lnTo>
                      <a:pt x="211377" y="3165"/>
                    </a:lnTo>
                    <a:lnTo>
                      <a:pt x="13014" y="218"/>
                    </a:lnTo>
                    <a:lnTo>
                      <a:pt x="2691" y="0"/>
                    </a:lnTo>
                    <a:cubicBezTo>
                      <a:pt x="1106" y="0"/>
                      <a:pt x="90" y="589"/>
                      <a:pt x="8" y="1331"/>
                    </a:cubicBezTo>
                    <a:cubicBezTo>
                      <a:pt x="-114" y="2139"/>
                      <a:pt x="1106" y="2772"/>
                      <a:pt x="2488" y="2816"/>
                    </a:cubicBezTo>
                    <a:lnTo>
                      <a:pt x="145053" y="4845"/>
                    </a:lnTo>
                    <a:lnTo>
                      <a:pt x="211214" y="5915"/>
                    </a:lnTo>
                    <a:lnTo>
                      <a:pt x="343579" y="8621"/>
                    </a:lnTo>
                    <a:lnTo>
                      <a:pt x="674877" y="14493"/>
                    </a:lnTo>
                    <a:lnTo>
                      <a:pt x="743030" y="14711"/>
                    </a:lnTo>
                    <a:lnTo>
                      <a:pt x="782939" y="14340"/>
                    </a:lnTo>
                    <a:lnTo>
                      <a:pt x="864909" y="15519"/>
                    </a:lnTo>
                    <a:lnTo>
                      <a:pt x="864909" y="127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6" name="Freeform: Shape 505">
                <a:extLst>
                  <a:ext uri="{FF2B5EF4-FFF2-40B4-BE49-F238E27FC236}">
                    <a16:creationId xmlns:a16="http://schemas.microsoft.com/office/drawing/2014/main" id="{417C71C1-FB2E-449C-975C-FE81F25C61F1}"/>
                  </a:ext>
                </a:extLst>
              </p:cNvPr>
              <p:cNvSpPr/>
              <p:nvPr/>
            </p:nvSpPr>
            <p:spPr>
              <a:xfrm>
                <a:off x="11421355" y="5798114"/>
                <a:ext cx="770644" cy="22051"/>
              </a:xfrm>
              <a:custGeom>
                <a:avLst/>
                <a:gdLst>
                  <a:gd name="connsiteX0" fmla="*/ 770645 w 770644"/>
                  <a:gd name="connsiteY0" fmla="*/ 19258 h 22051"/>
                  <a:gd name="connsiteX1" fmla="*/ 734028 w 770644"/>
                  <a:gd name="connsiteY1" fmla="*/ 18843 h 22051"/>
                  <a:gd name="connsiteX2" fmla="*/ 591381 w 770644"/>
                  <a:gd name="connsiteY2" fmla="*/ 16813 h 22051"/>
                  <a:gd name="connsiteX3" fmla="*/ 520140 w 770644"/>
                  <a:gd name="connsiteY3" fmla="*/ 16027 h 22051"/>
                  <a:gd name="connsiteX4" fmla="*/ 448695 w 770644"/>
                  <a:gd name="connsiteY4" fmla="*/ 15001 h 22051"/>
                  <a:gd name="connsiteX5" fmla="*/ 301862 w 770644"/>
                  <a:gd name="connsiteY5" fmla="*/ 12120 h 22051"/>
                  <a:gd name="connsiteX6" fmla="*/ 295319 w 770644"/>
                  <a:gd name="connsiteY6" fmla="*/ 11858 h 22051"/>
                  <a:gd name="connsiteX7" fmla="*/ 294629 w 770644"/>
                  <a:gd name="connsiteY7" fmla="*/ 11815 h 22051"/>
                  <a:gd name="connsiteX8" fmla="*/ 235091 w 770644"/>
                  <a:gd name="connsiteY8" fmla="*/ 10418 h 22051"/>
                  <a:gd name="connsiteX9" fmla="*/ 163849 w 770644"/>
                  <a:gd name="connsiteY9" fmla="*/ 8191 h 22051"/>
                  <a:gd name="connsiteX10" fmla="*/ 92607 w 770644"/>
                  <a:gd name="connsiteY10" fmla="*/ 5529 h 22051"/>
                  <a:gd name="connsiteX11" fmla="*/ 21649 w 770644"/>
                  <a:gd name="connsiteY11" fmla="*/ 2167 h 22051"/>
                  <a:gd name="connsiteX12" fmla="*/ 3117 w 770644"/>
                  <a:gd name="connsiteY12" fmla="*/ 28 h 22051"/>
                  <a:gd name="connsiteX13" fmla="*/ 29 w 770644"/>
                  <a:gd name="connsiteY13" fmla="*/ 1098 h 22051"/>
                  <a:gd name="connsiteX14" fmla="*/ 2021 w 770644"/>
                  <a:gd name="connsiteY14" fmla="*/ 2800 h 22051"/>
                  <a:gd name="connsiteX15" fmla="*/ 20959 w 770644"/>
                  <a:gd name="connsiteY15" fmla="*/ 4939 h 22051"/>
                  <a:gd name="connsiteX16" fmla="*/ 92201 w 770644"/>
                  <a:gd name="connsiteY16" fmla="*/ 8344 h 22051"/>
                  <a:gd name="connsiteX17" fmla="*/ 163524 w 770644"/>
                  <a:gd name="connsiteY17" fmla="*/ 11007 h 22051"/>
                  <a:gd name="connsiteX18" fmla="*/ 234765 w 770644"/>
                  <a:gd name="connsiteY18" fmla="*/ 13255 h 22051"/>
                  <a:gd name="connsiteX19" fmla="*/ 294669 w 770644"/>
                  <a:gd name="connsiteY19" fmla="*/ 14630 h 22051"/>
                  <a:gd name="connsiteX20" fmla="*/ 448573 w 770644"/>
                  <a:gd name="connsiteY20" fmla="*/ 17839 h 22051"/>
                  <a:gd name="connsiteX21" fmla="*/ 519896 w 770644"/>
                  <a:gd name="connsiteY21" fmla="*/ 18843 h 22051"/>
                  <a:gd name="connsiteX22" fmla="*/ 591260 w 770644"/>
                  <a:gd name="connsiteY22" fmla="*/ 19650 h 22051"/>
                  <a:gd name="connsiteX23" fmla="*/ 662501 w 770644"/>
                  <a:gd name="connsiteY23" fmla="*/ 20720 h 22051"/>
                  <a:gd name="connsiteX24" fmla="*/ 770645 w 770644"/>
                  <a:gd name="connsiteY24" fmla="*/ 22051 h 22051"/>
                  <a:gd name="connsiteX25" fmla="*/ 770645 w 770644"/>
                  <a:gd name="connsiteY25" fmla="*/ 19279 h 2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70644" h="22051">
                    <a:moveTo>
                      <a:pt x="770645" y="19258"/>
                    </a:moveTo>
                    <a:lnTo>
                      <a:pt x="734028" y="18843"/>
                    </a:lnTo>
                    <a:lnTo>
                      <a:pt x="591381" y="16813"/>
                    </a:lnTo>
                    <a:lnTo>
                      <a:pt x="520140" y="16027"/>
                    </a:lnTo>
                    <a:lnTo>
                      <a:pt x="448695" y="15001"/>
                    </a:lnTo>
                    <a:lnTo>
                      <a:pt x="301862" y="12120"/>
                    </a:lnTo>
                    <a:lnTo>
                      <a:pt x="295319" y="11858"/>
                    </a:lnTo>
                    <a:cubicBezTo>
                      <a:pt x="295319" y="11858"/>
                      <a:pt x="294709" y="11815"/>
                      <a:pt x="294629" y="11815"/>
                    </a:cubicBezTo>
                    <a:lnTo>
                      <a:pt x="235091" y="10418"/>
                    </a:lnTo>
                    <a:lnTo>
                      <a:pt x="163849" y="8191"/>
                    </a:lnTo>
                    <a:lnTo>
                      <a:pt x="92607" y="5529"/>
                    </a:lnTo>
                    <a:lnTo>
                      <a:pt x="21649" y="2167"/>
                    </a:lnTo>
                    <a:lnTo>
                      <a:pt x="3117" y="28"/>
                    </a:lnTo>
                    <a:cubicBezTo>
                      <a:pt x="1614" y="-124"/>
                      <a:pt x="354" y="356"/>
                      <a:pt x="29" y="1098"/>
                    </a:cubicBezTo>
                    <a:cubicBezTo>
                      <a:pt x="-174" y="1905"/>
                      <a:pt x="720" y="2648"/>
                      <a:pt x="2021" y="2800"/>
                    </a:cubicBezTo>
                    <a:lnTo>
                      <a:pt x="20959" y="4939"/>
                    </a:lnTo>
                    <a:lnTo>
                      <a:pt x="92201" y="8344"/>
                    </a:lnTo>
                    <a:lnTo>
                      <a:pt x="163524" y="11007"/>
                    </a:lnTo>
                    <a:lnTo>
                      <a:pt x="234765" y="13255"/>
                    </a:lnTo>
                    <a:lnTo>
                      <a:pt x="294669" y="14630"/>
                    </a:lnTo>
                    <a:lnTo>
                      <a:pt x="448573" y="17839"/>
                    </a:lnTo>
                    <a:lnTo>
                      <a:pt x="519896" y="18843"/>
                    </a:lnTo>
                    <a:lnTo>
                      <a:pt x="591260" y="19650"/>
                    </a:lnTo>
                    <a:lnTo>
                      <a:pt x="662501" y="20720"/>
                    </a:lnTo>
                    <a:lnTo>
                      <a:pt x="770645" y="22051"/>
                    </a:lnTo>
                    <a:lnTo>
                      <a:pt x="770645" y="1927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7" name="Freeform: Shape 506">
                <a:extLst>
                  <a:ext uri="{FF2B5EF4-FFF2-40B4-BE49-F238E27FC236}">
                    <a16:creationId xmlns:a16="http://schemas.microsoft.com/office/drawing/2014/main" id="{4E2F78A1-DC43-4A76-B067-0024F0FE0025}"/>
                  </a:ext>
                </a:extLst>
              </p:cNvPr>
              <p:cNvSpPr/>
              <p:nvPr/>
            </p:nvSpPr>
            <p:spPr>
              <a:xfrm>
                <a:off x="8469180" y="6217305"/>
                <a:ext cx="3722819" cy="15490"/>
              </a:xfrm>
              <a:custGeom>
                <a:avLst/>
                <a:gdLst>
                  <a:gd name="connsiteX0" fmla="*/ 3722819 w 3722819"/>
                  <a:gd name="connsiteY0" fmla="*/ 12675 h 15490"/>
                  <a:gd name="connsiteX1" fmla="*/ 141012 w 3722819"/>
                  <a:gd name="connsiteY1" fmla="*/ 6127 h 15490"/>
                  <a:gd name="connsiteX2" fmla="*/ 22344 w 3722819"/>
                  <a:gd name="connsiteY2" fmla="*/ 5756 h 15490"/>
                  <a:gd name="connsiteX3" fmla="*/ 3771 w 3722819"/>
                  <a:gd name="connsiteY3" fmla="*/ 168 h 15490"/>
                  <a:gd name="connsiteX4" fmla="*/ 317 w 3722819"/>
                  <a:gd name="connsiteY4" fmla="*/ 758 h 15490"/>
                  <a:gd name="connsiteX5" fmla="*/ 1293 w 3722819"/>
                  <a:gd name="connsiteY5" fmla="*/ 2613 h 15490"/>
                  <a:gd name="connsiteX6" fmla="*/ 20434 w 3722819"/>
                  <a:gd name="connsiteY6" fmla="*/ 8375 h 15490"/>
                  <a:gd name="connsiteX7" fmla="*/ 21613 w 3722819"/>
                  <a:gd name="connsiteY7" fmla="*/ 8528 h 15490"/>
                  <a:gd name="connsiteX8" fmla="*/ 140891 w 3722819"/>
                  <a:gd name="connsiteY8" fmla="*/ 8943 h 15490"/>
                  <a:gd name="connsiteX9" fmla="*/ 3722779 w 3722819"/>
                  <a:gd name="connsiteY9" fmla="*/ 15491 h 15490"/>
                  <a:gd name="connsiteX10" fmla="*/ 3722779 w 3722819"/>
                  <a:gd name="connsiteY10" fmla="*/ 12675 h 1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2819" h="15490">
                    <a:moveTo>
                      <a:pt x="3722819" y="12675"/>
                    </a:moveTo>
                    <a:lnTo>
                      <a:pt x="141012" y="6127"/>
                    </a:lnTo>
                    <a:lnTo>
                      <a:pt x="22344" y="5756"/>
                    </a:lnTo>
                    <a:lnTo>
                      <a:pt x="3771" y="168"/>
                    </a:lnTo>
                    <a:cubicBezTo>
                      <a:pt x="2471" y="-203"/>
                      <a:pt x="1008" y="59"/>
                      <a:pt x="317" y="758"/>
                    </a:cubicBezTo>
                    <a:cubicBezTo>
                      <a:pt x="-373" y="1391"/>
                      <a:pt x="114" y="2264"/>
                      <a:pt x="1293" y="2613"/>
                    </a:cubicBezTo>
                    <a:lnTo>
                      <a:pt x="20434" y="8375"/>
                    </a:lnTo>
                    <a:cubicBezTo>
                      <a:pt x="20841" y="8484"/>
                      <a:pt x="21206" y="8528"/>
                      <a:pt x="21613" y="8528"/>
                    </a:cubicBezTo>
                    <a:lnTo>
                      <a:pt x="140891" y="8943"/>
                    </a:lnTo>
                    <a:lnTo>
                      <a:pt x="3722779" y="15491"/>
                    </a:lnTo>
                    <a:lnTo>
                      <a:pt x="3722779" y="126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8" name="Freeform: Shape 507">
                <a:extLst>
                  <a:ext uri="{FF2B5EF4-FFF2-40B4-BE49-F238E27FC236}">
                    <a16:creationId xmlns:a16="http://schemas.microsoft.com/office/drawing/2014/main" id="{4E43482F-C73C-438F-97A0-86BEDCB7A73B}"/>
                  </a:ext>
                </a:extLst>
              </p:cNvPr>
              <p:cNvSpPr/>
              <p:nvPr/>
            </p:nvSpPr>
            <p:spPr>
              <a:xfrm>
                <a:off x="11265788" y="5747743"/>
                <a:ext cx="208477" cy="12028"/>
              </a:xfrm>
              <a:custGeom>
                <a:avLst/>
                <a:gdLst>
                  <a:gd name="connsiteX0" fmla="*/ 121051 w 208477"/>
                  <a:gd name="connsiteY0" fmla="*/ 12029 h 12028"/>
                  <a:gd name="connsiteX1" fmla="*/ 55865 w 208477"/>
                  <a:gd name="connsiteY1" fmla="*/ 10632 h 12028"/>
                  <a:gd name="connsiteX2" fmla="*/ 55092 w 208477"/>
                  <a:gd name="connsiteY2" fmla="*/ 10523 h 12028"/>
                  <a:gd name="connsiteX3" fmla="*/ 36032 w 208477"/>
                  <a:gd name="connsiteY3" fmla="*/ 6900 h 12028"/>
                  <a:gd name="connsiteX4" fmla="*/ 19086 w 208477"/>
                  <a:gd name="connsiteY4" fmla="*/ 3909 h 12028"/>
                  <a:gd name="connsiteX5" fmla="*/ 2220 w 208477"/>
                  <a:gd name="connsiteY5" fmla="*/ 2796 h 12028"/>
                  <a:gd name="connsiteX6" fmla="*/ 26 w 208477"/>
                  <a:gd name="connsiteY6" fmla="*/ 1247 h 12028"/>
                  <a:gd name="connsiteX7" fmla="*/ 2911 w 208477"/>
                  <a:gd name="connsiteY7" fmla="*/ 24 h 12028"/>
                  <a:gd name="connsiteX8" fmla="*/ 20183 w 208477"/>
                  <a:gd name="connsiteY8" fmla="*/ 1181 h 12028"/>
                  <a:gd name="connsiteX9" fmla="*/ 37659 w 208477"/>
                  <a:gd name="connsiteY9" fmla="*/ 4171 h 12028"/>
                  <a:gd name="connsiteX10" fmla="*/ 56393 w 208477"/>
                  <a:gd name="connsiteY10" fmla="*/ 7794 h 12028"/>
                  <a:gd name="connsiteX11" fmla="*/ 121173 w 208477"/>
                  <a:gd name="connsiteY11" fmla="*/ 9170 h 12028"/>
                  <a:gd name="connsiteX12" fmla="*/ 186645 w 208477"/>
                  <a:gd name="connsiteY12" fmla="*/ 8253 h 12028"/>
                  <a:gd name="connsiteX13" fmla="*/ 205582 w 208477"/>
                  <a:gd name="connsiteY13" fmla="*/ 7031 h 12028"/>
                  <a:gd name="connsiteX14" fmla="*/ 208468 w 208477"/>
                  <a:gd name="connsiteY14" fmla="*/ 8253 h 12028"/>
                  <a:gd name="connsiteX15" fmla="*/ 206193 w 208477"/>
                  <a:gd name="connsiteY15" fmla="*/ 9846 h 12028"/>
                  <a:gd name="connsiteX16" fmla="*/ 186929 w 208477"/>
                  <a:gd name="connsiteY16" fmla="*/ 11068 h 12028"/>
                  <a:gd name="connsiteX17" fmla="*/ 121051 w 208477"/>
                  <a:gd name="connsiteY17" fmla="*/ 11985 h 1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8477" h="12028">
                    <a:moveTo>
                      <a:pt x="121051" y="12029"/>
                    </a:moveTo>
                    <a:lnTo>
                      <a:pt x="55865" y="10632"/>
                    </a:lnTo>
                    <a:cubicBezTo>
                      <a:pt x="55581" y="10588"/>
                      <a:pt x="55377" y="10588"/>
                      <a:pt x="55092" y="10523"/>
                    </a:cubicBezTo>
                    <a:lnTo>
                      <a:pt x="36032" y="6900"/>
                    </a:lnTo>
                    <a:lnTo>
                      <a:pt x="19086" y="3909"/>
                    </a:lnTo>
                    <a:lnTo>
                      <a:pt x="2220" y="2796"/>
                    </a:lnTo>
                    <a:cubicBezTo>
                      <a:pt x="839" y="2687"/>
                      <a:pt x="-177" y="2010"/>
                      <a:pt x="26" y="1247"/>
                    </a:cubicBezTo>
                    <a:cubicBezTo>
                      <a:pt x="228" y="461"/>
                      <a:pt x="1326" y="-129"/>
                      <a:pt x="2911" y="24"/>
                    </a:cubicBezTo>
                    <a:lnTo>
                      <a:pt x="20183" y="1181"/>
                    </a:lnTo>
                    <a:lnTo>
                      <a:pt x="37659" y="4171"/>
                    </a:lnTo>
                    <a:lnTo>
                      <a:pt x="56393" y="7794"/>
                    </a:lnTo>
                    <a:lnTo>
                      <a:pt x="121173" y="9170"/>
                    </a:lnTo>
                    <a:lnTo>
                      <a:pt x="186645" y="8253"/>
                    </a:lnTo>
                    <a:lnTo>
                      <a:pt x="205582" y="7031"/>
                    </a:lnTo>
                    <a:cubicBezTo>
                      <a:pt x="207087" y="6965"/>
                      <a:pt x="208265" y="7511"/>
                      <a:pt x="208468" y="8253"/>
                    </a:cubicBezTo>
                    <a:cubicBezTo>
                      <a:pt x="208590" y="9060"/>
                      <a:pt x="207574" y="9759"/>
                      <a:pt x="206193" y="9846"/>
                    </a:cubicBezTo>
                    <a:lnTo>
                      <a:pt x="186929" y="11068"/>
                    </a:lnTo>
                    <a:lnTo>
                      <a:pt x="121051" y="119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09" name="Freeform: Shape 508">
                <a:extLst>
                  <a:ext uri="{FF2B5EF4-FFF2-40B4-BE49-F238E27FC236}">
                    <a16:creationId xmlns:a16="http://schemas.microsoft.com/office/drawing/2014/main" id="{72D553B3-85A9-4326-80D2-D3A4816D05DE}"/>
                  </a:ext>
                </a:extLst>
              </p:cNvPr>
              <p:cNvSpPr/>
              <p:nvPr/>
            </p:nvSpPr>
            <p:spPr>
              <a:xfrm>
                <a:off x="5880287" y="5485437"/>
                <a:ext cx="85054" cy="185980"/>
              </a:xfrm>
              <a:custGeom>
                <a:avLst/>
                <a:gdLst>
                  <a:gd name="connsiteX0" fmla="*/ 2556 w 85054"/>
                  <a:gd name="connsiteY0" fmla="*/ 185981 h 185980"/>
                  <a:gd name="connsiteX1" fmla="*/ 1459 w 85054"/>
                  <a:gd name="connsiteY1" fmla="*/ 185828 h 185980"/>
                  <a:gd name="connsiteX2" fmla="*/ 239 w 85054"/>
                  <a:gd name="connsiteY2" fmla="*/ 184016 h 185980"/>
                  <a:gd name="connsiteX3" fmla="*/ 7473 w 85054"/>
                  <a:gd name="connsiteY3" fmla="*/ 175067 h 185980"/>
                  <a:gd name="connsiteX4" fmla="*/ 16658 w 85054"/>
                  <a:gd name="connsiteY4" fmla="*/ 165682 h 185980"/>
                  <a:gd name="connsiteX5" fmla="*/ 27387 w 85054"/>
                  <a:gd name="connsiteY5" fmla="*/ 155882 h 185980"/>
                  <a:gd name="connsiteX6" fmla="*/ 39132 w 85054"/>
                  <a:gd name="connsiteY6" fmla="*/ 146409 h 185980"/>
                  <a:gd name="connsiteX7" fmla="*/ 50917 w 85054"/>
                  <a:gd name="connsiteY7" fmla="*/ 132222 h 185980"/>
                  <a:gd name="connsiteX8" fmla="*/ 62175 w 85054"/>
                  <a:gd name="connsiteY8" fmla="*/ 114739 h 185980"/>
                  <a:gd name="connsiteX9" fmla="*/ 71685 w 85054"/>
                  <a:gd name="connsiteY9" fmla="*/ 94265 h 185980"/>
                  <a:gd name="connsiteX10" fmla="*/ 78146 w 85054"/>
                  <a:gd name="connsiteY10" fmla="*/ 69711 h 185980"/>
                  <a:gd name="connsiteX11" fmla="*/ 79975 w 85054"/>
                  <a:gd name="connsiteY11" fmla="*/ 46094 h 185980"/>
                  <a:gd name="connsiteX12" fmla="*/ 77861 w 85054"/>
                  <a:gd name="connsiteY12" fmla="*/ 27127 h 185980"/>
                  <a:gd name="connsiteX13" fmla="*/ 72660 w 85054"/>
                  <a:gd name="connsiteY13" fmla="*/ 11521 h 185980"/>
                  <a:gd name="connsiteX14" fmla="*/ 66564 w 85054"/>
                  <a:gd name="connsiteY14" fmla="*/ 1874 h 185980"/>
                  <a:gd name="connsiteX15" fmla="*/ 68148 w 85054"/>
                  <a:gd name="connsiteY15" fmla="*/ 62 h 185980"/>
                  <a:gd name="connsiteX16" fmla="*/ 71359 w 85054"/>
                  <a:gd name="connsiteY16" fmla="*/ 957 h 185980"/>
                  <a:gd name="connsiteX17" fmla="*/ 77537 w 85054"/>
                  <a:gd name="connsiteY17" fmla="*/ 10823 h 185980"/>
                  <a:gd name="connsiteX18" fmla="*/ 82861 w 85054"/>
                  <a:gd name="connsiteY18" fmla="*/ 26756 h 185980"/>
                  <a:gd name="connsiteX19" fmla="*/ 85055 w 85054"/>
                  <a:gd name="connsiteY19" fmla="*/ 46094 h 185980"/>
                  <a:gd name="connsiteX20" fmla="*/ 83226 w 85054"/>
                  <a:gd name="connsiteY20" fmla="*/ 69907 h 185980"/>
                  <a:gd name="connsiteX21" fmla="*/ 76724 w 85054"/>
                  <a:gd name="connsiteY21" fmla="*/ 94833 h 185980"/>
                  <a:gd name="connsiteX22" fmla="*/ 67052 w 85054"/>
                  <a:gd name="connsiteY22" fmla="*/ 115568 h 185980"/>
                  <a:gd name="connsiteX23" fmla="*/ 55632 w 85054"/>
                  <a:gd name="connsiteY23" fmla="*/ 133248 h 185980"/>
                  <a:gd name="connsiteX24" fmla="*/ 43521 w 85054"/>
                  <a:gd name="connsiteY24" fmla="*/ 147740 h 185980"/>
                  <a:gd name="connsiteX25" fmla="*/ 31613 w 85054"/>
                  <a:gd name="connsiteY25" fmla="*/ 157344 h 185980"/>
                  <a:gd name="connsiteX26" fmla="*/ 21047 w 85054"/>
                  <a:gd name="connsiteY26" fmla="*/ 167101 h 185980"/>
                  <a:gd name="connsiteX27" fmla="*/ 12025 w 85054"/>
                  <a:gd name="connsiteY27" fmla="*/ 176268 h 185980"/>
                  <a:gd name="connsiteX28" fmla="*/ 4832 w 85054"/>
                  <a:gd name="connsiteY28" fmla="*/ 185107 h 185980"/>
                  <a:gd name="connsiteX29" fmla="*/ 2556 w 85054"/>
                  <a:gd name="connsiteY29" fmla="*/ 185959 h 18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5054" h="185980">
                    <a:moveTo>
                      <a:pt x="2556" y="185981"/>
                    </a:moveTo>
                    <a:cubicBezTo>
                      <a:pt x="2190" y="185981"/>
                      <a:pt x="1824" y="185937"/>
                      <a:pt x="1459" y="185828"/>
                    </a:cubicBezTo>
                    <a:cubicBezTo>
                      <a:pt x="239" y="185500"/>
                      <a:pt x="-371" y="184715"/>
                      <a:pt x="239" y="184016"/>
                    </a:cubicBezTo>
                    <a:lnTo>
                      <a:pt x="7473" y="175067"/>
                    </a:lnTo>
                    <a:lnTo>
                      <a:pt x="16658" y="165682"/>
                    </a:lnTo>
                    <a:lnTo>
                      <a:pt x="27387" y="155882"/>
                    </a:lnTo>
                    <a:lnTo>
                      <a:pt x="39132" y="146409"/>
                    </a:lnTo>
                    <a:lnTo>
                      <a:pt x="50917" y="132222"/>
                    </a:lnTo>
                    <a:lnTo>
                      <a:pt x="62175" y="114739"/>
                    </a:lnTo>
                    <a:lnTo>
                      <a:pt x="71685" y="94265"/>
                    </a:lnTo>
                    <a:lnTo>
                      <a:pt x="78146" y="69711"/>
                    </a:lnTo>
                    <a:lnTo>
                      <a:pt x="79975" y="46094"/>
                    </a:lnTo>
                    <a:lnTo>
                      <a:pt x="77861" y="27127"/>
                    </a:lnTo>
                    <a:lnTo>
                      <a:pt x="72660" y="11521"/>
                    </a:lnTo>
                    <a:lnTo>
                      <a:pt x="66564" y="1874"/>
                    </a:lnTo>
                    <a:cubicBezTo>
                      <a:pt x="66116" y="1132"/>
                      <a:pt x="66808" y="324"/>
                      <a:pt x="68148" y="62"/>
                    </a:cubicBezTo>
                    <a:cubicBezTo>
                      <a:pt x="69490" y="-156"/>
                      <a:pt x="70912" y="215"/>
                      <a:pt x="71359" y="957"/>
                    </a:cubicBezTo>
                    <a:lnTo>
                      <a:pt x="77537" y="10823"/>
                    </a:lnTo>
                    <a:lnTo>
                      <a:pt x="82861" y="26756"/>
                    </a:lnTo>
                    <a:lnTo>
                      <a:pt x="85055" y="46094"/>
                    </a:lnTo>
                    <a:lnTo>
                      <a:pt x="83226" y="69907"/>
                    </a:lnTo>
                    <a:lnTo>
                      <a:pt x="76724" y="94833"/>
                    </a:lnTo>
                    <a:lnTo>
                      <a:pt x="67052" y="115568"/>
                    </a:lnTo>
                    <a:lnTo>
                      <a:pt x="55632" y="133248"/>
                    </a:lnTo>
                    <a:lnTo>
                      <a:pt x="43521" y="147740"/>
                    </a:lnTo>
                    <a:lnTo>
                      <a:pt x="31613" y="157344"/>
                    </a:lnTo>
                    <a:lnTo>
                      <a:pt x="21047" y="167101"/>
                    </a:lnTo>
                    <a:lnTo>
                      <a:pt x="12025" y="176268"/>
                    </a:lnTo>
                    <a:lnTo>
                      <a:pt x="4832" y="185107"/>
                    </a:lnTo>
                    <a:cubicBezTo>
                      <a:pt x="4425" y="185653"/>
                      <a:pt x="3491" y="185959"/>
                      <a:pt x="2556" y="18595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0" name="Freeform: Shape 509">
                <a:extLst>
                  <a:ext uri="{FF2B5EF4-FFF2-40B4-BE49-F238E27FC236}">
                    <a16:creationId xmlns:a16="http://schemas.microsoft.com/office/drawing/2014/main" id="{FD83981F-DE2E-4117-82ED-66523C747507}"/>
                  </a:ext>
                </a:extLst>
              </p:cNvPr>
              <p:cNvSpPr/>
              <p:nvPr/>
            </p:nvSpPr>
            <p:spPr>
              <a:xfrm>
                <a:off x="11481990" y="5694103"/>
                <a:ext cx="459342" cy="13633"/>
              </a:xfrm>
              <a:custGeom>
                <a:avLst/>
                <a:gdLst>
                  <a:gd name="connsiteX0" fmla="*/ 456781 w 459342"/>
                  <a:gd name="connsiteY0" fmla="*/ 13612 h 13633"/>
                  <a:gd name="connsiteX1" fmla="*/ 456781 w 459342"/>
                  <a:gd name="connsiteY1" fmla="*/ 13612 h 13633"/>
                  <a:gd name="connsiteX2" fmla="*/ 228953 w 459342"/>
                  <a:gd name="connsiteY2" fmla="*/ 13394 h 13633"/>
                  <a:gd name="connsiteX3" fmla="*/ 208999 w 459342"/>
                  <a:gd name="connsiteY3" fmla="*/ 11582 h 13633"/>
                  <a:gd name="connsiteX4" fmla="*/ 152632 w 459342"/>
                  <a:gd name="connsiteY4" fmla="*/ 11538 h 13633"/>
                  <a:gd name="connsiteX5" fmla="*/ 133084 w 459342"/>
                  <a:gd name="connsiteY5" fmla="*/ 9770 h 13633"/>
                  <a:gd name="connsiteX6" fmla="*/ 20755 w 459342"/>
                  <a:gd name="connsiteY6" fmla="*/ 4554 h 13633"/>
                  <a:gd name="connsiteX7" fmla="*/ 2101 w 459342"/>
                  <a:gd name="connsiteY7" fmla="*/ 2786 h 13633"/>
                  <a:gd name="connsiteX8" fmla="*/ 29 w 459342"/>
                  <a:gd name="connsiteY8" fmla="*/ 1193 h 13633"/>
                  <a:gd name="connsiteX9" fmla="*/ 2995 w 459342"/>
                  <a:gd name="connsiteY9" fmla="*/ 14 h 13633"/>
                  <a:gd name="connsiteX10" fmla="*/ 21365 w 459342"/>
                  <a:gd name="connsiteY10" fmla="*/ 1716 h 13633"/>
                  <a:gd name="connsiteX11" fmla="*/ 133775 w 459342"/>
                  <a:gd name="connsiteY11" fmla="*/ 6998 h 13633"/>
                  <a:gd name="connsiteX12" fmla="*/ 153038 w 459342"/>
                  <a:gd name="connsiteY12" fmla="*/ 8766 h 13633"/>
                  <a:gd name="connsiteX13" fmla="*/ 209406 w 459342"/>
                  <a:gd name="connsiteY13" fmla="*/ 8810 h 13633"/>
                  <a:gd name="connsiteX14" fmla="*/ 229360 w 459342"/>
                  <a:gd name="connsiteY14" fmla="*/ 10578 h 13633"/>
                  <a:gd name="connsiteX15" fmla="*/ 456781 w 459342"/>
                  <a:gd name="connsiteY15" fmla="*/ 10796 h 13633"/>
                  <a:gd name="connsiteX16" fmla="*/ 459342 w 459342"/>
                  <a:gd name="connsiteY16" fmla="*/ 12193 h 13633"/>
                  <a:gd name="connsiteX17" fmla="*/ 456781 w 459342"/>
                  <a:gd name="connsiteY17" fmla="*/ 13634 h 1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9342" h="13633">
                    <a:moveTo>
                      <a:pt x="456781" y="13612"/>
                    </a:moveTo>
                    <a:lnTo>
                      <a:pt x="456781" y="13612"/>
                    </a:lnTo>
                    <a:lnTo>
                      <a:pt x="228953" y="13394"/>
                    </a:lnTo>
                    <a:lnTo>
                      <a:pt x="208999" y="11582"/>
                    </a:lnTo>
                    <a:lnTo>
                      <a:pt x="152632" y="11538"/>
                    </a:lnTo>
                    <a:lnTo>
                      <a:pt x="133084" y="9770"/>
                    </a:lnTo>
                    <a:lnTo>
                      <a:pt x="20755" y="4554"/>
                    </a:lnTo>
                    <a:lnTo>
                      <a:pt x="2101" y="2786"/>
                    </a:lnTo>
                    <a:cubicBezTo>
                      <a:pt x="719" y="2677"/>
                      <a:pt x="-175" y="1935"/>
                      <a:pt x="29" y="1193"/>
                    </a:cubicBezTo>
                    <a:cubicBezTo>
                      <a:pt x="314" y="450"/>
                      <a:pt x="1613" y="-95"/>
                      <a:pt x="2995" y="14"/>
                    </a:cubicBezTo>
                    <a:lnTo>
                      <a:pt x="21365" y="1716"/>
                    </a:lnTo>
                    <a:lnTo>
                      <a:pt x="133775" y="6998"/>
                    </a:lnTo>
                    <a:lnTo>
                      <a:pt x="153038" y="8766"/>
                    </a:lnTo>
                    <a:lnTo>
                      <a:pt x="209406" y="8810"/>
                    </a:lnTo>
                    <a:lnTo>
                      <a:pt x="229360" y="10578"/>
                    </a:lnTo>
                    <a:lnTo>
                      <a:pt x="456781" y="10796"/>
                    </a:lnTo>
                    <a:cubicBezTo>
                      <a:pt x="458285" y="10796"/>
                      <a:pt x="459342" y="11429"/>
                      <a:pt x="459342" y="12193"/>
                    </a:cubicBezTo>
                    <a:cubicBezTo>
                      <a:pt x="459342" y="13001"/>
                      <a:pt x="458163" y="13634"/>
                      <a:pt x="456781" y="1363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1" name="Freeform: Shape 510">
                <a:extLst>
                  <a:ext uri="{FF2B5EF4-FFF2-40B4-BE49-F238E27FC236}">
                    <a16:creationId xmlns:a16="http://schemas.microsoft.com/office/drawing/2014/main" id="{A9CA6056-B1D7-4587-BCF4-75360E590DE1}"/>
                  </a:ext>
                </a:extLst>
              </p:cNvPr>
              <p:cNvSpPr/>
              <p:nvPr/>
            </p:nvSpPr>
            <p:spPr>
              <a:xfrm>
                <a:off x="11184725" y="5720010"/>
                <a:ext cx="259335" cy="5166"/>
              </a:xfrm>
              <a:custGeom>
                <a:avLst/>
                <a:gdLst>
                  <a:gd name="connsiteX0" fmla="*/ 256776 w 259335"/>
                  <a:gd name="connsiteY0" fmla="*/ 5166 h 5166"/>
                  <a:gd name="connsiteX1" fmla="*/ 256776 w 259335"/>
                  <a:gd name="connsiteY1" fmla="*/ 5166 h 5166"/>
                  <a:gd name="connsiteX2" fmla="*/ 20820 w 259335"/>
                  <a:gd name="connsiteY2" fmla="*/ 4643 h 5166"/>
                  <a:gd name="connsiteX3" fmla="*/ 2044 w 259335"/>
                  <a:gd name="connsiteY3" fmla="*/ 2787 h 5166"/>
                  <a:gd name="connsiteX4" fmla="*/ 53 w 259335"/>
                  <a:gd name="connsiteY4" fmla="*/ 1194 h 5166"/>
                  <a:gd name="connsiteX5" fmla="*/ 2939 w 259335"/>
                  <a:gd name="connsiteY5" fmla="*/ 15 h 5166"/>
                  <a:gd name="connsiteX6" fmla="*/ 21307 w 259335"/>
                  <a:gd name="connsiteY6" fmla="*/ 1871 h 5166"/>
                  <a:gd name="connsiteX7" fmla="*/ 256735 w 259335"/>
                  <a:gd name="connsiteY7" fmla="*/ 2394 h 5166"/>
                  <a:gd name="connsiteX8" fmla="*/ 259336 w 259335"/>
                  <a:gd name="connsiteY8" fmla="*/ 3791 h 5166"/>
                  <a:gd name="connsiteX9" fmla="*/ 256735 w 259335"/>
                  <a:gd name="connsiteY9" fmla="*/ 5166 h 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9335" h="5166">
                    <a:moveTo>
                      <a:pt x="256776" y="5166"/>
                    </a:moveTo>
                    <a:lnTo>
                      <a:pt x="256776" y="5166"/>
                    </a:lnTo>
                    <a:lnTo>
                      <a:pt x="20820" y="4643"/>
                    </a:lnTo>
                    <a:lnTo>
                      <a:pt x="2044" y="2787"/>
                    </a:lnTo>
                    <a:cubicBezTo>
                      <a:pt x="663" y="2678"/>
                      <a:pt x="-231" y="1936"/>
                      <a:pt x="53" y="1194"/>
                    </a:cubicBezTo>
                    <a:cubicBezTo>
                      <a:pt x="256" y="386"/>
                      <a:pt x="1557" y="-94"/>
                      <a:pt x="2939" y="15"/>
                    </a:cubicBezTo>
                    <a:lnTo>
                      <a:pt x="21307" y="1871"/>
                    </a:lnTo>
                    <a:lnTo>
                      <a:pt x="256735" y="2394"/>
                    </a:lnTo>
                    <a:cubicBezTo>
                      <a:pt x="258117" y="2394"/>
                      <a:pt x="259336" y="2984"/>
                      <a:pt x="259336" y="3791"/>
                    </a:cubicBezTo>
                    <a:cubicBezTo>
                      <a:pt x="259214" y="4599"/>
                      <a:pt x="258157" y="5166"/>
                      <a:pt x="256735" y="516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2" name="Freeform: Shape 511">
                <a:extLst>
                  <a:ext uri="{FF2B5EF4-FFF2-40B4-BE49-F238E27FC236}">
                    <a16:creationId xmlns:a16="http://schemas.microsoft.com/office/drawing/2014/main" id="{84556ED3-2BC2-455A-A8DD-28C021A43A6B}"/>
                  </a:ext>
                </a:extLst>
              </p:cNvPr>
              <p:cNvSpPr/>
              <p:nvPr/>
            </p:nvSpPr>
            <p:spPr>
              <a:xfrm>
                <a:off x="11370758" y="5693994"/>
                <a:ext cx="611620" cy="17300"/>
              </a:xfrm>
              <a:custGeom>
                <a:avLst/>
                <a:gdLst>
                  <a:gd name="connsiteX0" fmla="*/ 609101 w 611620"/>
                  <a:gd name="connsiteY0" fmla="*/ 17279 h 17300"/>
                  <a:gd name="connsiteX1" fmla="*/ 609101 w 611620"/>
                  <a:gd name="connsiteY1" fmla="*/ 17279 h 17300"/>
                  <a:gd name="connsiteX2" fmla="*/ 379526 w 611620"/>
                  <a:gd name="connsiteY2" fmla="*/ 17060 h 17300"/>
                  <a:gd name="connsiteX3" fmla="*/ 359368 w 611620"/>
                  <a:gd name="connsiteY3" fmla="*/ 15249 h 17300"/>
                  <a:gd name="connsiteX4" fmla="*/ 302715 w 611620"/>
                  <a:gd name="connsiteY4" fmla="*/ 15183 h 17300"/>
                  <a:gd name="connsiteX5" fmla="*/ 282884 w 611620"/>
                  <a:gd name="connsiteY5" fmla="*/ 13415 h 17300"/>
                  <a:gd name="connsiteX6" fmla="*/ 226313 w 611620"/>
                  <a:gd name="connsiteY6" fmla="*/ 13372 h 17300"/>
                  <a:gd name="connsiteX7" fmla="*/ 206887 w 611620"/>
                  <a:gd name="connsiteY7" fmla="*/ 11560 h 17300"/>
                  <a:gd name="connsiteX8" fmla="*/ 150519 w 611620"/>
                  <a:gd name="connsiteY8" fmla="*/ 11560 h 17300"/>
                  <a:gd name="connsiteX9" fmla="*/ 149543 w 611620"/>
                  <a:gd name="connsiteY9" fmla="*/ 11451 h 17300"/>
                  <a:gd name="connsiteX10" fmla="*/ 131500 w 611620"/>
                  <a:gd name="connsiteY10" fmla="*/ 7195 h 17300"/>
                  <a:gd name="connsiteX11" fmla="*/ 76229 w 611620"/>
                  <a:gd name="connsiteY11" fmla="*/ 4597 h 17300"/>
                  <a:gd name="connsiteX12" fmla="*/ 38922 w 611620"/>
                  <a:gd name="connsiteY12" fmla="*/ 6256 h 17300"/>
                  <a:gd name="connsiteX13" fmla="*/ 2101 w 611620"/>
                  <a:gd name="connsiteY13" fmla="*/ 2851 h 17300"/>
                  <a:gd name="connsiteX14" fmla="*/ 29 w 611620"/>
                  <a:gd name="connsiteY14" fmla="*/ 1193 h 17300"/>
                  <a:gd name="connsiteX15" fmla="*/ 2995 w 611620"/>
                  <a:gd name="connsiteY15" fmla="*/ 14 h 17300"/>
                  <a:gd name="connsiteX16" fmla="*/ 39125 w 611620"/>
                  <a:gd name="connsiteY16" fmla="*/ 3484 h 17300"/>
                  <a:gd name="connsiteX17" fmla="*/ 76229 w 611620"/>
                  <a:gd name="connsiteY17" fmla="*/ 1782 h 17300"/>
                  <a:gd name="connsiteX18" fmla="*/ 132271 w 611620"/>
                  <a:gd name="connsiteY18" fmla="*/ 4445 h 17300"/>
                  <a:gd name="connsiteX19" fmla="*/ 133043 w 611620"/>
                  <a:gd name="connsiteY19" fmla="*/ 4488 h 17300"/>
                  <a:gd name="connsiteX20" fmla="*/ 151088 w 611620"/>
                  <a:gd name="connsiteY20" fmla="*/ 8766 h 17300"/>
                  <a:gd name="connsiteX21" fmla="*/ 207252 w 611620"/>
                  <a:gd name="connsiteY21" fmla="*/ 8810 h 17300"/>
                  <a:gd name="connsiteX22" fmla="*/ 226678 w 611620"/>
                  <a:gd name="connsiteY22" fmla="*/ 10578 h 17300"/>
                  <a:gd name="connsiteX23" fmla="*/ 283250 w 611620"/>
                  <a:gd name="connsiteY23" fmla="*/ 10622 h 17300"/>
                  <a:gd name="connsiteX24" fmla="*/ 303082 w 611620"/>
                  <a:gd name="connsiteY24" fmla="*/ 12433 h 17300"/>
                  <a:gd name="connsiteX25" fmla="*/ 359855 w 611620"/>
                  <a:gd name="connsiteY25" fmla="*/ 12499 h 17300"/>
                  <a:gd name="connsiteX26" fmla="*/ 379972 w 611620"/>
                  <a:gd name="connsiteY26" fmla="*/ 14310 h 17300"/>
                  <a:gd name="connsiteX27" fmla="*/ 609060 w 611620"/>
                  <a:gd name="connsiteY27" fmla="*/ 14485 h 17300"/>
                  <a:gd name="connsiteX28" fmla="*/ 611620 w 611620"/>
                  <a:gd name="connsiteY28" fmla="*/ 15925 h 17300"/>
                  <a:gd name="connsiteX29" fmla="*/ 609060 w 611620"/>
                  <a:gd name="connsiteY29" fmla="*/ 17301 h 1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1620" h="17300">
                    <a:moveTo>
                      <a:pt x="609101" y="17279"/>
                    </a:moveTo>
                    <a:lnTo>
                      <a:pt x="609101" y="17279"/>
                    </a:lnTo>
                    <a:lnTo>
                      <a:pt x="379526" y="17060"/>
                    </a:lnTo>
                    <a:lnTo>
                      <a:pt x="359368" y="15249"/>
                    </a:lnTo>
                    <a:lnTo>
                      <a:pt x="302715" y="15183"/>
                    </a:lnTo>
                    <a:lnTo>
                      <a:pt x="282884" y="13415"/>
                    </a:lnTo>
                    <a:lnTo>
                      <a:pt x="226313" y="13372"/>
                    </a:lnTo>
                    <a:lnTo>
                      <a:pt x="206887" y="11560"/>
                    </a:lnTo>
                    <a:lnTo>
                      <a:pt x="150519" y="11560"/>
                    </a:lnTo>
                    <a:cubicBezTo>
                      <a:pt x="150234" y="11560"/>
                      <a:pt x="149910" y="11517"/>
                      <a:pt x="149543" y="11451"/>
                    </a:cubicBezTo>
                    <a:lnTo>
                      <a:pt x="131500" y="7195"/>
                    </a:lnTo>
                    <a:lnTo>
                      <a:pt x="76229" y="4597"/>
                    </a:lnTo>
                    <a:lnTo>
                      <a:pt x="38922" y="6256"/>
                    </a:lnTo>
                    <a:lnTo>
                      <a:pt x="2101" y="2851"/>
                    </a:lnTo>
                    <a:cubicBezTo>
                      <a:pt x="720" y="2677"/>
                      <a:pt x="-175" y="1935"/>
                      <a:pt x="29" y="1193"/>
                    </a:cubicBezTo>
                    <a:cubicBezTo>
                      <a:pt x="232" y="450"/>
                      <a:pt x="1614" y="-95"/>
                      <a:pt x="2995" y="14"/>
                    </a:cubicBezTo>
                    <a:lnTo>
                      <a:pt x="39125" y="3484"/>
                    </a:lnTo>
                    <a:lnTo>
                      <a:pt x="76229" y="1782"/>
                    </a:lnTo>
                    <a:lnTo>
                      <a:pt x="132271" y="4445"/>
                    </a:lnTo>
                    <a:cubicBezTo>
                      <a:pt x="132556" y="4445"/>
                      <a:pt x="132760" y="4445"/>
                      <a:pt x="133043" y="4488"/>
                    </a:cubicBezTo>
                    <a:lnTo>
                      <a:pt x="151088" y="8766"/>
                    </a:lnTo>
                    <a:lnTo>
                      <a:pt x="207252" y="8810"/>
                    </a:lnTo>
                    <a:lnTo>
                      <a:pt x="226678" y="10578"/>
                    </a:lnTo>
                    <a:lnTo>
                      <a:pt x="283250" y="10622"/>
                    </a:lnTo>
                    <a:lnTo>
                      <a:pt x="303082" y="12433"/>
                    </a:lnTo>
                    <a:lnTo>
                      <a:pt x="359855" y="12499"/>
                    </a:lnTo>
                    <a:lnTo>
                      <a:pt x="379972" y="14310"/>
                    </a:lnTo>
                    <a:lnTo>
                      <a:pt x="609060" y="14485"/>
                    </a:lnTo>
                    <a:cubicBezTo>
                      <a:pt x="610563" y="14485"/>
                      <a:pt x="611620" y="15118"/>
                      <a:pt x="611620" y="15925"/>
                    </a:cubicBezTo>
                    <a:cubicBezTo>
                      <a:pt x="611620" y="16668"/>
                      <a:pt x="610523" y="17301"/>
                      <a:pt x="609060" y="1730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3" name="Freeform: Shape 512">
                <a:extLst>
                  <a:ext uri="{FF2B5EF4-FFF2-40B4-BE49-F238E27FC236}">
                    <a16:creationId xmlns:a16="http://schemas.microsoft.com/office/drawing/2014/main" id="{75138C66-5BF7-45F4-BA21-DC39896D3FFF}"/>
                  </a:ext>
                </a:extLst>
              </p:cNvPr>
              <p:cNvSpPr/>
              <p:nvPr/>
            </p:nvSpPr>
            <p:spPr>
              <a:xfrm>
                <a:off x="11152896" y="5711306"/>
                <a:ext cx="215249" cy="6689"/>
              </a:xfrm>
              <a:custGeom>
                <a:avLst/>
                <a:gdLst>
                  <a:gd name="connsiteX0" fmla="*/ 212689 w 215249"/>
                  <a:gd name="connsiteY0" fmla="*/ 6690 h 6689"/>
                  <a:gd name="connsiteX1" fmla="*/ 212689 w 215249"/>
                  <a:gd name="connsiteY1" fmla="*/ 6690 h 6689"/>
                  <a:gd name="connsiteX2" fmla="*/ 38344 w 215249"/>
                  <a:gd name="connsiteY2" fmla="*/ 6319 h 6689"/>
                  <a:gd name="connsiteX3" fmla="*/ 2134 w 215249"/>
                  <a:gd name="connsiteY3" fmla="*/ 2805 h 6689"/>
                  <a:gd name="connsiteX4" fmla="*/ 61 w 215249"/>
                  <a:gd name="connsiteY4" fmla="*/ 1146 h 6689"/>
                  <a:gd name="connsiteX5" fmla="*/ 3028 w 215249"/>
                  <a:gd name="connsiteY5" fmla="*/ 33 h 6689"/>
                  <a:gd name="connsiteX6" fmla="*/ 38750 w 215249"/>
                  <a:gd name="connsiteY6" fmla="*/ 3547 h 6689"/>
                  <a:gd name="connsiteX7" fmla="*/ 212770 w 215249"/>
                  <a:gd name="connsiteY7" fmla="*/ 3874 h 6689"/>
                  <a:gd name="connsiteX8" fmla="*/ 215250 w 215249"/>
                  <a:gd name="connsiteY8" fmla="*/ 5315 h 6689"/>
                  <a:gd name="connsiteX9" fmla="*/ 212689 w 215249"/>
                  <a:gd name="connsiteY9" fmla="*/ 6690 h 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249" h="6689">
                    <a:moveTo>
                      <a:pt x="212689" y="6690"/>
                    </a:moveTo>
                    <a:lnTo>
                      <a:pt x="212689" y="6690"/>
                    </a:lnTo>
                    <a:lnTo>
                      <a:pt x="38344" y="6319"/>
                    </a:lnTo>
                    <a:lnTo>
                      <a:pt x="2134" y="2805"/>
                    </a:lnTo>
                    <a:cubicBezTo>
                      <a:pt x="752" y="2696"/>
                      <a:pt x="-264" y="1953"/>
                      <a:pt x="61" y="1146"/>
                    </a:cubicBezTo>
                    <a:cubicBezTo>
                      <a:pt x="263" y="404"/>
                      <a:pt x="1646" y="-142"/>
                      <a:pt x="3028" y="33"/>
                    </a:cubicBezTo>
                    <a:lnTo>
                      <a:pt x="38750" y="3547"/>
                    </a:lnTo>
                    <a:lnTo>
                      <a:pt x="212770" y="3874"/>
                    </a:lnTo>
                    <a:cubicBezTo>
                      <a:pt x="214152" y="3874"/>
                      <a:pt x="215250" y="4507"/>
                      <a:pt x="215250" y="5315"/>
                    </a:cubicBezTo>
                    <a:cubicBezTo>
                      <a:pt x="215250" y="6057"/>
                      <a:pt x="214152" y="6690"/>
                      <a:pt x="212689" y="66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4" name="Freeform: Shape 513">
                <a:extLst>
                  <a:ext uri="{FF2B5EF4-FFF2-40B4-BE49-F238E27FC236}">
                    <a16:creationId xmlns:a16="http://schemas.microsoft.com/office/drawing/2014/main" id="{F8F9DA6C-706B-4606-9049-FAA109DAE01B}"/>
                  </a:ext>
                </a:extLst>
              </p:cNvPr>
              <p:cNvSpPr/>
              <p:nvPr/>
            </p:nvSpPr>
            <p:spPr>
              <a:xfrm>
                <a:off x="11315081" y="5693962"/>
                <a:ext cx="688090" cy="19122"/>
              </a:xfrm>
              <a:custGeom>
                <a:avLst/>
                <a:gdLst>
                  <a:gd name="connsiteX0" fmla="*/ 685503 w 688090"/>
                  <a:gd name="connsiteY0" fmla="*/ 19122 h 19122"/>
                  <a:gd name="connsiteX1" fmla="*/ 685098 w 688090"/>
                  <a:gd name="connsiteY1" fmla="*/ 19122 h 19122"/>
                  <a:gd name="connsiteX2" fmla="*/ 542898 w 688090"/>
                  <a:gd name="connsiteY2" fmla="*/ 6659 h 19122"/>
                  <a:gd name="connsiteX3" fmla="*/ 150397 w 688090"/>
                  <a:gd name="connsiteY3" fmla="*/ 6332 h 19122"/>
                  <a:gd name="connsiteX4" fmla="*/ 131662 w 688090"/>
                  <a:gd name="connsiteY4" fmla="*/ 4630 h 19122"/>
                  <a:gd name="connsiteX5" fmla="*/ 20349 w 688090"/>
                  <a:gd name="connsiteY5" fmla="*/ 4520 h 19122"/>
                  <a:gd name="connsiteX6" fmla="*/ 2101 w 688090"/>
                  <a:gd name="connsiteY6" fmla="*/ 2818 h 19122"/>
                  <a:gd name="connsiteX7" fmla="*/ 29 w 688090"/>
                  <a:gd name="connsiteY7" fmla="*/ 1159 h 19122"/>
                  <a:gd name="connsiteX8" fmla="*/ 2995 w 688090"/>
                  <a:gd name="connsiteY8" fmla="*/ 46 h 19122"/>
                  <a:gd name="connsiteX9" fmla="*/ 20756 w 688090"/>
                  <a:gd name="connsiteY9" fmla="*/ 1748 h 19122"/>
                  <a:gd name="connsiteX10" fmla="*/ 132068 w 688090"/>
                  <a:gd name="connsiteY10" fmla="*/ 1792 h 19122"/>
                  <a:gd name="connsiteX11" fmla="*/ 150804 w 688090"/>
                  <a:gd name="connsiteY11" fmla="*/ 3560 h 19122"/>
                  <a:gd name="connsiteX12" fmla="*/ 543304 w 688090"/>
                  <a:gd name="connsiteY12" fmla="*/ 3887 h 19122"/>
                  <a:gd name="connsiteX13" fmla="*/ 685869 w 688090"/>
                  <a:gd name="connsiteY13" fmla="*/ 16350 h 19122"/>
                  <a:gd name="connsiteX14" fmla="*/ 688064 w 688090"/>
                  <a:gd name="connsiteY14" fmla="*/ 17944 h 19122"/>
                  <a:gd name="connsiteX15" fmla="*/ 685503 w 688090"/>
                  <a:gd name="connsiteY15" fmla="*/ 19122 h 19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8090" h="19122">
                    <a:moveTo>
                      <a:pt x="685503" y="19122"/>
                    </a:moveTo>
                    <a:lnTo>
                      <a:pt x="685098" y="19122"/>
                    </a:lnTo>
                    <a:lnTo>
                      <a:pt x="542898" y="6659"/>
                    </a:lnTo>
                    <a:lnTo>
                      <a:pt x="150397" y="6332"/>
                    </a:lnTo>
                    <a:lnTo>
                      <a:pt x="131662" y="4630"/>
                    </a:lnTo>
                    <a:lnTo>
                      <a:pt x="20349" y="4520"/>
                    </a:lnTo>
                    <a:lnTo>
                      <a:pt x="2101" y="2818"/>
                    </a:lnTo>
                    <a:cubicBezTo>
                      <a:pt x="719" y="2665"/>
                      <a:pt x="-175" y="1901"/>
                      <a:pt x="29" y="1159"/>
                    </a:cubicBezTo>
                    <a:cubicBezTo>
                      <a:pt x="354" y="417"/>
                      <a:pt x="1533" y="-172"/>
                      <a:pt x="2995" y="46"/>
                    </a:cubicBezTo>
                    <a:lnTo>
                      <a:pt x="20756" y="1748"/>
                    </a:lnTo>
                    <a:lnTo>
                      <a:pt x="132068" y="1792"/>
                    </a:lnTo>
                    <a:lnTo>
                      <a:pt x="150804" y="3560"/>
                    </a:lnTo>
                    <a:lnTo>
                      <a:pt x="543304" y="3887"/>
                    </a:lnTo>
                    <a:lnTo>
                      <a:pt x="685869" y="16350"/>
                    </a:lnTo>
                    <a:cubicBezTo>
                      <a:pt x="687252" y="16460"/>
                      <a:pt x="688268" y="17158"/>
                      <a:pt x="688064" y="17944"/>
                    </a:cubicBezTo>
                    <a:cubicBezTo>
                      <a:pt x="687861" y="18642"/>
                      <a:pt x="686763" y="19122"/>
                      <a:pt x="685503" y="191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5" name="Freeform: Shape 514">
                <a:extLst>
                  <a:ext uri="{FF2B5EF4-FFF2-40B4-BE49-F238E27FC236}">
                    <a16:creationId xmlns:a16="http://schemas.microsoft.com/office/drawing/2014/main" id="{DE316D3F-5572-40F6-AF31-10BE2FD7712B}"/>
                  </a:ext>
                </a:extLst>
              </p:cNvPr>
              <p:cNvSpPr/>
              <p:nvPr/>
            </p:nvSpPr>
            <p:spPr>
              <a:xfrm>
                <a:off x="9352807" y="6620392"/>
                <a:ext cx="2839192" cy="112494"/>
              </a:xfrm>
              <a:custGeom>
                <a:avLst/>
                <a:gdLst>
                  <a:gd name="connsiteX0" fmla="*/ 2839192 w 2839192"/>
                  <a:gd name="connsiteY0" fmla="*/ 109635 h 112494"/>
                  <a:gd name="connsiteX1" fmla="*/ 2763277 w 2839192"/>
                  <a:gd name="connsiteY1" fmla="*/ 109045 h 112494"/>
                  <a:gd name="connsiteX2" fmla="*/ 2584989 w 2839192"/>
                  <a:gd name="connsiteY2" fmla="*/ 106273 h 112494"/>
                  <a:gd name="connsiteX3" fmla="*/ 2406702 w 2839192"/>
                  <a:gd name="connsiteY3" fmla="*/ 103130 h 112494"/>
                  <a:gd name="connsiteX4" fmla="*/ 2229185 w 2839192"/>
                  <a:gd name="connsiteY4" fmla="*/ 101319 h 112494"/>
                  <a:gd name="connsiteX5" fmla="*/ 2170664 w 2839192"/>
                  <a:gd name="connsiteY5" fmla="*/ 85429 h 112494"/>
                  <a:gd name="connsiteX6" fmla="*/ 2169567 w 2839192"/>
                  <a:gd name="connsiteY6" fmla="*/ 85254 h 112494"/>
                  <a:gd name="connsiteX7" fmla="*/ 1993636 w 2839192"/>
                  <a:gd name="connsiteY7" fmla="*/ 84731 h 112494"/>
                  <a:gd name="connsiteX8" fmla="*/ 1817909 w 2839192"/>
                  <a:gd name="connsiteY8" fmla="*/ 83705 h 112494"/>
                  <a:gd name="connsiteX9" fmla="*/ 1466373 w 2839192"/>
                  <a:gd name="connsiteY9" fmla="*/ 77266 h 112494"/>
                  <a:gd name="connsiteX10" fmla="*/ 1291539 w 2839192"/>
                  <a:gd name="connsiteY10" fmla="*/ 73010 h 112494"/>
                  <a:gd name="connsiteX11" fmla="*/ 1244194 w 2839192"/>
                  <a:gd name="connsiteY11" fmla="*/ 55636 h 112494"/>
                  <a:gd name="connsiteX12" fmla="*/ 1196768 w 2839192"/>
                  <a:gd name="connsiteY12" fmla="*/ 37891 h 112494"/>
                  <a:gd name="connsiteX13" fmla="*/ 1151007 w 2839192"/>
                  <a:gd name="connsiteY13" fmla="*/ 26650 h 112494"/>
                  <a:gd name="connsiteX14" fmla="*/ 1150032 w 2839192"/>
                  <a:gd name="connsiteY14" fmla="*/ 26541 h 112494"/>
                  <a:gd name="connsiteX15" fmla="*/ 980765 w 2839192"/>
                  <a:gd name="connsiteY15" fmla="*/ 25362 h 112494"/>
                  <a:gd name="connsiteX16" fmla="*/ 937606 w 2839192"/>
                  <a:gd name="connsiteY16" fmla="*/ 21739 h 112494"/>
                  <a:gd name="connsiteX17" fmla="*/ 769926 w 2839192"/>
                  <a:gd name="connsiteY17" fmla="*/ 21215 h 112494"/>
                  <a:gd name="connsiteX18" fmla="*/ 729732 w 2839192"/>
                  <a:gd name="connsiteY18" fmla="*/ 19993 h 112494"/>
                  <a:gd name="connsiteX19" fmla="*/ 563921 w 2839192"/>
                  <a:gd name="connsiteY19" fmla="*/ 19928 h 112494"/>
                  <a:gd name="connsiteX20" fmla="*/ 398110 w 2839192"/>
                  <a:gd name="connsiteY20" fmla="*/ 19404 h 112494"/>
                  <a:gd name="connsiteX21" fmla="*/ 232908 w 2839192"/>
                  <a:gd name="connsiteY21" fmla="*/ 18443 h 112494"/>
                  <a:gd name="connsiteX22" fmla="*/ 199380 w 2839192"/>
                  <a:gd name="connsiteY22" fmla="*/ 14340 h 112494"/>
                  <a:gd name="connsiteX23" fmla="*/ 166259 w 2839192"/>
                  <a:gd name="connsiteY23" fmla="*/ 698 h 112494"/>
                  <a:gd name="connsiteX24" fmla="*/ 164673 w 2839192"/>
                  <a:gd name="connsiteY24" fmla="*/ 437 h 112494"/>
                  <a:gd name="connsiteX25" fmla="*/ 2561 w 2839192"/>
                  <a:gd name="connsiteY25" fmla="*/ 0 h 112494"/>
                  <a:gd name="connsiteX26" fmla="*/ 2561 w 2839192"/>
                  <a:gd name="connsiteY26" fmla="*/ 0 h 112494"/>
                  <a:gd name="connsiteX27" fmla="*/ 0 w 2839192"/>
                  <a:gd name="connsiteY27" fmla="*/ 1397 h 112494"/>
                  <a:gd name="connsiteX28" fmla="*/ 2561 w 2839192"/>
                  <a:gd name="connsiteY28" fmla="*/ 2838 h 112494"/>
                  <a:gd name="connsiteX29" fmla="*/ 163901 w 2839192"/>
                  <a:gd name="connsiteY29" fmla="*/ 3252 h 112494"/>
                  <a:gd name="connsiteX30" fmla="*/ 196739 w 2839192"/>
                  <a:gd name="connsiteY30" fmla="*/ 16785 h 112494"/>
                  <a:gd name="connsiteX31" fmla="*/ 197755 w 2839192"/>
                  <a:gd name="connsiteY31" fmla="*/ 17047 h 112494"/>
                  <a:gd name="connsiteX32" fmla="*/ 232380 w 2839192"/>
                  <a:gd name="connsiteY32" fmla="*/ 21215 h 112494"/>
                  <a:gd name="connsiteX33" fmla="*/ 398151 w 2839192"/>
                  <a:gd name="connsiteY33" fmla="*/ 22241 h 112494"/>
                  <a:gd name="connsiteX34" fmla="*/ 563840 w 2839192"/>
                  <a:gd name="connsiteY34" fmla="*/ 22722 h 112494"/>
                  <a:gd name="connsiteX35" fmla="*/ 729651 w 2839192"/>
                  <a:gd name="connsiteY35" fmla="*/ 22831 h 112494"/>
                  <a:gd name="connsiteX36" fmla="*/ 769844 w 2839192"/>
                  <a:gd name="connsiteY36" fmla="*/ 24053 h 112494"/>
                  <a:gd name="connsiteX37" fmla="*/ 937240 w 2839192"/>
                  <a:gd name="connsiteY37" fmla="*/ 24533 h 112494"/>
                  <a:gd name="connsiteX38" fmla="*/ 980400 w 2839192"/>
                  <a:gd name="connsiteY38" fmla="*/ 28156 h 112494"/>
                  <a:gd name="connsiteX39" fmla="*/ 1149462 w 2839192"/>
                  <a:gd name="connsiteY39" fmla="*/ 29379 h 112494"/>
                  <a:gd name="connsiteX40" fmla="*/ 1194288 w 2839192"/>
                  <a:gd name="connsiteY40" fmla="*/ 40357 h 112494"/>
                  <a:gd name="connsiteX41" fmla="*/ 1241309 w 2839192"/>
                  <a:gd name="connsiteY41" fmla="*/ 57950 h 112494"/>
                  <a:gd name="connsiteX42" fmla="*/ 1289345 w 2839192"/>
                  <a:gd name="connsiteY42" fmla="*/ 75585 h 112494"/>
                  <a:gd name="connsiteX43" fmla="*/ 1290646 w 2839192"/>
                  <a:gd name="connsiteY43" fmla="*/ 75847 h 112494"/>
                  <a:gd name="connsiteX44" fmla="*/ 1466169 w 2839192"/>
                  <a:gd name="connsiteY44" fmla="*/ 80103 h 112494"/>
                  <a:gd name="connsiteX45" fmla="*/ 1817705 w 2839192"/>
                  <a:gd name="connsiteY45" fmla="*/ 86564 h 112494"/>
                  <a:gd name="connsiteX46" fmla="*/ 1993595 w 2839192"/>
                  <a:gd name="connsiteY46" fmla="*/ 87568 h 112494"/>
                  <a:gd name="connsiteX47" fmla="*/ 2168917 w 2839192"/>
                  <a:gd name="connsiteY47" fmla="*/ 88114 h 112494"/>
                  <a:gd name="connsiteX48" fmla="*/ 2227479 w 2839192"/>
                  <a:gd name="connsiteY48" fmla="*/ 104047 h 112494"/>
                  <a:gd name="connsiteX49" fmla="*/ 2228576 w 2839192"/>
                  <a:gd name="connsiteY49" fmla="*/ 104156 h 112494"/>
                  <a:gd name="connsiteX50" fmla="*/ 2406580 w 2839192"/>
                  <a:gd name="connsiteY50" fmla="*/ 105924 h 112494"/>
                  <a:gd name="connsiteX51" fmla="*/ 2584785 w 2839192"/>
                  <a:gd name="connsiteY51" fmla="*/ 109133 h 112494"/>
                  <a:gd name="connsiteX52" fmla="*/ 2763196 w 2839192"/>
                  <a:gd name="connsiteY52" fmla="*/ 111905 h 112494"/>
                  <a:gd name="connsiteX53" fmla="*/ 2839192 w 2839192"/>
                  <a:gd name="connsiteY53" fmla="*/ 112494 h 112494"/>
                  <a:gd name="connsiteX54" fmla="*/ 2839192 w 2839192"/>
                  <a:gd name="connsiteY54" fmla="*/ 109678 h 112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839192" h="112494">
                    <a:moveTo>
                      <a:pt x="2839192" y="109635"/>
                    </a:moveTo>
                    <a:lnTo>
                      <a:pt x="2763277" y="109045"/>
                    </a:lnTo>
                    <a:lnTo>
                      <a:pt x="2584989" y="106273"/>
                    </a:lnTo>
                    <a:lnTo>
                      <a:pt x="2406702" y="103130"/>
                    </a:lnTo>
                    <a:lnTo>
                      <a:pt x="2229185" y="101319"/>
                    </a:lnTo>
                    <a:lnTo>
                      <a:pt x="2170664" y="85429"/>
                    </a:lnTo>
                    <a:cubicBezTo>
                      <a:pt x="2170380" y="85320"/>
                      <a:pt x="2169974" y="85254"/>
                      <a:pt x="2169567" y="85254"/>
                    </a:cubicBezTo>
                    <a:lnTo>
                      <a:pt x="1993636" y="84731"/>
                    </a:lnTo>
                    <a:lnTo>
                      <a:pt x="1817909" y="83705"/>
                    </a:lnTo>
                    <a:lnTo>
                      <a:pt x="1466373" y="77266"/>
                    </a:lnTo>
                    <a:lnTo>
                      <a:pt x="1291539" y="73010"/>
                    </a:lnTo>
                    <a:lnTo>
                      <a:pt x="1244194" y="55636"/>
                    </a:lnTo>
                    <a:lnTo>
                      <a:pt x="1196768" y="37891"/>
                    </a:lnTo>
                    <a:lnTo>
                      <a:pt x="1151007" y="26650"/>
                    </a:lnTo>
                    <a:cubicBezTo>
                      <a:pt x="1150682" y="26607"/>
                      <a:pt x="1150315" y="26541"/>
                      <a:pt x="1150032" y="26541"/>
                    </a:cubicBezTo>
                    <a:lnTo>
                      <a:pt x="980765" y="25362"/>
                    </a:lnTo>
                    <a:lnTo>
                      <a:pt x="937606" y="21739"/>
                    </a:lnTo>
                    <a:lnTo>
                      <a:pt x="769926" y="21215"/>
                    </a:lnTo>
                    <a:lnTo>
                      <a:pt x="729732" y="19993"/>
                    </a:lnTo>
                    <a:lnTo>
                      <a:pt x="563921" y="19928"/>
                    </a:lnTo>
                    <a:lnTo>
                      <a:pt x="398110" y="19404"/>
                    </a:lnTo>
                    <a:lnTo>
                      <a:pt x="232908" y="18443"/>
                    </a:lnTo>
                    <a:lnTo>
                      <a:pt x="199380" y="14340"/>
                    </a:lnTo>
                    <a:lnTo>
                      <a:pt x="166259" y="698"/>
                    </a:lnTo>
                    <a:cubicBezTo>
                      <a:pt x="165771" y="546"/>
                      <a:pt x="165284" y="437"/>
                      <a:pt x="164673" y="437"/>
                    </a:cubicBezTo>
                    <a:lnTo>
                      <a:pt x="2561" y="0"/>
                    </a:lnTo>
                    <a:lnTo>
                      <a:pt x="2561" y="0"/>
                    </a:lnTo>
                    <a:cubicBezTo>
                      <a:pt x="1179" y="0"/>
                      <a:pt x="81" y="655"/>
                      <a:pt x="0" y="1397"/>
                    </a:cubicBezTo>
                    <a:cubicBezTo>
                      <a:pt x="0" y="2205"/>
                      <a:pt x="1179" y="2838"/>
                      <a:pt x="2561" y="2838"/>
                    </a:cubicBezTo>
                    <a:lnTo>
                      <a:pt x="163901" y="3252"/>
                    </a:lnTo>
                    <a:lnTo>
                      <a:pt x="196739" y="16785"/>
                    </a:lnTo>
                    <a:cubicBezTo>
                      <a:pt x="197024" y="16894"/>
                      <a:pt x="197429" y="17003"/>
                      <a:pt x="197755" y="17047"/>
                    </a:cubicBezTo>
                    <a:lnTo>
                      <a:pt x="232380" y="21215"/>
                    </a:lnTo>
                    <a:lnTo>
                      <a:pt x="398151" y="22241"/>
                    </a:lnTo>
                    <a:lnTo>
                      <a:pt x="563840" y="22722"/>
                    </a:lnTo>
                    <a:lnTo>
                      <a:pt x="729651" y="22831"/>
                    </a:lnTo>
                    <a:lnTo>
                      <a:pt x="769844" y="24053"/>
                    </a:lnTo>
                    <a:lnTo>
                      <a:pt x="937240" y="24533"/>
                    </a:lnTo>
                    <a:lnTo>
                      <a:pt x="980400" y="28156"/>
                    </a:lnTo>
                    <a:lnTo>
                      <a:pt x="1149462" y="29379"/>
                    </a:lnTo>
                    <a:lnTo>
                      <a:pt x="1194288" y="40357"/>
                    </a:lnTo>
                    <a:lnTo>
                      <a:pt x="1241309" y="57950"/>
                    </a:lnTo>
                    <a:lnTo>
                      <a:pt x="1289345" y="75585"/>
                    </a:lnTo>
                    <a:cubicBezTo>
                      <a:pt x="1289752" y="75738"/>
                      <a:pt x="1290158" y="75804"/>
                      <a:pt x="1290646" y="75847"/>
                    </a:cubicBezTo>
                    <a:lnTo>
                      <a:pt x="1466169" y="80103"/>
                    </a:lnTo>
                    <a:lnTo>
                      <a:pt x="1817705" y="86564"/>
                    </a:lnTo>
                    <a:lnTo>
                      <a:pt x="1993595" y="87568"/>
                    </a:lnTo>
                    <a:lnTo>
                      <a:pt x="2168917" y="88114"/>
                    </a:lnTo>
                    <a:lnTo>
                      <a:pt x="2227479" y="104047"/>
                    </a:lnTo>
                    <a:cubicBezTo>
                      <a:pt x="2227764" y="104113"/>
                      <a:pt x="2228169" y="104156"/>
                      <a:pt x="2228576" y="104156"/>
                    </a:cubicBezTo>
                    <a:lnTo>
                      <a:pt x="2406580" y="105924"/>
                    </a:lnTo>
                    <a:lnTo>
                      <a:pt x="2584785" y="109133"/>
                    </a:lnTo>
                    <a:lnTo>
                      <a:pt x="2763196" y="111905"/>
                    </a:lnTo>
                    <a:lnTo>
                      <a:pt x="2839192" y="112494"/>
                    </a:lnTo>
                    <a:lnTo>
                      <a:pt x="2839192" y="10967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6" name="Freeform: Shape 515">
                <a:extLst>
                  <a:ext uri="{FF2B5EF4-FFF2-40B4-BE49-F238E27FC236}">
                    <a16:creationId xmlns:a16="http://schemas.microsoft.com/office/drawing/2014/main" id="{7675E8FB-1B26-4AAE-A3F9-FDB9755EBC83}"/>
                  </a:ext>
                </a:extLst>
              </p:cNvPr>
              <p:cNvSpPr/>
              <p:nvPr/>
            </p:nvSpPr>
            <p:spPr>
              <a:xfrm>
                <a:off x="2275186" y="5926080"/>
                <a:ext cx="775138" cy="66864"/>
              </a:xfrm>
              <a:custGeom>
                <a:avLst/>
                <a:gdLst>
                  <a:gd name="connsiteX0" fmla="*/ 2564 w 775138"/>
                  <a:gd name="connsiteY0" fmla="*/ 66864 h 66864"/>
                  <a:gd name="connsiteX1" fmla="*/ 288 w 775138"/>
                  <a:gd name="connsiteY1" fmla="*/ 66122 h 66864"/>
                  <a:gd name="connsiteX2" fmla="*/ 1385 w 775138"/>
                  <a:gd name="connsiteY2" fmla="*/ 64201 h 66864"/>
                  <a:gd name="connsiteX3" fmla="*/ 17397 w 775138"/>
                  <a:gd name="connsiteY3" fmla="*/ 59661 h 66864"/>
                  <a:gd name="connsiteX4" fmla="*/ 18657 w 775138"/>
                  <a:gd name="connsiteY4" fmla="*/ 59509 h 66864"/>
                  <a:gd name="connsiteX5" fmla="*/ 132165 w 775138"/>
                  <a:gd name="connsiteY5" fmla="*/ 61429 h 66864"/>
                  <a:gd name="connsiteX6" fmla="*/ 245550 w 775138"/>
                  <a:gd name="connsiteY6" fmla="*/ 60535 h 66864"/>
                  <a:gd name="connsiteX7" fmla="*/ 359017 w 775138"/>
                  <a:gd name="connsiteY7" fmla="*/ 51629 h 66864"/>
                  <a:gd name="connsiteX8" fmla="*/ 472728 w 775138"/>
                  <a:gd name="connsiteY8" fmla="*/ 38315 h 66864"/>
                  <a:gd name="connsiteX9" fmla="*/ 586195 w 775138"/>
                  <a:gd name="connsiteY9" fmla="*/ 40127 h 66864"/>
                  <a:gd name="connsiteX10" fmla="*/ 610579 w 775138"/>
                  <a:gd name="connsiteY10" fmla="*/ 31112 h 66864"/>
                  <a:gd name="connsiteX11" fmla="*/ 634963 w 775138"/>
                  <a:gd name="connsiteY11" fmla="*/ 16314 h 66864"/>
                  <a:gd name="connsiteX12" fmla="*/ 636832 w 775138"/>
                  <a:gd name="connsiteY12" fmla="*/ 15877 h 66864"/>
                  <a:gd name="connsiteX13" fmla="*/ 636832 w 775138"/>
                  <a:gd name="connsiteY13" fmla="*/ 15877 h 66864"/>
                  <a:gd name="connsiteX14" fmla="*/ 747698 w 775138"/>
                  <a:gd name="connsiteY14" fmla="*/ 15943 h 66864"/>
                  <a:gd name="connsiteX15" fmla="*/ 770619 w 775138"/>
                  <a:gd name="connsiteY15" fmla="*/ 533 h 66864"/>
                  <a:gd name="connsiteX16" fmla="*/ 774196 w 775138"/>
                  <a:gd name="connsiteY16" fmla="*/ 315 h 66864"/>
                  <a:gd name="connsiteX17" fmla="*/ 774561 w 775138"/>
                  <a:gd name="connsiteY17" fmla="*/ 2279 h 66864"/>
                  <a:gd name="connsiteX18" fmla="*/ 750909 w 775138"/>
                  <a:gd name="connsiteY18" fmla="*/ 18213 h 66864"/>
                  <a:gd name="connsiteX19" fmla="*/ 748958 w 775138"/>
                  <a:gd name="connsiteY19" fmla="*/ 18737 h 66864"/>
                  <a:gd name="connsiteX20" fmla="*/ 748917 w 775138"/>
                  <a:gd name="connsiteY20" fmla="*/ 18737 h 66864"/>
                  <a:gd name="connsiteX21" fmla="*/ 638011 w 775138"/>
                  <a:gd name="connsiteY21" fmla="*/ 18628 h 66864"/>
                  <a:gd name="connsiteX22" fmla="*/ 613871 w 775138"/>
                  <a:gd name="connsiteY22" fmla="*/ 33186 h 66864"/>
                  <a:gd name="connsiteX23" fmla="*/ 588349 w 775138"/>
                  <a:gd name="connsiteY23" fmla="*/ 42724 h 66864"/>
                  <a:gd name="connsiteX24" fmla="*/ 586845 w 775138"/>
                  <a:gd name="connsiteY24" fmla="*/ 42942 h 66864"/>
                  <a:gd name="connsiteX25" fmla="*/ 473175 w 775138"/>
                  <a:gd name="connsiteY25" fmla="*/ 41087 h 66864"/>
                  <a:gd name="connsiteX26" fmla="*/ 359911 w 775138"/>
                  <a:gd name="connsiteY26" fmla="*/ 54401 h 66864"/>
                  <a:gd name="connsiteX27" fmla="*/ 245957 w 775138"/>
                  <a:gd name="connsiteY27" fmla="*/ 63306 h 66864"/>
                  <a:gd name="connsiteX28" fmla="*/ 132084 w 775138"/>
                  <a:gd name="connsiteY28" fmla="*/ 64267 h 66864"/>
                  <a:gd name="connsiteX29" fmla="*/ 19145 w 775138"/>
                  <a:gd name="connsiteY29" fmla="*/ 62346 h 66864"/>
                  <a:gd name="connsiteX30" fmla="*/ 3702 w 775138"/>
                  <a:gd name="connsiteY30" fmla="*/ 66711 h 66864"/>
                  <a:gd name="connsiteX31" fmla="*/ 2564 w 775138"/>
                  <a:gd name="connsiteY31" fmla="*/ 66864 h 6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5138" h="66864">
                    <a:moveTo>
                      <a:pt x="2564" y="66864"/>
                    </a:moveTo>
                    <a:cubicBezTo>
                      <a:pt x="1629" y="66864"/>
                      <a:pt x="735" y="66602"/>
                      <a:pt x="288" y="66122"/>
                    </a:cubicBezTo>
                    <a:cubicBezTo>
                      <a:pt x="-362" y="65424"/>
                      <a:pt x="125" y="64572"/>
                      <a:pt x="1385" y="64201"/>
                    </a:cubicBezTo>
                    <a:lnTo>
                      <a:pt x="17397" y="59661"/>
                    </a:lnTo>
                    <a:cubicBezTo>
                      <a:pt x="17804" y="59509"/>
                      <a:pt x="18292" y="59509"/>
                      <a:pt x="18657" y="59509"/>
                    </a:cubicBezTo>
                    <a:lnTo>
                      <a:pt x="132165" y="61429"/>
                    </a:lnTo>
                    <a:lnTo>
                      <a:pt x="245550" y="60535"/>
                    </a:lnTo>
                    <a:lnTo>
                      <a:pt x="359017" y="51629"/>
                    </a:lnTo>
                    <a:lnTo>
                      <a:pt x="472728" y="38315"/>
                    </a:lnTo>
                    <a:lnTo>
                      <a:pt x="586195" y="40127"/>
                    </a:lnTo>
                    <a:lnTo>
                      <a:pt x="610579" y="31112"/>
                    </a:lnTo>
                    <a:lnTo>
                      <a:pt x="634963" y="16314"/>
                    </a:lnTo>
                    <a:cubicBezTo>
                      <a:pt x="635451" y="16052"/>
                      <a:pt x="636141" y="15877"/>
                      <a:pt x="636832" y="15877"/>
                    </a:cubicBezTo>
                    <a:lnTo>
                      <a:pt x="636832" y="15877"/>
                    </a:lnTo>
                    <a:lnTo>
                      <a:pt x="747698" y="15943"/>
                    </a:lnTo>
                    <a:lnTo>
                      <a:pt x="770619" y="533"/>
                    </a:lnTo>
                    <a:cubicBezTo>
                      <a:pt x="771513" y="-100"/>
                      <a:pt x="773139" y="-165"/>
                      <a:pt x="774196" y="315"/>
                    </a:cubicBezTo>
                    <a:cubicBezTo>
                      <a:pt x="775293" y="839"/>
                      <a:pt x="775455" y="1690"/>
                      <a:pt x="774561" y="2279"/>
                    </a:cubicBezTo>
                    <a:lnTo>
                      <a:pt x="750909" y="18213"/>
                    </a:lnTo>
                    <a:cubicBezTo>
                      <a:pt x="750421" y="18540"/>
                      <a:pt x="749730" y="18737"/>
                      <a:pt x="748958" y="18737"/>
                    </a:cubicBezTo>
                    <a:lnTo>
                      <a:pt x="748917" y="18737"/>
                    </a:lnTo>
                    <a:lnTo>
                      <a:pt x="638011" y="18628"/>
                    </a:lnTo>
                    <a:lnTo>
                      <a:pt x="613871" y="33186"/>
                    </a:lnTo>
                    <a:lnTo>
                      <a:pt x="588349" y="42724"/>
                    </a:lnTo>
                    <a:cubicBezTo>
                      <a:pt x="587902" y="42899"/>
                      <a:pt x="587292" y="42942"/>
                      <a:pt x="586845" y="42942"/>
                    </a:cubicBezTo>
                    <a:lnTo>
                      <a:pt x="473175" y="41087"/>
                    </a:lnTo>
                    <a:lnTo>
                      <a:pt x="359911" y="54401"/>
                    </a:lnTo>
                    <a:lnTo>
                      <a:pt x="245957" y="63306"/>
                    </a:lnTo>
                    <a:lnTo>
                      <a:pt x="132084" y="64267"/>
                    </a:lnTo>
                    <a:lnTo>
                      <a:pt x="19145" y="62346"/>
                    </a:lnTo>
                    <a:lnTo>
                      <a:pt x="3702" y="66711"/>
                    </a:lnTo>
                    <a:cubicBezTo>
                      <a:pt x="3336" y="66821"/>
                      <a:pt x="2970" y="66864"/>
                      <a:pt x="2564" y="668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7" name="Freeform: Shape 516">
                <a:extLst>
                  <a:ext uri="{FF2B5EF4-FFF2-40B4-BE49-F238E27FC236}">
                    <a16:creationId xmlns:a16="http://schemas.microsoft.com/office/drawing/2014/main" id="{44E91450-EDBF-4BB6-AA65-92F6D1FBF356}"/>
                  </a:ext>
                </a:extLst>
              </p:cNvPr>
              <p:cNvSpPr/>
              <p:nvPr/>
            </p:nvSpPr>
            <p:spPr>
              <a:xfrm>
                <a:off x="11135266" y="5709511"/>
                <a:ext cx="1056774" cy="52115"/>
              </a:xfrm>
              <a:custGeom>
                <a:avLst/>
                <a:gdLst>
                  <a:gd name="connsiteX0" fmla="*/ 1056734 w 1056774"/>
                  <a:gd name="connsiteY0" fmla="*/ 49343 h 52115"/>
                  <a:gd name="connsiteX1" fmla="*/ 805213 w 1056774"/>
                  <a:gd name="connsiteY1" fmla="*/ 47379 h 52115"/>
                  <a:gd name="connsiteX2" fmla="*/ 760265 w 1056774"/>
                  <a:gd name="connsiteY2" fmla="*/ 43603 h 52115"/>
                  <a:gd name="connsiteX3" fmla="*/ 365854 w 1056774"/>
                  <a:gd name="connsiteY3" fmla="*/ 7633 h 52115"/>
                  <a:gd name="connsiteX4" fmla="*/ 273682 w 1056774"/>
                  <a:gd name="connsiteY4" fmla="*/ 7480 h 52115"/>
                  <a:gd name="connsiteX5" fmla="*/ 273682 w 1056774"/>
                  <a:gd name="connsiteY5" fmla="*/ 7480 h 52115"/>
                  <a:gd name="connsiteX6" fmla="*/ 272788 w 1056774"/>
                  <a:gd name="connsiteY6" fmla="*/ 7589 h 52115"/>
                  <a:gd name="connsiteX7" fmla="*/ 269618 w 1056774"/>
                  <a:gd name="connsiteY7" fmla="*/ 8288 h 52115"/>
                  <a:gd name="connsiteX8" fmla="*/ 249785 w 1056774"/>
                  <a:gd name="connsiteY8" fmla="*/ 7546 h 52115"/>
                  <a:gd name="connsiteX9" fmla="*/ 232108 w 1056774"/>
                  <a:gd name="connsiteY9" fmla="*/ 4664 h 52115"/>
                  <a:gd name="connsiteX10" fmla="*/ 214754 w 1056774"/>
                  <a:gd name="connsiteY10" fmla="*/ 2897 h 52115"/>
                  <a:gd name="connsiteX11" fmla="*/ 193134 w 1056774"/>
                  <a:gd name="connsiteY11" fmla="*/ 1980 h 52115"/>
                  <a:gd name="connsiteX12" fmla="*/ 20698 w 1056774"/>
                  <a:gd name="connsiteY12" fmla="*/ 1827 h 52115"/>
                  <a:gd name="connsiteX13" fmla="*/ 2938 w 1056774"/>
                  <a:gd name="connsiteY13" fmla="*/ 15 h 52115"/>
                  <a:gd name="connsiteX14" fmla="*/ 53 w 1056774"/>
                  <a:gd name="connsiteY14" fmla="*/ 1129 h 52115"/>
                  <a:gd name="connsiteX15" fmla="*/ 2044 w 1056774"/>
                  <a:gd name="connsiteY15" fmla="*/ 2787 h 52115"/>
                  <a:gd name="connsiteX16" fmla="*/ 20210 w 1056774"/>
                  <a:gd name="connsiteY16" fmla="*/ 4599 h 52115"/>
                  <a:gd name="connsiteX17" fmla="*/ 192930 w 1056774"/>
                  <a:gd name="connsiteY17" fmla="*/ 4817 h 52115"/>
                  <a:gd name="connsiteX18" fmla="*/ 214144 w 1056774"/>
                  <a:gd name="connsiteY18" fmla="*/ 5734 h 52115"/>
                  <a:gd name="connsiteX19" fmla="*/ 230929 w 1056774"/>
                  <a:gd name="connsiteY19" fmla="*/ 7371 h 52115"/>
                  <a:gd name="connsiteX20" fmla="*/ 248892 w 1056774"/>
                  <a:gd name="connsiteY20" fmla="*/ 10252 h 52115"/>
                  <a:gd name="connsiteX21" fmla="*/ 269822 w 1056774"/>
                  <a:gd name="connsiteY21" fmla="*/ 11103 h 52115"/>
                  <a:gd name="connsiteX22" fmla="*/ 270918 w 1056774"/>
                  <a:gd name="connsiteY22" fmla="*/ 11038 h 52115"/>
                  <a:gd name="connsiteX23" fmla="*/ 274210 w 1056774"/>
                  <a:gd name="connsiteY23" fmla="*/ 10296 h 52115"/>
                  <a:gd name="connsiteX24" fmla="*/ 365406 w 1056774"/>
                  <a:gd name="connsiteY24" fmla="*/ 10449 h 52115"/>
                  <a:gd name="connsiteX25" fmla="*/ 607580 w 1056774"/>
                  <a:gd name="connsiteY25" fmla="*/ 32995 h 52115"/>
                  <a:gd name="connsiteX26" fmla="*/ 804725 w 1056774"/>
                  <a:gd name="connsiteY26" fmla="*/ 50195 h 52115"/>
                  <a:gd name="connsiteX27" fmla="*/ 931440 w 1056774"/>
                  <a:gd name="connsiteY27" fmla="*/ 51264 h 52115"/>
                  <a:gd name="connsiteX28" fmla="*/ 1056774 w 1056774"/>
                  <a:gd name="connsiteY28" fmla="*/ 52115 h 52115"/>
                  <a:gd name="connsiteX29" fmla="*/ 1056774 w 1056774"/>
                  <a:gd name="connsiteY29" fmla="*/ 49343 h 5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56774" h="52115">
                    <a:moveTo>
                      <a:pt x="1056734" y="49343"/>
                    </a:moveTo>
                    <a:lnTo>
                      <a:pt x="805213" y="47379"/>
                    </a:lnTo>
                    <a:lnTo>
                      <a:pt x="760265" y="43603"/>
                    </a:lnTo>
                    <a:lnTo>
                      <a:pt x="365854" y="7633"/>
                    </a:lnTo>
                    <a:lnTo>
                      <a:pt x="273682" y="7480"/>
                    </a:lnTo>
                    <a:lnTo>
                      <a:pt x="273682" y="7480"/>
                    </a:lnTo>
                    <a:cubicBezTo>
                      <a:pt x="273357" y="7480"/>
                      <a:pt x="273072" y="7524"/>
                      <a:pt x="272788" y="7589"/>
                    </a:cubicBezTo>
                    <a:lnTo>
                      <a:pt x="269618" y="8288"/>
                    </a:lnTo>
                    <a:lnTo>
                      <a:pt x="249785" y="7546"/>
                    </a:lnTo>
                    <a:lnTo>
                      <a:pt x="232108" y="4664"/>
                    </a:lnTo>
                    <a:lnTo>
                      <a:pt x="214754" y="2897"/>
                    </a:lnTo>
                    <a:lnTo>
                      <a:pt x="193134" y="1980"/>
                    </a:lnTo>
                    <a:lnTo>
                      <a:pt x="20698" y="1827"/>
                    </a:lnTo>
                    <a:lnTo>
                      <a:pt x="2938" y="15"/>
                    </a:lnTo>
                    <a:cubicBezTo>
                      <a:pt x="1557" y="-94"/>
                      <a:pt x="256" y="386"/>
                      <a:pt x="53" y="1129"/>
                    </a:cubicBezTo>
                    <a:cubicBezTo>
                      <a:pt x="-232" y="1936"/>
                      <a:pt x="662" y="2678"/>
                      <a:pt x="2044" y="2787"/>
                    </a:cubicBezTo>
                    <a:lnTo>
                      <a:pt x="20210" y="4599"/>
                    </a:lnTo>
                    <a:lnTo>
                      <a:pt x="192930" y="4817"/>
                    </a:lnTo>
                    <a:lnTo>
                      <a:pt x="214144" y="5734"/>
                    </a:lnTo>
                    <a:lnTo>
                      <a:pt x="230929" y="7371"/>
                    </a:lnTo>
                    <a:lnTo>
                      <a:pt x="248892" y="10252"/>
                    </a:lnTo>
                    <a:lnTo>
                      <a:pt x="269822" y="11103"/>
                    </a:lnTo>
                    <a:cubicBezTo>
                      <a:pt x="270309" y="11147"/>
                      <a:pt x="270594" y="11103"/>
                      <a:pt x="270918" y="11038"/>
                    </a:cubicBezTo>
                    <a:lnTo>
                      <a:pt x="274210" y="10296"/>
                    </a:lnTo>
                    <a:lnTo>
                      <a:pt x="365406" y="10449"/>
                    </a:lnTo>
                    <a:lnTo>
                      <a:pt x="607580" y="32995"/>
                    </a:lnTo>
                    <a:lnTo>
                      <a:pt x="804725" y="50195"/>
                    </a:lnTo>
                    <a:lnTo>
                      <a:pt x="931440" y="51264"/>
                    </a:lnTo>
                    <a:lnTo>
                      <a:pt x="1056774" y="52115"/>
                    </a:lnTo>
                    <a:lnTo>
                      <a:pt x="1056774" y="4934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8" name="Freeform: Shape 517">
                <a:extLst>
                  <a:ext uri="{FF2B5EF4-FFF2-40B4-BE49-F238E27FC236}">
                    <a16:creationId xmlns:a16="http://schemas.microsoft.com/office/drawing/2014/main" id="{AE85D3C8-3E6A-41DF-AFE2-8FAAF20D3797}"/>
                  </a:ext>
                </a:extLst>
              </p:cNvPr>
              <p:cNvSpPr/>
              <p:nvPr/>
            </p:nvSpPr>
            <p:spPr>
              <a:xfrm>
                <a:off x="11259425" y="5693918"/>
                <a:ext cx="764719" cy="20977"/>
              </a:xfrm>
              <a:custGeom>
                <a:avLst/>
                <a:gdLst>
                  <a:gd name="connsiteX0" fmla="*/ 762212 w 764719"/>
                  <a:gd name="connsiteY0" fmla="*/ 20978 h 20977"/>
                  <a:gd name="connsiteX1" fmla="*/ 761806 w 764719"/>
                  <a:gd name="connsiteY1" fmla="*/ 20978 h 20977"/>
                  <a:gd name="connsiteX2" fmla="*/ 740795 w 764719"/>
                  <a:gd name="connsiteY2" fmla="*/ 19166 h 20977"/>
                  <a:gd name="connsiteX3" fmla="*/ 510813 w 764719"/>
                  <a:gd name="connsiteY3" fmla="*/ 18948 h 20977"/>
                  <a:gd name="connsiteX4" fmla="*/ 490493 w 764719"/>
                  <a:gd name="connsiteY4" fmla="*/ 17136 h 20977"/>
                  <a:gd name="connsiteX5" fmla="*/ 433556 w 764719"/>
                  <a:gd name="connsiteY5" fmla="*/ 17093 h 20977"/>
                  <a:gd name="connsiteX6" fmla="*/ 413602 w 764719"/>
                  <a:gd name="connsiteY6" fmla="*/ 15281 h 20977"/>
                  <a:gd name="connsiteX7" fmla="*/ 356950 w 764719"/>
                  <a:gd name="connsiteY7" fmla="*/ 15281 h 20977"/>
                  <a:gd name="connsiteX8" fmla="*/ 337280 w 764719"/>
                  <a:gd name="connsiteY8" fmla="*/ 13469 h 20977"/>
                  <a:gd name="connsiteX9" fmla="*/ 280831 w 764719"/>
                  <a:gd name="connsiteY9" fmla="*/ 13404 h 20977"/>
                  <a:gd name="connsiteX10" fmla="*/ 261487 w 764719"/>
                  <a:gd name="connsiteY10" fmla="*/ 11592 h 20977"/>
                  <a:gd name="connsiteX11" fmla="*/ 205241 w 764719"/>
                  <a:gd name="connsiteY11" fmla="*/ 11592 h 20977"/>
                  <a:gd name="connsiteX12" fmla="*/ 186303 w 764719"/>
                  <a:gd name="connsiteY12" fmla="*/ 9781 h 20977"/>
                  <a:gd name="connsiteX13" fmla="*/ 130220 w 764719"/>
                  <a:gd name="connsiteY13" fmla="*/ 9781 h 20977"/>
                  <a:gd name="connsiteX14" fmla="*/ 75639 w 764719"/>
                  <a:gd name="connsiteY14" fmla="*/ 4564 h 20977"/>
                  <a:gd name="connsiteX15" fmla="*/ 20085 w 764719"/>
                  <a:gd name="connsiteY15" fmla="*/ 4520 h 20977"/>
                  <a:gd name="connsiteX16" fmla="*/ 2122 w 764719"/>
                  <a:gd name="connsiteY16" fmla="*/ 2818 h 20977"/>
                  <a:gd name="connsiteX17" fmla="*/ 50 w 764719"/>
                  <a:gd name="connsiteY17" fmla="*/ 1159 h 20977"/>
                  <a:gd name="connsiteX18" fmla="*/ 2935 w 764719"/>
                  <a:gd name="connsiteY18" fmla="*/ 46 h 20977"/>
                  <a:gd name="connsiteX19" fmla="*/ 20614 w 764719"/>
                  <a:gd name="connsiteY19" fmla="*/ 1748 h 20977"/>
                  <a:gd name="connsiteX20" fmla="*/ 76087 w 764719"/>
                  <a:gd name="connsiteY20" fmla="*/ 1748 h 20977"/>
                  <a:gd name="connsiteX21" fmla="*/ 130747 w 764719"/>
                  <a:gd name="connsiteY21" fmla="*/ 6965 h 20977"/>
                  <a:gd name="connsiteX22" fmla="*/ 186709 w 764719"/>
                  <a:gd name="connsiteY22" fmla="*/ 7009 h 20977"/>
                  <a:gd name="connsiteX23" fmla="*/ 205647 w 764719"/>
                  <a:gd name="connsiteY23" fmla="*/ 8777 h 20977"/>
                  <a:gd name="connsiteX24" fmla="*/ 261893 w 764719"/>
                  <a:gd name="connsiteY24" fmla="*/ 8842 h 20977"/>
                  <a:gd name="connsiteX25" fmla="*/ 281238 w 764719"/>
                  <a:gd name="connsiteY25" fmla="*/ 10654 h 20977"/>
                  <a:gd name="connsiteX26" fmla="*/ 337687 w 764719"/>
                  <a:gd name="connsiteY26" fmla="*/ 10654 h 20977"/>
                  <a:gd name="connsiteX27" fmla="*/ 357315 w 764719"/>
                  <a:gd name="connsiteY27" fmla="*/ 12465 h 20977"/>
                  <a:gd name="connsiteX28" fmla="*/ 414089 w 764719"/>
                  <a:gd name="connsiteY28" fmla="*/ 12509 h 20977"/>
                  <a:gd name="connsiteX29" fmla="*/ 434044 w 764719"/>
                  <a:gd name="connsiteY29" fmla="*/ 14321 h 20977"/>
                  <a:gd name="connsiteX30" fmla="*/ 490900 w 764719"/>
                  <a:gd name="connsiteY30" fmla="*/ 14321 h 20977"/>
                  <a:gd name="connsiteX31" fmla="*/ 511220 w 764719"/>
                  <a:gd name="connsiteY31" fmla="*/ 16176 h 20977"/>
                  <a:gd name="connsiteX32" fmla="*/ 741201 w 764719"/>
                  <a:gd name="connsiteY32" fmla="*/ 16350 h 20977"/>
                  <a:gd name="connsiteX33" fmla="*/ 762618 w 764719"/>
                  <a:gd name="connsiteY33" fmla="*/ 18206 h 20977"/>
                  <a:gd name="connsiteX34" fmla="*/ 764691 w 764719"/>
                  <a:gd name="connsiteY34" fmla="*/ 19799 h 20977"/>
                  <a:gd name="connsiteX35" fmla="*/ 762212 w 764719"/>
                  <a:gd name="connsiteY35" fmla="*/ 20978 h 20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64719" h="20977">
                    <a:moveTo>
                      <a:pt x="762212" y="20978"/>
                    </a:moveTo>
                    <a:lnTo>
                      <a:pt x="761806" y="20978"/>
                    </a:lnTo>
                    <a:lnTo>
                      <a:pt x="740795" y="19166"/>
                    </a:lnTo>
                    <a:lnTo>
                      <a:pt x="510813" y="18948"/>
                    </a:lnTo>
                    <a:lnTo>
                      <a:pt x="490493" y="17136"/>
                    </a:lnTo>
                    <a:lnTo>
                      <a:pt x="433556" y="17093"/>
                    </a:lnTo>
                    <a:lnTo>
                      <a:pt x="413602" y="15281"/>
                    </a:lnTo>
                    <a:lnTo>
                      <a:pt x="356950" y="15281"/>
                    </a:lnTo>
                    <a:lnTo>
                      <a:pt x="337280" y="13469"/>
                    </a:lnTo>
                    <a:lnTo>
                      <a:pt x="280831" y="13404"/>
                    </a:lnTo>
                    <a:lnTo>
                      <a:pt x="261487" y="11592"/>
                    </a:lnTo>
                    <a:lnTo>
                      <a:pt x="205241" y="11592"/>
                    </a:lnTo>
                    <a:lnTo>
                      <a:pt x="186303" y="9781"/>
                    </a:lnTo>
                    <a:lnTo>
                      <a:pt x="130220" y="9781"/>
                    </a:lnTo>
                    <a:lnTo>
                      <a:pt x="75639" y="4564"/>
                    </a:lnTo>
                    <a:lnTo>
                      <a:pt x="20085" y="4520"/>
                    </a:lnTo>
                    <a:lnTo>
                      <a:pt x="2122" y="2818"/>
                    </a:lnTo>
                    <a:cubicBezTo>
                      <a:pt x="740" y="2665"/>
                      <a:pt x="-235" y="1967"/>
                      <a:pt x="50" y="1159"/>
                    </a:cubicBezTo>
                    <a:cubicBezTo>
                      <a:pt x="253" y="417"/>
                      <a:pt x="1553" y="-172"/>
                      <a:pt x="2935" y="46"/>
                    </a:cubicBezTo>
                    <a:lnTo>
                      <a:pt x="20614" y="1748"/>
                    </a:lnTo>
                    <a:lnTo>
                      <a:pt x="76087" y="1748"/>
                    </a:lnTo>
                    <a:lnTo>
                      <a:pt x="130747" y="6965"/>
                    </a:lnTo>
                    <a:lnTo>
                      <a:pt x="186709" y="7009"/>
                    </a:lnTo>
                    <a:lnTo>
                      <a:pt x="205647" y="8777"/>
                    </a:lnTo>
                    <a:lnTo>
                      <a:pt x="261893" y="8842"/>
                    </a:lnTo>
                    <a:lnTo>
                      <a:pt x="281238" y="10654"/>
                    </a:lnTo>
                    <a:lnTo>
                      <a:pt x="337687" y="10654"/>
                    </a:lnTo>
                    <a:lnTo>
                      <a:pt x="357315" y="12465"/>
                    </a:lnTo>
                    <a:lnTo>
                      <a:pt x="414089" y="12509"/>
                    </a:lnTo>
                    <a:lnTo>
                      <a:pt x="434044" y="14321"/>
                    </a:lnTo>
                    <a:lnTo>
                      <a:pt x="490900" y="14321"/>
                    </a:lnTo>
                    <a:lnTo>
                      <a:pt x="511220" y="16176"/>
                    </a:lnTo>
                    <a:lnTo>
                      <a:pt x="741201" y="16350"/>
                    </a:lnTo>
                    <a:lnTo>
                      <a:pt x="762618" y="18206"/>
                    </a:lnTo>
                    <a:cubicBezTo>
                      <a:pt x="764000" y="18315"/>
                      <a:pt x="764894" y="19057"/>
                      <a:pt x="764691" y="19799"/>
                    </a:cubicBezTo>
                    <a:cubicBezTo>
                      <a:pt x="764487" y="20497"/>
                      <a:pt x="763391" y="20978"/>
                      <a:pt x="762212" y="2097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19" name="Freeform: Shape 518">
                <a:extLst>
                  <a:ext uri="{FF2B5EF4-FFF2-40B4-BE49-F238E27FC236}">
                    <a16:creationId xmlns:a16="http://schemas.microsoft.com/office/drawing/2014/main" id="{AF1D925D-359E-41EC-A9A9-3CD65CFAABDD}"/>
                  </a:ext>
                </a:extLst>
              </p:cNvPr>
              <p:cNvSpPr/>
              <p:nvPr/>
            </p:nvSpPr>
            <p:spPr>
              <a:xfrm>
                <a:off x="40" y="6174323"/>
                <a:ext cx="6317243" cy="728613"/>
              </a:xfrm>
              <a:custGeom>
                <a:avLst/>
                <a:gdLst>
                  <a:gd name="connsiteX0" fmla="*/ 183490 w 6317243"/>
                  <a:gd name="connsiteY0" fmla="*/ 603067 h 728613"/>
                  <a:gd name="connsiteX1" fmla="*/ 254813 w 6317243"/>
                  <a:gd name="connsiteY1" fmla="*/ 576810 h 728613"/>
                  <a:gd name="connsiteX2" fmla="*/ 435011 w 6317243"/>
                  <a:gd name="connsiteY2" fmla="*/ 578294 h 728613"/>
                  <a:gd name="connsiteX3" fmla="*/ 436514 w 6317243"/>
                  <a:gd name="connsiteY3" fmla="*/ 578076 h 728613"/>
                  <a:gd name="connsiteX4" fmla="*/ 504830 w 6317243"/>
                  <a:gd name="connsiteY4" fmla="*/ 551862 h 728613"/>
                  <a:gd name="connsiteX5" fmla="*/ 571561 w 6317243"/>
                  <a:gd name="connsiteY5" fmla="*/ 525692 h 728613"/>
                  <a:gd name="connsiteX6" fmla="*/ 636097 w 6317243"/>
                  <a:gd name="connsiteY6" fmla="*/ 498998 h 728613"/>
                  <a:gd name="connsiteX7" fmla="*/ 810118 w 6317243"/>
                  <a:gd name="connsiteY7" fmla="*/ 502076 h 728613"/>
                  <a:gd name="connsiteX8" fmla="*/ 985236 w 6317243"/>
                  <a:gd name="connsiteY8" fmla="*/ 506026 h 728613"/>
                  <a:gd name="connsiteX9" fmla="*/ 1160394 w 6317243"/>
                  <a:gd name="connsiteY9" fmla="*/ 507292 h 728613"/>
                  <a:gd name="connsiteX10" fmla="*/ 1446256 w 6317243"/>
                  <a:gd name="connsiteY10" fmla="*/ 511614 h 728613"/>
                  <a:gd name="connsiteX11" fmla="*/ 1446906 w 6317243"/>
                  <a:gd name="connsiteY11" fmla="*/ 511549 h 728613"/>
                  <a:gd name="connsiteX12" fmla="*/ 1511117 w 6317243"/>
                  <a:gd name="connsiteY12" fmla="*/ 512618 h 728613"/>
                  <a:gd name="connsiteX13" fmla="*/ 1862247 w 6317243"/>
                  <a:gd name="connsiteY13" fmla="*/ 520454 h 728613"/>
                  <a:gd name="connsiteX14" fmla="*/ 1864076 w 6317243"/>
                  <a:gd name="connsiteY14" fmla="*/ 520083 h 728613"/>
                  <a:gd name="connsiteX15" fmla="*/ 1914103 w 6317243"/>
                  <a:gd name="connsiteY15" fmla="*/ 494720 h 728613"/>
                  <a:gd name="connsiteX16" fmla="*/ 1963115 w 6317243"/>
                  <a:gd name="connsiteY16" fmla="*/ 468616 h 728613"/>
                  <a:gd name="connsiteX17" fmla="*/ 2010542 w 6317243"/>
                  <a:gd name="connsiteY17" fmla="*/ 442031 h 728613"/>
                  <a:gd name="connsiteX18" fmla="*/ 2057116 w 6317243"/>
                  <a:gd name="connsiteY18" fmla="*/ 426163 h 728613"/>
                  <a:gd name="connsiteX19" fmla="*/ 2102836 w 6317243"/>
                  <a:gd name="connsiteY19" fmla="*/ 410928 h 728613"/>
                  <a:gd name="connsiteX20" fmla="*/ 2147580 w 6317243"/>
                  <a:gd name="connsiteY20" fmla="*/ 394995 h 728613"/>
                  <a:gd name="connsiteX21" fmla="*/ 2191268 w 6317243"/>
                  <a:gd name="connsiteY21" fmla="*/ 377992 h 728613"/>
                  <a:gd name="connsiteX22" fmla="*/ 2234021 w 6317243"/>
                  <a:gd name="connsiteY22" fmla="*/ 362539 h 728613"/>
                  <a:gd name="connsiteX23" fmla="*/ 2276003 w 6317243"/>
                  <a:gd name="connsiteY23" fmla="*/ 348155 h 728613"/>
                  <a:gd name="connsiteX24" fmla="*/ 2317171 w 6317243"/>
                  <a:gd name="connsiteY24" fmla="*/ 333182 h 728613"/>
                  <a:gd name="connsiteX25" fmla="*/ 2396907 w 6317243"/>
                  <a:gd name="connsiteY25" fmla="*/ 301686 h 728613"/>
                  <a:gd name="connsiteX26" fmla="*/ 2435718 w 6317243"/>
                  <a:gd name="connsiteY26" fmla="*/ 286975 h 728613"/>
                  <a:gd name="connsiteX27" fmla="*/ 2510739 w 6317243"/>
                  <a:gd name="connsiteY27" fmla="*/ 256113 h 728613"/>
                  <a:gd name="connsiteX28" fmla="*/ 2547315 w 6317243"/>
                  <a:gd name="connsiteY28" fmla="*/ 243213 h 728613"/>
                  <a:gd name="connsiteX29" fmla="*/ 2582997 w 6317243"/>
                  <a:gd name="connsiteY29" fmla="*/ 228939 h 728613"/>
                  <a:gd name="connsiteX30" fmla="*/ 2618314 w 6317243"/>
                  <a:gd name="connsiteY30" fmla="*/ 216214 h 728613"/>
                  <a:gd name="connsiteX31" fmla="*/ 2653101 w 6317243"/>
                  <a:gd name="connsiteY31" fmla="*/ 200760 h 728613"/>
                  <a:gd name="connsiteX32" fmla="*/ 2687036 w 6317243"/>
                  <a:gd name="connsiteY32" fmla="*/ 180571 h 728613"/>
                  <a:gd name="connsiteX33" fmla="*/ 2720442 w 6317243"/>
                  <a:gd name="connsiteY33" fmla="*/ 160381 h 728613"/>
                  <a:gd name="connsiteX34" fmla="*/ 2753319 w 6317243"/>
                  <a:gd name="connsiteY34" fmla="*/ 138860 h 728613"/>
                  <a:gd name="connsiteX35" fmla="*/ 2785628 w 6317243"/>
                  <a:gd name="connsiteY35" fmla="*/ 112538 h 728613"/>
                  <a:gd name="connsiteX36" fmla="*/ 2817327 w 6317243"/>
                  <a:gd name="connsiteY36" fmla="*/ 83399 h 728613"/>
                  <a:gd name="connsiteX37" fmla="*/ 2848539 w 6317243"/>
                  <a:gd name="connsiteY37" fmla="*/ 54261 h 728613"/>
                  <a:gd name="connsiteX38" fmla="*/ 2878978 w 6317243"/>
                  <a:gd name="connsiteY38" fmla="*/ 21543 h 728613"/>
                  <a:gd name="connsiteX39" fmla="*/ 2907874 w 6317243"/>
                  <a:gd name="connsiteY39" fmla="*/ 6133 h 728613"/>
                  <a:gd name="connsiteX40" fmla="*/ 3041376 w 6317243"/>
                  <a:gd name="connsiteY40" fmla="*/ 2728 h 728613"/>
                  <a:gd name="connsiteX41" fmla="*/ 3175935 w 6317243"/>
                  <a:gd name="connsiteY41" fmla="*/ 8534 h 728613"/>
                  <a:gd name="connsiteX42" fmla="*/ 3310778 w 6317243"/>
                  <a:gd name="connsiteY42" fmla="*/ 16850 h 728613"/>
                  <a:gd name="connsiteX43" fmla="*/ 3445703 w 6317243"/>
                  <a:gd name="connsiteY43" fmla="*/ 21106 h 728613"/>
                  <a:gd name="connsiteX44" fmla="*/ 3580709 w 6317243"/>
                  <a:gd name="connsiteY44" fmla="*/ 22176 h 728613"/>
                  <a:gd name="connsiteX45" fmla="*/ 3715715 w 6317243"/>
                  <a:gd name="connsiteY45" fmla="*/ 21477 h 728613"/>
                  <a:gd name="connsiteX46" fmla="*/ 3850803 w 6317243"/>
                  <a:gd name="connsiteY46" fmla="*/ 22503 h 728613"/>
                  <a:gd name="connsiteX47" fmla="*/ 3985931 w 6317243"/>
                  <a:gd name="connsiteY47" fmla="*/ 22983 h 728613"/>
                  <a:gd name="connsiteX48" fmla="*/ 4121181 w 6317243"/>
                  <a:gd name="connsiteY48" fmla="*/ 22394 h 728613"/>
                  <a:gd name="connsiteX49" fmla="*/ 4256553 w 6317243"/>
                  <a:gd name="connsiteY49" fmla="*/ 21063 h 728613"/>
                  <a:gd name="connsiteX50" fmla="*/ 4390787 w 6317243"/>
                  <a:gd name="connsiteY50" fmla="*/ 17112 h 728613"/>
                  <a:gd name="connsiteX51" fmla="*/ 4523679 w 6317243"/>
                  <a:gd name="connsiteY51" fmla="*/ 17592 h 728613"/>
                  <a:gd name="connsiteX52" fmla="*/ 4655434 w 6317243"/>
                  <a:gd name="connsiteY52" fmla="*/ 17068 h 728613"/>
                  <a:gd name="connsiteX53" fmla="*/ 4786498 w 6317243"/>
                  <a:gd name="connsiteY53" fmla="*/ 20582 h 728613"/>
                  <a:gd name="connsiteX54" fmla="*/ 4917400 w 6317243"/>
                  <a:gd name="connsiteY54" fmla="*/ 25908 h 728613"/>
                  <a:gd name="connsiteX55" fmla="*/ 5048911 w 6317243"/>
                  <a:gd name="connsiteY55" fmla="*/ 30121 h 728613"/>
                  <a:gd name="connsiteX56" fmla="*/ 5181275 w 6317243"/>
                  <a:gd name="connsiteY56" fmla="*/ 28942 h 728613"/>
                  <a:gd name="connsiteX57" fmla="*/ 5315956 w 6317243"/>
                  <a:gd name="connsiteY57" fmla="*/ 37956 h 728613"/>
                  <a:gd name="connsiteX58" fmla="*/ 5453319 w 6317243"/>
                  <a:gd name="connsiteY58" fmla="*/ 50376 h 728613"/>
                  <a:gd name="connsiteX59" fmla="*/ 5592227 w 6317243"/>
                  <a:gd name="connsiteY59" fmla="*/ 57033 h 728613"/>
                  <a:gd name="connsiteX60" fmla="*/ 5732557 w 6317243"/>
                  <a:gd name="connsiteY60" fmla="*/ 67531 h 728613"/>
                  <a:gd name="connsiteX61" fmla="*/ 5874390 w 6317243"/>
                  <a:gd name="connsiteY61" fmla="*/ 80322 h 728613"/>
                  <a:gd name="connsiteX62" fmla="*/ 6015940 w 6317243"/>
                  <a:gd name="connsiteY62" fmla="*/ 90078 h 728613"/>
                  <a:gd name="connsiteX63" fmla="*/ 6156838 w 6317243"/>
                  <a:gd name="connsiteY63" fmla="*/ 111883 h 728613"/>
                  <a:gd name="connsiteX64" fmla="*/ 6296477 w 6317243"/>
                  <a:gd name="connsiteY64" fmla="*/ 123975 h 728613"/>
                  <a:gd name="connsiteX65" fmla="*/ 6300054 w 6317243"/>
                  <a:gd name="connsiteY65" fmla="*/ 128449 h 728613"/>
                  <a:gd name="connsiteX66" fmla="*/ 6303224 w 6317243"/>
                  <a:gd name="connsiteY66" fmla="*/ 138795 h 728613"/>
                  <a:gd name="connsiteX67" fmla="*/ 6311474 w 6317243"/>
                  <a:gd name="connsiteY67" fmla="*/ 183343 h 728613"/>
                  <a:gd name="connsiteX68" fmla="*/ 6312246 w 6317243"/>
                  <a:gd name="connsiteY68" fmla="*/ 195129 h 728613"/>
                  <a:gd name="connsiteX69" fmla="*/ 6311636 w 6317243"/>
                  <a:gd name="connsiteY69" fmla="*/ 207483 h 728613"/>
                  <a:gd name="connsiteX70" fmla="*/ 6309929 w 6317243"/>
                  <a:gd name="connsiteY70" fmla="*/ 223678 h 728613"/>
                  <a:gd name="connsiteX71" fmla="*/ 6307166 w 6317243"/>
                  <a:gd name="connsiteY71" fmla="*/ 243759 h 728613"/>
                  <a:gd name="connsiteX72" fmla="*/ 6303915 w 6317243"/>
                  <a:gd name="connsiteY72" fmla="*/ 262464 h 728613"/>
                  <a:gd name="connsiteX73" fmla="*/ 6297372 w 6317243"/>
                  <a:gd name="connsiteY73" fmla="*/ 314695 h 728613"/>
                  <a:gd name="connsiteX74" fmla="*/ 6292535 w 6317243"/>
                  <a:gd name="connsiteY74" fmla="*/ 356318 h 728613"/>
                  <a:gd name="connsiteX75" fmla="*/ 6291032 w 6317243"/>
                  <a:gd name="connsiteY75" fmla="*/ 374587 h 728613"/>
                  <a:gd name="connsiteX76" fmla="*/ 6290260 w 6317243"/>
                  <a:gd name="connsiteY76" fmla="*/ 389931 h 728613"/>
                  <a:gd name="connsiteX77" fmla="*/ 6288796 w 6317243"/>
                  <a:gd name="connsiteY77" fmla="*/ 728613 h 728613"/>
                  <a:gd name="connsiteX78" fmla="*/ 6293551 w 6317243"/>
                  <a:gd name="connsiteY78" fmla="*/ 728613 h 728613"/>
                  <a:gd name="connsiteX79" fmla="*/ 6295340 w 6317243"/>
                  <a:gd name="connsiteY79" fmla="*/ 389931 h 728613"/>
                  <a:gd name="connsiteX80" fmla="*/ 6296112 w 6317243"/>
                  <a:gd name="connsiteY80" fmla="*/ 374696 h 728613"/>
                  <a:gd name="connsiteX81" fmla="*/ 6297697 w 6317243"/>
                  <a:gd name="connsiteY81" fmla="*/ 356471 h 728613"/>
                  <a:gd name="connsiteX82" fmla="*/ 6299769 w 6317243"/>
                  <a:gd name="connsiteY82" fmla="*/ 337286 h 728613"/>
                  <a:gd name="connsiteX83" fmla="*/ 6308995 w 6317243"/>
                  <a:gd name="connsiteY83" fmla="*/ 262682 h 728613"/>
                  <a:gd name="connsiteX84" fmla="*/ 6312246 w 6317243"/>
                  <a:gd name="connsiteY84" fmla="*/ 243977 h 728613"/>
                  <a:gd name="connsiteX85" fmla="*/ 6315009 w 6317243"/>
                  <a:gd name="connsiteY85" fmla="*/ 223897 h 728613"/>
                  <a:gd name="connsiteX86" fmla="*/ 6316676 w 6317243"/>
                  <a:gd name="connsiteY86" fmla="*/ 207592 h 728613"/>
                  <a:gd name="connsiteX87" fmla="*/ 6317244 w 6317243"/>
                  <a:gd name="connsiteY87" fmla="*/ 195064 h 728613"/>
                  <a:gd name="connsiteX88" fmla="*/ 6316472 w 6317243"/>
                  <a:gd name="connsiteY88" fmla="*/ 183190 h 728613"/>
                  <a:gd name="connsiteX89" fmla="*/ 6308222 w 6317243"/>
                  <a:gd name="connsiteY89" fmla="*/ 138424 h 728613"/>
                  <a:gd name="connsiteX90" fmla="*/ 6304768 w 6317243"/>
                  <a:gd name="connsiteY90" fmla="*/ 127663 h 728613"/>
                  <a:gd name="connsiteX91" fmla="*/ 6300501 w 6317243"/>
                  <a:gd name="connsiteY91" fmla="*/ 122185 h 728613"/>
                  <a:gd name="connsiteX92" fmla="*/ 6298631 w 6317243"/>
                  <a:gd name="connsiteY92" fmla="*/ 121334 h 728613"/>
                  <a:gd name="connsiteX93" fmla="*/ 6160171 w 6317243"/>
                  <a:gd name="connsiteY93" fmla="*/ 109460 h 728613"/>
                  <a:gd name="connsiteX94" fmla="*/ 6016915 w 6317243"/>
                  <a:gd name="connsiteY94" fmla="*/ 87393 h 728613"/>
                  <a:gd name="connsiteX95" fmla="*/ 5875122 w 6317243"/>
                  <a:gd name="connsiteY95" fmla="*/ 77593 h 728613"/>
                  <a:gd name="connsiteX96" fmla="*/ 5733329 w 6317243"/>
                  <a:gd name="connsiteY96" fmla="*/ 64803 h 728613"/>
                  <a:gd name="connsiteX97" fmla="*/ 5592796 w 6317243"/>
                  <a:gd name="connsiteY97" fmla="*/ 54261 h 728613"/>
                  <a:gd name="connsiteX98" fmla="*/ 5453888 w 6317243"/>
                  <a:gd name="connsiteY98" fmla="*/ 47647 h 728613"/>
                  <a:gd name="connsiteX99" fmla="*/ 5316688 w 6317243"/>
                  <a:gd name="connsiteY99" fmla="*/ 35228 h 728613"/>
                  <a:gd name="connsiteX100" fmla="*/ 5181560 w 6317243"/>
                  <a:gd name="connsiteY100" fmla="*/ 26170 h 728613"/>
                  <a:gd name="connsiteX101" fmla="*/ 5049033 w 6317243"/>
                  <a:gd name="connsiteY101" fmla="*/ 27349 h 728613"/>
                  <a:gd name="connsiteX102" fmla="*/ 4917684 w 6317243"/>
                  <a:gd name="connsiteY102" fmla="*/ 23180 h 728613"/>
                  <a:gd name="connsiteX103" fmla="*/ 4786783 w 6317243"/>
                  <a:gd name="connsiteY103" fmla="*/ 17789 h 728613"/>
                  <a:gd name="connsiteX104" fmla="*/ 4655516 w 6317243"/>
                  <a:gd name="connsiteY104" fmla="*/ 14275 h 728613"/>
                  <a:gd name="connsiteX105" fmla="*/ 4523639 w 6317243"/>
                  <a:gd name="connsiteY105" fmla="*/ 14864 h 728613"/>
                  <a:gd name="connsiteX106" fmla="*/ 4390624 w 6317243"/>
                  <a:gd name="connsiteY106" fmla="*/ 14340 h 728613"/>
                  <a:gd name="connsiteX107" fmla="*/ 4256349 w 6317243"/>
                  <a:gd name="connsiteY107" fmla="*/ 18334 h 728613"/>
                  <a:gd name="connsiteX108" fmla="*/ 4149507 w 6317243"/>
                  <a:gd name="connsiteY108" fmla="*/ 19360 h 728613"/>
                  <a:gd name="connsiteX109" fmla="*/ 3985890 w 6317243"/>
                  <a:gd name="connsiteY109" fmla="*/ 20211 h 728613"/>
                  <a:gd name="connsiteX110" fmla="*/ 3850803 w 6317243"/>
                  <a:gd name="connsiteY110" fmla="*/ 19731 h 728613"/>
                  <a:gd name="connsiteX111" fmla="*/ 3715675 w 6317243"/>
                  <a:gd name="connsiteY111" fmla="*/ 18727 h 728613"/>
                  <a:gd name="connsiteX112" fmla="*/ 3580669 w 6317243"/>
                  <a:gd name="connsiteY112" fmla="*/ 19426 h 728613"/>
                  <a:gd name="connsiteX113" fmla="*/ 3445825 w 6317243"/>
                  <a:gd name="connsiteY113" fmla="*/ 18356 h 728613"/>
                  <a:gd name="connsiteX114" fmla="*/ 3311144 w 6317243"/>
                  <a:gd name="connsiteY114" fmla="*/ 14100 h 728613"/>
                  <a:gd name="connsiteX115" fmla="*/ 3176422 w 6317243"/>
                  <a:gd name="connsiteY115" fmla="*/ 5849 h 728613"/>
                  <a:gd name="connsiteX116" fmla="*/ 3041417 w 6317243"/>
                  <a:gd name="connsiteY116" fmla="*/ 0 h 728613"/>
                  <a:gd name="connsiteX117" fmla="*/ 2906695 w 6317243"/>
                  <a:gd name="connsiteY117" fmla="*/ 3405 h 728613"/>
                  <a:gd name="connsiteX118" fmla="*/ 2905069 w 6317243"/>
                  <a:gd name="connsiteY118" fmla="*/ 3820 h 728613"/>
                  <a:gd name="connsiteX119" fmla="*/ 2875199 w 6317243"/>
                  <a:gd name="connsiteY119" fmla="*/ 19753 h 728613"/>
                  <a:gd name="connsiteX120" fmla="*/ 2874711 w 6317243"/>
                  <a:gd name="connsiteY120" fmla="*/ 20124 h 728613"/>
                  <a:gd name="connsiteX121" fmla="*/ 2844150 w 6317243"/>
                  <a:gd name="connsiteY121" fmla="*/ 52951 h 728613"/>
                  <a:gd name="connsiteX122" fmla="*/ 2812979 w 6317243"/>
                  <a:gd name="connsiteY122" fmla="*/ 82046 h 728613"/>
                  <a:gd name="connsiteX123" fmla="*/ 2781361 w 6317243"/>
                  <a:gd name="connsiteY123" fmla="*/ 111141 h 728613"/>
                  <a:gd name="connsiteX124" fmla="*/ 2749255 w 6317243"/>
                  <a:gd name="connsiteY124" fmla="*/ 137311 h 728613"/>
                  <a:gd name="connsiteX125" fmla="*/ 2716621 w 6317243"/>
                  <a:gd name="connsiteY125" fmla="*/ 158613 h 728613"/>
                  <a:gd name="connsiteX126" fmla="*/ 2649647 w 6317243"/>
                  <a:gd name="connsiteY126" fmla="*/ 198840 h 728613"/>
                  <a:gd name="connsiteX127" fmla="*/ 2615387 w 6317243"/>
                  <a:gd name="connsiteY127" fmla="*/ 214031 h 728613"/>
                  <a:gd name="connsiteX128" fmla="*/ 2580234 w 6317243"/>
                  <a:gd name="connsiteY128" fmla="*/ 226712 h 728613"/>
                  <a:gd name="connsiteX129" fmla="*/ 2544552 w 6317243"/>
                  <a:gd name="connsiteY129" fmla="*/ 240987 h 728613"/>
                  <a:gd name="connsiteX130" fmla="*/ 2507935 w 6317243"/>
                  <a:gd name="connsiteY130" fmla="*/ 253930 h 728613"/>
                  <a:gd name="connsiteX131" fmla="*/ 2432833 w 6317243"/>
                  <a:gd name="connsiteY131" fmla="*/ 284771 h 728613"/>
                  <a:gd name="connsiteX132" fmla="*/ 2394102 w 6317243"/>
                  <a:gd name="connsiteY132" fmla="*/ 299438 h 728613"/>
                  <a:gd name="connsiteX133" fmla="*/ 2314407 w 6317243"/>
                  <a:gd name="connsiteY133" fmla="*/ 330934 h 728613"/>
                  <a:gd name="connsiteX134" fmla="*/ 2273402 w 6317243"/>
                  <a:gd name="connsiteY134" fmla="*/ 345863 h 728613"/>
                  <a:gd name="connsiteX135" fmla="*/ 2231421 w 6317243"/>
                  <a:gd name="connsiteY135" fmla="*/ 360291 h 728613"/>
                  <a:gd name="connsiteX136" fmla="*/ 2188505 w 6317243"/>
                  <a:gd name="connsiteY136" fmla="*/ 375788 h 728613"/>
                  <a:gd name="connsiteX137" fmla="*/ 2144858 w 6317243"/>
                  <a:gd name="connsiteY137" fmla="*/ 392725 h 728613"/>
                  <a:gd name="connsiteX138" fmla="*/ 2100235 w 6317243"/>
                  <a:gd name="connsiteY138" fmla="*/ 408658 h 728613"/>
                  <a:gd name="connsiteX139" fmla="*/ 2054596 w 6317243"/>
                  <a:gd name="connsiteY139" fmla="*/ 423850 h 728613"/>
                  <a:gd name="connsiteX140" fmla="*/ 2007454 w 6317243"/>
                  <a:gd name="connsiteY140" fmla="*/ 439936 h 728613"/>
                  <a:gd name="connsiteX141" fmla="*/ 1959620 w 6317243"/>
                  <a:gd name="connsiteY141" fmla="*/ 466695 h 728613"/>
                  <a:gd name="connsiteX142" fmla="*/ 1910730 w 6317243"/>
                  <a:gd name="connsiteY142" fmla="*/ 492800 h 728613"/>
                  <a:gd name="connsiteX143" fmla="*/ 1861475 w 6317243"/>
                  <a:gd name="connsiteY143" fmla="*/ 517682 h 728613"/>
                  <a:gd name="connsiteX144" fmla="*/ 1511361 w 6317243"/>
                  <a:gd name="connsiteY144" fmla="*/ 509912 h 728613"/>
                  <a:gd name="connsiteX145" fmla="*/ 1446743 w 6317243"/>
                  <a:gd name="connsiteY145" fmla="*/ 508908 h 728613"/>
                  <a:gd name="connsiteX146" fmla="*/ 1446093 w 6317243"/>
                  <a:gd name="connsiteY146" fmla="*/ 508908 h 728613"/>
                  <a:gd name="connsiteX147" fmla="*/ 1160597 w 6317243"/>
                  <a:gd name="connsiteY147" fmla="*/ 504586 h 728613"/>
                  <a:gd name="connsiteX148" fmla="*/ 985479 w 6317243"/>
                  <a:gd name="connsiteY148" fmla="*/ 503298 h 728613"/>
                  <a:gd name="connsiteX149" fmla="*/ 810402 w 6317243"/>
                  <a:gd name="connsiteY149" fmla="*/ 499348 h 728613"/>
                  <a:gd name="connsiteX150" fmla="*/ 635488 w 6317243"/>
                  <a:gd name="connsiteY150" fmla="*/ 496248 h 728613"/>
                  <a:gd name="connsiteX151" fmla="*/ 633862 w 6317243"/>
                  <a:gd name="connsiteY151" fmla="*/ 496510 h 728613"/>
                  <a:gd name="connsiteX152" fmla="*/ 568676 w 6317243"/>
                  <a:gd name="connsiteY152" fmla="*/ 523466 h 728613"/>
                  <a:gd name="connsiteX153" fmla="*/ 501985 w 6317243"/>
                  <a:gd name="connsiteY153" fmla="*/ 549636 h 728613"/>
                  <a:gd name="connsiteX154" fmla="*/ 434360 w 6317243"/>
                  <a:gd name="connsiteY154" fmla="*/ 575522 h 728613"/>
                  <a:gd name="connsiteX155" fmla="*/ 254244 w 6317243"/>
                  <a:gd name="connsiteY155" fmla="*/ 574038 h 728613"/>
                  <a:gd name="connsiteX156" fmla="*/ 252781 w 6317243"/>
                  <a:gd name="connsiteY156" fmla="*/ 574256 h 728613"/>
                  <a:gd name="connsiteX157" fmla="*/ 181376 w 6317243"/>
                  <a:gd name="connsiteY157" fmla="*/ 600514 h 728613"/>
                  <a:gd name="connsiteX158" fmla="*/ 0 w 6317243"/>
                  <a:gd name="connsiteY158" fmla="*/ 598811 h 728613"/>
                  <a:gd name="connsiteX159" fmla="*/ 0 w 6317243"/>
                  <a:gd name="connsiteY159" fmla="*/ 601692 h 728613"/>
                  <a:gd name="connsiteX160" fmla="*/ 182067 w 6317243"/>
                  <a:gd name="connsiteY160" fmla="*/ 603351 h 728613"/>
                  <a:gd name="connsiteX161" fmla="*/ 183530 w 6317243"/>
                  <a:gd name="connsiteY161" fmla="*/ 603133 h 7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317243" h="728613">
                    <a:moveTo>
                      <a:pt x="183490" y="603067"/>
                    </a:moveTo>
                    <a:lnTo>
                      <a:pt x="254813" y="576810"/>
                    </a:lnTo>
                    <a:lnTo>
                      <a:pt x="435011" y="578294"/>
                    </a:lnTo>
                    <a:cubicBezTo>
                      <a:pt x="435783" y="578229"/>
                      <a:pt x="436108" y="578229"/>
                      <a:pt x="436514" y="578076"/>
                    </a:cubicBezTo>
                    <a:lnTo>
                      <a:pt x="504830" y="551862"/>
                    </a:lnTo>
                    <a:lnTo>
                      <a:pt x="571561" y="525692"/>
                    </a:lnTo>
                    <a:lnTo>
                      <a:pt x="636097" y="498998"/>
                    </a:lnTo>
                    <a:lnTo>
                      <a:pt x="810118" y="502076"/>
                    </a:lnTo>
                    <a:lnTo>
                      <a:pt x="985236" y="506026"/>
                    </a:lnTo>
                    <a:lnTo>
                      <a:pt x="1160394" y="507292"/>
                    </a:lnTo>
                    <a:lnTo>
                      <a:pt x="1446256" y="511614"/>
                    </a:lnTo>
                    <a:cubicBezTo>
                      <a:pt x="1446500" y="511658"/>
                      <a:pt x="1446662" y="511614"/>
                      <a:pt x="1446906" y="511549"/>
                    </a:cubicBezTo>
                    <a:lnTo>
                      <a:pt x="1511117" y="512618"/>
                    </a:lnTo>
                    <a:lnTo>
                      <a:pt x="1862247" y="520454"/>
                    </a:lnTo>
                    <a:cubicBezTo>
                      <a:pt x="1862938" y="520454"/>
                      <a:pt x="1863588" y="520301"/>
                      <a:pt x="1864076" y="520083"/>
                    </a:cubicBezTo>
                    <a:lnTo>
                      <a:pt x="1914103" y="494720"/>
                    </a:lnTo>
                    <a:lnTo>
                      <a:pt x="1963115" y="468616"/>
                    </a:lnTo>
                    <a:lnTo>
                      <a:pt x="2010542" y="442031"/>
                    </a:lnTo>
                    <a:lnTo>
                      <a:pt x="2057116" y="426163"/>
                    </a:lnTo>
                    <a:lnTo>
                      <a:pt x="2102836" y="410928"/>
                    </a:lnTo>
                    <a:lnTo>
                      <a:pt x="2147580" y="394995"/>
                    </a:lnTo>
                    <a:lnTo>
                      <a:pt x="2191268" y="377992"/>
                    </a:lnTo>
                    <a:lnTo>
                      <a:pt x="2234021" y="362539"/>
                    </a:lnTo>
                    <a:lnTo>
                      <a:pt x="2276003" y="348155"/>
                    </a:lnTo>
                    <a:lnTo>
                      <a:pt x="2317171" y="333182"/>
                    </a:lnTo>
                    <a:lnTo>
                      <a:pt x="2396907" y="301686"/>
                    </a:lnTo>
                    <a:lnTo>
                      <a:pt x="2435718" y="286975"/>
                    </a:lnTo>
                    <a:lnTo>
                      <a:pt x="2510739" y="256113"/>
                    </a:lnTo>
                    <a:lnTo>
                      <a:pt x="2547315" y="243213"/>
                    </a:lnTo>
                    <a:lnTo>
                      <a:pt x="2582997" y="228939"/>
                    </a:lnTo>
                    <a:lnTo>
                      <a:pt x="2618314" y="216214"/>
                    </a:lnTo>
                    <a:lnTo>
                      <a:pt x="2653101" y="200760"/>
                    </a:lnTo>
                    <a:lnTo>
                      <a:pt x="2687036" y="180571"/>
                    </a:lnTo>
                    <a:lnTo>
                      <a:pt x="2720442" y="160381"/>
                    </a:lnTo>
                    <a:lnTo>
                      <a:pt x="2753319" y="138860"/>
                    </a:lnTo>
                    <a:lnTo>
                      <a:pt x="2785628" y="112538"/>
                    </a:lnTo>
                    <a:lnTo>
                      <a:pt x="2817327" y="83399"/>
                    </a:lnTo>
                    <a:lnTo>
                      <a:pt x="2848539" y="54261"/>
                    </a:lnTo>
                    <a:lnTo>
                      <a:pt x="2878978" y="21543"/>
                    </a:lnTo>
                    <a:lnTo>
                      <a:pt x="2907874" y="6133"/>
                    </a:lnTo>
                    <a:lnTo>
                      <a:pt x="3041376" y="2728"/>
                    </a:lnTo>
                    <a:lnTo>
                      <a:pt x="3175935" y="8534"/>
                    </a:lnTo>
                    <a:lnTo>
                      <a:pt x="3310778" y="16850"/>
                    </a:lnTo>
                    <a:lnTo>
                      <a:pt x="3445703" y="21106"/>
                    </a:lnTo>
                    <a:lnTo>
                      <a:pt x="3580709" y="22176"/>
                    </a:lnTo>
                    <a:lnTo>
                      <a:pt x="3715715" y="21477"/>
                    </a:lnTo>
                    <a:lnTo>
                      <a:pt x="3850803" y="22503"/>
                    </a:lnTo>
                    <a:lnTo>
                      <a:pt x="3985931" y="22983"/>
                    </a:lnTo>
                    <a:lnTo>
                      <a:pt x="4121181" y="22394"/>
                    </a:lnTo>
                    <a:lnTo>
                      <a:pt x="4256553" y="21063"/>
                    </a:lnTo>
                    <a:lnTo>
                      <a:pt x="4390787" y="17112"/>
                    </a:lnTo>
                    <a:lnTo>
                      <a:pt x="4523679" y="17592"/>
                    </a:lnTo>
                    <a:lnTo>
                      <a:pt x="4655434" y="17068"/>
                    </a:lnTo>
                    <a:lnTo>
                      <a:pt x="4786498" y="20582"/>
                    </a:lnTo>
                    <a:lnTo>
                      <a:pt x="4917400" y="25908"/>
                    </a:lnTo>
                    <a:lnTo>
                      <a:pt x="5048911" y="30121"/>
                    </a:lnTo>
                    <a:lnTo>
                      <a:pt x="5181275" y="28942"/>
                    </a:lnTo>
                    <a:lnTo>
                      <a:pt x="5315956" y="37956"/>
                    </a:lnTo>
                    <a:lnTo>
                      <a:pt x="5453319" y="50376"/>
                    </a:lnTo>
                    <a:lnTo>
                      <a:pt x="5592227" y="57033"/>
                    </a:lnTo>
                    <a:lnTo>
                      <a:pt x="5732557" y="67531"/>
                    </a:lnTo>
                    <a:lnTo>
                      <a:pt x="5874390" y="80322"/>
                    </a:lnTo>
                    <a:lnTo>
                      <a:pt x="6015940" y="90078"/>
                    </a:lnTo>
                    <a:lnTo>
                      <a:pt x="6156838" y="111883"/>
                    </a:lnTo>
                    <a:lnTo>
                      <a:pt x="6296477" y="123975"/>
                    </a:lnTo>
                    <a:lnTo>
                      <a:pt x="6300054" y="128449"/>
                    </a:lnTo>
                    <a:lnTo>
                      <a:pt x="6303224" y="138795"/>
                    </a:lnTo>
                    <a:lnTo>
                      <a:pt x="6311474" y="183343"/>
                    </a:lnTo>
                    <a:lnTo>
                      <a:pt x="6312246" y="195129"/>
                    </a:lnTo>
                    <a:lnTo>
                      <a:pt x="6311636" y="207483"/>
                    </a:lnTo>
                    <a:lnTo>
                      <a:pt x="6309929" y="223678"/>
                    </a:lnTo>
                    <a:lnTo>
                      <a:pt x="6307166" y="243759"/>
                    </a:lnTo>
                    <a:lnTo>
                      <a:pt x="6303915" y="262464"/>
                    </a:lnTo>
                    <a:lnTo>
                      <a:pt x="6297372" y="314695"/>
                    </a:lnTo>
                    <a:lnTo>
                      <a:pt x="6292535" y="356318"/>
                    </a:lnTo>
                    <a:lnTo>
                      <a:pt x="6291032" y="374587"/>
                    </a:lnTo>
                    <a:lnTo>
                      <a:pt x="6290260" y="389931"/>
                    </a:lnTo>
                    <a:lnTo>
                      <a:pt x="6288796" y="728613"/>
                    </a:lnTo>
                    <a:lnTo>
                      <a:pt x="6293551" y="728613"/>
                    </a:lnTo>
                    <a:lnTo>
                      <a:pt x="6295340" y="389931"/>
                    </a:lnTo>
                    <a:lnTo>
                      <a:pt x="6296112" y="374696"/>
                    </a:lnTo>
                    <a:lnTo>
                      <a:pt x="6297697" y="356471"/>
                    </a:lnTo>
                    <a:lnTo>
                      <a:pt x="6299769" y="337286"/>
                    </a:lnTo>
                    <a:lnTo>
                      <a:pt x="6308995" y="262682"/>
                    </a:lnTo>
                    <a:lnTo>
                      <a:pt x="6312246" y="243977"/>
                    </a:lnTo>
                    <a:lnTo>
                      <a:pt x="6315009" y="223897"/>
                    </a:lnTo>
                    <a:lnTo>
                      <a:pt x="6316676" y="207592"/>
                    </a:lnTo>
                    <a:lnTo>
                      <a:pt x="6317244" y="195064"/>
                    </a:lnTo>
                    <a:lnTo>
                      <a:pt x="6316472" y="183190"/>
                    </a:lnTo>
                    <a:lnTo>
                      <a:pt x="6308222" y="138424"/>
                    </a:lnTo>
                    <a:lnTo>
                      <a:pt x="6304768" y="127663"/>
                    </a:lnTo>
                    <a:lnTo>
                      <a:pt x="6300501" y="122185"/>
                    </a:lnTo>
                    <a:cubicBezTo>
                      <a:pt x="6300216" y="121770"/>
                      <a:pt x="6299404" y="121443"/>
                      <a:pt x="6298631" y="121334"/>
                    </a:cubicBezTo>
                    <a:lnTo>
                      <a:pt x="6160171" y="109460"/>
                    </a:lnTo>
                    <a:lnTo>
                      <a:pt x="6016915" y="87393"/>
                    </a:lnTo>
                    <a:lnTo>
                      <a:pt x="5875122" y="77593"/>
                    </a:lnTo>
                    <a:lnTo>
                      <a:pt x="5733329" y="64803"/>
                    </a:lnTo>
                    <a:lnTo>
                      <a:pt x="5592796" y="54261"/>
                    </a:lnTo>
                    <a:lnTo>
                      <a:pt x="5453888" y="47647"/>
                    </a:lnTo>
                    <a:lnTo>
                      <a:pt x="5316688" y="35228"/>
                    </a:lnTo>
                    <a:lnTo>
                      <a:pt x="5181560" y="26170"/>
                    </a:lnTo>
                    <a:lnTo>
                      <a:pt x="5049033" y="27349"/>
                    </a:lnTo>
                    <a:lnTo>
                      <a:pt x="4917684" y="23180"/>
                    </a:lnTo>
                    <a:lnTo>
                      <a:pt x="4786783" y="17789"/>
                    </a:lnTo>
                    <a:lnTo>
                      <a:pt x="4655516" y="14275"/>
                    </a:lnTo>
                    <a:lnTo>
                      <a:pt x="4523639" y="14864"/>
                    </a:lnTo>
                    <a:lnTo>
                      <a:pt x="4390624" y="14340"/>
                    </a:lnTo>
                    <a:lnTo>
                      <a:pt x="4256349" y="18334"/>
                    </a:lnTo>
                    <a:lnTo>
                      <a:pt x="4149507" y="19360"/>
                    </a:lnTo>
                    <a:lnTo>
                      <a:pt x="3985890" y="20211"/>
                    </a:lnTo>
                    <a:lnTo>
                      <a:pt x="3850803" y="19731"/>
                    </a:lnTo>
                    <a:lnTo>
                      <a:pt x="3715675" y="18727"/>
                    </a:lnTo>
                    <a:lnTo>
                      <a:pt x="3580669" y="19426"/>
                    </a:lnTo>
                    <a:lnTo>
                      <a:pt x="3445825" y="18356"/>
                    </a:lnTo>
                    <a:lnTo>
                      <a:pt x="3311144" y="14100"/>
                    </a:lnTo>
                    <a:lnTo>
                      <a:pt x="3176422" y="5849"/>
                    </a:lnTo>
                    <a:lnTo>
                      <a:pt x="3041417" y="0"/>
                    </a:lnTo>
                    <a:lnTo>
                      <a:pt x="2906695" y="3405"/>
                    </a:lnTo>
                    <a:cubicBezTo>
                      <a:pt x="2906085" y="3449"/>
                      <a:pt x="2905516" y="3558"/>
                      <a:pt x="2905069" y="3820"/>
                    </a:cubicBezTo>
                    <a:lnTo>
                      <a:pt x="2875199" y="19753"/>
                    </a:lnTo>
                    <a:cubicBezTo>
                      <a:pt x="2875199" y="19753"/>
                      <a:pt x="2874833" y="19971"/>
                      <a:pt x="2874711" y="20124"/>
                    </a:cubicBezTo>
                    <a:lnTo>
                      <a:pt x="2844150" y="52951"/>
                    </a:lnTo>
                    <a:lnTo>
                      <a:pt x="2812979" y="82046"/>
                    </a:lnTo>
                    <a:lnTo>
                      <a:pt x="2781361" y="111141"/>
                    </a:lnTo>
                    <a:lnTo>
                      <a:pt x="2749255" y="137311"/>
                    </a:lnTo>
                    <a:lnTo>
                      <a:pt x="2716621" y="158613"/>
                    </a:lnTo>
                    <a:lnTo>
                      <a:pt x="2649647" y="198840"/>
                    </a:lnTo>
                    <a:lnTo>
                      <a:pt x="2615387" y="214031"/>
                    </a:lnTo>
                    <a:lnTo>
                      <a:pt x="2580234" y="226712"/>
                    </a:lnTo>
                    <a:lnTo>
                      <a:pt x="2544552" y="240987"/>
                    </a:lnTo>
                    <a:lnTo>
                      <a:pt x="2507935" y="253930"/>
                    </a:lnTo>
                    <a:lnTo>
                      <a:pt x="2432833" y="284771"/>
                    </a:lnTo>
                    <a:lnTo>
                      <a:pt x="2394102" y="299438"/>
                    </a:lnTo>
                    <a:lnTo>
                      <a:pt x="2314407" y="330934"/>
                    </a:lnTo>
                    <a:lnTo>
                      <a:pt x="2273402" y="345863"/>
                    </a:lnTo>
                    <a:lnTo>
                      <a:pt x="2231421" y="360291"/>
                    </a:lnTo>
                    <a:lnTo>
                      <a:pt x="2188505" y="375788"/>
                    </a:lnTo>
                    <a:lnTo>
                      <a:pt x="2144858" y="392725"/>
                    </a:lnTo>
                    <a:lnTo>
                      <a:pt x="2100235" y="408658"/>
                    </a:lnTo>
                    <a:lnTo>
                      <a:pt x="2054596" y="423850"/>
                    </a:lnTo>
                    <a:lnTo>
                      <a:pt x="2007454" y="439936"/>
                    </a:lnTo>
                    <a:lnTo>
                      <a:pt x="1959620" y="466695"/>
                    </a:lnTo>
                    <a:lnTo>
                      <a:pt x="1910730" y="492800"/>
                    </a:lnTo>
                    <a:lnTo>
                      <a:pt x="1861475" y="517682"/>
                    </a:lnTo>
                    <a:lnTo>
                      <a:pt x="1511361" y="509912"/>
                    </a:lnTo>
                    <a:lnTo>
                      <a:pt x="1446743" y="508908"/>
                    </a:lnTo>
                    <a:lnTo>
                      <a:pt x="1446093" y="508908"/>
                    </a:lnTo>
                    <a:lnTo>
                      <a:pt x="1160597" y="504586"/>
                    </a:lnTo>
                    <a:lnTo>
                      <a:pt x="985479" y="503298"/>
                    </a:lnTo>
                    <a:lnTo>
                      <a:pt x="810402" y="499348"/>
                    </a:lnTo>
                    <a:lnTo>
                      <a:pt x="635488" y="496248"/>
                    </a:lnTo>
                    <a:cubicBezTo>
                      <a:pt x="634878" y="496248"/>
                      <a:pt x="634350" y="496357"/>
                      <a:pt x="633862" y="496510"/>
                    </a:cubicBezTo>
                    <a:lnTo>
                      <a:pt x="568676" y="523466"/>
                    </a:lnTo>
                    <a:lnTo>
                      <a:pt x="501985" y="549636"/>
                    </a:lnTo>
                    <a:lnTo>
                      <a:pt x="434360" y="575522"/>
                    </a:lnTo>
                    <a:lnTo>
                      <a:pt x="254244" y="574038"/>
                    </a:lnTo>
                    <a:cubicBezTo>
                      <a:pt x="253675" y="574103"/>
                      <a:pt x="253187" y="574147"/>
                      <a:pt x="252781" y="574256"/>
                    </a:cubicBezTo>
                    <a:lnTo>
                      <a:pt x="181376" y="600514"/>
                    </a:lnTo>
                    <a:lnTo>
                      <a:pt x="0" y="598811"/>
                    </a:lnTo>
                    <a:lnTo>
                      <a:pt x="0" y="601692"/>
                    </a:lnTo>
                    <a:lnTo>
                      <a:pt x="182067" y="603351"/>
                    </a:lnTo>
                    <a:cubicBezTo>
                      <a:pt x="182352" y="603286"/>
                      <a:pt x="183083" y="603286"/>
                      <a:pt x="183530" y="6031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0" name="Freeform: Shape 519">
                <a:extLst>
                  <a:ext uri="{FF2B5EF4-FFF2-40B4-BE49-F238E27FC236}">
                    <a16:creationId xmlns:a16="http://schemas.microsoft.com/office/drawing/2014/main" id="{D3DDAEC2-43F3-4F39-8D28-E27139B2E63F}"/>
                  </a:ext>
                </a:extLst>
              </p:cNvPr>
              <p:cNvSpPr/>
              <p:nvPr/>
            </p:nvSpPr>
            <p:spPr>
              <a:xfrm>
                <a:off x="8942791" y="6431352"/>
                <a:ext cx="3249208" cy="9952"/>
              </a:xfrm>
              <a:custGeom>
                <a:avLst/>
                <a:gdLst>
                  <a:gd name="connsiteX0" fmla="*/ 3249209 w 3249208"/>
                  <a:gd name="connsiteY0" fmla="*/ 7137 h 9952"/>
                  <a:gd name="connsiteX1" fmla="*/ 2561 w 3249208"/>
                  <a:gd name="connsiteY1" fmla="*/ 0 h 9952"/>
                  <a:gd name="connsiteX2" fmla="*/ 2561 w 3249208"/>
                  <a:gd name="connsiteY2" fmla="*/ 0 h 9952"/>
                  <a:gd name="connsiteX3" fmla="*/ 0 w 3249208"/>
                  <a:gd name="connsiteY3" fmla="*/ 1441 h 9952"/>
                  <a:gd name="connsiteX4" fmla="*/ 2561 w 3249208"/>
                  <a:gd name="connsiteY4" fmla="*/ 2816 h 9952"/>
                  <a:gd name="connsiteX5" fmla="*/ 3249209 w 3249208"/>
                  <a:gd name="connsiteY5" fmla="*/ 9953 h 9952"/>
                  <a:gd name="connsiteX6" fmla="*/ 3249209 w 3249208"/>
                  <a:gd name="connsiteY6" fmla="*/ 7137 h 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9208" h="9952">
                    <a:moveTo>
                      <a:pt x="3249209" y="7137"/>
                    </a:moveTo>
                    <a:lnTo>
                      <a:pt x="2561" y="0"/>
                    </a:lnTo>
                    <a:lnTo>
                      <a:pt x="2561" y="0"/>
                    </a:lnTo>
                    <a:cubicBezTo>
                      <a:pt x="1179" y="0"/>
                      <a:pt x="81" y="633"/>
                      <a:pt x="0" y="1441"/>
                    </a:cubicBezTo>
                    <a:cubicBezTo>
                      <a:pt x="0" y="2183"/>
                      <a:pt x="1179" y="2816"/>
                      <a:pt x="2561" y="2816"/>
                    </a:cubicBezTo>
                    <a:lnTo>
                      <a:pt x="3249209" y="9953"/>
                    </a:lnTo>
                    <a:lnTo>
                      <a:pt x="3249209" y="71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1" name="Freeform: Shape 520">
                <a:extLst>
                  <a:ext uri="{FF2B5EF4-FFF2-40B4-BE49-F238E27FC236}">
                    <a16:creationId xmlns:a16="http://schemas.microsoft.com/office/drawing/2014/main" id="{A92494A2-DD6E-49BF-8DCA-D946E43DE9EB}"/>
                  </a:ext>
                </a:extLst>
              </p:cNvPr>
              <p:cNvSpPr/>
              <p:nvPr/>
            </p:nvSpPr>
            <p:spPr>
              <a:xfrm>
                <a:off x="4234010" y="5532033"/>
                <a:ext cx="426829" cy="9101"/>
              </a:xfrm>
              <a:custGeom>
                <a:avLst/>
                <a:gdLst>
                  <a:gd name="connsiteX0" fmla="*/ 227855 w 426829"/>
                  <a:gd name="connsiteY0" fmla="*/ 9102 h 9101"/>
                  <a:gd name="connsiteX1" fmla="*/ 160433 w 426829"/>
                  <a:gd name="connsiteY1" fmla="*/ 7661 h 9101"/>
                  <a:gd name="connsiteX2" fmla="*/ 90085 w 426829"/>
                  <a:gd name="connsiteY2" fmla="*/ 2816 h 9101"/>
                  <a:gd name="connsiteX3" fmla="*/ 20225 w 426829"/>
                  <a:gd name="connsiteY3" fmla="*/ 3339 h 9101"/>
                  <a:gd name="connsiteX4" fmla="*/ 2872 w 426829"/>
                  <a:gd name="connsiteY4" fmla="*/ 4627 h 9101"/>
                  <a:gd name="connsiteX5" fmla="*/ 27 w 426829"/>
                  <a:gd name="connsiteY5" fmla="*/ 3405 h 9101"/>
                  <a:gd name="connsiteX6" fmla="*/ 2221 w 426829"/>
                  <a:gd name="connsiteY6" fmla="*/ 1812 h 9101"/>
                  <a:gd name="connsiteX7" fmla="*/ 19859 w 426829"/>
                  <a:gd name="connsiteY7" fmla="*/ 589 h 9101"/>
                  <a:gd name="connsiteX8" fmla="*/ 90288 w 426829"/>
                  <a:gd name="connsiteY8" fmla="*/ 0 h 9101"/>
                  <a:gd name="connsiteX9" fmla="*/ 160758 w 426829"/>
                  <a:gd name="connsiteY9" fmla="*/ 4845 h 9101"/>
                  <a:gd name="connsiteX10" fmla="*/ 227529 w 426829"/>
                  <a:gd name="connsiteY10" fmla="*/ 6330 h 9101"/>
                  <a:gd name="connsiteX11" fmla="*/ 292553 w 426829"/>
                  <a:gd name="connsiteY11" fmla="*/ 1004 h 9101"/>
                  <a:gd name="connsiteX12" fmla="*/ 424349 w 426829"/>
                  <a:gd name="connsiteY12" fmla="*/ 3405 h 9101"/>
                  <a:gd name="connsiteX13" fmla="*/ 426828 w 426829"/>
                  <a:gd name="connsiteY13" fmla="*/ 4845 h 9101"/>
                  <a:gd name="connsiteX14" fmla="*/ 424186 w 426829"/>
                  <a:gd name="connsiteY14" fmla="*/ 6221 h 9101"/>
                  <a:gd name="connsiteX15" fmla="*/ 292838 w 426829"/>
                  <a:gd name="connsiteY15" fmla="*/ 3820 h 9101"/>
                  <a:gd name="connsiteX16" fmla="*/ 227773 w 426829"/>
                  <a:gd name="connsiteY16" fmla="*/ 9102 h 9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6829" h="9101">
                    <a:moveTo>
                      <a:pt x="227855" y="9102"/>
                    </a:moveTo>
                    <a:lnTo>
                      <a:pt x="160433" y="7661"/>
                    </a:lnTo>
                    <a:lnTo>
                      <a:pt x="90085" y="2816"/>
                    </a:lnTo>
                    <a:lnTo>
                      <a:pt x="20225" y="3339"/>
                    </a:lnTo>
                    <a:lnTo>
                      <a:pt x="2872" y="4627"/>
                    </a:lnTo>
                    <a:cubicBezTo>
                      <a:pt x="1490" y="4671"/>
                      <a:pt x="230" y="4147"/>
                      <a:pt x="27" y="3405"/>
                    </a:cubicBezTo>
                    <a:cubicBezTo>
                      <a:pt x="-176" y="2597"/>
                      <a:pt x="799" y="1899"/>
                      <a:pt x="2221" y="1812"/>
                    </a:cubicBezTo>
                    <a:lnTo>
                      <a:pt x="19859" y="589"/>
                    </a:lnTo>
                    <a:lnTo>
                      <a:pt x="90288" y="0"/>
                    </a:lnTo>
                    <a:lnTo>
                      <a:pt x="160758" y="4845"/>
                    </a:lnTo>
                    <a:lnTo>
                      <a:pt x="227529" y="6330"/>
                    </a:lnTo>
                    <a:lnTo>
                      <a:pt x="292553" y="1004"/>
                    </a:lnTo>
                    <a:lnTo>
                      <a:pt x="424349" y="3405"/>
                    </a:lnTo>
                    <a:cubicBezTo>
                      <a:pt x="425771" y="3405"/>
                      <a:pt x="426869" y="4038"/>
                      <a:pt x="426828" y="4845"/>
                    </a:cubicBezTo>
                    <a:cubicBezTo>
                      <a:pt x="426787" y="5653"/>
                      <a:pt x="425487" y="6177"/>
                      <a:pt x="424186" y="6221"/>
                    </a:cubicBezTo>
                    <a:lnTo>
                      <a:pt x="292838" y="3820"/>
                    </a:lnTo>
                    <a:lnTo>
                      <a:pt x="227773" y="91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2" name="Freeform: Shape 521">
                <a:extLst>
                  <a:ext uri="{FF2B5EF4-FFF2-40B4-BE49-F238E27FC236}">
                    <a16:creationId xmlns:a16="http://schemas.microsoft.com/office/drawing/2014/main" id="{FA7BC9C8-EEB0-47FF-9107-999D120814A5}"/>
                  </a:ext>
                </a:extLst>
              </p:cNvPr>
              <p:cNvSpPr/>
              <p:nvPr/>
            </p:nvSpPr>
            <p:spPr>
              <a:xfrm>
                <a:off x="11203769" y="5693910"/>
                <a:ext cx="884050" cy="26639"/>
              </a:xfrm>
              <a:custGeom>
                <a:avLst/>
                <a:gdLst>
                  <a:gd name="connsiteX0" fmla="*/ 881469 w 884050"/>
                  <a:gd name="connsiteY0" fmla="*/ 26596 h 26639"/>
                  <a:gd name="connsiteX1" fmla="*/ 881063 w 884050"/>
                  <a:gd name="connsiteY1" fmla="*/ 26596 h 26639"/>
                  <a:gd name="connsiteX2" fmla="*/ 817461 w 884050"/>
                  <a:gd name="connsiteY2" fmla="*/ 20986 h 26639"/>
                  <a:gd name="connsiteX3" fmla="*/ 586585 w 884050"/>
                  <a:gd name="connsiteY3" fmla="*/ 20833 h 26639"/>
                  <a:gd name="connsiteX4" fmla="*/ 566022 w 884050"/>
                  <a:gd name="connsiteY4" fmla="*/ 18978 h 26639"/>
                  <a:gd name="connsiteX5" fmla="*/ 508882 w 884050"/>
                  <a:gd name="connsiteY5" fmla="*/ 18913 h 26639"/>
                  <a:gd name="connsiteX6" fmla="*/ 488765 w 884050"/>
                  <a:gd name="connsiteY6" fmla="*/ 17101 h 26639"/>
                  <a:gd name="connsiteX7" fmla="*/ 431910 w 884050"/>
                  <a:gd name="connsiteY7" fmla="*/ 17057 h 26639"/>
                  <a:gd name="connsiteX8" fmla="*/ 412077 w 884050"/>
                  <a:gd name="connsiteY8" fmla="*/ 15246 h 26639"/>
                  <a:gd name="connsiteX9" fmla="*/ 355425 w 884050"/>
                  <a:gd name="connsiteY9" fmla="*/ 15202 h 26639"/>
                  <a:gd name="connsiteX10" fmla="*/ 336081 w 884050"/>
                  <a:gd name="connsiteY10" fmla="*/ 13434 h 26639"/>
                  <a:gd name="connsiteX11" fmla="*/ 279510 w 884050"/>
                  <a:gd name="connsiteY11" fmla="*/ 13391 h 26639"/>
                  <a:gd name="connsiteX12" fmla="*/ 260368 w 884050"/>
                  <a:gd name="connsiteY12" fmla="*/ 11579 h 26639"/>
                  <a:gd name="connsiteX13" fmla="*/ 204204 w 884050"/>
                  <a:gd name="connsiteY13" fmla="*/ 11579 h 26639"/>
                  <a:gd name="connsiteX14" fmla="*/ 185428 w 884050"/>
                  <a:gd name="connsiteY14" fmla="*/ 9767 h 26639"/>
                  <a:gd name="connsiteX15" fmla="*/ 129263 w 884050"/>
                  <a:gd name="connsiteY15" fmla="*/ 9767 h 26639"/>
                  <a:gd name="connsiteX16" fmla="*/ 75294 w 884050"/>
                  <a:gd name="connsiteY16" fmla="*/ 4551 h 26639"/>
                  <a:gd name="connsiteX17" fmla="*/ 19942 w 884050"/>
                  <a:gd name="connsiteY17" fmla="*/ 4507 h 26639"/>
                  <a:gd name="connsiteX18" fmla="*/ 2101 w 884050"/>
                  <a:gd name="connsiteY18" fmla="*/ 2805 h 26639"/>
                  <a:gd name="connsiteX19" fmla="*/ 29 w 884050"/>
                  <a:gd name="connsiteY19" fmla="*/ 1146 h 26639"/>
                  <a:gd name="connsiteX20" fmla="*/ 2995 w 884050"/>
                  <a:gd name="connsiteY20" fmla="*/ 33 h 26639"/>
                  <a:gd name="connsiteX21" fmla="*/ 20349 w 884050"/>
                  <a:gd name="connsiteY21" fmla="*/ 1735 h 26639"/>
                  <a:gd name="connsiteX22" fmla="*/ 75700 w 884050"/>
                  <a:gd name="connsiteY22" fmla="*/ 1735 h 26639"/>
                  <a:gd name="connsiteX23" fmla="*/ 129792 w 884050"/>
                  <a:gd name="connsiteY23" fmla="*/ 6952 h 26639"/>
                  <a:gd name="connsiteX24" fmla="*/ 185835 w 884050"/>
                  <a:gd name="connsiteY24" fmla="*/ 7017 h 26639"/>
                  <a:gd name="connsiteX25" fmla="*/ 204610 w 884050"/>
                  <a:gd name="connsiteY25" fmla="*/ 8785 h 26639"/>
                  <a:gd name="connsiteX26" fmla="*/ 260856 w 884050"/>
                  <a:gd name="connsiteY26" fmla="*/ 8829 h 26639"/>
                  <a:gd name="connsiteX27" fmla="*/ 279916 w 884050"/>
                  <a:gd name="connsiteY27" fmla="*/ 10640 h 26639"/>
                  <a:gd name="connsiteX28" fmla="*/ 336487 w 884050"/>
                  <a:gd name="connsiteY28" fmla="*/ 10640 h 26639"/>
                  <a:gd name="connsiteX29" fmla="*/ 355831 w 884050"/>
                  <a:gd name="connsiteY29" fmla="*/ 12452 h 26639"/>
                  <a:gd name="connsiteX30" fmla="*/ 412606 w 884050"/>
                  <a:gd name="connsiteY30" fmla="*/ 12518 h 26639"/>
                  <a:gd name="connsiteX31" fmla="*/ 432438 w 884050"/>
                  <a:gd name="connsiteY31" fmla="*/ 14329 h 26639"/>
                  <a:gd name="connsiteX32" fmla="*/ 489212 w 884050"/>
                  <a:gd name="connsiteY32" fmla="*/ 14329 h 26639"/>
                  <a:gd name="connsiteX33" fmla="*/ 509329 w 884050"/>
                  <a:gd name="connsiteY33" fmla="*/ 16184 h 26639"/>
                  <a:gd name="connsiteX34" fmla="*/ 566469 w 884050"/>
                  <a:gd name="connsiteY34" fmla="*/ 16184 h 26639"/>
                  <a:gd name="connsiteX35" fmla="*/ 587033 w 884050"/>
                  <a:gd name="connsiteY35" fmla="*/ 18040 h 26639"/>
                  <a:gd name="connsiteX36" fmla="*/ 817909 w 884050"/>
                  <a:gd name="connsiteY36" fmla="*/ 18258 h 26639"/>
                  <a:gd name="connsiteX37" fmla="*/ 881917 w 884050"/>
                  <a:gd name="connsiteY37" fmla="*/ 23802 h 26639"/>
                  <a:gd name="connsiteX38" fmla="*/ 883989 w 884050"/>
                  <a:gd name="connsiteY38" fmla="*/ 25461 h 26639"/>
                  <a:gd name="connsiteX39" fmla="*/ 881510 w 884050"/>
                  <a:gd name="connsiteY39" fmla="*/ 26639 h 26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84050" h="26639">
                    <a:moveTo>
                      <a:pt x="881469" y="26596"/>
                    </a:moveTo>
                    <a:lnTo>
                      <a:pt x="881063" y="26596"/>
                    </a:lnTo>
                    <a:lnTo>
                      <a:pt x="817461" y="20986"/>
                    </a:lnTo>
                    <a:lnTo>
                      <a:pt x="586585" y="20833"/>
                    </a:lnTo>
                    <a:lnTo>
                      <a:pt x="566022" y="18978"/>
                    </a:lnTo>
                    <a:lnTo>
                      <a:pt x="508882" y="18913"/>
                    </a:lnTo>
                    <a:lnTo>
                      <a:pt x="488765" y="17101"/>
                    </a:lnTo>
                    <a:lnTo>
                      <a:pt x="431910" y="17057"/>
                    </a:lnTo>
                    <a:lnTo>
                      <a:pt x="412077" y="15246"/>
                    </a:lnTo>
                    <a:lnTo>
                      <a:pt x="355425" y="15202"/>
                    </a:lnTo>
                    <a:lnTo>
                      <a:pt x="336081" y="13434"/>
                    </a:lnTo>
                    <a:lnTo>
                      <a:pt x="279510" y="13391"/>
                    </a:lnTo>
                    <a:lnTo>
                      <a:pt x="260368" y="11579"/>
                    </a:lnTo>
                    <a:lnTo>
                      <a:pt x="204204" y="11579"/>
                    </a:lnTo>
                    <a:lnTo>
                      <a:pt x="185428" y="9767"/>
                    </a:lnTo>
                    <a:lnTo>
                      <a:pt x="129263" y="9767"/>
                    </a:lnTo>
                    <a:lnTo>
                      <a:pt x="75294" y="4551"/>
                    </a:lnTo>
                    <a:lnTo>
                      <a:pt x="19942" y="4507"/>
                    </a:lnTo>
                    <a:lnTo>
                      <a:pt x="2101" y="2805"/>
                    </a:lnTo>
                    <a:cubicBezTo>
                      <a:pt x="719" y="2652"/>
                      <a:pt x="-175" y="1953"/>
                      <a:pt x="29" y="1146"/>
                    </a:cubicBezTo>
                    <a:cubicBezTo>
                      <a:pt x="353" y="404"/>
                      <a:pt x="1613" y="-142"/>
                      <a:pt x="2995" y="33"/>
                    </a:cubicBezTo>
                    <a:lnTo>
                      <a:pt x="20349" y="1735"/>
                    </a:lnTo>
                    <a:lnTo>
                      <a:pt x="75700" y="1735"/>
                    </a:lnTo>
                    <a:lnTo>
                      <a:pt x="129792" y="6952"/>
                    </a:lnTo>
                    <a:lnTo>
                      <a:pt x="185835" y="7017"/>
                    </a:lnTo>
                    <a:lnTo>
                      <a:pt x="204610" y="8785"/>
                    </a:lnTo>
                    <a:lnTo>
                      <a:pt x="260856" y="8829"/>
                    </a:lnTo>
                    <a:lnTo>
                      <a:pt x="279916" y="10640"/>
                    </a:lnTo>
                    <a:lnTo>
                      <a:pt x="336487" y="10640"/>
                    </a:lnTo>
                    <a:lnTo>
                      <a:pt x="355831" y="12452"/>
                    </a:lnTo>
                    <a:lnTo>
                      <a:pt x="412606" y="12518"/>
                    </a:lnTo>
                    <a:lnTo>
                      <a:pt x="432438" y="14329"/>
                    </a:lnTo>
                    <a:lnTo>
                      <a:pt x="489212" y="14329"/>
                    </a:lnTo>
                    <a:lnTo>
                      <a:pt x="509329" y="16184"/>
                    </a:lnTo>
                    <a:lnTo>
                      <a:pt x="566469" y="16184"/>
                    </a:lnTo>
                    <a:lnTo>
                      <a:pt x="587033" y="18040"/>
                    </a:lnTo>
                    <a:lnTo>
                      <a:pt x="817909" y="18258"/>
                    </a:lnTo>
                    <a:lnTo>
                      <a:pt x="881917" y="23802"/>
                    </a:lnTo>
                    <a:cubicBezTo>
                      <a:pt x="883298" y="23955"/>
                      <a:pt x="884314" y="24653"/>
                      <a:pt x="883989" y="25461"/>
                    </a:cubicBezTo>
                    <a:cubicBezTo>
                      <a:pt x="883786" y="26159"/>
                      <a:pt x="882811" y="26639"/>
                      <a:pt x="881510" y="266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3" name="Freeform: Shape 522">
                <a:extLst>
                  <a:ext uri="{FF2B5EF4-FFF2-40B4-BE49-F238E27FC236}">
                    <a16:creationId xmlns:a16="http://schemas.microsoft.com/office/drawing/2014/main" id="{9616B02D-8360-4096-942A-38BE39215920}"/>
                  </a:ext>
                </a:extLst>
              </p:cNvPr>
              <p:cNvSpPr/>
              <p:nvPr/>
            </p:nvSpPr>
            <p:spPr>
              <a:xfrm>
                <a:off x="11148111" y="5693842"/>
                <a:ext cx="1043888" cy="46459"/>
              </a:xfrm>
              <a:custGeom>
                <a:avLst/>
                <a:gdLst>
                  <a:gd name="connsiteX0" fmla="*/ 1043889 w 1043888"/>
                  <a:gd name="connsiteY0" fmla="*/ 43601 h 46459"/>
                  <a:gd name="connsiteX1" fmla="*/ 559216 w 1043888"/>
                  <a:gd name="connsiteY1" fmla="*/ 493 h 46459"/>
                  <a:gd name="connsiteX2" fmla="*/ 448472 w 1043888"/>
                  <a:gd name="connsiteY2" fmla="*/ 5492 h 46459"/>
                  <a:gd name="connsiteX3" fmla="*/ 111241 w 1043888"/>
                  <a:gd name="connsiteY3" fmla="*/ 5230 h 46459"/>
                  <a:gd name="connsiteX4" fmla="*/ 75600 w 1043888"/>
                  <a:gd name="connsiteY4" fmla="*/ 1716 h 46459"/>
                  <a:gd name="connsiteX5" fmla="*/ 43454 w 1043888"/>
                  <a:gd name="connsiteY5" fmla="*/ 1716 h 46459"/>
                  <a:gd name="connsiteX6" fmla="*/ 2773 w 1043888"/>
                  <a:gd name="connsiteY6" fmla="*/ 13 h 46459"/>
                  <a:gd name="connsiteX7" fmla="*/ 9 w 1043888"/>
                  <a:gd name="connsiteY7" fmla="*/ 1279 h 46459"/>
                  <a:gd name="connsiteX8" fmla="*/ 2407 w 1043888"/>
                  <a:gd name="connsiteY8" fmla="*/ 2785 h 46459"/>
                  <a:gd name="connsiteX9" fmla="*/ 43291 w 1043888"/>
                  <a:gd name="connsiteY9" fmla="*/ 4553 h 46459"/>
                  <a:gd name="connsiteX10" fmla="*/ 75113 w 1043888"/>
                  <a:gd name="connsiteY10" fmla="*/ 4553 h 46459"/>
                  <a:gd name="connsiteX11" fmla="*/ 110712 w 1043888"/>
                  <a:gd name="connsiteY11" fmla="*/ 8023 h 46459"/>
                  <a:gd name="connsiteX12" fmla="*/ 448635 w 1043888"/>
                  <a:gd name="connsiteY12" fmla="*/ 8351 h 46459"/>
                  <a:gd name="connsiteX13" fmla="*/ 558972 w 1043888"/>
                  <a:gd name="connsiteY13" fmla="*/ 3287 h 46459"/>
                  <a:gd name="connsiteX14" fmla="*/ 1043848 w 1043888"/>
                  <a:gd name="connsiteY14" fmla="*/ 46460 h 46459"/>
                  <a:gd name="connsiteX15" fmla="*/ 1043848 w 1043888"/>
                  <a:gd name="connsiteY15" fmla="*/ 43644 h 4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43888" h="46459">
                    <a:moveTo>
                      <a:pt x="1043889" y="43601"/>
                    </a:moveTo>
                    <a:lnTo>
                      <a:pt x="559216" y="493"/>
                    </a:lnTo>
                    <a:lnTo>
                      <a:pt x="448472" y="5492"/>
                    </a:lnTo>
                    <a:lnTo>
                      <a:pt x="111241" y="5230"/>
                    </a:lnTo>
                    <a:lnTo>
                      <a:pt x="75600" y="1716"/>
                    </a:lnTo>
                    <a:lnTo>
                      <a:pt x="43454" y="1716"/>
                    </a:lnTo>
                    <a:lnTo>
                      <a:pt x="2773" y="13"/>
                    </a:lnTo>
                    <a:cubicBezTo>
                      <a:pt x="1066" y="-96"/>
                      <a:pt x="90" y="493"/>
                      <a:pt x="9" y="1279"/>
                    </a:cubicBezTo>
                    <a:cubicBezTo>
                      <a:pt x="-112" y="2021"/>
                      <a:pt x="984" y="2720"/>
                      <a:pt x="2407" y="2785"/>
                    </a:cubicBezTo>
                    <a:lnTo>
                      <a:pt x="43291" y="4553"/>
                    </a:lnTo>
                    <a:lnTo>
                      <a:pt x="75113" y="4553"/>
                    </a:lnTo>
                    <a:lnTo>
                      <a:pt x="110712" y="8023"/>
                    </a:lnTo>
                    <a:lnTo>
                      <a:pt x="448635" y="8351"/>
                    </a:lnTo>
                    <a:lnTo>
                      <a:pt x="558972" y="3287"/>
                    </a:lnTo>
                    <a:lnTo>
                      <a:pt x="1043848" y="46460"/>
                    </a:lnTo>
                    <a:lnTo>
                      <a:pt x="1043848" y="4364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4" name="Freeform: Shape 523">
                <a:extLst>
                  <a:ext uri="{FF2B5EF4-FFF2-40B4-BE49-F238E27FC236}">
                    <a16:creationId xmlns:a16="http://schemas.microsoft.com/office/drawing/2014/main" id="{9D114F69-07A6-45C9-A9D3-6A58EAD192CD}"/>
                  </a:ext>
                </a:extLst>
              </p:cNvPr>
              <p:cNvSpPr/>
              <p:nvPr/>
            </p:nvSpPr>
            <p:spPr>
              <a:xfrm>
                <a:off x="11087761" y="5698914"/>
                <a:ext cx="1104319" cy="67295"/>
              </a:xfrm>
              <a:custGeom>
                <a:avLst/>
                <a:gdLst>
                  <a:gd name="connsiteX0" fmla="*/ 1104238 w 1104319"/>
                  <a:gd name="connsiteY0" fmla="*/ 64524 h 67295"/>
                  <a:gd name="connsiteX1" fmla="*/ 588395 w 1104319"/>
                  <a:gd name="connsiteY1" fmla="*/ 18383 h 67295"/>
                  <a:gd name="connsiteX2" fmla="*/ 530442 w 1104319"/>
                  <a:gd name="connsiteY2" fmla="*/ 18317 h 67295"/>
                  <a:gd name="connsiteX3" fmla="*/ 433231 w 1104319"/>
                  <a:gd name="connsiteY3" fmla="*/ 9106 h 67295"/>
                  <a:gd name="connsiteX4" fmla="*/ 376457 w 1104319"/>
                  <a:gd name="connsiteY4" fmla="*/ 9106 h 67295"/>
                  <a:gd name="connsiteX5" fmla="*/ 357194 w 1104319"/>
                  <a:gd name="connsiteY5" fmla="*/ 7295 h 67295"/>
                  <a:gd name="connsiteX6" fmla="*/ 300542 w 1104319"/>
                  <a:gd name="connsiteY6" fmla="*/ 7251 h 67295"/>
                  <a:gd name="connsiteX7" fmla="*/ 245271 w 1104319"/>
                  <a:gd name="connsiteY7" fmla="*/ 1925 h 67295"/>
                  <a:gd name="connsiteX8" fmla="*/ 188822 w 1104319"/>
                  <a:gd name="connsiteY8" fmla="*/ 1882 h 67295"/>
                  <a:gd name="connsiteX9" fmla="*/ 153100 w 1104319"/>
                  <a:gd name="connsiteY9" fmla="*/ 2733 h 67295"/>
                  <a:gd name="connsiteX10" fmla="*/ 93481 w 1104319"/>
                  <a:gd name="connsiteY10" fmla="*/ 3541 h 67295"/>
                  <a:gd name="connsiteX11" fmla="*/ 37438 w 1104319"/>
                  <a:gd name="connsiteY11" fmla="*/ 3541 h 67295"/>
                  <a:gd name="connsiteX12" fmla="*/ 3016 w 1104319"/>
                  <a:gd name="connsiteY12" fmla="*/ 27 h 67295"/>
                  <a:gd name="connsiteX13" fmla="*/ 50 w 1104319"/>
                  <a:gd name="connsiteY13" fmla="*/ 1140 h 67295"/>
                  <a:gd name="connsiteX14" fmla="*/ 2041 w 1104319"/>
                  <a:gd name="connsiteY14" fmla="*/ 2777 h 67295"/>
                  <a:gd name="connsiteX15" fmla="*/ 37072 w 1104319"/>
                  <a:gd name="connsiteY15" fmla="*/ 6291 h 67295"/>
                  <a:gd name="connsiteX16" fmla="*/ 93644 w 1104319"/>
                  <a:gd name="connsiteY16" fmla="*/ 6334 h 67295"/>
                  <a:gd name="connsiteX17" fmla="*/ 153384 w 1104319"/>
                  <a:gd name="connsiteY17" fmla="*/ 5527 h 67295"/>
                  <a:gd name="connsiteX18" fmla="*/ 188985 w 1104319"/>
                  <a:gd name="connsiteY18" fmla="*/ 4676 h 67295"/>
                  <a:gd name="connsiteX19" fmla="*/ 244946 w 1104319"/>
                  <a:gd name="connsiteY19" fmla="*/ 4676 h 67295"/>
                  <a:gd name="connsiteX20" fmla="*/ 300216 w 1104319"/>
                  <a:gd name="connsiteY20" fmla="*/ 10067 h 67295"/>
                  <a:gd name="connsiteX21" fmla="*/ 356788 w 1104319"/>
                  <a:gd name="connsiteY21" fmla="*/ 10067 h 67295"/>
                  <a:gd name="connsiteX22" fmla="*/ 376051 w 1104319"/>
                  <a:gd name="connsiteY22" fmla="*/ 11878 h 67295"/>
                  <a:gd name="connsiteX23" fmla="*/ 432906 w 1104319"/>
                  <a:gd name="connsiteY23" fmla="*/ 11922 h 67295"/>
                  <a:gd name="connsiteX24" fmla="*/ 530117 w 1104319"/>
                  <a:gd name="connsiteY24" fmla="*/ 21133 h 67295"/>
                  <a:gd name="connsiteX25" fmla="*/ 588070 w 1104319"/>
                  <a:gd name="connsiteY25" fmla="*/ 21198 h 67295"/>
                  <a:gd name="connsiteX26" fmla="*/ 628262 w 1104319"/>
                  <a:gd name="connsiteY26" fmla="*/ 24931 h 67295"/>
                  <a:gd name="connsiteX27" fmla="*/ 1104320 w 1104319"/>
                  <a:gd name="connsiteY27" fmla="*/ 67296 h 67295"/>
                  <a:gd name="connsiteX28" fmla="*/ 1104320 w 1104319"/>
                  <a:gd name="connsiteY28" fmla="*/ 64524 h 67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04319" h="67295">
                    <a:moveTo>
                      <a:pt x="1104238" y="64524"/>
                    </a:moveTo>
                    <a:lnTo>
                      <a:pt x="588395" y="18383"/>
                    </a:lnTo>
                    <a:lnTo>
                      <a:pt x="530442" y="18317"/>
                    </a:lnTo>
                    <a:lnTo>
                      <a:pt x="433231" y="9106"/>
                    </a:lnTo>
                    <a:lnTo>
                      <a:pt x="376457" y="9106"/>
                    </a:lnTo>
                    <a:lnTo>
                      <a:pt x="357194" y="7295"/>
                    </a:lnTo>
                    <a:lnTo>
                      <a:pt x="300542" y="7251"/>
                    </a:lnTo>
                    <a:lnTo>
                      <a:pt x="245271" y="1925"/>
                    </a:lnTo>
                    <a:lnTo>
                      <a:pt x="188822" y="1882"/>
                    </a:lnTo>
                    <a:lnTo>
                      <a:pt x="153100" y="2733"/>
                    </a:lnTo>
                    <a:lnTo>
                      <a:pt x="93481" y="3541"/>
                    </a:lnTo>
                    <a:lnTo>
                      <a:pt x="37438" y="3541"/>
                    </a:lnTo>
                    <a:lnTo>
                      <a:pt x="3016" y="27"/>
                    </a:lnTo>
                    <a:cubicBezTo>
                      <a:pt x="1553" y="-126"/>
                      <a:pt x="334" y="398"/>
                      <a:pt x="50" y="1140"/>
                    </a:cubicBezTo>
                    <a:cubicBezTo>
                      <a:pt x="-235" y="1882"/>
                      <a:pt x="740" y="2624"/>
                      <a:pt x="2041" y="2777"/>
                    </a:cubicBezTo>
                    <a:lnTo>
                      <a:pt x="37072" y="6291"/>
                    </a:lnTo>
                    <a:lnTo>
                      <a:pt x="93644" y="6334"/>
                    </a:lnTo>
                    <a:lnTo>
                      <a:pt x="153384" y="5527"/>
                    </a:lnTo>
                    <a:lnTo>
                      <a:pt x="188985" y="4676"/>
                    </a:lnTo>
                    <a:lnTo>
                      <a:pt x="244946" y="4676"/>
                    </a:lnTo>
                    <a:lnTo>
                      <a:pt x="300216" y="10067"/>
                    </a:lnTo>
                    <a:lnTo>
                      <a:pt x="356788" y="10067"/>
                    </a:lnTo>
                    <a:lnTo>
                      <a:pt x="376051" y="11878"/>
                    </a:lnTo>
                    <a:lnTo>
                      <a:pt x="432906" y="11922"/>
                    </a:lnTo>
                    <a:lnTo>
                      <a:pt x="530117" y="21133"/>
                    </a:lnTo>
                    <a:lnTo>
                      <a:pt x="588070" y="21198"/>
                    </a:lnTo>
                    <a:lnTo>
                      <a:pt x="628262" y="24931"/>
                    </a:lnTo>
                    <a:lnTo>
                      <a:pt x="1104320" y="67296"/>
                    </a:lnTo>
                    <a:lnTo>
                      <a:pt x="1104320" y="6452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5" name="Freeform: Shape 524">
                <a:extLst>
                  <a:ext uri="{FF2B5EF4-FFF2-40B4-BE49-F238E27FC236}">
                    <a16:creationId xmlns:a16="http://schemas.microsoft.com/office/drawing/2014/main" id="{AA1FBDEB-0BCD-44D3-8ADA-5AB0C23E9383}"/>
                  </a:ext>
                </a:extLst>
              </p:cNvPr>
              <p:cNvSpPr/>
              <p:nvPr/>
            </p:nvSpPr>
            <p:spPr>
              <a:xfrm>
                <a:off x="11070675" y="5697188"/>
                <a:ext cx="1121364" cy="78625"/>
              </a:xfrm>
              <a:custGeom>
                <a:avLst/>
                <a:gdLst>
                  <a:gd name="connsiteX0" fmla="*/ 1121324 w 1121364"/>
                  <a:gd name="connsiteY0" fmla="*/ 75788 h 78625"/>
                  <a:gd name="connsiteX1" fmla="*/ 1098119 w 1121364"/>
                  <a:gd name="connsiteY1" fmla="*/ 73496 h 78625"/>
                  <a:gd name="connsiteX2" fmla="*/ 842818 w 1121364"/>
                  <a:gd name="connsiteY2" fmla="*/ 52499 h 78625"/>
                  <a:gd name="connsiteX3" fmla="*/ 488804 w 1121364"/>
                  <a:gd name="connsiteY3" fmla="*/ 20000 h 78625"/>
                  <a:gd name="connsiteX4" fmla="*/ 430851 w 1121364"/>
                  <a:gd name="connsiteY4" fmla="*/ 20000 h 78625"/>
                  <a:gd name="connsiteX5" fmla="*/ 335712 w 1121364"/>
                  <a:gd name="connsiteY5" fmla="*/ 10789 h 78625"/>
                  <a:gd name="connsiteX6" fmla="*/ 245817 w 1121364"/>
                  <a:gd name="connsiteY6" fmla="*/ 10680 h 78625"/>
                  <a:gd name="connsiteX7" fmla="*/ 155839 w 1121364"/>
                  <a:gd name="connsiteY7" fmla="*/ 1840 h 78625"/>
                  <a:gd name="connsiteX8" fmla="*/ 134991 w 1121364"/>
                  <a:gd name="connsiteY8" fmla="*/ 923 h 78625"/>
                  <a:gd name="connsiteX9" fmla="*/ 75779 w 1121364"/>
                  <a:gd name="connsiteY9" fmla="*/ 1731 h 78625"/>
                  <a:gd name="connsiteX10" fmla="*/ 20102 w 1121364"/>
                  <a:gd name="connsiteY10" fmla="*/ 1731 h 78625"/>
                  <a:gd name="connsiteX11" fmla="*/ 3034 w 1121364"/>
                  <a:gd name="connsiteY11" fmla="*/ 28 h 78625"/>
                  <a:gd name="connsiteX12" fmla="*/ 67 w 1121364"/>
                  <a:gd name="connsiteY12" fmla="*/ 1141 h 78625"/>
                  <a:gd name="connsiteX13" fmla="*/ 2058 w 1121364"/>
                  <a:gd name="connsiteY13" fmla="*/ 2800 h 78625"/>
                  <a:gd name="connsiteX14" fmla="*/ 19614 w 1121364"/>
                  <a:gd name="connsiteY14" fmla="*/ 4503 h 78625"/>
                  <a:gd name="connsiteX15" fmla="*/ 75779 w 1121364"/>
                  <a:gd name="connsiteY15" fmla="*/ 4568 h 78625"/>
                  <a:gd name="connsiteX16" fmla="*/ 134788 w 1121364"/>
                  <a:gd name="connsiteY16" fmla="*/ 3761 h 78625"/>
                  <a:gd name="connsiteX17" fmla="*/ 155230 w 1121364"/>
                  <a:gd name="connsiteY17" fmla="*/ 4612 h 78625"/>
                  <a:gd name="connsiteX18" fmla="*/ 245329 w 1121364"/>
                  <a:gd name="connsiteY18" fmla="*/ 13517 h 78625"/>
                  <a:gd name="connsiteX19" fmla="*/ 335347 w 1121364"/>
                  <a:gd name="connsiteY19" fmla="*/ 13561 h 78625"/>
                  <a:gd name="connsiteX20" fmla="*/ 430485 w 1121364"/>
                  <a:gd name="connsiteY20" fmla="*/ 22772 h 78625"/>
                  <a:gd name="connsiteX21" fmla="*/ 488315 w 1121364"/>
                  <a:gd name="connsiteY21" fmla="*/ 22837 h 78625"/>
                  <a:gd name="connsiteX22" fmla="*/ 776250 w 1121364"/>
                  <a:gd name="connsiteY22" fmla="*/ 49487 h 78625"/>
                  <a:gd name="connsiteX23" fmla="*/ 1097347 w 1121364"/>
                  <a:gd name="connsiteY23" fmla="*/ 76334 h 78625"/>
                  <a:gd name="connsiteX24" fmla="*/ 1121365 w 1121364"/>
                  <a:gd name="connsiteY24" fmla="*/ 78626 h 78625"/>
                  <a:gd name="connsiteX25" fmla="*/ 1121365 w 1121364"/>
                  <a:gd name="connsiteY25" fmla="*/ 75810 h 7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21364" h="78625">
                    <a:moveTo>
                      <a:pt x="1121324" y="75788"/>
                    </a:moveTo>
                    <a:lnTo>
                      <a:pt x="1098119" y="73496"/>
                    </a:lnTo>
                    <a:lnTo>
                      <a:pt x="842818" y="52499"/>
                    </a:lnTo>
                    <a:lnTo>
                      <a:pt x="488804" y="20000"/>
                    </a:lnTo>
                    <a:lnTo>
                      <a:pt x="430851" y="20000"/>
                    </a:lnTo>
                    <a:lnTo>
                      <a:pt x="335712" y="10789"/>
                    </a:lnTo>
                    <a:lnTo>
                      <a:pt x="245817" y="10680"/>
                    </a:lnTo>
                    <a:lnTo>
                      <a:pt x="155839" y="1840"/>
                    </a:lnTo>
                    <a:lnTo>
                      <a:pt x="134991" y="923"/>
                    </a:lnTo>
                    <a:lnTo>
                      <a:pt x="75779" y="1731"/>
                    </a:lnTo>
                    <a:lnTo>
                      <a:pt x="20102" y="1731"/>
                    </a:lnTo>
                    <a:lnTo>
                      <a:pt x="3034" y="28"/>
                    </a:lnTo>
                    <a:cubicBezTo>
                      <a:pt x="1529" y="-125"/>
                      <a:pt x="229" y="356"/>
                      <a:pt x="67" y="1141"/>
                    </a:cubicBezTo>
                    <a:cubicBezTo>
                      <a:pt x="-259" y="1884"/>
                      <a:pt x="635" y="2626"/>
                      <a:pt x="2058" y="2800"/>
                    </a:cubicBezTo>
                    <a:lnTo>
                      <a:pt x="19614" y="4503"/>
                    </a:lnTo>
                    <a:lnTo>
                      <a:pt x="75779" y="4568"/>
                    </a:lnTo>
                    <a:lnTo>
                      <a:pt x="134788" y="3761"/>
                    </a:lnTo>
                    <a:lnTo>
                      <a:pt x="155230" y="4612"/>
                    </a:lnTo>
                    <a:lnTo>
                      <a:pt x="245329" y="13517"/>
                    </a:lnTo>
                    <a:lnTo>
                      <a:pt x="335347" y="13561"/>
                    </a:lnTo>
                    <a:lnTo>
                      <a:pt x="430485" y="22772"/>
                    </a:lnTo>
                    <a:lnTo>
                      <a:pt x="488315" y="22837"/>
                    </a:lnTo>
                    <a:lnTo>
                      <a:pt x="776250" y="49487"/>
                    </a:lnTo>
                    <a:lnTo>
                      <a:pt x="1097347" y="76334"/>
                    </a:lnTo>
                    <a:lnTo>
                      <a:pt x="1121365" y="78626"/>
                    </a:lnTo>
                    <a:lnTo>
                      <a:pt x="1121365" y="758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6" name="Freeform: Shape 525">
                <a:extLst>
                  <a:ext uri="{FF2B5EF4-FFF2-40B4-BE49-F238E27FC236}">
                    <a16:creationId xmlns:a16="http://schemas.microsoft.com/office/drawing/2014/main" id="{DA798E45-78EC-4130-92A3-EBAE8504BE87}"/>
                  </a:ext>
                </a:extLst>
              </p:cNvPr>
              <p:cNvSpPr/>
              <p:nvPr/>
            </p:nvSpPr>
            <p:spPr>
              <a:xfrm>
                <a:off x="11092577" y="5693763"/>
                <a:ext cx="1099503" cy="51755"/>
              </a:xfrm>
              <a:custGeom>
                <a:avLst/>
                <a:gdLst>
                  <a:gd name="connsiteX0" fmla="*/ 1099422 w 1099503"/>
                  <a:gd name="connsiteY0" fmla="*/ 48896 h 51755"/>
                  <a:gd name="connsiteX1" fmla="*/ 578011 w 1099503"/>
                  <a:gd name="connsiteY1" fmla="*/ 2209 h 51755"/>
                  <a:gd name="connsiteX2" fmla="*/ 541597 w 1099503"/>
                  <a:gd name="connsiteY2" fmla="*/ 3912 h 51755"/>
                  <a:gd name="connsiteX3" fmla="*/ 522049 w 1099503"/>
                  <a:gd name="connsiteY3" fmla="*/ 2144 h 51755"/>
                  <a:gd name="connsiteX4" fmla="*/ 448044 w 1099503"/>
                  <a:gd name="connsiteY4" fmla="*/ 5505 h 51755"/>
                  <a:gd name="connsiteX5" fmla="*/ 428781 w 1099503"/>
                  <a:gd name="connsiteY5" fmla="*/ 3737 h 51755"/>
                  <a:gd name="connsiteX6" fmla="*/ 353882 w 1099503"/>
                  <a:gd name="connsiteY6" fmla="*/ 7098 h 51755"/>
                  <a:gd name="connsiteX7" fmla="*/ 336732 w 1099503"/>
                  <a:gd name="connsiteY7" fmla="*/ 2951 h 51755"/>
                  <a:gd name="connsiteX8" fmla="*/ 335959 w 1099503"/>
                  <a:gd name="connsiteY8" fmla="*/ 2842 h 51755"/>
                  <a:gd name="connsiteX9" fmla="*/ 280689 w 1099503"/>
                  <a:gd name="connsiteY9" fmla="*/ 223 h 51755"/>
                  <a:gd name="connsiteX10" fmla="*/ 169254 w 1099503"/>
                  <a:gd name="connsiteY10" fmla="*/ 114 h 51755"/>
                  <a:gd name="connsiteX11" fmla="*/ 114796 w 1099503"/>
                  <a:gd name="connsiteY11" fmla="*/ 1773 h 51755"/>
                  <a:gd name="connsiteX12" fmla="*/ 95940 w 1099503"/>
                  <a:gd name="connsiteY12" fmla="*/ 2624 h 51755"/>
                  <a:gd name="connsiteX13" fmla="*/ 75294 w 1099503"/>
                  <a:gd name="connsiteY13" fmla="*/ 1773 h 51755"/>
                  <a:gd name="connsiteX14" fmla="*/ 19942 w 1099503"/>
                  <a:gd name="connsiteY14" fmla="*/ 1729 h 51755"/>
                  <a:gd name="connsiteX15" fmla="*/ 2995 w 1099503"/>
                  <a:gd name="connsiteY15" fmla="*/ 27 h 51755"/>
                  <a:gd name="connsiteX16" fmla="*/ 29 w 1099503"/>
                  <a:gd name="connsiteY16" fmla="*/ 1140 h 51755"/>
                  <a:gd name="connsiteX17" fmla="*/ 2101 w 1099503"/>
                  <a:gd name="connsiteY17" fmla="*/ 2799 h 51755"/>
                  <a:gd name="connsiteX18" fmla="*/ 19455 w 1099503"/>
                  <a:gd name="connsiteY18" fmla="*/ 4566 h 51755"/>
                  <a:gd name="connsiteX19" fmla="*/ 75131 w 1099503"/>
                  <a:gd name="connsiteY19" fmla="*/ 4566 h 51755"/>
                  <a:gd name="connsiteX20" fmla="*/ 95940 w 1099503"/>
                  <a:gd name="connsiteY20" fmla="*/ 5483 h 51755"/>
                  <a:gd name="connsiteX21" fmla="*/ 115081 w 1099503"/>
                  <a:gd name="connsiteY21" fmla="*/ 4632 h 51755"/>
                  <a:gd name="connsiteX22" fmla="*/ 169335 w 1099503"/>
                  <a:gd name="connsiteY22" fmla="*/ 2973 h 51755"/>
                  <a:gd name="connsiteX23" fmla="*/ 280485 w 1099503"/>
                  <a:gd name="connsiteY23" fmla="*/ 3082 h 51755"/>
                  <a:gd name="connsiteX24" fmla="*/ 335065 w 1099503"/>
                  <a:gd name="connsiteY24" fmla="*/ 5636 h 51755"/>
                  <a:gd name="connsiteX25" fmla="*/ 352540 w 1099503"/>
                  <a:gd name="connsiteY25" fmla="*/ 9849 h 51755"/>
                  <a:gd name="connsiteX26" fmla="*/ 353719 w 1099503"/>
                  <a:gd name="connsiteY26" fmla="*/ 10001 h 51755"/>
                  <a:gd name="connsiteX27" fmla="*/ 410493 w 1099503"/>
                  <a:gd name="connsiteY27" fmla="*/ 7448 h 51755"/>
                  <a:gd name="connsiteX28" fmla="*/ 428659 w 1099503"/>
                  <a:gd name="connsiteY28" fmla="*/ 6596 h 51755"/>
                  <a:gd name="connsiteX29" fmla="*/ 447922 w 1099503"/>
                  <a:gd name="connsiteY29" fmla="*/ 8364 h 51755"/>
                  <a:gd name="connsiteX30" fmla="*/ 521927 w 1099503"/>
                  <a:gd name="connsiteY30" fmla="*/ 4959 h 51755"/>
                  <a:gd name="connsiteX31" fmla="*/ 541475 w 1099503"/>
                  <a:gd name="connsiteY31" fmla="*/ 6727 h 51755"/>
                  <a:gd name="connsiteX32" fmla="*/ 577889 w 1099503"/>
                  <a:gd name="connsiteY32" fmla="*/ 5025 h 51755"/>
                  <a:gd name="connsiteX33" fmla="*/ 1099504 w 1099503"/>
                  <a:gd name="connsiteY33" fmla="*/ 51755 h 51755"/>
                  <a:gd name="connsiteX34" fmla="*/ 1099504 w 1099503"/>
                  <a:gd name="connsiteY34" fmla="*/ 48918 h 51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9503" h="51755">
                    <a:moveTo>
                      <a:pt x="1099422" y="48896"/>
                    </a:moveTo>
                    <a:lnTo>
                      <a:pt x="578011" y="2209"/>
                    </a:lnTo>
                    <a:lnTo>
                      <a:pt x="541597" y="3912"/>
                    </a:lnTo>
                    <a:lnTo>
                      <a:pt x="522049" y="2144"/>
                    </a:lnTo>
                    <a:lnTo>
                      <a:pt x="448044" y="5505"/>
                    </a:lnTo>
                    <a:lnTo>
                      <a:pt x="428781" y="3737"/>
                    </a:lnTo>
                    <a:lnTo>
                      <a:pt x="353882" y="7098"/>
                    </a:lnTo>
                    <a:lnTo>
                      <a:pt x="336732" y="2951"/>
                    </a:lnTo>
                    <a:cubicBezTo>
                      <a:pt x="336406" y="2886"/>
                      <a:pt x="336243" y="2842"/>
                      <a:pt x="335959" y="2842"/>
                    </a:cubicBezTo>
                    <a:lnTo>
                      <a:pt x="280689" y="223"/>
                    </a:lnTo>
                    <a:lnTo>
                      <a:pt x="169254" y="114"/>
                    </a:lnTo>
                    <a:lnTo>
                      <a:pt x="114796" y="1773"/>
                    </a:lnTo>
                    <a:lnTo>
                      <a:pt x="95940" y="2624"/>
                    </a:lnTo>
                    <a:lnTo>
                      <a:pt x="75294" y="1773"/>
                    </a:lnTo>
                    <a:lnTo>
                      <a:pt x="19942" y="1729"/>
                    </a:lnTo>
                    <a:lnTo>
                      <a:pt x="2995" y="27"/>
                    </a:lnTo>
                    <a:cubicBezTo>
                      <a:pt x="1492" y="-126"/>
                      <a:pt x="314" y="398"/>
                      <a:pt x="29" y="1140"/>
                    </a:cubicBezTo>
                    <a:cubicBezTo>
                      <a:pt x="-175" y="1947"/>
                      <a:pt x="719" y="2624"/>
                      <a:pt x="2101" y="2799"/>
                    </a:cubicBezTo>
                    <a:lnTo>
                      <a:pt x="19455" y="4566"/>
                    </a:lnTo>
                    <a:lnTo>
                      <a:pt x="75131" y="4566"/>
                    </a:lnTo>
                    <a:lnTo>
                      <a:pt x="95940" y="5483"/>
                    </a:lnTo>
                    <a:lnTo>
                      <a:pt x="115081" y="4632"/>
                    </a:lnTo>
                    <a:lnTo>
                      <a:pt x="169335" y="2973"/>
                    </a:lnTo>
                    <a:lnTo>
                      <a:pt x="280485" y="3082"/>
                    </a:lnTo>
                    <a:lnTo>
                      <a:pt x="335065" y="5636"/>
                    </a:lnTo>
                    <a:lnTo>
                      <a:pt x="352540" y="9849"/>
                    </a:lnTo>
                    <a:cubicBezTo>
                      <a:pt x="352947" y="9958"/>
                      <a:pt x="353353" y="10001"/>
                      <a:pt x="353719" y="10001"/>
                    </a:cubicBezTo>
                    <a:lnTo>
                      <a:pt x="410493" y="7448"/>
                    </a:lnTo>
                    <a:lnTo>
                      <a:pt x="428659" y="6596"/>
                    </a:lnTo>
                    <a:lnTo>
                      <a:pt x="447922" y="8364"/>
                    </a:lnTo>
                    <a:lnTo>
                      <a:pt x="521927" y="4959"/>
                    </a:lnTo>
                    <a:lnTo>
                      <a:pt x="541475" y="6727"/>
                    </a:lnTo>
                    <a:lnTo>
                      <a:pt x="577889" y="5025"/>
                    </a:lnTo>
                    <a:lnTo>
                      <a:pt x="1099504" y="51755"/>
                    </a:lnTo>
                    <a:lnTo>
                      <a:pt x="1099504" y="489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7" name="Freeform: Shape 526">
                <a:extLst>
                  <a:ext uri="{FF2B5EF4-FFF2-40B4-BE49-F238E27FC236}">
                    <a16:creationId xmlns:a16="http://schemas.microsoft.com/office/drawing/2014/main" id="{92CCEEF3-5860-4927-B28B-DBD92153BA30}"/>
                  </a:ext>
                </a:extLst>
              </p:cNvPr>
              <p:cNvSpPr/>
              <p:nvPr/>
            </p:nvSpPr>
            <p:spPr>
              <a:xfrm>
                <a:off x="11053783" y="5695368"/>
                <a:ext cx="1138297" cy="86033"/>
              </a:xfrm>
              <a:custGeom>
                <a:avLst/>
                <a:gdLst>
                  <a:gd name="connsiteX0" fmla="*/ 1138217 w 1138297"/>
                  <a:gd name="connsiteY0" fmla="*/ 83153 h 86033"/>
                  <a:gd name="connsiteX1" fmla="*/ 1049825 w 1138297"/>
                  <a:gd name="connsiteY1" fmla="*/ 74422 h 86033"/>
                  <a:gd name="connsiteX2" fmla="*/ 886208 w 1138297"/>
                  <a:gd name="connsiteY2" fmla="*/ 61523 h 86033"/>
                  <a:gd name="connsiteX3" fmla="*/ 804156 w 1138297"/>
                  <a:gd name="connsiteY3" fmla="*/ 63662 h 86033"/>
                  <a:gd name="connsiteX4" fmla="*/ 783836 w 1138297"/>
                  <a:gd name="connsiteY4" fmla="*/ 63880 h 86033"/>
                  <a:gd name="connsiteX5" fmla="*/ 761809 w 1138297"/>
                  <a:gd name="connsiteY5" fmla="*/ 62330 h 86033"/>
                  <a:gd name="connsiteX6" fmla="*/ 738197 w 1138297"/>
                  <a:gd name="connsiteY6" fmla="*/ 58554 h 86033"/>
                  <a:gd name="connsiteX7" fmla="*/ 737425 w 1138297"/>
                  <a:gd name="connsiteY7" fmla="*/ 58489 h 86033"/>
                  <a:gd name="connsiteX8" fmla="*/ 716495 w 1138297"/>
                  <a:gd name="connsiteY8" fmla="*/ 58903 h 86033"/>
                  <a:gd name="connsiteX9" fmla="*/ 697069 w 1138297"/>
                  <a:gd name="connsiteY9" fmla="*/ 61348 h 86033"/>
                  <a:gd name="connsiteX10" fmla="*/ 677643 w 1138297"/>
                  <a:gd name="connsiteY10" fmla="*/ 63160 h 86033"/>
                  <a:gd name="connsiteX11" fmla="*/ 658096 w 1138297"/>
                  <a:gd name="connsiteY11" fmla="*/ 63312 h 86033"/>
                  <a:gd name="connsiteX12" fmla="*/ 657323 w 1138297"/>
                  <a:gd name="connsiteY12" fmla="*/ 62570 h 86033"/>
                  <a:gd name="connsiteX13" fmla="*/ 655332 w 1138297"/>
                  <a:gd name="connsiteY13" fmla="*/ 61828 h 86033"/>
                  <a:gd name="connsiteX14" fmla="*/ 612863 w 1138297"/>
                  <a:gd name="connsiteY14" fmla="*/ 58991 h 86033"/>
                  <a:gd name="connsiteX15" fmla="*/ 590837 w 1138297"/>
                  <a:gd name="connsiteY15" fmla="*/ 53294 h 86033"/>
                  <a:gd name="connsiteX16" fmla="*/ 568809 w 1138297"/>
                  <a:gd name="connsiteY16" fmla="*/ 46571 h 86033"/>
                  <a:gd name="connsiteX17" fmla="*/ 549059 w 1138297"/>
                  <a:gd name="connsiteY17" fmla="*/ 40984 h 86033"/>
                  <a:gd name="connsiteX18" fmla="*/ 532884 w 1138297"/>
                  <a:gd name="connsiteY18" fmla="*/ 38365 h 86033"/>
                  <a:gd name="connsiteX19" fmla="*/ 530121 w 1138297"/>
                  <a:gd name="connsiteY19" fmla="*/ 36771 h 86033"/>
                  <a:gd name="connsiteX20" fmla="*/ 529023 w 1138297"/>
                  <a:gd name="connsiteY20" fmla="*/ 36357 h 86033"/>
                  <a:gd name="connsiteX21" fmla="*/ 506427 w 1138297"/>
                  <a:gd name="connsiteY21" fmla="*/ 32624 h 86033"/>
                  <a:gd name="connsiteX22" fmla="*/ 313915 w 1138297"/>
                  <a:gd name="connsiteY22" fmla="*/ 14334 h 86033"/>
                  <a:gd name="connsiteX23" fmla="*/ 297172 w 1138297"/>
                  <a:gd name="connsiteY23" fmla="*/ 14334 h 86033"/>
                  <a:gd name="connsiteX24" fmla="*/ 277909 w 1138297"/>
                  <a:gd name="connsiteY24" fmla="*/ 15185 h 86033"/>
                  <a:gd name="connsiteX25" fmla="*/ 256856 w 1138297"/>
                  <a:gd name="connsiteY25" fmla="*/ 14268 h 86033"/>
                  <a:gd name="connsiteX26" fmla="*/ 131523 w 1138297"/>
                  <a:gd name="connsiteY26" fmla="*/ 1849 h 86033"/>
                  <a:gd name="connsiteX27" fmla="*/ 20007 w 1138297"/>
                  <a:gd name="connsiteY27" fmla="*/ 1783 h 86033"/>
                  <a:gd name="connsiteX28" fmla="*/ 2938 w 1138297"/>
                  <a:gd name="connsiteY28" fmla="*/ 15 h 86033"/>
                  <a:gd name="connsiteX29" fmla="*/ 53 w 1138297"/>
                  <a:gd name="connsiteY29" fmla="*/ 1129 h 86033"/>
                  <a:gd name="connsiteX30" fmla="*/ 2044 w 1138297"/>
                  <a:gd name="connsiteY30" fmla="*/ 2787 h 86033"/>
                  <a:gd name="connsiteX31" fmla="*/ 19519 w 1138297"/>
                  <a:gd name="connsiteY31" fmla="*/ 4555 h 86033"/>
                  <a:gd name="connsiteX32" fmla="*/ 131157 w 1138297"/>
                  <a:gd name="connsiteY32" fmla="*/ 4621 h 86033"/>
                  <a:gd name="connsiteX33" fmla="*/ 256288 w 1138297"/>
                  <a:gd name="connsiteY33" fmla="*/ 17040 h 86033"/>
                  <a:gd name="connsiteX34" fmla="*/ 277909 w 1138297"/>
                  <a:gd name="connsiteY34" fmla="*/ 18000 h 86033"/>
                  <a:gd name="connsiteX35" fmla="*/ 297335 w 1138297"/>
                  <a:gd name="connsiteY35" fmla="*/ 17084 h 86033"/>
                  <a:gd name="connsiteX36" fmla="*/ 313428 w 1138297"/>
                  <a:gd name="connsiteY36" fmla="*/ 17084 h 86033"/>
                  <a:gd name="connsiteX37" fmla="*/ 505208 w 1138297"/>
                  <a:gd name="connsiteY37" fmla="*/ 35309 h 86033"/>
                  <a:gd name="connsiteX38" fmla="*/ 526829 w 1138297"/>
                  <a:gd name="connsiteY38" fmla="*/ 38932 h 86033"/>
                  <a:gd name="connsiteX39" fmla="*/ 529592 w 1138297"/>
                  <a:gd name="connsiteY39" fmla="*/ 40569 h 86033"/>
                  <a:gd name="connsiteX40" fmla="*/ 530771 w 1138297"/>
                  <a:gd name="connsiteY40" fmla="*/ 40940 h 86033"/>
                  <a:gd name="connsiteX41" fmla="*/ 547230 w 1138297"/>
                  <a:gd name="connsiteY41" fmla="*/ 43538 h 86033"/>
                  <a:gd name="connsiteX42" fmla="*/ 566371 w 1138297"/>
                  <a:gd name="connsiteY42" fmla="*/ 48972 h 86033"/>
                  <a:gd name="connsiteX43" fmla="*/ 588398 w 1138297"/>
                  <a:gd name="connsiteY43" fmla="*/ 55739 h 86033"/>
                  <a:gd name="connsiteX44" fmla="*/ 610994 w 1138297"/>
                  <a:gd name="connsiteY44" fmla="*/ 61588 h 86033"/>
                  <a:gd name="connsiteX45" fmla="*/ 611807 w 1138297"/>
                  <a:gd name="connsiteY45" fmla="*/ 61697 h 86033"/>
                  <a:gd name="connsiteX46" fmla="*/ 653381 w 1138297"/>
                  <a:gd name="connsiteY46" fmla="*/ 64469 h 86033"/>
                  <a:gd name="connsiteX47" fmla="*/ 654275 w 1138297"/>
                  <a:gd name="connsiteY47" fmla="*/ 65386 h 86033"/>
                  <a:gd name="connsiteX48" fmla="*/ 656551 w 1138297"/>
                  <a:gd name="connsiteY48" fmla="*/ 66084 h 86033"/>
                  <a:gd name="connsiteX49" fmla="*/ 678091 w 1138297"/>
                  <a:gd name="connsiteY49" fmla="*/ 65932 h 86033"/>
                  <a:gd name="connsiteX50" fmla="*/ 698045 w 1138297"/>
                  <a:gd name="connsiteY50" fmla="*/ 64076 h 86033"/>
                  <a:gd name="connsiteX51" fmla="*/ 717105 w 1138297"/>
                  <a:gd name="connsiteY51" fmla="*/ 61675 h 86033"/>
                  <a:gd name="connsiteX52" fmla="*/ 737222 w 1138297"/>
                  <a:gd name="connsiteY52" fmla="*/ 61239 h 86033"/>
                  <a:gd name="connsiteX53" fmla="*/ 760833 w 1138297"/>
                  <a:gd name="connsiteY53" fmla="*/ 64971 h 86033"/>
                  <a:gd name="connsiteX54" fmla="*/ 783551 w 1138297"/>
                  <a:gd name="connsiteY54" fmla="*/ 66630 h 86033"/>
                  <a:gd name="connsiteX55" fmla="*/ 804400 w 1138297"/>
                  <a:gd name="connsiteY55" fmla="*/ 66412 h 86033"/>
                  <a:gd name="connsiteX56" fmla="*/ 885964 w 1138297"/>
                  <a:gd name="connsiteY56" fmla="*/ 64229 h 86033"/>
                  <a:gd name="connsiteX57" fmla="*/ 1025278 w 1138297"/>
                  <a:gd name="connsiteY57" fmla="*/ 75055 h 86033"/>
                  <a:gd name="connsiteX58" fmla="*/ 1049093 w 1138297"/>
                  <a:gd name="connsiteY58" fmla="*/ 77129 h 86033"/>
                  <a:gd name="connsiteX59" fmla="*/ 1138298 w 1138297"/>
                  <a:gd name="connsiteY59" fmla="*/ 86034 h 86033"/>
                  <a:gd name="connsiteX60" fmla="*/ 1138298 w 1138297"/>
                  <a:gd name="connsiteY60" fmla="*/ 83109 h 8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138297" h="86033">
                    <a:moveTo>
                      <a:pt x="1138217" y="83153"/>
                    </a:moveTo>
                    <a:lnTo>
                      <a:pt x="1049825" y="74422"/>
                    </a:lnTo>
                    <a:lnTo>
                      <a:pt x="886208" y="61523"/>
                    </a:lnTo>
                    <a:lnTo>
                      <a:pt x="804156" y="63662"/>
                    </a:lnTo>
                    <a:lnTo>
                      <a:pt x="783836" y="63880"/>
                    </a:lnTo>
                    <a:lnTo>
                      <a:pt x="761809" y="62330"/>
                    </a:lnTo>
                    <a:lnTo>
                      <a:pt x="738197" y="58554"/>
                    </a:lnTo>
                    <a:cubicBezTo>
                      <a:pt x="738197" y="58554"/>
                      <a:pt x="737709" y="58489"/>
                      <a:pt x="737425" y="58489"/>
                    </a:cubicBezTo>
                    <a:lnTo>
                      <a:pt x="716495" y="58903"/>
                    </a:lnTo>
                    <a:lnTo>
                      <a:pt x="697069" y="61348"/>
                    </a:lnTo>
                    <a:lnTo>
                      <a:pt x="677643" y="63160"/>
                    </a:lnTo>
                    <a:lnTo>
                      <a:pt x="658096" y="63312"/>
                    </a:lnTo>
                    <a:lnTo>
                      <a:pt x="657323" y="62570"/>
                    </a:lnTo>
                    <a:cubicBezTo>
                      <a:pt x="656917" y="62156"/>
                      <a:pt x="656145" y="61872"/>
                      <a:pt x="655332" y="61828"/>
                    </a:cubicBezTo>
                    <a:lnTo>
                      <a:pt x="612863" y="58991"/>
                    </a:lnTo>
                    <a:lnTo>
                      <a:pt x="590837" y="53294"/>
                    </a:lnTo>
                    <a:lnTo>
                      <a:pt x="568809" y="46571"/>
                    </a:lnTo>
                    <a:lnTo>
                      <a:pt x="549059" y="40984"/>
                    </a:lnTo>
                    <a:lnTo>
                      <a:pt x="532884" y="38365"/>
                    </a:lnTo>
                    <a:lnTo>
                      <a:pt x="530121" y="36771"/>
                    </a:lnTo>
                    <a:cubicBezTo>
                      <a:pt x="529795" y="36553"/>
                      <a:pt x="529429" y="36466"/>
                      <a:pt x="529023" y="36357"/>
                    </a:cubicBezTo>
                    <a:lnTo>
                      <a:pt x="506427" y="32624"/>
                    </a:lnTo>
                    <a:lnTo>
                      <a:pt x="313915" y="14334"/>
                    </a:lnTo>
                    <a:lnTo>
                      <a:pt x="297172" y="14334"/>
                    </a:lnTo>
                    <a:lnTo>
                      <a:pt x="277909" y="15185"/>
                    </a:lnTo>
                    <a:lnTo>
                      <a:pt x="256856" y="14268"/>
                    </a:lnTo>
                    <a:lnTo>
                      <a:pt x="131523" y="1849"/>
                    </a:lnTo>
                    <a:lnTo>
                      <a:pt x="20007" y="1783"/>
                    </a:lnTo>
                    <a:lnTo>
                      <a:pt x="2938" y="15"/>
                    </a:lnTo>
                    <a:cubicBezTo>
                      <a:pt x="1638" y="-94"/>
                      <a:pt x="256" y="386"/>
                      <a:pt x="53" y="1129"/>
                    </a:cubicBezTo>
                    <a:cubicBezTo>
                      <a:pt x="-231" y="1936"/>
                      <a:pt x="663" y="2613"/>
                      <a:pt x="2044" y="2787"/>
                    </a:cubicBezTo>
                    <a:lnTo>
                      <a:pt x="19519" y="4555"/>
                    </a:lnTo>
                    <a:lnTo>
                      <a:pt x="131157" y="4621"/>
                    </a:lnTo>
                    <a:lnTo>
                      <a:pt x="256288" y="17040"/>
                    </a:lnTo>
                    <a:lnTo>
                      <a:pt x="277909" y="18000"/>
                    </a:lnTo>
                    <a:lnTo>
                      <a:pt x="297335" y="17084"/>
                    </a:lnTo>
                    <a:lnTo>
                      <a:pt x="313428" y="17084"/>
                    </a:lnTo>
                    <a:lnTo>
                      <a:pt x="505208" y="35309"/>
                    </a:lnTo>
                    <a:lnTo>
                      <a:pt x="526829" y="38932"/>
                    </a:lnTo>
                    <a:lnTo>
                      <a:pt x="529592" y="40569"/>
                    </a:lnTo>
                    <a:cubicBezTo>
                      <a:pt x="529999" y="40744"/>
                      <a:pt x="530364" y="40897"/>
                      <a:pt x="530771" y="40940"/>
                    </a:cubicBezTo>
                    <a:lnTo>
                      <a:pt x="547230" y="43538"/>
                    </a:lnTo>
                    <a:lnTo>
                      <a:pt x="566371" y="48972"/>
                    </a:lnTo>
                    <a:lnTo>
                      <a:pt x="588398" y="55739"/>
                    </a:lnTo>
                    <a:lnTo>
                      <a:pt x="610994" y="61588"/>
                    </a:lnTo>
                    <a:cubicBezTo>
                      <a:pt x="610994" y="61588"/>
                      <a:pt x="611481" y="61654"/>
                      <a:pt x="611807" y="61697"/>
                    </a:cubicBezTo>
                    <a:lnTo>
                      <a:pt x="653381" y="64469"/>
                    </a:lnTo>
                    <a:lnTo>
                      <a:pt x="654275" y="65386"/>
                    </a:lnTo>
                    <a:cubicBezTo>
                      <a:pt x="654763" y="65801"/>
                      <a:pt x="655576" y="66193"/>
                      <a:pt x="656551" y="66084"/>
                    </a:cubicBezTo>
                    <a:lnTo>
                      <a:pt x="678091" y="65932"/>
                    </a:lnTo>
                    <a:lnTo>
                      <a:pt x="698045" y="64076"/>
                    </a:lnTo>
                    <a:lnTo>
                      <a:pt x="717105" y="61675"/>
                    </a:lnTo>
                    <a:lnTo>
                      <a:pt x="737222" y="61239"/>
                    </a:lnTo>
                    <a:lnTo>
                      <a:pt x="760833" y="64971"/>
                    </a:lnTo>
                    <a:lnTo>
                      <a:pt x="783551" y="66630"/>
                    </a:lnTo>
                    <a:lnTo>
                      <a:pt x="804400" y="66412"/>
                    </a:lnTo>
                    <a:lnTo>
                      <a:pt x="885964" y="64229"/>
                    </a:lnTo>
                    <a:lnTo>
                      <a:pt x="1025278" y="75055"/>
                    </a:lnTo>
                    <a:lnTo>
                      <a:pt x="1049093" y="77129"/>
                    </a:lnTo>
                    <a:lnTo>
                      <a:pt x="1138298" y="86034"/>
                    </a:lnTo>
                    <a:lnTo>
                      <a:pt x="1138298" y="8310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8" name="Freeform: Shape 527">
                <a:extLst>
                  <a:ext uri="{FF2B5EF4-FFF2-40B4-BE49-F238E27FC236}">
                    <a16:creationId xmlns:a16="http://schemas.microsoft.com/office/drawing/2014/main" id="{00CC063A-E6FB-4367-B0C6-BD45F1AC7EDD}"/>
                  </a:ext>
                </a:extLst>
              </p:cNvPr>
              <p:cNvSpPr/>
              <p:nvPr/>
            </p:nvSpPr>
            <p:spPr>
              <a:xfrm>
                <a:off x="7294978" y="5540475"/>
                <a:ext cx="100415" cy="411282"/>
              </a:xfrm>
              <a:custGeom>
                <a:avLst/>
                <a:gdLst>
                  <a:gd name="connsiteX0" fmla="*/ 97803 w 100415"/>
                  <a:gd name="connsiteY0" fmla="*/ 411238 h 411282"/>
                  <a:gd name="connsiteX1" fmla="*/ 95527 w 100415"/>
                  <a:gd name="connsiteY1" fmla="*/ 410387 h 411282"/>
                  <a:gd name="connsiteX2" fmla="*/ 89593 w 100415"/>
                  <a:gd name="connsiteY2" fmla="*/ 403097 h 411282"/>
                  <a:gd name="connsiteX3" fmla="*/ 89391 w 100415"/>
                  <a:gd name="connsiteY3" fmla="*/ 402726 h 411282"/>
                  <a:gd name="connsiteX4" fmla="*/ 77605 w 100415"/>
                  <a:gd name="connsiteY4" fmla="*/ 362718 h 411282"/>
                  <a:gd name="connsiteX5" fmla="*/ 71956 w 100415"/>
                  <a:gd name="connsiteY5" fmla="*/ 349666 h 411282"/>
                  <a:gd name="connsiteX6" fmla="*/ 66307 w 100415"/>
                  <a:gd name="connsiteY6" fmla="*/ 338469 h 411282"/>
                  <a:gd name="connsiteX7" fmla="*/ 60658 w 100415"/>
                  <a:gd name="connsiteY7" fmla="*/ 324871 h 411282"/>
                  <a:gd name="connsiteX8" fmla="*/ 55497 w 100415"/>
                  <a:gd name="connsiteY8" fmla="*/ 306318 h 411282"/>
                  <a:gd name="connsiteX9" fmla="*/ 51148 w 100415"/>
                  <a:gd name="connsiteY9" fmla="*/ 285321 h 411282"/>
                  <a:gd name="connsiteX10" fmla="*/ 47491 w 100415"/>
                  <a:gd name="connsiteY10" fmla="*/ 259850 h 411282"/>
                  <a:gd name="connsiteX11" fmla="*/ 44321 w 100415"/>
                  <a:gd name="connsiteY11" fmla="*/ 230493 h 411282"/>
                  <a:gd name="connsiteX12" fmla="*/ 38672 w 100415"/>
                  <a:gd name="connsiteY12" fmla="*/ 158007 h 411282"/>
                  <a:gd name="connsiteX13" fmla="*/ 35299 w 100415"/>
                  <a:gd name="connsiteY13" fmla="*/ 121033 h 411282"/>
                  <a:gd name="connsiteX14" fmla="*/ 31113 w 100415"/>
                  <a:gd name="connsiteY14" fmla="*/ 87202 h 411282"/>
                  <a:gd name="connsiteX15" fmla="*/ 25748 w 100415"/>
                  <a:gd name="connsiteY15" fmla="*/ 51450 h 411282"/>
                  <a:gd name="connsiteX16" fmla="*/ 20303 w 100415"/>
                  <a:gd name="connsiteY16" fmla="*/ 34141 h 411282"/>
                  <a:gd name="connsiteX17" fmla="*/ 14166 w 100415"/>
                  <a:gd name="connsiteY17" fmla="*/ 22093 h 411282"/>
                  <a:gd name="connsiteX18" fmla="*/ 7338 w 100415"/>
                  <a:gd name="connsiteY18" fmla="*/ 10481 h 411282"/>
                  <a:gd name="connsiteX19" fmla="*/ 185 w 100415"/>
                  <a:gd name="connsiteY19" fmla="*/ 2013 h 411282"/>
                  <a:gd name="connsiteX20" fmla="*/ 1486 w 100415"/>
                  <a:gd name="connsiteY20" fmla="*/ 157 h 411282"/>
                  <a:gd name="connsiteX21" fmla="*/ 4859 w 100415"/>
                  <a:gd name="connsiteY21" fmla="*/ 856 h 411282"/>
                  <a:gd name="connsiteX22" fmla="*/ 12012 w 100415"/>
                  <a:gd name="connsiteY22" fmla="*/ 9477 h 411282"/>
                  <a:gd name="connsiteX23" fmla="*/ 19043 w 100415"/>
                  <a:gd name="connsiteY23" fmla="*/ 21264 h 411282"/>
                  <a:gd name="connsiteX24" fmla="*/ 25179 w 100415"/>
                  <a:gd name="connsiteY24" fmla="*/ 33574 h 411282"/>
                  <a:gd name="connsiteX25" fmla="*/ 30828 w 100415"/>
                  <a:gd name="connsiteY25" fmla="*/ 51101 h 411282"/>
                  <a:gd name="connsiteX26" fmla="*/ 36193 w 100415"/>
                  <a:gd name="connsiteY26" fmla="*/ 87005 h 411282"/>
                  <a:gd name="connsiteX27" fmla="*/ 40338 w 100415"/>
                  <a:gd name="connsiteY27" fmla="*/ 120902 h 411282"/>
                  <a:gd name="connsiteX28" fmla="*/ 43793 w 100415"/>
                  <a:gd name="connsiteY28" fmla="*/ 157941 h 411282"/>
                  <a:gd name="connsiteX29" fmla="*/ 49360 w 100415"/>
                  <a:gd name="connsiteY29" fmla="*/ 230362 h 411282"/>
                  <a:gd name="connsiteX30" fmla="*/ 52530 w 100415"/>
                  <a:gd name="connsiteY30" fmla="*/ 259719 h 411282"/>
                  <a:gd name="connsiteX31" fmla="*/ 56188 w 100415"/>
                  <a:gd name="connsiteY31" fmla="*/ 285081 h 411282"/>
                  <a:gd name="connsiteX32" fmla="*/ 60455 w 100415"/>
                  <a:gd name="connsiteY32" fmla="*/ 305969 h 411282"/>
                  <a:gd name="connsiteX33" fmla="*/ 65616 w 100415"/>
                  <a:gd name="connsiteY33" fmla="*/ 324347 h 411282"/>
                  <a:gd name="connsiteX34" fmla="*/ 71184 w 100415"/>
                  <a:gd name="connsiteY34" fmla="*/ 337770 h 411282"/>
                  <a:gd name="connsiteX35" fmla="*/ 76833 w 100415"/>
                  <a:gd name="connsiteY35" fmla="*/ 348967 h 411282"/>
                  <a:gd name="connsiteX36" fmla="*/ 82685 w 100415"/>
                  <a:gd name="connsiteY36" fmla="*/ 362129 h 411282"/>
                  <a:gd name="connsiteX37" fmla="*/ 94389 w 100415"/>
                  <a:gd name="connsiteY37" fmla="*/ 402093 h 411282"/>
                  <a:gd name="connsiteX38" fmla="*/ 100241 w 100415"/>
                  <a:gd name="connsiteY38" fmla="*/ 409296 h 411282"/>
                  <a:gd name="connsiteX39" fmla="*/ 98941 w 100415"/>
                  <a:gd name="connsiteY39" fmla="*/ 411108 h 411282"/>
                  <a:gd name="connsiteX40" fmla="*/ 97844 w 100415"/>
                  <a:gd name="connsiteY40" fmla="*/ 411282 h 411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415" h="411282">
                    <a:moveTo>
                      <a:pt x="97803" y="411238"/>
                    </a:moveTo>
                    <a:cubicBezTo>
                      <a:pt x="96828" y="411238"/>
                      <a:pt x="95934" y="410911"/>
                      <a:pt x="95527" y="410387"/>
                    </a:cubicBezTo>
                    <a:lnTo>
                      <a:pt x="89593" y="403097"/>
                    </a:lnTo>
                    <a:cubicBezTo>
                      <a:pt x="89593" y="403097"/>
                      <a:pt x="89513" y="402835"/>
                      <a:pt x="89391" y="402726"/>
                    </a:cubicBezTo>
                    <a:lnTo>
                      <a:pt x="77605" y="362718"/>
                    </a:lnTo>
                    <a:lnTo>
                      <a:pt x="71956" y="349666"/>
                    </a:lnTo>
                    <a:lnTo>
                      <a:pt x="66307" y="338469"/>
                    </a:lnTo>
                    <a:lnTo>
                      <a:pt x="60658" y="324871"/>
                    </a:lnTo>
                    <a:lnTo>
                      <a:pt x="55497" y="306318"/>
                    </a:lnTo>
                    <a:lnTo>
                      <a:pt x="51148" y="285321"/>
                    </a:lnTo>
                    <a:lnTo>
                      <a:pt x="47491" y="259850"/>
                    </a:lnTo>
                    <a:lnTo>
                      <a:pt x="44321" y="230493"/>
                    </a:lnTo>
                    <a:lnTo>
                      <a:pt x="38672" y="158007"/>
                    </a:lnTo>
                    <a:lnTo>
                      <a:pt x="35299" y="121033"/>
                    </a:lnTo>
                    <a:lnTo>
                      <a:pt x="31113" y="87202"/>
                    </a:lnTo>
                    <a:lnTo>
                      <a:pt x="25748" y="51450"/>
                    </a:lnTo>
                    <a:lnTo>
                      <a:pt x="20303" y="34141"/>
                    </a:lnTo>
                    <a:lnTo>
                      <a:pt x="14166" y="22093"/>
                    </a:lnTo>
                    <a:lnTo>
                      <a:pt x="7338" y="10481"/>
                    </a:lnTo>
                    <a:lnTo>
                      <a:pt x="185" y="2013"/>
                    </a:lnTo>
                    <a:cubicBezTo>
                      <a:pt x="-302" y="1271"/>
                      <a:pt x="185" y="463"/>
                      <a:pt x="1486" y="157"/>
                    </a:cubicBezTo>
                    <a:cubicBezTo>
                      <a:pt x="2746" y="-214"/>
                      <a:pt x="4249" y="92"/>
                      <a:pt x="4859" y="856"/>
                    </a:cubicBezTo>
                    <a:lnTo>
                      <a:pt x="12012" y="9477"/>
                    </a:lnTo>
                    <a:lnTo>
                      <a:pt x="19043" y="21264"/>
                    </a:lnTo>
                    <a:lnTo>
                      <a:pt x="25179" y="33574"/>
                    </a:lnTo>
                    <a:lnTo>
                      <a:pt x="30828" y="51101"/>
                    </a:lnTo>
                    <a:lnTo>
                      <a:pt x="36193" y="87005"/>
                    </a:lnTo>
                    <a:lnTo>
                      <a:pt x="40338" y="120902"/>
                    </a:lnTo>
                    <a:lnTo>
                      <a:pt x="43793" y="157941"/>
                    </a:lnTo>
                    <a:lnTo>
                      <a:pt x="49360" y="230362"/>
                    </a:lnTo>
                    <a:lnTo>
                      <a:pt x="52530" y="259719"/>
                    </a:lnTo>
                    <a:lnTo>
                      <a:pt x="56188" y="285081"/>
                    </a:lnTo>
                    <a:lnTo>
                      <a:pt x="60455" y="305969"/>
                    </a:lnTo>
                    <a:lnTo>
                      <a:pt x="65616" y="324347"/>
                    </a:lnTo>
                    <a:lnTo>
                      <a:pt x="71184" y="337770"/>
                    </a:lnTo>
                    <a:lnTo>
                      <a:pt x="76833" y="348967"/>
                    </a:lnTo>
                    <a:lnTo>
                      <a:pt x="82685" y="362129"/>
                    </a:lnTo>
                    <a:lnTo>
                      <a:pt x="94389" y="402093"/>
                    </a:lnTo>
                    <a:lnTo>
                      <a:pt x="100241" y="409296"/>
                    </a:lnTo>
                    <a:cubicBezTo>
                      <a:pt x="100729" y="409994"/>
                      <a:pt x="100160" y="410780"/>
                      <a:pt x="98941" y="411108"/>
                    </a:cubicBezTo>
                    <a:cubicBezTo>
                      <a:pt x="98535" y="411217"/>
                      <a:pt x="98250" y="411282"/>
                      <a:pt x="97844" y="41128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29" name="Freeform: Shape 528">
                <a:extLst>
                  <a:ext uri="{FF2B5EF4-FFF2-40B4-BE49-F238E27FC236}">
                    <a16:creationId xmlns:a16="http://schemas.microsoft.com/office/drawing/2014/main" id="{1711461F-DF6E-4468-815A-7D14D0FA2B01}"/>
                  </a:ext>
                </a:extLst>
              </p:cNvPr>
              <p:cNvSpPr/>
              <p:nvPr/>
            </p:nvSpPr>
            <p:spPr>
              <a:xfrm>
                <a:off x="11036819" y="5693796"/>
                <a:ext cx="1155180" cy="97383"/>
              </a:xfrm>
              <a:custGeom>
                <a:avLst/>
                <a:gdLst>
                  <a:gd name="connsiteX0" fmla="*/ 1155180 w 1155180"/>
                  <a:gd name="connsiteY0" fmla="*/ 94044 h 97383"/>
                  <a:gd name="connsiteX1" fmla="*/ 1144857 w 1155180"/>
                  <a:gd name="connsiteY1" fmla="*/ 90792 h 97383"/>
                  <a:gd name="connsiteX2" fmla="*/ 1122831 w 1155180"/>
                  <a:gd name="connsiteY2" fmla="*/ 86951 h 97383"/>
                  <a:gd name="connsiteX3" fmla="*/ 1001683 w 1155180"/>
                  <a:gd name="connsiteY3" fmla="*/ 74968 h 97383"/>
                  <a:gd name="connsiteX4" fmla="*/ 977868 w 1155180"/>
                  <a:gd name="connsiteY4" fmla="*/ 72785 h 97383"/>
                  <a:gd name="connsiteX5" fmla="*/ 930848 w 1155180"/>
                  <a:gd name="connsiteY5" fmla="*/ 69424 h 97383"/>
                  <a:gd name="connsiteX6" fmla="*/ 910283 w 1155180"/>
                  <a:gd name="connsiteY6" fmla="*/ 69642 h 97383"/>
                  <a:gd name="connsiteX7" fmla="*/ 891833 w 1155180"/>
                  <a:gd name="connsiteY7" fmla="*/ 69424 h 97383"/>
                  <a:gd name="connsiteX8" fmla="*/ 868505 w 1155180"/>
                  <a:gd name="connsiteY8" fmla="*/ 67830 h 97383"/>
                  <a:gd name="connsiteX9" fmla="*/ 845666 w 1155180"/>
                  <a:gd name="connsiteY9" fmla="*/ 68573 h 97383"/>
                  <a:gd name="connsiteX10" fmla="*/ 824655 w 1155180"/>
                  <a:gd name="connsiteY10" fmla="*/ 68835 h 97383"/>
                  <a:gd name="connsiteX11" fmla="*/ 803929 w 1155180"/>
                  <a:gd name="connsiteY11" fmla="*/ 69380 h 97383"/>
                  <a:gd name="connsiteX12" fmla="*/ 783080 w 1155180"/>
                  <a:gd name="connsiteY12" fmla="*/ 69118 h 97383"/>
                  <a:gd name="connsiteX13" fmla="*/ 761541 w 1155180"/>
                  <a:gd name="connsiteY13" fmla="*/ 67569 h 97383"/>
                  <a:gd name="connsiteX14" fmla="*/ 759753 w 1155180"/>
                  <a:gd name="connsiteY14" fmla="*/ 66390 h 97383"/>
                  <a:gd name="connsiteX15" fmla="*/ 758737 w 1155180"/>
                  <a:gd name="connsiteY15" fmla="*/ 66019 h 97383"/>
                  <a:gd name="connsiteX16" fmla="*/ 734841 w 1155180"/>
                  <a:gd name="connsiteY16" fmla="*/ 60584 h 97383"/>
                  <a:gd name="connsiteX17" fmla="*/ 714114 w 1155180"/>
                  <a:gd name="connsiteY17" fmla="*/ 55629 h 97383"/>
                  <a:gd name="connsiteX18" fmla="*/ 713505 w 1155180"/>
                  <a:gd name="connsiteY18" fmla="*/ 55586 h 97383"/>
                  <a:gd name="connsiteX19" fmla="*/ 692291 w 1155180"/>
                  <a:gd name="connsiteY19" fmla="*/ 53774 h 97383"/>
                  <a:gd name="connsiteX20" fmla="*/ 673433 w 1155180"/>
                  <a:gd name="connsiteY20" fmla="*/ 51177 h 97383"/>
                  <a:gd name="connsiteX21" fmla="*/ 671727 w 1155180"/>
                  <a:gd name="connsiteY21" fmla="*/ 51242 h 97383"/>
                  <a:gd name="connsiteX22" fmla="*/ 669369 w 1155180"/>
                  <a:gd name="connsiteY22" fmla="*/ 51832 h 97383"/>
                  <a:gd name="connsiteX23" fmla="*/ 649131 w 1155180"/>
                  <a:gd name="connsiteY23" fmla="*/ 50129 h 97383"/>
                  <a:gd name="connsiteX24" fmla="*/ 631372 w 1155180"/>
                  <a:gd name="connsiteY24" fmla="*/ 47466 h 97383"/>
                  <a:gd name="connsiteX25" fmla="*/ 629989 w 1155180"/>
                  <a:gd name="connsiteY25" fmla="*/ 47532 h 97383"/>
                  <a:gd name="connsiteX26" fmla="*/ 626210 w 1155180"/>
                  <a:gd name="connsiteY26" fmla="*/ 48121 h 97383"/>
                  <a:gd name="connsiteX27" fmla="*/ 607963 w 1155180"/>
                  <a:gd name="connsiteY27" fmla="*/ 46528 h 97383"/>
                  <a:gd name="connsiteX28" fmla="*/ 589594 w 1155180"/>
                  <a:gd name="connsiteY28" fmla="*/ 43712 h 97383"/>
                  <a:gd name="connsiteX29" fmla="*/ 569070 w 1155180"/>
                  <a:gd name="connsiteY29" fmla="*/ 41835 h 97383"/>
                  <a:gd name="connsiteX30" fmla="*/ 567688 w 1155180"/>
                  <a:gd name="connsiteY30" fmla="*/ 41901 h 97383"/>
                  <a:gd name="connsiteX31" fmla="*/ 564803 w 1155180"/>
                  <a:gd name="connsiteY31" fmla="*/ 42599 h 97383"/>
                  <a:gd name="connsiteX32" fmla="*/ 543874 w 1155180"/>
                  <a:gd name="connsiteY32" fmla="*/ 41791 h 97383"/>
                  <a:gd name="connsiteX33" fmla="*/ 508841 w 1155180"/>
                  <a:gd name="connsiteY33" fmla="*/ 36095 h 97383"/>
                  <a:gd name="connsiteX34" fmla="*/ 506931 w 1155180"/>
                  <a:gd name="connsiteY34" fmla="*/ 36204 h 97383"/>
                  <a:gd name="connsiteX35" fmla="*/ 504737 w 1155180"/>
                  <a:gd name="connsiteY35" fmla="*/ 36902 h 97383"/>
                  <a:gd name="connsiteX36" fmla="*/ 486286 w 1155180"/>
                  <a:gd name="connsiteY36" fmla="*/ 35134 h 97383"/>
                  <a:gd name="connsiteX37" fmla="*/ 469217 w 1155180"/>
                  <a:gd name="connsiteY37" fmla="*/ 32362 h 97383"/>
                  <a:gd name="connsiteX38" fmla="*/ 467836 w 1155180"/>
                  <a:gd name="connsiteY38" fmla="*/ 32362 h 97383"/>
                  <a:gd name="connsiteX39" fmla="*/ 463447 w 1155180"/>
                  <a:gd name="connsiteY39" fmla="*/ 32995 h 97383"/>
                  <a:gd name="connsiteX40" fmla="*/ 446865 w 1155180"/>
                  <a:gd name="connsiteY40" fmla="*/ 31446 h 97383"/>
                  <a:gd name="connsiteX41" fmla="*/ 430204 w 1155180"/>
                  <a:gd name="connsiteY41" fmla="*/ 28783 h 97383"/>
                  <a:gd name="connsiteX42" fmla="*/ 428496 w 1155180"/>
                  <a:gd name="connsiteY42" fmla="*/ 28826 h 97383"/>
                  <a:gd name="connsiteX43" fmla="*/ 425733 w 1155180"/>
                  <a:gd name="connsiteY43" fmla="*/ 29459 h 97383"/>
                  <a:gd name="connsiteX44" fmla="*/ 407770 w 1155180"/>
                  <a:gd name="connsiteY44" fmla="*/ 27801 h 97383"/>
                  <a:gd name="connsiteX45" fmla="*/ 391798 w 1155180"/>
                  <a:gd name="connsiteY45" fmla="*/ 25138 h 97383"/>
                  <a:gd name="connsiteX46" fmla="*/ 390498 w 1155180"/>
                  <a:gd name="connsiteY46" fmla="*/ 25094 h 97383"/>
                  <a:gd name="connsiteX47" fmla="*/ 385661 w 1155180"/>
                  <a:gd name="connsiteY47" fmla="*/ 25683 h 97383"/>
                  <a:gd name="connsiteX48" fmla="*/ 369162 w 1155180"/>
                  <a:gd name="connsiteY48" fmla="*/ 24134 h 97383"/>
                  <a:gd name="connsiteX49" fmla="*/ 353597 w 1155180"/>
                  <a:gd name="connsiteY49" fmla="*/ 21471 h 97383"/>
                  <a:gd name="connsiteX50" fmla="*/ 334861 w 1155180"/>
                  <a:gd name="connsiteY50" fmla="*/ 19594 h 97383"/>
                  <a:gd name="connsiteX51" fmla="*/ 333684 w 1155180"/>
                  <a:gd name="connsiteY51" fmla="*/ 19659 h 97383"/>
                  <a:gd name="connsiteX52" fmla="*/ 329822 w 1155180"/>
                  <a:gd name="connsiteY52" fmla="*/ 20358 h 97383"/>
                  <a:gd name="connsiteX53" fmla="*/ 310072 w 1155180"/>
                  <a:gd name="connsiteY53" fmla="*/ 19550 h 97383"/>
                  <a:gd name="connsiteX54" fmla="*/ 252606 w 1155180"/>
                  <a:gd name="connsiteY54" fmla="*/ 19550 h 97383"/>
                  <a:gd name="connsiteX55" fmla="*/ 75091 w 1155180"/>
                  <a:gd name="connsiteY55" fmla="*/ 1762 h 97383"/>
                  <a:gd name="connsiteX56" fmla="*/ 19740 w 1155180"/>
                  <a:gd name="connsiteY56" fmla="*/ 1718 h 97383"/>
                  <a:gd name="connsiteX57" fmla="*/ 2995 w 1155180"/>
                  <a:gd name="connsiteY57" fmla="*/ 15 h 97383"/>
                  <a:gd name="connsiteX58" fmla="*/ 29 w 1155180"/>
                  <a:gd name="connsiteY58" fmla="*/ 1129 h 97383"/>
                  <a:gd name="connsiteX59" fmla="*/ 2101 w 1155180"/>
                  <a:gd name="connsiteY59" fmla="*/ 2787 h 97383"/>
                  <a:gd name="connsiteX60" fmla="*/ 19373 w 1155180"/>
                  <a:gd name="connsiteY60" fmla="*/ 4534 h 97383"/>
                  <a:gd name="connsiteX61" fmla="*/ 74725 w 1155180"/>
                  <a:gd name="connsiteY61" fmla="*/ 4534 h 97383"/>
                  <a:gd name="connsiteX62" fmla="*/ 252241 w 1155180"/>
                  <a:gd name="connsiteY62" fmla="*/ 22344 h 97383"/>
                  <a:gd name="connsiteX63" fmla="*/ 309909 w 1155180"/>
                  <a:gd name="connsiteY63" fmla="*/ 22388 h 97383"/>
                  <a:gd name="connsiteX64" fmla="*/ 329944 w 1155180"/>
                  <a:gd name="connsiteY64" fmla="*/ 23195 h 97383"/>
                  <a:gd name="connsiteX65" fmla="*/ 330838 w 1155180"/>
                  <a:gd name="connsiteY65" fmla="*/ 23130 h 97383"/>
                  <a:gd name="connsiteX66" fmla="*/ 334618 w 1155180"/>
                  <a:gd name="connsiteY66" fmla="*/ 22453 h 97383"/>
                  <a:gd name="connsiteX67" fmla="*/ 351077 w 1155180"/>
                  <a:gd name="connsiteY67" fmla="*/ 24112 h 97383"/>
                  <a:gd name="connsiteX68" fmla="*/ 368024 w 1155180"/>
                  <a:gd name="connsiteY68" fmla="*/ 26884 h 97383"/>
                  <a:gd name="connsiteX69" fmla="*/ 385296 w 1155180"/>
                  <a:gd name="connsiteY69" fmla="*/ 28543 h 97383"/>
                  <a:gd name="connsiteX70" fmla="*/ 386272 w 1155180"/>
                  <a:gd name="connsiteY70" fmla="*/ 28543 h 97383"/>
                  <a:gd name="connsiteX71" fmla="*/ 391026 w 1155180"/>
                  <a:gd name="connsiteY71" fmla="*/ 27953 h 97383"/>
                  <a:gd name="connsiteX72" fmla="*/ 406592 w 1155180"/>
                  <a:gd name="connsiteY72" fmla="*/ 30573 h 97383"/>
                  <a:gd name="connsiteX73" fmla="*/ 425651 w 1155180"/>
                  <a:gd name="connsiteY73" fmla="*/ 32341 h 97383"/>
                  <a:gd name="connsiteX74" fmla="*/ 427034 w 1155180"/>
                  <a:gd name="connsiteY74" fmla="*/ 32231 h 97383"/>
                  <a:gd name="connsiteX75" fmla="*/ 429715 w 1155180"/>
                  <a:gd name="connsiteY75" fmla="*/ 31642 h 97383"/>
                  <a:gd name="connsiteX76" fmla="*/ 445768 w 1155180"/>
                  <a:gd name="connsiteY76" fmla="*/ 34196 h 97383"/>
                  <a:gd name="connsiteX77" fmla="*/ 463121 w 1155180"/>
                  <a:gd name="connsiteY77" fmla="*/ 35855 h 97383"/>
                  <a:gd name="connsiteX78" fmla="*/ 464219 w 1155180"/>
                  <a:gd name="connsiteY78" fmla="*/ 35811 h 97383"/>
                  <a:gd name="connsiteX79" fmla="*/ 468405 w 1155180"/>
                  <a:gd name="connsiteY79" fmla="*/ 35222 h 97383"/>
                  <a:gd name="connsiteX80" fmla="*/ 485068 w 1155180"/>
                  <a:gd name="connsiteY80" fmla="*/ 37884 h 97383"/>
                  <a:gd name="connsiteX81" fmla="*/ 504696 w 1155180"/>
                  <a:gd name="connsiteY81" fmla="*/ 39740 h 97383"/>
                  <a:gd name="connsiteX82" fmla="*/ 506404 w 1155180"/>
                  <a:gd name="connsiteY82" fmla="*/ 39565 h 97383"/>
                  <a:gd name="connsiteX83" fmla="*/ 508395 w 1155180"/>
                  <a:gd name="connsiteY83" fmla="*/ 38976 h 97383"/>
                  <a:gd name="connsiteX84" fmla="*/ 542898 w 1155180"/>
                  <a:gd name="connsiteY84" fmla="*/ 44520 h 97383"/>
                  <a:gd name="connsiteX85" fmla="*/ 564925 w 1155180"/>
                  <a:gd name="connsiteY85" fmla="*/ 45436 h 97383"/>
                  <a:gd name="connsiteX86" fmla="*/ 566104 w 1155180"/>
                  <a:gd name="connsiteY86" fmla="*/ 45327 h 97383"/>
                  <a:gd name="connsiteX87" fmla="*/ 568867 w 1155180"/>
                  <a:gd name="connsiteY87" fmla="*/ 44694 h 97383"/>
                  <a:gd name="connsiteX88" fmla="*/ 587724 w 1155180"/>
                  <a:gd name="connsiteY88" fmla="*/ 46462 h 97383"/>
                  <a:gd name="connsiteX89" fmla="*/ 606784 w 1155180"/>
                  <a:gd name="connsiteY89" fmla="*/ 49343 h 97383"/>
                  <a:gd name="connsiteX90" fmla="*/ 625925 w 1155180"/>
                  <a:gd name="connsiteY90" fmla="*/ 51002 h 97383"/>
                  <a:gd name="connsiteX91" fmla="*/ 627023 w 1155180"/>
                  <a:gd name="connsiteY91" fmla="*/ 50937 h 97383"/>
                  <a:gd name="connsiteX92" fmla="*/ 630599 w 1155180"/>
                  <a:gd name="connsiteY92" fmla="*/ 50347 h 97383"/>
                  <a:gd name="connsiteX93" fmla="*/ 648074 w 1155180"/>
                  <a:gd name="connsiteY93" fmla="*/ 52967 h 97383"/>
                  <a:gd name="connsiteX94" fmla="*/ 669288 w 1155180"/>
                  <a:gd name="connsiteY94" fmla="*/ 54778 h 97383"/>
                  <a:gd name="connsiteX95" fmla="*/ 670670 w 1155180"/>
                  <a:gd name="connsiteY95" fmla="*/ 54669 h 97383"/>
                  <a:gd name="connsiteX96" fmla="*/ 672946 w 1155180"/>
                  <a:gd name="connsiteY96" fmla="*/ 54080 h 97383"/>
                  <a:gd name="connsiteX97" fmla="*/ 691194 w 1155180"/>
                  <a:gd name="connsiteY97" fmla="*/ 56590 h 97383"/>
                  <a:gd name="connsiteX98" fmla="*/ 712326 w 1155180"/>
                  <a:gd name="connsiteY98" fmla="*/ 58401 h 97383"/>
                  <a:gd name="connsiteX99" fmla="*/ 732850 w 1155180"/>
                  <a:gd name="connsiteY99" fmla="*/ 63312 h 97383"/>
                  <a:gd name="connsiteX100" fmla="*/ 756177 w 1155180"/>
                  <a:gd name="connsiteY100" fmla="*/ 68594 h 97383"/>
                  <a:gd name="connsiteX101" fmla="*/ 758168 w 1155180"/>
                  <a:gd name="connsiteY101" fmla="*/ 69926 h 97383"/>
                  <a:gd name="connsiteX102" fmla="*/ 759875 w 1155180"/>
                  <a:gd name="connsiteY102" fmla="*/ 70406 h 97383"/>
                  <a:gd name="connsiteX103" fmla="*/ 782715 w 1155180"/>
                  <a:gd name="connsiteY103" fmla="*/ 71999 h 97383"/>
                  <a:gd name="connsiteX104" fmla="*/ 803929 w 1155180"/>
                  <a:gd name="connsiteY104" fmla="*/ 72327 h 97383"/>
                  <a:gd name="connsiteX105" fmla="*/ 824777 w 1155180"/>
                  <a:gd name="connsiteY105" fmla="*/ 71803 h 97383"/>
                  <a:gd name="connsiteX106" fmla="*/ 845828 w 1155180"/>
                  <a:gd name="connsiteY106" fmla="*/ 71541 h 97383"/>
                  <a:gd name="connsiteX107" fmla="*/ 868261 w 1155180"/>
                  <a:gd name="connsiteY107" fmla="*/ 70733 h 97383"/>
                  <a:gd name="connsiteX108" fmla="*/ 891386 w 1155180"/>
                  <a:gd name="connsiteY108" fmla="*/ 72392 h 97383"/>
                  <a:gd name="connsiteX109" fmla="*/ 910243 w 1155180"/>
                  <a:gd name="connsiteY109" fmla="*/ 72610 h 97383"/>
                  <a:gd name="connsiteX110" fmla="*/ 930481 w 1155180"/>
                  <a:gd name="connsiteY110" fmla="*/ 72349 h 97383"/>
                  <a:gd name="connsiteX111" fmla="*/ 977095 w 1155180"/>
                  <a:gd name="connsiteY111" fmla="*/ 75754 h 97383"/>
                  <a:gd name="connsiteX112" fmla="*/ 1121571 w 1155180"/>
                  <a:gd name="connsiteY112" fmla="*/ 89832 h 97383"/>
                  <a:gd name="connsiteX113" fmla="*/ 1142785 w 1155180"/>
                  <a:gd name="connsiteY113" fmla="*/ 93499 h 97383"/>
                  <a:gd name="connsiteX114" fmla="*/ 1155099 w 1155180"/>
                  <a:gd name="connsiteY114" fmla="*/ 97384 h 97383"/>
                  <a:gd name="connsiteX115" fmla="*/ 1155099 w 1155180"/>
                  <a:gd name="connsiteY115" fmla="*/ 94175 h 97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155180" h="97383">
                    <a:moveTo>
                      <a:pt x="1155180" y="94044"/>
                    </a:moveTo>
                    <a:lnTo>
                      <a:pt x="1144857" y="90792"/>
                    </a:lnTo>
                    <a:lnTo>
                      <a:pt x="1122831" y="86951"/>
                    </a:lnTo>
                    <a:lnTo>
                      <a:pt x="1001683" y="74968"/>
                    </a:lnTo>
                    <a:lnTo>
                      <a:pt x="977868" y="72785"/>
                    </a:lnTo>
                    <a:lnTo>
                      <a:pt x="930848" y="69424"/>
                    </a:lnTo>
                    <a:lnTo>
                      <a:pt x="910283" y="69642"/>
                    </a:lnTo>
                    <a:lnTo>
                      <a:pt x="891833" y="69424"/>
                    </a:lnTo>
                    <a:lnTo>
                      <a:pt x="868505" y="67830"/>
                    </a:lnTo>
                    <a:lnTo>
                      <a:pt x="845666" y="68573"/>
                    </a:lnTo>
                    <a:lnTo>
                      <a:pt x="824655" y="68835"/>
                    </a:lnTo>
                    <a:lnTo>
                      <a:pt x="803929" y="69380"/>
                    </a:lnTo>
                    <a:lnTo>
                      <a:pt x="783080" y="69118"/>
                    </a:lnTo>
                    <a:lnTo>
                      <a:pt x="761541" y="67569"/>
                    </a:lnTo>
                    <a:lnTo>
                      <a:pt x="759753" y="66390"/>
                    </a:lnTo>
                    <a:cubicBezTo>
                      <a:pt x="759468" y="66237"/>
                      <a:pt x="759144" y="66063"/>
                      <a:pt x="758737" y="66019"/>
                    </a:cubicBezTo>
                    <a:lnTo>
                      <a:pt x="734841" y="60584"/>
                    </a:lnTo>
                    <a:lnTo>
                      <a:pt x="714114" y="55629"/>
                    </a:lnTo>
                    <a:cubicBezTo>
                      <a:pt x="713911" y="55629"/>
                      <a:pt x="713708" y="55586"/>
                      <a:pt x="713505" y="55586"/>
                    </a:cubicBezTo>
                    <a:lnTo>
                      <a:pt x="692291" y="53774"/>
                    </a:lnTo>
                    <a:lnTo>
                      <a:pt x="673433" y="51177"/>
                    </a:lnTo>
                    <a:cubicBezTo>
                      <a:pt x="672824" y="51068"/>
                      <a:pt x="672255" y="51133"/>
                      <a:pt x="671727" y="51242"/>
                    </a:cubicBezTo>
                    <a:lnTo>
                      <a:pt x="669369" y="51832"/>
                    </a:lnTo>
                    <a:lnTo>
                      <a:pt x="649131" y="50129"/>
                    </a:lnTo>
                    <a:lnTo>
                      <a:pt x="631372" y="47466"/>
                    </a:lnTo>
                    <a:cubicBezTo>
                      <a:pt x="630883" y="47423"/>
                      <a:pt x="630477" y="47423"/>
                      <a:pt x="629989" y="47532"/>
                    </a:cubicBezTo>
                    <a:lnTo>
                      <a:pt x="626210" y="48121"/>
                    </a:lnTo>
                    <a:lnTo>
                      <a:pt x="607963" y="46528"/>
                    </a:lnTo>
                    <a:lnTo>
                      <a:pt x="589594" y="43712"/>
                    </a:lnTo>
                    <a:lnTo>
                      <a:pt x="569070" y="41835"/>
                    </a:lnTo>
                    <a:cubicBezTo>
                      <a:pt x="568582" y="41791"/>
                      <a:pt x="568095" y="41791"/>
                      <a:pt x="567688" y="41901"/>
                    </a:cubicBezTo>
                    <a:lnTo>
                      <a:pt x="564803" y="42599"/>
                    </a:lnTo>
                    <a:lnTo>
                      <a:pt x="543874" y="41791"/>
                    </a:lnTo>
                    <a:lnTo>
                      <a:pt x="508841" y="36095"/>
                    </a:lnTo>
                    <a:cubicBezTo>
                      <a:pt x="508232" y="35986"/>
                      <a:pt x="507541" y="36029"/>
                      <a:pt x="506931" y="36204"/>
                    </a:cubicBezTo>
                    <a:lnTo>
                      <a:pt x="504737" y="36902"/>
                    </a:lnTo>
                    <a:lnTo>
                      <a:pt x="486286" y="35134"/>
                    </a:lnTo>
                    <a:lnTo>
                      <a:pt x="469217" y="32362"/>
                    </a:lnTo>
                    <a:cubicBezTo>
                      <a:pt x="468730" y="32297"/>
                      <a:pt x="468323" y="32297"/>
                      <a:pt x="467836" y="32362"/>
                    </a:cubicBezTo>
                    <a:lnTo>
                      <a:pt x="463447" y="32995"/>
                    </a:lnTo>
                    <a:lnTo>
                      <a:pt x="446865" y="31446"/>
                    </a:lnTo>
                    <a:lnTo>
                      <a:pt x="430204" y="28783"/>
                    </a:lnTo>
                    <a:cubicBezTo>
                      <a:pt x="429715" y="28674"/>
                      <a:pt x="429106" y="28674"/>
                      <a:pt x="428496" y="28826"/>
                    </a:cubicBezTo>
                    <a:lnTo>
                      <a:pt x="425733" y="29459"/>
                    </a:lnTo>
                    <a:lnTo>
                      <a:pt x="407770" y="27801"/>
                    </a:lnTo>
                    <a:lnTo>
                      <a:pt x="391798" y="25138"/>
                    </a:lnTo>
                    <a:cubicBezTo>
                      <a:pt x="391392" y="25029"/>
                      <a:pt x="390904" y="25029"/>
                      <a:pt x="390498" y="25094"/>
                    </a:cubicBezTo>
                    <a:lnTo>
                      <a:pt x="385661" y="25683"/>
                    </a:lnTo>
                    <a:lnTo>
                      <a:pt x="369162" y="24134"/>
                    </a:lnTo>
                    <a:lnTo>
                      <a:pt x="353597" y="21471"/>
                    </a:lnTo>
                    <a:lnTo>
                      <a:pt x="334861" y="19594"/>
                    </a:lnTo>
                    <a:cubicBezTo>
                      <a:pt x="334456" y="19550"/>
                      <a:pt x="334049" y="19594"/>
                      <a:pt x="333684" y="19659"/>
                    </a:cubicBezTo>
                    <a:lnTo>
                      <a:pt x="329822" y="20358"/>
                    </a:lnTo>
                    <a:lnTo>
                      <a:pt x="310072" y="19550"/>
                    </a:lnTo>
                    <a:lnTo>
                      <a:pt x="252606" y="19550"/>
                    </a:lnTo>
                    <a:lnTo>
                      <a:pt x="75091" y="1762"/>
                    </a:lnTo>
                    <a:lnTo>
                      <a:pt x="19740" y="1718"/>
                    </a:lnTo>
                    <a:lnTo>
                      <a:pt x="2995" y="15"/>
                    </a:lnTo>
                    <a:cubicBezTo>
                      <a:pt x="1695" y="-94"/>
                      <a:pt x="314" y="386"/>
                      <a:pt x="29" y="1129"/>
                    </a:cubicBezTo>
                    <a:cubicBezTo>
                      <a:pt x="-175" y="1936"/>
                      <a:pt x="719" y="2635"/>
                      <a:pt x="2101" y="2787"/>
                    </a:cubicBezTo>
                    <a:lnTo>
                      <a:pt x="19373" y="4534"/>
                    </a:lnTo>
                    <a:lnTo>
                      <a:pt x="74725" y="4534"/>
                    </a:lnTo>
                    <a:lnTo>
                      <a:pt x="252241" y="22344"/>
                    </a:lnTo>
                    <a:lnTo>
                      <a:pt x="309909" y="22388"/>
                    </a:lnTo>
                    <a:lnTo>
                      <a:pt x="329944" y="23195"/>
                    </a:lnTo>
                    <a:cubicBezTo>
                      <a:pt x="330269" y="23195"/>
                      <a:pt x="330554" y="23195"/>
                      <a:pt x="330838" y="23130"/>
                    </a:cubicBezTo>
                    <a:lnTo>
                      <a:pt x="334618" y="22453"/>
                    </a:lnTo>
                    <a:lnTo>
                      <a:pt x="351077" y="24112"/>
                    </a:lnTo>
                    <a:lnTo>
                      <a:pt x="368024" y="26884"/>
                    </a:lnTo>
                    <a:lnTo>
                      <a:pt x="385296" y="28543"/>
                    </a:lnTo>
                    <a:lnTo>
                      <a:pt x="386272" y="28543"/>
                    </a:lnTo>
                    <a:lnTo>
                      <a:pt x="391026" y="27953"/>
                    </a:lnTo>
                    <a:lnTo>
                      <a:pt x="406592" y="30573"/>
                    </a:lnTo>
                    <a:lnTo>
                      <a:pt x="425651" y="32341"/>
                    </a:lnTo>
                    <a:cubicBezTo>
                      <a:pt x="426140" y="32406"/>
                      <a:pt x="426627" y="32341"/>
                      <a:pt x="427034" y="32231"/>
                    </a:cubicBezTo>
                    <a:lnTo>
                      <a:pt x="429715" y="31642"/>
                    </a:lnTo>
                    <a:lnTo>
                      <a:pt x="445768" y="34196"/>
                    </a:lnTo>
                    <a:lnTo>
                      <a:pt x="463121" y="35855"/>
                    </a:lnTo>
                    <a:cubicBezTo>
                      <a:pt x="463406" y="35855"/>
                      <a:pt x="463812" y="35855"/>
                      <a:pt x="464219" y="35811"/>
                    </a:cubicBezTo>
                    <a:lnTo>
                      <a:pt x="468405" y="35222"/>
                    </a:lnTo>
                    <a:lnTo>
                      <a:pt x="485068" y="37884"/>
                    </a:lnTo>
                    <a:lnTo>
                      <a:pt x="504696" y="39740"/>
                    </a:lnTo>
                    <a:cubicBezTo>
                      <a:pt x="505306" y="39783"/>
                      <a:pt x="505915" y="39740"/>
                      <a:pt x="506404" y="39565"/>
                    </a:cubicBezTo>
                    <a:lnTo>
                      <a:pt x="508395" y="38976"/>
                    </a:lnTo>
                    <a:lnTo>
                      <a:pt x="542898" y="44520"/>
                    </a:lnTo>
                    <a:lnTo>
                      <a:pt x="564925" y="45436"/>
                    </a:lnTo>
                    <a:cubicBezTo>
                      <a:pt x="565412" y="45436"/>
                      <a:pt x="565697" y="45436"/>
                      <a:pt x="566104" y="45327"/>
                    </a:cubicBezTo>
                    <a:lnTo>
                      <a:pt x="568867" y="44694"/>
                    </a:lnTo>
                    <a:lnTo>
                      <a:pt x="587724" y="46462"/>
                    </a:lnTo>
                    <a:lnTo>
                      <a:pt x="606784" y="49343"/>
                    </a:lnTo>
                    <a:lnTo>
                      <a:pt x="625925" y="51002"/>
                    </a:lnTo>
                    <a:cubicBezTo>
                      <a:pt x="626332" y="51046"/>
                      <a:pt x="626697" y="51046"/>
                      <a:pt x="627023" y="50937"/>
                    </a:cubicBezTo>
                    <a:lnTo>
                      <a:pt x="630599" y="50347"/>
                    </a:lnTo>
                    <a:lnTo>
                      <a:pt x="648074" y="52967"/>
                    </a:lnTo>
                    <a:lnTo>
                      <a:pt x="669288" y="54778"/>
                    </a:lnTo>
                    <a:cubicBezTo>
                      <a:pt x="669776" y="54778"/>
                      <a:pt x="670263" y="54778"/>
                      <a:pt x="670670" y="54669"/>
                    </a:cubicBezTo>
                    <a:lnTo>
                      <a:pt x="672946" y="54080"/>
                    </a:lnTo>
                    <a:lnTo>
                      <a:pt x="691194" y="56590"/>
                    </a:lnTo>
                    <a:lnTo>
                      <a:pt x="712326" y="58401"/>
                    </a:lnTo>
                    <a:lnTo>
                      <a:pt x="732850" y="63312"/>
                    </a:lnTo>
                    <a:lnTo>
                      <a:pt x="756177" y="68594"/>
                    </a:lnTo>
                    <a:lnTo>
                      <a:pt x="758168" y="69926"/>
                    </a:lnTo>
                    <a:cubicBezTo>
                      <a:pt x="758574" y="70188"/>
                      <a:pt x="759144" y="70406"/>
                      <a:pt x="759875" y="70406"/>
                    </a:cubicBezTo>
                    <a:lnTo>
                      <a:pt x="782715" y="71999"/>
                    </a:lnTo>
                    <a:lnTo>
                      <a:pt x="803929" y="72327"/>
                    </a:lnTo>
                    <a:lnTo>
                      <a:pt x="824777" y="71803"/>
                    </a:lnTo>
                    <a:lnTo>
                      <a:pt x="845828" y="71541"/>
                    </a:lnTo>
                    <a:lnTo>
                      <a:pt x="868261" y="70733"/>
                    </a:lnTo>
                    <a:lnTo>
                      <a:pt x="891386" y="72392"/>
                    </a:lnTo>
                    <a:lnTo>
                      <a:pt x="910243" y="72610"/>
                    </a:lnTo>
                    <a:lnTo>
                      <a:pt x="930481" y="72349"/>
                    </a:lnTo>
                    <a:lnTo>
                      <a:pt x="977095" y="75754"/>
                    </a:lnTo>
                    <a:lnTo>
                      <a:pt x="1121571" y="89832"/>
                    </a:lnTo>
                    <a:lnTo>
                      <a:pt x="1142785" y="93499"/>
                    </a:lnTo>
                    <a:lnTo>
                      <a:pt x="1155099" y="97384"/>
                    </a:lnTo>
                    <a:lnTo>
                      <a:pt x="1155099" y="941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0" name="Freeform: Shape 529">
                <a:extLst>
                  <a:ext uri="{FF2B5EF4-FFF2-40B4-BE49-F238E27FC236}">
                    <a16:creationId xmlns:a16="http://schemas.microsoft.com/office/drawing/2014/main" id="{0884D4E7-08D9-4602-BBAB-9AA3B57D69B9}"/>
                  </a:ext>
                </a:extLst>
              </p:cNvPr>
              <p:cNvSpPr/>
              <p:nvPr/>
            </p:nvSpPr>
            <p:spPr>
              <a:xfrm>
                <a:off x="4387281" y="5896542"/>
                <a:ext cx="177769" cy="88042"/>
              </a:xfrm>
              <a:custGeom>
                <a:avLst/>
                <a:gdLst>
                  <a:gd name="connsiteX0" fmla="*/ 2570 w 177769"/>
                  <a:gd name="connsiteY0" fmla="*/ 88043 h 88042"/>
                  <a:gd name="connsiteX1" fmla="*/ 1757 w 177769"/>
                  <a:gd name="connsiteY1" fmla="*/ 87977 h 88042"/>
                  <a:gd name="connsiteX2" fmla="*/ 131 w 177769"/>
                  <a:gd name="connsiteY2" fmla="*/ 86166 h 88042"/>
                  <a:gd name="connsiteX3" fmla="*/ 5293 w 177769"/>
                  <a:gd name="connsiteY3" fmla="*/ 77370 h 88042"/>
                  <a:gd name="connsiteX4" fmla="*/ 17525 w 177769"/>
                  <a:gd name="connsiteY4" fmla="*/ 54037 h 88042"/>
                  <a:gd name="connsiteX5" fmla="*/ 29677 w 177769"/>
                  <a:gd name="connsiteY5" fmla="*/ 29002 h 88042"/>
                  <a:gd name="connsiteX6" fmla="*/ 41666 w 177769"/>
                  <a:gd name="connsiteY6" fmla="*/ 11519 h 88042"/>
                  <a:gd name="connsiteX7" fmla="*/ 42072 w 177769"/>
                  <a:gd name="connsiteY7" fmla="*/ 11148 h 88042"/>
                  <a:gd name="connsiteX8" fmla="*/ 53776 w 177769"/>
                  <a:gd name="connsiteY8" fmla="*/ 3269 h 88042"/>
                  <a:gd name="connsiteX9" fmla="*/ 54955 w 177769"/>
                  <a:gd name="connsiteY9" fmla="*/ 2788 h 88042"/>
                  <a:gd name="connsiteX10" fmla="*/ 70195 w 177769"/>
                  <a:gd name="connsiteY10" fmla="*/ 82 h 88042"/>
                  <a:gd name="connsiteX11" fmla="*/ 71698 w 177769"/>
                  <a:gd name="connsiteY11" fmla="*/ 82 h 88042"/>
                  <a:gd name="connsiteX12" fmla="*/ 80761 w 177769"/>
                  <a:gd name="connsiteY12" fmla="*/ 1566 h 88042"/>
                  <a:gd name="connsiteX13" fmla="*/ 176550 w 177769"/>
                  <a:gd name="connsiteY13" fmla="*/ 33433 h 88042"/>
                  <a:gd name="connsiteX14" fmla="*/ 177403 w 177769"/>
                  <a:gd name="connsiteY14" fmla="*/ 35354 h 88042"/>
                  <a:gd name="connsiteX15" fmla="*/ 173949 w 177769"/>
                  <a:gd name="connsiteY15" fmla="*/ 35834 h 88042"/>
                  <a:gd name="connsiteX16" fmla="*/ 78770 w 177769"/>
                  <a:gd name="connsiteY16" fmla="*/ 4120 h 88042"/>
                  <a:gd name="connsiteX17" fmla="*/ 71048 w 177769"/>
                  <a:gd name="connsiteY17" fmla="*/ 2854 h 88042"/>
                  <a:gd name="connsiteX18" fmla="*/ 57312 w 177769"/>
                  <a:gd name="connsiteY18" fmla="*/ 5364 h 88042"/>
                  <a:gd name="connsiteX19" fmla="*/ 46339 w 177769"/>
                  <a:gd name="connsiteY19" fmla="*/ 12763 h 88042"/>
                  <a:gd name="connsiteX20" fmla="*/ 34554 w 177769"/>
                  <a:gd name="connsiteY20" fmla="*/ 29875 h 88042"/>
                  <a:gd name="connsiteX21" fmla="*/ 22483 w 177769"/>
                  <a:gd name="connsiteY21" fmla="*/ 54801 h 88042"/>
                  <a:gd name="connsiteX22" fmla="*/ 10170 w 177769"/>
                  <a:gd name="connsiteY22" fmla="*/ 78243 h 88042"/>
                  <a:gd name="connsiteX23" fmla="*/ 5008 w 177769"/>
                  <a:gd name="connsiteY23" fmla="*/ 87082 h 88042"/>
                  <a:gd name="connsiteX24" fmla="*/ 2570 w 177769"/>
                  <a:gd name="connsiteY24" fmla="*/ 88043 h 8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7769" h="88042">
                    <a:moveTo>
                      <a:pt x="2570" y="88043"/>
                    </a:moveTo>
                    <a:cubicBezTo>
                      <a:pt x="2326" y="88043"/>
                      <a:pt x="2042" y="87977"/>
                      <a:pt x="1757" y="87977"/>
                    </a:cubicBezTo>
                    <a:cubicBezTo>
                      <a:pt x="416" y="87715"/>
                      <a:pt x="-316" y="86908"/>
                      <a:pt x="131" y="86166"/>
                    </a:cubicBezTo>
                    <a:lnTo>
                      <a:pt x="5293" y="77370"/>
                    </a:lnTo>
                    <a:lnTo>
                      <a:pt x="17525" y="54037"/>
                    </a:lnTo>
                    <a:lnTo>
                      <a:pt x="29677" y="29002"/>
                    </a:lnTo>
                    <a:lnTo>
                      <a:pt x="41666" y="11519"/>
                    </a:lnTo>
                    <a:cubicBezTo>
                      <a:pt x="41747" y="11344"/>
                      <a:pt x="41909" y="11257"/>
                      <a:pt x="42072" y="11148"/>
                    </a:cubicBezTo>
                    <a:lnTo>
                      <a:pt x="53776" y="3269"/>
                    </a:lnTo>
                    <a:cubicBezTo>
                      <a:pt x="54101" y="3050"/>
                      <a:pt x="54508" y="2897"/>
                      <a:pt x="54955" y="2788"/>
                    </a:cubicBezTo>
                    <a:lnTo>
                      <a:pt x="70195" y="82"/>
                    </a:lnTo>
                    <a:cubicBezTo>
                      <a:pt x="70682" y="-27"/>
                      <a:pt x="71170" y="-27"/>
                      <a:pt x="71698" y="82"/>
                    </a:cubicBezTo>
                    <a:lnTo>
                      <a:pt x="80761" y="1566"/>
                    </a:lnTo>
                    <a:lnTo>
                      <a:pt x="176550" y="33433"/>
                    </a:lnTo>
                    <a:cubicBezTo>
                      <a:pt x="177728" y="33804"/>
                      <a:pt x="178135" y="34655"/>
                      <a:pt x="177403" y="35354"/>
                    </a:cubicBezTo>
                    <a:cubicBezTo>
                      <a:pt x="176712" y="36052"/>
                      <a:pt x="175127" y="36205"/>
                      <a:pt x="173949" y="35834"/>
                    </a:cubicBezTo>
                    <a:lnTo>
                      <a:pt x="78770" y="4120"/>
                    </a:lnTo>
                    <a:lnTo>
                      <a:pt x="71048" y="2854"/>
                    </a:lnTo>
                    <a:lnTo>
                      <a:pt x="57312" y="5364"/>
                    </a:lnTo>
                    <a:lnTo>
                      <a:pt x="46339" y="12763"/>
                    </a:lnTo>
                    <a:lnTo>
                      <a:pt x="34554" y="29875"/>
                    </a:lnTo>
                    <a:lnTo>
                      <a:pt x="22483" y="54801"/>
                    </a:lnTo>
                    <a:lnTo>
                      <a:pt x="10170" y="78243"/>
                    </a:lnTo>
                    <a:lnTo>
                      <a:pt x="5008" y="87082"/>
                    </a:lnTo>
                    <a:cubicBezTo>
                      <a:pt x="4642" y="87672"/>
                      <a:pt x="3626" y="88043"/>
                      <a:pt x="2570" y="880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1" name="Freeform: Shape 530">
                <a:extLst>
                  <a:ext uri="{FF2B5EF4-FFF2-40B4-BE49-F238E27FC236}">
                    <a16:creationId xmlns:a16="http://schemas.microsoft.com/office/drawing/2014/main" id="{6FD924EB-6230-4947-AA53-F567F8A420D4}"/>
                  </a:ext>
                </a:extLst>
              </p:cNvPr>
              <p:cNvSpPr/>
              <p:nvPr/>
            </p:nvSpPr>
            <p:spPr>
              <a:xfrm>
                <a:off x="10263468" y="5716788"/>
                <a:ext cx="191810" cy="14368"/>
              </a:xfrm>
              <a:custGeom>
                <a:avLst/>
                <a:gdLst>
                  <a:gd name="connsiteX0" fmla="*/ 189221 w 191810"/>
                  <a:gd name="connsiteY0" fmla="*/ 14368 h 14368"/>
                  <a:gd name="connsiteX1" fmla="*/ 188124 w 191810"/>
                  <a:gd name="connsiteY1" fmla="*/ 14194 h 14368"/>
                  <a:gd name="connsiteX2" fmla="*/ 179589 w 191810"/>
                  <a:gd name="connsiteY2" fmla="*/ 11946 h 14368"/>
                  <a:gd name="connsiteX3" fmla="*/ 172843 w 191810"/>
                  <a:gd name="connsiteY3" fmla="*/ 9763 h 14368"/>
                  <a:gd name="connsiteX4" fmla="*/ 161748 w 191810"/>
                  <a:gd name="connsiteY4" fmla="*/ 8061 h 14368"/>
                  <a:gd name="connsiteX5" fmla="*/ 130578 w 191810"/>
                  <a:gd name="connsiteY5" fmla="*/ 7100 h 14368"/>
                  <a:gd name="connsiteX6" fmla="*/ 123222 w 191810"/>
                  <a:gd name="connsiteY6" fmla="*/ 6554 h 14368"/>
                  <a:gd name="connsiteX7" fmla="*/ 106153 w 191810"/>
                  <a:gd name="connsiteY7" fmla="*/ 5856 h 14368"/>
                  <a:gd name="connsiteX8" fmla="*/ 103877 w 191810"/>
                  <a:gd name="connsiteY8" fmla="*/ 7078 h 14368"/>
                  <a:gd name="connsiteX9" fmla="*/ 102089 w 191810"/>
                  <a:gd name="connsiteY9" fmla="*/ 7493 h 14368"/>
                  <a:gd name="connsiteX10" fmla="*/ 35317 w 191810"/>
                  <a:gd name="connsiteY10" fmla="*/ 7864 h 14368"/>
                  <a:gd name="connsiteX11" fmla="*/ 34545 w 191810"/>
                  <a:gd name="connsiteY11" fmla="*/ 7820 h 14368"/>
                  <a:gd name="connsiteX12" fmla="*/ 17963 w 191810"/>
                  <a:gd name="connsiteY12" fmla="*/ 4939 h 14368"/>
                  <a:gd name="connsiteX13" fmla="*/ 1992 w 191810"/>
                  <a:gd name="connsiteY13" fmla="*/ 2800 h 14368"/>
                  <a:gd name="connsiteX14" fmla="*/ 82 w 191810"/>
                  <a:gd name="connsiteY14" fmla="*/ 1098 h 14368"/>
                  <a:gd name="connsiteX15" fmla="*/ 3171 w 191810"/>
                  <a:gd name="connsiteY15" fmla="*/ 28 h 14368"/>
                  <a:gd name="connsiteX16" fmla="*/ 19346 w 191810"/>
                  <a:gd name="connsiteY16" fmla="*/ 2211 h 14368"/>
                  <a:gd name="connsiteX17" fmla="*/ 35724 w 191810"/>
                  <a:gd name="connsiteY17" fmla="*/ 5027 h 14368"/>
                  <a:gd name="connsiteX18" fmla="*/ 100992 w 191810"/>
                  <a:gd name="connsiteY18" fmla="*/ 4656 h 14368"/>
                  <a:gd name="connsiteX19" fmla="*/ 103348 w 191810"/>
                  <a:gd name="connsiteY19" fmla="*/ 3390 h 14368"/>
                  <a:gd name="connsiteX20" fmla="*/ 105339 w 191810"/>
                  <a:gd name="connsiteY20" fmla="*/ 2975 h 14368"/>
                  <a:gd name="connsiteX21" fmla="*/ 125294 w 191810"/>
                  <a:gd name="connsiteY21" fmla="*/ 3826 h 14368"/>
                  <a:gd name="connsiteX22" fmla="*/ 131146 w 191810"/>
                  <a:gd name="connsiteY22" fmla="*/ 4241 h 14368"/>
                  <a:gd name="connsiteX23" fmla="*/ 162520 w 191810"/>
                  <a:gd name="connsiteY23" fmla="*/ 5310 h 14368"/>
                  <a:gd name="connsiteX24" fmla="*/ 174834 w 191810"/>
                  <a:gd name="connsiteY24" fmla="*/ 7187 h 14368"/>
                  <a:gd name="connsiteX25" fmla="*/ 181987 w 191810"/>
                  <a:gd name="connsiteY25" fmla="*/ 9414 h 14368"/>
                  <a:gd name="connsiteX26" fmla="*/ 190318 w 191810"/>
                  <a:gd name="connsiteY26" fmla="*/ 11662 h 14368"/>
                  <a:gd name="connsiteX27" fmla="*/ 191497 w 191810"/>
                  <a:gd name="connsiteY27" fmla="*/ 13517 h 14368"/>
                  <a:gd name="connsiteX28" fmla="*/ 189221 w 191810"/>
                  <a:gd name="connsiteY28" fmla="*/ 14325 h 14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1810" h="14368">
                    <a:moveTo>
                      <a:pt x="189221" y="14368"/>
                    </a:moveTo>
                    <a:cubicBezTo>
                      <a:pt x="188896" y="14368"/>
                      <a:pt x="188530" y="14303"/>
                      <a:pt x="188124" y="14194"/>
                    </a:cubicBezTo>
                    <a:lnTo>
                      <a:pt x="179589" y="11946"/>
                    </a:lnTo>
                    <a:lnTo>
                      <a:pt x="172843" y="9763"/>
                    </a:lnTo>
                    <a:lnTo>
                      <a:pt x="161748" y="8061"/>
                    </a:lnTo>
                    <a:lnTo>
                      <a:pt x="130578" y="7100"/>
                    </a:lnTo>
                    <a:lnTo>
                      <a:pt x="123222" y="6554"/>
                    </a:lnTo>
                    <a:lnTo>
                      <a:pt x="106153" y="5856"/>
                    </a:lnTo>
                    <a:lnTo>
                      <a:pt x="103877" y="7078"/>
                    </a:lnTo>
                    <a:cubicBezTo>
                      <a:pt x="103470" y="7340"/>
                      <a:pt x="102780" y="7493"/>
                      <a:pt x="102089" y="7493"/>
                    </a:cubicBezTo>
                    <a:lnTo>
                      <a:pt x="35317" y="7864"/>
                    </a:lnTo>
                    <a:cubicBezTo>
                      <a:pt x="35033" y="7864"/>
                      <a:pt x="34830" y="7864"/>
                      <a:pt x="34545" y="7820"/>
                    </a:cubicBezTo>
                    <a:lnTo>
                      <a:pt x="17963" y="4939"/>
                    </a:lnTo>
                    <a:lnTo>
                      <a:pt x="1992" y="2800"/>
                    </a:lnTo>
                    <a:cubicBezTo>
                      <a:pt x="611" y="2582"/>
                      <a:pt x="-284" y="1840"/>
                      <a:pt x="82" y="1098"/>
                    </a:cubicBezTo>
                    <a:cubicBezTo>
                      <a:pt x="367" y="356"/>
                      <a:pt x="1748" y="-124"/>
                      <a:pt x="3171" y="28"/>
                    </a:cubicBezTo>
                    <a:lnTo>
                      <a:pt x="19346" y="2211"/>
                    </a:lnTo>
                    <a:lnTo>
                      <a:pt x="35724" y="5027"/>
                    </a:lnTo>
                    <a:lnTo>
                      <a:pt x="100992" y="4656"/>
                    </a:lnTo>
                    <a:lnTo>
                      <a:pt x="103348" y="3390"/>
                    </a:lnTo>
                    <a:cubicBezTo>
                      <a:pt x="103836" y="3062"/>
                      <a:pt x="104568" y="2975"/>
                      <a:pt x="105339" y="2975"/>
                    </a:cubicBezTo>
                    <a:lnTo>
                      <a:pt x="125294" y="3826"/>
                    </a:lnTo>
                    <a:lnTo>
                      <a:pt x="131146" y="4241"/>
                    </a:lnTo>
                    <a:lnTo>
                      <a:pt x="162520" y="5310"/>
                    </a:lnTo>
                    <a:lnTo>
                      <a:pt x="174834" y="7187"/>
                    </a:lnTo>
                    <a:lnTo>
                      <a:pt x="181987" y="9414"/>
                    </a:lnTo>
                    <a:lnTo>
                      <a:pt x="190318" y="11662"/>
                    </a:lnTo>
                    <a:cubicBezTo>
                      <a:pt x="191619" y="11989"/>
                      <a:pt x="192228" y="12841"/>
                      <a:pt x="191497" y="13517"/>
                    </a:cubicBezTo>
                    <a:cubicBezTo>
                      <a:pt x="191090" y="13997"/>
                      <a:pt x="190196" y="14325"/>
                      <a:pt x="189221" y="1432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2" name="Freeform: Shape 531">
                <a:extLst>
                  <a:ext uri="{FF2B5EF4-FFF2-40B4-BE49-F238E27FC236}">
                    <a16:creationId xmlns:a16="http://schemas.microsoft.com/office/drawing/2014/main" id="{C0C954D2-FC75-437A-86AC-6430C5967FB9}"/>
                  </a:ext>
                </a:extLst>
              </p:cNvPr>
              <p:cNvSpPr/>
              <p:nvPr/>
            </p:nvSpPr>
            <p:spPr>
              <a:xfrm>
                <a:off x="5952728" y="5726275"/>
                <a:ext cx="193746" cy="97818"/>
              </a:xfrm>
              <a:custGeom>
                <a:avLst/>
                <a:gdLst>
                  <a:gd name="connsiteX0" fmla="*/ 191146 w 193746"/>
                  <a:gd name="connsiteY0" fmla="*/ 97819 h 97818"/>
                  <a:gd name="connsiteX1" fmla="*/ 189155 w 193746"/>
                  <a:gd name="connsiteY1" fmla="*/ 97295 h 97818"/>
                  <a:gd name="connsiteX2" fmla="*/ 185863 w 193746"/>
                  <a:gd name="connsiteY2" fmla="*/ 94959 h 97818"/>
                  <a:gd name="connsiteX3" fmla="*/ 136526 w 193746"/>
                  <a:gd name="connsiteY3" fmla="*/ 78917 h 97818"/>
                  <a:gd name="connsiteX4" fmla="*/ 126650 w 193746"/>
                  <a:gd name="connsiteY4" fmla="*/ 75185 h 97818"/>
                  <a:gd name="connsiteX5" fmla="*/ 99056 w 193746"/>
                  <a:gd name="connsiteY5" fmla="*/ 66388 h 97818"/>
                  <a:gd name="connsiteX6" fmla="*/ 97836 w 193746"/>
                  <a:gd name="connsiteY6" fmla="*/ 64904 h 97818"/>
                  <a:gd name="connsiteX7" fmla="*/ 99137 w 193746"/>
                  <a:gd name="connsiteY7" fmla="*/ 61325 h 97818"/>
                  <a:gd name="connsiteX8" fmla="*/ 97593 w 193746"/>
                  <a:gd name="connsiteY8" fmla="*/ 57854 h 97818"/>
                  <a:gd name="connsiteX9" fmla="*/ 95236 w 193746"/>
                  <a:gd name="connsiteY9" fmla="*/ 56152 h 97818"/>
                  <a:gd name="connsiteX10" fmla="*/ 70486 w 193746"/>
                  <a:gd name="connsiteY10" fmla="*/ 45806 h 97818"/>
                  <a:gd name="connsiteX11" fmla="*/ 23465 w 193746"/>
                  <a:gd name="connsiteY11" fmla="*/ 24743 h 97818"/>
                  <a:gd name="connsiteX12" fmla="*/ 9729 w 193746"/>
                  <a:gd name="connsiteY12" fmla="*/ 17868 h 97818"/>
                  <a:gd name="connsiteX13" fmla="*/ 8672 w 193746"/>
                  <a:gd name="connsiteY13" fmla="*/ 17017 h 97818"/>
                  <a:gd name="connsiteX14" fmla="*/ 4080 w 193746"/>
                  <a:gd name="connsiteY14" fmla="*/ 4336 h 97818"/>
                  <a:gd name="connsiteX15" fmla="*/ 707 w 193746"/>
                  <a:gd name="connsiteY15" fmla="*/ 2415 h 97818"/>
                  <a:gd name="connsiteX16" fmla="*/ 788 w 193746"/>
                  <a:gd name="connsiteY16" fmla="*/ 385 h 97818"/>
                  <a:gd name="connsiteX17" fmla="*/ 4364 w 193746"/>
                  <a:gd name="connsiteY17" fmla="*/ 451 h 97818"/>
                  <a:gd name="connsiteX18" fmla="*/ 8225 w 193746"/>
                  <a:gd name="connsiteY18" fmla="*/ 2677 h 97818"/>
                  <a:gd name="connsiteX19" fmla="*/ 8876 w 193746"/>
                  <a:gd name="connsiteY19" fmla="*/ 3375 h 97818"/>
                  <a:gd name="connsiteX20" fmla="*/ 13468 w 193746"/>
                  <a:gd name="connsiteY20" fmla="*/ 15904 h 97818"/>
                  <a:gd name="connsiteX21" fmla="*/ 26716 w 193746"/>
                  <a:gd name="connsiteY21" fmla="*/ 22626 h 97818"/>
                  <a:gd name="connsiteX22" fmla="*/ 73615 w 193746"/>
                  <a:gd name="connsiteY22" fmla="*/ 43558 h 97818"/>
                  <a:gd name="connsiteX23" fmla="*/ 98568 w 193746"/>
                  <a:gd name="connsiteY23" fmla="*/ 53991 h 97818"/>
                  <a:gd name="connsiteX24" fmla="*/ 99056 w 193746"/>
                  <a:gd name="connsiteY24" fmla="*/ 54253 h 97818"/>
                  <a:gd name="connsiteX25" fmla="*/ 101982 w 193746"/>
                  <a:gd name="connsiteY25" fmla="*/ 56283 h 97818"/>
                  <a:gd name="connsiteX26" fmla="*/ 102429 w 193746"/>
                  <a:gd name="connsiteY26" fmla="*/ 56872 h 97818"/>
                  <a:gd name="connsiteX27" fmla="*/ 104217 w 193746"/>
                  <a:gd name="connsiteY27" fmla="*/ 60910 h 97818"/>
                  <a:gd name="connsiteX28" fmla="*/ 104258 w 193746"/>
                  <a:gd name="connsiteY28" fmla="*/ 61543 h 97818"/>
                  <a:gd name="connsiteX29" fmla="*/ 103242 w 193746"/>
                  <a:gd name="connsiteY29" fmla="*/ 64424 h 97818"/>
                  <a:gd name="connsiteX30" fmla="*/ 129414 w 193746"/>
                  <a:gd name="connsiteY30" fmla="*/ 72740 h 97818"/>
                  <a:gd name="connsiteX31" fmla="*/ 139289 w 193746"/>
                  <a:gd name="connsiteY31" fmla="*/ 76472 h 97818"/>
                  <a:gd name="connsiteX32" fmla="*/ 188951 w 193746"/>
                  <a:gd name="connsiteY32" fmla="*/ 92624 h 97818"/>
                  <a:gd name="connsiteX33" fmla="*/ 189642 w 193746"/>
                  <a:gd name="connsiteY33" fmla="*/ 92951 h 97818"/>
                  <a:gd name="connsiteX34" fmla="*/ 193219 w 193746"/>
                  <a:gd name="connsiteY34" fmla="*/ 95505 h 97818"/>
                  <a:gd name="connsiteX35" fmla="*/ 192772 w 193746"/>
                  <a:gd name="connsiteY35" fmla="*/ 97470 h 97818"/>
                  <a:gd name="connsiteX36" fmla="*/ 191187 w 193746"/>
                  <a:gd name="connsiteY36" fmla="*/ 97797 h 97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93746" h="97818">
                    <a:moveTo>
                      <a:pt x="191146" y="97819"/>
                    </a:moveTo>
                    <a:cubicBezTo>
                      <a:pt x="190414" y="97819"/>
                      <a:pt x="189642" y="97600"/>
                      <a:pt x="189155" y="97295"/>
                    </a:cubicBezTo>
                    <a:lnTo>
                      <a:pt x="185863" y="94959"/>
                    </a:lnTo>
                    <a:lnTo>
                      <a:pt x="136526" y="78917"/>
                    </a:lnTo>
                    <a:lnTo>
                      <a:pt x="126650" y="75185"/>
                    </a:lnTo>
                    <a:lnTo>
                      <a:pt x="99056" y="66388"/>
                    </a:lnTo>
                    <a:cubicBezTo>
                      <a:pt x="98080" y="66127"/>
                      <a:pt x="97593" y="65472"/>
                      <a:pt x="97836" y="64904"/>
                    </a:cubicBezTo>
                    <a:lnTo>
                      <a:pt x="99137" y="61325"/>
                    </a:lnTo>
                    <a:lnTo>
                      <a:pt x="97593" y="57854"/>
                    </a:lnTo>
                    <a:lnTo>
                      <a:pt x="95236" y="56152"/>
                    </a:lnTo>
                    <a:lnTo>
                      <a:pt x="70486" y="45806"/>
                    </a:lnTo>
                    <a:lnTo>
                      <a:pt x="23465" y="24743"/>
                    </a:lnTo>
                    <a:lnTo>
                      <a:pt x="9729" y="17868"/>
                    </a:lnTo>
                    <a:cubicBezTo>
                      <a:pt x="9201" y="17650"/>
                      <a:pt x="8835" y="17344"/>
                      <a:pt x="8672" y="17017"/>
                    </a:cubicBezTo>
                    <a:lnTo>
                      <a:pt x="4080" y="4336"/>
                    </a:lnTo>
                    <a:lnTo>
                      <a:pt x="707" y="2415"/>
                    </a:lnTo>
                    <a:cubicBezTo>
                      <a:pt x="-268" y="1826"/>
                      <a:pt x="-228" y="931"/>
                      <a:pt x="788" y="385"/>
                    </a:cubicBezTo>
                    <a:cubicBezTo>
                      <a:pt x="1764" y="-139"/>
                      <a:pt x="3348" y="-139"/>
                      <a:pt x="4364" y="451"/>
                    </a:cubicBezTo>
                    <a:lnTo>
                      <a:pt x="8225" y="2677"/>
                    </a:lnTo>
                    <a:cubicBezTo>
                      <a:pt x="8550" y="2895"/>
                      <a:pt x="8754" y="3113"/>
                      <a:pt x="8876" y="3375"/>
                    </a:cubicBezTo>
                    <a:lnTo>
                      <a:pt x="13468" y="15904"/>
                    </a:lnTo>
                    <a:lnTo>
                      <a:pt x="26716" y="22626"/>
                    </a:lnTo>
                    <a:lnTo>
                      <a:pt x="73615" y="43558"/>
                    </a:lnTo>
                    <a:lnTo>
                      <a:pt x="98568" y="53991"/>
                    </a:lnTo>
                    <a:cubicBezTo>
                      <a:pt x="98568" y="53991"/>
                      <a:pt x="98934" y="54144"/>
                      <a:pt x="99056" y="54253"/>
                    </a:cubicBezTo>
                    <a:lnTo>
                      <a:pt x="101982" y="56283"/>
                    </a:lnTo>
                    <a:cubicBezTo>
                      <a:pt x="102185" y="56436"/>
                      <a:pt x="102388" y="56654"/>
                      <a:pt x="102429" y="56872"/>
                    </a:cubicBezTo>
                    <a:lnTo>
                      <a:pt x="104217" y="60910"/>
                    </a:lnTo>
                    <a:cubicBezTo>
                      <a:pt x="104298" y="61128"/>
                      <a:pt x="104298" y="61325"/>
                      <a:pt x="104258" y="61543"/>
                    </a:cubicBezTo>
                    <a:lnTo>
                      <a:pt x="103242" y="64424"/>
                    </a:lnTo>
                    <a:lnTo>
                      <a:pt x="129414" y="72740"/>
                    </a:lnTo>
                    <a:lnTo>
                      <a:pt x="139289" y="76472"/>
                    </a:lnTo>
                    <a:lnTo>
                      <a:pt x="188951" y="92624"/>
                    </a:lnTo>
                    <a:cubicBezTo>
                      <a:pt x="189195" y="92733"/>
                      <a:pt x="189439" y="92842"/>
                      <a:pt x="189642" y="92951"/>
                    </a:cubicBezTo>
                    <a:lnTo>
                      <a:pt x="193219" y="95505"/>
                    </a:lnTo>
                    <a:cubicBezTo>
                      <a:pt x="194072" y="96138"/>
                      <a:pt x="193869" y="96989"/>
                      <a:pt x="192772" y="97470"/>
                    </a:cubicBezTo>
                    <a:cubicBezTo>
                      <a:pt x="192284" y="97688"/>
                      <a:pt x="191756" y="97797"/>
                      <a:pt x="191187" y="9779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3" name="Freeform: Shape 532">
                <a:extLst>
                  <a:ext uri="{FF2B5EF4-FFF2-40B4-BE49-F238E27FC236}">
                    <a16:creationId xmlns:a16="http://schemas.microsoft.com/office/drawing/2014/main" id="{F18F91F3-D439-45E9-93DA-A62A4A9CD7F6}"/>
                  </a:ext>
                </a:extLst>
              </p:cNvPr>
              <p:cNvSpPr/>
              <p:nvPr/>
            </p:nvSpPr>
            <p:spPr>
              <a:xfrm>
                <a:off x="1256683" y="5892767"/>
                <a:ext cx="2410461" cy="111461"/>
              </a:xfrm>
              <a:custGeom>
                <a:avLst/>
                <a:gdLst>
                  <a:gd name="connsiteX0" fmla="*/ 2407867 w 2410461"/>
                  <a:gd name="connsiteY0" fmla="*/ 111439 h 111461"/>
                  <a:gd name="connsiteX1" fmla="*/ 2407013 w 2410461"/>
                  <a:gd name="connsiteY1" fmla="*/ 111330 h 111461"/>
                  <a:gd name="connsiteX2" fmla="*/ 2384539 w 2410461"/>
                  <a:gd name="connsiteY2" fmla="*/ 106965 h 111461"/>
                  <a:gd name="connsiteX3" fmla="*/ 2165205 w 2410461"/>
                  <a:gd name="connsiteY3" fmla="*/ 61260 h 111461"/>
                  <a:gd name="connsiteX4" fmla="*/ 2056087 w 2410461"/>
                  <a:gd name="connsiteY4" fmla="*/ 34894 h 111461"/>
                  <a:gd name="connsiteX5" fmla="*/ 1946806 w 2410461"/>
                  <a:gd name="connsiteY5" fmla="*/ 36814 h 111461"/>
                  <a:gd name="connsiteX6" fmla="*/ 1941238 w 2410461"/>
                  <a:gd name="connsiteY6" fmla="*/ 36662 h 111461"/>
                  <a:gd name="connsiteX7" fmla="*/ 1927420 w 2410461"/>
                  <a:gd name="connsiteY7" fmla="*/ 34806 h 111461"/>
                  <a:gd name="connsiteX8" fmla="*/ 1902223 w 2410461"/>
                  <a:gd name="connsiteY8" fmla="*/ 30812 h 111461"/>
                  <a:gd name="connsiteX9" fmla="*/ 1826592 w 2410461"/>
                  <a:gd name="connsiteY9" fmla="*/ 34479 h 111461"/>
                  <a:gd name="connsiteX10" fmla="*/ 1773882 w 2410461"/>
                  <a:gd name="connsiteY10" fmla="*/ 30048 h 111461"/>
                  <a:gd name="connsiteX11" fmla="*/ 1751612 w 2410461"/>
                  <a:gd name="connsiteY11" fmla="*/ 36334 h 111461"/>
                  <a:gd name="connsiteX12" fmla="*/ 1750108 w 2410461"/>
                  <a:gd name="connsiteY12" fmla="*/ 36487 h 111461"/>
                  <a:gd name="connsiteX13" fmla="*/ 1641315 w 2410461"/>
                  <a:gd name="connsiteY13" fmla="*/ 28913 h 111461"/>
                  <a:gd name="connsiteX14" fmla="*/ 1529514 w 2410461"/>
                  <a:gd name="connsiteY14" fmla="*/ 30878 h 111461"/>
                  <a:gd name="connsiteX15" fmla="*/ 1424053 w 2410461"/>
                  <a:gd name="connsiteY15" fmla="*/ 35352 h 111461"/>
                  <a:gd name="connsiteX16" fmla="*/ 1314975 w 2410461"/>
                  <a:gd name="connsiteY16" fmla="*/ 31467 h 111461"/>
                  <a:gd name="connsiteX17" fmla="*/ 1206223 w 2410461"/>
                  <a:gd name="connsiteY17" fmla="*/ 23740 h 111461"/>
                  <a:gd name="connsiteX18" fmla="*/ 1098811 w 2410461"/>
                  <a:gd name="connsiteY18" fmla="*/ 19681 h 111461"/>
                  <a:gd name="connsiteX19" fmla="*/ 1071583 w 2410461"/>
                  <a:gd name="connsiteY19" fmla="*/ 33366 h 111461"/>
                  <a:gd name="connsiteX20" fmla="*/ 1069591 w 2410461"/>
                  <a:gd name="connsiteY20" fmla="*/ 33737 h 111461"/>
                  <a:gd name="connsiteX21" fmla="*/ 960310 w 2410461"/>
                  <a:gd name="connsiteY21" fmla="*/ 27822 h 111461"/>
                  <a:gd name="connsiteX22" fmla="*/ 851111 w 2410461"/>
                  <a:gd name="connsiteY22" fmla="*/ 24679 h 111461"/>
                  <a:gd name="connsiteX23" fmla="*/ 741830 w 2410461"/>
                  <a:gd name="connsiteY23" fmla="*/ 19724 h 111461"/>
                  <a:gd name="connsiteX24" fmla="*/ 632549 w 2410461"/>
                  <a:gd name="connsiteY24" fmla="*/ 10448 h 111461"/>
                  <a:gd name="connsiteX25" fmla="*/ 524893 w 2410461"/>
                  <a:gd name="connsiteY25" fmla="*/ 2874 h 111461"/>
                  <a:gd name="connsiteX26" fmla="*/ 493275 w 2410461"/>
                  <a:gd name="connsiteY26" fmla="*/ 21579 h 111461"/>
                  <a:gd name="connsiteX27" fmla="*/ 460154 w 2410461"/>
                  <a:gd name="connsiteY27" fmla="*/ 34697 h 111461"/>
                  <a:gd name="connsiteX28" fmla="*/ 458325 w 2410461"/>
                  <a:gd name="connsiteY28" fmla="*/ 34959 h 111461"/>
                  <a:gd name="connsiteX29" fmla="*/ 347743 w 2410461"/>
                  <a:gd name="connsiteY29" fmla="*/ 25901 h 111461"/>
                  <a:gd name="connsiteX30" fmla="*/ 237325 w 2410461"/>
                  <a:gd name="connsiteY30" fmla="*/ 19353 h 111461"/>
                  <a:gd name="connsiteX31" fmla="*/ 126865 w 2410461"/>
                  <a:gd name="connsiteY31" fmla="*/ 12150 h 111461"/>
                  <a:gd name="connsiteX32" fmla="*/ 17300 w 2410461"/>
                  <a:gd name="connsiteY32" fmla="*/ 8702 h 111461"/>
                  <a:gd name="connsiteX33" fmla="*/ 3848 w 2410461"/>
                  <a:gd name="connsiteY33" fmla="*/ 13242 h 111461"/>
                  <a:gd name="connsiteX34" fmla="*/ 393 w 2410461"/>
                  <a:gd name="connsiteY34" fmla="*/ 12762 h 111461"/>
                  <a:gd name="connsiteX35" fmla="*/ 1247 w 2410461"/>
                  <a:gd name="connsiteY35" fmla="*/ 10841 h 111461"/>
                  <a:gd name="connsiteX36" fmla="*/ 15390 w 2410461"/>
                  <a:gd name="connsiteY36" fmla="*/ 6104 h 111461"/>
                  <a:gd name="connsiteX37" fmla="*/ 16812 w 2410461"/>
                  <a:gd name="connsiteY37" fmla="*/ 5886 h 111461"/>
                  <a:gd name="connsiteX38" fmla="*/ 127353 w 2410461"/>
                  <a:gd name="connsiteY38" fmla="*/ 9357 h 111461"/>
                  <a:gd name="connsiteX39" fmla="*/ 237975 w 2410461"/>
                  <a:gd name="connsiteY39" fmla="*/ 16538 h 111461"/>
                  <a:gd name="connsiteX40" fmla="*/ 348434 w 2410461"/>
                  <a:gd name="connsiteY40" fmla="*/ 23151 h 111461"/>
                  <a:gd name="connsiteX41" fmla="*/ 458081 w 2410461"/>
                  <a:gd name="connsiteY41" fmla="*/ 32100 h 111461"/>
                  <a:gd name="connsiteX42" fmla="*/ 490024 w 2410461"/>
                  <a:gd name="connsiteY42" fmla="*/ 19462 h 111461"/>
                  <a:gd name="connsiteX43" fmla="*/ 522130 w 2410461"/>
                  <a:gd name="connsiteY43" fmla="*/ 430 h 111461"/>
                  <a:gd name="connsiteX44" fmla="*/ 524284 w 2410461"/>
                  <a:gd name="connsiteY44" fmla="*/ 15 h 111461"/>
                  <a:gd name="connsiteX45" fmla="*/ 633361 w 2410461"/>
                  <a:gd name="connsiteY45" fmla="*/ 7676 h 111461"/>
                  <a:gd name="connsiteX46" fmla="*/ 742520 w 2410461"/>
                  <a:gd name="connsiteY46" fmla="*/ 16952 h 111461"/>
                  <a:gd name="connsiteX47" fmla="*/ 851558 w 2410461"/>
                  <a:gd name="connsiteY47" fmla="*/ 21907 h 111461"/>
                  <a:gd name="connsiteX48" fmla="*/ 960798 w 2410461"/>
                  <a:gd name="connsiteY48" fmla="*/ 25006 h 111461"/>
                  <a:gd name="connsiteX49" fmla="*/ 1069103 w 2410461"/>
                  <a:gd name="connsiteY49" fmla="*/ 30878 h 111461"/>
                  <a:gd name="connsiteX50" fmla="*/ 1096332 w 2410461"/>
                  <a:gd name="connsiteY50" fmla="*/ 17171 h 111461"/>
                  <a:gd name="connsiteX51" fmla="*/ 1098161 w 2410461"/>
                  <a:gd name="connsiteY51" fmla="*/ 16799 h 111461"/>
                  <a:gd name="connsiteX52" fmla="*/ 1206792 w 2410461"/>
                  <a:gd name="connsiteY52" fmla="*/ 20903 h 111461"/>
                  <a:gd name="connsiteX53" fmla="*/ 1315544 w 2410461"/>
                  <a:gd name="connsiteY53" fmla="*/ 28629 h 111461"/>
                  <a:gd name="connsiteX54" fmla="*/ 1424094 w 2410461"/>
                  <a:gd name="connsiteY54" fmla="*/ 32580 h 111461"/>
                  <a:gd name="connsiteX55" fmla="*/ 1532684 w 2410461"/>
                  <a:gd name="connsiteY55" fmla="*/ 27953 h 111461"/>
                  <a:gd name="connsiteX56" fmla="*/ 1641680 w 2410461"/>
                  <a:gd name="connsiteY56" fmla="*/ 26141 h 111461"/>
                  <a:gd name="connsiteX57" fmla="*/ 1750067 w 2410461"/>
                  <a:gd name="connsiteY57" fmla="*/ 33650 h 111461"/>
                  <a:gd name="connsiteX58" fmla="*/ 1772379 w 2410461"/>
                  <a:gd name="connsiteY58" fmla="*/ 27320 h 111461"/>
                  <a:gd name="connsiteX59" fmla="*/ 1773923 w 2410461"/>
                  <a:gd name="connsiteY59" fmla="*/ 27167 h 111461"/>
                  <a:gd name="connsiteX60" fmla="*/ 1826836 w 2410461"/>
                  <a:gd name="connsiteY60" fmla="*/ 31642 h 111461"/>
                  <a:gd name="connsiteX61" fmla="*/ 1902305 w 2410461"/>
                  <a:gd name="connsiteY61" fmla="*/ 27975 h 111461"/>
                  <a:gd name="connsiteX62" fmla="*/ 1903239 w 2410461"/>
                  <a:gd name="connsiteY62" fmla="*/ 28018 h 111461"/>
                  <a:gd name="connsiteX63" fmla="*/ 1928843 w 2410461"/>
                  <a:gd name="connsiteY63" fmla="*/ 32056 h 111461"/>
                  <a:gd name="connsiteX64" fmla="*/ 1942010 w 2410461"/>
                  <a:gd name="connsiteY64" fmla="*/ 33868 h 111461"/>
                  <a:gd name="connsiteX65" fmla="*/ 1946927 w 2410461"/>
                  <a:gd name="connsiteY65" fmla="*/ 33977 h 111461"/>
                  <a:gd name="connsiteX66" fmla="*/ 2056574 w 2410461"/>
                  <a:gd name="connsiteY66" fmla="*/ 32056 h 111461"/>
                  <a:gd name="connsiteX67" fmla="*/ 2057671 w 2410461"/>
                  <a:gd name="connsiteY67" fmla="*/ 32165 h 111461"/>
                  <a:gd name="connsiteX68" fmla="*/ 2167156 w 2410461"/>
                  <a:gd name="connsiteY68" fmla="*/ 58663 h 111461"/>
                  <a:gd name="connsiteX69" fmla="*/ 2386368 w 2410461"/>
                  <a:gd name="connsiteY69" fmla="*/ 104389 h 111461"/>
                  <a:gd name="connsiteX70" fmla="*/ 2408760 w 2410461"/>
                  <a:gd name="connsiteY70" fmla="*/ 108755 h 111461"/>
                  <a:gd name="connsiteX71" fmla="*/ 2410305 w 2410461"/>
                  <a:gd name="connsiteY71" fmla="*/ 110501 h 111461"/>
                  <a:gd name="connsiteX72" fmla="*/ 2407907 w 2410461"/>
                  <a:gd name="connsiteY72" fmla="*/ 111461 h 111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410461" h="111461">
                    <a:moveTo>
                      <a:pt x="2407867" y="111439"/>
                    </a:moveTo>
                    <a:cubicBezTo>
                      <a:pt x="2407582" y="111439"/>
                      <a:pt x="2407338" y="111374"/>
                      <a:pt x="2407013" y="111330"/>
                    </a:cubicBezTo>
                    <a:lnTo>
                      <a:pt x="2384539" y="106965"/>
                    </a:lnTo>
                    <a:lnTo>
                      <a:pt x="2165205" y="61260"/>
                    </a:lnTo>
                    <a:lnTo>
                      <a:pt x="2056087" y="34894"/>
                    </a:lnTo>
                    <a:lnTo>
                      <a:pt x="1946806" y="36814"/>
                    </a:lnTo>
                    <a:lnTo>
                      <a:pt x="1941238" y="36662"/>
                    </a:lnTo>
                    <a:lnTo>
                      <a:pt x="1927420" y="34806"/>
                    </a:lnTo>
                    <a:lnTo>
                      <a:pt x="1902223" y="30812"/>
                    </a:lnTo>
                    <a:lnTo>
                      <a:pt x="1826592" y="34479"/>
                    </a:lnTo>
                    <a:lnTo>
                      <a:pt x="1773882" y="30048"/>
                    </a:lnTo>
                    <a:lnTo>
                      <a:pt x="1751612" y="36334"/>
                    </a:lnTo>
                    <a:cubicBezTo>
                      <a:pt x="1751165" y="36487"/>
                      <a:pt x="1750677" y="36552"/>
                      <a:pt x="1750108" y="36487"/>
                    </a:cubicBezTo>
                    <a:lnTo>
                      <a:pt x="1641315" y="28913"/>
                    </a:lnTo>
                    <a:lnTo>
                      <a:pt x="1529514" y="30878"/>
                    </a:lnTo>
                    <a:lnTo>
                      <a:pt x="1424053" y="35352"/>
                    </a:lnTo>
                    <a:lnTo>
                      <a:pt x="1314975" y="31467"/>
                    </a:lnTo>
                    <a:lnTo>
                      <a:pt x="1206223" y="23740"/>
                    </a:lnTo>
                    <a:lnTo>
                      <a:pt x="1098811" y="19681"/>
                    </a:lnTo>
                    <a:lnTo>
                      <a:pt x="1071583" y="33366"/>
                    </a:lnTo>
                    <a:cubicBezTo>
                      <a:pt x="1071054" y="33628"/>
                      <a:pt x="1070363" y="33737"/>
                      <a:pt x="1069591" y="33737"/>
                    </a:cubicBezTo>
                    <a:lnTo>
                      <a:pt x="960310" y="27822"/>
                    </a:lnTo>
                    <a:lnTo>
                      <a:pt x="851111" y="24679"/>
                    </a:lnTo>
                    <a:lnTo>
                      <a:pt x="741830" y="19724"/>
                    </a:lnTo>
                    <a:lnTo>
                      <a:pt x="632549" y="10448"/>
                    </a:lnTo>
                    <a:lnTo>
                      <a:pt x="524893" y="2874"/>
                    </a:lnTo>
                    <a:lnTo>
                      <a:pt x="493275" y="21579"/>
                    </a:lnTo>
                    <a:lnTo>
                      <a:pt x="460154" y="34697"/>
                    </a:lnTo>
                    <a:cubicBezTo>
                      <a:pt x="459625" y="34915"/>
                      <a:pt x="458975" y="35025"/>
                      <a:pt x="458325" y="34959"/>
                    </a:cubicBezTo>
                    <a:lnTo>
                      <a:pt x="347743" y="25901"/>
                    </a:lnTo>
                    <a:lnTo>
                      <a:pt x="237325" y="19353"/>
                    </a:lnTo>
                    <a:lnTo>
                      <a:pt x="126865" y="12150"/>
                    </a:lnTo>
                    <a:lnTo>
                      <a:pt x="17300" y="8702"/>
                    </a:lnTo>
                    <a:lnTo>
                      <a:pt x="3848" y="13242"/>
                    </a:lnTo>
                    <a:cubicBezTo>
                      <a:pt x="2669" y="13656"/>
                      <a:pt x="1125" y="13460"/>
                      <a:pt x="393" y="12762"/>
                    </a:cubicBezTo>
                    <a:cubicBezTo>
                      <a:pt x="-379" y="12129"/>
                      <a:pt x="28" y="11212"/>
                      <a:pt x="1247" y="10841"/>
                    </a:cubicBezTo>
                    <a:lnTo>
                      <a:pt x="15390" y="6104"/>
                    </a:lnTo>
                    <a:cubicBezTo>
                      <a:pt x="15796" y="5952"/>
                      <a:pt x="16324" y="5886"/>
                      <a:pt x="16812" y="5886"/>
                    </a:cubicBezTo>
                    <a:lnTo>
                      <a:pt x="127353" y="9357"/>
                    </a:lnTo>
                    <a:lnTo>
                      <a:pt x="237975" y="16538"/>
                    </a:lnTo>
                    <a:lnTo>
                      <a:pt x="348434" y="23151"/>
                    </a:lnTo>
                    <a:lnTo>
                      <a:pt x="458081" y="32100"/>
                    </a:lnTo>
                    <a:lnTo>
                      <a:pt x="490024" y="19462"/>
                    </a:lnTo>
                    <a:lnTo>
                      <a:pt x="522130" y="430"/>
                    </a:lnTo>
                    <a:cubicBezTo>
                      <a:pt x="522699" y="102"/>
                      <a:pt x="523471" y="-51"/>
                      <a:pt x="524284" y="15"/>
                    </a:cubicBezTo>
                    <a:lnTo>
                      <a:pt x="633361" y="7676"/>
                    </a:lnTo>
                    <a:lnTo>
                      <a:pt x="742520" y="16952"/>
                    </a:lnTo>
                    <a:lnTo>
                      <a:pt x="851558" y="21907"/>
                    </a:lnTo>
                    <a:lnTo>
                      <a:pt x="960798" y="25006"/>
                    </a:lnTo>
                    <a:lnTo>
                      <a:pt x="1069103" y="30878"/>
                    </a:lnTo>
                    <a:lnTo>
                      <a:pt x="1096332" y="17171"/>
                    </a:lnTo>
                    <a:cubicBezTo>
                      <a:pt x="1096820" y="16909"/>
                      <a:pt x="1097511" y="16799"/>
                      <a:pt x="1098161" y="16799"/>
                    </a:cubicBezTo>
                    <a:lnTo>
                      <a:pt x="1206792" y="20903"/>
                    </a:lnTo>
                    <a:lnTo>
                      <a:pt x="1315544" y="28629"/>
                    </a:lnTo>
                    <a:lnTo>
                      <a:pt x="1424094" y="32580"/>
                    </a:lnTo>
                    <a:lnTo>
                      <a:pt x="1532684" y="27953"/>
                    </a:lnTo>
                    <a:lnTo>
                      <a:pt x="1641680" y="26141"/>
                    </a:lnTo>
                    <a:lnTo>
                      <a:pt x="1750067" y="33650"/>
                    </a:lnTo>
                    <a:lnTo>
                      <a:pt x="1772379" y="27320"/>
                    </a:lnTo>
                    <a:cubicBezTo>
                      <a:pt x="1772826" y="27211"/>
                      <a:pt x="1773435" y="27167"/>
                      <a:pt x="1773923" y="27167"/>
                    </a:cubicBezTo>
                    <a:lnTo>
                      <a:pt x="1826836" y="31642"/>
                    </a:lnTo>
                    <a:lnTo>
                      <a:pt x="1902305" y="27975"/>
                    </a:lnTo>
                    <a:cubicBezTo>
                      <a:pt x="1902589" y="27909"/>
                      <a:pt x="1902955" y="27975"/>
                      <a:pt x="1903239" y="28018"/>
                    </a:cubicBezTo>
                    <a:lnTo>
                      <a:pt x="1928843" y="32056"/>
                    </a:lnTo>
                    <a:lnTo>
                      <a:pt x="1942010" y="33868"/>
                    </a:lnTo>
                    <a:lnTo>
                      <a:pt x="1946927" y="33977"/>
                    </a:lnTo>
                    <a:lnTo>
                      <a:pt x="2056574" y="32056"/>
                    </a:lnTo>
                    <a:cubicBezTo>
                      <a:pt x="2056940" y="32056"/>
                      <a:pt x="2057306" y="32122"/>
                      <a:pt x="2057671" y="32165"/>
                    </a:cubicBezTo>
                    <a:lnTo>
                      <a:pt x="2167156" y="58663"/>
                    </a:lnTo>
                    <a:lnTo>
                      <a:pt x="2386368" y="104389"/>
                    </a:lnTo>
                    <a:lnTo>
                      <a:pt x="2408760" y="108755"/>
                    </a:lnTo>
                    <a:cubicBezTo>
                      <a:pt x="2410102" y="108973"/>
                      <a:pt x="2410792" y="109759"/>
                      <a:pt x="2410305" y="110501"/>
                    </a:cubicBezTo>
                    <a:cubicBezTo>
                      <a:pt x="2409939" y="111090"/>
                      <a:pt x="2408964" y="111461"/>
                      <a:pt x="2407907" y="11146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4" name="Freeform: Shape 533">
                <a:extLst>
                  <a:ext uri="{FF2B5EF4-FFF2-40B4-BE49-F238E27FC236}">
                    <a16:creationId xmlns:a16="http://schemas.microsoft.com/office/drawing/2014/main" id="{21038CA5-0FCE-40CC-836D-924AD67CD20B}"/>
                  </a:ext>
                </a:extLst>
              </p:cNvPr>
              <p:cNvSpPr/>
              <p:nvPr/>
            </p:nvSpPr>
            <p:spPr>
              <a:xfrm>
                <a:off x="3827420" y="5434559"/>
                <a:ext cx="901880" cy="570804"/>
              </a:xfrm>
              <a:custGeom>
                <a:avLst/>
                <a:gdLst>
                  <a:gd name="connsiteX0" fmla="*/ 768598 w 901880"/>
                  <a:gd name="connsiteY0" fmla="*/ 570804 h 570804"/>
                  <a:gd name="connsiteX1" fmla="*/ 767215 w 901880"/>
                  <a:gd name="connsiteY1" fmla="*/ 570542 h 570804"/>
                  <a:gd name="connsiteX2" fmla="*/ 766484 w 901880"/>
                  <a:gd name="connsiteY2" fmla="*/ 568621 h 570804"/>
                  <a:gd name="connsiteX3" fmla="*/ 775547 w 901880"/>
                  <a:gd name="connsiteY3" fmla="*/ 561004 h 570804"/>
                  <a:gd name="connsiteX4" fmla="*/ 786194 w 901880"/>
                  <a:gd name="connsiteY4" fmla="*/ 549327 h 570804"/>
                  <a:gd name="connsiteX5" fmla="*/ 796801 w 901880"/>
                  <a:gd name="connsiteY5" fmla="*/ 535903 h 570804"/>
                  <a:gd name="connsiteX6" fmla="*/ 798671 w 901880"/>
                  <a:gd name="connsiteY6" fmla="*/ 535052 h 570804"/>
                  <a:gd name="connsiteX7" fmla="*/ 808100 w 901880"/>
                  <a:gd name="connsiteY7" fmla="*/ 534201 h 570804"/>
                  <a:gd name="connsiteX8" fmla="*/ 817813 w 901880"/>
                  <a:gd name="connsiteY8" fmla="*/ 526780 h 570804"/>
                  <a:gd name="connsiteX9" fmla="*/ 828257 w 901880"/>
                  <a:gd name="connsiteY9" fmla="*/ 516543 h 570804"/>
                  <a:gd name="connsiteX10" fmla="*/ 839108 w 901880"/>
                  <a:gd name="connsiteY10" fmla="*/ 502487 h 570804"/>
                  <a:gd name="connsiteX11" fmla="*/ 850202 w 901880"/>
                  <a:gd name="connsiteY11" fmla="*/ 487405 h 570804"/>
                  <a:gd name="connsiteX12" fmla="*/ 861501 w 901880"/>
                  <a:gd name="connsiteY12" fmla="*/ 473611 h 570804"/>
                  <a:gd name="connsiteX13" fmla="*/ 872839 w 901880"/>
                  <a:gd name="connsiteY13" fmla="*/ 457241 h 570804"/>
                  <a:gd name="connsiteX14" fmla="*/ 884422 w 901880"/>
                  <a:gd name="connsiteY14" fmla="*/ 432249 h 570804"/>
                  <a:gd name="connsiteX15" fmla="*/ 896573 w 901880"/>
                  <a:gd name="connsiteY15" fmla="*/ 400819 h 570804"/>
                  <a:gd name="connsiteX16" fmla="*/ 808993 w 901880"/>
                  <a:gd name="connsiteY16" fmla="*/ 349548 h 570804"/>
                  <a:gd name="connsiteX17" fmla="*/ 720154 w 901880"/>
                  <a:gd name="connsiteY17" fmla="*/ 302076 h 570804"/>
                  <a:gd name="connsiteX18" fmla="*/ 631966 w 901880"/>
                  <a:gd name="connsiteY18" fmla="*/ 260889 h 570804"/>
                  <a:gd name="connsiteX19" fmla="*/ 546622 w 901880"/>
                  <a:gd name="connsiteY19" fmla="*/ 233606 h 570804"/>
                  <a:gd name="connsiteX20" fmla="*/ 463838 w 901880"/>
                  <a:gd name="connsiteY20" fmla="*/ 203813 h 570804"/>
                  <a:gd name="connsiteX21" fmla="*/ 384915 w 901880"/>
                  <a:gd name="connsiteY21" fmla="*/ 172688 h 570804"/>
                  <a:gd name="connsiteX22" fmla="*/ 310219 w 901880"/>
                  <a:gd name="connsiteY22" fmla="*/ 131654 h 570804"/>
                  <a:gd name="connsiteX23" fmla="*/ 236213 w 901880"/>
                  <a:gd name="connsiteY23" fmla="*/ 88132 h 570804"/>
                  <a:gd name="connsiteX24" fmla="*/ 157047 w 901880"/>
                  <a:gd name="connsiteY24" fmla="*/ 45810 h 570804"/>
                  <a:gd name="connsiteX25" fmla="*/ 68126 w 901880"/>
                  <a:gd name="connsiteY25" fmla="*/ 15275 h 570804"/>
                  <a:gd name="connsiteX26" fmla="*/ 1721 w 901880"/>
                  <a:gd name="connsiteY26" fmla="*/ 2747 h 570804"/>
                  <a:gd name="connsiteX27" fmla="*/ 136 w 901880"/>
                  <a:gd name="connsiteY27" fmla="*/ 935 h 570804"/>
                  <a:gd name="connsiteX28" fmla="*/ 3387 w 901880"/>
                  <a:gd name="connsiteY28" fmla="*/ 84 h 570804"/>
                  <a:gd name="connsiteX29" fmla="*/ 70321 w 901880"/>
                  <a:gd name="connsiteY29" fmla="*/ 12700 h 570804"/>
                  <a:gd name="connsiteX30" fmla="*/ 160176 w 901880"/>
                  <a:gd name="connsiteY30" fmla="*/ 43606 h 570804"/>
                  <a:gd name="connsiteX31" fmla="*/ 239830 w 901880"/>
                  <a:gd name="connsiteY31" fmla="*/ 86124 h 570804"/>
                  <a:gd name="connsiteX32" fmla="*/ 313836 w 901880"/>
                  <a:gd name="connsiteY32" fmla="*/ 129668 h 570804"/>
                  <a:gd name="connsiteX33" fmla="*/ 388207 w 901880"/>
                  <a:gd name="connsiteY33" fmla="*/ 170527 h 570804"/>
                  <a:gd name="connsiteX34" fmla="*/ 466683 w 901880"/>
                  <a:gd name="connsiteY34" fmla="*/ 201434 h 570804"/>
                  <a:gd name="connsiteX35" fmla="*/ 549263 w 901880"/>
                  <a:gd name="connsiteY35" fmla="*/ 231161 h 570804"/>
                  <a:gd name="connsiteX36" fmla="*/ 634892 w 901880"/>
                  <a:gd name="connsiteY36" fmla="*/ 258554 h 570804"/>
                  <a:gd name="connsiteX37" fmla="*/ 723527 w 901880"/>
                  <a:gd name="connsiteY37" fmla="*/ 299959 h 570804"/>
                  <a:gd name="connsiteX38" fmla="*/ 812610 w 901880"/>
                  <a:gd name="connsiteY38" fmla="*/ 347540 h 570804"/>
                  <a:gd name="connsiteX39" fmla="*/ 901165 w 901880"/>
                  <a:gd name="connsiteY39" fmla="*/ 399400 h 570804"/>
                  <a:gd name="connsiteX40" fmla="*/ 901815 w 901880"/>
                  <a:gd name="connsiteY40" fmla="*/ 400688 h 570804"/>
                  <a:gd name="connsiteX41" fmla="*/ 889380 w 901880"/>
                  <a:gd name="connsiteY41" fmla="*/ 432882 h 570804"/>
                  <a:gd name="connsiteX42" fmla="*/ 877634 w 901880"/>
                  <a:gd name="connsiteY42" fmla="*/ 458092 h 570804"/>
                  <a:gd name="connsiteX43" fmla="*/ 866174 w 901880"/>
                  <a:gd name="connsiteY43" fmla="*/ 474658 h 570804"/>
                  <a:gd name="connsiteX44" fmla="*/ 854836 w 901880"/>
                  <a:gd name="connsiteY44" fmla="*/ 488518 h 570804"/>
                  <a:gd name="connsiteX45" fmla="*/ 843741 w 901880"/>
                  <a:gd name="connsiteY45" fmla="*/ 503535 h 570804"/>
                  <a:gd name="connsiteX46" fmla="*/ 832727 w 901880"/>
                  <a:gd name="connsiteY46" fmla="*/ 517831 h 570804"/>
                  <a:gd name="connsiteX47" fmla="*/ 821999 w 901880"/>
                  <a:gd name="connsiteY47" fmla="*/ 528264 h 570804"/>
                  <a:gd name="connsiteX48" fmla="*/ 811472 w 901880"/>
                  <a:gd name="connsiteY48" fmla="*/ 536296 h 570804"/>
                  <a:gd name="connsiteX49" fmla="*/ 809847 w 901880"/>
                  <a:gd name="connsiteY49" fmla="*/ 536842 h 570804"/>
                  <a:gd name="connsiteX50" fmla="*/ 800784 w 901880"/>
                  <a:gd name="connsiteY50" fmla="*/ 537693 h 570804"/>
                  <a:gd name="connsiteX51" fmla="*/ 790665 w 901880"/>
                  <a:gd name="connsiteY51" fmla="*/ 550527 h 570804"/>
                  <a:gd name="connsiteX52" fmla="*/ 779855 w 901880"/>
                  <a:gd name="connsiteY52" fmla="*/ 562357 h 570804"/>
                  <a:gd name="connsiteX53" fmla="*/ 770630 w 901880"/>
                  <a:gd name="connsiteY53" fmla="*/ 570128 h 570804"/>
                  <a:gd name="connsiteX54" fmla="*/ 768516 w 901880"/>
                  <a:gd name="connsiteY54" fmla="*/ 570760 h 570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901880" h="570804">
                    <a:moveTo>
                      <a:pt x="768598" y="570804"/>
                    </a:moveTo>
                    <a:cubicBezTo>
                      <a:pt x="768110" y="570804"/>
                      <a:pt x="767663" y="570695"/>
                      <a:pt x="767215" y="570542"/>
                    </a:cubicBezTo>
                    <a:cubicBezTo>
                      <a:pt x="766037" y="570128"/>
                      <a:pt x="765712" y="569254"/>
                      <a:pt x="766484" y="568621"/>
                    </a:cubicBezTo>
                    <a:lnTo>
                      <a:pt x="775547" y="561004"/>
                    </a:lnTo>
                    <a:lnTo>
                      <a:pt x="786194" y="549327"/>
                    </a:lnTo>
                    <a:lnTo>
                      <a:pt x="796801" y="535903"/>
                    </a:lnTo>
                    <a:cubicBezTo>
                      <a:pt x="797086" y="535423"/>
                      <a:pt x="797817" y="535161"/>
                      <a:pt x="798671" y="535052"/>
                    </a:cubicBezTo>
                    <a:lnTo>
                      <a:pt x="808100" y="534201"/>
                    </a:lnTo>
                    <a:lnTo>
                      <a:pt x="817813" y="526780"/>
                    </a:lnTo>
                    <a:lnTo>
                      <a:pt x="828257" y="516543"/>
                    </a:lnTo>
                    <a:lnTo>
                      <a:pt x="839108" y="502487"/>
                    </a:lnTo>
                    <a:lnTo>
                      <a:pt x="850202" y="487405"/>
                    </a:lnTo>
                    <a:lnTo>
                      <a:pt x="861501" y="473611"/>
                    </a:lnTo>
                    <a:lnTo>
                      <a:pt x="872839" y="457241"/>
                    </a:lnTo>
                    <a:lnTo>
                      <a:pt x="884422" y="432249"/>
                    </a:lnTo>
                    <a:lnTo>
                      <a:pt x="896573" y="400819"/>
                    </a:lnTo>
                    <a:lnTo>
                      <a:pt x="808993" y="349548"/>
                    </a:lnTo>
                    <a:lnTo>
                      <a:pt x="720154" y="302076"/>
                    </a:lnTo>
                    <a:lnTo>
                      <a:pt x="631966" y="260889"/>
                    </a:lnTo>
                    <a:lnTo>
                      <a:pt x="546622" y="233606"/>
                    </a:lnTo>
                    <a:lnTo>
                      <a:pt x="463838" y="203813"/>
                    </a:lnTo>
                    <a:lnTo>
                      <a:pt x="384915" y="172688"/>
                    </a:lnTo>
                    <a:lnTo>
                      <a:pt x="310219" y="131654"/>
                    </a:lnTo>
                    <a:lnTo>
                      <a:pt x="236213" y="88132"/>
                    </a:lnTo>
                    <a:lnTo>
                      <a:pt x="157047" y="45810"/>
                    </a:lnTo>
                    <a:lnTo>
                      <a:pt x="68126" y="15275"/>
                    </a:lnTo>
                    <a:lnTo>
                      <a:pt x="1721" y="2747"/>
                    </a:lnTo>
                    <a:cubicBezTo>
                      <a:pt x="379" y="2485"/>
                      <a:pt x="-311" y="1677"/>
                      <a:pt x="136" y="935"/>
                    </a:cubicBezTo>
                    <a:cubicBezTo>
                      <a:pt x="583" y="193"/>
                      <a:pt x="2046" y="-178"/>
                      <a:pt x="3387" y="84"/>
                    </a:cubicBezTo>
                    <a:lnTo>
                      <a:pt x="70321" y="12700"/>
                    </a:lnTo>
                    <a:lnTo>
                      <a:pt x="160176" y="43606"/>
                    </a:lnTo>
                    <a:lnTo>
                      <a:pt x="239830" y="86124"/>
                    </a:lnTo>
                    <a:lnTo>
                      <a:pt x="313836" y="129668"/>
                    </a:lnTo>
                    <a:lnTo>
                      <a:pt x="388207" y="170527"/>
                    </a:lnTo>
                    <a:lnTo>
                      <a:pt x="466683" y="201434"/>
                    </a:lnTo>
                    <a:lnTo>
                      <a:pt x="549263" y="231161"/>
                    </a:lnTo>
                    <a:lnTo>
                      <a:pt x="634892" y="258554"/>
                    </a:lnTo>
                    <a:lnTo>
                      <a:pt x="723527" y="299959"/>
                    </a:lnTo>
                    <a:lnTo>
                      <a:pt x="812610" y="347540"/>
                    </a:lnTo>
                    <a:lnTo>
                      <a:pt x="901165" y="399400"/>
                    </a:lnTo>
                    <a:cubicBezTo>
                      <a:pt x="901734" y="399728"/>
                      <a:pt x="902018" y="400208"/>
                      <a:pt x="901815" y="400688"/>
                    </a:cubicBezTo>
                    <a:lnTo>
                      <a:pt x="889380" y="432882"/>
                    </a:lnTo>
                    <a:lnTo>
                      <a:pt x="877634" y="458092"/>
                    </a:lnTo>
                    <a:lnTo>
                      <a:pt x="866174" y="474658"/>
                    </a:lnTo>
                    <a:lnTo>
                      <a:pt x="854836" y="488518"/>
                    </a:lnTo>
                    <a:lnTo>
                      <a:pt x="843741" y="503535"/>
                    </a:lnTo>
                    <a:lnTo>
                      <a:pt x="832727" y="517831"/>
                    </a:lnTo>
                    <a:lnTo>
                      <a:pt x="821999" y="528264"/>
                    </a:lnTo>
                    <a:lnTo>
                      <a:pt x="811472" y="536296"/>
                    </a:lnTo>
                    <a:cubicBezTo>
                      <a:pt x="811148" y="536558"/>
                      <a:pt x="810538" y="536777"/>
                      <a:pt x="809847" y="536842"/>
                    </a:cubicBezTo>
                    <a:lnTo>
                      <a:pt x="800784" y="537693"/>
                    </a:lnTo>
                    <a:lnTo>
                      <a:pt x="790665" y="550527"/>
                    </a:lnTo>
                    <a:lnTo>
                      <a:pt x="779855" y="562357"/>
                    </a:lnTo>
                    <a:lnTo>
                      <a:pt x="770630" y="570128"/>
                    </a:lnTo>
                    <a:cubicBezTo>
                      <a:pt x="770142" y="570564"/>
                      <a:pt x="769329" y="570760"/>
                      <a:pt x="768516" y="5707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5" name="Freeform: Shape 534">
                <a:extLst>
                  <a:ext uri="{FF2B5EF4-FFF2-40B4-BE49-F238E27FC236}">
                    <a16:creationId xmlns:a16="http://schemas.microsoft.com/office/drawing/2014/main" id="{54BAEC05-139E-40E1-9577-BC053095F12C}"/>
                  </a:ext>
                </a:extLst>
              </p:cNvPr>
              <p:cNvSpPr/>
              <p:nvPr/>
            </p:nvSpPr>
            <p:spPr>
              <a:xfrm>
                <a:off x="7620071" y="5623121"/>
                <a:ext cx="4571928" cy="790376"/>
              </a:xfrm>
              <a:custGeom>
                <a:avLst/>
                <a:gdLst>
                  <a:gd name="connsiteX0" fmla="*/ 4571928 w 4571928"/>
                  <a:gd name="connsiteY0" fmla="*/ 787234 h 790376"/>
                  <a:gd name="connsiteX1" fmla="*/ 3057844 w 4571928"/>
                  <a:gd name="connsiteY1" fmla="*/ 479240 h 790376"/>
                  <a:gd name="connsiteX2" fmla="*/ 3029762 w 4571928"/>
                  <a:gd name="connsiteY2" fmla="*/ 464419 h 790376"/>
                  <a:gd name="connsiteX3" fmla="*/ 3001680 w 4571928"/>
                  <a:gd name="connsiteY3" fmla="*/ 446238 h 790376"/>
                  <a:gd name="connsiteX4" fmla="*/ 2973598 w 4571928"/>
                  <a:gd name="connsiteY4" fmla="*/ 422425 h 790376"/>
                  <a:gd name="connsiteX5" fmla="*/ 2972704 w 4571928"/>
                  <a:gd name="connsiteY5" fmla="*/ 422010 h 790376"/>
                  <a:gd name="connsiteX6" fmla="*/ 2945312 w 4571928"/>
                  <a:gd name="connsiteY6" fmla="*/ 412909 h 790376"/>
                  <a:gd name="connsiteX7" fmla="*/ 2944703 w 4571928"/>
                  <a:gd name="connsiteY7" fmla="*/ 412756 h 790376"/>
                  <a:gd name="connsiteX8" fmla="*/ 2917718 w 4571928"/>
                  <a:gd name="connsiteY8" fmla="*/ 408325 h 790376"/>
                  <a:gd name="connsiteX9" fmla="*/ 2880816 w 4571928"/>
                  <a:gd name="connsiteY9" fmla="*/ 402890 h 790376"/>
                  <a:gd name="connsiteX10" fmla="*/ 2859602 w 4571928"/>
                  <a:gd name="connsiteY10" fmla="*/ 395011 h 790376"/>
                  <a:gd name="connsiteX11" fmla="*/ 2834487 w 4571928"/>
                  <a:gd name="connsiteY11" fmla="*/ 386913 h 790376"/>
                  <a:gd name="connsiteX12" fmla="*/ 2809494 w 4571928"/>
                  <a:gd name="connsiteY12" fmla="*/ 375083 h 790376"/>
                  <a:gd name="connsiteX13" fmla="*/ 2784703 w 4571928"/>
                  <a:gd name="connsiteY13" fmla="*/ 362184 h 790376"/>
                  <a:gd name="connsiteX14" fmla="*/ 2760116 w 4571928"/>
                  <a:gd name="connsiteY14" fmla="*/ 346774 h 790376"/>
                  <a:gd name="connsiteX15" fmla="*/ 2735691 w 4571928"/>
                  <a:gd name="connsiteY15" fmla="*/ 332325 h 790376"/>
                  <a:gd name="connsiteX16" fmla="*/ 2733416 w 4571928"/>
                  <a:gd name="connsiteY16" fmla="*/ 331910 h 790376"/>
                  <a:gd name="connsiteX17" fmla="*/ 2702163 w 4571928"/>
                  <a:gd name="connsiteY17" fmla="*/ 334901 h 790376"/>
                  <a:gd name="connsiteX18" fmla="*/ 2689077 w 4571928"/>
                  <a:gd name="connsiteY18" fmla="*/ 331387 h 790376"/>
                  <a:gd name="connsiteX19" fmla="*/ 2687574 w 4571928"/>
                  <a:gd name="connsiteY19" fmla="*/ 331277 h 790376"/>
                  <a:gd name="connsiteX20" fmla="*/ 2597678 w 4571928"/>
                  <a:gd name="connsiteY20" fmla="*/ 338786 h 790376"/>
                  <a:gd name="connsiteX21" fmla="*/ 2508880 w 4571928"/>
                  <a:gd name="connsiteY21" fmla="*/ 346469 h 790376"/>
                  <a:gd name="connsiteX22" fmla="*/ 2490916 w 4571928"/>
                  <a:gd name="connsiteY22" fmla="*/ 335163 h 790376"/>
                  <a:gd name="connsiteX23" fmla="*/ 2488640 w 4571928"/>
                  <a:gd name="connsiteY23" fmla="*/ 334748 h 790376"/>
                  <a:gd name="connsiteX24" fmla="*/ 2407280 w 4571928"/>
                  <a:gd name="connsiteY24" fmla="*/ 341187 h 790376"/>
                  <a:gd name="connsiteX25" fmla="*/ 2405491 w 4571928"/>
                  <a:gd name="connsiteY25" fmla="*/ 340881 h 790376"/>
                  <a:gd name="connsiteX26" fmla="*/ 2403906 w 4571928"/>
                  <a:gd name="connsiteY26" fmla="*/ 340881 h 790376"/>
                  <a:gd name="connsiteX27" fmla="*/ 2398054 w 4571928"/>
                  <a:gd name="connsiteY27" fmla="*/ 341951 h 790376"/>
                  <a:gd name="connsiteX28" fmla="*/ 2307264 w 4571928"/>
                  <a:gd name="connsiteY28" fmla="*/ 350899 h 790376"/>
                  <a:gd name="connsiteX29" fmla="*/ 2218263 w 4571928"/>
                  <a:gd name="connsiteY29" fmla="*/ 362140 h 790376"/>
                  <a:gd name="connsiteX30" fmla="*/ 2200910 w 4571928"/>
                  <a:gd name="connsiteY30" fmla="*/ 352711 h 790376"/>
                  <a:gd name="connsiteX31" fmla="*/ 2198837 w 4571928"/>
                  <a:gd name="connsiteY31" fmla="*/ 352296 h 790376"/>
                  <a:gd name="connsiteX32" fmla="*/ 2109632 w 4571928"/>
                  <a:gd name="connsiteY32" fmla="*/ 357884 h 790376"/>
                  <a:gd name="connsiteX33" fmla="*/ 2092563 w 4571928"/>
                  <a:gd name="connsiteY33" fmla="*/ 350419 h 790376"/>
                  <a:gd name="connsiteX34" fmla="*/ 2090856 w 4571928"/>
                  <a:gd name="connsiteY34" fmla="*/ 350092 h 790376"/>
                  <a:gd name="connsiteX35" fmla="*/ 2001570 w 4571928"/>
                  <a:gd name="connsiteY35" fmla="*/ 352711 h 790376"/>
                  <a:gd name="connsiteX36" fmla="*/ 1914235 w 4571928"/>
                  <a:gd name="connsiteY36" fmla="*/ 352449 h 790376"/>
                  <a:gd name="connsiteX37" fmla="*/ 1896882 w 4571928"/>
                  <a:gd name="connsiteY37" fmla="*/ 346600 h 790376"/>
                  <a:gd name="connsiteX38" fmla="*/ 1895499 w 4571928"/>
                  <a:gd name="connsiteY38" fmla="*/ 346381 h 790376"/>
                  <a:gd name="connsiteX39" fmla="*/ 1808001 w 4571928"/>
                  <a:gd name="connsiteY39" fmla="*/ 346491 h 790376"/>
                  <a:gd name="connsiteX40" fmla="*/ 1720585 w 4571928"/>
                  <a:gd name="connsiteY40" fmla="*/ 346862 h 790376"/>
                  <a:gd name="connsiteX41" fmla="*/ 1633860 w 4571928"/>
                  <a:gd name="connsiteY41" fmla="*/ 347516 h 790376"/>
                  <a:gd name="connsiteX42" fmla="*/ 1618172 w 4571928"/>
                  <a:gd name="connsiteY42" fmla="*/ 341820 h 790376"/>
                  <a:gd name="connsiteX43" fmla="*/ 1616710 w 4571928"/>
                  <a:gd name="connsiteY43" fmla="*/ 341558 h 790376"/>
                  <a:gd name="connsiteX44" fmla="*/ 1442852 w 4571928"/>
                  <a:gd name="connsiteY44" fmla="*/ 343740 h 790376"/>
                  <a:gd name="connsiteX45" fmla="*/ 1356044 w 4571928"/>
                  <a:gd name="connsiteY45" fmla="*/ 344221 h 790376"/>
                  <a:gd name="connsiteX46" fmla="*/ 749411 w 4571928"/>
                  <a:gd name="connsiteY46" fmla="*/ 343435 h 790376"/>
                  <a:gd name="connsiteX47" fmla="*/ 738601 w 4571928"/>
                  <a:gd name="connsiteY47" fmla="*/ 339484 h 790376"/>
                  <a:gd name="connsiteX48" fmla="*/ 737219 w 4571928"/>
                  <a:gd name="connsiteY48" fmla="*/ 339266 h 790376"/>
                  <a:gd name="connsiteX49" fmla="*/ 392551 w 4571928"/>
                  <a:gd name="connsiteY49" fmla="*/ 338786 h 790376"/>
                  <a:gd name="connsiteX50" fmla="*/ 229138 w 4571928"/>
                  <a:gd name="connsiteY50" fmla="*/ 342736 h 790376"/>
                  <a:gd name="connsiteX51" fmla="*/ 143590 w 4571928"/>
                  <a:gd name="connsiteY51" fmla="*/ 342562 h 790376"/>
                  <a:gd name="connsiteX52" fmla="*/ 136438 w 4571928"/>
                  <a:gd name="connsiteY52" fmla="*/ 338895 h 790376"/>
                  <a:gd name="connsiteX53" fmla="*/ 128879 w 4571928"/>
                  <a:gd name="connsiteY53" fmla="*/ 334268 h 790376"/>
                  <a:gd name="connsiteX54" fmla="*/ 113110 w 4571928"/>
                  <a:gd name="connsiteY54" fmla="*/ 293605 h 790376"/>
                  <a:gd name="connsiteX55" fmla="*/ 105145 w 4571928"/>
                  <a:gd name="connsiteY55" fmla="*/ 270578 h 790376"/>
                  <a:gd name="connsiteX56" fmla="*/ 97505 w 4571928"/>
                  <a:gd name="connsiteY56" fmla="*/ 258159 h 790376"/>
                  <a:gd name="connsiteX57" fmla="*/ 89865 w 4571928"/>
                  <a:gd name="connsiteY57" fmla="*/ 237052 h 790376"/>
                  <a:gd name="connsiteX58" fmla="*/ 82224 w 4571928"/>
                  <a:gd name="connsiteY58" fmla="*/ 218456 h 790376"/>
                  <a:gd name="connsiteX59" fmla="*/ 74706 w 4571928"/>
                  <a:gd name="connsiteY59" fmla="*/ 198310 h 790376"/>
                  <a:gd name="connsiteX60" fmla="*/ 60035 w 4571928"/>
                  <a:gd name="connsiteY60" fmla="*/ 166334 h 790376"/>
                  <a:gd name="connsiteX61" fmla="*/ 52801 w 4571928"/>
                  <a:gd name="connsiteY61" fmla="*/ 147040 h 790376"/>
                  <a:gd name="connsiteX62" fmla="*/ 45973 w 4571928"/>
                  <a:gd name="connsiteY62" fmla="*/ 126959 h 790376"/>
                  <a:gd name="connsiteX63" fmla="*/ 39349 w 4571928"/>
                  <a:gd name="connsiteY63" fmla="*/ 108887 h 790376"/>
                  <a:gd name="connsiteX64" fmla="*/ 32603 w 4571928"/>
                  <a:gd name="connsiteY64" fmla="*/ 89221 h 790376"/>
                  <a:gd name="connsiteX65" fmla="*/ 11957 w 4571928"/>
                  <a:gd name="connsiteY65" fmla="*/ 9401 h 790376"/>
                  <a:gd name="connsiteX66" fmla="*/ 11755 w 4571928"/>
                  <a:gd name="connsiteY66" fmla="*/ 9030 h 790376"/>
                  <a:gd name="connsiteX67" fmla="*/ 4805 w 4571928"/>
                  <a:gd name="connsiteY67" fmla="*/ 824 h 790376"/>
                  <a:gd name="connsiteX68" fmla="*/ 1432 w 4571928"/>
                  <a:gd name="connsiteY68" fmla="*/ 125 h 790376"/>
                  <a:gd name="connsiteX69" fmla="*/ 253 w 4571928"/>
                  <a:gd name="connsiteY69" fmla="*/ 1980 h 790376"/>
                  <a:gd name="connsiteX70" fmla="*/ 6999 w 4571928"/>
                  <a:gd name="connsiteY70" fmla="*/ 10034 h 790376"/>
                  <a:gd name="connsiteX71" fmla="*/ 20899 w 4571928"/>
                  <a:gd name="connsiteY71" fmla="*/ 64666 h 790376"/>
                  <a:gd name="connsiteX72" fmla="*/ 27523 w 4571928"/>
                  <a:gd name="connsiteY72" fmla="*/ 89701 h 790376"/>
                  <a:gd name="connsiteX73" fmla="*/ 34269 w 4571928"/>
                  <a:gd name="connsiteY73" fmla="*/ 109476 h 790376"/>
                  <a:gd name="connsiteX74" fmla="*/ 40893 w 4571928"/>
                  <a:gd name="connsiteY74" fmla="*/ 127483 h 790376"/>
                  <a:gd name="connsiteX75" fmla="*/ 47721 w 4571928"/>
                  <a:gd name="connsiteY75" fmla="*/ 147585 h 790376"/>
                  <a:gd name="connsiteX76" fmla="*/ 55076 w 4571928"/>
                  <a:gd name="connsiteY76" fmla="*/ 166989 h 790376"/>
                  <a:gd name="connsiteX77" fmla="*/ 69748 w 4571928"/>
                  <a:gd name="connsiteY77" fmla="*/ 198965 h 790376"/>
                  <a:gd name="connsiteX78" fmla="*/ 77266 w 4571928"/>
                  <a:gd name="connsiteY78" fmla="*/ 219045 h 790376"/>
                  <a:gd name="connsiteX79" fmla="*/ 84785 w 4571928"/>
                  <a:gd name="connsiteY79" fmla="*/ 237707 h 790376"/>
                  <a:gd name="connsiteX80" fmla="*/ 92628 w 4571928"/>
                  <a:gd name="connsiteY80" fmla="*/ 258922 h 790376"/>
                  <a:gd name="connsiteX81" fmla="*/ 100147 w 4571928"/>
                  <a:gd name="connsiteY81" fmla="*/ 271342 h 790376"/>
                  <a:gd name="connsiteX82" fmla="*/ 108071 w 4571928"/>
                  <a:gd name="connsiteY82" fmla="*/ 294194 h 790376"/>
                  <a:gd name="connsiteX83" fmla="*/ 115996 w 4571928"/>
                  <a:gd name="connsiteY83" fmla="*/ 315038 h 790376"/>
                  <a:gd name="connsiteX84" fmla="*/ 124043 w 4571928"/>
                  <a:gd name="connsiteY84" fmla="*/ 335228 h 790376"/>
                  <a:gd name="connsiteX85" fmla="*/ 124531 w 4571928"/>
                  <a:gd name="connsiteY85" fmla="*/ 335861 h 790376"/>
                  <a:gd name="connsiteX86" fmla="*/ 132659 w 4571928"/>
                  <a:gd name="connsiteY86" fmla="*/ 340881 h 790376"/>
                  <a:gd name="connsiteX87" fmla="*/ 140787 w 4571928"/>
                  <a:gd name="connsiteY87" fmla="*/ 345028 h 790376"/>
                  <a:gd name="connsiteX88" fmla="*/ 142493 w 4571928"/>
                  <a:gd name="connsiteY88" fmla="*/ 345399 h 790376"/>
                  <a:gd name="connsiteX89" fmla="*/ 229097 w 4571928"/>
                  <a:gd name="connsiteY89" fmla="*/ 345508 h 790376"/>
                  <a:gd name="connsiteX90" fmla="*/ 392510 w 4571928"/>
                  <a:gd name="connsiteY90" fmla="*/ 341623 h 790376"/>
                  <a:gd name="connsiteX91" fmla="*/ 736406 w 4571928"/>
                  <a:gd name="connsiteY91" fmla="*/ 342103 h 790376"/>
                  <a:gd name="connsiteX92" fmla="*/ 747136 w 4571928"/>
                  <a:gd name="connsiteY92" fmla="*/ 345989 h 790376"/>
                  <a:gd name="connsiteX93" fmla="*/ 748517 w 4571928"/>
                  <a:gd name="connsiteY93" fmla="*/ 346250 h 790376"/>
                  <a:gd name="connsiteX94" fmla="*/ 1355963 w 4571928"/>
                  <a:gd name="connsiteY94" fmla="*/ 347058 h 790376"/>
                  <a:gd name="connsiteX95" fmla="*/ 1442892 w 4571928"/>
                  <a:gd name="connsiteY95" fmla="*/ 346534 h 790376"/>
                  <a:gd name="connsiteX96" fmla="*/ 1615937 w 4571928"/>
                  <a:gd name="connsiteY96" fmla="*/ 344395 h 790376"/>
                  <a:gd name="connsiteX97" fmla="*/ 1631706 w 4571928"/>
                  <a:gd name="connsiteY97" fmla="*/ 350092 h 790376"/>
                  <a:gd name="connsiteX98" fmla="*/ 1633088 w 4571928"/>
                  <a:gd name="connsiteY98" fmla="*/ 350354 h 790376"/>
                  <a:gd name="connsiteX99" fmla="*/ 1720504 w 4571928"/>
                  <a:gd name="connsiteY99" fmla="*/ 349721 h 790376"/>
                  <a:gd name="connsiteX100" fmla="*/ 1808001 w 4571928"/>
                  <a:gd name="connsiteY100" fmla="*/ 349350 h 790376"/>
                  <a:gd name="connsiteX101" fmla="*/ 1894728 w 4571928"/>
                  <a:gd name="connsiteY101" fmla="*/ 349241 h 790376"/>
                  <a:gd name="connsiteX102" fmla="*/ 1912203 w 4571928"/>
                  <a:gd name="connsiteY102" fmla="*/ 355090 h 790376"/>
                  <a:gd name="connsiteX103" fmla="*/ 1913504 w 4571928"/>
                  <a:gd name="connsiteY103" fmla="*/ 355308 h 790376"/>
                  <a:gd name="connsiteX104" fmla="*/ 2001611 w 4571928"/>
                  <a:gd name="connsiteY104" fmla="*/ 355570 h 790376"/>
                  <a:gd name="connsiteX105" fmla="*/ 2090125 w 4571928"/>
                  <a:gd name="connsiteY105" fmla="*/ 353017 h 790376"/>
                  <a:gd name="connsiteX106" fmla="*/ 2107275 w 4571928"/>
                  <a:gd name="connsiteY106" fmla="*/ 360481 h 790376"/>
                  <a:gd name="connsiteX107" fmla="*/ 2109063 w 4571928"/>
                  <a:gd name="connsiteY107" fmla="*/ 360809 h 790376"/>
                  <a:gd name="connsiteX108" fmla="*/ 2198064 w 4571928"/>
                  <a:gd name="connsiteY108" fmla="*/ 355221 h 790376"/>
                  <a:gd name="connsiteX109" fmla="*/ 2215621 w 4571928"/>
                  <a:gd name="connsiteY109" fmla="*/ 364759 h 790376"/>
                  <a:gd name="connsiteX110" fmla="*/ 2218019 w 4571928"/>
                  <a:gd name="connsiteY110" fmla="*/ 365130 h 790376"/>
                  <a:gd name="connsiteX111" fmla="*/ 2308321 w 4571928"/>
                  <a:gd name="connsiteY111" fmla="*/ 353737 h 790376"/>
                  <a:gd name="connsiteX112" fmla="*/ 2399192 w 4571928"/>
                  <a:gd name="connsiteY112" fmla="*/ 344744 h 790376"/>
                  <a:gd name="connsiteX113" fmla="*/ 2404638 w 4571928"/>
                  <a:gd name="connsiteY113" fmla="*/ 343784 h 790376"/>
                  <a:gd name="connsiteX114" fmla="*/ 2406142 w 4571928"/>
                  <a:gd name="connsiteY114" fmla="*/ 344046 h 790376"/>
                  <a:gd name="connsiteX115" fmla="*/ 2407320 w 4571928"/>
                  <a:gd name="connsiteY115" fmla="*/ 344155 h 790376"/>
                  <a:gd name="connsiteX116" fmla="*/ 2487868 w 4571928"/>
                  <a:gd name="connsiteY116" fmla="*/ 337694 h 790376"/>
                  <a:gd name="connsiteX117" fmla="*/ 2505912 w 4571928"/>
                  <a:gd name="connsiteY117" fmla="*/ 348935 h 790376"/>
                  <a:gd name="connsiteX118" fmla="*/ 2508188 w 4571928"/>
                  <a:gd name="connsiteY118" fmla="*/ 349415 h 790376"/>
                  <a:gd name="connsiteX119" fmla="*/ 2598368 w 4571928"/>
                  <a:gd name="connsiteY119" fmla="*/ 341645 h 790376"/>
                  <a:gd name="connsiteX120" fmla="*/ 2687452 w 4571928"/>
                  <a:gd name="connsiteY120" fmla="*/ 334180 h 790376"/>
                  <a:gd name="connsiteX121" fmla="*/ 2700538 w 4571928"/>
                  <a:gd name="connsiteY121" fmla="*/ 337694 h 790376"/>
                  <a:gd name="connsiteX122" fmla="*/ 2702122 w 4571928"/>
                  <a:gd name="connsiteY122" fmla="*/ 337804 h 790376"/>
                  <a:gd name="connsiteX123" fmla="*/ 2732765 w 4571928"/>
                  <a:gd name="connsiteY123" fmla="*/ 334922 h 790376"/>
                  <a:gd name="connsiteX124" fmla="*/ 2756174 w 4571928"/>
                  <a:gd name="connsiteY124" fmla="*/ 348782 h 790376"/>
                  <a:gd name="connsiteX125" fmla="*/ 2780964 w 4571928"/>
                  <a:gd name="connsiteY125" fmla="*/ 364236 h 790376"/>
                  <a:gd name="connsiteX126" fmla="*/ 2805958 w 4571928"/>
                  <a:gd name="connsiteY126" fmla="*/ 377288 h 790376"/>
                  <a:gd name="connsiteX127" fmla="*/ 2831439 w 4571928"/>
                  <a:gd name="connsiteY127" fmla="*/ 389271 h 790376"/>
                  <a:gd name="connsiteX128" fmla="*/ 2856636 w 4571928"/>
                  <a:gd name="connsiteY128" fmla="*/ 397434 h 790376"/>
                  <a:gd name="connsiteX129" fmla="*/ 2878175 w 4571928"/>
                  <a:gd name="connsiteY129" fmla="*/ 405422 h 790376"/>
                  <a:gd name="connsiteX130" fmla="*/ 2878865 w 4571928"/>
                  <a:gd name="connsiteY130" fmla="*/ 405640 h 790376"/>
                  <a:gd name="connsiteX131" fmla="*/ 2916174 w 4571928"/>
                  <a:gd name="connsiteY131" fmla="*/ 411141 h 790376"/>
                  <a:gd name="connsiteX132" fmla="*/ 2942752 w 4571928"/>
                  <a:gd name="connsiteY132" fmla="*/ 415506 h 790376"/>
                  <a:gd name="connsiteX133" fmla="*/ 2969452 w 4571928"/>
                  <a:gd name="connsiteY133" fmla="*/ 424346 h 790376"/>
                  <a:gd name="connsiteX134" fmla="*/ 2997413 w 4571928"/>
                  <a:gd name="connsiteY134" fmla="*/ 448071 h 790376"/>
                  <a:gd name="connsiteX135" fmla="*/ 3025902 w 4571928"/>
                  <a:gd name="connsiteY135" fmla="*/ 466449 h 790376"/>
                  <a:gd name="connsiteX136" fmla="*/ 3054472 w 4571928"/>
                  <a:gd name="connsiteY136" fmla="*/ 481575 h 790376"/>
                  <a:gd name="connsiteX137" fmla="*/ 3055366 w 4571928"/>
                  <a:gd name="connsiteY137" fmla="*/ 481902 h 790376"/>
                  <a:gd name="connsiteX138" fmla="*/ 4571725 w 4571928"/>
                  <a:gd name="connsiteY138" fmla="*/ 790377 h 790376"/>
                  <a:gd name="connsiteX139" fmla="*/ 4571725 w 4571928"/>
                  <a:gd name="connsiteY139" fmla="*/ 787343 h 79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571928" h="790376">
                    <a:moveTo>
                      <a:pt x="4571928" y="787234"/>
                    </a:moveTo>
                    <a:lnTo>
                      <a:pt x="3057844" y="479240"/>
                    </a:lnTo>
                    <a:lnTo>
                      <a:pt x="3029762" y="464419"/>
                    </a:lnTo>
                    <a:lnTo>
                      <a:pt x="3001680" y="446238"/>
                    </a:lnTo>
                    <a:lnTo>
                      <a:pt x="2973598" y="422425"/>
                    </a:lnTo>
                    <a:cubicBezTo>
                      <a:pt x="2973394" y="422272"/>
                      <a:pt x="2973110" y="422098"/>
                      <a:pt x="2972704" y="422010"/>
                    </a:cubicBezTo>
                    <a:lnTo>
                      <a:pt x="2945312" y="412909"/>
                    </a:lnTo>
                    <a:cubicBezTo>
                      <a:pt x="2945312" y="412909"/>
                      <a:pt x="2944905" y="412800"/>
                      <a:pt x="2944703" y="412756"/>
                    </a:cubicBezTo>
                    <a:lnTo>
                      <a:pt x="2917718" y="408325"/>
                    </a:lnTo>
                    <a:lnTo>
                      <a:pt x="2880816" y="402890"/>
                    </a:lnTo>
                    <a:lnTo>
                      <a:pt x="2859602" y="395011"/>
                    </a:lnTo>
                    <a:lnTo>
                      <a:pt x="2834487" y="386913"/>
                    </a:lnTo>
                    <a:lnTo>
                      <a:pt x="2809494" y="375083"/>
                    </a:lnTo>
                    <a:lnTo>
                      <a:pt x="2784703" y="362184"/>
                    </a:lnTo>
                    <a:lnTo>
                      <a:pt x="2760116" y="346774"/>
                    </a:lnTo>
                    <a:lnTo>
                      <a:pt x="2735691" y="332325"/>
                    </a:lnTo>
                    <a:cubicBezTo>
                      <a:pt x="2735082" y="331998"/>
                      <a:pt x="2734188" y="331845"/>
                      <a:pt x="2733416" y="331910"/>
                    </a:cubicBezTo>
                    <a:lnTo>
                      <a:pt x="2702163" y="334901"/>
                    </a:lnTo>
                    <a:lnTo>
                      <a:pt x="2689077" y="331387"/>
                    </a:lnTo>
                    <a:cubicBezTo>
                      <a:pt x="2688590" y="331277"/>
                      <a:pt x="2688102" y="331234"/>
                      <a:pt x="2687574" y="331277"/>
                    </a:cubicBezTo>
                    <a:lnTo>
                      <a:pt x="2597678" y="338786"/>
                    </a:lnTo>
                    <a:lnTo>
                      <a:pt x="2508880" y="346469"/>
                    </a:lnTo>
                    <a:lnTo>
                      <a:pt x="2490916" y="335163"/>
                    </a:lnTo>
                    <a:cubicBezTo>
                      <a:pt x="2490307" y="334835"/>
                      <a:pt x="2489413" y="334682"/>
                      <a:pt x="2488640" y="334748"/>
                    </a:cubicBezTo>
                    <a:lnTo>
                      <a:pt x="2407280" y="341187"/>
                    </a:lnTo>
                    <a:lnTo>
                      <a:pt x="2405491" y="340881"/>
                    </a:lnTo>
                    <a:cubicBezTo>
                      <a:pt x="2405004" y="340772"/>
                      <a:pt x="2404393" y="340772"/>
                      <a:pt x="2403906" y="340881"/>
                    </a:cubicBezTo>
                    <a:lnTo>
                      <a:pt x="2398054" y="341951"/>
                    </a:lnTo>
                    <a:lnTo>
                      <a:pt x="2307264" y="350899"/>
                    </a:lnTo>
                    <a:lnTo>
                      <a:pt x="2218263" y="362140"/>
                    </a:lnTo>
                    <a:lnTo>
                      <a:pt x="2200910" y="352711"/>
                    </a:lnTo>
                    <a:cubicBezTo>
                      <a:pt x="2200300" y="352384"/>
                      <a:pt x="2199528" y="352296"/>
                      <a:pt x="2198837" y="352296"/>
                    </a:cubicBezTo>
                    <a:lnTo>
                      <a:pt x="2109632" y="357884"/>
                    </a:lnTo>
                    <a:lnTo>
                      <a:pt x="2092563" y="350419"/>
                    </a:lnTo>
                    <a:cubicBezTo>
                      <a:pt x="2092076" y="350201"/>
                      <a:pt x="2091465" y="350092"/>
                      <a:pt x="2090856" y="350092"/>
                    </a:cubicBezTo>
                    <a:lnTo>
                      <a:pt x="2001570" y="352711"/>
                    </a:lnTo>
                    <a:lnTo>
                      <a:pt x="1914235" y="352449"/>
                    </a:lnTo>
                    <a:lnTo>
                      <a:pt x="1896882" y="346600"/>
                    </a:lnTo>
                    <a:cubicBezTo>
                      <a:pt x="1896475" y="346491"/>
                      <a:pt x="1895988" y="346381"/>
                      <a:pt x="1895499" y="346381"/>
                    </a:cubicBezTo>
                    <a:lnTo>
                      <a:pt x="1808001" y="346491"/>
                    </a:lnTo>
                    <a:lnTo>
                      <a:pt x="1720585" y="346862"/>
                    </a:lnTo>
                    <a:lnTo>
                      <a:pt x="1633860" y="347516"/>
                    </a:lnTo>
                    <a:lnTo>
                      <a:pt x="1618172" y="341820"/>
                    </a:lnTo>
                    <a:cubicBezTo>
                      <a:pt x="1617685" y="341667"/>
                      <a:pt x="1617278" y="341601"/>
                      <a:pt x="1616710" y="341558"/>
                    </a:cubicBezTo>
                    <a:lnTo>
                      <a:pt x="1442852" y="343740"/>
                    </a:lnTo>
                    <a:lnTo>
                      <a:pt x="1356044" y="344221"/>
                    </a:lnTo>
                    <a:lnTo>
                      <a:pt x="749411" y="343435"/>
                    </a:lnTo>
                    <a:lnTo>
                      <a:pt x="738601" y="339484"/>
                    </a:lnTo>
                    <a:cubicBezTo>
                      <a:pt x="738194" y="339331"/>
                      <a:pt x="737707" y="339266"/>
                      <a:pt x="737219" y="339266"/>
                    </a:cubicBezTo>
                    <a:lnTo>
                      <a:pt x="392551" y="338786"/>
                    </a:lnTo>
                    <a:lnTo>
                      <a:pt x="229138" y="342736"/>
                    </a:lnTo>
                    <a:lnTo>
                      <a:pt x="143590" y="342562"/>
                    </a:lnTo>
                    <a:lnTo>
                      <a:pt x="136438" y="338895"/>
                    </a:lnTo>
                    <a:lnTo>
                      <a:pt x="128879" y="334268"/>
                    </a:lnTo>
                    <a:lnTo>
                      <a:pt x="113110" y="293605"/>
                    </a:lnTo>
                    <a:lnTo>
                      <a:pt x="105145" y="270578"/>
                    </a:lnTo>
                    <a:lnTo>
                      <a:pt x="97505" y="258159"/>
                    </a:lnTo>
                    <a:lnTo>
                      <a:pt x="89865" y="237052"/>
                    </a:lnTo>
                    <a:lnTo>
                      <a:pt x="82224" y="218456"/>
                    </a:lnTo>
                    <a:lnTo>
                      <a:pt x="74706" y="198310"/>
                    </a:lnTo>
                    <a:lnTo>
                      <a:pt x="60035" y="166334"/>
                    </a:lnTo>
                    <a:lnTo>
                      <a:pt x="52801" y="147040"/>
                    </a:lnTo>
                    <a:lnTo>
                      <a:pt x="45973" y="126959"/>
                    </a:lnTo>
                    <a:lnTo>
                      <a:pt x="39349" y="108887"/>
                    </a:lnTo>
                    <a:lnTo>
                      <a:pt x="32603" y="89221"/>
                    </a:lnTo>
                    <a:lnTo>
                      <a:pt x="11957" y="9401"/>
                    </a:lnTo>
                    <a:cubicBezTo>
                      <a:pt x="11957" y="9401"/>
                      <a:pt x="11876" y="9140"/>
                      <a:pt x="11755" y="9030"/>
                    </a:cubicBezTo>
                    <a:lnTo>
                      <a:pt x="4805" y="824"/>
                    </a:lnTo>
                    <a:cubicBezTo>
                      <a:pt x="4196" y="82"/>
                      <a:pt x="2732" y="-180"/>
                      <a:pt x="1432" y="125"/>
                    </a:cubicBezTo>
                    <a:cubicBezTo>
                      <a:pt x="172" y="453"/>
                      <a:pt x="-356" y="1282"/>
                      <a:pt x="253" y="1980"/>
                    </a:cubicBezTo>
                    <a:lnTo>
                      <a:pt x="6999" y="10034"/>
                    </a:lnTo>
                    <a:lnTo>
                      <a:pt x="20899" y="64666"/>
                    </a:lnTo>
                    <a:lnTo>
                      <a:pt x="27523" y="89701"/>
                    </a:lnTo>
                    <a:lnTo>
                      <a:pt x="34269" y="109476"/>
                    </a:lnTo>
                    <a:lnTo>
                      <a:pt x="40893" y="127483"/>
                    </a:lnTo>
                    <a:lnTo>
                      <a:pt x="47721" y="147585"/>
                    </a:lnTo>
                    <a:lnTo>
                      <a:pt x="55076" y="166989"/>
                    </a:lnTo>
                    <a:lnTo>
                      <a:pt x="69748" y="198965"/>
                    </a:lnTo>
                    <a:lnTo>
                      <a:pt x="77266" y="219045"/>
                    </a:lnTo>
                    <a:lnTo>
                      <a:pt x="84785" y="237707"/>
                    </a:lnTo>
                    <a:lnTo>
                      <a:pt x="92628" y="258922"/>
                    </a:lnTo>
                    <a:lnTo>
                      <a:pt x="100147" y="271342"/>
                    </a:lnTo>
                    <a:lnTo>
                      <a:pt x="108071" y="294194"/>
                    </a:lnTo>
                    <a:lnTo>
                      <a:pt x="115996" y="315038"/>
                    </a:lnTo>
                    <a:lnTo>
                      <a:pt x="124043" y="335228"/>
                    </a:lnTo>
                    <a:cubicBezTo>
                      <a:pt x="124043" y="335446"/>
                      <a:pt x="124327" y="335643"/>
                      <a:pt x="124531" y="335861"/>
                    </a:cubicBezTo>
                    <a:lnTo>
                      <a:pt x="132659" y="340881"/>
                    </a:lnTo>
                    <a:lnTo>
                      <a:pt x="140787" y="345028"/>
                    </a:lnTo>
                    <a:cubicBezTo>
                      <a:pt x="141193" y="345290"/>
                      <a:pt x="141762" y="345399"/>
                      <a:pt x="142493" y="345399"/>
                    </a:cubicBezTo>
                    <a:lnTo>
                      <a:pt x="229097" y="345508"/>
                    </a:lnTo>
                    <a:lnTo>
                      <a:pt x="392510" y="341623"/>
                    </a:lnTo>
                    <a:lnTo>
                      <a:pt x="736406" y="342103"/>
                    </a:lnTo>
                    <a:lnTo>
                      <a:pt x="747136" y="345989"/>
                    </a:lnTo>
                    <a:cubicBezTo>
                      <a:pt x="747541" y="346163"/>
                      <a:pt x="748030" y="346250"/>
                      <a:pt x="748517" y="346250"/>
                    </a:cubicBezTo>
                    <a:lnTo>
                      <a:pt x="1355963" y="347058"/>
                    </a:lnTo>
                    <a:lnTo>
                      <a:pt x="1442892" y="346534"/>
                    </a:lnTo>
                    <a:lnTo>
                      <a:pt x="1615937" y="344395"/>
                    </a:lnTo>
                    <a:lnTo>
                      <a:pt x="1631706" y="350092"/>
                    </a:lnTo>
                    <a:cubicBezTo>
                      <a:pt x="1632112" y="350267"/>
                      <a:pt x="1632478" y="350354"/>
                      <a:pt x="1633088" y="350354"/>
                    </a:cubicBezTo>
                    <a:lnTo>
                      <a:pt x="1720504" y="349721"/>
                    </a:lnTo>
                    <a:lnTo>
                      <a:pt x="1808001" y="349350"/>
                    </a:lnTo>
                    <a:lnTo>
                      <a:pt x="1894728" y="349241"/>
                    </a:lnTo>
                    <a:lnTo>
                      <a:pt x="1912203" y="355090"/>
                    </a:lnTo>
                    <a:cubicBezTo>
                      <a:pt x="1912609" y="355265"/>
                      <a:pt x="1912975" y="355308"/>
                      <a:pt x="1913504" y="355308"/>
                    </a:cubicBezTo>
                    <a:lnTo>
                      <a:pt x="2001611" y="355570"/>
                    </a:lnTo>
                    <a:lnTo>
                      <a:pt x="2090125" y="353017"/>
                    </a:lnTo>
                    <a:lnTo>
                      <a:pt x="2107275" y="360481"/>
                    </a:lnTo>
                    <a:cubicBezTo>
                      <a:pt x="2107762" y="360700"/>
                      <a:pt x="2108372" y="360809"/>
                      <a:pt x="2109063" y="360809"/>
                    </a:cubicBezTo>
                    <a:lnTo>
                      <a:pt x="2198064" y="355221"/>
                    </a:lnTo>
                    <a:lnTo>
                      <a:pt x="2215621" y="364759"/>
                    </a:lnTo>
                    <a:cubicBezTo>
                      <a:pt x="2216231" y="365087"/>
                      <a:pt x="2217125" y="365240"/>
                      <a:pt x="2218019" y="365130"/>
                    </a:cubicBezTo>
                    <a:lnTo>
                      <a:pt x="2308321" y="353737"/>
                    </a:lnTo>
                    <a:lnTo>
                      <a:pt x="2399192" y="344744"/>
                    </a:lnTo>
                    <a:lnTo>
                      <a:pt x="2404638" y="343784"/>
                    </a:lnTo>
                    <a:lnTo>
                      <a:pt x="2406142" y="344046"/>
                    </a:lnTo>
                    <a:cubicBezTo>
                      <a:pt x="2406548" y="344155"/>
                      <a:pt x="2406954" y="344155"/>
                      <a:pt x="2407320" y="344155"/>
                    </a:cubicBezTo>
                    <a:lnTo>
                      <a:pt x="2487868" y="337694"/>
                    </a:lnTo>
                    <a:lnTo>
                      <a:pt x="2505912" y="348935"/>
                    </a:lnTo>
                    <a:cubicBezTo>
                      <a:pt x="2506522" y="349306"/>
                      <a:pt x="2507294" y="349459"/>
                      <a:pt x="2508188" y="349415"/>
                    </a:cubicBezTo>
                    <a:lnTo>
                      <a:pt x="2598368" y="341645"/>
                    </a:lnTo>
                    <a:lnTo>
                      <a:pt x="2687452" y="334180"/>
                    </a:lnTo>
                    <a:lnTo>
                      <a:pt x="2700538" y="337694"/>
                    </a:lnTo>
                    <a:cubicBezTo>
                      <a:pt x="2701025" y="337804"/>
                      <a:pt x="2701513" y="337847"/>
                      <a:pt x="2702122" y="337804"/>
                    </a:cubicBezTo>
                    <a:lnTo>
                      <a:pt x="2732765" y="334922"/>
                    </a:lnTo>
                    <a:lnTo>
                      <a:pt x="2756174" y="348782"/>
                    </a:lnTo>
                    <a:lnTo>
                      <a:pt x="2780964" y="364236"/>
                    </a:lnTo>
                    <a:lnTo>
                      <a:pt x="2805958" y="377288"/>
                    </a:lnTo>
                    <a:lnTo>
                      <a:pt x="2831439" y="389271"/>
                    </a:lnTo>
                    <a:lnTo>
                      <a:pt x="2856636" y="397434"/>
                    </a:lnTo>
                    <a:lnTo>
                      <a:pt x="2878175" y="405422"/>
                    </a:lnTo>
                    <a:cubicBezTo>
                      <a:pt x="2878378" y="405531"/>
                      <a:pt x="2878663" y="405575"/>
                      <a:pt x="2878865" y="405640"/>
                    </a:cubicBezTo>
                    <a:lnTo>
                      <a:pt x="2916174" y="411141"/>
                    </a:lnTo>
                    <a:lnTo>
                      <a:pt x="2942752" y="415506"/>
                    </a:lnTo>
                    <a:lnTo>
                      <a:pt x="2969452" y="424346"/>
                    </a:lnTo>
                    <a:lnTo>
                      <a:pt x="2997413" y="448071"/>
                    </a:lnTo>
                    <a:lnTo>
                      <a:pt x="3025902" y="466449"/>
                    </a:lnTo>
                    <a:lnTo>
                      <a:pt x="3054472" y="481575"/>
                    </a:lnTo>
                    <a:cubicBezTo>
                      <a:pt x="3054756" y="481728"/>
                      <a:pt x="3055081" y="481837"/>
                      <a:pt x="3055366" y="481902"/>
                    </a:cubicBezTo>
                    <a:lnTo>
                      <a:pt x="4571725" y="790377"/>
                    </a:lnTo>
                    <a:lnTo>
                      <a:pt x="4571725" y="78734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6" name="Freeform: Shape 535">
                <a:extLst>
                  <a:ext uri="{FF2B5EF4-FFF2-40B4-BE49-F238E27FC236}">
                    <a16:creationId xmlns:a16="http://schemas.microsoft.com/office/drawing/2014/main" id="{E82A8C24-A98D-4B29-A024-2FB48E243D65}"/>
                  </a:ext>
                </a:extLst>
              </p:cNvPr>
              <p:cNvSpPr/>
              <p:nvPr/>
            </p:nvSpPr>
            <p:spPr>
              <a:xfrm>
                <a:off x="11252065" y="5741503"/>
                <a:ext cx="939934" cy="19447"/>
              </a:xfrm>
              <a:custGeom>
                <a:avLst/>
                <a:gdLst>
                  <a:gd name="connsiteX0" fmla="*/ 939934 w 939934"/>
                  <a:gd name="connsiteY0" fmla="*/ 15497 h 19447"/>
                  <a:gd name="connsiteX1" fmla="*/ 665289 w 939934"/>
                  <a:gd name="connsiteY1" fmla="*/ 13467 h 19447"/>
                  <a:gd name="connsiteX2" fmla="*/ 603964 w 939934"/>
                  <a:gd name="connsiteY2" fmla="*/ 15235 h 19447"/>
                  <a:gd name="connsiteX3" fmla="*/ 542150 w 939934"/>
                  <a:gd name="connsiteY3" fmla="*/ 16632 h 19447"/>
                  <a:gd name="connsiteX4" fmla="*/ 478142 w 939934"/>
                  <a:gd name="connsiteY4" fmla="*/ 15671 h 19447"/>
                  <a:gd name="connsiteX5" fmla="*/ 415150 w 939934"/>
                  <a:gd name="connsiteY5" fmla="*/ 15999 h 19447"/>
                  <a:gd name="connsiteX6" fmla="*/ 351061 w 939934"/>
                  <a:gd name="connsiteY6" fmla="*/ 14929 h 19447"/>
                  <a:gd name="connsiteX7" fmla="*/ 291036 w 939934"/>
                  <a:gd name="connsiteY7" fmla="*/ 12747 h 19447"/>
                  <a:gd name="connsiteX8" fmla="*/ 288638 w 939934"/>
                  <a:gd name="connsiteY8" fmla="*/ 11524 h 19447"/>
                  <a:gd name="connsiteX9" fmla="*/ 287053 w 939934"/>
                  <a:gd name="connsiteY9" fmla="*/ 11197 h 19447"/>
                  <a:gd name="connsiteX10" fmla="*/ 224142 w 939934"/>
                  <a:gd name="connsiteY10" fmla="*/ 8949 h 19447"/>
                  <a:gd name="connsiteX11" fmla="*/ 161231 w 939934"/>
                  <a:gd name="connsiteY11" fmla="*/ 8141 h 19447"/>
                  <a:gd name="connsiteX12" fmla="*/ 100028 w 939934"/>
                  <a:gd name="connsiteY12" fmla="*/ 5806 h 19447"/>
                  <a:gd name="connsiteX13" fmla="*/ 83161 w 939934"/>
                  <a:gd name="connsiteY13" fmla="*/ 589 h 19447"/>
                  <a:gd name="connsiteX14" fmla="*/ 81983 w 939934"/>
                  <a:gd name="connsiteY14" fmla="*/ 415 h 19447"/>
                  <a:gd name="connsiteX15" fmla="*/ 19886 w 939934"/>
                  <a:gd name="connsiteY15" fmla="*/ 0 h 19447"/>
                  <a:gd name="connsiteX16" fmla="*/ 2044 w 939934"/>
                  <a:gd name="connsiteY16" fmla="*/ 2030 h 19447"/>
                  <a:gd name="connsiteX17" fmla="*/ 53 w 939934"/>
                  <a:gd name="connsiteY17" fmla="*/ 3689 h 19447"/>
                  <a:gd name="connsiteX18" fmla="*/ 3020 w 939934"/>
                  <a:gd name="connsiteY18" fmla="*/ 4802 h 19447"/>
                  <a:gd name="connsiteX19" fmla="*/ 20292 w 939934"/>
                  <a:gd name="connsiteY19" fmla="*/ 2837 h 19447"/>
                  <a:gd name="connsiteX20" fmla="*/ 81292 w 939934"/>
                  <a:gd name="connsiteY20" fmla="*/ 3252 h 19447"/>
                  <a:gd name="connsiteX21" fmla="*/ 98077 w 939934"/>
                  <a:gd name="connsiteY21" fmla="*/ 8425 h 19447"/>
                  <a:gd name="connsiteX22" fmla="*/ 99174 w 939934"/>
                  <a:gd name="connsiteY22" fmla="*/ 8578 h 19447"/>
                  <a:gd name="connsiteX23" fmla="*/ 160988 w 939934"/>
                  <a:gd name="connsiteY23" fmla="*/ 10979 h 19447"/>
                  <a:gd name="connsiteX24" fmla="*/ 223980 w 939934"/>
                  <a:gd name="connsiteY24" fmla="*/ 11721 h 19447"/>
                  <a:gd name="connsiteX25" fmla="*/ 285874 w 939934"/>
                  <a:gd name="connsiteY25" fmla="*/ 13969 h 19447"/>
                  <a:gd name="connsiteX26" fmla="*/ 288271 w 939934"/>
                  <a:gd name="connsiteY26" fmla="*/ 15191 h 19447"/>
                  <a:gd name="connsiteX27" fmla="*/ 289857 w 939934"/>
                  <a:gd name="connsiteY27" fmla="*/ 15562 h 19447"/>
                  <a:gd name="connsiteX28" fmla="*/ 350858 w 939934"/>
                  <a:gd name="connsiteY28" fmla="*/ 17745 h 19447"/>
                  <a:gd name="connsiteX29" fmla="*/ 415069 w 939934"/>
                  <a:gd name="connsiteY29" fmla="*/ 18814 h 19447"/>
                  <a:gd name="connsiteX30" fmla="*/ 478182 w 939934"/>
                  <a:gd name="connsiteY30" fmla="*/ 18487 h 19447"/>
                  <a:gd name="connsiteX31" fmla="*/ 542190 w 939934"/>
                  <a:gd name="connsiteY31" fmla="*/ 19447 h 19447"/>
                  <a:gd name="connsiteX32" fmla="*/ 604288 w 939934"/>
                  <a:gd name="connsiteY32" fmla="*/ 18007 h 19447"/>
                  <a:gd name="connsiteX33" fmla="*/ 665411 w 939934"/>
                  <a:gd name="connsiteY33" fmla="*/ 16304 h 19447"/>
                  <a:gd name="connsiteX34" fmla="*/ 917908 w 939934"/>
                  <a:gd name="connsiteY34" fmla="*/ 18225 h 19447"/>
                  <a:gd name="connsiteX35" fmla="*/ 939934 w 939934"/>
                  <a:gd name="connsiteY35" fmla="*/ 18334 h 19447"/>
                  <a:gd name="connsiteX36" fmla="*/ 939934 w 939934"/>
                  <a:gd name="connsiteY36" fmla="*/ 15519 h 19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39934" h="19447">
                    <a:moveTo>
                      <a:pt x="939934" y="15497"/>
                    </a:moveTo>
                    <a:lnTo>
                      <a:pt x="665289" y="13467"/>
                    </a:lnTo>
                    <a:lnTo>
                      <a:pt x="603964" y="15235"/>
                    </a:lnTo>
                    <a:lnTo>
                      <a:pt x="542150" y="16632"/>
                    </a:lnTo>
                    <a:lnTo>
                      <a:pt x="478142" y="15671"/>
                    </a:lnTo>
                    <a:lnTo>
                      <a:pt x="415150" y="15999"/>
                    </a:lnTo>
                    <a:lnTo>
                      <a:pt x="351061" y="14929"/>
                    </a:lnTo>
                    <a:lnTo>
                      <a:pt x="291036" y="12747"/>
                    </a:lnTo>
                    <a:lnTo>
                      <a:pt x="288638" y="11524"/>
                    </a:lnTo>
                    <a:cubicBezTo>
                      <a:pt x="288231" y="11306"/>
                      <a:pt x="287662" y="11197"/>
                      <a:pt x="287053" y="11197"/>
                    </a:cubicBezTo>
                    <a:lnTo>
                      <a:pt x="224142" y="8949"/>
                    </a:lnTo>
                    <a:lnTo>
                      <a:pt x="161231" y="8141"/>
                    </a:lnTo>
                    <a:lnTo>
                      <a:pt x="100028" y="5806"/>
                    </a:lnTo>
                    <a:lnTo>
                      <a:pt x="83161" y="589"/>
                    </a:lnTo>
                    <a:cubicBezTo>
                      <a:pt x="82756" y="480"/>
                      <a:pt x="82390" y="415"/>
                      <a:pt x="81983" y="415"/>
                    </a:cubicBezTo>
                    <a:lnTo>
                      <a:pt x="19886" y="0"/>
                    </a:lnTo>
                    <a:lnTo>
                      <a:pt x="2044" y="2030"/>
                    </a:lnTo>
                    <a:cubicBezTo>
                      <a:pt x="662" y="2205"/>
                      <a:pt x="-232" y="2947"/>
                      <a:pt x="53" y="3689"/>
                    </a:cubicBezTo>
                    <a:cubicBezTo>
                      <a:pt x="338" y="4431"/>
                      <a:pt x="1638" y="4976"/>
                      <a:pt x="3020" y="4802"/>
                    </a:cubicBezTo>
                    <a:lnTo>
                      <a:pt x="20292" y="2837"/>
                    </a:lnTo>
                    <a:lnTo>
                      <a:pt x="81292" y="3252"/>
                    </a:lnTo>
                    <a:lnTo>
                      <a:pt x="98077" y="8425"/>
                    </a:lnTo>
                    <a:cubicBezTo>
                      <a:pt x="98483" y="8491"/>
                      <a:pt x="98768" y="8578"/>
                      <a:pt x="99174" y="8578"/>
                    </a:cubicBezTo>
                    <a:lnTo>
                      <a:pt x="160988" y="10979"/>
                    </a:lnTo>
                    <a:lnTo>
                      <a:pt x="223980" y="11721"/>
                    </a:lnTo>
                    <a:lnTo>
                      <a:pt x="285874" y="13969"/>
                    </a:lnTo>
                    <a:lnTo>
                      <a:pt x="288271" y="15191"/>
                    </a:lnTo>
                    <a:cubicBezTo>
                      <a:pt x="288678" y="15410"/>
                      <a:pt x="289247" y="15519"/>
                      <a:pt x="289857" y="15562"/>
                    </a:cubicBezTo>
                    <a:lnTo>
                      <a:pt x="350858" y="17745"/>
                    </a:lnTo>
                    <a:lnTo>
                      <a:pt x="415069" y="18814"/>
                    </a:lnTo>
                    <a:lnTo>
                      <a:pt x="478182" y="18487"/>
                    </a:lnTo>
                    <a:lnTo>
                      <a:pt x="542190" y="19447"/>
                    </a:lnTo>
                    <a:lnTo>
                      <a:pt x="604288" y="18007"/>
                    </a:lnTo>
                    <a:lnTo>
                      <a:pt x="665411" y="16304"/>
                    </a:lnTo>
                    <a:lnTo>
                      <a:pt x="917908" y="18225"/>
                    </a:lnTo>
                    <a:lnTo>
                      <a:pt x="939934" y="18334"/>
                    </a:lnTo>
                    <a:lnTo>
                      <a:pt x="939934" y="1551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7" name="Freeform: Shape 536">
                <a:extLst>
                  <a:ext uri="{FF2B5EF4-FFF2-40B4-BE49-F238E27FC236}">
                    <a16:creationId xmlns:a16="http://schemas.microsoft.com/office/drawing/2014/main" id="{5155DC7A-CC8E-4501-BDA4-6AA0CCB065AE}"/>
                  </a:ext>
                </a:extLst>
              </p:cNvPr>
              <p:cNvSpPr/>
              <p:nvPr/>
            </p:nvSpPr>
            <p:spPr>
              <a:xfrm>
                <a:off x="1666560" y="5706442"/>
                <a:ext cx="502431" cy="234773"/>
              </a:xfrm>
              <a:custGeom>
                <a:avLst/>
                <a:gdLst>
                  <a:gd name="connsiteX0" fmla="*/ 2524 w 502431"/>
                  <a:gd name="connsiteY0" fmla="*/ 234773 h 234773"/>
                  <a:gd name="connsiteX1" fmla="*/ 452 w 502431"/>
                  <a:gd name="connsiteY1" fmla="*/ 234140 h 234773"/>
                  <a:gd name="connsiteX2" fmla="*/ 1102 w 502431"/>
                  <a:gd name="connsiteY2" fmla="*/ 232220 h 234773"/>
                  <a:gd name="connsiteX3" fmla="*/ 14228 w 502431"/>
                  <a:gd name="connsiteY3" fmla="*/ 227265 h 234773"/>
                  <a:gd name="connsiteX4" fmla="*/ 47756 w 502431"/>
                  <a:gd name="connsiteY4" fmla="*/ 218622 h 234773"/>
                  <a:gd name="connsiteX5" fmla="*/ 49057 w 502431"/>
                  <a:gd name="connsiteY5" fmla="*/ 218513 h 234773"/>
                  <a:gd name="connsiteX6" fmla="*/ 158785 w 502431"/>
                  <a:gd name="connsiteY6" fmla="*/ 223947 h 234773"/>
                  <a:gd name="connsiteX7" fmla="*/ 189996 w 502431"/>
                  <a:gd name="connsiteY7" fmla="*/ 211899 h 234773"/>
                  <a:gd name="connsiteX8" fmla="*/ 221289 w 502431"/>
                  <a:gd name="connsiteY8" fmla="*/ 194372 h 234773"/>
                  <a:gd name="connsiteX9" fmla="*/ 283225 w 502431"/>
                  <a:gd name="connsiteY9" fmla="*/ 154146 h 234773"/>
                  <a:gd name="connsiteX10" fmla="*/ 313664 w 502431"/>
                  <a:gd name="connsiteY10" fmla="*/ 136772 h 234773"/>
                  <a:gd name="connsiteX11" fmla="*/ 343575 w 502431"/>
                  <a:gd name="connsiteY11" fmla="*/ 111519 h 234773"/>
                  <a:gd name="connsiteX12" fmla="*/ 374624 w 502431"/>
                  <a:gd name="connsiteY12" fmla="*/ 90936 h 234773"/>
                  <a:gd name="connsiteX13" fmla="*/ 405632 w 502431"/>
                  <a:gd name="connsiteY13" fmla="*/ 71336 h 234773"/>
                  <a:gd name="connsiteX14" fmla="*/ 436519 w 502431"/>
                  <a:gd name="connsiteY14" fmla="*/ 47414 h 234773"/>
                  <a:gd name="connsiteX15" fmla="*/ 467405 w 502431"/>
                  <a:gd name="connsiteY15" fmla="*/ 26199 h 234773"/>
                  <a:gd name="connsiteX16" fmla="*/ 497763 w 502431"/>
                  <a:gd name="connsiteY16" fmla="*/ 618 h 234773"/>
                  <a:gd name="connsiteX17" fmla="*/ 501299 w 502431"/>
                  <a:gd name="connsiteY17" fmla="*/ 247 h 234773"/>
                  <a:gd name="connsiteX18" fmla="*/ 502030 w 502431"/>
                  <a:gd name="connsiteY18" fmla="*/ 2168 h 234773"/>
                  <a:gd name="connsiteX19" fmla="*/ 471510 w 502431"/>
                  <a:gd name="connsiteY19" fmla="*/ 27858 h 234773"/>
                  <a:gd name="connsiteX20" fmla="*/ 440542 w 502431"/>
                  <a:gd name="connsiteY20" fmla="*/ 49117 h 234773"/>
                  <a:gd name="connsiteX21" fmla="*/ 409534 w 502431"/>
                  <a:gd name="connsiteY21" fmla="*/ 73104 h 234773"/>
                  <a:gd name="connsiteX22" fmla="*/ 378444 w 502431"/>
                  <a:gd name="connsiteY22" fmla="*/ 92770 h 234773"/>
                  <a:gd name="connsiteX23" fmla="*/ 347598 w 502431"/>
                  <a:gd name="connsiteY23" fmla="*/ 113178 h 234773"/>
                  <a:gd name="connsiteX24" fmla="*/ 317565 w 502431"/>
                  <a:gd name="connsiteY24" fmla="*/ 138540 h 234773"/>
                  <a:gd name="connsiteX25" fmla="*/ 286923 w 502431"/>
                  <a:gd name="connsiteY25" fmla="*/ 156067 h 234773"/>
                  <a:gd name="connsiteX26" fmla="*/ 256280 w 502431"/>
                  <a:gd name="connsiteY26" fmla="*/ 176104 h 234773"/>
                  <a:gd name="connsiteX27" fmla="*/ 224988 w 502431"/>
                  <a:gd name="connsiteY27" fmla="*/ 196293 h 234773"/>
                  <a:gd name="connsiteX28" fmla="*/ 193248 w 502431"/>
                  <a:gd name="connsiteY28" fmla="*/ 214038 h 234773"/>
                  <a:gd name="connsiteX29" fmla="*/ 160898 w 502431"/>
                  <a:gd name="connsiteY29" fmla="*/ 226501 h 234773"/>
                  <a:gd name="connsiteX30" fmla="*/ 159232 w 502431"/>
                  <a:gd name="connsiteY30" fmla="*/ 226763 h 234773"/>
                  <a:gd name="connsiteX31" fmla="*/ 49260 w 502431"/>
                  <a:gd name="connsiteY31" fmla="*/ 221328 h 234773"/>
                  <a:gd name="connsiteX32" fmla="*/ 16708 w 502431"/>
                  <a:gd name="connsiteY32" fmla="*/ 229644 h 234773"/>
                  <a:gd name="connsiteX33" fmla="*/ 3947 w 502431"/>
                  <a:gd name="connsiteY33" fmla="*/ 234490 h 234773"/>
                  <a:gd name="connsiteX34" fmla="*/ 2524 w 502431"/>
                  <a:gd name="connsiteY34" fmla="*/ 234751 h 234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2431" h="234773">
                    <a:moveTo>
                      <a:pt x="2524" y="234773"/>
                    </a:moveTo>
                    <a:cubicBezTo>
                      <a:pt x="1752" y="234773"/>
                      <a:pt x="939" y="234555"/>
                      <a:pt x="452" y="234140"/>
                    </a:cubicBezTo>
                    <a:cubicBezTo>
                      <a:pt x="-361" y="233507"/>
                      <a:pt x="-36" y="232656"/>
                      <a:pt x="1102" y="232220"/>
                    </a:cubicBezTo>
                    <a:lnTo>
                      <a:pt x="14228" y="227265"/>
                    </a:lnTo>
                    <a:lnTo>
                      <a:pt x="47756" y="218622"/>
                    </a:lnTo>
                    <a:cubicBezTo>
                      <a:pt x="48163" y="218513"/>
                      <a:pt x="48610" y="218447"/>
                      <a:pt x="49057" y="218513"/>
                    </a:cubicBezTo>
                    <a:lnTo>
                      <a:pt x="158785" y="223947"/>
                    </a:lnTo>
                    <a:lnTo>
                      <a:pt x="189996" y="211899"/>
                    </a:lnTo>
                    <a:lnTo>
                      <a:pt x="221289" y="194372"/>
                    </a:lnTo>
                    <a:lnTo>
                      <a:pt x="283225" y="154146"/>
                    </a:lnTo>
                    <a:lnTo>
                      <a:pt x="313664" y="136772"/>
                    </a:lnTo>
                    <a:lnTo>
                      <a:pt x="343575" y="111519"/>
                    </a:lnTo>
                    <a:lnTo>
                      <a:pt x="374624" y="90936"/>
                    </a:lnTo>
                    <a:lnTo>
                      <a:pt x="405632" y="71336"/>
                    </a:lnTo>
                    <a:lnTo>
                      <a:pt x="436519" y="47414"/>
                    </a:lnTo>
                    <a:lnTo>
                      <a:pt x="467405" y="26199"/>
                    </a:lnTo>
                    <a:lnTo>
                      <a:pt x="497763" y="618"/>
                    </a:lnTo>
                    <a:cubicBezTo>
                      <a:pt x="498576" y="-37"/>
                      <a:pt x="500161" y="-189"/>
                      <a:pt x="501299" y="247"/>
                    </a:cubicBezTo>
                    <a:cubicBezTo>
                      <a:pt x="502477" y="662"/>
                      <a:pt x="502762" y="1535"/>
                      <a:pt x="502030" y="2168"/>
                    </a:cubicBezTo>
                    <a:lnTo>
                      <a:pt x="471510" y="27858"/>
                    </a:lnTo>
                    <a:lnTo>
                      <a:pt x="440542" y="49117"/>
                    </a:lnTo>
                    <a:lnTo>
                      <a:pt x="409534" y="73104"/>
                    </a:lnTo>
                    <a:lnTo>
                      <a:pt x="378444" y="92770"/>
                    </a:lnTo>
                    <a:lnTo>
                      <a:pt x="347598" y="113178"/>
                    </a:lnTo>
                    <a:lnTo>
                      <a:pt x="317565" y="138540"/>
                    </a:lnTo>
                    <a:lnTo>
                      <a:pt x="286923" y="156067"/>
                    </a:lnTo>
                    <a:lnTo>
                      <a:pt x="256280" y="176104"/>
                    </a:lnTo>
                    <a:lnTo>
                      <a:pt x="224988" y="196293"/>
                    </a:lnTo>
                    <a:lnTo>
                      <a:pt x="193248" y="214038"/>
                    </a:lnTo>
                    <a:lnTo>
                      <a:pt x="160898" y="226501"/>
                    </a:lnTo>
                    <a:cubicBezTo>
                      <a:pt x="160411" y="226719"/>
                      <a:pt x="159842" y="226828"/>
                      <a:pt x="159232" y="226763"/>
                    </a:cubicBezTo>
                    <a:lnTo>
                      <a:pt x="49260" y="221328"/>
                    </a:lnTo>
                    <a:lnTo>
                      <a:pt x="16708" y="229644"/>
                    </a:lnTo>
                    <a:lnTo>
                      <a:pt x="3947" y="234490"/>
                    </a:lnTo>
                    <a:cubicBezTo>
                      <a:pt x="3500" y="234708"/>
                      <a:pt x="3012" y="234751"/>
                      <a:pt x="2524" y="23475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8" name="Freeform: Shape 537">
                <a:extLst>
                  <a:ext uri="{FF2B5EF4-FFF2-40B4-BE49-F238E27FC236}">
                    <a16:creationId xmlns:a16="http://schemas.microsoft.com/office/drawing/2014/main" id="{F9BFDB66-3316-4DDB-808C-F4F85D190900}"/>
                  </a:ext>
                </a:extLst>
              </p:cNvPr>
              <p:cNvSpPr/>
              <p:nvPr/>
            </p:nvSpPr>
            <p:spPr>
              <a:xfrm>
                <a:off x="10058032" y="5713433"/>
                <a:ext cx="308052" cy="29248"/>
              </a:xfrm>
              <a:custGeom>
                <a:avLst/>
                <a:gdLst>
                  <a:gd name="connsiteX0" fmla="*/ 305574 w 308052"/>
                  <a:gd name="connsiteY0" fmla="*/ 29226 h 29248"/>
                  <a:gd name="connsiteX1" fmla="*/ 305452 w 308052"/>
                  <a:gd name="connsiteY1" fmla="*/ 29226 h 29248"/>
                  <a:gd name="connsiteX2" fmla="*/ 276597 w 308052"/>
                  <a:gd name="connsiteY2" fmla="*/ 29073 h 29248"/>
                  <a:gd name="connsiteX3" fmla="*/ 210232 w 308052"/>
                  <a:gd name="connsiteY3" fmla="*/ 28375 h 29248"/>
                  <a:gd name="connsiteX4" fmla="*/ 209135 w 308052"/>
                  <a:gd name="connsiteY4" fmla="*/ 28222 h 29248"/>
                  <a:gd name="connsiteX5" fmla="*/ 192350 w 308052"/>
                  <a:gd name="connsiteY5" fmla="*/ 23486 h 29248"/>
                  <a:gd name="connsiteX6" fmla="*/ 159798 w 308052"/>
                  <a:gd name="connsiteY6" fmla="*/ 17047 h 29248"/>
                  <a:gd name="connsiteX7" fmla="*/ 143949 w 308052"/>
                  <a:gd name="connsiteY7" fmla="*/ 14493 h 29248"/>
                  <a:gd name="connsiteX8" fmla="*/ 79656 w 308052"/>
                  <a:gd name="connsiteY8" fmla="*/ 13467 h 29248"/>
                  <a:gd name="connsiteX9" fmla="*/ 47916 w 308052"/>
                  <a:gd name="connsiteY9" fmla="*/ 9430 h 29248"/>
                  <a:gd name="connsiteX10" fmla="*/ 1871 w 308052"/>
                  <a:gd name="connsiteY10" fmla="*/ 2772 h 29248"/>
                  <a:gd name="connsiteX11" fmla="*/ 82 w 308052"/>
                  <a:gd name="connsiteY11" fmla="*/ 1070 h 29248"/>
                  <a:gd name="connsiteX12" fmla="*/ 3171 w 308052"/>
                  <a:gd name="connsiteY12" fmla="*/ 44 h 29248"/>
                  <a:gd name="connsiteX13" fmla="*/ 18370 w 308052"/>
                  <a:gd name="connsiteY13" fmla="*/ 2118 h 29248"/>
                  <a:gd name="connsiteX14" fmla="*/ 49135 w 308052"/>
                  <a:gd name="connsiteY14" fmla="*/ 6701 h 29248"/>
                  <a:gd name="connsiteX15" fmla="*/ 80265 w 308052"/>
                  <a:gd name="connsiteY15" fmla="*/ 10695 h 29248"/>
                  <a:gd name="connsiteX16" fmla="*/ 144476 w 308052"/>
                  <a:gd name="connsiteY16" fmla="*/ 11656 h 29248"/>
                  <a:gd name="connsiteX17" fmla="*/ 145046 w 308052"/>
                  <a:gd name="connsiteY17" fmla="*/ 11699 h 29248"/>
                  <a:gd name="connsiteX18" fmla="*/ 161343 w 308052"/>
                  <a:gd name="connsiteY18" fmla="*/ 14362 h 29248"/>
                  <a:gd name="connsiteX19" fmla="*/ 194464 w 308052"/>
                  <a:gd name="connsiteY19" fmla="*/ 20932 h 29248"/>
                  <a:gd name="connsiteX20" fmla="*/ 210923 w 308052"/>
                  <a:gd name="connsiteY20" fmla="*/ 25559 h 29248"/>
                  <a:gd name="connsiteX21" fmla="*/ 305574 w 308052"/>
                  <a:gd name="connsiteY21" fmla="*/ 26476 h 29248"/>
                  <a:gd name="connsiteX22" fmla="*/ 308052 w 308052"/>
                  <a:gd name="connsiteY22" fmla="*/ 27873 h 29248"/>
                  <a:gd name="connsiteX23" fmla="*/ 305574 w 308052"/>
                  <a:gd name="connsiteY23" fmla="*/ 29248 h 29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8052" h="29248">
                    <a:moveTo>
                      <a:pt x="305574" y="29226"/>
                    </a:moveTo>
                    <a:lnTo>
                      <a:pt x="305452" y="29226"/>
                    </a:lnTo>
                    <a:lnTo>
                      <a:pt x="276597" y="29073"/>
                    </a:lnTo>
                    <a:lnTo>
                      <a:pt x="210232" y="28375"/>
                    </a:lnTo>
                    <a:cubicBezTo>
                      <a:pt x="209826" y="28375"/>
                      <a:pt x="209460" y="28309"/>
                      <a:pt x="209135" y="28222"/>
                    </a:cubicBezTo>
                    <a:lnTo>
                      <a:pt x="192350" y="23486"/>
                    </a:lnTo>
                    <a:lnTo>
                      <a:pt x="159798" y="17047"/>
                    </a:lnTo>
                    <a:lnTo>
                      <a:pt x="143949" y="14493"/>
                    </a:lnTo>
                    <a:lnTo>
                      <a:pt x="79656" y="13467"/>
                    </a:lnTo>
                    <a:lnTo>
                      <a:pt x="47916" y="9430"/>
                    </a:lnTo>
                    <a:lnTo>
                      <a:pt x="1871" y="2772"/>
                    </a:lnTo>
                    <a:cubicBezTo>
                      <a:pt x="611" y="2598"/>
                      <a:pt x="-283" y="1812"/>
                      <a:pt x="82" y="1070"/>
                    </a:cubicBezTo>
                    <a:cubicBezTo>
                      <a:pt x="367" y="328"/>
                      <a:pt x="1668" y="-152"/>
                      <a:pt x="3171" y="44"/>
                    </a:cubicBezTo>
                    <a:lnTo>
                      <a:pt x="18370" y="2118"/>
                    </a:lnTo>
                    <a:lnTo>
                      <a:pt x="49135" y="6701"/>
                    </a:lnTo>
                    <a:lnTo>
                      <a:pt x="80265" y="10695"/>
                    </a:lnTo>
                    <a:lnTo>
                      <a:pt x="144476" y="11656"/>
                    </a:lnTo>
                    <a:cubicBezTo>
                      <a:pt x="144476" y="11656"/>
                      <a:pt x="144883" y="11699"/>
                      <a:pt x="145046" y="11699"/>
                    </a:cubicBezTo>
                    <a:lnTo>
                      <a:pt x="161343" y="14362"/>
                    </a:lnTo>
                    <a:lnTo>
                      <a:pt x="194464" y="20932"/>
                    </a:lnTo>
                    <a:lnTo>
                      <a:pt x="210923" y="25559"/>
                    </a:lnTo>
                    <a:lnTo>
                      <a:pt x="305574" y="26476"/>
                    </a:lnTo>
                    <a:cubicBezTo>
                      <a:pt x="306955" y="26476"/>
                      <a:pt x="308052" y="27109"/>
                      <a:pt x="308052" y="27873"/>
                    </a:cubicBezTo>
                    <a:cubicBezTo>
                      <a:pt x="308052" y="28681"/>
                      <a:pt x="306955" y="29248"/>
                      <a:pt x="305574" y="2924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39" name="Freeform: Shape 538">
                <a:extLst>
                  <a:ext uri="{FF2B5EF4-FFF2-40B4-BE49-F238E27FC236}">
                    <a16:creationId xmlns:a16="http://schemas.microsoft.com/office/drawing/2014/main" id="{AB082918-F2DD-4FF1-B930-EB18902D852D}"/>
                  </a:ext>
                </a:extLst>
              </p:cNvPr>
              <p:cNvSpPr/>
              <p:nvPr/>
            </p:nvSpPr>
            <p:spPr>
              <a:xfrm>
                <a:off x="0" y="5895227"/>
                <a:ext cx="105868" cy="3470"/>
              </a:xfrm>
              <a:custGeom>
                <a:avLst/>
                <a:gdLst>
                  <a:gd name="connsiteX0" fmla="*/ 103348 w 105868"/>
                  <a:gd name="connsiteY0" fmla="*/ 0 h 3470"/>
                  <a:gd name="connsiteX1" fmla="*/ 103348 w 105868"/>
                  <a:gd name="connsiteY1" fmla="*/ 0 h 3470"/>
                  <a:gd name="connsiteX2" fmla="*/ 0 w 105868"/>
                  <a:gd name="connsiteY2" fmla="*/ 698 h 3470"/>
                  <a:gd name="connsiteX3" fmla="*/ 0 w 105868"/>
                  <a:gd name="connsiteY3" fmla="*/ 3470 h 3470"/>
                  <a:gd name="connsiteX4" fmla="*/ 103388 w 105868"/>
                  <a:gd name="connsiteY4" fmla="*/ 2837 h 3470"/>
                  <a:gd name="connsiteX5" fmla="*/ 105867 w 105868"/>
                  <a:gd name="connsiteY5" fmla="*/ 1397 h 3470"/>
                  <a:gd name="connsiteX6" fmla="*/ 103348 w 105868"/>
                  <a:gd name="connsiteY6" fmla="*/ 0 h 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868" h="3470">
                    <a:moveTo>
                      <a:pt x="103348" y="0"/>
                    </a:moveTo>
                    <a:lnTo>
                      <a:pt x="103348" y="0"/>
                    </a:lnTo>
                    <a:lnTo>
                      <a:pt x="0" y="698"/>
                    </a:lnTo>
                    <a:lnTo>
                      <a:pt x="0" y="3470"/>
                    </a:lnTo>
                    <a:lnTo>
                      <a:pt x="103388" y="2837"/>
                    </a:lnTo>
                    <a:cubicBezTo>
                      <a:pt x="104770" y="2837"/>
                      <a:pt x="105908" y="2183"/>
                      <a:pt x="105867" y="1397"/>
                    </a:cubicBezTo>
                    <a:cubicBezTo>
                      <a:pt x="105867" y="655"/>
                      <a:pt x="104729" y="0"/>
                      <a:pt x="103348" y="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0" name="Freeform: Shape 539">
                <a:extLst>
                  <a:ext uri="{FF2B5EF4-FFF2-40B4-BE49-F238E27FC236}">
                    <a16:creationId xmlns:a16="http://schemas.microsoft.com/office/drawing/2014/main" id="{73331CF6-26B1-4392-A785-BFC9979DA2E8}"/>
                  </a:ext>
                </a:extLst>
              </p:cNvPr>
              <p:cNvSpPr/>
              <p:nvPr/>
            </p:nvSpPr>
            <p:spPr>
              <a:xfrm>
                <a:off x="0" y="5884073"/>
                <a:ext cx="118046" cy="13284"/>
              </a:xfrm>
              <a:custGeom>
                <a:avLst/>
                <a:gdLst>
                  <a:gd name="connsiteX0" fmla="*/ 115865 w 118046"/>
                  <a:gd name="connsiteY0" fmla="*/ 10455 h 13284"/>
                  <a:gd name="connsiteX1" fmla="*/ 36901 w 118046"/>
                  <a:gd name="connsiteY1" fmla="*/ 4213 h 13284"/>
                  <a:gd name="connsiteX2" fmla="*/ 0 w 118046"/>
                  <a:gd name="connsiteY2" fmla="*/ 0 h 13284"/>
                  <a:gd name="connsiteX3" fmla="*/ 0 w 118046"/>
                  <a:gd name="connsiteY3" fmla="*/ 2881 h 13284"/>
                  <a:gd name="connsiteX4" fmla="*/ 36007 w 118046"/>
                  <a:gd name="connsiteY4" fmla="*/ 6984 h 13284"/>
                  <a:gd name="connsiteX5" fmla="*/ 115133 w 118046"/>
                  <a:gd name="connsiteY5" fmla="*/ 13271 h 13284"/>
                  <a:gd name="connsiteX6" fmla="*/ 118019 w 118046"/>
                  <a:gd name="connsiteY6" fmla="*/ 12048 h 13284"/>
                  <a:gd name="connsiteX7" fmla="*/ 115865 w 118046"/>
                  <a:gd name="connsiteY7" fmla="*/ 10455 h 1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46" h="13284">
                    <a:moveTo>
                      <a:pt x="115865" y="10455"/>
                    </a:moveTo>
                    <a:lnTo>
                      <a:pt x="36901" y="4213"/>
                    </a:lnTo>
                    <a:lnTo>
                      <a:pt x="0" y="0"/>
                    </a:lnTo>
                    <a:lnTo>
                      <a:pt x="0" y="2881"/>
                    </a:lnTo>
                    <a:lnTo>
                      <a:pt x="36007" y="6984"/>
                    </a:lnTo>
                    <a:lnTo>
                      <a:pt x="115133" y="13271"/>
                    </a:lnTo>
                    <a:cubicBezTo>
                      <a:pt x="116515" y="13380"/>
                      <a:pt x="117815" y="12856"/>
                      <a:pt x="118019" y="12048"/>
                    </a:cubicBezTo>
                    <a:cubicBezTo>
                      <a:pt x="118222" y="11306"/>
                      <a:pt x="117287" y="10564"/>
                      <a:pt x="115865" y="104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1" name="Freeform: Shape 540">
                <a:extLst>
                  <a:ext uri="{FF2B5EF4-FFF2-40B4-BE49-F238E27FC236}">
                    <a16:creationId xmlns:a16="http://schemas.microsoft.com/office/drawing/2014/main" id="{5F8E6953-5972-4809-9D2C-CD7B452C0609}"/>
                  </a:ext>
                </a:extLst>
              </p:cNvPr>
              <p:cNvSpPr/>
              <p:nvPr/>
            </p:nvSpPr>
            <p:spPr>
              <a:xfrm>
                <a:off x="121" y="5572677"/>
                <a:ext cx="4677941" cy="822618"/>
              </a:xfrm>
              <a:custGeom>
                <a:avLst/>
                <a:gdLst>
                  <a:gd name="connsiteX0" fmla="*/ 4676282 w 4677941"/>
                  <a:gd name="connsiteY0" fmla="*/ 439148 h 822618"/>
                  <a:gd name="connsiteX1" fmla="*/ 4605975 w 4677941"/>
                  <a:gd name="connsiteY1" fmla="*/ 422363 h 822618"/>
                  <a:gd name="connsiteX2" fmla="*/ 4506854 w 4677941"/>
                  <a:gd name="connsiteY2" fmla="*/ 397110 h 822618"/>
                  <a:gd name="connsiteX3" fmla="*/ 4407530 w 4677941"/>
                  <a:gd name="connsiteY3" fmla="*/ 376920 h 822618"/>
                  <a:gd name="connsiteX4" fmla="*/ 4308734 w 4677941"/>
                  <a:gd name="connsiteY4" fmla="*/ 367819 h 822618"/>
                  <a:gd name="connsiteX5" fmla="*/ 4210142 w 4677941"/>
                  <a:gd name="connsiteY5" fmla="*/ 355356 h 822618"/>
                  <a:gd name="connsiteX6" fmla="*/ 4111630 w 4677941"/>
                  <a:gd name="connsiteY6" fmla="*/ 335537 h 822618"/>
                  <a:gd name="connsiteX7" fmla="*/ 4013200 w 4677941"/>
                  <a:gd name="connsiteY7" fmla="*/ 310066 h 822618"/>
                  <a:gd name="connsiteX8" fmla="*/ 3914770 w 4677941"/>
                  <a:gd name="connsiteY8" fmla="*/ 277719 h 822618"/>
                  <a:gd name="connsiteX9" fmla="*/ 3816584 w 4677941"/>
                  <a:gd name="connsiteY9" fmla="*/ 243124 h 822618"/>
                  <a:gd name="connsiteX10" fmla="*/ 3718357 w 4677941"/>
                  <a:gd name="connsiteY10" fmla="*/ 199972 h 822618"/>
                  <a:gd name="connsiteX11" fmla="*/ 3717585 w 4677941"/>
                  <a:gd name="connsiteY11" fmla="*/ 199711 h 822618"/>
                  <a:gd name="connsiteX12" fmla="*/ 3618870 w 4677941"/>
                  <a:gd name="connsiteY12" fmla="*/ 181158 h 822618"/>
                  <a:gd name="connsiteX13" fmla="*/ 3522188 w 4677941"/>
                  <a:gd name="connsiteY13" fmla="*/ 169175 h 822618"/>
                  <a:gd name="connsiteX14" fmla="*/ 3426643 w 4677941"/>
                  <a:gd name="connsiteY14" fmla="*/ 146039 h 822618"/>
                  <a:gd name="connsiteX15" fmla="*/ 3332155 w 4677941"/>
                  <a:gd name="connsiteY15" fmla="*/ 117053 h 822618"/>
                  <a:gd name="connsiteX16" fmla="*/ 3238602 w 4677941"/>
                  <a:gd name="connsiteY16" fmla="*/ 89508 h 822618"/>
                  <a:gd name="connsiteX17" fmla="*/ 3145130 w 4677941"/>
                  <a:gd name="connsiteY17" fmla="*/ 57969 h 822618"/>
                  <a:gd name="connsiteX18" fmla="*/ 3050073 w 4677941"/>
                  <a:gd name="connsiteY18" fmla="*/ 22959 h 822618"/>
                  <a:gd name="connsiteX19" fmla="*/ 2953797 w 4677941"/>
                  <a:gd name="connsiteY19" fmla="*/ 107 h 822618"/>
                  <a:gd name="connsiteX20" fmla="*/ 2952008 w 4677941"/>
                  <a:gd name="connsiteY20" fmla="*/ 63 h 822618"/>
                  <a:gd name="connsiteX21" fmla="*/ 2855936 w 4677941"/>
                  <a:gd name="connsiteY21" fmla="*/ 18070 h 822618"/>
                  <a:gd name="connsiteX22" fmla="*/ 2840248 w 4677941"/>
                  <a:gd name="connsiteY22" fmla="*/ 17546 h 822618"/>
                  <a:gd name="connsiteX23" fmla="*/ 2839314 w 4677941"/>
                  <a:gd name="connsiteY23" fmla="*/ 17612 h 822618"/>
                  <a:gd name="connsiteX24" fmla="*/ 2740233 w 4677941"/>
                  <a:gd name="connsiteY24" fmla="*/ 35793 h 822618"/>
                  <a:gd name="connsiteX25" fmla="*/ 2722392 w 4677941"/>
                  <a:gd name="connsiteY25" fmla="*/ 37125 h 822618"/>
                  <a:gd name="connsiteX26" fmla="*/ 2720726 w 4677941"/>
                  <a:gd name="connsiteY26" fmla="*/ 37714 h 822618"/>
                  <a:gd name="connsiteX27" fmla="*/ 2701382 w 4677941"/>
                  <a:gd name="connsiteY27" fmla="*/ 51945 h 822618"/>
                  <a:gd name="connsiteX28" fmla="*/ 2701097 w 4677941"/>
                  <a:gd name="connsiteY28" fmla="*/ 52272 h 822618"/>
                  <a:gd name="connsiteX29" fmla="*/ 2679273 w 4677941"/>
                  <a:gd name="connsiteY29" fmla="*/ 83179 h 822618"/>
                  <a:gd name="connsiteX30" fmla="*/ 2653752 w 4677941"/>
                  <a:gd name="connsiteY30" fmla="*/ 117599 h 822618"/>
                  <a:gd name="connsiteX31" fmla="*/ 2624897 w 4677941"/>
                  <a:gd name="connsiteY31" fmla="*/ 148615 h 822618"/>
                  <a:gd name="connsiteX32" fmla="*/ 2593401 w 4677941"/>
                  <a:gd name="connsiteY32" fmla="*/ 185589 h 822618"/>
                  <a:gd name="connsiteX33" fmla="*/ 2561092 w 4677941"/>
                  <a:gd name="connsiteY33" fmla="*/ 216080 h 822618"/>
                  <a:gd name="connsiteX34" fmla="*/ 2529109 w 4677941"/>
                  <a:gd name="connsiteY34" fmla="*/ 241858 h 822618"/>
                  <a:gd name="connsiteX35" fmla="*/ 2498060 w 4677941"/>
                  <a:gd name="connsiteY35" fmla="*/ 261960 h 822618"/>
                  <a:gd name="connsiteX36" fmla="*/ 2468596 w 4677941"/>
                  <a:gd name="connsiteY36" fmla="*/ 276671 h 822618"/>
                  <a:gd name="connsiteX37" fmla="*/ 2363785 w 4677941"/>
                  <a:gd name="connsiteY37" fmla="*/ 266325 h 822618"/>
                  <a:gd name="connsiteX38" fmla="*/ 2257308 w 4677941"/>
                  <a:gd name="connsiteY38" fmla="*/ 252574 h 822618"/>
                  <a:gd name="connsiteX39" fmla="*/ 2156318 w 4677941"/>
                  <a:gd name="connsiteY39" fmla="*/ 237558 h 822618"/>
                  <a:gd name="connsiteX40" fmla="*/ 2043745 w 4677941"/>
                  <a:gd name="connsiteY40" fmla="*/ 224331 h 822618"/>
                  <a:gd name="connsiteX41" fmla="*/ 1937187 w 4677941"/>
                  <a:gd name="connsiteY41" fmla="*/ 210908 h 822618"/>
                  <a:gd name="connsiteX42" fmla="*/ 1831726 w 4677941"/>
                  <a:gd name="connsiteY42" fmla="*/ 200082 h 822618"/>
                  <a:gd name="connsiteX43" fmla="*/ 1726265 w 4677941"/>
                  <a:gd name="connsiteY43" fmla="*/ 190478 h 822618"/>
                  <a:gd name="connsiteX44" fmla="*/ 1621008 w 4677941"/>
                  <a:gd name="connsiteY44" fmla="*/ 187400 h 822618"/>
                  <a:gd name="connsiteX45" fmla="*/ 1618894 w 4677941"/>
                  <a:gd name="connsiteY45" fmla="*/ 187924 h 822618"/>
                  <a:gd name="connsiteX46" fmla="*/ 1586342 w 4677941"/>
                  <a:gd name="connsiteY46" fmla="*/ 211693 h 822618"/>
                  <a:gd name="connsiteX47" fmla="*/ 1553464 w 4677941"/>
                  <a:gd name="connsiteY47" fmla="*/ 235026 h 822618"/>
                  <a:gd name="connsiteX48" fmla="*/ 1520261 w 4677941"/>
                  <a:gd name="connsiteY48" fmla="*/ 255805 h 822618"/>
                  <a:gd name="connsiteX49" fmla="*/ 1486164 w 4677941"/>
                  <a:gd name="connsiteY49" fmla="*/ 272960 h 822618"/>
                  <a:gd name="connsiteX50" fmla="*/ 1452596 w 4677941"/>
                  <a:gd name="connsiteY50" fmla="*/ 297799 h 822618"/>
                  <a:gd name="connsiteX51" fmla="*/ 1345103 w 4677941"/>
                  <a:gd name="connsiteY51" fmla="*/ 292583 h 822618"/>
                  <a:gd name="connsiteX52" fmla="*/ 1343071 w 4677941"/>
                  <a:gd name="connsiteY52" fmla="*/ 292997 h 822618"/>
                  <a:gd name="connsiteX53" fmla="*/ 1307836 w 4677941"/>
                  <a:gd name="connsiteY53" fmla="*/ 312510 h 822618"/>
                  <a:gd name="connsiteX54" fmla="*/ 1272601 w 4677941"/>
                  <a:gd name="connsiteY54" fmla="*/ 326043 h 822618"/>
                  <a:gd name="connsiteX55" fmla="*/ 1163076 w 4677941"/>
                  <a:gd name="connsiteY55" fmla="*/ 323969 h 822618"/>
                  <a:gd name="connsiteX56" fmla="*/ 1052739 w 4677941"/>
                  <a:gd name="connsiteY56" fmla="*/ 318163 h 822618"/>
                  <a:gd name="connsiteX57" fmla="*/ 1051519 w 4677941"/>
                  <a:gd name="connsiteY57" fmla="*/ 318272 h 822618"/>
                  <a:gd name="connsiteX58" fmla="*/ 1035101 w 4677941"/>
                  <a:gd name="connsiteY58" fmla="*/ 322267 h 822618"/>
                  <a:gd name="connsiteX59" fmla="*/ 1006572 w 4677941"/>
                  <a:gd name="connsiteY59" fmla="*/ 321743 h 822618"/>
                  <a:gd name="connsiteX60" fmla="*/ 1004580 w 4677941"/>
                  <a:gd name="connsiteY60" fmla="*/ 322223 h 822618"/>
                  <a:gd name="connsiteX61" fmla="*/ 962558 w 4677941"/>
                  <a:gd name="connsiteY61" fmla="*/ 348873 h 822618"/>
                  <a:gd name="connsiteX62" fmla="*/ 919724 w 4677941"/>
                  <a:gd name="connsiteY62" fmla="*/ 394818 h 822618"/>
                  <a:gd name="connsiteX63" fmla="*/ 876361 w 4677941"/>
                  <a:gd name="connsiteY63" fmla="*/ 438668 h 822618"/>
                  <a:gd name="connsiteX64" fmla="*/ 832389 w 4677941"/>
                  <a:gd name="connsiteY64" fmla="*/ 477148 h 822618"/>
                  <a:gd name="connsiteX65" fmla="*/ 787847 w 4677941"/>
                  <a:gd name="connsiteY65" fmla="*/ 514668 h 822618"/>
                  <a:gd name="connsiteX66" fmla="*/ 742696 w 4677941"/>
                  <a:gd name="connsiteY66" fmla="*/ 547495 h 822618"/>
                  <a:gd name="connsiteX67" fmla="*/ 697017 w 4677941"/>
                  <a:gd name="connsiteY67" fmla="*/ 574887 h 822618"/>
                  <a:gd name="connsiteX68" fmla="*/ 650728 w 4677941"/>
                  <a:gd name="connsiteY68" fmla="*/ 598372 h 822618"/>
                  <a:gd name="connsiteX69" fmla="*/ 603626 w 4677941"/>
                  <a:gd name="connsiteY69" fmla="*/ 618300 h 822618"/>
                  <a:gd name="connsiteX70" fmla="*/ 555793 w 4677941"/>
                  <a:gd name="connsiteY70" fmla="*/ 636416 h 822618"/>
                  <a:gd name="connsiteX71" fmla="*/ 506903 w 4677941"/>
                  <a:gd name="connsiteY71" fmla="*/ 653834 h 822618"/>
                  <a:gd name="connsiteX72" fmla="*/ 457281 w 4677941"/>
                  <a:gd name="connsiteY72" fmla="*/ 676751 h 822618"/>
                  <a:gd name="connsiteX73" fmla="*/ 406888 w 4677941"/>
                  <a:gd name="connsiteY73" fmla="*/ 699189 h 822618"/>
                  <a:gd name="connsiteX74" fmla="*/ 355722 w 4677941"/>
                  <a:gd name="connsiteY74" fmla="*/ 719379 h 822618"/>
                  <a:gd name="connsiteX75" fmla="*/ 303703 w 4677941"/>
                  <a:gd name="connsiteY75" fmla="*/ 737386 h 822618"/>
                  <a:gd name="connsiteX76" fmla="*/ 250708 w 4677941"/>
                  <a:gd name="connsiteY76" fmla="*/ 754061 h 822618"/>
                  <a:gd name="connsiteX77" fmla="*/ 196901 w 4677941"/>
                  <a:gd name="connsiteY77" fmla="*/ 770300 h 822618"/>
                  <a:gd name="connsiteX78" fmla="*/ 141874 w 4677941"/>
                  <a:gd name="connsiteY78" fmla="*/ 785600 h 822618"/>
                  <a:gd name="connsiteX79" fmla="*/ 86116 w 4677941"/>
                  <a:gd name="connsiteY79" fmla="*/ 803869 h 822618"/>
                  <a:gd name="connsiteX80" fmla="*/ 29830 w 4677941"/>
                  <a:gd name="connsiteY80" fmla="*/ 819803 h 822618"/>
                  <a:gd name="connsiteX81" fmla="*/ 0 w 4677941"/>
                  <a:gd name="connsiteY81" fmla="*/ 819475 h 822618"/>
                  <a:gd name="connsiteX82" fmla="*/ 0 w 4677941"/>
                  <a:gd name="connsiteY82" fmla="*/ 822291 h 822618"/>
                  <a:gd name="connsiteX83" fmla="*/ 30358 w 4677941"/>
                  <a:gd name="connsiteY83" fmla="*/ 822618 h 822618"/>
                  <a:gd name="connsiteX84" fmla="*/ 31537 w 4677941"/>
                  <a:gd name="connsiteY84" fmla="*/ 822465 h 822618"/>
                  <a:gd name="connsiteX85" fmla="*/ 88555 w 4677941"/>
                  <a:gd name="connsiteY85" fmla="*/ 806357 h 822618"/>
                  <a:gd name="connsiteX86" fmla="*/ 144353 w 4677941"/>
                  <a:gd name="connsiteY86" fmla="*/ 788023 h 822618"/>
                  <a:gd name="connsiteX87" fmla="*/ 199258 w 4677941"/>
                  <a:gd name="connsiteY87" fmla="*/ 772788 h 822618"/>
                  <a:gd name="connsiteX88" fmla="*/ 253187 w 4677941"/>
                  <a:gd name="connsiteY88" fmla="*/ 756484 h 822618"/>
                  <a:gd name="connsiteX89" fmla="*/ 306263 w 4677941"/>
                  <a:gd name="connsiteY89" fmla="*/ 739808 h 822618"/>
                  <a:gd name="connsiteX90" fmla="*/ 358567 w 4677941"/>
                  <a:gd name="connsiteY90" fmla="*/ 721692 h 822618"/>
                  <a:gd name="connsiteX91" fmla="*/ 409976 w 4677941"/>
                  <a:gd name="connsiteY91" fmla="*/ 701394 h 822618"/>
                  <a:gd name="connsiteX92" fmla="*/ 460492 w 4677941"/>
                  <a:gd name="connsiteY92" fmla="*/ 678912 h 822618"/>
                  <a:gd name="connsiteX93" fmla="*/ 509910 w 4677941"/>
                  <a:gd name="connsiteY93" fmla="*/ 656060 h 822618"/>
                  <a:gd name="connsiteX94" fmla="*/ 558678 w 4677941"/>
                  <a:gd name="connsiteY94" fmla="*/ 638730 h 822618"/>
                  <a:gd name="connsiteX95" fmla="*/ 606674 w 4677941"/>
                  <a:gd name="connsiteY95" fmla="*/ 620548 h 822618"/>
                  <a:gd name="connsiteX96" fmla="*/ 653979 w 4677941"/>
                  <a:gd name="connsiteY96" fmla="*/ 600468 h 822618"/>
                  <a:gd name="connsiteX97" fmla="*/ 700634 w 4677941"/>
                  <a:gd name="connsiteY97" fmla="*/ 576808 h 822618"/>
                  <a:gd name="connsiteX98" fmla="*/ 746679 w 4677941"/>
                  <a:gd name="connsiteY98" fmla="*/ 549263 h 822618"/>
                  <a:gd name="connsiteX99" fmla="*/ 792033 w 4677941"/>
                  <a:gd name="connsiteY99" fmla="*/ 516239 h 822618"/>
                  <a:gd name="connsiteX100" fmla="*/ 836737 w 4677941"/>
                  <a:gd name="connsiteY100" fmla="*/ 478610 h 822618"/>
                  <a:gd name="connsiteX101" fmla="*/ 880831 w 4677941"/>
                  <a:gd name="connsiteY101" fmla="*/ 440086 h 822618"/>
                  <a:gd name="connsiteX102" fmla="*/ 924276 w 4677941"/>
                  <a:gd name="connsiteY102" fmla="*/ 396128 h 822618"/>
                  <a:gd name="connsiteX103" fmla="*/ 966744 w 4677941"/>
                  <a:gd name="connsiteY103" fmla="*/ 350401 h 822618"/>
                  <a:gd name="connsiteX104" fmla="*/ 1007628 w 4677941"/>
                  <a:gd name="connsiteY104" fmla="*/ 324558 h 822618"/>
                  <a:gd name="connsiteX105" fmla="*/ 1035507 w 4677941"/>
                  <a:gd name="connsiteY105" fmla="*/ 325082 h 822618"/>
                  <a:gd name="connsiteX106" fmla="*/ 1036605 w 4677941"/>
                  <a:gd name="connsiteY106" fmla="*/ 324973 h 822618"/>
                  <a:gd name="connsiteX107" fmla="*/ 1052982 w 4677941"/>
                  <a:gd name="connsiteY107" fmla="*/ 321022 h 822618"/>
                  <a:gd name="connsiteX108" fmla="*/ 1162832 w 4677941"/>
                  <a:gd name="connsiteY108" fmla="*/ 326719 h 822618"/>
                  <a:gd name="connsiteX109" fmla="*/ 1273292 w 4677941"/>
                  <a:gd name="connsiteY109" fmla="*/ 328858 h 822618"/>
                  <a:gd name="connsiteX110" fmla="*/ 1274836 w 4677941"/>
                  <a:gd name="connsiteY110" fmla="*/ 328596 h 822618"/>
                  <a:gd name="connsiteX111" fmla="*/ 1311168 w 4677941"/>
                  <a:gd name="connsiteY111" fmla="*/ 314693 h 822618"/>
                  <a:gd name="connsiteX112" fmla="*/ 1345916 w 4677941"/>
                  <a:gd name="connsiteY112" fmla="*/ 295464 h 822618"/>
                  <a:gd name="connsiteX113" fmla="*/ 1453612 w 4677941"/>
                  <a:gd name="connsiteY113" fmla="*/ 300680 h 822618"/>
                  <a:gd name="connsiteX114" fmla="*/ 1455887 w 4677941"/>
                  <a:gd name="connsiteY114" fmla="*/ 300091 h 822618"/>
                  <a:gd name="connsiteX115" fmla="*/ 1489984 w 4677941"/>
                  <a:gd name="connsiteY115" fmla="*/ 274838 h 822618"/>
                  <a:gd name="connsiteX116" fmla="*/ 1523959 w 4677941"/>
                  <a:gd name="connsiteY116" fmla="*/ 257791 h 822618"/>
                  <a:gd name="connsiteX117" fmla="*/ 1557447 w 4677941"/>
                  <a:gd name="connsiteY117" fmla="*/ 236838 h 822618"/>
                  <a:gd name="connsiteX118" fmla="*/ 1590446 w 4677941"/>
                  <a:gd name="connsiteY118" fmla="*/ 213396 h 822618"/>
                  <a:gd name="connsiteX119" fmla="*/ 1622186 w 4677941"/>
                  <a:gd name="connsiteY119" fmla="*/ 190216 h 822618"/>
                  <a:gd name="connsiteX120" fmla="*/ 1725818 w 4677941"/>
                  <a:gd name="connsiteY120" fmla="*/ 193315 h 822618"/>
                  <a:gd name="connsiteX121" fmla="*/ 1830995 w 4677941"/>
                  <a:gd name="connsiteY121" fmla="*/ 202854 h 822618"/>
                  <a:gd name="connsiteX122" fmla="*/ 1936293 w 4677941"/>
                  <a:gd name="connsiteY122" fmla="*/ 213614 h 822618"/>
                  <a:gd name="connsiteX123" fmla="*/ 2042770 w 4677941"/>
                  <a:gd name="connsiteY123" fmla="*/ 227037 h 822618"/>
                  <a:gd name="connsiteX124" fmla="*/ 2149409 w 4677941"/>
                  <a:gd name="connsiteY124" fmla="*/ 239457 h 822618"/>
                  <a:gd name="connsiteX125" fmla="*/ 2256170 w 4677941"/>
                  <a:gd name="connsiteY125" fmla="*/ 255281 h 822618"/>
                  <a:gd name="connsiteX126" fmla="*/ 2362810 w 4677941"/>
                  <a:gd name="connsiteY126" fmla="*/ 269097 h 822618"/>
                  <a:gd name="connsiteX127" fmla="*/ 2469002 w 4677941"/>
                  <a:gd name="connsiteY127" fmla="*/ 279530 h 822618"/>
                  <a:gd name="connsiteX128" fmla="*/ 2471156 w 4677941"/>
                  <a:gd name="connsiteY128" fmla="*/ 279203 h 822618"/>
                  <a:gd name="connsiteX129" fmla="*/ 2501758 w 4677941"/>
                  <a:gd name="connsiteY129" fmla="*/ 263902 h 822618"/>
                  <a:gd name="connsiteX130" fmla="*/ 2533254 w 4677941"/>
                  <a:gd name="connsiteY130" fmla="*/ 243538 h 822618"/>
                  <a:gd name="connsiteX131" fmla="*/ 2565481 w 4677941"/>
                  <a:gd name="connsiteY131" fmla="*/ 217521 h 822618"/>
                  <a:gd name="connsiteX132" fmla="*/ 2597912 w 4677941"/>
                  <a:gd name="connsiteY132" fmla="*/ 186833 h 822618"/>
                  <a:gd name="connsiteX133" fmla="*/ 2629530 w 4677941"/>
                  <a:gd name="connsiteY133" fmla="*/ 149793 h 822618"/>
                  <a:gd name="connsiteX134" fmla="*/ 2658425 w 4677941"/>
                  <a:gd name="connsiteY134" fmla="*/ 118734 h 822618"/>
                  <a:gd name="connsiteX135" fmla="*/ 2684028 w 4677941"/>
                  <a:gd name="connsiteY135" fmla="*/ 84139 h 822618"/>
                  <a:gd name="connsiteX136" fmla="*/ 2705730 w 4677941"/>
                  <a:gd name="connsiteY136" fmla="*/ 53385 h 822618"/>
                  <a:gd name="connsiteX137" fmla="*/ 2724221 w 4677941"/>
                  <a:gd name="connsiteY137" fmla="*/ 39809 h 822618"/>
                  <a:gd name="connsiteX138" fmla="*/ 2741493 w 4677941"/>
                  <a:gd name="connsiteY138" fmla="*/ 38478 h 822618"/>
                  <a:gd name="connsiteX139" fmla="*/ 2840574 w 4677941"/>
                  <a:gd name="connsiteY139" fmla="*/ 20362 h 822618"/>
                  <a:gd name="connsiteX140" fmla="*/ 2856261 w 4677941"/>
                  <a:gd name="connsiteY140" fmla="*/ 20886 h 822618"/>
                  <a:gd name="connsiteX141" fmla="*/ 2857236 w 4677941"/>
                  <a:gd name="connsiteY141" fmla="*/ 20820 h 822618"/>
                  <a:gd name="connsiteX142" fmla="*/ 2952821 w 4677941"/>
                  <a:gd name="connsiteY142" fmla="*/ 2922 h 822618"/>
                  <a:gd name="connsiteX143" fmla="*/ 3047756 w 4677941"/>
                  <a:gd name="connsiteY143" fmla="*/ 25404 h 822618"/>
                  <a:gd name="connsiteX144" fmla="*/ 3142529 w 4677941"/>
                  <a:gd name="connsiteY144" fmla="*/ 60304 h 822618"/>
                  <a:gd name="connsiteX145" fmla="*/ 3236204 w 4677941"/>
                  <a:gd name="connsiteY145" fmla="*/ 91953 h 822618"/>
                  <a:gd name="connsiteX146" fmla="*/ 3329879 w 4677941"/>
                  <a:gd name="connsiteY146" fmla="*/ 119564 h 822618"/>
                  <a:gd name="connsiteX147" fmla="*/ 3424611 w 4677941"/>
                  <a:gd name="connsiteY147" fmla="*/ 148549 h 822618"/>
                  <a:gd name="connsiteX148" fmla="*/ 3520806 w 4677941"/>
                  <a:gd name="connsiteY148" fmla="*/ 171838 h 822618"/>
                  <a:gd name="connsiteX149" fmla="*/ 3617692 w 4677941"/>
                  <a:gd name="connsiteY149" fmla="*/ 183886 h 822618"/>
                  <a:gd name="connsiteX150" fmla="*/ 3715756 w 4677941"/>
                  <a:gd name="connsiteY150" fmla="*/ 202330 h 822618"/>
                  <a:gd name="connsiteX151" fmla="*/ 3813861 w 4677941"/>
                  <a:gd name="connsiteY151" fmla="*/ 245437 h 822618"/>
                  <a:gd name="connsiteX152" fmla="*/ 3912332 w 4677941"/>
                  <a:gd name="connsiteY152" fmla="*/ 280120 h 822618"/>
                  <a:gd name="connsiteX153" fmla="*/ 4011006 w 4677941"/>
                  <a:gd name="connsiteY153" fmla="*/ 312510 h 822618"/>
                  <a:gd name="connsiteX154" fmla="*/ 4109883 w 4677941"/>
                  <a:gd name="connsiteY154" fmla="*/ 338134 h 822618"/>
                  <a:gd name="connsiteX155" fmla="*/ 4208882 w 4677941"/>
                  <a:gd name="connsiteY155" fmla="*/ 357997 h 822618"/>
                  <a:gd name="connsiteX156" fmla="*/ 4307881 w 4677941"/>
                  <a:gd name="connsiteY156" fmla="*/ 370569 h 822618"/>
                  <a:gd name="connsiteX157" fmla="*/ 4406392 w 4677941"/>
                  <a:gd name="connsiteY157" fmla="*/ 379627 h 822618"/>
                  <a:gd name="connsiteX158" fmla="*/ 4505066 w 4677941"/>
                  <a:gd name="connsiteY158" fmla="*/ 399707 h 822618"/>
                  <a:gd name="connsiteX159" fmla="*/ 4604065 w 4677941"/>
                  <a:gd name="connsiteY159" fmla="*/ 424960 h 822618"/>
                  <a:gd name="connsiteX160" fmla="*/ 4674413 w 4677941"/>
                  <a:gd name="connsiteY160" fmla="*/ 441745 h 822618"/>
                  <a:gd name="connsiteX161" fmla="*/ 4677746 w 4677941"/>
                  <a:gd name="connsiteY161" fmla="*/ 441003 h 822618"/>
                  <a:gd name="connsiteX162" fmla="*/ 4676404 w 4677941"/>
                  <a:gd name="connsiteY162" fmla="*/ 439126 h 82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4677941" h="822618">
                    <a:moveTo>
                      <a:pt x="4676282" y="439148"/>
                    </a:moveTo>
                    <a:lnTo>
                      <a:pt x="4605975" y="422363"/>
                    </a:lnTo>
                    <a:lnTo>
                      <a:pt x="4506854" y="397110"/>
                    </a:lnTo>
                    <a:lnTo>
                      <a:pt x="4407530" y="376920"/>
                    </a:lnTo>
                    <a:lnTo>
                      <a:pt x="4308734" y="367819"/>
                    </a:lnTo>
                    <a:lnTo>
                      <a:pt x="4210142" y="355356"/>
                    </a:lnTo>
                    <a:lnTo>
                      <a:pt x="4111630" y="335537"/>
                    </a:lnTo>
                    <a:lnTo>
                      <a:pt x="4013200" y="310066"/>
                    </a:lnTo>
                    <a:lnTo>
                      <a:pt x="3914770" y="277719"/>
                    </a:lnTo>
                    <a:lnTo>
                      <a:pt x="3816584" y="243124"/>
                    </a:lnTo>
                    <a:lnTo>
                      <a:pt x="3718357" y="199972"/>
                    </a:lnTo>
                    <a:cubicBezTo>
                      <a:pt x="3718113" y="199863"/>
                      <a:pt x="3717869" y="199754"/>
                      <a:pt x="3717585" y="199711"/>
                    </a:cubicBezTo>
                    <a:lnTo>
                      <a:pt x="3618870" y="181158"/>
                    </a:lnTo>
                    <a:lnTo>
                      <a:pt x="3522188" y="169175"/>
                    </a:lnTo>
                    <a:lnTo>
                      <a:pt x="3426643" y="146039"/>
                    </a:lnTo>
                    <a:lnTo>
                      <a:pt x="3332155" y="117053"/>
                    </a:lnTo>
                    <a:lnTo>
                      <a:pt x="3238602" y="89508"/>
                    </a:lnTo>
                    <a:lnTo>
                      <a:pt x="3145130" y="57969"/>
                    </a:lnTo>
                    <a:lnTo>
                      <a:pt x="3050073" y="22959"/>
                    </a:lnTo>
                    <a:lnTo>
                      <a:pt x="2953797" y="107"/>
                    </a:lnTo>
                    <a:cubicBezTo>
                      <a:pt x="2953268" y="-2"/>
                      <a:pt x="2952618" y="-46"/>
                      <a:pt x="2952008" y="63"/>
                    </a:cubicBezTo>
                    <a:lnTo>
                      <a:pt x="2855936" y="18070"/>
                    </a:lnTo>
                    <a:lnTo>
                      <a:pt x="2840248" y="17546"/>
                    </a:lnTo>
                    <a:cubicBezTo>
                      <a:pt x="2839964" y="17546"/>
                      <a:pt x="2839598" y="17546"/>
                      <a:pt x="2839314" y="17612"/>
                    </a:cubicBezTo>
                    <a:lnTo>
                      <a:pt x="2740233" y="35793"/>
                    </a:lnTo>
                    <a:lnTo>
                      <a:pt x="2722392" y="37125"/>
                    </a:lnTo>
                    <a:cubicBezTo>
                      <a:pt x="2721702" y="37168"/>
                      <a:pt x="2721092" y="37387"/>
                      <a:pt x="2720726" y="37714"/>
                    </a:cubicBezTo>
                    <a:lnTo>
                      <a:pt x="2701382" y="51945"/>
                    </a:lnTo>
                    <a:cubicBezTo>
                      <a:pt x="2701382" y="51945"/>
                      <a:pt x="2701138" y="52163"/>
                      <a:pt x="2701097" y="52272"/>
                    </a:cubicBezTo>
                    <a:lnTo>
                      <a:pt x="2679273" y="83179"/>
                    </a:lnTo>
                    <a:lnTo>
                      <a:pt x="2653752" y="117599"/>
                    </a:lnTo>
                    <a:lnTo>
                      <a:pt x="2624897" y="148615"/>
                    </a:lnTo>
                    <a:lnTo>
                      <a:pt x="2593401" y="185589"/>
                    </a:lnTo>
                    <a:lnTo>
                      <a:pt x="2561092" y="216080"/>
                    </a:lnTo>
                    <a:lnTo>
                      <a:pt x="2529109" y="241858"/>
                    </a:lnTo>
                    <a:lnTo>
                      <a:pt x="2498060" y="261960"/>
                    </a:lnTo>
                    <a:lnTo>
                      <a:pt x="2468596" y="276671"/>
                    </a:lnTo>
                    <a:lnTo>
                      <a:pt x="2363785" y="266325"/>
                    </a:lnTo>
                    <a:lnTo>
                      <a:pt x="2257308" y="252574"/>
                    </a:lnTo>
                    <a:lnTo>
                      <a:pt x="2156318" y="237558"/>
                    </a:lnTo>
                    <a:lnTo>
                      <a:pt x="2043745" y="224331"/>
                    </a:lnTo>
                    <a:lnTo>
                      <a:pt x="1937187" y="210908"/>
                    </a:lnTo>
                    <a:lnTo>
                      <a:pt x="1831726" y="200082"/>
                    </a:lnTo>
                    <a:lnTo>
                      <a:pt x="1726265" y="190478"/>
                    </a:lnTo>
                    <a:lnTo>
                      <a:pt x="1621008" y="187400"/>
                    </a:lnTo>
                    <a:cubicBezTo>
                      <a:pt x="1620154" y="187335"/>
                      <a:pt x="1619382" y="187553"/>
                      <a:pt x="1618894" y="187924"/>
                    </a:cubicBezTo>
                    <a:lnTo>
                      <a:pt x="1586342" y="211693"/>
                    </a:lnTo>
                    <a:lnTo>
                      <a:pt x="1553464" y="235026"/>
                    </a:lnTo>
                    <a:lnTo>
                      <a:pt x="1520261" y="255805"/>
                    </a:lnTo>
                    <a:lnTo>
                      <a:pt x="1486164" y="272960"/>
                    </a:lnTo>
                    <a:lnTo>
                      <a:pt x="1452596" y="297799"/>
                    </a:lnTo>
                    <a:lnTo>
                      <a:pt x="1345103" y="292583"/>
                    </a:lnTo>
                    <a:cubicBezTo>
                      <a:pt x="1344371" y="292583"/>
                      <a:pt x="1343599" y="292757"/>
                      <a:pt x="1343071" y="292997"/>
                    </a:cubicBezTo>
                    <a:lnTo>
                      <a:pt x="1307836" y="312510"/>
                    </a:lnTo>
                    <a:lnTo>
                      <a:pt x="1272601" y="326043"/>
                    </a:lnTo>
                    <a:lnTo>
                      <a:pt x="1163076" y="323969"/>
                    </a:lnTo>
                    <a:lnTo>
                      <a:pt x="1052739" y="318163"/>
                    </a:lnTo>
                    <a:cubicBezTo>
                      <a:pt x="1052332" y="318163"/>
                      <a:pt x="1051885" y="318207"/>
                      <a:pt x="1051519" y="318272"/>
                    </a:cubicBezTo>
                    <a:lnTo>
                      <a:pt x="1035101" y="322267"/>
                    </a:lnTo>
                    <a:lnTo>
                      <a:pt x="1006572" y="321743"/>
                    </a:lnTo>
                    <a:cubicBezTo>
                      <a:pt x="1005840" y="321743"/>
                      <a:pt x="1005109" y="321896"/>
                      <a:pt x="1004580" y="322223"/>
                    </a:cubicBezTo>
                    <a:lnTo>
                      <a:pt x="962558" y="348873"/>
                    </a:lnTo>
                    <a:lnTo>
                      <a:pt x="919724" y="394818"/>
                    </a:lnTo>
                    <a:lnTo>
                      <a:pt x="876361" y="438668"/>
                    </a:lnTo>
                    <a:lnTo>
                      <a:pt x="832389" y="477148"/>
                    </a:lnTo>
                    <a:lnTo>
                      <a:pt x="787847" y="514668"/>
                    </a:lnTo>
                    <a:lnTo>
                      <a:pt x="742696" y="547495"/>
                    </a:lnTo>
                    <a:lnTo>
                      <a:pt x="697017" y="574887"/>
                    </a:lnTo>
                    <a:lnTo>
                      <a:pt x="650728" y="598372"/>
                    </a:lnTo>
                    <a:lnTo>
                      <a:pt x="603626" y="618300"/>
                    </a:lnTo>
                    <a:lnTo>
                      <a:pt x="555793" y="636416"/>
                    </a:lnTo>
                    <a:lnTo>
                      <a:pt x="506903" y="653834"/>
                    </a:lnTo>
                    <a:lnTo>
                      <a:pt x="457281" y="676751"/>
                    </a:lnTo>
                    <a:lnTo>
                      <a:pt x="406888" y="699189"/>
                    </a:lnTo>
                    <a:lnTo>
                      <a:pt x="355722" y="719379"/>
                    </a:lnTo>
                    <a:lnTo>
                      <a:pt x="303703" y="737386"/>
                    </a:lnTo>
                    <a:lnTo>
                      <a:pt x="250708" y="754061"/>
                    </a:lnTo>
                    <a:lnTo>
                      <a:pt x="196901" y="770300"/>
                    </a:lnTo>
                    <a:lnTo>
                      <a:pt x="141874" y="785600"/>
                    </a:lnTo>
                    <a:lnTo>
                      <a:pt x="86116" y="803869"/>
                    </a:lnTo>
                    <a:lnTo>
                      <a:pt x="29830" y="819803"/>
                    </a:lnTo>
                    <a:lnTo>
                      <a:pt x="0" y="819475"/>
                    </a:lnTo>
                    <a:lnTo>
                      <a:pt x="0" y="822291"/>
                    </a:lnTo>
                    <a:lnTo>
                      <a:pt x="30358" y="822618"/>
                    </a:lnTo>
                    <a:cubicBezTo>
                      <a:pt x="30764" y="822618"/>
                      <a:pt x="31171" y="822575"/>
                      <a:pt x="31537" y="822465"/>
                    </a:cubicBezTo>
                    <a:lnTo>
                      <a:pt x="88555" y="806357"/>
                    </a:lnTo>
                    <a:lnTo>
                      <a:pt x="144353" y="788023"/>
                    </a:lnTo>
                    <a:lnTo>
                      <a:pt x="199258" y="772788"/>
                    </a:lnTo>
                    <a:lnTo>
                      <a:pt x="253187" y="756484"/>
                    </a:lnTo>
                    <a:lnTo>
                      <a:pt x="306263" y="739808"/>
                    </a:lnTo>
                    <a:lnTo>
                      <a:pt x="358567" y="721692"/>
                    </a:lnTo>
                    <a:lnTo>
                      <a:pt x="409976" y="701394"/>
                    </a:lnTo>
                    <a:lnTo>
                      <a:pt x="460492" y="678912"/>
                    </a:lnTo>
                    <a:lnTo>
                      <a:pt x="509910" y="656060"/>
                    </a:lnTo>
                    <a:lnTo>
                      <a:pt x="558678" y="638730"/>
                    </a:lnTo>
                    <a:lnTo>
                      <a:pt x="606674" y="620548"/>
                    </a:lnTo>
                    <a:lnTo>
                      <a:pt x="653979" y="600468"/>
                    </a:lnTo>
                    <a:lnTo>
                      <a:pt x="700634" y="576808"/>
                    </a:lnTo>
                    <a:lnTo>
                      <a:pt x="746679" y="549263"/>
                    </a:lnTo>
                    <a:lnTo>
                      <a:pt x="792033" y="516239"/>
                    </a:lnTo>
                    <a:lnTo>
                      <a:pt x="836737" y="478610"/>
                    </a:lnTo>
                    <a:lnTo>
                      <a:pt x="880831" y="440086"/>
                    </a:lnTo>
                    <a:lnTo>
                      <a:pt x="924276" y="396128"/>
                    </a:lnTo>
                    <a:lnTo>
                      <a:pt x="966744" y="350401"/>
                    </a:lnTo>
                    <a:lnTo>
                      <a:pt x="1007628" y="324558"/>
                    </a:lnTo>
                    <a:lnTo>
                      <a:pt x="1035507" y="325082"/>
                    </a:lnTo>
                    <a:cubicBezTo>
                      <a:pt x="1035873" y="325082"/>
                      <a:pt x="1036239" y="325082"/>
                      <a:pt x="1036605" y="324973"/>
                    </a:cubicBezTo>
                    <a:lnTo>
                      <a:pt x="1052982" y="321022"/>
                    </a:lnTo>
                    <a:lnTo>
                      <a:pt x="1162832" y="326719"/>
                    </a:lnTo>
                    <a:lnTo>
                      <a:pt x="1273292" y="328858"/>
                    </a:lnTo>
                    <a:cubicBezTo>
                      <a:pt x="1273861" y="328858"/>
                      <a:pt x="1274389" y="328793"/>
                      <a:pt x="1274836" y="328596"/>
                    </a:cubicBezTo>
                    <a:lnTo>
                      <a:pt x="1311168" y="314693"/>
                    </a:lnTo>
                    <a:lnTo>
                      <a:pt x="1345916" y="295464"/>
                    </a:lnTo>
                    <a:lnTo>
                      <a:pt x="1453612" y="300680"/>
                    </a:lnTo>
                    <a:cubicBezTo>
                      <a:pt x="1454465" y="300724"/>
                      <a:pt x="1455359" y="300506"/>
                      <a:pt x="1455887" y="300091"/>
                    </a:cubicBezTo>
                    <a:lnTo>
                      <a:pt x="1489984" y="274838"/>
                    </a:lnTo>
                    <a:lnTo>
                      <a:pt x="1523959" y="257791"/>
                    </a:lnTo>
                    <a:lnTo>
                      <a:pt x="1557447" y="236838"/>
                    </a:lnTo>
                    <a:lnTo>
                      <a:pt x="1590446" y="213396"/>
                    </a:lnTo>
                    <a:lnTo>
                      <a:pt x="1622186" y="190216"/>
                    </a:lnTo>
                    <a:lnTo>
                      <a:pt x="1725818" y="193315"/>
                    </a:lnTo>
                    <a:lnTo>
                      <a:pt x="1830995" y="202854"/>
                    </a:lnTo>
                    <a:lnTo>
                      <a:pt x="1936293" y="213614"/>
                    </a:lnTo>
                    <a:lnTo>
                      <a:pt x="2042770" y="227037"/>
                    </a:lnTo>
                    <a:lnTo>
                      <a:pt x="2149409" y="239457"/>
                    </a:lnTo>
                    <a:lnTo>
                      <a:pt x="2256170" y="255281"/>
                    </a:lnTo>
                    <a:lnTo>
                      <a:pt x="2362810" y="269097"/>
                    </a:lnTo>
                    <a:lnTo>
                      <a:pt x="2469002" y="279530"/>
                    </a:lnTo>
                    <a:cubicBezTo>
                      <a:pt x="2469815" y="279639"/>
                      <a:pt x="2470546" y="279530"/>
                      <a:pt x="2471156" y="279203"/>
                    </a:cubicBezTo>
                    <a:lnTo>
                      <a:pt x="2501758" y="263902"/>
                    </a:lnTo>
                    <a:lnTo>
                      <a:pt x="2533254" y="243538"/>
                    </a:lnTo>
                    <a:lnTo>
                      <a:pt x="2565481" y="217521"/>
                    </a:lnTo>
                    <a:lnTo>
                      <a:pt x="2597912" y="186833"/>
                    </a:lnTo>
                    <a:lnTo>
                      <a:pt x="2629530" y="149793"/>
                    </a:lnTo>
                    <a:lnTo>
                      <a:pt x="2658425" y="118734"/>
                    </a:lnTo>
                    <a:lnTo>
                      <a:pt x="2684028" y="84139"/>
                    </a:lnTo>
                    <a:lnTo>
                      <a:pt x="2705730" y="53385"/>
                    </a:lnTo>
                    <a:lnTo>
                      <a:pt x="2724221" y="39809"/>
                    </a:lnTo>
                    <a:lnTo>
                      <a:pt x="2741493" y="38478"/>
                    </a:lnTo>
                    <a:lnTo>
                      <a:pt x="2840574" y="20362"/>
                    </a:lnTo>
                    <a:lnTo>
                      <a:pt x="2856261" y="20886"/>
                    </a:lnTo>
                    <a:cubicBezTo>
                      <a:pt x="2856545" y="20929"/>
                      <a:pt x="2856911" y="20886"/>
                      <a:pt x="2857236" y="20820"/>
                    </a:cubicBezTo>
                    <a:lnTo>
                      <a:pt x="2952821" y="2922"/>
                    </a:lnTo>
                    <a:lnTo>
                      <a:pt x="3047756" y="25404"/>
                    </a:lnTo>
                    <a:lnTo>
                      <a:pt x="3142529" y="60304"/>
                    </a:lnTo>
                    <a:lnTo>
                      <a:pt x="3236204" y="91953"/>
                    </a:lnTo>
                    <a:lnTo>
                      <a:pt x="3329879" y="119564"/>
                    </a:lnTo>
                    <a:lnTo>
                      <a:pt x="3424611" y="148549"/>
                    </a:lnTo>
                    <a:lnTo>
                      <a:pt x="3520806" y="171838"/>
                    </a:lnTo>
                    <a:lnTo>
                      <a:pt x="3617692" y="183886"/>
                    </a:lnTo>
                    <a:lnTo>
                      <a:pt x="3715756" y="202330"/>
                    </a:lnTo>
                    <a:lnTo>
                      <a:pt x="3813861" y="245437"/>
                    </a:lnTo>
                    <a:lnTo>
                      <a:pt x="3912332" y="280120"/>
                    </a:lnTo>
                    <a:lnTo>
                      <a:pt x="4011006" y="312510"/>
                    </a:lnTo>
                    <a:lnTo>
                      <a:pt x="4109883" y="338134"/>
                    </a:lnTo>
                    <a:lnTo>
                      <a:pt x="4208882" y="357997"/>
                    </a:lnTo>
                    <a:lnTo>
                      <a:pt x="4307881" y="370569"/>
                    </a:lnTo>
                    <a:lnTo>
                      <a:pt x="4406392" y="379627"/>
                    </a:lnTo>
                    <a:lnTo>
                      <a:pt x="4505066" y="399707"/>
                    </a:lnTo>
                    <a:lnTo>
                      <a:pt x="4604065" y="424960"/>
                    </a:lnTo>
                    <a:lnTo>
                      <a:pt x="4674413" y="441745"/>
                    </a:lnTo>
                    <a:cubicBezTo>
                      <a:pt x="4675632" y="442007"/>
                      <a:pt x="4677177" y="441680"/>
                      <a:pt x="4677746" y="441003"/>
                    </a:cubicBezTo>
                    <a:cubicBezTo>
                      <a:pt x="4678274" y="440305"/>
                      <a:pt x="4677705" y="439453"/>
                      <a:pt x="4676404" y="43912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2" name="Freeform: Shape 541">
                <a:extLst>
                  <a:ext uri="{FF2B5EF4-FFF2-40B4-BE49-F238E27FC236}">
                    <a16:creationId xmlns:a16="http://schemas.microsoft.com/office/drawing/2014/main" id="{B1B280CE-9246-46CC-AC92-1D9A7982690C}"/>
                  </a:ext>
                </a:extLst>
              </p:cNvPr>
              <p:cNvSpPr/>
              <p:nvPr/>
            </p:nvSpPr>
            <p:spPr>
              <a:xfrm>
                <a:off x="9144835" y="5741014"/>
                <a:ext cx="164848" cy="218208"/>
              </a:xfrm>
              <a:custGeom>
                <a:avLst/>
                <a:gdLst>
                  <a:gd name="connsiteX0" fmla="*/ 162293 w 164848"/>
                  <a:gd name="connsiteY0" fmla="*/ 218208 h 218208"/>
                  <a:gd name="connsiteX1" fmla="*/ 159896 w 164848"/>
                  <a:gd name="connsiteY1" fmla="*/ 217248 h 218208"/>
                  <a:gd name="connsiteX2" fmla="*/ 143152 w 164848"/>
                  <a:gd name="connsiteY2" fmla="*/ 190969 h 218208"/>
                  <a:gd name="connsiteX3" fmla="*/ 126571 w 164848"/>
                  <a:gd name="connsiteY3" fmla="*/ 163904 h 218208"/>
                  <a:gd name="connsiteX4" fmla="*/ 110112 w 164848"/>
                  <a:gd name="connsiteY4" fmla="*/ 132583 h 218208"/>
                  <a:gd name="connsiteX5" fmla="*/ 77763 w 164848"/>
                  <a:gd name="connsiteY5" fmla="*/ 77646 h 218208"/>
                  <a:gd name="connsiteX6" fmla="*/ 46022 w 164848"/>
                  <a:gd name="connsiteY6" fmla="*/ 22381 h 218208"/>
                  <a:gd name="connsiteX7" fmla="*/ 31027 w 164848"/>
                  <a:gd name="connsiteY7" fmla="*/ 10071 h 218208"/>
                  <a:gd name="connsiteX8" fmla="*/ 16558 w 164848"/>
                  <a:gd name="connsiteY8" fmla="*/ 4898 h 218208"/>
                  <a:gd name="connsiteX9" fmla="*/ 1887 w 164848"/>
                  <a:gd name="connsiteY9" fmla="*/ 2759 h 218208"/>
                  <a:gd name="connsiteX10" fmla="*/ 99 w 164848"/>
                  <a:gd name="connsiteY10" fmla="*/ 1056 h 218208"/>
                  <a:gd name="connsiteX11" fmla="*/ 3188 w 164848"/>
                  <a:gd name="connsiteY11" fmla="*/ 30 h 218208"/>
                  <a:gd name="connsiteX12" fmla="*/ 18265 w 164848"/>
                  <a:gd name="connsiteY12" fmla="*/ 2213 h 218208"/>
                  <a:gd name="connsiteX13" fmla="*/ 18957 w 164848"/>
                  <a:gd name="connsiteY13" fmla="*/ 2366 h 218208"/>
                  <a:gd name="connsiteX14" fmla="*/ 34236 w 164848"/>
                  <a:gd name="connsiteY14" fmla="*/ 7801 h 218208"/>
                  <a:gd name="connsiteX15" fmla="*/ 34928 w 164848"/>
                  <a:gd name="connsiteY15" fmla="*/ 8172 h 218208"/>
                  <a:gd name="connsiteX16" fmla="*/ 50492 w 164848"/>
                  <a:gd name="connsiteY16" fmla="*/ 20918 h 218208"/>
                  <a:gd name="connsiteX17" fmla="*/ 50777 w 164848"/>
                  <a:gd name="connsiteY17" fmla="*/ 21289 h 218208"/>
                  <a:gd name="connsiteX18" fmla="*/ 82639 w 164848"/>
                  <a:gd name="connsiteY18" fmla="*/ 76772 h 218208"/>
                  <a:gd name="connsiteX19" fmla="*/ 114988 w 164848"/>
                  <a:gd name="connsiteY19" fmla="*/ 131710 h 218208"/>
                  <a:gd name="connsiteX20" fmla="*/ 131489 w 164848"/>
                  <a:gd name="connsiteY20" fmla="*/ 163096 h 218208"/>
                  <a:gd name="connsiteX21" fmla="*/ 147948 w 164848"/>
                  <a:gd name="connsiteY21" fmla="*/ 190009 h 218208"/>
                  <a:gd name="connsiteX22" fmla="*/ 164691 w 164848"/>
                  <a:gd name="connsiteY22" fmla="*/ 216331 h 218208"/>
                  <a:gd name="connsiteX23" fmla="*/ 163229 w 164848"/>
                  <a:gd name="connsiteY23" fmla="*/ 218143 h 218208"/>
                  <a:gd name="connsiteX24" fmla="*/ 162334 w 164848"/>
                  <a:gd name="connsiteY24" fmla="*/ 218208 h 21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4848" h="218208">
                    <a:moveTo>
                      <a:pt x="162293" y="218208"/>
                    </a:moveTo>
                    <a:cubicBezTo>
                      <a:pt x="161318" y="218208"/>
                      <a:pt x="160302" y="217837"/>
                      <a:pt x="159896" y="217248"/>
                    </a:cubicBezTo>
                    <a:lnTo>
                      <a:pt x="143152" y="190969"/>
                    </a:lnTo>
                    <a:lnTo>
                      <a:pt x="126571" y="163904"/>
                    </a:lnTo>
                    <a:lnTo>
                      <a:pt x="110112" y="132583"/>
                    </a:lnTo>
                    <a:lnTo>
                      <a:pt x="77763" y="77646"/>
                    </a:lnTo>
                    <a:lnTo>
                      <a:pt x="46022" y="22381"/>
                    </a:lnTo>
                    <a:lnTo>
                      <a:pt x="31027" y="10071"/>
                    </a:lnTo>
                    <a:lnTo>
                      <a:pt x="16558" y="4898"/>
                    </a:lnTo>
                    <a:lnTo>
                      <a:pt x="1887" y="2759"/>
                    </a:lnTo>
                    <a:cubicBezTo>
                      <a:pt x="587" y="2606"/>
                      <a:pt x="-308" y="1798"/>
                      <a:pt x="99" y="1056"/>
                    </a:cubicBezTo>
                    <a:cubicBezTo>
                      <a:pt x="384" y="314"/>
                      <a:pt x="1887" y="-122"/>
                      <a:pt x="3188" y="30"/>
                    </a:cubicBezTo>
                    <a:lnTo>
                      <a:pt x="18265" y="2213"/>
                    </a:lnTo>
                    <a:cubicBezTo>
                      <a:pt x="18550" y="2257"/>
                      <a:pt x="18753" y="2322"/>
                      <a:pt x="18957" y="2366"/>
                    </a:cubicBezTo>
                    <a:lnTo>
                      <a:pt x="34236" y="7801"/>
                    </a:lnTo>
                    <a:cubicBezTo>
                      <a:pt x="34562" y="7910"/>
                      <a:pt x="34724" y="8019"/>
                      <a:pt x="34928" y="8172"/>
                    </a:cubicBezTo>
                    <a:lnTo>
                      <a:pt x="50492" y="20918"/>
                    </a:lnTo>
                    <a:cubicBezTo>
                      <a:pt x="50614" y="21071"/>
                      <a:pt x="50696" y="21180"/>
                      <a:pt x="50777" y="21289"/>
                    </a:cubicBezTo>
                    <a:lnTo>
                      <a:pt x="82639" y="76772"/>
                    </a:lnTo>
                    <a:lnTo>
                      <a:pt x="114988" y="131710"/>
                    </a:lnTo>
                    <a:lnTo>
                      <a:pt x="131489" y="163096"/>
                    </a:lnTo>
                    <a:lnTo>
                      <a:pt x="147948" y="190009"/>
                    </a:lnTo>
                    <a:lnTo>
                      <a:pt x="164691" y="216331"/>
                    </a:lnTo>
                    <a:cubicBezTo>
                      <a:pt x="165179" y="217073"/>
                      <a:pt x="164488" y="217881"/>
                      <a:pt x="163229" y="218143"/>
                    </a:cubicBezTo>
                    <a:cubicBezTo>
                      <a:pt x="162903" y="218208"/>
                      <a:pt x="162618" y="218208"/>
                      <a:pt x="162334" y="21820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3" name="Freeform: Shape 542">
                <a:extLst>
                  <a:ext uri="{FF2B5EF4-FFF2-40B4-BE49-F238E27FC236}">
                    <a16:creationId xmlns:a16="http://schemas.microsoft.com/office/drawing/2014/main" id="{BF31ABCB-BFC1-4D5E-877D-08EB29C23676}"/>
                  </a:ext>
                </a:extLst>
              </p:cNvPr>
              <p:cNvSpPr/>
              <p:nvPr/>
            </p:nvSpPr>
            <p:spPr>
              <a:xfrm>
                <a:off x="3629916" y="5938365"/>
                <a:ext cx="70527" cy="68067"/>
              </a:xfrm>
              <a:custGeom>
                <a:avLst/>
                <a:gdLst>
                  <a:gd name="connsiteX0" fmla="*/ 2568 w 70527"/>
                  <a:gd name="connsiteY0" fmla="*/ 68068 h 68067"/>
                  <a:gd name="connsiteX1" fmla="*/ 943 w 70527"/>
                  <a:gd name="connsiteY1" fmla="*/ 67740 h 68067"/>
                  <a:gd name="connsiteX2" fmla="*/ 577 w 70527"/>
                  <a:gd name="connsiteY2" fmla="*/ 65711 h 68067"/>
                  <a:gd name="connsiteX3" fmla="*/ 10209 w 70527"/>
                  <a:gd name="connsiteY3" fmla="*/ 59163 h 68067"/>
                  <a:gd name="connsiteX4" fmla="*/ 28741 w 70527"/>
                  <a:gd name="connsiteY4" fmla="*/ 37532 h 68067"/>
                  <a:gd name="connsiteX5" fmla="*/ 47435 w 70527"/>
                  <a:gd name="connsiteY5" fmla="*/ 18674 h 68067"/>
                  <a:gd name="connsiteX6" fmla="*/ 65804 w 70527"/>
                  <a:gd name="connsiteY6" fmla="*/ 711 h 68067"/>
                  <a:gd name="connsiteX7" fmla="*/ 69218 w 70527"/>
                  <a:gd name="connsiteY7" fmla="*/ 165 h 68067"/>
                  <a:gd name="connsiteX8" fmla="*/ 70193 w 70527"/>
                  <a:gd name="connsiteY8" fmla="*/ 2086 h 68067"/>
                  <a:gd name="connsiteX9" fmla="*/ 51865 w 70527"/>
                  <a:gd name="connsiteY9" fmla="*/ 20049 h 68067"/>
                  <a:gd name="connsiteX10" fmla="*/ 33292 w 70527"/>
                  <a:gd name="connsiteY10" fmla="*/ 38798 h 68067"/>
                  <a:gd name="connsiteX11" fmla="*/ 14435 w 70527"/>
                  <a:gd name="connsiteY11" fmla="*/ 60647 h 68067"/>
                  <a:gd name="connsiteX12" fmla="*/ 4478 w 70527"/>
                  <a:gd name="connsiteY12" fmla="*/ 67522 h 68067"/>
                  <a:gd name="connsiteX13" fmla="*/ 2528 w 70527"/>
                  <a:gd name="connsiteY13" fmla="*/ 68046 h 68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527" h="68067">
                    <a:moveTo>
                      <a:pt x="2568" y="68068"/>
                    </a:moveTo>
                    <a:cubicBezTo>
                      <a:pt x="1959" y="68068"/>
                      <a:pt x="1430" y="67959"/>
                      <a:pt x="943" y="67740"/>
                    </a:cubicBezTo>
                    <a:cubicBezTo>
                      <a:pt x="-154" y="67217"/>
                      <a:pt x="-317" y="66365"/>
                      <a:pt x="577" y="65711"/>
                    </a:cubicBezTo>
                    <a:lnTo>
                      <a:pt x="10209" y="59163"/>
                    </a:lnTo>
                    <a:lnTo>
                      <a:pt x="28741" y="37532"/>
                    </a:lnTo>
                    <a:lnTo>
                      <a:pt x="47435" y="18674"/>
                    </a:lnTo>
                    <a:lnTo>
                      <a:pt x="65804" y="711"/>
                    </a:lnTo>
                    <a:cubicBezTo>
                      <a:pt x="66495" y="78"/>
                      <a:pt x="68039" y="-206"/>
                      <a:pt x="69218" y="165"/>
                    </a:cubicBezTo>
                    <a:cubicBezTo>
                      <a:pt x="70478" y="602"/>
                      <a:pt x="70884" y="1453"/>
                      <a:pt x="70193" y="2086"/>
                    </a:cubicBezTo>
                    <a:lnTo>
                      <a:pt x="51865" y="20049"/>
                    </a:lnTo>
                    <a:lnTo>
                      <a:pt x="33292" y="38798"/>
                    </a:lnTo>
                    <a:lnTo>
                      <a:pt x="14435" y="60647"/>
                    </a:lnTo>
                    <a:lnTo>
                      <a:pt x="4478" y="67522"/>
                    </a:lnTo>
                    <a:cubicBezTo>
                      <a:pt x="3991" y="67850"/>
                      <a:pt x="3300" y="68046"/>
                      <a:pt x="2528" y="6804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4" name="Freeform: Shape 543">
                <a:extLst>
                  <a:ext uri="{FF2B5EF4-FFF2-40B4-BE49-F238E27FC236}">
                    <a16:creationId xmlns:a16="http://schemas.microsoft.com/office/drawing/2014/main" id="{8A849262-4C94-40BA-B532-2225F52DC240}"/>
                  </a:ext>
                </a:extLst>
              </p:cNvPr>
              <p:cNvSpPr/>
              <p:nvPr/>
            </p:nvSpPr>
            <p:spPr>
              <a:xfrm>
                <a:off x="4839072" y="5474738"/>
                <a:ext cx="1024039" cy="259103"/>
              </a:xfrm>
              <a:custGeom>
                <a:avLst/>
                <a:gdLst>
                  <a:gd name="connsiteX0" fmla="*/ 1021582 w 1024039"/>
                  <a:gd name="connsiteY0" fmla="*/ 259016 h 259103"/>
                  <a:gd name="connsiteX1" fmla="*/ 1020363 w 1024039"/>
                  <a:gd name="connsiteY1" fmla="*/ 258863 h 259103"/>
                  <a:gd name="connsiteX2" fmla="*/ 962491 w 1024039"/>
                  <a:gd name="connsiteY2" fmla="*/ 240747 h 259103"/>
                  <a:gd name="connsiteX3" fmla="*/ 961435 w 1024039"/>
                  <a:gd name="connsiteY3" fmla="*/ 240114 h 259103"/>
                  <a:gd name="connsiteX4" fmla="*/ 959118 w 1024039"/>
                  <a:gd name="connsiteY4" fmla="*/ 237451 h 259103"/>
                  <a:gd name="connsiteX5" fmla="*/ 953713 w 1024039"/>
                  <a:gd name="connsiteY5" fmla="*/ 235858 h 259103"/>
                  <a:gd name="connsiteX6" fmla="*/ 868857 w 1024039"/>
                  <a:gd name="connsiteY6" fmla="*/ 213966 h 259103"/>
                  <a:gd name="connsiteX7" fmla="*/ 867475 w 1024039"/>
                  <a:gd name="connsiteY7" fmla="*/ 212962 h 259103"/>
                  <a:gd name="connsiteX8" fmla="*/ 863858 w 1024039"/>
                  <a:gd name="connsiteY8" fmla="*/ 201088 h 259103"/>
                  <a:gd name="connsiteX9" fmla="*/ 860932 w 1024039"/>
                  <a:gd name="connsiteY9" fmla="*/ 184195 h 259103"/>
                  <a:gd name="connsiteX10" fmla="*/ 858940 w 1024039"/>
                  <a:gd name="connsiteY10" fmla="*/ 151062 h 259103"/>
                  <a:gd name="connsiteX11" fmla="*/ 776035 w 1024039"/>
                  <a:gd name="connsiteY11" fmla="*/ 118082 h 259103"/>
                  <a:gd name="connsiteX12" fmla="*/ 695283 w 1024039"/>
                  <a:gd name="connsiteY12" fmla="*/ 96823 h 259103"/>
                  <a:gd name="connsiteX13" fmla="*/ 617295 w 1024039"/>
                  <a:gd name="connsiteY13" fmla="*/ 87874 h 259103"/>
                  <a:gd name="connsiteX14" fmla="*/ 465058 w 1024039"/>
                  <a:gd name="connsiteY14" fmla="*/ 76590 h 259103"/>
                  <a:gd name="connsiteX15" fmla="*/ 388411 w 1024039"/>
                  <a:gd name="connsiteY15" fmla="*/ 65349 h 259103"/>
                  <a:gd name="connsiteX16" fmla="*/ 310463 w 1024039"/>
                  <a:gd name="connsiteY16" fmla="*/ 49307 h 259103"/>
                  <a:gd name="connsiteX17" fmla="*/ 231174 w 1024039"/>
                  <a:gd name="connsiteY17" fmla="*/ 28310 h 259103"/>
                  <a:gd name="connsiteX18" fmla="*/ 151195 w 1024039"/>
                  <a:gd name="connsiteY18" fmla="*/ 2882 h 259103"/>
                  <a:gd name="connsiteX19" fmla="*/ 71744 w 1024039"/>
                  <a:gd name="connsiteY19" fmla="*/ 11503 h 259103"/>
                  <a:gd name="connsiteX20" fmla="*/ 65282 w 1024039"/>
                  <a:gd name="connsiteY20" fmla="*/ 16785 h 259103"/>
                  <a:gd name="connsiteX21" fmla="*/ 57885 w 1024039"/>
                  <a:gd name="connsiteY21" fmla="*/ 35338 h 259103"/>
                  <a:gd name="connsiteX22" fmla="*/ 50286 w 1024039"/>
                  <a:gd name="connsiteY22" fmla="*/ 64542 h 259103"/>
                  <a:gd name="connsiteX23" fmla="*/ 42605 w 1024039"/>
                  <a:gd name="connsiteY23" fmla="*/ 83094 h 259103"/>
                  <a:gd name="connsiteX24" fmla="*/ 34883 w 1024039"/>
                  <a:gd name="connsiteY24" fmla="*/ 104899 h 259103"/>
                  <a:gd name="connsiteX25" fmla="*/ 27487 w 1024039"/>
                  <a:gd name="connsiteY25" fmla="*/ 114808 h 259103"/>
                  <a:gd name="connsiteX26" fmla="*/ 21106 w 1024039"/>
                  <a:gd name="connsiteY26" fmla="*/ 128297 h 259103"/>
                  <a:gd name="connsiteX27" fmla="*/ 15295 w 1024039"/>
                  <a:gd name="connsiteY27" fmla="*/ 145933 h 259103"/>
                  <a:gd name="connsiteX28" fmla="*/ 10012 w 1024039"/>
                  <a:gd name="connsiteY28" fmla="*/ 160098 h 259103"/>
                  <a:gd name="connsiteX29" fmla="*/ 4972 w 1024039"/>
                  <a:gd name="connsiteY29" fmla="*/ 168305 h 259103"/>
                  <a:gd name="connsiteX30" fmla="*/ 1680 w 1024039"/>
                  <a:gd name="connsiteY30" fmla="*/ 169156 h 259103"/>
                  <a:gd name="connsiteX31" fmla="*/ 136 w 1024039"/>
                  <a:gd name="connsiteY31" fmla="*/ 167345 h 259103"/>
                  <a:gd name="connsiteX32" fmla="*/ 5135 w 1024039"/>
                  <a:gd name="connsiteY32" fmla="*/ 159356 h 259103"/>
                  <a:gd name="connsiteX33" fmla="*/ 10296 w 1024039"/>
                  <a:gd name="connsiteY33" fmla="*/ 145387 h 259103"/>
                  <a:gd name="connsiteX34" fmla="*/ 16148 w 1024039"/>
                  <a:gd name="connsiteY34" fmla="*/ 127708 h 259103"/>
                  <a:gd name="connsiteX35" fmla="*/ 22691 w 1024039"/>
                  <a:gd name="connsiteY35" fmla="*/ 113913 h 259103"/>
                  <a:gd name="connsiteX36" fmla="*/ 30006 w 1024039"/>
                  <a:gd name="connsiteY36" fmla="*/ 104113 h 259103"/>
                  <a:gd name="connsiteX37" fmla="*/ 37606 w 1024039"/>
                  <a:gd name="connsiteY37" fmla="*/ 82527 h 259103"/>
                  <a:gd name="connsiteX38" fmla="*/ 45287 w 1024039"/>
                  <a:gd name="connsiteY38" fmla="*/ 64040 h 259103"/>
                  <a:gd name="connsiteX39" fmla="*/ 52887 w 1024039"/>
                  <a:gd name="connsiteY39" fmla="*/ 34901 h 259103"/>
                  <a:gd name="connsiteX40" fmla="*/ 60446 w 1024039"/>
                  <a:gd name="connsiteY40" fmla="*/ 15978 h 259103"/>
                  <a:gd name="connsiteX41" fmla="*/ 60771 w 1024039"/>
                  <a:gd name="connsiteY41" fmla="*/ 15454 h 259103"/>
                  <a:gd name="connsiteX42" fmla="*/ 68086 w 1024039"/>
                  <a:gd name="connsiteY42" fmla="*/ 9539 h 259103"/>
                  <a:gd name="connsiteX43" fmla="*/ 69712 w 1024039"/>
                  <a:gd name="connsiteY43" fmla="*/ 8949 h 259103"/>
                  <a:gd name="connsiteX44" fmla="*/ 151114 w 1024039"/>
                  <a:gd name="connsiteY44" fmla="*/ 44 h 259103"/>
                  <a:gd name="connsiteX45" fmla="*/ 152861 w 1024039"/>
                  <a:gd name="connsiteY45" fmla="*/ 197 h 259103"/>
                  <a:gd name="connsiteX46" fmla="*/ 233491 w 1024039"/>
                  <a:gd name="connsiteY46" fmla="*/ 25821 h 259103"/>
                  <a:gd name="connsiteX47" fmla="*/ 312414 w 1024039"/>
                  <a:gd name="connsiteY47" fmla="*/ 46709 h 259103"/>
                  <a:gd name="connsiteX48" fmla="*/ 389914 w 1024039"/>
                  <a:gd name="connsiteY48" fmla="*/ 62686 h 259103"/>
                  <a:gd name="connsiteX49" fmla="*/ 465992 w 1024039"/>
                  <a:gd name="connsiteY49" fmla="*/ 73818 h 259103"/>
                  <a:gd name="connsiteX50" fmla="*/ 541542 w 1024039"/>
                  <a:gd name="connsiteY50" fmla="*/ 79296 h 259103"/>
                  <a:gd name="connsiteX51" fmla="*/ 618148 w 1024039"/>
                  <a:gd name="connsiteY51" fmla="*/ 85102 h 259103"/>
                  <a:gd name="connsiteX52" fmla="*/ 696828 w 1024039"/>
                  <a:gd name="connsiteY52" fmla="*/ 94160 h 259103"/>
                  <a:gd name="connsiteX53" fmla="*/ 778595 w 1024039"/>
                  <a:gd name="connsiteY53" fmla="*/ 115681 h 259103"/>
                  <a:gd name="connsiteX54" fmla="*/ 862923 w 1024039"/>
                  <a:gd name="connsiteY54" fmla="*/ 149207 h 259103"/>
                  <a:gd name="connsiteX55" fmla="*/ 863939 w 1024039"/>
                  <a:gd name="connsiteY55" fmla="*/ 150276 h 259103"/>
                  <a:gd name="connsiteX56" fmla="*/ 865931 w 1024039"/>
                  <a:gd name="connsiteY56" fmla="*/ 183998 h 259103"/>
                  <a:gd name="connsiteX57" fmla="*/ 868816 w 1024039"/>
                  <a:gd name="connsiteY57" fmla="*/ 200739 h 259103"/>
                  <a:gd name="connsiteX58" fmla="*/ 872230 w 1024039"/>
                  <a:gd name="connsiteY58" fmla="*/ 211827 h 259103"/>
                  <a:gd name="connsiteX59" fmla="*/ 872758 w 1024039"/>
                  <a:gd name="connsiteY59" fmla="*/ 211980 h 259103"/>
                  <a:gd name="connsiteX60" fmla="*/ 962125 w 1024039"/>
                  <a:gd name="connsiteY60" fmla="*/ 235225 h 259103"/>
                  <a:gd name="connsiteX61" fmla="*/ 963263 w 1024039"/>
                  <a:gd name="connsiteY61" fmla="*/ 235858 h 259103"/>
                  <a:gd name="connsiteX62" fmla="*/ 965620 w 1024039"/>
                  <a:gd name="connsiteY62" fmla="*/ 238565 h 259103"/>
                  <a:gd name="connsiteX63" fmla="*/ 1022760 w 1024039"/>
                  <a:gd name="connsiteY63" fmla="*/ 256484 h 259103"/>
                  <a:gd name="connsiteX64" fmla="*/ 1023695 w 1024039"/>
                  <a:gd name="connsiteY64" fmla="*/ 258405 h 259103"/>
                  <a:gd name="connsiteX65" fmla="*/ 1021500 w 1024039"/>
                  <a:gd name="connsiteY65" fmla="*/ 259103 h 259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024039" h="259103">
                    <a:moveTo>
                      <a:pt x="1021582" y="259016"/>
                    </a:moveTo>
                    <a:cubicBezTo>
                      <a:pt x="1021135" y="259016"/>
                      <a:pt x="1020728" y="258951"/>
                      <a:pt x="1020363" y="258863"/>
                    </a:cubicBezTo>
                    <a:lnTo>
                      <a:pt x="962491" y="240747"/>
                    </a:lnTo>
                    <a:cubicBezTo>
                      <a:pt x="962044" y="240573"/>
                      <a:pt x="961719" y="240376"/>
                      <a:pt x="961435" y="240114"/>
                    </a:cubicBezTo>
                    <a:lnTo>
                      <a:pt x="959118" y="237451"/>
                    </a:lnTo>
                    <a:lnTo>
                      <a:pt x="953713" y="235858"/>
                    </a:lnTo>
                    <a:lnTo>
                      <a:pt x="868857" y="213966"/>
                    </a:lnTo>
                    <a:cubicBezTo>
                      <a:pt x="868125" y="213748"/>
                      <a:pt x="867637" y="213377"/>
                      <a:pt x="867475" y="212962"/>
                    </a:cubicBezTo>
                    <a:lnTo>
                      <a:pt x="863858" y="201088"/>
                    </a:lnTo>
                    <a:lnTo>
                      <a:pt x="860932" y="184195"/>
                    </a:lnTo>
                    <a:lnTo>
                      <a:pt x="858940" y="151062"/>
                    </a:lnTo>
                    <a:lnTo>
                      <a:pt x="776035" y="118082"/>
                    </a:lnTo>
                    <a:lnTo>
                      <a:pt x="695283" y="96823"/>
                    </a:lnTo>
                    <a:lnTo>
                      <a:pt x="617295" y="87874"/>
                    </a:lnTo>
                    <a:lnTo>
                      <a:pt x="465058" y="76590"/>
                    </a:lnTo>
                    <a:lnTo>
                      <a:pt x="388411" y="65349"/>
                    </a:lnTo>
                    <a:lnTo>
                      <a:pt x="310463" y="49307"/>
                    </a:lnTo>
                    <a:lnTo>
                      <a:pt x="231174" y="28310"/>
                    </a:lnTo>
                    <a:lnTo>
                      <a:pt x="151195" y="2882"/>
                    </a:lnTo>
                    <a:lnTo>
                      <a:pt x="71744" y="11503"/>
                    </a:lnTo>
                    <a:lnTo>
                      <a:pt x="65282" y="16785"/>
                    </a:lnTo>
                    <a:lnTo>
                      <a:pt x="57885" y="35338"/>
                    </a:lnTo>
                    <a:lnTo>
                      <a:pt x="50286" y="64542"/>
                    </a:lnTo>
                    <a:lnTo>
                      <a:pt x="42605" y="83094"/>
                    </a:lnTo>
                    <a:lnTo>
                      <a:pt x="34883" y="104899"/>
                    </a:lnTo>
                    <a:lnTo>
                      <a:pt x="27487" y="114808"/>
                    </a:lnTo>
                    <a:lnTo>
                      <a:pt x="21106" y="128297"/>
                    </a:lnTo>
                    <a:lnTo>
                      <a:pt x="15295" y="145933"/>
                    </a:lnTo>
                    <a:lnTo>
                      <a:pt x="10012" y="160098"/>
                    </a:lnTo>
                    <a:lnTo>
                      <a:pt x="4972" y="168305"/>
                    </a:lnTo>
                    <a:cubicBezTo>
                      <a:pt x="4484" y="169047"/>
                      <a:pt x="3021" y="169418"/>
                      <a:pt x="1680" y="169156"/>
                    </a:cubicBezTo>
                    <a:cubicBezTo>
                      <a:pt x="380" y="168894"/>
                      <a:pt x="-311" y="168087"/>
                      <a:pt x="136" y="167345"/>
                    </a:cubicBezTo>
                    <a:lnTo>
                      <a:pt x="5135" y="159356"/>
                    </a:lnTo>
                    <a:lnTo>
                      <a:pt x="10296" y="145387"/>
                    </a:lnTo>
                    <a:lnTo>
                      <a:pt x="16148" y="127708"/>
                    </a:lnTo>
                    <a:lnTo>
                      <a:pt x="22691" y="113913"/>
                    </a:lnTo>
                    <a:lnTo>
                      <a:pt x="30006" y="104113"/>
                    </a:lnTo>
                    <a:lnTo>
                      <a:pt x="37606" y="82527"/>
                    </a:lnTo>
                    <a:lnTo>
                      <a:pt x="45287" y="64040"/>
                    </a:lnTo>
                    <a:lnTo>
                      <a:pt x="52887" y="34901"/>
                    </a:lnTo>
                    <a:lnTo>
                      <a:pt x="60446" y="15978"/>
                    </a:lnTo>
                    <a:cubicBezTo>
                      <a:pt x="60446" y="15759"/>
                      <a:pt x="60649" y="15606"/>
                      <a:pt x="60771" y="15454"/>
                    </a:cubicBezTo>
                    <a:lnTo>
                      <a:pt x="68086" y="9539"/>
                    </a:lnTo>
                    <a:cubicBezTo>
                      <a:pt x="68492" y="9211"/>
                      <a:pt x="69061" y="8993"/>
                      <a:pt x="69712" y="8949"/>
                    </a:cubicBezTo>
                    <a:lnTo>
                      <a:pt x="151114" y="44"/>
                    </a:lnTo>
                    <a:cubicBezTo>
                      <a:pt x="151723" y="-65"/>
                      <a:pt x="152333" y="44"/>
                      <a:pt x="152861" y="197"/>
                    </a:cubicBezTo>
                    <a:lnTo>
                      <a:pt x="233491" y="25821"/>
                    </a:lnTo>
                    <a:lnTo>
                      <a:pt x="312414" y="46709"/>
                    </a:lnTo>
                    <a:lnTo>
                      <a:pt x="389914" y="62686"/>
                    </a:lnTo>
                    <a:lnTo>
                      <a:pt x="465992" y="73818"/>
                    </a:lnTo>
                    <a:lnTo>
                      <a:pt x="541542" y="79296"/>
                    </a:lnTo>
                    <a:lnTo>
                      <a:pt x="618148" y="85102"/>
                    </a:lnTo>
                    <a:lnTo>
                      <a:pt x="696828" y="94160"/>
                    </a:lnTo>
                    <a:lnTo>
                      <a:pt x="778595" y="115681"/>
                    </a:lnTo>
                    <a:lnTo>
                      <a:pt x="862923" y="149207"/>
                    </a:lnTo>
                    <a:cubicBezTo>
                      <a:pt x="863492" y="149469"/>
                      <a:pt x="863899" y="149840"/>
                      <a:pt x="863939" y="150276"/>
                    </a:cubicBezTo>
                    <a:lnTo>
                      <a:pt x="865931" y="183998"/>
                    </a:lnTo>
                    <a:lnTo>
                      <a:pt x="868816" y="200739"/>
                    </a:lnTo>
                    <a:lnTo>
                      <a:pt x="872230" y="211827"/>
                    </a:lnTo>
                    <a:lnTo>
                      <a:pt x="872758" y="211980"/>
                    </a:lnTo>
                    <a:lnTo>
                      <a:pt x="962125" y="235225"/>
                    </a:lnTo>
                    <a:cubicBezTo>
                      <a:pt x="962613" y="235334"/>
                      <a:pt x="963020" y="235596"/>
                      <a:pt x="963263" y="235858"/>
                    </a:cubicBezTo>
                    <a:lnTo>
                      <a:pt x="965620" y="238565"/>
                    </a:lnTo>
                    <a:lnTo>
                      <a:pt x="1022760" y="256484"/>
                    </a:lnTo>
                    <a:cubicBezTo>
                      <a:pt x="1024020" y="256855"/>
                      <a:pt x="1024386" y="257706"/>
                      <a:pt x="1023695" y="258405"/>
                    </a:cubicBezTo>
                    <a:cubicBezTo>
                      <a:pt x="1023248" y="258820"/>
                      <a:pt x="1022395" y="259103"/>
                      <a:pt x="1021500" y="25910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5" name="Freeform: Shape 544">
                <a:extLst>
                  <a:ext uri="{FF2B5EF4-FFF2-40B4-BE49-F238E27FC236}">
                    <a16:creationId xmlns:a16="http://schemas.microsoft.com/office/drawing/2014/main" id="{076D00DC-D091-4EFF-82FE-AA89EA9C8EFB}"/>
                  </a:ext>
                </a:extLst>
              </p:cNvPr>
              <p:cNvSpPr/>
              <p:nvPr/>
            </p:nvSpPr>
            <p:spPr>
              <a:xfrm>
                <a:off x="6726608" y="6313506"/>
                <a:ext cx="158417" cy="589430"/>
              </a:xfrm>
              <a:custGeom>
                <a:avLst/>
                <a:gdLst>
                  <a:gd name="connsiteX0" fmla="*/ 8943 w 158417"/>
                  <a:gd name="connsiteY0" fmla="*/ 9237 h 589430"/>
                  <a:gd name="connsiteX1" fmla="*/ 10609 w 158417"/>
                  <a:gd name="connsiteY1" fmla="*/ 9827 h 589430"/>
                  <a:gd name="connsiteX2" fmla="*/ 17152 w 158417"/>
                  <a:gd name="connsiteY2" fmla="*/ 10307 h 589430"/>
                  <a:gd name="connsiteX3" fmla="*/ 23208 w 158417"/>
                  <a:gd name="connsiteY3" fmla="*/ 16004 h 589430"/>
                  <a:gd name="connsiteX4" fmla="*/ 28288 w 158417"/>
                  <a:gd name="connsiteY4" fmla="*/ 30125 h 589430"/>
                  <a:gd name="connsiteX5" fmla="*/ 31661 w 158417"/>
                  <a:gd name="connsiteY5" fmla="*/ 51493 h 589430"/>
                  <a:gd name="connsiteX6" fmla="*/ 33246 w 158417"/>
                  <a:gd name="connsiteY6" fmla="*/ 74193 h 589430"/>
                  <a:gd name="connsiteX7" fmla="*/ 33531 w 158417"/>
                  <a:gd name="connsiteY7" fmla="*/ 99665 h 589430"/>
                  <a:gd name="connsiteX8" fmla="*/ 32433 w 158417"/>
                  <a:gd name="connsiteY8" fmla="*/ 152747 h 589430"/>
                  <a:gd name="connsiteX9" fmla="*/ 32352 w 158417"/>
                  <a:gd name="connsiteY9" fmla="*/ 181209 h 589430"/>
                  <a:gd name="connsiteX10" fmla="*/ 33043 w 158417"/>
                  <a:gd name="connsiteY10" fmla="*/ 207051 h 589430"/>
                  <a:gd name="connsiteX11" fmla="*/ 34627 w 158417"/>
                  <a:gd name="connsiteY11" fmla="*/ 228747 h 589430"/>
                  <a:gd name="connsiteX12" fmla="*/ 37107 w 158417"/>
                  <a:gd name="connsiteY12" fmla="*/ 246535 h 589430"/>
                  <a:gd name="connsiteX13" fmla="*/ 40358 w 158417"/>
                  <a:gd name="connsiteY13" fmla="*/ 264019 h 589430"/>
                  <a:gd name="connsiteX14" fmla="*/ 44828 w 158417"/>
                  <a:gd name="connsiteY14" fmla="*/ 278577 h 589430"/>
                  <a:gd name="connsiteX15" fmla="*/ 54867 w 158417"/>
                  <a:gd name="connsiteY15" fmla="*/ 305336 h 589430"/>
                  <a:gd name="connsiteX16" fmla="*/ 60027 w 158417"/>
                  <a:gd name="connsiteY16" fmla="*/ 317603 h 589430"/>
                  <a:gd name="connsiteX17" fmla="*/ 70553 w 158417"/>
                  <a:gd name="connsiteY17" fmla="*/ 339495 h 589430"/>
                  <a:gd name="connsiteX18" fmla="*/ 75999 w 158417"/>
                  <a:gd name="connsiteY18" fmla="*/ 350059 h 589430"/>
                  <a:gd name="connsiteX19" fmla="*/ 81567 w 158417"/>
                  <a:gd name="connsiteY19" fmla="*/ 362740 h 589430"/>
                  <a:gd name="connsiteX20" fmla="*/ 87216 w 158417"/>
                  <a:gd name="connsiteY20" fmla="*/ 373937 h 589430"/>
                  <a:gd name="connsiteX21" fmla="*/ 111437 w 158417"/>
                  <a:gd name="connsiteY21" fmla="*/ 430686 h 589430"/>
                  <a:gd name="connsiteX22" fmla="*/ 124442 w 158417"/>
                  <a:gd name="connsiteY22" fmla="*/ 478006 h 589430"/>
                  <a:gd name="connsiteX23" fmla="*/ 131188 w 158417"/>
                  <a:gd name="connsiteY23" fmla="*/ 500706 h 589430"/>
                  <a:gd name="connsiteX24" fmla="*/ 145168 w 158417"/>
                  <a:gd name="connsiteY24" fmla="*/ 554159 h 589430"/>
                  <a:gd name="connsiteX25" fmla="*/ 152403 w 158417"/>
                  <a:gd name="connsiteY25" fmla="*/ 585698 h 589430"/>
                  <a:gd name="connsiteX26" fmla="*/ 153378 w 158417"/>
                  <a:gd name="connsiteY26" fmla="*/ 589430 h 589430"/>
                  <a:gd name="connsiteX27" fmla="*/ 158417 w 158417"/>
                  <a:gd name="connsiteY27" fmla="*/ 589430 h 589430"/>
                  <a:gd name="connsiteX28" fmla="*/ 157442 w 158417"/>
                  <a:gd name="connsiteY28" fmla="*/ 585327 h 589430"/>
                  <a:gd name="connsiteX29" fmla="*/ 150208 w 158417"/>
                  <a:gd name="connsiteY29" fmla="*/ 553788 h 589430"/>
                  <a:gd name="connsiteX30" fmla="*/ 136147 w 158417"/>
                  <a:gd name="connsiteY30" fmla="*/ 500225 h 589430"/>
                  <a:gd name="connsiteX31" fmla="*/ 129481 w 158417"/>
                  <a:gd name="connsiteY31" fmla="*/ 477569 h 589430"/>
                  <a:gd name="connsiteX32" fmla="*/ 116396 w 158417"/>
                  <a:gd name="connsiteY32" fmla="*/ 430140 h 589430"/>
                  <a:gd name="connsiteX33" fmla="*/ 104000 w 158417"/>
                  <a:gd name="connsiteY33" fmla="*/ 401831 h 589430"/>
                  <a:gd name="connsiteX34" fmla="*/ 92214 w 158417"/>
                  <a:gd name="connsiteY34" fmla="*/ 373217 h 589430"/>
                  <a:gd name="connsiteX35" fmla="*/ 86565 w 158417"/>
                  <a:gd name="connsiteY35" fmla="*/ 362020 h 589430"/>
                  <a:gd name="connsiteX36" fmla="*/ 80916 w 158417"/>
                  <a:gd name="connsiteY36" fmla="*/ 349273 h 589430"/>
                  <a:gd name="connsiteX37" fmla="*/ 64945 w 158417"/>
                  <a:gd name="connsiteY37" fmla="*/ 316882 h 589430"/>
                  <a:gd name="connsiteX38" fmla="*/ 59906 w 158417"/>
                  <a:gd name="connsiteY38" fmla="*/ 304681 h 589430"/>
                  <a:gd name="connsiteX39" fmla="*/ 49989 w 158417"/>
                  <a:gd name="connsiteY39" fmla="*/ 278031 h 589430"/>
                  <a:gd name="connsiteX40" fmla="*/ 45519 w 158417"/>
                  <a:gd name="connsiteY40" fmla="*/ 263647 h 589430"/>
                  <a:gd name="connsiteX41" fmla="*/ 42268 w 158417"/>
                  <a:gd name="connsiteY41" fmla="*/ 246317 h 589430"/>
                  <a:gd name="connsiteX42" fmla="*/ 39789 w 158417"/>
                  <a:gd name="connsiteY42" fmla="*/ 228572 h 589430"/>
                  <a:gd name="connsiteX43" fmla="*/ 38204 w 158417"/>
                  <a:gd name="connsiteY43" fmla="*/ 206986 h 589430"/>
                  <a:gd name="connsiteX44" fmla="*/ 37513 w 158417"/>
                  <a:gd name="connsiteY44" fmla="*/ 181187 h 589430"/>
                  <a:gd name="connsiteX45" fmla="*/ 37716 w 158417"/>
                  <a:gd name="connsiteY45" fmla="*/ 152790 h 589430"/>
                  <a:gd name="connsiteX46" fmla="*/ 38691 w 158417"/>
                  <a:gd name="connsiteY46" fmla="*/ 99665 h 589430"/>
                  <a:gd name="connsiteX47" fmla="*/ 38407 w 158417"/>
                  <a:gd name="connsiteY47" fmla="*/ 74149 h 589430"/>
                  <a:gd name="connsiteX48" fmla="*/ 36822 w 158417"/>
                  <a:gd name="connsiteY48" fmla="*/ 51341 h 589430"/>
                  <a:gd name="connsiteX49" fmla="*/ 33449 w 158417"/>
                  <a:gd name="connsiteY49" fmla="*/ 29711 h 589430"/>
                  <a:gd name="connsiteX50" fmla="*/ 28288 w 158417"/>
                  <a:gd name="connsiteY50" fmla="*/ 15218 h 589430"/>
                  <a:gd name="connsiteX51" fmla="*/ 28004 w 158417"/>
                  <a:gd name="connsiteY51" fmla="*/ 14803 h 589430"/>
                  <a:gd name="connsiteX52" fmla="*/ 21054 w 158417"/>
                  <a:gd name="connsiteY52" fmla="*/ 8299 h 589430"/>
                  <a:gd name="connsiteX53" fmla="*/ 19184 w 158417"/>
                  <a:gd name="connsiteY53" fmla="*/ 7600 h 589430"/>
                  <a:gd name="connsiteX54" fmla="*/ 12641 w 158417"/>
                  <a:gd name="connsiteY54" fmla="*/ 7120 h 589430"/>
                  <a:gd name="connsiteX55" fmla="*/ 4716 w 158417"/>
                  <a:gd name="connsiteY55" fmla="*/ 659 h 589430"/>
                  <a:gd name="connsiteX56" fmla="*/ 1140 w 158417"/>
                  <a:gd name="connsiteY56" fmla="*/ 245 h 589430"/>
                  <a:gd name="connsiteX57" fmla="*/ 449 w 158417"/>
                  <a:gd name="connsiteY57" fmla="*/ 2209 h 589430"/>
                  <a:gd name="connsiteX58" fmla="*/ 9065 w 158417"/>
                  <a:gd name="connsiteY58" fmla="*/ 9237 h 589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58417" h="589430">
                    <a:moveTo>
                      <a:pt x="8943" y="9237"/>
                    </a:moveTo>
                    <a:cubicBezTo>
                      <a:pt x="9349" y="9565"/>
                      <a:pt x="9918" y="9761"/>
                      <a:pt x="10609" y="9827"/>
                    </a:cubicBezTo>
                    <a:lnTo>
                      <a:pt x="17152" y="10307"/>
                    </a:lnTo>
                    <a:lnTo>
                      <a:pt x="23208" y="16004"/>
                    </a:lnTo>
                    <a:lnTo>
                      <a:pt x="28288" y="30125"/>
                    </a:lnTo>
                    <a:lnTo>
                      <a:pt x="31661" y="51493"/>
                    </a:lnTo>
                    <a:lnTo>
                      <a:pt x="33246" y="74193"/>
                    </a:lnTo>
                    <a:lnTo>
                      <a:pt x="33531" y="99665"/>
                    </a:lnTo>
                    <a:lnTo>
                      <a:pt x="32433" y="152747"/>
                    </a:lnTo>
                    <a:lnTo>
                      <a:pt x="32352" y="181209"/>
                    </a:lnTo>
                    <a:lnTo>
                      <a:pt x="33043" y="207051"/>
                    </a:lnTo>
                    <a:lnTo>
                      <a:pt x="34627" y="228747"/>
                    </a:lnTo>
                    <a:lnTo>
                      <a:pt x="37107" y="246535"/>
                    </a:lnTo>
                    <a:lnTo>
                      <a:pt x="40358" y="264019"/>
                    </a:lnTo>
                    <a:lnTo>
                      <a:pt x="44828" y="278577"/>
                    </a:lnTo>
                    <a:lnTo>
                      <a:pt x="54867" y="305336"/>
                    </a:lnTo>
                    <a:lnTo>
                      <a:pt x="60027" y="317603"/>
                    </a:lnTo>
                    <a:lnTo>
                      <a:pt x="70553" y="339495"/>
                    </a:lnTo>
                    <a:lnTo>
                      <a:pt x="75999" y="350059"/>
                    </a:lnTo>
                    <a:lnTo>
                      <a:pt x="81567" y="362740"/>
                    </a:lnTo>
                    <a:lnTo>
                      <a:pt x="87216" y="373937"/>
                    </a:lnTo>
                    <a:lnTo>
                      <a:pt x="111437" y="430686"/>
                    </a:lnTo>
                    <a:lnTo>
                      <a:pt x="124442" y="478006"/>
                    </a:lnTo>
                    <a:lnTo>
                      <a:pt x="131188" y="500706"/>
                    </a:lnTo>
                    <a:lnTo>
                      <a:pt x="145168" y="554159"/>
                    </a:lnTo>
                    <a:lnTo>
                      <a:pt x="152403" y="585698"/>
                    </a:lnTo>
                    <a:lnTo>
                      <a:pt x="153378" y="589430"/>
                    </a:lnTo>
                    <a:lnTo>
                      <a:pt x="158417" y="589430"/>
                    </a:lnTo>
                    <a:lnTo>
                      <a:pt x="157442" y="585327"/>
                    </a:lnTo>
                    <a:lnTo>
                      <a:pt x="150208" y="553788"/>
                    </a:lnTo>
                    <a:lnTo>
                      <a:pt x="136147" y="500225"/>
                    </a:lnTo>
                    <a:lnTo>
                      <a:pt x="129481" y="477569"/>
                    </a:lnTo>
                    <a:lnTo>
                      <a:pt x="116396" y="430140"/>
                    </a:lnTo>
                    <a:lnTo>
                      <a:pt x="104000" y="401831"/>
                    </a:lnTo>
                    <a:lnTo>
                      <a:pt x="92214" y="373217"/>
                    </a:lnTo>
                    <a:lnTo>
                      <a:pt x="86565" y="362020"/>
                    </a:lnTo>
                    <a:lnTo>
                      <a:pt x="80916" y="349273"/>
                    </a:lnTo>
                    <a:lnTo>
                      <a:pt x="64945" y="316882"/>
                    </a:lnTo>
                    <a:lnTo>
                      <a:pt x="59906" y="304681"/>
                    </a:lnTo>
                    <a:lnTo>
                      <a:pt x="49989" y="278031"/>
                    </a:lnTo>
                    <a:lnTo>
                      <a:pt x="45519" y="263647"/>
                    </a:lnTo>
                    <a:lnTo>
                      <a:pt x="42268" y="246317"/>
                    </a:lnTo>
                    <a:lnTo>
                      <a:pt x="39789" y="228572"/>
                    </a:lnTo>
                    <a:lnTo>
                      <a:pt x="38204" y="206986"/>
                    </a:lnTo>
                    <a:lnTo>
                      <a:pt x="37513" y="181187"/>
                    </a:lnTo>
                    <a:lnTo>
                      <a:pt x="37716" y="152790"/>
                    </a:lnTo>
                    <a:lnTo>
                      <a:pt x="38691" y="99665"/>
                    </a:lnTo>
                    <a:lnTo>
                      <a:pt x="38407" y="74149"/>
                    </a:lnTo>
                    <a:lnTo>
                      <a:pt x="36822" y="51341"/>
                    </a:lnTo>
                    <a:lnTo>
                      <a:pt x="33449" y="29711"/>
                    </a:lnTo>
                    <a:lnTo>
                      <a:pt x="28288" y="15218"/>
                    </a:lnTo>
                    <a:cubicBezTo>
                      <a:pt x="28206" y="15065"/>
                      <a:pt x="28084" y="14890"/>
                      <a:pt x="28004" y="14803"/>
                    </a:cubicBezTo>
                    <a:lnTo>
                      <a:pt x="21054" y="8299"/>
                    </a:lnTo>
                    <a:cubicBezTo>
                      <a:pt x="20647" y="7928"/>
                      <a:pt x="19956" y="7666"/>
                      <a:pt x="19184" y="7600"/>
                    </a:cubicBezTo>
                    <a:lnTo>
                      <a:pt x="12641" y="7120"/>
                    </a:lnTo>
                    <a:lnTo>
                      <a:pt x="4716" y="659"/>
                    </a:lnTo>
                    <a:cubicBezTo>
                      <a:pt x="3904" y="-39"/>
                      <a:pt x="2319" y="-192"/>
                      <a:pt x="1140" y="245"/>
                    </a:cubicBezTo>
                    <a:cubicBezTo>
                      <a:pt x="-38" y="725"/>
                      <a:pt x="-364" y="1576"/>
                      <a:pt x="449" y="2209"/>
                    </a:cubicBezTo>
                    <a:lnTo>
                      <a:pt x="9065" y="923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6" name="Freeform: Shape 545">
                <a:extLst>
                  <a:ext uri="{FF2B5EF4-FFF2-40B4-BE49-F238E27FC236}">
                    <a16:creationId xmlns:a16="http://schemas.microsoft.com/office/drawing/2014/main" id="{3647D01B-3942-424F-A44F-863E27F85D7E}"/>
                  </a:ext>
                </a:extLst>
              </p:cNvPr>
              <p:cNvSpPr/>
              <p:nvPr/>
            </p:nvSpPr>
            <p:spPr>
              <a:xfrm>
                <a:off x="11038487" y="5695478"/>
                <a:ext cx="1153552" cy="95789"/>
              </a:xfrm>
              <a:custGeom>
                <a:avLst/>
                <a:gdLst>
                  <a:gd name="connsiteX0" fmla="*/ 1153512 w 1153552"/>
                  <a:gd name="connsiteY0" fmla="*/ 92908 h 95789"/>
                  <a:gd name="connsiteX1" fmla="*/ 1081091 w 1153552"/>
                  <a:gd name="connsiteY1" fmla="*/ 85662 h 95789"/>
                  <a:gd name="connsiteX2" fmla="*/ 1058252 w 1153552"/>
                  <a:gd name="connsiteY2" fmla="*/ 82300 h 95789"/>
                  <a:gd name="connsiteX3" fmla="*/ 1056342 w 1153552"/>
                  <a:gd name="connsiteY3" fmla="*/ 82410 h 95789"/>
                  <a:gd name="connsiteX4" fmla="*/ 1054472 w 1153552"/>
                  <a:gd name="connsiteY4" fmla="*/ 83042 h 95789"/>
                  <a:gd name="connsiteX5" fmla="*/ 1032242 w 1153552"/>
                  <a:gd name="connsiteY5" fmla="*/ 80860 h 95789"/>
                  <a:gd name="connsiteX6" fmla="*/ 1010012 w 1153552"/>
                  <a:gd name="connsiteY6" fmla="*/ 77455 h 95789"/>
                  <a:gd name="connsiteX7" fmla="*/ 1008305 w 1153552"/>
                  <a:gd name="connsiteY7" fmla="*/ 77520 h 95789"/>
                  <a:gd name="connsiteX8" fmla="*/ 1005339 w 1153552"/>
                  <a:gd name="connsiteY8" fmla="*/ 78219 h 95789"/>
                  <a:gd name="connsiteX9" fmla="*/ 982133 w 1153552"/>
                  <a:gd name="connsiteY9" fmla="*/ 76997 h 95789"/>
                  <a:gd name="connsiteX10" fmla="*/ 934909 w 1153552"/>
                  <a:gd name="connsiteY10" fmla="*/ 72260 h 95789"/>
                  <a:gd name="connsiteX11" fmla="*/ 913492 w 1153552"/>
                  <a:gd name="connsiteY11" fmla="*/ 69379 h 95789"/>
                  <a:gd name="connsiteX12" fmla="*/ 892563 w 1153552"/>
                  <a:gd name="connsiteY12" fmla="*/ 67196 h 95789"/>
                  <a:gd name="connsiteX13" fmla="*/ 890977 w 1153552"/>
                  <a:gd name="connsiteY13" fmla="*/ 67306 h 95789"/>
                  <a:gd name="connsiteX14" fmla="*/ 889189 w 1153552"/>
                  <a:gd name="connsiteY14" fmla="*/ 67786 h 95789"/>
                  <a:gd name="connsiteX15" fmla="*/ 867163 w 1153552"/>
                  <a:gd name="connsiteY15" fmla="*/ 68899 h 95789"/>
                  <a:gd name="connsiteX16" fmla="*/ 846030 w 1153552"/>
                  <a:gd name="connsiteY16" fmla="*/ 66280 h 95789"/>
                  <a:gd name="connsiteX17" fmla="*/ 824206 w 1153552"/>
                  <a:gd name="connsiteY17" fmla="*/ 62176 h 95789"/>
                  <a:gd name="connsiteX18" fmla="*/ 801895 w 1153552"/>
                  <a:gd name="connsiteY18" fmla="*/ 60408 h 95789"/>
                  <a:gd name="connsiteX19" fmla="*/ 800797 w 1153552"/>
                  <a:gd name="connsiteY19" fmla="*/ 60474 h 95789"/>
                  <a:gd name="connsiteX20" fmla="*/ 797627 w 1153552"/>
                  <a:gd name="connsiteY20" fmla="*/ 60998 h 95789"/>
                  <a:gd name="connsiteX21" fmla="*/ 775885 w 1153552"/>
                  <a:gd name="connsiteY21" fmla="*/ 62176 h 95789"/>
                  <a:gd name="connsiteX22" fmla="*/ 756541 w 1153552"/>
                  <a:gd name="connsiteY22" fmla="*/ 64315 h 95789"/>
                  <a:gd name="connsiteX23" fmla="*/ 737480 w 1153552"/>
                  <a:gd name="connsiteY23" fmla="*/ 66651 h 95789"/>
                  <a:gd name="connsiteX24" fmla="*/ 716632 w 1153552"/>
                  <a:gd name="connsiteY24" fmla="*/ 66389 h 95789"/>
                  <a:gd name="connsiteX25" fmla="*/ 695296 w 1153552"/>
                  <a:gd name="connsiteY25" fmla="*/ 64577 h 95789"/>
                  <a:gd name="connsiteX26" fmla="*/ 694117 w 1153552"/>
                  <a:gd name="connsiteY26" fmla="*/ 63682 h 95789"/>
                  <a:gd name="connsiteX27" fmla="*/ 692329 w 1153552"/>
                  <a:gd name="connsiteY27" fmla="*/ 63093 h 95789"/>
                  <a:gd name="connsiteX28" fmla="*/ 671115 w 1153552"/>
                  <a:gd name="connsiteY28" fmla="*/ 61762 h 95789"/>
                  <a:gd name="connsiteX29" fmla="*/ 670424 w 1153552"/>
                  <a:gd name="connsiteY29" fmla="*/ 61762 h 95789"/>
                  <a:gd name="connsiteX30" fmla="*/ 650673 w 1153552"/>
                  <a:gd name="connsiteY30" fmla="*/ 63682 h 95789"/>
                  <a:gd name="connsiteX31" fmla="*/ 629663 w 1153552"/>
                  <a:gd name="connsiteY31" fmla="*/ 63355 h 95789"/>
                  <a:gd name="connsiteX32" fmla="*/ 607554 w 1153552"/>
                  <a:gd name="connsiteY32" fmla="*/ 62089 h 95789"/>
                  <a:gd name="connsiteX33" fmla="*/ 558543 w 1153552"/>
                  <a:gd name="connsiteY33" fmla="*/ 61674 h 95789"/>
                  <a:gd name="connsiteX34" fmla="*/ 501199 w 1153552"/>
                  <a:gd name="connsiteY34" fmla="*/ 58313 h 95789"/>
                  <a:gd name="connsiteX35" fmla="*/ 461007 w 1153552"/>
                  <a:gd name="connsiteY35" fmla="*/ 45850 h 95789"/>
                  <a:gd name="connsiteX36" fmla="*/ 440687 w 1153552"/>
                  <a:gd name="connsiteY36" fmla="*/ 41419 h 95789"/>
                  <a:gd name="connsiteX37" fmla="*/ 381433 w 1153552"/>
                  <a:gd name="connsiteY37" fmla="*/ 35832 h 95789"/>
                  <a:gd name="connsiteX38" fmla="*/ 86549 w 1153552"/>
                  <a:gd name="connsiteY38" fmla="*/ 6955 h 95789"/>
                  <a:gd name="connsiteX39" fmla="*/ 51721 w 1153552"/>
                  <a:gd name="connsiteY39" fmla="*/ 5253 h 95789"/>
                  <a:gd name="connsiteX40" fmla="*/ 31563 w 1153552"/>
                  <a:gd name="connsiteY40" fmla="*/ 2634 h 95789"/>
                  <a:gd name="connsiteX41" fmla="*/ 16689 w 1153552"/>
                  <a:gd name="connsiteY41" fmla="*/ 866 h 95789"/>
                  <a:gd name="connsiteX42" fmla="*/ 2791 w 1153552"/>
                  <a:gd name="connsiteY42" fmla="*/ 14 h 95789"/>
                  <a:gd name="connsiteX43" fmla="*/ 27 w 1153552"/>
                  <a:gd name="connsiteY43" fmla="*/ 1237 h 95789"/>
                  <a:gd name="connsiteX44" fmla="*/ 2221 w 1153552"/>
                  <a:gd name="connsiteY44" fmla="*/ 2786 h 95789"/>
                  <a:gd name="connsiteX45" fmla="*/ 15917 w 1153552"/>
                  <a:gd name="connsiteY45" fmla="*/ 3638 h 95789"/>
                  <a:gd name="connsiteX46" fmla="*/ 50949 w 1153552"/>
                  <a:gd name="connsiteY46" fmla="*/ 8003 h 95789"/>
                  <a:gd name="connsiteX47" fmla="*/ 85859 w 1153552"/>
                  <a:gd name="connsiteY47" fmla="*/ 9771 h 95789"/>
                  <a:gd name="connsiteX48" fmla="*/ 439386 w 1153552"/>
                  <a:gd name="connsiteY48" fmla="*/ 44148 h 95789"/>
                  <a:gd name="connsiteX49" fmla="*/ 458812 w 1153552"/>
                  <a:gd name="connsiteY49" fmla="*/ 48404 h 95789"/>
                  <a:gd name="connsiteX50" fmla="*/ 478766 w 1153552"/>
                  <a:gd name="connsiteY50" fmla="*/ 54690 h 95789"/>
                  <a:gd name="connsiteX51" fmla="*/ 499208 w 1153552"/>
                  <a:gd name="connsiteY51" fmla="*/ 60932 h 95789"/>
                  <a:gd name="connsiteX52" fmla="*/ 500183 w 1153552"/>
                  <a:gd name="connsiteY52" fmla="*/ 61085 h 95789"/>
                  <a:gd name="connsiteX53" fmla="*/ 558136 w 1153552"/>
                  <a:gd name="connsiteY53" fmla="*/ 64490 h 95789"/>
                  <a:gd name="connsiteX54" fmla="*/ 607270 w 1153552"/>
                  <a:gd name="connsiteY54" fmla="*/ 64905 h 95789"/>
                  <a:gd name="connsiteX55" fmla="*/ 629378 w 1153552"/>
                  <a:gd name="connsiteY55" fmla="*/ 66192 h 95789"/>
                  <a:gd name="connsiteX56" fmla="*/ 651120 w 1153552"/>
                  <a:gd name="connsiteY56" fmla="*/ 66454 h 95789"/>
                  <a:gd name="connsiteX57" fmla="*/ 670953 w 1153552"/>
                  <a:gd name="connsiteY57" fmla="*/ 64599 h 95789"/>
                  <a:gd name="connsiteX58" fmla="*/ 690704 w 1153552"/>
                  <a:gd name="connsiteY58" fmla="*/ 65821 h 95789"/>
                  <a:gd name="connsiteX59" fmla="*/ 691882 w 1153552"/>
                  <a:gd name="connsiteY59" fmla="*/ 66738 h 95789"/>
                  <a:gd name="connsiteX60" fmla="*/ 693589 w 1153552"/>
                  <a:gd name="connsiteY60" fmla="*/ 67327 h 95789"/>
                  <a:gd name="connsiteX61" fmla="*/ 716307 w 1153552"/>
                  <a:gd name="connsiteY61" fmla="*/ 69183 h 95789"/>
                  <a:gd name="connsiteX62" fmla="*/ 738049 w 1153552"/>
                  <a:gd name="connsiteY62" fmla="*/ 69445 h 95789"/>
                  <a:gd name="connsiteX63" fmla="*/ 757597 w 1153552"/>
                  <a:gd name="connsiteY63" fmla="*/ 67044 h 95789"/>
                  <a:gd name="connsiteX64" fmla="*/ 776739 w 1153552"/>
                  <a:gd name="connsiteY64" fmla="*/ 65014 h 95789"/>
                  <a:gd name="connsiteX65" fmla="*/ 798643 w 1153552"/>
                  <a:gd name="connsiteY65" fmla="*/ 63792 h 95789"/>
                  <a:gd name="connsiteX66" fmla="*/ 801732 w 1153552"/>
                  <a:gd name="connsiteY66" fmla="*/ 63268 h 95789"/>
                  <a:gd name="connsiteX67" fmla="*/ 821565 w 1153552"/>
                  <a:gd name="connsiteY67" fmla="*/ 64817 h 95789"/>
                  <a:gd name="connsiteX68" fmla="*/ 823068 w 1153552"/>
                  <a:gd name="connsiteY68" fmla="*/ 64926 h 95789"/>
                  <a:gd name="connsiteX69" fmla="*/ 844689 w 1153552"/>
                  <a:gd name="connsiteY69" fmla="*/ 69030 h 95789"/>
                  <a:gd name="connsiteX70" fmla="*/ 866512 w 1153552"/>
                  <a:gd name="connsiteY70" fmla="*/ 71693 h 95789"/>
                  <a:gd name="connsiteX71" fmla="*/ 867285 w 1153552"/>
                  <a:gd name="connsiteY71" fmla="*/ 71736 h 95789"/>
                  <a:gd name="connsiteX72" fmla="*/ 890083 w 1153552"/>
                  <a:gd name="connsiteY72" fmla="*/ 70558 h 95789"/>
                  <a:gd name="connsiteX73" fmla="*/ 890977 w 1153552"/>
                  <a:gd name="connsiteY73" fmla="*/ 70449 h 95789"/>
                  <a:gd name="connsiteX74" fmla="*/ 892481 w 1153552"/>
                  <a:gd name="connsiteY74" fmla="*/ 70078 h 95789"/>
                  <a:gd name="connsiteX75" fmla="*/ 912435 w 1153552"/>
                  <a:gd name="connsiteY75" fmla="*/ 72151 h 95789"/>
                  <a:gd name="connsiteX76" fmla="*/ 933853 w 1153552"/>
                  <a:gd name="connsiteY76" fmla="*/ 74989 h 95789"/>
                  <a:gd name="connsiteX77" fmla="*/ 981483 w 1153552"/>
                  <a:gd name="connsiteY77" fmla="*/ 79790 h 95789"/>
                  <a:gd name="connsiteX78" fmla="*/ 1005583 w 1153552"/>
                  <a:gd name="connsiteY78" fmla="*/ 81056 h 95789"/>
                  <a:gd name="connsiteX79" fmla="*/ 1006801 w 1153552"/>
                  <a:gd name="connsiteY79" fmla="*/ 80947 h 95789"/>
                  <a:gd name="connsiteX80" fmla="*/ 1009565 w 1153552"/>
                  <a:gd name="connsiteY80" fmla="*/ 80314 h 95789"/>
                  <a:gd name="connsiteX81" fmla="*/ 1031185 w 1153552"/>
                  <a:gd name="connsiteY81" fmla="*/ 83610 h 95789"/>
                  <a:gd name="connsiteX82" fmla="*/ 1054513 w 1153552"/>
                  <a:gd name="connsiteY82" fmla="*/ 85902 h 95789"/>
                  <a:gd name="connsiteX83" fmla="*/ 1056220 w 1153552"/>
                  <a:gd name="connsiteY83" fmla="*/ 85749 h 95789"/>
                  <a:gd name="connsiteX84" fmla="*/ 1058008 w 1153552"/>
                  <a:gd name="connsiteY84" fmla="*/ 85225 h 95789"/>
                  <a:gd name="connsiteX85" fmla="*/ 1080035 w 1153552"/>
                  <a:gd name="connsiteY85" fmla="*/ 88477 h 95789"/>
                  <a:gd name="connsiteX86" fmla="*/ 1153553 w 1153552"/>
                  <a:gd name="connsiteY86" fmla="*/ 95789 h 95789"/>
                  <a:gd name="connsiteX87" fmla="*/ 1153553 w 1153552"/>
                  <a:gd name="connsiteY87" fmla="*/ 92952 h 9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153552" h="95789">
                    <a:moveTo>
                      <a:pt x="1153512" y="92908"/>
                    </a:moveTo>
                    <a:lnTo>
                      <a:pt x="1081091" y="85662"/>
                    </a:lnTo>
                    <a:lnTo>
                      <a:pt x="1058252" y="82300"/>
                    </a:lnTo>
                    <a:cubicBezTo>
                      <a:pt x="1057642" y="82191"/>
                      <a:pt x="1056951" y="82235"/>
                      <a:pt x="1056342" y="82410"/>
                    </a:cubicBezTo>
                    <a:lnTo>
                      <a:pt x="1054472" y="83042"/>
                    </a:lnTo>
                    <a:lnTo>
                      <a:pt x="1032242" y="80860"/>
                    </a:lnTo>
                    <a:lnTo>
                      <a:pt x="1010012" y="77455"/>
                    </a:lnTo>
                    <a:cubicBezTo>
                      <a:pt x="1009403" y="77346"/>
                      <a:pt x="1008915" y="77389"/>
                      <a:pt x="1008305" y="77520"/>
                    </a:cubicBezTo>
                    <a:lnTo>
                      <a:pt x="1005339" y="78219"/>
                    </a:lnTo>
                    <a:lnTo>
                      <a:pt x="982133" y="76997"/>
                    </a:lnTo>
                    <a:lnTo>
                      <a:pt x="934909" y="72260"/>
                    </a:lnTo>
                    <a:lnTo>
                      <a:pt x="913492" y="69379"/>
                    </a:lnTo>
                    <a:lnTo>
                      <a:pt x="892563" y="67196"/>
                    </a:lnTo>
                    <a:cubicBezTo>
                      <a:pt x="892075" y="67153"/>
                      <a:pt x="891465" y="67196"/>
                      <a:pt x="890977" y="67306"/>
                    </a:cubicBezTo>
                    <a:lnTo>
                      <a:pt x="889189" y="67786"/>
                    </a:lnTo>
                    <a:lnTo>
                      <a:pt x="867163" y="68899"/>
                    </a:lnTo>
                    <a:lnTo>
                      <a:pt x="846030" y="66280"/>
                    </a:lnTo>
                    <a:lnTo>
                      <a:pt x="824206" y="62176"/>
                    </a:lnTo>
                    <a:lnTo>
                      <a:pt x="801895" y="60408"/>
                    </a:lnTo>
                    <a:cubicBezTo>
                      <a:pt x="801488" y="60408"/>
                      <a:pt x="801123" y="60408"/>
                      <a:pt x="800797" y="60474"/>
                    </a:cubicBezTo>
                    <a:lnTo>
                      <a:pt x="797627" y="60998"/>
                    </a:lnTo>
                    <a:lnTo>
                      <a:pt x="775885" y="62176"/>
                    </a:lnTo>
                    <a:lnTo>
                      <a:pt x="756541" y="64315"/>
                    </a:lnTo>
                    <a:lnTo>
                      <a:pt x="737480" y="66651"/>
                    </a:lnTo>
                    <a:lnTo>
                      <a:pt x="716632" y="66389"/>
                    </a:lnTo>
                    <a:lnTo>
                      <a:pt x="695296" y="64577"/>
                    </a:lnTo>
                    <a:lnTo>
                      <a:pt x="694117" y="63682"/>
                    </a:lnTo>
                    <a:cubicBezTo>
                      <a:pt x="693712" y="63355"/>
                      <a:pt x="693142" y="63137"/>
                      <a:pt x="692329" y="63093"/>
                    </a:cubicBezTo>
                    <a:lnTo>
                      <a:pt x="671115" y="61762"/>
                    </a:lnTo>
                    <a:lnTo>
                      <a:pt x="670424" y="61762"/>
                    </a:lnTo>
                    <a:lnTo>
                      <a:pt x="650673" y="63682"/>
                    </a:lnTo>
                    <a:lnTo>
                      <a:pt x="629663" y="63355"/>
                    </a:lnTo>
                    <a:lnTo>
                      <a:pt x="607554" y="62089"/>
                    </a:lnTo>
                    <a:lnTo>
                      <a:pt x="558543" y="61674"/>
                    </a:lnTo>
                    <a:lnTo>
                      <a:pt x="501199" y="58313"/>
                    </a:lnTo>
                    <a:lnTo>
                      <a:pt x="461007" y="45850"/>
                    </a:lnTo>
                    <a:lnTo>
                      <a:pt x="440687" y="41419"/>
                    </a:lnTo>
                    <a:lnTo>
                      <a:pt x="381433" y="35832"/>
                    </a:lnTo>
                    <a:lnTo>
                      <a:pt x="86549" y="6955"/>
                    </a:lnTo>
                    <a:lnTo>
                      <a:pt x="51721" y="5253"/>
                    </a:lnTo>
                    <a:lnTo>
                      <a:pt x="31563" y="2634"/>
                    </a:lnTo>
                    <a:lnTo>
                      <a:pt x="16689" y="866"/>
                    </a:lnTo>
                    <a:lnTo>
                      <a:pt x="2791" y="14"/>
                    </a:lnTo>
                    <a:cubicBezTo>
                      <a:pt x="1409" y="-95"/>
                      <a:pt x="108" y="429"/>
                      <a:pt x="27" y="1237"/>
                    </a:cubicBezTo>
                    <a:cubicBezTo>
                      <a:pt x="-176" y="1979"/>
                      <a:pt x="799" y="2677"/>
                      <a:pt x="2221" y="2786"/>
                    </a:cubicBezTo>
                    <a:lnTo>
                      <a:pt x="15917" y="3638"/>
                    </a:lnTo>
                    <a:lnTo>
                      <a:pt x="50949" y="8003"/>
                    </a:lnTo>
                    <a:lnTo>
                      <a:pt x="85859" y="9771"/>
                    </a:lnTo>
                    <a:lnTo>
                      <a:pt x="439386" y="44148"/>
                    </a:lnTo>
                    <a:lnTo>
                      <a:pt x="458812" y="48404"/>
                    </a:lnTo>
                    <a:lnTo>
                      <a:pt x="478766" y="54690"/>
                    </a:lnTo>
                    <a:lnTo>
                      <a:pt x="499208" y="60932"/>
                    </a:lnTo>
                    <a:cubicBezTo>
                      <a:pt x="499493" y="61041"/>
                      <a:pt x="499899" y="61085"/>
                      <a:pt x="500183" y="61085"/>
                    </a:cubicBezTo>
                    <a:lnTo>
                      <a:pt x="558136" y="64490"/>
                    </a:lnTo>
                    <a:lnTo>
                      <a:pt x="607270" y="64905"/>
                    </a:lnTo>
                    <a:lnTo>
                      <a:pt x="629378" y="66192"/>
                    </a:lnTo>
                    <a:lnTo>
                      <a:pt x="651120" y="66454"/>
                    </a:lnTo>
                    <a:lnTo>
                      <a:pt x="670953" y="64599"/>
                    </a:lnTo>
                    <a:lnTo>
                      <a:pt x="690704" y="65821"/>
                    </a:lnTo>
                    <a:lnTo>
                      <a:pt x="691882" y="66738"/>
                    </a:lnTo>
                    <a:cubicBezTo>
                      <a:pt x="692289" y="67065"/>
                      <a:pt x="692857" y="67262"/>
                      <a:pt x="693589" y="67327"/>
                    </a:cubicBezTo>
                    <a:lnTo>
                      <a:pt x="716307" y="69183"/>
                    </a:lnTo>
                    <a:lnTo>
                      <a:pt x="738049" y="69445"/>
                    </a:lnTo>
                    <a:lnTo>
                      <a:pt x="757597" y="67044"/>
                    </a:lnTo>
                    <a:lnTo>
                      <a:pt x="776739" y="65014"/>
                    </a:lnTo>
                    <a:lnTo>
                      <a:pt x="798643" y="63792"/>
                    </a:lnTo>
                    <a:lnTo>
                      <a:pt x="801732" y="63268"/>
                    </a:lnTo>
                    <a:lnTo>
                      <a:pt x="821565" y="64817"/>
                    </a:lnTo>
                    <a:lnTo>
                      <a:pt x="823068" y="64926"/>
                    </a:lnTo>
                    <a:lnTo>
                      <a:pt x="844689" y="69030"/>
                    </a:lnTo>
                    <a:lnTo>
                      <a:pt x="866512" y="71693"/>
                    </a:lnTo>
                    <a:cubicBezTo>
                      <a:pt x="866512" y="71693"/>
                      <a:pt x="867000" y="71736"/>
                      <a:pt x="867285" y="71736"/>
                    </a:cubicBezTo>
                    <a:lnTo>
                      <a:pt x="890083" y="70558"/>
                    </a:lnTo>
                    <a:cubicBezTo>
                      <a:pt x="890409" y="70558"/>
                      <a:pt x="890693" y="70514"/>
                      <a:pt x="890977" y="70449"/>
                    </a:cubicBezTo>
                    <a:lnTo>
                      <a:pt x="892481" y="70078"/>
                    </a:lnTo>
                    <a:lnTo>
                      <a:pt x="912435" y="72151"/>
                    </a:lnTo>
                    <a:lnTo>
                      <a:pt x="933853" y="74989"/>
                    </a:lnTo>
                    <a:lnTo>
                      <a:pt x="981483" y="79790"/>
                    </a:lnTo>
                    <a:lnTo>
                      <a:pt x="1005583" y="81056"/>
                    </a:lnTo>
                    <a:cubicBezTo>
                      <a:pt x="1005989" y="81056"/>
                      <a:pt x="1006395" y="81056"/>
                      <a:pt x="1006801" y="80947"/>
                    </a:cubicBezTo>
                    <a:lnTo>
                      <a:pt x="1009565" y="80314"/>
                    </a:lnTo>
                    <a:lnTo>
                      <a:pt x="1031185" y="83610"/>
                    </a:lnTo>
                    <a:lnTo>
                      <a:pt x="1054513" y="85902"/>
                    </a:lnTo>
                    <a:cubicBezTo>
                      <a:pt x="1055123" y="85967"/>
                      <a:pt x="1055691" y="85902"/>
                      <a:pt x="1056220" y="85749"/>
                    </a:cubicBezTo>
                    <a:lnTo>
                      <a:pt x="1058008" y="85225"/>
                    </a:lnTo>
                    <a:lnTo>
                      <a:pt x="1080035" y="88477"/>
                    </a:lnTo>
                    <a:lnTo>
                      <a:pt x="1153553" y="95789"/>
                    </a:lnTo>
                    <a:lnTo>
                      <a:pt x="1153553" y="9295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7" name="Freeform: Shape 546">
                <a:extLst>
                  <a:ext uri="{FF2B5EF4-FFF2-40B4-BE49-F238E27FC236}">
                    <a16:creationId xmlns:a16="http://schemas.microsoft.com/office/drawing/2014/main" id="{85991DCD-C6C6-431C-A9F0-3607B348FDAE}"/>
                  </a:ext>
                </a:extLst>
              </p:cNvPr>
              <p:cNvSpPr/>
              <p:nvPr/>
            </p:nvSpPr>
            <p:spPr>
              <a:xfrm>
                <a:off x="195681" y="6187615"/>
                <a:ext cx="6294810" cy="715452"/>
              </a:xfrm>
              <a:custGeom>
                <a:avLst/>
                <a:gdLst>
                  <a:gd name="connsiteX0" fmla="*/ 9632 w 6294810"/>
                  <a:gd name="connsiteY0" fmla="*/ 715278 h 715452"/>
                  <a:gd name="connsiteX1" fmla="*/ 65837 w 6294810"/>
                  <a:gd name="connsiteY1" fmla="*/ 695721 h 715452"/>
                  <a:gd name="connsiteX2" fmla="*/ 257576 w 6294810"/>
                  <a:gd name="connsiteY2" fmla="*/ 695721 h 715452"/>
                  <a:gd name="connsiteX3" fmla="*/ 258958 w 6294810"/>
                  <a:gd name="connsiteY3" fmla="*/ 695503 h 715452"/>
                  <a:gd name="connsiteX4" fmla="*/ 330525 w 6294810"/>
                  <a:gd name="connsiteY4" fmla="*/ 669551 h 715452"/>
                  <a:gd name="connsiteX5" fmla="*/ 519948 w 6294810"/>
                  <a:gd name="connsiteY5" fmla="*/ 671319 h 715452"/>
                  <a:gd name="connsiteX6" fmla="*/ 519989 w 6294810"/>
                  <a:gd name="connsiteY6" fmla="*/ 671319 h 715452"/>
                  <a:gd name="connsiteX7" fmla="*/ 521492 w 6294810"/>
                  <a:gd name="connsiteY7" fmla="*/ 671057 h 715452"/>
                  <a:gd name="connsiteX8" fmla="*/ 588955 w 6294810"/>
                  <a:gd name="connsiteY8" fmla="*/ 645040 h 715452"/>
                  <a:gd name="connsiteX9" fmla="*/ 964428 w 6294810"/>
                  <a:gd name="connsiteY9" fmla="*/ 648663 h 715452"/>
                  <a:gd name="connsiteX10" fmla="*/ 965972 w 6294810"/>
                  <a:gd name="connsiteY10" fmla="*/ 648401 h 715452"/>
                  <a:gd name="connsiteX11" fmla="*/ 1027989 w 6294810"/>
                  <a:gd name="connsiteY11" fmla="*/ 623453 h 715452"/>
                  <a:gd name="connsiteX12" fmla="*/ 1088542 w 6294810"/>
                  <a:gd name="connsiteY12" fmla="*/ 598898 h 715452"/>
                  <a:gd name="connsiteX13" fmla="*/ 1147755 w 6294810"/>
                  <a:gd name="connsiteY13" fmla="*/ 573754 h 715452"/>
                  <a:gd name="connsiteX14" fmla="*/ 1261953 w 6294810"/>
                  <a:gd name="connsiteY14" fmla="*/ 522484 h 715452"/>
                  <a:gd name="connsiteX15" fmla="*/ 1317183 w 6294810"/>
                  <a:gd name="connsiteY15" fmla="*/ 499042 h 715452"/>
                  <a:gd name="connsiteX16" fmla="*/ 1371194 w 6294810"/>
                  <a:gd name="connsiteY16" fmla="*/ 474640 h 715452"/>
                  <a:gd name="connsiteX17" fmla="*/ 1423822 w 6294810"/>
                  <a:gd name="connsiteY17" fmla="*/ 448732 h 715452"/>
                  <a:gd name="connsiteX18" fmla="*/ 1475029 w 6294810"/>
                  <a:gd name="connsiteY18" fmla="*/ 426294 h 715452"/>
                  <a:gd name="connsiteX19" fmla="*/ 1525382 w 6294810"/>
                  <a:gd name="connsiteY19" fmla="*/ 411539 h 715452"/>
                  <a:gd name="connsiteX20" fmla="*/ 1574516 w 6294810"/>
                  <a:gd name="connsiteY20" fmla="*/ 395606 h 715452"/>
                  <a:gd name="connsiteX21" fmla="*/ 1622715 w 6294810"/>
                  <a:gd name="connsiteY21" fmla="*/ 382117 h 715452"/>
                  <a:gd name="connsiteX22" fmla="*/ 1669776 w 6294810"/>
                  <a:gd name="connsiteY22" fmla="*/ 368476 h 715452"/>
                  <a:gd name="connsiteX23" fmla="*/ 1716024 w 6294810"/>
                  <a:gd name="connsiteY23" fmla="*/ 355576 h 715452"/>
                  <a:gd name="connsiteX24" fmla="*/ 1761378 w 6294810"/>
                  <a:gd name="connsiteY24" fmla="*/ 341563 h 715452"/>
                  <a:gd name="connsiteX25" fmla="*/ 1805838 w 6294810"/>
                  <a:gd name="connsiteY25" fmla="*/ 325848 h 715452"/>
                  <a:gd name="connsiteX26" fmla="*/ 1849079 w 6294810"/>
                  <a:gd name="connsiteY26" fmla="*/ 308998 h 715452"/>
                  <a:gd name="connsiteX27" fmla="*/ 1891548 w 6294810"/>
                  <a:gd name="connsiteY27" fmla="*/ 295728 h 715452"/>
                  <a:gd name="connsiteX28" fmla="*/ 1933326 w 6294810"/>
                  <a:gd name="connsiteY28" fmla="*/ 283418 h 715452"/>
                  <a:gd name="connsiteX29" fmla="*/ 1974251 w 6294810"/>
                  <a:gd name="connsiteY29" fmla="*/ 270300 h 715452"/>
                  <a:gd name="connsiteX30" fmla="*/ 2014484 w 6294810"/>
                  <a:gd name="connsiteY30" fmla="*/ 257029 h 715452"/>
                  <a:gd name="connsiteX31" fmla="*/ 2053986 w 6294810"/>
                  <a:gd name="connsiteY31" fmla="*/ 242231 h 715452"/>
                  <a:gd name="connsiteX32" fmla="*/ 2092635 w 6294810"/>
                  <a:gd name="connsiteY32" fmla="*/ 225337 h 715452"/>
                  <a:gd name="connsiteX33" fmla="*/ 2130633 w 6294810"/>
                  <a:gd name="connsiteY33" fmla="*/ 209295 h 715452"/>
                  <a:gd name="connsiteX34" fmla="*/ 2167900 w 6294810"/>
                  <a:gd name="connsiteY34" fmla="*/ 192510 h 715452"/>
                  <a:gd name="connsiteX35" fmla="*/ 2204680 w 6294810"/>
                  <a:gd name="connsiteY35" fmla="*/ 174612 h 715452"/>
                  <a:gd name="connsiteX36" fmla="*/ 2240849 w 6294810"/>
                  <a:gd name="connsiteY36" fmla="*/ 153135 h 715452"/>
                  <a:gd name="connsiteX37" fmla="*/ 2276247 w 6294810"/>
                  <a:gd name="connsiteY37" fmla="*/ 126965 h 715452"/>
                  <a:gd name="connsiteX38" fmla="*/ 2311116 w 6294810"/>
                  <a:gd name="connsiteY38" fmla="*/ 99682 h 715452"/>
                  <a:gd name="connsiteX39" fmla="*/ 2345375 w 6294810"/>
                  <a:gd name="connsiteY39" fmla="*/ 68448 h 715452"/>
                  <a:gd name="connsiteX40" fmla="*/ 2378944 w 6294810"/>
                  <a:gd name="connsiteY40" fmla="*/ 36647 h 715452"/>
                  <a:gd name="connsiteX41" fmla="*/ 2411293 w 6294810"/>
                  <a:gd name="connsiteY41" fmla="*/ 7290 h 715452"/>
                  <a:gd name="connsiteX42" fmla="*/ 2545405 w 6294810"/>
                  <a:gd name="connsiteY42" fmla="*/ 2706 h 715452"/>
                  <a:gd name="connsiteX43" fmla="*/ 2680980 w 6294810"/>
                  <a:gd name="connsiteY43" fmla="*/ 8731 h 715452"/>
                  <a:gd name="connsiteX44" fmla="*/ 2816677 w 6294810"/>
                  <a:gd name="connsiteY44" fmla="*/ 19229 h 715452"/>
                  <a:gd name="connsiteX45" fmla="*/ 2952659 w 6294810"/>
                  <a:gd name="connsiteY45" fmla="*/ 30208 h 715452"/>
                  <a:gd name="connsiteX46" fmla="*/ 3088559 w 6294810"/>
                  <a:gd name="connsiteY46" fmla="*/ 33722 h 715452"/>
                  <a:gd name="connsiteX47" fmla="*/ 3224784 w 6294810"/>
                  <a:gd name="connsiteY47" fmla="*/ 39200 h 715452"/>
                  <a:gd name="connsiteX48" fmla="*/ 3360969 w 6294810"/>
                  <a:gd name="connsiteY48" fmla="*/ 38458 h 715452"/>
                  <a:gd name="connsiteX49" fmla="*/ 3497194 w 6294810"/>
                  <a:gd name="connsiteY49" fmla="*/ 37498 h 715452"/>
                  <a:gd name="connsiteX50" fmla="*/ 3769848 w 6294810"/>
                  <a:gd name="connsiteY50" fmla="*/ 36210 h 715452"/>
                  <a:gd name="connsiteX51" fmla="*/ 3906357 w 6294810"/>
                  <a:gd name="connsiteY51" fmla="*/ 34355 h 715452"/>
                  <a:gd name="connsiteX52" fmla="*/ 4042746 w 6294810"/>
                  <a:gd name="connsiteY52" fmla="*/ 29509 h 715452"/>
                  <a:gd name="connsiteX53" fmla="*/ 4179255 w 6294810"/>
                  <a:gd name="connsiteY53" fmla="*/ 28440 h 715452"/>
                  <a:gd name="connsiteX54" fmla="*/ 4313936 w 6294810"/>
                  <a:gd name="connsiteY54" fmla="*/ 28593 h 715452"/>
                  <a:gd name="connsiteX55" fmla="*/ 4581673 w 6294810"/>
                  <a:gd name="connsiteY55" fmla="*/ 31212 h 715452"/>
                  <a:gd name="connsiteX56" fmla="*/ 4714972 w 6294810"/>
                  <a:gd name="connsiteY56" fmla="*/ 29029 h 715452"/>
                  <a:gd name="connsiteX57" fmla="*/ 4848515 w 6294810"/>
                  <a:gd name="connsiteY57" fmla="*/ 27436 h 715452"/>
                  <a:gd name="connsiteX58" fmla="*/ 4982830 w 6294810"/>
                  <a:gd name="connsiteY58" fmla="*/ 31430 h 715452"/>
                  <a:gd name="connsiteX59" fmla="*/ 5119137 w 6294810"/>
                  <a:gd name="connsiteY59" fmla="*/ 46294 h 715452"/>
                  <a:gd name="connsiteX60" fmla="*/ 5257353 w 6294810"/>
                  <a:gd name="connsiteY60" fmla="*/ 61005 h 715452"/>
                  <a:gd name="connsiteX61" fmla="*/ 5396667 w 6294810"/>
                  <a:gd name="connsiteY61" fmla="*/ 71067 h 715452"/>
                  <a:gd name="connsiteX62" fmla="*/ 5537810 w 6294810"/>
                  <a:gd name="connsiteY62" fmla="*/ 86848 h 715452"/>
                  <a:gd name="connsiteX63" fmla="*/ 5679847 w 6294810"/>
                  <a:gd name="connsiteY63" fmla="*/ 94836 h 715452"/>
                  <a:gd name="connsiteX64" fmla="*/ 5822656 w 6294810"/>
                  <a:gd name="connsiteY64" fmla="*/ 105117 h 715452"/>
                  <a:gd name="connsiteX65" fmla="*/ 5964733 w 6294810"/>
                  <a:gd name="connsiteY65" fmla="*/ 107037 h 715452"/>
                  <a:gd name="connsiteX66" fmla="*/ 6104860 w 6294810"/>
                  <a:gd name="connsiteY66" fmla="*/ 116161 h 715452"/>
                  <a:gd name="connsiteX67" fmla="*/ 6243767 w 6294810"/>
                  <a:gd name="connsiteY67" fmla="*/ 121115 h 715452"/>
                  <a:gd name="connsiteX68" fmla="*/ 6249823 w 6294810"/>
                  <a:gd name="connsiteY68" fmla="*/ 128209 h 715452"/>
                  <a:gd name="connsiteX69" fmla="*/ 6255187 w 6294810"/>
                  <a:gd name="connsiteY69" fmla="*/ 139930 h 715452"/>
                  <a:gd name="connsiteX70" fmla="*/ 6259861 w 6294810"/>
                  <a:gd name="connsiteY70" fmla="*/ 148093 h 715452"/>
                  <a:gd name="connsiteX71" fmla="*/ 6263518 w 6294810"/>
                  <a:gd name="connsiteY71" fmla="*/ 156234 h 715452"/>
                  <a:gd name="connsiteX72" fmla="*/ 6265794 w 6294810"/>
                  <a:gd name="connsiteY72" fmla="*/ 166100 h 715452"/>
                  <a:gd name="connsiteX73" fmla="*/ 6266485 w 6294810"/>
                  <a:gd name="connsiteY73" fmla="*/ 178410 h 715452"/>
                  <a:gd name="connsiteX74" fmla="*/ 6265794 w 6294810"/>
                  <a:gd name="connsiteY74" fmla="*/ 196526 h 715452"/>
                  <a:gd name="connsiteX75" fmla="*/ 6256163 w 6294810"/>
                  <a:gd name="connsiteY75" fmla="*/ 298303 h 715452"/>
                  <a:gd name="connsiteX76" fmla="*/ 6254374 w 6294810"/>
                  <a:gd name="connsiteY76" fmla="*/ 323033 h 715452"/>
                  <a:gd name="connsiteX77" fmla="*/ 6253277 w 6294810"/>
                  <a:gd name="connsiteY77" fmla="*/ 346431 h 715452"/>
                  <a:gd name="connsiteX78" fmla="*/ 6252993 w 6294810"/>
                  <a:gd name="connsiteY78" fmla="*/ 364656 h 715452"/>
                  <a:gd name="connsiteX79" fmla="*/ 6253277 w 6294810"/>
                  <a:gd name="connsiteY79" fmla="*/ 381703 h 715452"/>
                  <a:gd name="connsiteX80" fmla="*/ 6257951 w 6294810"/>
                  <a:gd name="connsiteY80" fmla="*/ 423217 h 715452"/>
                  <a:gd name="connsiteX81" fmla="*/ 6259617 w 6294810"/>
                  <a:gd name="connsiteY81" fmla="*/ 434392 h 715452"/>
                  <a:gd name="connsiteX82" fmla="*/ 6262990 w 6294810"/>
                  <a:gd name="connsiteY82" fmla="*/ 463487 h 715452"/>
                  <a:gd name="connsiteX83" fmla="*/ 6266566 w 6294810"/>
                  <a:gd name="connsiteY83" fmla="*/ 490028 h 715452"/>
                  <a:gd name="connsiteX84" fmla="*/ 6272215 w 6294810"/>
                  <a:gd name="connsiteY84" fmla="*/ 525146 h 715452"/>
                  <a:gd name="connsiteX85" fmla="*/ 6274207 w 6294810"/>
                  <a:gd name="connsiteY85" fmla="*/ 540927 h 715452"/>
                  <a:gd name="connsiteX86" fmla="*/ 6276198 w 6294810"/>
                  <a:gd name="connsiteY86" fmla="*/ 561335 h 715452"/>
                  <a:gd name="connsiteX87" fmla="*/ 6278271 w 6294810"/>
                  <a:gd name="connsiteY87" fmla="*/ 586654 h 715452"/>
                  <a:gd name="connsiteX88" fmla="*/ 6282538 w 6294810"/>
                  <a:gd name="connsiteY88" fmla="*/ 631355 h 715452"/>
                  <a:gd name="connsiteX89" fmla="*/ 6289772 w 6294810"/>
                  <a:gd name="connsiteY89" fmla="*/ 715278 h 715452"/>
                  <a:gd name="connsiteX90" fmla="*/ 6294811 w 6294810"/>
                  <a:gd name="connsiteY90" fmla="*/ 715278 h 715452"/>
                  <a:gd name="connsiteX91" fmla="*/ 6289853 w 6294810"/>
                  <a:gd name="connsiteY91" fmla="*/ 656455 h 715452"/>
                  <a:gd name="connsiteX92" fmla="*/ 6285383 w 6294810"/>
                  <a:gd name="connsiteY92" fmla="*/ 609353 h 715452"/>
                  <a:gd name="connsiteX93" fmla="*/ 6281197 w 6294810"/>
                  <a:gd name="connsiteY93" fmla="*/ 561182 h 715452"/>
                  <a:gd name="connsiteX94" fmla="*/ 6279205 w 6294810"/>
                  <a:gd name="connsiteY94" fmla="*/ 540774 h 715452"/>
                  <a:gd name="connsiteX95" fmla="*/ 6277214 w 6294810"/>
                  <a:gd name="connsiteY95" fmla="*/ 524950 h 715452"/>
                  <a:gd name="connsiteX96" fmla="*/ 6271565 w 6294810"/>
                  <a:gd name="connsiteY96" fmla="*/ 489831 h 715452"/>
                  <a:gd name="connsiteX97" fmla="*/ 6264616 w 6294810"/>
                  <a:gd name="connsiteY97" fmla="*/ 434195 h 715452"/>
                  <a:gd name="connsiteX98" fmla="*/ 6262949 w 6294810"/>
                  <a:gd name="connsiteY98" fmla="*/ 423020 h 715452"/>
                  <a:gd name="connsiteX99" fmla="*/ 6258276 w 6294810"/>
                  <a:gd name="connsiteY99" fmla="*/ 381615 h 715452"/>
                  <a:gd name="connsiteX100" fmla="*/ 6257991 w 6294810"/>
                  <a:gd name="connsiteY100" fmla="*/ 364678 h 715452"/>
                  <a:gd name="connsiteX101" fmla="*/ 6258276 w 6294810"/>
                  <a:gd name="connsiteY101" fmla="*/ 346453 h 715452"/>
                  <a:gd name="connsiteX102" fmla="*/ 6259373 w 6294810"/>
                  <a:gd name="connsiteY102" fmla="*/ 323120 h 715452"/>
                  <a:gd name="connsiteX103" fmla="*/ 6261161 w 6294810"/>
                  <a:gd name="connsiteY103" fmla="*/ 298456 h 715452"/>
                  <a:gd name="connsiteX104" fmla="*/ 6266201 w 6294810"/>
                  <a:gd name="connsiteY104" fmla="*/ 245854 h 715452"/>
                  <a:gd name="connsiteX105" fmla="*/ 6270752 w 6294810"/>
                  <a:gd name="connsiteY105" fmla="*/ 196679 h 715452"/>
                  <a:gd name="connsiteX106" fmla="*/ 6271524 w 6294810"/>
                  <a:gd name="connsiteY106" fmla="*/ 178454 h 715452"/>
                  <a:gd name="connsiteX107" fmla="*/ 6270834 w 6294810"/>
                  <a:gd name="connsiteY107" fmla="*/ 165925 h 715452"/>
                  <a:gd name="connsiteX108" fmla="*/ 6268476 w 6294810"/>
                  <a:gd name="connsiteY108" fmla="*/ 155754 h 715452"/>
                  <a:gd name="connsiteX109" fmla="*/ 6264697 w 6294810"/>
                  <a:gd name="connsiteY109" fmla="*/ 147395 h 715452"/>
                  <a:gd name="connsiteX110" fmla="*/ 6259942 w 6294810"/>
                  <a:gd name="connsiteY110" fmla="*/ 139188 h 715452"/>
                  <a:gd name="connsiteX111" fmla="*/ 6254496 w 6294810"/>
                  <a:gd name="connsiteY111" fmla="*/ 127314 h 715452"/>
                  <a:gd name="connsiteX112" fmla="*/ 6247669 w 6294810"/>
                  <a:gd name="connsiteY112" fmla="*/ 119217 h 715452"/>
                  <a:gd name="connsiteX113" fmla="*/ 6245474 w 6294810"/>
                  <a:gd name="connsiteY113" fmla="*/ 118409 h 715452"/>
                  <a:gd name="connsiteX114" fmla="*/ 6107054 w 6294810"/>
                  <a:gd name="connsiteY114" fmla="*/ 113563 h 715452"/>
                  <a:gd name="connsiteX115" fmla="*/ 5964977 w 6294810"/>
                  <a:gd name="connsiteY115" fmla="*/ 104287 h 715452"/>
                  <a:gd name="connsiteX116" fmla="*/ 5822899 w 6294810"/>
                  <a:gd name="connsiteY116" fmla="*/ 102432 h 715452"/>
                  <a:gd name="connsiteX117" fmla="*/ 5680334 w 6294810"/>
                  <a:gd name="connsiteY117" fmla="*/ 92086 h 715452"/>
                  <a:gd name="connsiteX118" fmla="*/ 5538460 w 6294810"/>
                  <a:gd name="connsiteY118" fmla="*/ 84141 h 715452"/>
                  <a:gd name="connsiteX119" fmla="*/ 5397439 w 6294810"/>
                  <a:gd name="connsiteY119" fmla="*/ 68383 h 715452"/>
                  <a:gd name="connsiteX120" fmla="*/ 5258085 w 6294810"/>
                  <a:gd name="connsiteY120" fmla="*/ 58255 h 715452"/>
                  <a:gd name="connsiteX121" fmla="*/ 5120071 w 6294810"/>
                  <a:gd name="connsiteY121" fmla="*/ 43609 h 715452"/>
                  <a:gd name="connsiteX122" fmla="*/ 4983399 w 6294810"/>
                  <a:gd name="connsiteY122" fmla="*/ 28746 h 715452"/>
                  <a:gd name="connsiteX123" fmla="*/ 4848474 w 6294810"/>
                  <a:gd name="connsiteY123" fmla="*/ 24708 h 715452"/>
                  <a:gd name="connsiteX124" fmla="*/ 4714769 w 6294810"/>
                  <a:gd name="connsiteY124" fmla="*/ 26301 h 715452"/>
                  <a:gd name="connsiteX125" fmla="*/ 4581510 w 6294810"/>
                  <a:gd name="connsiteY125" fmla="*/ 28484 h 715452"/>
                  <a:gd name="connsiteX126" fmla="*/ 4313855 w 6294810"/>
                  <a:gd name="connsiteY126" fmla="*/ 25886 h 715452"/>
                  <a:gd name="connsiteX127" fmla="*/ 4179092 w 6294810"/>
                  <a:gd name="connsiteY127" fmla="*/ 25712 h 715452"/>
                  <a:gd name="connsiteX128" fmla="*/ 4042420 w 6294810"/>
                  <a:gd name="connsiteY128" fmla="*/ 26781 h 715452"/>
                  <a:gd name="connsiteX129" fmla="*/ 3905992 w 6294810"/>
                  <a:gd name="connsiteY129" fmla="*/ 31627 h 715452"/>
                  <a:gd name="connsiteX130" fmla="*/ 3769604 w 6294810"/>
                  <a:gd name="connsiteY130" fmla="*/ 33547 h 715452"/>
                  <a:gd name="connsiteX131" fmla="*/ 3496950 w 6294810"/>
                  <a:gd name="connsiteY131" fmla="*/ 34770 h 715452"/>
                  <a:gd name="connsiteX132" fmla="*/ 3360765 w 6294810"/>
                  <a:gd name="connsiteY132" fmla="*/ 35730 h 715452"/>
                  <a:gd name="connsiteX133" fmla="*/ 3224784 w 6294810"/>
                  <a:gd name="connsiteY133" fmla="*/ 36472 h 715452"/>
                  <a:gd name="connsiteX134" fmla="*/ 3088762 w 6294810"/>
                  <a:gd name="connsiteY134" fmla="*/ 30994 h 715452"/>
                  <a:gd name="connsiteX135" fmla="*/ 2953025 w 6294810"/>
                  <a:gd name="connsiteY135" fmla="*/ 27480 h 715452"/>
                  <a:gd name="connsiteX136" fmla="*/ 2817246 w 6294810"/>
                  <a:gd name="connsiteY136" fmla="*/ 16501 h 715452"/>
                  <a:gd name="connsiteX137" fmla="*/ 2681427 w 6294810"/>
                  <a:gd name="connsiteY137" fmla="*/ 6068 h 715452"/>
                  <a:gd name="connsiteX138" fmla="*/ 2545364 w 6294810"/>
                  <a:gd name="connsiteY138" fmla="*/ 0 h 715452"/>
                  <a:gd name="connsiteX139" fmla="*/ 2409586 w 6294810"/>
                  <a:gd name="connsiteY139" fmla="*/ 4627 h 715452"/>
                  <a:gd name="connsiteX140" fmla="*/ 2407554 w 6294810"/>
                  <a:gd name="connsiteY140" fmla="*/ 5260 h 715452"/>
                  <a:gd name="connsiteX141" fmla="*/ 2374514 w 6294810"/>
                  <a:gd name="connsiteY141" fmla="*/ 35315 h 715452"/>
                  <a:gd name="connsiteX142" fmla="*/ 2340905 w 6294810"/>
                  <a:gd name="connsiteY142" fmla="*/ 67117 h 715452"/>
                  <a:gd name="connsiteX143" fmla="*/ 2306727 w 6294810"/>
                  <a:gd name="connsiteY143" fmla="*/ 98241 h 715452"/>
                  <a:gd name="connsiteX144" fmla="*/ 2271979 w 6294810"/>
                  <a:gd name="connsiteY144" fmla="*/ 125372 h 715452"/>
                  <a:gd name="connsiteX145" fmla="*/ 2236745 w 6294810"/>
                  <a:gd name="connsiteY145" fmla="*/ 151433 h 715452"/>
                  <a:gd name="connsiteX146" fmla="*/ 2200981 w 6294810"/>
                  <a:gd name="connsiteY146" fmla="*/ 172692 h 715452"/>
                  <a:gd name="connsiteX147" fmla="*/ 2164487 w 6294810"/>
                  <a:gd name="connsiteY147" fmla="*/ 190437 h 715452"/>
                  <a:gd name="connsiteX148" fmla="*/ 2127301 w 6294810"/>
                  <a:gd name="connsiteY148" fmla="*/ 207177 h 715452"/>
                  <a:gd name="connsiteX149" fmla="*/ 2089343 w 6294810"/>
                  <a:gd name="connsiteY149" fmla="*/ 223220 h 715452"/>
                  <a:gd name="connsiteX150" fmla="*/ 2050857 w 6294810"/>
                  <a:gd name="connsiteY150" fmla="*/ 240070 h 715452"/>
                  <a:gd name="connsiteX151" fmla="*/ 2011639 w 6294810"/>
                  <a:gd name="connsiteY151" fmla="*/ 254781 h 715452"/>
                  <a:gd name="connsiteX152" fmla="*/ 1971568 w 6294810"/>
                  <a:gd name="connsiteY152" fmla="*/ 268008 h 715452"/>
                  <a:gd name="connsiteX153" fmla="*/ 1930806 w 6294810"/>
                  <a:gd name="connsiteY153" fmla="*/ 281060 h 715452"/>
                  <a:gd name="connsiteX154" fmla="*/ 1889028 w 6294810"/>
                  <a:gd name="connsiteY154" fmla="*/ 293436 h 715452"/>
                  <a:gd name="connsiteX155" fmla="*/ 1846275 w 6294810"/>
                  <a:gd name="connsiteY155" fmla="*/ 306750 h 715452"/>
                  <a:gd name="connsiteX156" fmla="*/ 1802912 w 6294810"/>
                  <a:gd name="connsiteY156" fmla="*/ 323644 h 715452"/>
                  <a:gd name="connsiteX157" fmla="*/ 1758696 w 6294810"/>
                  <a:gd name="connsiteY157" fmla="*/ 339315 h 715452"/>
                  <a:gd name="connsiteX158" fmla="*/ 1713545 w 6294810"/>
                  <a:gd name="connsiteY158" fmla="*/ 353219 h 715452"/>
                  <a:gd name="connsiteX159" fmla="*/ 1667378 w 6294810"/>
                  <a:gd name="connsiteY159" fmla="*/ 366118 h 715452"/>
                  <a:gd name="connsiteX160" fmla="*/ 1620276 w 6294810"/>
                  <a:gd name="connsiteY160" fmla="*/ 379760 h 715452"/>
                  <a:gd name="connsiteX161" fmla="*/ 1571996 w 6294810"/>
                  <a:gd name="connsiteY161" fmla="*/ 393249 h 715452"/>
                  <a:gd name="connsiteX162" fmla="*/ 1522821 w 6294810"/>
                  <a:gd name="connsiteY162" fmla="*/ 409248 h 715452"/>
                  <a:gd name="connsiteX163" fmla="*/ 1472184 w 6294810"/>
                  <a:gd name="connsiteY163" fmla="*/ 424111 h 715452"/>
                  <a:gd name="connsiteX164" fmla="*/ 1420490 w 6294810"/>
                  <a:gd name="connsiteY164" fmla="*/ 446767 h 715452"/>
                  <a:gd name="connsiteX165" fmla="*/ 1367780 w 6294810"/>
                  <a:gd name="connsiteY165" fmla="*/ 472676 h 715452"/>
                  <a:gd name="connsiteX166" fmla="*/ 1313891 w 6294810"/>
                  <a:gd name="connsiteY166" fmla="*/ 497034 h 715452"/>
                  <a:gd name="connsiteX167" fmla="*/ 1258661 w 6294810"/>
                  <a:gd name="connsiteY167" fmla="*/ 520432 h 715452"/>
                  <a:gd name="connsiteX168" fmla="*/ 1144463 w 6294810"/>
                  <a:gd name="connsiteY168" fmla="*/ 571746 h 715452"/>
                  <a:gd name="connsiteX169" fmla="*/ 1085373 w 6294810"/>
                  <a:gd name="connsiteY169" fmla="*/ 596781 h 715452"/>
                  <a:gd name="connsiteX170" fmla="*/ 1024819 w 6294810"/>
                  <a:gd name="connsiteY170" fmla="*/ 621358 h 715452"/>
                  <a:gd name="connsiteX171" fmla="*/ 963493 w 6294810"/>
                  <a:gd name="connsiteY171" fmla="*/ 646022 h 715452"/>
                  <a:gd name="connsiteX172" fmla="*/ 588142 w 6294810"/>
                  <a:gd name="connsiteY172" fmla="*/ 642399 h 715452"/>
                  <a:gd name="connsiteX173" fmla="*/ 586598 w 6294810"/>
                  <a:gd name="connsiteY173" fmla="*/ 642661 h 715452"/>
                  <a:gd name="connsiteX174" fmla="*/ 519135 w 6294810"/>
                  <a:gd name="connsiteY174" fmla="*/ 668678 h 715452"/>
                  <a:gd name="connsiteX175" fmla="*/ 329712 w 6294810"/>
                  <a:gd name="connsiteY175" fmla="*/ 666910 h 715452"/>
                  <a:gd name="connsiteX176" fmla="*/ 328290 w 6294810"/>
                  <a:gd name="connsiteY176" fmla="*/ 667128 h 715452"/>
                  <a:gd name="connsiteX177" fmla="*/ 256723 w 6294810"/>
                  <a:gd name="connsiteY177" fmla="*/ 693080 h 715452"/>
                  <a:gd name="connsiteX178" fmla="*/ 64983 w 6294810"/>
                  <a:gd name="connsiteY178" fmla="*/ 693080 h 715452"/>
                  <a:gd name="connsiteX179" fmla="*/ 63642 w 6294810"/>
                  <a:gd name="connsiteY179" fmla="*/ 693342 h 715452"/>
                  <a:gd name="connsiteX180" fmla="*/ 0 w 6294810"/>
                  <a:gd name="connsiteY180" fmla="*/ 715452 h 715452"/>
                  <a:gd name="connsiteX181" fmla="*/ 9550 w 6294810"/>
                  <a:gd name="connsiteY181" fmla="*/ 715452 h 71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6294810" h="715452">
                    <a:moveTo>
                      <a:pt x="9632" y="715278"/>
                    </a:moveTo>
                    <a:lnTo>
                      <a:pt x="65837" y="695721"/>
                    </a:lnTo>
                    <a:lnTo>
                      <a:pt x="257576" y="695721"/>
                    </a:lnTo>
                    <a:cubicBezTo>
                      <a:pt x="258064" y="695721"/>
                      <a:pt x="258552" y="695612"/>
                      <a:pt x="258958" y="695503"/>
                    </a:cubicBezTo>
                    <a:lnTo>
                      <a:pt x="330525" y="669551"/>
                    </a:lnTo>
                    <a:lnTo>
                      <a:pt x="519948" y="671319"/>
                    </a:lnTo>
                    <a:lnTo>
                      <a:pt x="519989" y="671319"/>
                    </a:lnTo>
                    <a:cubicBezTo>
                      <a:pt x="520558" y="671319"/>
                      <a:pt x="521045" y="671210"/>
                      <a:pt x="521492" y="671057"/>
                    </a:cubicBezTo>
                    <a:lnTo>
                      <a:pt x="588955" y="645040"/>
                    </a:lnTo>
                    <a:lnTo>
                      <a:pt x="964428" y="648663"/>
                    </a:lnTo>
                    <a:cubicBezTo>
                      <a:pt x="964834" y="648619"/>
                      <a:pt x="965485" y="648619"/>
                      <a:pt x="965972" y="648401"/>
                    </a:cubicBezTo>
                    <a:lnTo>
                      <a:pt x="1027989" y="623453"/>
                    </a:lnTo>
                    <a:lnTo>
                      <a:pt x="1088542" y="598898"/>
                    </a:lnTo>
                    <a:lnTo>
                      <a:pt x="1147755" y="573754"/>
                    </a:lnTo>
                    <a:lnTo>
                      <a:pt x="1261953" y="522484"/>
                    </a:lnTo>
                    <a:lnTo>
                      <a:pt x="1317183" y="499042"/>
                    </a:lnTo>
                    <a:lnTo>
                      <a:pt x="1371194" y="474640"/>
                    </a:lnTo>
                    <a:lnTo>
                      <a:pt x="1423822" y="448732"/>
                    </a:lnTo>
                    <a:lnTo>
                      <a:pt x="1475029" y="426294"/>
                    </a:lnTo>
                    <a:lnTo>
                      <a:pt x="1525382" y="411539"/>
                    </a:lnTo>
                    <a:lnTo>
                      <a:pt x="1574516" y="395606"/>
                    </a:lnTo>
                    <a:lnTo>
                      <a:pt x="1622715" y="382117"/>
                    </a:lnTo>
                    <a:lnTo>
                      <a:pt x="1669776" y="368476"/>
                    </a:lnTo>
                    <a:lnTo>
                      <a:pt x="1716024" y="355576"/>
                    </a:lnTo>
                    <a:lnTo>
                      <a:pt x="1761378" y="341563"/>
                    </a:lnTo>
                    <a:lnTo>
                      <a:pt x="1805838" y="325848"/>
                    </a:lnTo>
                    <a:lnTo>
                      <a:pt x="1849079" y="308998"/>
                    </a:lnTo>
                    <a:lnTo>
                      <a:pt x="1891548" y="295728"/>
                    </a:lnTo>
                    <a:lnTo>
                      <a:pt x="1933326" y="283418"/>
                    </a:lnTo>
                    <a:lnTo>
                      <a:pt x="1974251" y="270300"/>
                    </a:lnTo>
                    <a:lnTo>
                      <a:pt x="2014484" y="257029"/>
                    </a:lnTo>
                    <a:lnTo>
                      <a:pt x="2053986" y="242231"/>
                    </a:lnTo>
                    <a:lnTo>
                      <a:pt x="2092635" y="225337"/>
                    </a:lnTo>
                    <a:lnTo>
                      <a:pt x="2130633" y="209295"/>
                    </a:lnTo>
                    <a:lnTo>
                      <a:pt x="2167900" y="192510"/>
                    </a:lnTo>
                    <a:lnTo>
                      <a:pt x="2204680" y="174612"/>
                    </a:lnTo>
                    <a:lnTo>
                      <a:pt x="2240849" y="153135"/>
                    </a:lnTo>
                    <a:lnTo>
                      <a:pt x="2276247" y="126965"/>
                    </a:lnTo>
                    <a:lnTo>
                      <a:pt x="2311116" y="99682"/>
                    </a:lnTo>
                    <a:lnTo>
                      <a:pt x="2345375" y="68448"/>
                    </a:lnTo>
                    <a:lnTo>
                      <a:pt x="2378944" y="36647"/>
                    </a:lnTo>
                    <a:lnTo>
                      <a:pt x="2411293" y="7290"/>
                    </a:lnTo>
                    <a:lnTo>
                      <a:pt x="2545405" y="2706"/>
                    </a:lnTo>
                    <a:lnTo>
                      <a:pt x="2680980" y="8731"/>
                    </a:lnTo>
                    <a:lnTo>
                      <a:pt x="2816677" y="19229"/>
                    </a:lnTo>
                    <a:lnTo>
                      <a:pt x="2952659" y="30208"/>
                    </a:lnTo>
                    <a:lnTo>
                      <a:pt x="3088559" y="33722"/>
                    </a:lnTo>
                    <a:lnTo>
                      <a:pt x="3224784" y="39200"/>
                    </a:lnTo>
                    <a:lnTo>
                      <a:pt x="3360969" y="38458"/>
                    </a:lnTo>
                    <a:lnTo>
                      <a:pt x="3497194" y="37498"/>
                    </a:lnTo>
                    <a:lnTo>
                      <a:pt x="3769848" y="36210"/>
                    </a:lnTo>
                    <a:lnTo>
                      <a:pt x="3906357" y="34355"/>
                    </a:lnTo>
                    <a:lnTo>
                      <a:pt x="4042746" y="29509"/>
                    </a:lnTo>
                    <a:lnTo>
                      <a:pt x="4179255" y="28440"/>
                    </a:lnTo>
                    <a:lnTo>
                      <a:pt x="4313936" y="28593"/>
                    </a:lnTo>
                    <a:lnTo>
                      <a:pt x="4581673" y="31212"/>
                    </a:lnTo>
                    <a:lnTo>
                      <a:pt x="4714972" y="29029"/>
                    </a:lnTo>
                    <a:lnTo>
                      <a:pt x="4848515" y="27436"/>
                    </a:lnTo>
                    <a:lnTo>
                      <a:pt x="4982830" y="31430"/>
                    </a:lnTo>
                    <a:lnTo>
                      <a:pt x="5119137" y="46294"/>
                    </a:lnTo>
                    <a:lnTo>
                      <a:pt x="5257353" y="61005"/>
                    </a:lnTo>
                    <a:lnTo>
                      <a:pt x="5396667" y="71067"/>
                    </a:lnTo>
                    <a:lnTo>
                      <a:pt x="5537810" y="86848"/>
                    </a:lnTo>
                    <a:lnTo>
                      <a:pt x="5679847" y="94836"/>
                    </a:lnTo>
                    <a:lnTo>
                      <a:pt x="5822656" y="105117"/>
                    </a:lnTo>
                    <a:lnTo>
                      <a:pt x="5964733" y="107037"/>
                    </a:lnTo>
                    <a:lnTo>
                      <a:pt x="6104860" y="116161"/>
                    </a:lnTo>
                    <a:lnTo>
                      <a:pt x="6243767" y="121115"/>
                    </a:lnTo>
                    <a:lnTo>
                      <a:pt x="6249823" y="128209"/>
                    </a:lnTo>
                    <a:lnTo>
                      <a:pt x="6255187" y="139930"/>
                    </a:lnTo>
                    <a:lnTo>
                      <a:pt x="6259861" y="148093"/>
                    </a:lnTo>
                    <a:lnTo>
                      <a:pt x="6263518" y="156234"/>
                    </a:lnTo>
                    <a:lnTo>
                      <a:pt x="6265794" y="166100"/>
                    </a:lnTo>
                    <a:lnTo>
                      <a:pt x="6266485" y="178410"/>
                    </a:lnTo>
                    <a:lnTo>
                      <a:pt x="6265794" y="196526"/>
                    </a:lnTo>
                    <a:lnTo>
                      <a:pt x="6256163" y="298303"/>
                    </a:lnTo>
                    <a:lnTo>
                      <a:pt x="6254374" y="323033"/>
                    </a:lnTo>
                    <a:lnTo>
                      <a:pt x="6253277" y="346431"/>
                    </a:lnTo>
                    <a:lnTo>
                      <a:pt x="6252993" y="364656"/>
                    </a:lnTo>
                    <a:lnTo>
                      <a:pt x="6253277" y="381703"/>
                    </a:lnTo>
                    <a:lnTo>
                      <a:pt x="6257951" y="423217"/>
                    </a:lnTo>
                    <a:lnTo>
                      <a:pt x="6259617" y="434392"/>
                    </a:lnTo>
                    <a:lnTo>
                      <a:pt x="6262990" y="463487"/>
                    </a:lnTo>
                    <a:lnTo>
                      <a:pt x="6266566" y="490028"/>
                    </a:lnTo>
                    <a:lnTo>
                      <a:pt x="6272215" y="525146"/>
                    </a:lnTo>
                    <a:lnTo>
                      <a:pt x="6274207" y="540927"/>
                    </a:lnTo>
                    <a:lnTo>
                      <a:pt x="6276198" y="561335"/>
                    </a:lnTo>
                    <a:lnTo>
                      <a:pt x="6278271" y="586654"/>
                    </a:lnTo>
                    <a:lnTo>
                      <a:pt x="6282538" y="631355"/>
                    </a:lnTo>
                    <a:lnTo>
                      <a:pt x="6289772" y="715278"/>
                    </a:lnTo>
                    <a:lnTo>
                      <a:pt x="6294811" y="715278"/>
                    </a:lnTo>
                    <a:lnTo>
                      <a:pt x="6289853" y="656455"/>
                    </a:lnTo>
                    <a:lnTo>
                      <a:pt x="6285383" y="609353"/>
                    </a:lnTo>
                    <a:lnTo>
                      <a:pt x="6281197" y="561182"/>
                    </a:lnTo>
                    <a:lnTo>
                      <a:pt x="6279205" y="540774"/>
                    </a:lnTo>
                    <a:lnTo>
                      <a:pt x="6277214" y="524950"/>
                    </a:lnTo>
                    <a:lnTo>
                      <a:pt x="6271565" y="489831"/>
                    </a:lnTo>
                    <a:lnTo>
                      <a:pt x="6264616" y="434195"/>
                    </a:lnTo>
                    <a:lnTo>
                      <a:pt x="6262949" y="423020"/>
                    </a:lnTo>
                    <a:lnTo>
                      <a:pt x="6258276" y="381615"/>
                    </a:lnTo>
                    <a:lnTo>
                      <a:pt x="6257991" y="364678"/>
                    </a:lnTo>
                    <a:lnTo>
                      <a:pt x="6258276" y="346453"/>
                    </a:lnTo>
                    <a:lnTo>
                      <a:pt x="6259373" y="323120"/>
                    </a:lnTo>
                    <a:lnTo>
                      <a:pt x="6261161" y="298456"/>
                    </a:lnTo>
                    <a:lnTo>
                      <a:pt x="6266201" y="245854"/>
                    </a:lnTo>
                    <a:lnTo>
                      <a:pt x="6270752" y="196679"/>
                    </a:lnTo>
                    <a:lnTo>
                      <a:pt x="6271524" y="178454"/>
                    </a:lnTo>
                    <a:lnTo>
                      <a:pt x="6270834" y="165925"/>
                    </a:lnTo>
                    <a:lnTo>
                      <a:pt x="6268476" y="155754"/>
                    </a:lnTo>
                    <a:lnTo>
                      <a:pt x="6264697" y="147395"/>
                    </a:lnTo>
                    <a:lnTo>
                      <a:pt x="6259942" y="139188"/>
                    </a:lnTo>
                    <a:lnTo>
                      <a:pt x="6254496" y="127314"/>
                    </a:lnTo>
                    <a:lnTo>
                      <a:pt x="6247669" y="119217"/>
                    </a:lnTo>
                    <a:cubicBezTo>
                      <a:pt x="6247262" y="118802"/>
                      <a:pt x="6246368" y="118474"/>
                      <a:pt x="6245474" y="118409"/>
                    </a:cubicBezTo>
                    <a:lnTo>
                      <a:pt x="6107054" y="113563"/>
                    </a:lnTo>
                    <a:lnTo>
                      <a:pt x="5964977" y="104287"/>
                    </a:lnTo>
                    <a:lnTo>
                      <a:pt x="5822899" y="102432"/>
                    </a:lnTo>
                    <a:lnTo>
                      <a:pt x="5680334" y="92086"/>
                    </a:lnTo>
                    <a:lnTo>
                      <a:pt x="5538460" y="84141"/>
                    </a:lnTo>
                    <a:lnTo>
                      <a:pt x="5397439" y="68383"/>
                    </a:lnTo>
                    <a:lnTo>
                      <a:pt x="5258085" y="58255"/>
                    </a:lnTo>
                    <a:lnTo>
                      <a:pt x="5120071" y="43609"/>
                    </a:lnTo>
                    <a:lnTo>
                      <a:pt x="4983399" y="28746"/>
                    </a:lnTo>
                    <a:lnTo>
                      <a:pt x="4848474" y="24708"/>
                    </a:lnTo>
                    <a:lnTo>
                      <a:pt x="4714769" y="26301"/>
                    </a:lnTo>
                    <a:lnTo>
                      <a:pt x="4581510" y="28484"/>
                    </a:lnTo>
                    <a:lnTo>
                      <a:pt x="4313855" y="25886"/>
                    </a:lnTo>
                    <a:lnTo>
                      <a:pt x="4179092" y="25712"/>
                    </a:lnTo>
                    <a:lnTo>
                      <a:pt x="4042420" y="26781"/>
                    </a:lnTo>
                    <a:lnTo>
                      <a:pt x="3905992" y="31627"/>
                    </a:lnTo>
                    <a:lnTo>
                      <a:pt x="3769604" y="33547"/>
                    </a:lnTo>
                    <a:lnTo>
                      <a:pt x="3496950" y="34770"/>
                    </a:lnTo>
                    <a:lnTo>
                      <a:pt x="3360765" y="35730"/>
                    </a:lnTo>
                    <a:lnTo>
                      <a:pt x="3224784" y="36472"/>
                    </a:lnTo>
                    <a:lnTo>
                      <a:pt x="3088762" y="30994"/>
                    </a:lnTo>
                    <a:lnTo>
                      <a:pt x="2953025" y="27480"/>
                    </a:lnTo>
                    <a:lnTo>
                      <a:pt x="2817246" y="16501"/>
                    </a:lnTo>
                    <a:lnTo>
                      <a:pt x="2681427" y="6068"/>
                    </a:lnTo>
                    <a:lnTo>
                      <a:pt x="2545364" y="0"/>
                    </a:lnTo>
                    <a:lnTo>
                      <a:pt x="2409586" y="4627"/>
                    </a:lnTo>
                    <a:cubicBezTo>
                      <a:pt x="2408733" y="4627"/>
                      <a:pt x="2408001" y="4889"/>
                      <a:pt x="2407554" y="5260"/>
                    </a:cubicBezTo>
                    <a:lnTo>
                      <a:pt x="2374514" y="35315"/>
                    </a:lnTo>
                    <a:lnTo>
                      <a:pt x="2340905" y="67117"/>
                    </a:lnTo>
                    <a:lnTo>
                      <a:pt x="2306727" y="98241"/>
                    </a:lnTo>
                    <a:lnTo>
                      <a:pt x="2271979" y="125372"/>
                    </a:lnTo>
                    <a:lnTo>
                      <a:pt x="2236745" y="151433"/>
                    </a:lnTo>
                    <a:lnTo>
                      <a:pt x="2200981" y="172692"/>
                    </a:lnTo>
                    <a:lnTo>
                      <a:pt x="2164487" y="190437"/>
                    </a:lnTo>
                    <a:lnTo>
                      <a:pt x="2127301" y="207177"/>
                    </a:lnTo>
                    <a:lnTo>
                      <a:pt x="2089343" y="223220"/>
                    </a:lnTo>
                    <a:lnTo>
                      <a:pt x="2050857" y="240070"/>
                    </a:lnTo>
                    <a:lnTo>
                      <a:pt x="2011639" y="254781"/>
                    </a:lnTo>
                    <a:lnTo>
                      <a:pt x="1971568" y="268008"/>
                    </a:lnTo>
                    <a:lnTo>
                      <a:pt x="1930806" y="281060"/>
                    </a:lnTo>
                    <a:lnTo>
                      <a:pt x="1889028" y="293436"/>
                    </a:lnTo>
                    <a:lnTo>
                      <a:pt x="1846275" y="306750"/>
                    </a:lnTo>
                    <a:lnTo>
                      <a:pt x="1802912" y="323644"/>
                    </a:lnTo>
                    <a:lnTo>
                      <a:pt x="1758696" y="339315"/>
                    </a:lnTo>
                    <a:lnTo>
                      <a:pt x="1713545" y="353219"/>
                    </a:lnTo>
                    <a:lnTo>
                      <a:pt x="1667378" y="366118"/>
                    </a:lnTo>
                    <a:lnTo>
                      <a:pt x="1620276" y="379760"/>
                    </a:lnTo>
                    <a:lnTo>
                      <a:pt x="1571996" y="393249"/>
                    </a:lnTo>
                    <a:lnTo>
                      <a:pt x="1522821" y="409248"/>
                    </a:lnTo>
                    <a:lnTo>
                      <a:pt x="1472184" y="424111"/>
                    </a:lnTo>
                    <a:lnTo>
                      <a:pt x="1420490" y="446767"/>
                    </a:lnTo>
                    <a:lnTo>
                      <a:pt x="1367780" y="472676"/>
                    </a:lnTo>
                    <a:lnTo>
                      <a:pt x="1313891" y="497034"/>
                    </a:lnTo>
                    <a:lnTo>
                      <a:pt x="1258661" y="520432"/>
                    </a:lnTo>
                    <a:lnTo>
                      <a:pt x="1144463" y="571746"/>
                    </a:lnTo>
                    <a:lnTo>
                      <a:pt x="1085373" y="596781"/>
                    </a:lnTo>
                    <a:lnTo>
                      <a:pt x="1024819" y="621358"/>
                    </a:lnTo>
                    <a:lnTo>
                      <a:pt x="963493" y="646022"/>
                    </a:lnTo>
                    <a:lnTo>
                      <a:pt x="588142" y="642399"/>
                    </a:lnTo>
                    <a:cubicBezTo>
                      <a:pt x="587614" y="642399"/>
                      <a:pt x="587045" y="642442"/>
                      <a:pt x="586598" y="642661"/>
                    </a:cubicBezTo>
                    <a:lnTo>
                      <a:pt x="519135" y="668678"/>
                    </a:lnTo>
                    <a:lnTo>
                      <a:pt x="329712" y="666910"/>
                    </a:lnTo>
                    <a:cubicBezTo>
                      <a:pt x="329306" y="666954"/>
                      <a:pt x="328737" y="666954"/>
                      <a:pt x="328290" y="667128"/>
                    </a:cubicBezTo>
                    <a:lnTo>
                      <a:pt x="256723" y="693080"/>
                    </a:lnTo>
                    <a:lnTo>
                      <a:pt x="64983" y="693080"/>
                    </a:lnTo>
                    <a:cubicBezTo>
                      <a:pt x="64536" y="693080"/>
                      <a:pt x="64049" y="693189"/>
                      <a:pt x="63642" y="693342"/>
                    </a:cubicBezTo>
                    <a:lnTo>
                      <a:pt x="0" y="715452"/>
                    </a:lnTo>
                    <a:lnTo>
                      <a:pt x="9550" y="71545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8" name="Freeform: Shape 547">
                <a:extLst>
                  <a:ext uri="{FF2B5EF4-FFF2-40B4-BE49-F238E27FC236}">
                    <a16:creationId xmlns:a16="http://schemas.microsoft.com/office/drawing/2014/main" id="{40042DFD-A123-4969-8EE2-19A978AC74EB}"/>
                  </a:ext>
                </a:extLst>
              </p:cNvPr>
              <p:cNvSpPr/>
              <p:nvPr/>
            </p:nvSpPr>
            <p:spPr>
              <a:xfrm>
                <a:off x="11341054" y="5771632"/>
                <a:ext cx="850945" cy="15269"/>
              </a:xfrm>
              <a:custGeom>
                <a:avLst/>
                <a:gdLst>
                  <a:gd name="connsiteX0" fmla="*/ 850945 w 850945"/>
                  <a:gd name="connsiteY0" fmla="*/ 12388 h 15269"/>
                  <a:gd name="connsiteX1" fmla="*/ 843021 w 850945"/>
                  <a:gd name="connsiteY1" fmla="*/ 11603 h 15269"/>
                  <a:gd name="connsiteX2" fmla="*/ 802625 w 850945"/>
                  <a:gd name="connsiteY2" fmla="*/ 11974 h 15269"/>
                  <a:gd name="connsiteX3" fmla="*/ 733780 w 850945"/>
                  <a:gd name="connsiteY3" fmla="*/ 11864 h 15269"/>
                  <a:gd name="connsiteX4" fmla="*/ 532449 w 850945"/>
                  <a:gd name="connsiteY4" fmla="*/ 8350 h 15269"/>
                  <a:gd name="connsiteX5" fmla="*/ 331241 w 850945"/>
                  <a:gd name="connsiteY5" fmla="*/ 4356 h 15269"/>
                  <a:gd name="connsiteX6" fmla="*/ 264145 w 850945"/>
                  <a:gd name="connsiteY6" fmla="*/ 3178 h 15269"/>
                  <a:gd name="connsiteX7" fmla="*/ 197089 w 850945"/>
                  <a:gd name="connsiteY7" fmla="*/ 2217 h 15269"/>
                  <a:gd name="connsiteX8" fmla="*/ 129504 w 850945"/>
                  <a:gd name="connsiteY8" fmla="*/ 3549 h 15269"/>
                  <a:gd name="connsiteX9" fmla="*/ 128732 w 850945"/>
                  <a:gd name="connsiteY9" fmla="*/ 3658 h 15269"/>
                  <a:gd name="connsiteX10" fmla="*/ 118002 w 850945"/>
                  <a:gd name="connsiteY10" fmla="*/ 5949 h 15269"/>
                  <a:gd name="connsiteX11" fmla="*/ 61554 w 850945"/>
                  <a:gd name="connsiteY11" fmla="*/ 5098 h 15269"/>
                  <a:gd name="connsiteX12" fmla="*/ 17216 w 850945"/>
                  <a:gd name="connsiteY12" fmla="*/ 2392 h 15269"/>
                  <a:gd name="connsiteX13" fmla="*/ 3235 w 850945"/>
                  <a:gd name="connsiteY13" fmla="*/ 56 h 15269"/>
                  <a:gd name="connsiteX14" fmla="*/ 146 w 850945"/>
                  <a:gd name="connsiteY14" fmla="*/ 1017 h 15269"/>
                  <a:gd name="connsiteX15" fmla="*/ 1813 w 850945"/>
                  <a:gd name="connsiteY15" fmla="*/ 2785 h 15269"/>
                  <a:gd name="connsiteX16" fmla="*/ 16078 w 850945"/>
                  <a:gd name="connsiteY16" fmla="*/ 5120 h 15269"/>
                  <a:gd name="connsiteX17" fmla="*/ 61229 w 850945"/>
                  <a:gd name="connsiteY17" fmla="*/ 7958 h 15269"/>
                  <a:gd name="connsiteX18" fmla="*/ 118369 w 850945"/>
                  <a:gd name="connsiteY18" fmla="*/ 8809 h 15269"/>
                  <a:gd name="connsiteX19" fmla="*/ 119263 w 850945"/>
                  <a:gd name="connsiteY19" fmla="*/ 8700 h 15269"/>
                  <a:gd name="connsiteX20" fmla="*/ 130073 w 850945"/>
                  <a:gd name="connsiteY20" fmla="*/ 6408 h 15269"/>
                  <a:gd name="connsiteX21" fmla="*/ 197048 w 850945"/>
                  <a:gd name="connsiteY21" fmla="*/ 5076 h 15269"/>
                  <a:gd name="connsiteX22" fmla="*/ 264023 w 850945"/>
                  <a:gd name="connsiteY22" fmla="*/ 6037 h 15269"/>
                  <a:gd name="connsiteX23" fmla="*/ 666561 w 850945"/>
                  <a:gd name="connsiteY23" fmla="*/ 13654 h 15269"/>
                  <a:gd name="connsiteX24" fmla="*/ 733739 w 850945"/>
                  <a:gd name="connsiteY24" fmla="*/ 14724 h 15269"/>
                  <a:gd name="connsiteX25" fmla="*/ 802584 w 850945"/>
                  <a:gd name="connsiteY25" fmla="*/ 14833 h 15269"/>
                  <a:gd name="connsiteX26" fmla="*/ 842573 w 850945"/>
                  <a:gd name="connsiteY26" fmla="*/ 14462 h 15269"/>
                  <a:gd name="connsiteX27" fmla="*/ 850905 w 850945"/>
                  <a:gd name="connsiteY27" fmla="*/ 15269 h 15269"/>
                  <a:gd name="connsiteX28" fmla="*/ 850905 w 850945"/>
                  <a:gd name="connsiteY28" fmla="*/ 12432 h 15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50945" h="15269">
                    <a:moveTo>
                      <a:pt x="850945" y="12388"/>
                    </a:moveTo>
                    <a:lnTo>
                      <a:pt x="843021" y="11603"/>
                    </a:lnTo>
                    <a:lnTo>
                      <a:pt x="802625" y="11974"/>
                    </a:lnTo>
                    <a:lnTo>
                      <a:pt x="733780" y="11864"/>
                    </a:lnTo>
                    <a:lnTo>
                      <a:pt x="532449" y="8350"/>
                    </a:lnTo>
                    <a:lnTo>
                      <a:pt x="331241" y="4356"/>
                    </a:lnTo>
                    <a:lnTo>
                      <a:pt x="264145" y="3178"/>
                    </a:lnTo>
                    <a:lnTo>
                      <a:pt x="197089" y="2217"/>
                    </a:lnTo>
                    <a:lnTo>
                      <a:pt x="129504" y="3549"/>
                    </a:lnTo>
                    <a:cubicBezTo>
                      <a:pt x="129219" y="3592"/>
                      <a:pt x="129017" y="3592"/>
                      <a:pt x="128732" y="3658"/>
                    </a:cubicBezTo>
                    <a:lnTo>
                      <a:pt x="118002" y="5949"/>
                    </a:lnTo>
                    <a:lnTo>
                      <a:pt x="61554" y="5098"/>
                    </a:lnTo>
                    <a:lnTo>
                      <a:pt x="17216" y="2392"/>
                    </a:lnTo>
                    <a:lnTo>
                      <a:pt x="3235" y="56"/>
                    </a:lnTo>
                    <a:cubicBezTo>
                      <a:pt x="1935" y="-162"/>
                      <a:pt x="553" y="275"/>
                      <a:pt x="146" y="1017"/>
                    </a:cubicBezTo>
                    <a:cubicBezTo>
                      <a:pt x="-341" y="1759"/>
                      <a:pt x="431" y="2566"/>
                      <a:pt x="1813" y="2785"/>
                    </a:cubicBezTo>
                    <a:lnTo>
                      <a:pt x="16078" y="5120"/>
                    </a:lnTo>
                    <a:lnTo>
                      <a:pt x="61229" y="7958"/>
                    </a:lnTo>
                    <a:lnTo>
                      <a:pt x="118369" y="8809"/>
                    </a:lnTo>
                    <a:cubicBezTo>
                      <a:pt x="118694" y="8809"/>
                      <a:pt x="118978" y="8809"/>
                      <a:pt x="119263" y="8700"/>
                    </a:cubicBezTo>
                    <a:lnTo>
                      <a:pt x="130073" y="6408"/>
                    </a:lnTo>
                    <a:lnTo>
                      <a:pt x="197048" y="5076"/>
                    </a:lnTo>
                    <a:lnTo>
                      <a:pt x="264023" y="6037"/>
                    </a:lnTo>
                    <a:lnTo>
                      <a:pt x="666561" y="13654"/>
                    </a:lnTo>
                    <a:lnTo>
                      <a:pt x="733739" y="14724"/>
                    </a:lnTo>
                    <a:lnTo>
                      <a:pt x="802584" y="14833"/>
                    </a:lnTo>
                    <a:lnTo>
                      <a:pt x="842573" y="14462"/>
                    </a:lnTo>
                    <a:lnTo>
                      <a:pt x="850905" y="15269"/>
                    </a:lnTo>
                    <a:lnTo>
                      <a:pt x="850905" y="124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49" name="Freeform: Shape 548">
                <a:extLst>
                  <a:ext uri="{FF2B5EF4-FFF2-40B4-BE49-F238E27FC236}">
                    <a16:creationId xmlns:a16="http://schemas.microsoft.com/office/drawing/2014/main" id="{2942E1EE-1082-4933-A1AD-3A79D79594CE}"/>
                  </a:ext>
                </a:extLst>
              </p:cNvPr>
              <p:cNvSpPr/>
              <p:nvPr/>
            </p:nvSpPr>
            <p:spPr>
              <a:xfrm>
                <a:off x="10481409" y="5693215"/>
                <a:ext cx="111133" cy="14914"/>
              </a:xfrm>
              <a:custGeom>
                <a:avLst/>
                <a:gdLst>
                  <a:gd name="connsiteX0" fmla="*/ 108602 w 111133"/>
                  <a:gd name="connsiteY0" fmla="*/ 14915 h 14914"/>
                  <a:gd name="connsiteX1" fmla="*/ 108114 w 111133"/>
                  <a:gd name="connsiteY1" fmla="*/ 14849 h 14914"/>
                  <a:gd name="connsiteX2" fmla="*/ 2044 w 111133"/>
                  <a:gd name="connsiteY2" fmla="*/ 2801 h 14914"/>
                  <a:gd name="connsiteX3" fmla="*/ 53 w 111133"/>
                  <a:gd name="connsiteY3" fmla="*/ 1142 h 14914"/>
                  <a:gd name="connsiteX4" fmla="*/ 3020 w 111133"/>
                  <a:gd name="connsiteY4" fmla="*/ 29 h 14914"/>
                  <a:gd name="connsiteX5" fmla="*/ 109089 w 111133"/>
                  <a:gd name="connsiteY5" fmla="*/ 12121 h 14914"/>
                  <a:gd name="connsiteX6" fmla="*/ 111081 w 111133"/>
                  <a:gd name="connsiteY6" fmla="*/ 13780 h 14914"/>
                  <a:gd name="connsiteX7" fmla="*/ 108602 w 111133"/>
                  <a:gd name="connsiteY7" fmla="*/ 14893 h 1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33" h="14914">
                    <a:moveTo>
                      <a:pt x="108602" y="14915"/>
                    </a:moveTo>
                    <a:cubicBezTo>
                      <a:pt x="108602" y="14915"/>
                      <a:pt x="108317" y="14915"/>
                      <a:pt x="108114" y="14849"/>
                    </a:cubicBezTo>
                    <a:lnTo>
                      <a:pt x="2044" y="2801"/>
                    </a:lnTo>
                    <a:cubicBezTo>
                      <a:pt x="662" y="2648"/>
                      <a:pt x="-232" y="1884"/>
                      <a:pt x="53" y="1142"/>
                    </a:cubicBezTo>
                    <a:cubicBezTo>
                      <a:pt x="337" y="335"/>
                      <a:pt x="1637" y="-124"/>
                      <a:pt x="3020" y="29"/>
                    </a:cubicBezTo>
                    <a:lnTo>
                      <a:pt x="109089" y="12121"/>
                    </a:lnTo>
                    <a:cubicBezTo>
                      <a:pt x="110471" y="12230"/>
                      <a:pt x="111365" y="12972"/>
                      <a:pt x="111081" y="13780"/>
                    </a:cubicBezTo>
                    <a:cubicBezTo>
                      <a:pt x="110878" y="14413"/>
                      <a:pt x="109781" y="14893"/>
                      <a:pt x="108602" y="1489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0" name="Freeform: Shape 549">
                <a:extLst>
                  <a:ext uri="{FF2B5EF4-FFF2-40B4-BE49-F238E27FC236}">
                    <a16:creationId xmlns:a16="http://schemas.microsoft.com/office/drawing/2014/main" id="{A5DA7A02-F4E9-4A7D-A22A-B891BB99CE72}"/>
                  </a:ext>
                </a:extLst>
              </p:cNvPr>
              <p:cNvSpPr/>
              <p:nvPr/>
            </p:nvSpPr>
            <p:spPr>
              <a:xfrm>
                <a:off x="9728327" y="5719199"/>
                <a:ext cx="104961" cy="28917"/>
              </a:xfrm>
              <a:custGeom>
                <a:avLst/>
                <a:gdLst>
                  <a:gd name="connsiteX0" fmla="*/ 102366 w 104961"/>
                  <a:gd name="connsiteY0" fmla="*/ 28895 h 28917"/>
                  <a:gd name="connsiteX1" fmla="*/ 101391 w 104961"/>
                  <a:gd name="connsiteY1" fmla="*/ 28786 h 28917"/>
                  <a:gd name="connsiteX2" fmla="*/ 89199 w 104961"/>
                  <a:gd name="connsiteY2" fmla="*/ 25752 h 28917"/>
                  <a:gd name="connsiteX3" fmla="*/ 88102 w 104961"/>
                  <a:gd name="connsiteY3" fmla="*/ 25599 h 28917"/>
                  <a:gd name="connsiteX4" fmla="*/ 74000 w 104961"/>
                  <a:gd name="connsiteY4" fmla="*/ 21278 h 28917"/>
                  <a:gd name="connsiteX5" fmla="*/ 73309 w 104961"/>
                  <a:gd name="connsiteY5" fmla="*/ 21103 h 28917"/>
                  <a:gd name="connsiteX6" fmla="*/ 59491 w 104961"/>
                  <a:gd name="connsiteY6" fmla="*/ 16891 h 28917"/>
                  <a:gd name="connsiteX7" fmla="*/ 58800 w 104961"/>
                  <a:gd name="connsiteY7" fmla="*/ 16782 h 28917"/>
                  <a:gd name="connsiteX8" fmla="*/ 44820 w 104961"/>
                  <a:gd name="connsiteY8" fmla="*/ 13006 h 28917"/>
                  <a:gd name="connsiteX9" fmla="*/ 30921 w 104961"/>
                  <a:gd name="connsiteY9" fmla="*/ 9710 h 28917"/>
                  <a:gd name="connsiteX10" fmla="*/ 29743 w 104961"/>
                  <a:gd name="connsiteY10" fmla="*/ 9535 h 28917"/>
                  <a:gd name="connsiteX11" fmla="*/ 16169 w 104961"/>
                  <a:gd name="connsiteY11" fmla="*/ 5759 h 28917"/>
                  <a:gd name="connsiteX12" fmla="*/ 15762 w 104961"/>
                  <a:gd name="connsiteY12" fmla="*/ 5694 h 28917"/>
                  <a:gd name="connsiteX13" fmla="*/ 1660 w 104961"/>
                  <a:gd name="connsiteY13" fmla="*/ 2703 h 28917"/>
                  <a:gd name="connsiteX14" fmla="*/ 157 w 104961"/>
                  <a:gd name="connsiteY14" fmla="*/ 892 h 28917"/>
                  <a:gd name="connsiteX15" fmla="*/ 3448 w 104961"/>
                  <a:gd name="connsiteY15" fmla="*/ 84 h 28917"/>
                  <a:gd name="connsiteX16" fmla="*/ 17348 w 104961"/>
                  <a:gd name="connsiteY16" fmla="*/ 3009 h 28917"/>
                  <a:gd name="connsiteX17" fmla="*/ 18038 w 104961"/>
                  <a:gd name="connsiteY17" fmla="*/ 3118 h 28917"/>
                  <a:gd name="connsiteX18" fmla="*/ 31612 w 104961"/>
                  <a:gd name="connsiteY18" fmla="*/ 6916 h 28917"/>
                  <a:gd name="connsiteX19" fmla="*/ 32506 w 104961"/>
                  <a:gd name="connsiteY19" fmla="*/ 6960 h 28917"/>
                  <a:gd name="connsiteX20" fmla="*/ 46893 w 104961"/>
                  <a:gd name="connsiteY20" fmla="*/ 10430 h 28917"/>
                  <a:gd name="connsiteX21" fmla="*/ 60588 w 104961"/>
                  <a:gd name="connsiteY21" fmla="*/ 14119 h 28917"/>
                  <a:gd name="connsiteX22" fmla="*/ 61563 w 104961"/>
                  <a:gd name="connsiteY22" fmla="*/ 14271 h 28917"/>
                  <a:gd name="connsiteX23" fmla="*/ 75382 w 104961"/>
                  <a:gd name="connsiteY23" fmla="*/ 18549 h 28917"/>
                  <a:gd name="connsiteX24" fmla="*/ 76072 w 104961"/>
                  <a:gd name="connsiteY24" fmla="*/ 18659 h 28917"/>
                  <a:gd name="connsiteX25" fmla="*/ 90052 w 104961"/>
                  <a:gd name="connsiteY25" fmla="*/ 22980 h 28917"/>
                  <a:gd name="connsiteX26" fmla="*/ 90824 w 104961"/>
                  <a:gd name="connsiteY26" fmla="*/ 23046 h 28917"/>
                  <a:gd name="connsiteX27" fmla="*/ 103423 w 104961"/>
                  <a:gd name="connsiteY27" fmla="*/ 26254 h 28917"/>
                  <a:gd name="connsiteX28" fmla="*/ 104724 w 104961"/>
                  <a:gd name="connsiteY28" fmla="*/ 28109 h 28917"/>
                  <a:gd name="connsiteX29" fmla="*/ 102366 w 104961"/>
                  <a:gd name="connsiteY29" fmla="*/ 28917 h 28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4961" h="28917">
                    <a:moveTo>
                      <a:pt x="102366" y="28895"/>
                    </a:moveTo>
                    <a:cubicBezTo>
                      <a:pt x="102081" y="28895"/>
                      <a:pt x="101676" y="28830"/>
                      <a:pt x="101391" y="28786"/>
                    </a:cubicBezTo>
                    <a:lnTo>
                      <a:pt x="89199" y="25752"/>
                    </a:lnTo>
                    <a:cubicBezTo>
                      <a:pt x="88792" y="25709"/>
                      <a:pt x="88305" y="25643"/>
                      <a:pt x="88102" y="25599"/>
                    </a:cubicBezTo>
                    <a:lnTo>
                      <a:pt x="74000" y="21278"/>
                    </a:lnTo>
                    <a:cubicBezTo>
                      <a:pt x="73796" y="21212"/>
                      <a:pt x="73512" y="21169"/>
                      <a:pt x="73309" y="21103"/>
                    </a:cubicBezTo>
                    <a:lnTo>
                      <a:pt x="59491" y="16891"/>
                    </a:lnTo>
                    <a:cubicBezTo>
                      <a:pt x="59207" y="16825"/>
                      <a:pt x="58882" y="16825"/>
                      <a:pt x="58800" y="16782"/>
                    </a:cubicBezTo>
                    <a:lnTo>
                      <a:pt x="44820" y="13006"/>
                    </a:lnTo>
                    <a:lnTo>
                      <a:pt x="30921" y="9710"/>
                    </a:lnTo>
                    <a:cubicBezTo>
                      <a:pt x="30434" y="9666"/>
                      <a:pt x="29945" y="9601"/>
                      <a:pt x="29743" y="9535"/>
                    </a:cubicBezTo>
                    <a:lnTo>
                      <a:pt x="16169" y="5759"/>
                    </a:lnTo>
                    <a:cubicBezTo>
                      <a:pt x="16169" y="5759"/>
                      <a:pt x="15843" y="5759"/>
                      <a:pt x="15762" y="5694"/>
                    </a:cubicBezTo>
                    <a:lnTo>
                      <a:pt x="1660" y="2703"/>
                    </a:lnTo>
                    <a:cubicBezTo>
                      <a:pt x="360" y="2441"/>
                      <a:pt x="-331" y="1634"/>
                      <a:pt x="157" y="892"/>
                    </a:cubicBezTo>
                    <a:cubicBezTo>
                      <a:pt x="644" y="193"/>
                      <a:pt x="2148" y="-178"/>
                      <a:pt x="3448" y="84"/>
                    </a:cubicBezTo>
                    <a:lnTo>
                      <a:pt x="17348" y="3009"/>
                    </a:lnTo>
                    <a:cubicBezTo>
                      <a:pt x="17348" y="3009"/>
                      <a:pt x="17835" y="3053"/>
                      <a:pt x="18038" y="3118"/>
                    </a:cubicBezTo>
                    <a:lnTo>
                      <a:pt x="31612" y="6916"/>
                    </a:lnTo>
                    <a:cubicBezTo>
                      <a:pt x="32018" y="6916"/>
                      <a:pt x="32425" y="6960"/>
                      <a:pt x="32506" y="6960"/>
                    </a:cubicBezTo>
                    <a:lnTo>
                      <a:pt x="46893" y="10430"/>
                    </a:lnTo>
                    <a:lnTo>
                      <a:pt x="60588" y="14119"/>
                    </a:lnTo>
                    <a:cubicBezTo>
                      <a:pt x="60995" y="14162"/>
                      <a:pt x="61280" y="14228"/>
                      <a:pt x="61563" y="14271"/>
                    </a:cubicBezTo>
                    <a:lnTo>
                      <a:pt x="75382" y="18549"/>
                    </a:lnTo>
                    <a:cubicBezTo>
                      <a:pt x="75665" y="18549"/>
                      <a:pt x="75869" y="18593"/>
                      <a:pt x="76072" y="18659"/>
                    </a:cubicBezTo>
                    <a:lnTo>
                      <a:pt x="90052" y="22980"/>
                    </a:lnTo>
                    <a:cubicBezTo>
                      <a:pt x="90337" y="22980"/>
                      <a:pt x="90662" y="23046"/>
                      <a:pt x="90824" y="23046"/>
                    </a:cubicBezTo>
                    <a:lnTo>
                      <a:pt x="103423" y="26254"/>
                    </a:lnTo>
                    <a:cubicBezTo>
                      <a:pt x="104724" y="26582"/>
                      <a:pt x="105333" y="27367"/>
                      <a:pt x="104724" y="28109"/>
                    </a:cubicBezTo>
                    <a:cubicBezTo>
                      <a:pt x="104317" y="28590"/>
                      <a:pt x="103342" y="28917"/>
                      <a:pt x="102366" y="2891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1" name="Freeform: Shape 550">
                <a:extLst>
                  <a:ext uri="{FF2B5EF4-FFF2-40B4-BE49-F238E27FC236}">
                    <a16:creationId xmlns:a16="http://schemas.microsoft.com/office/drawing/2014/main" id="{9D7CC4A1-50D1-442B-96EB-691B30B68C49}"/>
                  </a:ext>
                </a:extLst>
              </p:cNvPr>
              <p:cNvSpPr/>
              <p:nvPr/>
            </p:nvSpPr>
            <p:spPr>
              <a:xfrm>
                <a:off x="-162" y="5428488"/>
                <a:ext cx="6005128" cy="1129545"/>
              </a:xfrm>
              <a:custGeom>
                <a:avLst/>
                <a:gdLst>
                  <a:gd name="connsiteX0" fmla="*/ 6003138 w 6005128"/>
                  <a:gd name="connsiteY0" fmla="*/ 375286 h 1129545"/>
                  <a:gd name="connsiteX1" fmla="*/ 5996391 w 6005128"/>
                  <a:gd name="connsiteY1" fmla="*/ 348744 h 1129545"/>
                  <a:gd name="connsiteX2" fmla="*/ 5989117 w 6005128"/>
                  <a:gd name="connsiteY2" fmla="*/ 336216 h 1129545"/>
                  <a:gd name="connsiteX3" fmla="*/ 5987776 w 6005128"/>
                  <a:gd name="connsiteY3" fmla="*/ 335365 h 1129545"/>
                  <a:gd name="connsiteX4" fmla="*/ 5975869 w 6005128"/>
                  <a:gd name="connsiteY4" fmla="*/ 332265 h 1129545"/>
                  <a:gd name="connsiteX5" fmla="*/ 5971317 w 6005128"/>
                  <a:gd name="connsiteY5" fmla="*/ 322902 h 1129545"/>
                  <a:gd name="connsiteX6" fmla="*/ 5970219 w 6005128"/>
                  <a:gd name="connsiteY6" fmla="*/ 322094 h 1129545"/>
                  <a:gd name="connsiteX7" fmla="*/ 5889346 w 6005128"/>
                  <a:gd name="connsiteY7" fmla="*/ 294440 h 1129545"/>
                  <a:gd name="connsiteX8" fmla="*/ 5796971 w 6005128"/>
                  <a:gd name="connsiteY8" fmla="*/ 263163 h 1129545"/>
                  <a:gd name="connsiteX9" fmla="*/ 5704109 w 6005128"/>
                  <a:gd name="connsiteY9" fmla="*/ 229113 h 1129545"/>
                  <a:gd name="connsiteX10" fmla="*/ 5618399 w 6005128"/>
                  <a:gd name="connsiteY10" fmla="*/ 194584 h 1129545"/>
                  <a:gd name="connsiteX11" fmla="*/ 5535981 w 6005128"/>
                  <a:gd name="connsiteY11" fmla="*/ 171731 h 1129545"/>
                  <a:gd name="connsiteX12" fmla="*/ 5456408 w 6005128"/>
                  <a:gd name="connsiteY12" fmla="*/ 159421 h 1129545"/>
                  <a:gd name="connsiteX13" fmla="*/ 5378420 w 6005128"/>
                  <a:gd name="connsiteY13" fmla="*/ 146631 h 1129545"/>
                  <a:gd name="connsiteX14" fmla="*/ 5301488 w 6005128"/>
                  <a:gd name="connsiteY14" fmla="*/ 137638 h 1129545"/>
                  <a:gd name="connsiteX15" fmla="*/ 5224191 w 6005128"/>
                  <a:gd name="connsiteY15" fmla="*/ 124804 h 1129545"/>
                  <a:gd name="connsiteX16" fmla="*/ 5145309 w 6005128"/>
                  <a:gd name="connsiteY16" fmla="*/ 108762 h 1129545"/>
                  <a:gd name="connsiteX17" fmla="*/ 5065979 w 6005128"/>
                  <a:gd name="connsiteY17" fmla="*/ 98481 h 1129545"/>
                  <a:gd name="connsiteX18" fmla="*/ 4984537 w 6005128"/>
                  <a:gd name="connsiteY18" fmla="*/ 74974 h 1129545"/>
                  <a:gd name="connsiteX19" fmla="*/ 4902850 w 6005128"/>
                  <a:gd name="connsiteY19" fmla="*/ 61071 h 1129545"/>
                  <a:gd name="connsiteX20" fmla="*/ 4901103 w 6005128"/>
                  <a:gd name="connsiteY20" fmla="*/ 61114 h 1129545"/>
                  <a:gd name="connsiteX21" fmla="*/ 4819538 w 6005128"/>
                  <a:gd name="connsiteY21" fmla="*/ 80082 h 1129545"/>
                  <a:gd name="connsiteX22" fmla="*/ 4806696 w 6005128"/>
                  <a:gd name="connsiteY22" fmla="*/ 82002 h 1129545"/>
                  <a:gd name="connsiteX23" fmla="*/ 4773494 w 6005128"/>
                  <a:gd name="connsiteY23" fmla="*/ 89423 h 1129545"/>
                  <a:gd name="connsiteX24" fmla="*/ 4738381 w 6005128"/>
                  <a:gd name="connsiteY24" fmla="*/ 96561 h 1129545"/>
                  <a:gd name="connsiteX25" fmla="*/ 4731675 w 6005128"/>
                  <a:gd name="connsiteY25" fmla="*/ 97848 h 1129545"/>
                  <a:gd name="connsiteX26" fmla="*/ 4704812 w 6005128"/>
                  <a:gd name="connsiteY26" fmla="*/ 97958 h 1129545"/>
                  <a:gd name="connsiteX27" fmla="*/ 4703633 w 6005128"/>
                  <a:gd name="connsiteY27" fmla="*/ 98110 h 1129545"/>
                  <a:gd name="connsiteX28" fmla="*/ 4695139 w 6005128"/>
                  <a:gd name="connsiteY28" fmla="*/ 100555 h 1129545"/>
                  <a:gd name="connsiteX29" fmla="*/ 4694246 w 6005128"/>
                  <a:gd name="connsiteY29" fmla="*/ 100970 h 1129545"/>
                  <a:gd name="connsiteX30" fmla="*/ 4693799 w 6005128"/>
                  <a:gd name="connsiteY30" fmla="*/ 101297 h 1129545"/>
                  <a:gd name="connsiteX31" fmla="*/ 4693351 w 6005128"/>
                  <a:gd name="connsiteY31" fmla="*/ 101930 h 1129545"/>
                  <a:gd name="connsiteX32" fmla="*/ 4684776 w 6005128"/>
                  <a:gd name="connsiteY32" fmla="*/ 136721 h 1129545"/>
                  <a:gd name="connsiteX33" fmla="*/ 4676648 w 6005128"/>
                  <a:gd name="connsiteY33" fmla="*/ 160163 h 1129545"/>
                  <a:gd name="connsiteX34" fmla="*/ 4669048 w 6005128"/>
                  <a:gd name="connsiteY34" fmla="*/ 178345 h 1129545"/>
                  <a:gd name="connsiteX35" fmla="*/ 4661449 w 6005128"/>
                  <a:gd name="connsiteY35" fmla="*/ 187446 h 1129545"/>
                  <a:gd name="connsiteX36" fmla="*/ 4646859 w 6005128"/>
                  <a:gd name="connsiteY36" fmla="*/ 200608 h 1129545"/>
                  <a:gd name="connsiteX37" fmla="*/ 4639625 w 6005128"/>
                  <a:gd name="connsiteY37" fmla="*/ 204929 h 1129545"/>
                  <a:gd name="connsiteX38" fmla="*/ 4639137 w 6005128"/>
                  <a:gd name="connsiteY38" fmla="*/ 205410 h 1129545"/>
                  <a:gd name="connsiteX39" fmla="*/ 4632391 w 6005128"/>
                  <a:gd name="connsiteY39" fmla="*/ 215428 h 1129545"/>
                  <a:gd name="connsiteX40" fmla="*/ 4626498 w 6005128"/>
                  <a:gd name="connsiteY40" fmla="*/ 218091 h 1129545"/>
                  <a:gd name="connsiteX41" fmla="*/ 4536156 w 6005128"/>
                  <a:gd name="connsiteY41" fmla="*/ 204973 h 1129545"/>
                  <a:gd name="connsiteX42" fmla="*/ 4445122 w 6005128"/>
                  <a:gd name="connsiteY42" fmla="*/ 184194 h 1129545"/>
                  <a:gd name="connsiteX43" fmla="*/ 4354820 w 6005128"/>
                  <a:gd name="connsiteY43" fmla="*/ 154554 h 1129545"/>
                  <a:gd name="connsiteX44" fmla="*/ 4265412 w 6005128"/>
                  <a:gd name="connsiteY44" fmla="*/ 119762 h 1129545"/>
                  <a:gd name="connsiteX45" fmla="*/ 4178036 w 6005128"/>
                  <a:gd name="connsiteY45" fmla="*/ 92850 h 1129545"/>
                  <a:gd name="connsiteX46" fmla="*/ 4177020 w 6005128"/>
                  <a:gd name="connsiteY46" fmla="*/ 92632 h 1129545"/>
                  <a:gd name="connsiteX47" fmla="*/ 4170477 w 6005128"/>
                  <a:gd name="connsiteY47" fmla="*/ 92370 h 1129545"/>
                  <a:gd name="connsiteX48" fmla="*/ 4110980 w 6005128"/>
                  <a:gd name="connsiteY48" fmla="*/ 79689 h 1129545"/>
                  <a:gd name="connsiteX49" fmla="*/ 4078427 w 6005128"/>
                  <a:gd name="connsiteY49" fmla="*/ 66636 h 1129545"/>
                  <a:gd name="connsiteX50" fmla="*/ 4077411 w 6005128"/>
                  <a:gd name="connsiteY50" fmla="*/ 66156 h 1129545"/>
                  <a:gd name="connsiteX51" fmla="*/ 4076192 w 6005128"/>
                  <a:gd name="connsiteY51" fmla="*/ 65894 h 1129545"/>
                  <a:gd name="connsiteX52" fmla="*/ 4065666 w 6005128"/>
                  <a:gd name="connsiteY52" fmla="*/ 65087 h 1129545"/>
                  <a:gd name="connsiteX53" fmla="*/ 4041079 w 6005128"/>
                  <a:gd name="connsiteY53" fmla="*/ 54479 h 1129545"/>
                  <a:gd name="connsiteX54" fmla="*/ 3994425 w 6005128"/>
                  <a:gd name="connsiteY54" fmla="*/ 36734 h 1129545"/>
                  <a:gd name="connsiteX55" fmla="*/ 3977153 w 6005128"/>
                  <a:gd name="connsiteY55" fmla="*/ 31998 h 1129545"/>
                  <a:gd name="connsiteX56" fmla="*/ 3901400 w 6005128"/>
                  <a:gd name="connsiteY56" fmla="*/ 851 h 1129545"/>
                  <a:gd name="connsiteX57" fmla="*/ 3899896 w 6005128"/>
                  <a:gd name="connsiteY57" fmla="*/ 589 h 1129545"/>
                  <a:gd name="connsiteX58" fmla="*/ 3798133 w 6005128"/>
                  <a:gd name="connsiteY58" fmla="*/ 0 h 1129545"/>
                  <a:gd name="connsiteX59" fmla="*/ 3796955 w 6005128"/>
                  <a:gd name="connsiteY59" fmla="*/ 153 h 1129545"/>
                  <a:gd name="connsiteX60" fmla="*/ 3775781 w 6005128"/>
                  <a:gd name="connsiteY60" fmla="*/ 6068 h 1129545"/>
                  <a:gd name="connsiteX61" fmla="*/ 3758672 w 6005128"/>
                  <a:gd name="connsiteY61" fmla="*/ 11721 h 1129545"/>
                  <a:gd name="connsiteX62" fmla="*/ 3747658 w 6005128"/>
                  <a:gd name="connsiteY62" fmla="*/ 17636 h 1129545"/>
                  <a:gd name="connsiteX63" fmla="*/ 3747089 w 6005128"/>
                  <a:gd name="connsiteY63" fmla="*/ 18051 h 1129545"/>
                  <a:gd name="connsiteX64" fmla="*/ 3732621 w 6005128"/>
                  <a:gd name="connsiteY64" fmla="*/ 34835 h 1129545"/>
                  <a:gd name="connsiteX65" fmla="*/ 3665200 w 6005128"/>
                  <a:gd name="connsiteY65" fmla="*/ 32063 h 1129545"/>
                  <a:gd name="connsiteX66" fmla="*/ 3663574 w 6005128"/>
                  <a:gd name="connsiteY66" fmla="*/ 32325 h 1129545"/>
                  <a:gd name="connsiteX67" fmla="*/ 3594405 w 6005128"/>
                  <a:gd name="connsiteY67" fmla="*/ 59543 h 1129545"/>
                  <a:gd name="connsiteX68" fmla="*/ 3553887 w 6005128"/>
                  <a:gd name="connsiteY68" fmla="*/ 77070 h 1129545"/>
                  <a:gd name="connsiteX69" fmla="*/ 3545109 w 6005128"/>
                  <a:gd name="connsiteY69" fmla="*/ 79841 h 1129545"/>
                  <a:gd name="connsiteX70" fmla="*/ 3533892 w 6005128"/>
                  <a:gd name="connsiteY70" fmla="*/ 81697 h 1129545"/>
                  <a:gd name="connsiteX71" fmla="*/ 3505607 w 6005128"/>
                  <a:gd name="connsiteY71" fmla="*/ 85756 h 1129545"/>
                  <a:gd name="connsiteX72" fmla="*/ 3504062 w 6005128"/>
                  <a:gd name="connsiteY72" fmla="*/ 86455 h 1129545"/>
                  <a:gd name="connsiteX73" fmla="*/ 3475858 w 6005128"/>
                  <a:gd name="connsiteY73" fmla="*/ 112821 h 1129545"/>
                  <a:gd name="connsiteX74" fmla="*/ 3447288 w 6005128"/>
                  <a:gd name="connsiteY74" fmla="*/ 131352 h 1129545"/>
                  <a:gd name="connsiteX75" fmla="*/ 3420222 w 6005128"/>
                  <a:gd name="connsiteY75" fmla="*/ 137638 h 1129545"/>
                  <a:gd name="connsiteX76" fmla="*/ 3418962 w 6005128"/>
                  <a:gd name="connsiteY76" fmla="*/ 138271 h 1129545"/>
                  <a:gd name="connsiteX77" fmla="*/ 3393074 w 6005128"/>
                  <a:gd name="connsiteY77" fmla="*/ 164114 h 1129545"/>
                  <a:gd name="connsiteX78" fmla="*/ 3369259 w 6005128"/>
                  <a:gd name="connsiteY78" fmla="*/ 193361 h 1129545"/>
                  <a:gd name="connsiteX79" fmla="*/ 3328863 w 6005128"/>
                  <a:gd name="connsiteY79" fmla="*/ 261897 h 1129545"/>
                  <a:gd name="connsiteX80" fmla="*/ 3311551 w 6005128"/>
                  <a:gd name="connsiteY80" fmla="*/ 286823 h 1129545"/>
                  <a:gd name="connsiteX81" fmla="*/ 3293588 w 6005128"/>
                  <a:gd name="connsiteY81" fmla="*/ 310068 h 1129545"/>
                  <a:gd name="connsiteX82" fmla="*/ 3274649 w 6005128"/>
                  <a:gd name="connsiteY82" fmla="*/ 328555 h 1129545"/>
                  <a:gd name="connsiteX83" fmla="*/ 3233319 w 6005128"/>
                  <a:gd name="connsiteY83" fmla="*/ 372732 h 1129545"/>
                  <a:gd name="connsiteX84" fmla="*/ 3211129 w 6005128"/>
                  <a:gd name="connsiteY84" fmla="*/ 391808 h 1129545"/>
                  <a:gd name="connsiteX85" fmla="*/ 3188208 w 6005128"/>
                  <a:gd name="connsiteY85" fmla="*/ 415512 h 1129545"/>
                  <a:gd name="connsiteX86" fmla="*/ 3165003 w 6005128"/>
                  <a:gd name="connsiteY86" fmla="*/ 437251 h 1129545"/>
                  <a:gd name="connsiteX87" fmla="*/ 3142082 w 6005128"/>
                  <a:gd name="connsiteY87" fmla="*/ 456546 h 1129545"/>
                  <a:gd name="connsiteX88" fmla="*/ 3119933 w 6005128"/>
                  <a:gd name="connsiteY88" fmla="*/ 467786 h 1129545"/>
                  <a:gd name="connsiteX89" fmla="*/ 3017886 w 6005128"/>
                  <a:gd name="connsiteY89" fmla="*/ 461609 h 1129545"/>
                  <a:gd name="connsiteX90" fmla="*/ 2914985 w 6005128"/>
                  <a:gd name="connsiteY90" fmla="*/ 451438 h 1129545"/>
                  <a:gd name="connsiteX91" fmla="*/ 2812085 w 6005128"/>
                  <a:gd name="connsiteY91" fmla="*/ 441835 h 1129545"/>
                  <a:gd name="connsiteX92" fmla="*/ 2709103 w 6005128"/>
                  <a:gd name="connsiteY92" fmla="*/ 431598 h 1129545"/>
                  <a:gd name="connsiteX93" fmla="*/ 2605268 w 6005128"/>
                  <a:gd name="connsiteY93" fmla="*/ 417214 h 1129545"/>
                  <a:gd name="connsiteX94" fmla="*/ 2500498 w 6005128"/>
                  <a:gd name="connsiteY94" fmla="*/ 405646 h 1129545"/>
                  <a:gd name="connsiteX95" fmla="*/ 2394793 w 6005128"/>
                  <a:gd name="connsiteY95" fmla="*/ 392921 h 1129545"/>
                  <a:gd name="connsiteX96" fmla="*/ 2288479 w 6005128"/>
                  <a:gd name="connsiteY96" fmla="*/ 379127 h 1129545"/>
                  <a:gd name="connsiteX97" fmla="*/ 2182653 w 6005128"/>
                  <a:gd name="connsiteY97" fmla="*/ 362342 h 1129545"/>
                  <a:gd name="connsiteX98" fmla="*/ 2180986 w 6005128"/>
                  <a:gd name="connsiteY98" fmla="*/ 362386 h 1129545"/>
                  <a:gd name="connsiteX99" fmla="*/ 2180417 w 6005128"/>
                  <a:gd name="connsiteY99" fmla="*/ 362539 h 1129545"/>
                  <a:gd name="connsiteX100" fmla="*/ 2179483 w 6005128"/>
                  <a:gd name="connsiteY100" fmla="*/ 362866 h 1129545"/>
                  <a:gd name="connsiteX101" fmla="*/ 2149693 w 6005128"/>
                  <a:gd name="connsiteY101" fmla="*/ 381310 h 1129545"/>
                  <a:gd name="connsiteX102" fmla="*/ 2117304 w 6005128"/>
                  <a:gd name="connsiteY102" fmla="*/ 399491 h 1129545"/>
                  <a:gd name="connsiteX103" fmla="*/ 2087027 w 6005128"/>
                  <a:gd name="connsiteY103" fmla="*/ 426731 h 1129545"/>
                  <a:gd name="connsiteX104" fmla="*/ 2057481 w 6005128"/>
                  <a:gd name="connsiteY104" fmla="*/ 442489 h 1129545"/>
                  <a:gd name="connsiteX105" fmla="*/ 2027408 w 6005128"/>
                  <a:gd name="connsiteY105" fmla="*/ 463967 h 1129545"/>
                  <a:gd name="connsiteX106" fmla="*/ 1999976 w 6005128"/>
                  <a:gd name="connsiteY106" fmla="*/ 482257 h 1129545"/>
                  <a:gd name="connsiteX107" fmla="*/ 1986036 w 6005128"/>
                  <a:gd name="connsiteY107" fmla="*/ 490988 h 1129545"/>
                  <a:gd name="connsiteX108" fmla="*/ 1972625 w 6005128"/>
                  <a:gd name="connsiteY108" fmla="*/ 496750 h 1129545"/>
                  <a:gd name="connsiteX109" fmla="*/ 1969983 w 6005128"/>
                  <a:gd name="connsiteY109" fmla="*/ 497230 h 1129545"/>
                  <a:gd name="connsiteX110" fmla="*/ 1968195 w 6005128"/>
                  <a:gd name="connsiteY110" fmla="*/ 497165 h 1129545"/>
                  <a:gd name="connsiteX111" fmla="*/ 1966732 w 6005128"/>
                  <a:gd name="connsiteY111" fmla="*/ 497383 h 1129545"/>
                  <a:gd name="connsiteX112" fmla="*/ 1937350 w 6005128"/>
                  <a:gd name="connsiteY112" fmla="*/ 507663 h 1129545"/>
                  <a:gd name="connsiteX113" fmla="*/ 1910730 w 6005128"/>
                  <a:gd name="connsiteY113" fmla="*/ 516656 h 1129545"/>
                  <a:gd name="connsiteX114" fmla="*/ 1905732 w 6005128"/>
                  <a:gd name="connsiteY114" fmla="*/ 516329 h 1129545"/>
                  <a:gd name="connsiteX115" fmla="*/ 1903984 w 6005128"/>
                  <a:gd name="connsiteY115" fmla="*/ 516547 h 1129545"/>
                  <a:gd name="connsiteX116" fmla="*/ 1874114 w 6005128"/>
                  <a:gd name="connsiteY116" fmla="*/ 527678 h 1129545"/>
                  <a:gd name="connsiteX117" fmla="*/ 1873138 w 6005128"/>
                  <a:gd name="connsiteY117" fmla="*/ 528377 h 1129545"/>
                  <a:gd name="connsiteX118" fmla="*/ 1870862 w 6005128"/>
                  <a:gd name="connsiteY118" fmla="*/ 532153 h 1129545"/>
                  <a:gd name="connsiteX119" fmla="*/ 1860459 w 6005128"/>
                  <a:gd name="connsiteY119" fmla="*/ 533331 h 1129545"/>
                  <a:gd name="connsiteX120" fmla="*/ 1823151 w 6005128"/>
                  <a:gd name="connsiteY120" fmla="*/ 529927 h 1129545"/>
                  <a:gd name="connsiteX121" fmla="*/ 1809659 w 6005128"/>
                  <a:gd name="connsiteY121" fmla="*/ 528006 h 1129545"/>
                  <a:gd name="connsiteX122" fmla="*/ 1773083 w 6005128"/>
                  <a:gd name="connsiteY122" fmla="*/ 523640 h 1129545"/>
                  <a:gd name="connsiteX123" fmla="*/ 1771010 w 6005128"/>
                  <a:gd name="connsiteY123" fmla="*/ 523422 h 1129545"/>
                  <a:gd name="connsiteX124" fmla="*/ 1760240 w 6005128"/>
                  <a:gd name="connsiteY124" fmla="*/ 520759 h 1129545"/>
                  <a:gd name="connsiteX125" fmla="*/ 1751543 w 6005128"/>
                  <a:gd name="connsiteY125" fmla="*/ 519581 h 1129545"/>
                  <a:gd name="connsiteX126" fmla="*/ 1722161 w 6005128"/>
                  <a:gd name="connsiteY126" fmla="*/ 516809 h 1129545"/>
                  <a:gd name="connsiteX127" fmla="*/ 1685747 w 6005128"/>
                  <a:gd name="connsiteY127" fmla="*/ 511920 h 1129545"/>
                  <a:gd name="connsiteX128" fmla="*/ 1565859 w 6005128"/>
                  <a:gd name="connsiteY128" fmla="*/ 496619 h 1129545"/>
                  <a:gd name="connsiteX129" fmla="*/ 1564274 w 6005128"/>
                  <a:gd name="connsiteY129" fmla="*/ 496728 h 1129545"/>
                  <a:gd name="connsiteX130" fmla="*/ 1526764 w 6005128"/>
                  <a:gd name="connsiteY130" fmla="*/ 505721 h 1129545"/>
                  <a:gd name="connsiteX131" fmla="*/ 1488846 w 6005128"/>
                  <a:gd name="connsiteY131" fmla="*/ 518991 h 1129545"/>
                  <a:gd name="connsiteX132" fmla="*/ 1487993 w 6005128"/>
                  <a:gd name="connsiteY132" fmla="*/ 519515 h 1129545"/>
                  <a:gd name="connsiteX133" fmla="*/ 1452392 w 6005128"/>
                  <a:gd name="connsiteY133" fmla="*/ 556380 h 1129545"/>
                  <a:gd name="connsiteX134" fmla="*/ 1422563 w 6005128"/>
                  <a:gd name="connsiteY134" fmla="*/ 581699 h 1129545"/>
                  <a:gd name="connsiteX135" fmla="*/ 1416751 w 6005128"/>
                  <a:gd name="connsiteY135" fmla="*/ 586130 h 1129545"/>
                  <a:gd name="connsiteX136" fmla="*/ 1411183 w 6005128"/>
                  <a:gd name="connsiteY136" fmla="*/ 586719 h 1129545"/>
                  <a:gd name="connsiteX137" fmla="*/ 1409436 w 6005128"/>
                  <a:gd name="connsiteY137" fmla="*/ 587461 h 1129545"/>
                  <a:gd name="connsiteX138" fmla="*/ 1372657 w 6005128"/>
                  <a:gd name="connsiteY138" fmla="*/ 624719 h 1129545"/>
                  <a:gd name="connsiteX139" fmla="*/ 1335146 w 6005128"/>
                  <a:gd name="connsiteY139" fmla="*/ 655844 h 1129545"/>
                  <a:gd name="connsiteX140" fmla="*/ 1333602 w 6005128"/>
                  <a:gd name="connsiteY140" fmla="*/ 656477 h 1129545"/>
                  <a:gd name="connsiteX141" fmla="*/ 1332789 w 6005128"/>
                  <a:gd name="connsiteY141" fmla="*/ 656957 h 1129545"/>
                  <a:gd name="connsiteX142" fmla="*/ 1302431 w 6005128"/>
                  <a:gd name="connsiteY142" fmla="*/ 679286 h 1129545"/>
                  <a:gd name="connsiteX143" fmla="*/ 1293937 w 6005128"/>
                  <a:gd name="connsiteY143" fmla="*/ 684939 h 1129545"/>
                  <a:gd name="connsiteX144" fmla="*/ 1292027 w 6005128"/>
                  <a:gd name="connsiteY144" fmla="*/ 685637 h 1129545"/>
                  <a:gd name="connsiteX145" fmla="*/ 1288369 w 6005128"/>
                  <a:gd name="connsiteY145" fmla="*/ 686161 h 1129545"/>
                  <a:gd name="connsiteX146" fmla="*/ 1287150 w 6005128"/>
                  <a:gd name="connsiteY146" fmla="*/ 686532 h 1129545"/>
                  <a:gd name="connsiteX147" fmla="*/ 1247323 w 6005128"/>
                  <a:gd name="connsiteY147" fmla="*/ 709974 h 1129545"/>
                  <a:gd name="connsiteX148" fmla="*/ 1205586 w 6005128"/>
                  <a:gd name="connsiteY148" fmla="*/ 729465 h 1129545"/>
                  <a:gd name="connsiteX149" fmla="*/ 1166246 w 6005128"/>
                  <a:gd name="connsiteY149" fmla="*/ 752164 h 1129545"/>
                  <a:gd name="connsiteX150" fmla="*/ 1164824 w 6005128"/>
                  <a:gd name="connsiteY150" fmla="*/ 752645 h 1129545"/>
                  <a:gd name="connsiteX151" fmla="*/ 1164214 w 6005128"/>
                  <a:gd name="connsiteY151" fmla="*/ 752972 h 1129545"/>
                  <a:gd name="connsiteX152" fmla="*/ 1122152 w 6005128"/>
                  <a:gd name="connsiteY152" fmla="*/ 777898 h 1129545"/>
                  <a:gd name="connsiteX153" fmla="*/ 1116543 w 6005128"/>
                  <a:gd name="connsiteY153" fmla="*/ 778487 h 1129545"/>
                  <a:gd name="connsiteX154" fmla="*/ 1114958 w 6005128"/>
                  <a:gd name="connsiteY154" fmla="*/ 778967 h 1129545"/>
                  <a:gd name="connsiteX155" fmla="*/ 1072937 w 6005128"/>
                  <a:gd name="connsiteY155" fmla="*/ 805989 h 1129545"/>
                  <a:gd name="connsiteX156" fmla="*/ 1033231 w 6005128"/>
                  <a:gd name="connsiteY156" fmla="*/ 828514 h 1129545"/>
                  <a:gd name="connsiteX157" fmla="*/ 1032134 w 6005128"/>
                  <a:gd name="connsiteY157" fmla="*/ 829103 h 1129545"/>
                  <a:gd name="connsiteX158" fmla="*/ 1025997 w 6005128"/>
                  <a:gd name="connsiteY158" fmla="*/ 829474 h 1129545"/>
                  <a:gd name="connsiteX159" fmla="*/ 1024453 w 6005128"/>
                  <a:gd name="connsiteY159" fmla="*/ 829889 h 1129545"/>
                  <a:gd name="connsiteX160" fmla="*/ 981578 w 6005128"/>
                  <a:gd name="connsiteY160" fmla="*/ 853287 h 1129545"/>
                  <a:gd name="connsiteX161" fmla="*/ 938012 w 6005128"/>
                  <a:gd name="connsiteY161" fmla="*/ 876095 h 1129545"/>
                  <a:gd name="connsiteX162" fmla="*/ 933013 w 6005128"/>
                  <a:gd name="connsiteY162" fmla="*/ 877536 h 1129545"/>
                  <a:gd name="connsiteX163" fmla="*/ 932078 w 6005128"/>
                  <a:gd name="connsiteY163" fmla="*/ 877602 h 1129545"/>
                  <a:gd name="connsiteX164" fmla="*/ 930859 w 6005128"/>
                  <a:gd name="connsiteY164" fmla="*/ 877929 h 1129545"/>
                  <a:gd name="connsiteX165" fmla="*/ 886399 w 6005128"/>
                  <a:gd name="connsiteY165" fmla="*/ 899297 h 1129545"/>
                  <a:gd name="connsiteX166" fmla="*/ 856325 w 6005128"/>
                  <a:gd name="connsiteY166" fmla="*/ 916191 h 1129545"/>
                  <a:gd name="connsiteX167" fmla="*/ 841411 w 6005128"/>
                  <a:gd name="connsiteY167" fmla="*/ 922913 h 1129545"/>
                  <a:gd name="connsiteX168" fmla="*/ 838810 w 6005128"/>
                  <a:gd name="connsiteY168" fmla="*/ 923546 h 1129545"/>
                  <a:gd name="connsiteX169" fmla="*/ 837875 w 6005128"/>
                  <a:gd name="connsiteY169" fmla="*/ 923874 h 1129545"/>
                  <a:gd name="connsiteX170" fmla="*/ 818530 w 6005128"/>
                  <a:gd name="connsiteY170" fmla="*/ 931971 h 1129545"/>
                  <a:gd name="connsiteX171" fmla="*/ 791870 w 6005128"/>
                  <a:gd name="connsiteY171" fmla="*/ 942470 h 1129545"/>
                  <a:gd name="connsiteX172" fmla="*/ 787928 w 6005128"/>
                  <a:gd name="connsiteY172" fmla="*/ 943278 h 1129545"/>
                  <a:gd name="connsiteX173" fmla="*/ 785449 w 6005128"/>
                  <a:gd name="connsiteY173" fmla="*/ 943387 h 1129545"/>
                  <a:gd name="connsiteX174" fmla="*/ 784311 w 6005128"/>
                  <a:gd name="connsiteY174" fmla="*/ 943649 h 1129545"/>
                  <a:gd name="connsiteX175" fmla="*/ 737575 w 6005128"/>
                  <a:gd name="connsiteY175" fmla="*/ 960280 h 1129545"/>
                  <a:gd name="connsiteX176" fmla="*/ 690352 w 6005128"/>
                  <a:gd name="connsiteY176" fmla="*/ 975188 h 1129545"/>
                  <a:gd name="connsiteX177" fmla="*/ 686085 w 6005128"/>
                  <a:gd name="connsiteY177" fmla="*/ 975930 h 1129545"/>
                  <a:gd name="connsiteX178" fmla="*/ 685516 w 6005128"/>
                  <a:gd name="connsiteY178" fmla="*/ 976083 h 1129545"/>
                  <a:gd name="connsiteX179" fmla="*/ 638089 w 6005128"/>
                  <a:gd name="connsiteY179" fmla="*/ 991056 h 1129545"/>
                  <a:gd name="connsiteX180" fmla="*/ 636179 w 6005128"/>
                  <a:gd name="connsiteY180" fmla="*/ 991383 h 1129545"/>
                  <a:gd name="connsiteX181" fmla="*/ 631180 w 6005128"/>
                  <a:gd name="connsiteY181" fmla="*/ 991492 h 1129545"/>
                  <a:gd name="connsiteX182" fmla="*/ 630001 w 6005128"/>
                  <a:gd name="connsiteY182" fmla="*/ 991711 h 1129545"/>
                  <a:gd name="connsiteX183" fmla="*/ 530433 w 6005128"/>
                  <a:gd name="connsiteY183" fmla="*/ 1024691 h 1129545"/>
                  <a:gd name="connsiteX184" fmla="*/ 523443 w 6005128"/>
                  <a:gd name="connsiteY184" fmla="*/ 1024691 h 1129545"/>
                  <a:gd name="connsiteX185" fmla="*/ 522224 w 6005128"/>
                  <a:gd name="connsiteY185" fmla="*/ 1024843 h 1129545"/>
                  <a:gd name="connsiteX186" fmla="*/ 470652 w 6005128"/>
                  <a:gd name="connsiteY186" fmla="*/ 1039816 h 1129545"/>
                  <a:gd name="connsiteX187" fmla="*/ 424322 w 6005128"/>
                  <a:gd name="connsiteY187" fmla="*/ 1051603 h 1129545"/>
                  <a:gd name="connsiteX188" fmla="*/ 418958 w 6005128"/>
                  <a:gd name="connsiteY188" fmla="*/ 1052890 h 1129545"/>
                  <a:gd name="connsiteX189" fmla="*/ 411561 w 6005128"/>
                  <a:gd name="connsiteY189" fmla="*/ 1052890 h 1129545"/>
                  <a:gd name="connsiteX190" fmla="*/ 410627 w 6005128"/>
                  <a:gd name="connsiteY190" fmla="*/ 1053000 h 1129545"/>
                  <a:gd name="connsiteX191" fmla="*/ 356453 w 6005128"/>
                  <a:gd name="connsiteY191" fmla="*/ 1065463 h 1129545"/>
                  <a:gd name="connsiteX192" fmla="*/ 303012 w 6005128"/>
                  <a:gd name="connsiteY192" fmla="*/ 1076703 h 1129545"/>
                  <a:gd name="connsiteX193" fmla="*/ 295453 w 6005128"/>
                  <a:gd name="connsiteY193" fmla="*/ 1076660 h 1129545"/>
                  <a:gd name="connsiteX194" fmla="*/ 294559 w 6005128"/>
                  <a:gd name="connsiteY194" fmla="*/ 1076769 h 1129545"/>
                  <a:gd name="connsiteX195" fmla="*/ 238963 w 6005128"/>
                  <a:gd name="connsiteY195" fmla="*/ 1088118 h 1129545"/>
                  <a:gd name="connsiteX196" fmla="*/ 182555 w 6005128"/>
                  <a:gd name="connsiteY196" fmla="*/ 1098290 h 1129545"/>
                  <a:gd name="connsiteX197" fmla="*/ 178125 w 6005128"/>
                  <a:gd name="connsiteY197" fmla="*/ 1098661 h 1129545"/>
                  <a:gd name="connsiteX198" fmla="*/ 174752 w 6005128"/>
                  <a:gd name="connsiteY198" fmla="*/ 1098726 h 1129545"/>
                  <a:gd name="connsiteX199" fmla="*/ 174061 w 6005128"/>
                  <a:gd name="connsiteY199" fmla="*/ 1098792 h 1129545"/>
                  <a:gd name="connsiteX200" fmla="*/ 115905 w 6005128"/>
                  <a:gd name="connsiteY200" fmla="*/ 1108221 h 1129545"/>
                  <a:gd name="connsiteX201" fmla="*/ 57059 w 6005128"/>
                  <a:gd name="connsiteY201" fmla="*/ 1119309 h 1129545"/>
                  <a:gd name="connsiteX202" fmla="*/ 49174 w 6005128"/>
                  <a:gd name="connsiteY202" fmla="*/ 1119265 h 1129545"/>
                  <a:gd name="connsiteX203" fmla="*/ 48484 w 6005128"/>
                  <a:gd name="connsiteY203" fmla="*/ 1119309 h 1129545"/>
                  <a:gd name="connsiteX204" fmla="*/ 0 w 6005128"/>
                  <a:gd name="connsiteY204" fmla="*/ 1126621 h 1129545"/>
                  <a:gd name="connsiteX205" fmla="*/ 0 w 6005128"/>
                  <a:gd name="connsiteY205" fmla="*/ 1129545 h 1129545"/>
                  <a:gd name="connsiteX206" fmla="*/ 49500 w 6005128"/>
                  <a:gd name="connsiteY206" fmla="*/ 1122081 h 1129545"/>
                  <a:gd name="connsiteX207" fmla="*/ 57506 w 6005128"/>
                  <a:gd name="connsiteY207" fmla="*/ 1122081 h 1129545"/>
                  <a:gd name="connsiteX208" fmla="*/ 58278 w 6005128"/>
                  <a:gd name="connsiteY208" fmla="*/ 1122037 h 1129545"/>
                  <a:gd name="connsiteX209" fmla="*/ 117409 w 6005128"/>
                  <a:gd name="connsiteY209" fmla="*/ 1110949 h 1129545"/>
                  <a:gd name="connsiteX210" fmla="*/ 175118 w 6005128"/>
                  <a:gd name="connsiteY210" fmla="*/ 1101520 h 1129545"/>
                  <a:gd name="connsiteX211" fmla="*/ 178491 w 6005128"/>
                  <a:gd name="connsiteY211" fmla="*/ 1101520 h 1129545"/>
                  <a:gd name="connsiteX212" fmla="*/ 183693 w 6005128"/>
                  <a:gd name="connsiteY212" fmla="*/ 1101040 h 1129545"/>
                  <a:gd name="connsiteX213" fmla="*/ 240548 w 6005128"/>
                  <a:gd name="connsiteY213" fmla="*/ 1090803 h 1129545"/>
                  <a:gd name="connsiteX214" fmla="*/ 295859 w 6005128"/>
                  <a:gd name="connsiteY214" fmla="*/ 1079519 h 1129545"/>
                  <a:gd name="connsiteX215" fmla="*/ 303378 w 6005128"/>
                  <a:gd name="connsiteY215" fmla="*/ 1079562 h 1129545"/>
                  <a:gd name="connsiteX216" fmla="*/ 304272 w 6005128"/>
                  <a:gd name="connsiteY216" fmla="*/ 1079453 h 1129545"/>
                  <a:gd name="connsiteX217" fmla="*/ 358242 w 6005128"/>
                  <a:gd name="connsiteY217" fmla="*/ 1068104 h 1129545"/>
                  <a:gd name="connsiteX218" fmla="*/ 412008 w 6005128"/>
                  <a:gd name="connsiteY218" fmla="*/ 1055728 h 1129545"/>
                  <a:gd name="connsiteX219" fmla="*/ 419324 w 6005128"/>
                  <a:gd name="connsiteY219" fmla="*/ 1055728 h 1129545"/>
                  <a:gd name="connsiteX220" fmla="*/ 420258 w 6005128"/>
                  <a:gd name="connsiteY220" fmla="*/ 1055575 h 1129545"/>
                  <a:gd name="connsiteX221" fmla="*/ 472724 w 6005128"/>
                  <a:gd name="connsiteY221" fmla="*/ 1042370 h 1129545"/>
                  <a:gd name="connsiteX222" fmla="*/ 523890 w 6005128"/>
                  <a:gd name="connsiteY222" fmla="*/ 1027550 h 1129545"/>
                  <a:gd name="connsiteX223" fmla="*/ 531002 w 6005128"/>
                  <a:gd name="connsiteY223" fmla="*/ 1027550 h 1129545"/>
                  <a:gd name="connsiteX224" fmla="*/ 532262 w 6005128"/>
                  <a:gd name="connsiteY224" fmla="*/ 1027332 h 1129545"/>
                  <a:gd name="connsiteX225" fmla="*/ 631830 w 6005128"/>
                  <a:gd name="connsiteY225" fmla="*/ 994286 h 1129545"/>
                  <a:gd name="connsiteX226" fmla="*/ 636544 w 6005128"/>
                  <a:gd name="connsiteY226" fmla="*/ 994243 h 1129545"/>
                  <a:gd name="connsiteX227" fmla="*/ 637235 w 6005128"/>
                  <a:gd name="connsiteY227" fmla="*/ 994177 h 1129545"/>
                  <a:gd name="connsiteX228" fmla="*/ 639917 w 6005128"/>
                  <a:gd name="connsiteY228" fmla="*/ 993697 h 1129545"/>
                  <a:gd name="connsiteX229" fmla="*/ 687751 w 6005128"/>
                  <a:gd name="connsiteY229" fmla="*/ 978615 h 1129545"/>
                  <a:gd name="connsiteX230" fmla="*/ 692262 w 6005128"/>
                  <a:gd name="connsiteY230" fmla="*/ 977763 h 1129545"/>
                  <a:gd name="connsiteX231" fmla="*/ 740095 w 6005128"/>
                  <a:gd name="connsiteY231" fmla="*/ 962681 h 1129545"/>
                  <a:gd name="connsiteX232" fmla="*/ 786425 w 6005128"/>
                  <a:gd name="connsiteY232" fmla="*/ 946159 h 1129545"/>
                  <a:gd name="connsiteX233" fmla="*/ 788660 w 6005128"/>
                  <a:gd name="connsiteY233" fmla="*/ 946049 h 1129545"/>
                  <a:gd name="connsiteX234" fmla="*/ 789269 w 6005128"/>
                  <a:gd name="connsiteY234" fmla="*/ 945984 h 1129545"/>
                  <a:gd name="connsiteX235" fmla="*/ 793781 w 6005128"/>
                  <a:gd name="connsiteY235" fmla="*/ 945024 h 1129545"/>
                  <a:gd name="connsiteX236" fmla="*/ 794390 w 6005128"/>
                  <a:gd name="connsiteY236" fmla="*/ 944871 h 1129545"/>
                  <a:gd name="connsiteX237" fmla="*/ 819181 w 6005128"/>
                  <a:gd name="connsiteY237" fmla="*/ 935180 h 1129545"/>
                  <a:gd name="connsiteX238" fmla="*/ 840720 w 6005128"/>
                  <a:gd name="connsiteY238" fmla="*/ 926187 h 1129545"/>
                  <a:gd name="connsiteX239" fmla="*/ 843605 w 6005128"/>
                  <a:gd name="connsiteY239" fmla="*/ 925445 h 1129545"/>
                  <a:gd name="connsiteX240" fmla="*/ 844215 w 6005128"/>
                  <a:gd name="connsiteY240" fmla="*/ 925293 h 1129545"/>
                  <a:gd name="connsiteX241" fmla="*/ 859577 w 6005128"/>
                  <a:gd name="connsiteY241" fmla="*/ 918308 h 1129545"/>
                  <a:gd name="connsiteX242" fmla="*/ 889732 w 6005128"/>
                  <a:gd name="connsiteY242" fmla="*/ 901371 h 1129545"/>
                  <a:gd name="connsiteX243" fmla="*/ 933501 w 6005128"/>
                  <a:gd name="connsiteY243" fmla="*/ 880373 h 1129545"/>
                  <a:gd name="connsiteX244" fmla="*/ 934110 w 6005128"/>
                  <a:gd name="connsiteY244" fmla="*/ 880330 h 1129545"/>
                  <a:gd name="connsiteX245" fmla="*/ 934842 w 6005128"/>
                  <a:gd name="connsiteY245" fmla="*/ 880221 h 1129545"/>
                  <a:gd name="connsiteX246" fmla="*/ 940532 w 6005128"/>
                  <a:gd name="connsiteY246" fmla="*/ 878584 h 1129545"/>
                  <a:gd name="connsiteX247" fmla="*/ 941141 w 6005128"/>
                  <a:gd name="connsiteY247" fmla="*/ 878365 h 1129545"/>
                  <a:gd name="connsiteX248" fmla="*/ 984992 w 6005128"/>
                  <a:gd name="connsiteY248" fmla="*/ 855404 h 1129545"/>
                  <a:gd name="connsiteX249" fmla="*/ 1027298 w 6005128"/>
                  <a:gd name="connsiteY249" fmla="*/ 832333 h 1129545"/>
                  <a:gd name="connsiteX250" fmla="*/ 1033435 w 6005128"/>
                  <a:gd name="connsiteY250" fmla="*/ 831919 h 1129545"/>
                  <a:gd name="connsiteX251" fmla="*/ 1034938 w 6005128"/>
                  <a:gd name="connsiteY251" fmla="*/ 831547 h 1129545"/>
                  <a:gd name="connsiteX252" fmla="*/ 1076513 w 6005128"/>
                  <a:gd name="connsiteY252" fmla="*/ 807997 h 1129545"/>
                  <a:gd name="connsiteX253" fmla="*/ 1118088 w 6005128"/>
                  <a:gd name="connsiteY253" fmla="*/ 781303 h 1129545"/>
                  <a:gd name="connsiteX254" fmla="*/ 1122843 w 6005128"/>
                  <a:gd name="connsiteY254" fmla="*/ 780866 h 1129545"/>
                  <a:gd name="connsiteX255" fmla="*/ 1123777 w 6005128"/>
                  <a:gd name="connsiteY255" fmla="*/ 780713 h 1129545"/>
                  <a:gd name="connsiteX256" fmla="*/ 1124956 w 6005128"/>
                  <a:gd name="connsiteY256" fmla="*/ 780299 h 1129545"/>
                  <a:gd name="connsiteX257" fmla="*/ 1125444 w 6005128"/>
                  <a:gd name="connsiteY257" fmla="*/ 780081 h 1129545"/>
                  <a:gd name="connsiteX258" fmla="*/ 1167628 w 6005128"/>
                  <a:gd name="connsiteY258" fmla="*/ 755046 h 1129545"/>
                  <a:gd name="connsiteX259" fmla="*/ 1169050 w 6005128"/>
                  <a:gd name="connsiteY259" fmla="*/ 754565 h 1129545"/>
                  <a:gd name="connsiteX260" fmla="*/ 1169538 w 6005128"/>
                  <a:gd name="connsiteY260" fmla="*/ 754347 h 1129545"/>
                  <a:gd name="connsiteX261" fmla="*/ 1208878 w 6005128"/>
                  <a:gd name="connsiteY261" fmla="*/ 731647 h 1129545"/>
                  <a:gd name="connsiteX262" fmla="*/ 1231920 w 6005128"/>
                  <a:gd name="connsiteY262" fmla="*/ 720996 h 1129545"/>
                  <a:gd name="connsiteX263" fmla="*/ 1250655 w 6005128"/>
                  <a:gd name="connsiteY263" fmla="*/ 712091 h 1129545"/>
                  <a:gd name="connsiteX264" fmla="*/ 1290198 w 6005128"/>
                  <a:gd name="connsiteY264" fmla="*/ 688846 h 1129545"/>
                  <a:gd name="connsiteX265" fmla="*/ 1293571 w 6005128"/>
                  <a:gd name="connsiteY265" fmla="*/ 688365 h 1129545"/>
                  <a:gd name="connsiteX266" fmla="*/ 1294303 w 6005128"/>
                  <a:gd name="connsiteY266" fmla="*/ 688147 h 1129545"/>
                  <a:gd name="connsiteX267" fmla="*/ 1296822 w 6005128"/>
                  <a:gd name="connsiteY267" fmla="*/ 687230 h 1129545"/>
                  <a:gd name="connsiteX268" fmla="*/ 1297432 w 6005128"/>
                  <a:gd name="connsiteY268" fmla="*/ 686969 h 1129545"/>
                  <a:gd name="connsiteX269" fmla="*/ 1306210 w 6005128"/>
                  <a:gd name="connsiteY269" fmla="*/ 681119 h 1129545"/>
                  <a:gd name="connsiteX270" fmla="*/ 1336772 w 6005128"/>
                  <a:gd name="connsiteY270" fmla="*/ 658681 h 1129545"/>
                  <a:gd name="connsiteX271" fmla="*/ 1338357 w 6005128"/>
                  <a:gd name="connsiteY271" fmla="*/ 657983 h 1129545"/>
                  <a:gd name="connsiteX272" fmla="*/ 1338926 w 6005128"/>
                  <a:gd name="connsiteY272" fmla="*/ 657655 h 1129545"/>
                  <a:gd name="connsiteX273" fmla="*/ 1376802 w 6005128"/>
                  <a:gd name="connsiteY273" fmla="*/ 626225 h 1129545"/>
                  <a:gd name="connsiteX274" fmla="*/ 1413094 w 6005128"/>
                  <a:gd name="connsiteY274" fmla="*/ 589447 h 1129545"/>
                  <a:gd name="connsiteX275" fmla="*/ 1418458 w 6005128"/>
                  <a:gd name="connsiteY275" fmla="*/ 588858 h 1129545"/>
                  <a:gd name="connsiteX276" fmla="*/ 1420043 w 6005128"/>
                  <a:gd name="connsiteY276" fmla="*/ 588334 h 1129545"/>
                  <a:gd name="connsiteX277" fmla="*/ 1426505 w 6005128"/>
                  <a:gd name="connsiteY277" fmla="*/ 583380 h 1129545"/>
                  <a:gd name="connsiteX278" fmla="*/ 1456497 w 6005128"/>
                  <a:gd name="connsiteY278" fmla="*/ 557908 h 1129545"/>
                  <a:gd name="connsiteX279" fmla="*/ 1491935 w 6005128"/>
                  <a:gd name="connsiteY279" fmla="*/ 521240 h 1129545"/>
                  <a:gd name="connsiteX280" fmla="*/ 1528877 w 6005128"/>
                  <a:gd name="connsiteY280" fmla="*/ 508231 h 1129545"/>
                  <a:gd name="connsiteX281" fmla="*/ 1565290 w 6005128"/>
                  <a:gd name="connsiteY281" fmla="*/ 499544 h 1129545"/>
                  <a:gd name="connsiteX282" fmla="*/ 1664330 w 6005128"/>
                  <a:gd name="connsiteY282" fmla="*/ 512116 h 1129545"/>
                  <a:gd name="connsiteX283" fmla="*/ 1720942 w 6005128"/>
                  <a:gd name="connsiteY283" fmla="*/ 519624 h 1129545"/>
                  <a:gd name="connsiteX284" fmla="*/ 1750243 w 6005128"/>
                  <a:gd name="connsiteY284" fmla="*/ 522396 h 1129545"/>
                  <a:gd name="connsiteX285" fmla="*/ 1758330 w 6005128"/>
                  <a:gd name="connsiteY285" fmla="*/ 523466 h 1129545"/>
                  <a:gd name="connsiteX286" fmla="*/ 1769222 w 6005128"/>
                  <a:gd name="connsiteY286" fmla="*/ 526129 h 1129545"/>
                  <a:gd name="connsiteX287" fmla="*/ 1808236 w 6005128"/>
                  <a:gd name="connsiteY287" fmla="*/ 530756 h 1129545"/>
                  <a:gd name="connsiteX288" fmla="*/ 1821851 w 6005128"/>
                  <a:gd name="connsiteY288" fmla="*/ 532677 h 1129545"/>
                  <a:gd name="connsiteX289" fmla="*/ 1859808 w 6005128"/>
                  <a:gd name="connsiteY289" fmla="*/ 536191 h 1129545"/>
                  <a:gd name="connsiteX290" fmla="*/ 1860743 w 6005128"/>
                  <a:gd name="connsiteY290" fmla="*/ 536191 h 1129545"/>
                  <a:gd name="connsiteX291" fmla="*/ 1873098 w 6005128"/>
                  <a:gd name="connsiteY291" fmla="*/ 534750 h 1129545"/>
                  <a:gd name="connsiteX292" fmla="*/ 1875008 w 6005128"/>
                  <a:gd name="connsiteY292" fmla="*/ 533834 h 1129545"/>
                  <a:gd name="connsiteX293" fmla="*/ 1877487 w 6005128"/>
                  <a:gd name="connsiteY293" fmla="*/ 529796 h 1129545"/>
                  <a:gd name="connsiteX294" fmla="*/ 1905813 w 6005128"/>
                  <a:gd name="connsiteY294" fmla="*/ 519188 h 1129545"/>
                  <a:gd name="connsiteX295" fmla="*/ 1910730 w 6005128"/>
                  <a:gd name="connsiteY295" fmla="*/ 519559 h 1129545"/>
                  <a:gd name="connsiteX296" fmla="*/ 1912356 w 6005128"/>
                  <a:gd name="connsiteY296" fmla="*/ 519341 h 1129545"/>
                  <a:gd name="connsiteX297" fmla="*/ 1939829 w 6005128"/>
                  <a:gd name="connsiteY297" fmla="*/ 510064 h 1129545"/>
                  <a:gd name="connsiteX298" fmla="*/ 1968561 w 6005128"/>
                  <a:gd name="connsiteY298" fmla="*/ 500002 h 1129545"/>
                  <a:gd name="connsiteX299" fmla="*/ 1970024 w 6005128"/>
                  <a:gd name="connsiteY299" fmla="*/ 500046 h 1129545"/>
                  <a:gd name="connsiteX300" fmla="*/ 1970918 w 6005128"/>
                  <a:gd name="connsiteY300" fmla="*/ 500002 h 1129545"/>
                  <a:gd name="connsiteX301" fmla="*/ 1974413 w 6005128"/>
                  <a:gd name="connsiteY301" fmla="*/ 499348 h 1129545"/>
                  <a:gd name="connsiteX302" fmla="*/ 1975185 w 6005128"/>
                  <a:gd name="connsiteY302" fmla="*/ 499129 h 1129545"/>
                  <a:gd name="connsiteX303" fmla="*/ 1989287 w 6005128"/>
                  <a:gd name="connsiteY303" fmla="*/ 492996 h 1129545"/>
                  <a:gd name="connsiteX304" fmla="*/ 2003593 w 6005128"/>
                  <a:gd name="connsiteY304" fmla="*/ 484047 h 1129545"/>
                  <a:gd name="connsiteX305" fmla="*/ 2031187 w 6005128"/>
                  <a:gd name="connsiteY305" fmla="*/ 465713 h 1129545"/>
                  <a:gd name="connsiteX306" fmla="*/ 2061058 w 6005128"/>
                  <a:gd name="connsiteY306" fmla="*/ 444410 h 1129545"/>
                  <a:gd name="connsiteX307" fmla="*/ 2090603 w 6005128"/>
                  <a:gd name="connsiteY307" fmla="*/ 428630 h 1129545"/>
                  <a:gd name="connsiteX308" fmla="*/ 2091009 w 6005128"/>
                  <a:gd name="connsiteY308" fmla="*/ 428302 h 1129545"/>
                  <a:gd name="connsiteX309" fmla="*/ 2121083 w 6005128"/>
                  <a:gd name="connsiteY309" fmla="*/ 401172 h 1129545"/>
                  <a:gd name="connsiteX310" fmla="*/ 2153189 w 6005128"/>
                  <a:gd name="connsiteY310" fmla="*/ 383209 h 1129545"/>
                  <a:gd name="connsiteX311" fmla="*/ 2182287 w 6005128"/>
                  <a:gd name="connsiteY311" fmla="*/ 365245 h 1129545"/>
                  <a:gd name="connsiteX312" fmla="*/ 2287016 w 6005128"/>
                  <a:gd name="connsiteY312" fmla="*/ 381812 h 1129545"/>
                  <a:gd name="connsiteX313" fmla="*/ 2393493 w 6005128"/>
                  <a:gd name="connsiteY313" fmla="*/ 395672 h 1129545"/>
                  <a:gd name="connsiteX314" fmla="*/ 2499238 w 6005128"/>
                  <a:gd name="connsiteY314" fmla="*/ 408418 h 1129545"/>
                  <a:gd name="connsiteX315" fmla="*/ 2603927 w 6005128"/>
                  <a:gd name="connsiteY315" fmla="*/ 419921 h 1129545"/>
                  <a:gd name="connsiteX316" fmla="*/ 2707803 w 6005128"/>
                  <a:gd name="connsiteY316" fmla="*/ 434370 h 1129545"/>
                  <a:gd name="connsiteX317" fmla="*/ 2811028 w 6005128"/>
                  <a:gd name="connsiteY317" fmla="*/ 444607 h 1129545"/>
                  <a:gd name="connsiteX318" fmla="*/ 2913848 w 6005128"/>
                  <a:gd name="connsiteY318" fmla="*/ 454210 h 1129545"/>
                  <a:gd name="connsiteX319" fmla="*/ 3016870 w 6005128"/>
                  <a:gd name="connsiteY319" fmla="*/ 464381 h 1129545"/>
                  <a:gd name="connsiteX320" fmla="*/ 3120258 w 6005128"/>
                  <a:gd name="connsiteY320" fmla="*/ 470667 h 1129545"/>
                  <a:gd name="connsiteX321" fmla="*/ 3122249 w 6005128"/>
                  <a:gd name="connsiteY321" fmla="*/ 470296 h 1129545"/>
                  <a:gd name="connsiteX322" fmla="*/ 3145699 w 6005128"/>
                  <a:gd name="connsiteY322" fmla="*/ 458357 h 1129545"/>
                  <a:gd name="connsiteX323" fmla="*/ 3169067 w 6005128"/>
                  <a:gd name="connsiteY323" fmla="*/ 438735 h 1129545"/>
                  <a:gd name="connsiteX324" fmla="*/ 3192394 w 6005128"/>
                  <a:gd name="connsiteY324" fmla="*/ 416887 h 1129545"/>
                  <a:gd name="connsiteX325" fmla="*/ 3215274 w 6005128"/>
                  <a:gd name="connsiteY325" fmla="*/ 393227 h 1129545"/>
                  <a:gd name="connsiteX326" fmla="*/ 3237505 w 6005128"/>
                  <a:gd name="connsiteY326" fmla="*/ 374151 h 1129545"/>
                  <a:gd name="connsiteX327" fmla="*/ 3278876 w 6005128"/>
                  <a:gd name="connsiteY327" fmla="*/ 329864 h 1129545"/>
                  <a:gd name="connsiteX328" fmla="*/ 3297896 w 6005128"/>
                  <a:gd name="connsiteY328" fmla="*/ 311268 h 1129545"/>
                  <a:gd name="connsiteX329" fmla="*/ 3316061 w 6005128"/>
                  <a:gd name="connsiteY329" fmla="*/ 287870 h 1129545"/>
                  <a:gd name="connsiteX330" fmla="*/ 3333415 w 6005128"/>
                  <a:gd name="connsiteY330" fmla="*/ 262835 h 1129545"/>
                  <a:gd name="connsiteX331" fmla="*/ 3373811 w 6005128"/>
                  <a:gd name="connsiteY331" fmla="*/ 194365 h 1129545"/>
                  <a:gd name="connsiteX332" fmla="*/ 3397423 w 6005128"/>
                  <a:gd name="connsiteY332" fmla="*/ 165380 h 1129545"/>
                  <a:gd name="connsiteX333" fmla="*/ 3422782 w 6005128"/>
                  <a:gd name="connsiteY333" fmla="*/ 140017 h 1129545"/>
                  <a:gd name="connsiteX334" fmla="*/ 3449605 w 6005128"/>
                  <a:gd name="connsiteY334" fmla="*/ 133775 h 1129545"/>
                  <a:gd name="connsiteX335" fmla="*/ 3450539 w 6005128"/>
                  <a:gd name="connsiteY335" fmla="*/ 133404 h 1129545"/>
                  <a:gd name="connsiteX336" fmla="*/ 3479760 w 6005128"/>
                  <a:gd name="connsiteY336" fmla="*/ 114371 h 1129545"/>
                  <a:gd name="connsiteX337" fmla="*/ 3507679 w 6005128"/>
                  <a:gd name="connsiteY337" fmla="*/ 88310 h 1129545"/>
                  <a:gd name="connsiteX338" fmla="*/ 3535030 w 6005128"/>
                  <a:gd name="connsiteY338" fmla="*/ 84360 h 1129545"/>
                  <a:gd name="connsiteX339" fmla="*/ 3546897 w 6005128"/>
                  <a:gd name="connsiteY339" fmla="*/ 82330 h 1129545"/>
                  <a:gd name="connsiteX340" fmla="*/ 3556488 w 6005128"/>
                  <a:gd name="connsiteY340" fmla="*/ 79339 h 1129545"/>
                  <a:gd name="connsiteX341" fmla="*/ 3597290 w 6005128"/>
                  <a:gd name="connsiteY341" fmla="*/ 61704 h 1129545"/>
                  <a:gd name="connsiteX342" fmla="*/ 3665606 w 6005128"/>
                  <a:gd name="connsiteY342" fmla="*/ 34792 h 1129545"/>
                  <a:gd name="connsiteX343" fmla="*/ 3730630 w 6005128"/>
                  <a:gd name="connsiteY343" fmla="*/ 37498 h 1129545"/>
                  <a:gd name="connsiteX344" fmla="*/ 3715146 w 6005128"/>
                  <a:gd name="connsiteY344" fmla="*/ 72726 h 1129545"/>
                  <a:gd name="connsiteX345" fmla="*/ 3698769 w 6005128"/>
                  <a:gd name="connsiteY345" fmla="*/ 113061 h 1129545"/>
                  <a:gd name="connsiteX346" fmla="*/ 3684545 w 6005128"/>
                  <a:gd name="connsiteY346" fmla="*/ 142855 h 1129545"/>
                  <a:gd name="connsiteX347" fmla="*/ 3681090 w 6005128"/>
                  <a:gd name="connsiteY347" fmla="*/ 147395 h 1129545"/>
                  <a:gd name="connsiteX348" fmla="*/ 3664997 w 6005128"/>
                  <a:gd name="connsiteY348" fmla="*/ 173892 h 1129545"/>
                  <a:gd name="connsiteX349" fmla="*/ 3649025 w 6005128"/>
                  <a:gd name="connsiteY349" fmla="*/ 190742 h 1129545"/>
                  <a:gd name="connsiteX350" fmla="*/ 3631916 w 6005128"/>
                  <a:gd name="connsiteY350" fmla="*/ 220950 h 1129545"/>
                  <a:gd name="connsiteX351" fmla="*/ 3614603 w 6005128"/>
                  <a:gd name="connsiteY351" fmla="*/ 254738 h 1129545"/>
                  <a:gd name="connsiteX352" fmla="*/ 3598144 w 6005128"/>
                  <a:gd name="connsiteY352" fmla="*/ 288896 h 1129545"/>
                  <a:gd name="connsiteX353" fmla="*/ 3597209 w 6005128"/>
                  <a:gd name="connsiteY353" fmla="*/ 291297 h 1129545"/>
                  <a:gd name="connsiteX354" fmla="*/ 3598875 w 6005128"/>
                  <a:gd name="connsiteY354" fmla="*/ 292956 h 1129545"/>
                  <a:gd name="connsiteX355" fmla="*/ 3637443 w 6005128"/>
                  <a:gd name="connsiteY355" fmla="*/ 300420 h 1129545"/>
                  <a:gd name="connsiteX356" fmla="*/ 3733963 w 6005128"/>
                  <a:gd name="connsiteY356" fmla="*/ 317947 h 1129545"/>
                  <a:gd name="connsiteX357" fmla="*/ 3829711 w 6005128"/>
                  <a:gd name="connsiteY357" fmla="*/ 362604 h 1129545"/>
                  <a:gd name="connsiteX358" fmla="*/ 3927612 w 6005128"/>
                  <a:gd name="connsiteY358" fmla="*/ 398945 h 1129545"/>
                  <a:gd name="connsiteX359" fmla="*/ 4025595 w 6005128"/>
                  <a:gd name="connsiteY359" fmla="*/ 431074 h 1129545"/>
                  <a:gd name="connsiteX360" fmla="*/ 4123822 w 6005128"/>
                  <a:gd name="connsiteY360" fmla="*/ 460540 h 1129545"/>
                  <a:gd name="connsiteX361" fmla="*/ 4222375 w 6005128"/>
                  <a:gd name="connsiteY361" fmla="*/ 482497 h 1129545"/>
                  <a:gd name="connsiteX362" fmla="*/ 4320845 w 6005128"/>
                  <a:gd name="connsiteY362" fmla="*/ 493105 h 1129545"/>
                  <a:gd name="connsiteX363" fmla="*/ 4418665 w 6005128"/>
                  <a:gd name="connsiteY363" fmla="*/ 498758 h 1129545"/>
                  <a:gd name="connsiteX364" fmla="*/ 4516405 w 6005128"/>
                  <a:gd name="connsiteY364" fmla="*/ 526936 h 1129545"/>
                  <a:gd name="connsiteX365" fmla="*/ 4614835 w 6005128"/>
                  <a:gd name="connsiteY365" fmla="*/ 557253 h 1129545"/>
                  <a:gd name="connsiteX366" fmla="*/ 4713387 w 6005128"/>
                  <a:gd name="connsiteY366" fmla="*/ 582507 h 1129545"/>
                  <a:gd name="connsiteX367" fmla="*/ 4811857 w 6005128"/>
                  <a:gd name="connsiteY367" fmla="*/ 601474 h 1129545"/>
                  <a:gd name="connsiteX368" fmla="*/ 4813687 w 6005128"/>
                  <a:gd name="connsiteY368" fmla="*/ 601474 h 1129545"/>
                  <a:gd name="connsiteX369" fmla="*/ 4823074 w 6005128"/>
                  <a:gd name="connsiteY369" fmla="*/ 599182 h 1129545"/>
                  <a:gd name="connsiteX370" fmla="*/ 4824090 w 6005128"/>
                  <a:gd name="connsiteY370" fmla="*/ 598767 h 1129545"/>
                  <a:gd name="connsiteX371" fmla="*/ 4833640 w 6005128"/>
                  <a:gd name="connsiteY371" fmla="*/ 591783 h 1129545"/>
                  <a:gd name="connsiteX372" fmla="*/ 4842582 w 6005128"/>
                  <a:gd name="connsiteY372" fmla="*/ 580695 h 1129545"/>
                  <a:gd name="connsiteX373" fmla="*/ 4853473 w 6005128"/>
                  <a:gd name="connsiteY373" fmla="*/ 575893 h 1129545"/>
                  <a:gd name="connsiteX374" fmla="*/ 4913457 w 6005128"/>
                  <a:gd name="connsiteY374" fmla="*/ 597960 h 1129545"/>
                  <a:gd name="connsiteX375" fmla="*/ 4936054 w 6005128"/>
                  <a:gd name="connsiteY375" fmla="*/ 603067 h 1129545"/>
                  <a:gd name="connsiteX376" fmla="*/ 5036638 w 6005128"/>
                  <a:gd name="connsiteY376" fmla="*/ 629325 h 1129545"/>
                  <a:gd name="connsiteX377" fmla="*/ 5037491 w 6005128"/>
                  <a:gd name="connsiteY377" fmla="*/ 629434 h 1129545"/>
                  <a:gd name="connsiteX378" fmla="*/ 5130638 w 6005128"/>
                  <a:gd name="connsiteY378" fmla="*/ 634541 h 1129545"/>
                  <a:gd name="connsiteX379" fmla="*/ 5324490 w 6005128"/>
                  <a:gd name="connsiteY379" fmla="*/ 634869 h 1129545"/>
                  <a:gd name="connsiteX380" fmla="*/ 5324490 w 6005128"/>
                  <a:gd name="connsiteY380" fmla="*/ 634869 h 1129545"/>
                  <a:gd name="connsiteX381" fmla="*/ 5326604 w 6005128"/>
                  <a:gd name="connsiteY381" fmla="*/ 634236 h 1129545"/>
                  <a:gd name="connsiteX382" fmla="*/ 5355336 w 6005128"/>
                  <a:gd name="connsiteY382" fmla="*/ 609244 h 1129545"/>
                  <a:gd name="connsiteX383" fmla="*/ 5899384 w 6005128"/>
                  <a:gd name="connsiteY383" fmla="*/ 610052 h 1129545"/>
                  <a:gd name="connsiteX384" fmla="*/ 5920395 w 6005128"/>
                  <a:gd name="connsiteY384" fmla="*/ 607607 h 1129545"/>
                  <a:gd name="connsiteX385" fmla="*/ 5922305 w 6005128"/>
                  <a:gd name="connsiteY385" fmla="*/ 606538 h 1129545"/>
                  <a:gd name="connsiteX386" fmla="*/ 5932262 w 6005128"/>
                  <a:gd name="connsiteY386" fmla="*/ 585126 h 1129545"/>
                  <a:gd name="connsiteX387" fmla="*/ 5934700 w 6005128"/>
                  <a:gd name="connsiteY387" fmla="*/ 581830 h 1129545"/>
                  <a:gd name="connsiteX388" fmla="*/ 5937423 w 6005128"/>
                  <a:gd name="connsiteY388" fmla="*/ 578731 h 1129545"/>
                  <a:gd name="connsiteX389" fmla="*/ 5945511 w 6005128"/>
                  <a:gd name="connsiteY389" fmla="*/ 565678 h 1129545"/>
                  <a:gd name="connsiteX390" fmla="*/ 5958352 w 6005128"/>
                  <a:gd name="connsiteY390" fmla="*/ 543874 h 1129545"/>
                  <a:gd name="connsiteX391" fmla="*/ 5974853 w 6005128"/>
                  <a:gd name="connsiteY391" fmla="*/ 513338 h 1129545"/>
                  <a:gd name="connsiteX392" fmla="*/ 5991515 w 6005128"/>
                  <a:gd name="connsiteY392" fmla="*/ 479878 h 1129545"/>
                  <a:gd name="connsiteX393" fmla="*/ 5998098 w 6005128"/>
                  <a:gd name="connsiteY393" fmla="*/ 465757 h 1129545"/>
                  <a:gd name="connsiteX394" fmla="*/ 6003138 w 6005128"/>
                  <a:gd name="connsiteY394" fmla="*/ 440918 h 1129545"/>
                  <a:gd name="connsiteX395" fmla="*/ 6005129 w 6005128"/>
                  <a:gd name="connsiteY395" fmla="*/ 405428 h 1129545"/>
                  <a:gd name="connsiteX396" fmla="*/ 6002854 w 6005128"/>
                  <a:gd name="connsiteY396" fmla="*/ 375220 h 1129545"/>
                  <a:gd name="connsiteX397" fmla="*/ 5323312 w 6005128"/>
                  <a:gd name="connsiteY397" fmla="*/ 632140 h 1129545"/>
                  <a:gd name="connsiteX398" fmla="*/ 5131126 w 6005128"/>
                  <a:gd name="connsiteY398" fmla="*/ 631878 h 1129545"/>
                  <a:gd name="connsiteX399" fmla="*/ 5038588 w 6005128"/>
                  <a:gd name="connsiteY399" fmla="*/ 626771 h 1129545"/>
                  <a:gd name="connsiteX400" fmla="*/ 4938288 w 6005128"/>
                  <a:gd name="connsiteY400" fmla="*/ 600601 h 1129545"/>
                  <a:gd name="connsiteX401" fmla="*/ 4916018 w 6005128"/>
                  <a:gd name="connsiteY401" fmla="*/ 595537 h 1129545"/>
                  <a:gd name="connsiteX402" fmla="*/ 4854936 w 6005128"/>
                  <a:gd name="connsiteY402" fmla="*/ 573034 h 1129545"/>
                  <a:gd name="connsiteX403" fmla="*/ 4851969 w 6005128"/>
                  <a:gd name="connsiteY403" fmla="*/ 573078 h 1129545"/>
                  <a:gd name="connsiteX404" fmla="*/ 4839087 w 6005128"/>
                  <a:gd name="connsiteY404" fmla="*/ 578774 h 1129545"/>
                  <a:gd name="connsiteX405" fmla="*/ 4838314 w 6005128"/>
                  <a:gd name="connsiteY405" fmla="*/ 579298 h 1129545"/>
                  <a:gd name="connsiteX406" fmla="*/ 4829455 w 6005128"/>
                  <a:gd name="connsiteY406" fmla="*/ 590386 h 1129545"/>
                  <a:gd name="connsiteX407" fmla="*/ 4820636 w 6005128"/>
                  <a:gd name="connsiteY407" fmla="*/ 596781 h 1129545"/>
                  <a:gd name="connsiteX408" fmla="*/ 4812751 w 6005128"/>
                  <a:gd name="connsiteY408" fmla="*/ 598702 h 1129545"/>
                  <a:gd name="connsiteX409" fmla="*/ 4715500 w 6005128"/>
                  <a:gd name="connsiteY409" fmla="*/ 579997 h 1129545"/>
                  <a:gd name="connsiteX410" fmla="*/ 4617273 w 6005128"/>
                  <a:gd name="connsiteY410" fmla="*/ 554787 h 1129545"/>
                  <a:gd name="connsiteX411" fmla="*/ 4519006 w 6005128"/>
                  <a:gd name="connsiteY411" fmla="*/ 524514 h 1129545"/>
                  <a:gd name="connsiteX412" fmla="*/ 4420779 w 6005128"/>
                  <a:gd name="connsiteY412" fmla="*/ 496161 h 1129545"/>
                  <a:gd name="connsiteX413" fmla="*/ 4419885 w 6005128"/>
                  <a:gd name="connsiteY413" fmla="*/ 496008 h 1129545"/>
                  <a:gd name="connsiteX414" fmla="*/ 4321739 w 6005128"/>
                  <a:gd name="connsiteY414" fmla="*/ 490311 h 1129545"/>
                  <a:gd name="connsiteX415" fmla="*/ 4223959 w 6005128"/>
                  <a:gd name="connsiteY415" fmla="*/ 479878 h 1129545"/>
                  <a:gd name="connsiteX416" fmla="*/ 4126098 w 6005128"/>
                  <a:gd name="connsiteY416" fmla="*/ 458074 h 1129545"/>
                  <a:gd name="connsiteX417" fmla="*/ 4028237 w 6005128"/>
                  <a:gd name="connsiteY417" fmla="*/ 428651 h 1129545"/>
                  <a:gd name="connsiteX418" fmla="*/ 3930498 w 6005128"/>
                  <a:gd name="connsiteY418" fmla="*/ 396566 h 1129545"/>
                  <a:gd name="connsiteX419" fmla="*/ 3832962 w 6005128"/>
                  <a:gd name="connsiteY419" fmla="*/ 360378 h 1129545"/>
                  <a:gd name="connsiteX420" fmla="*/ 3737011 w 6005128"/>
                  <a:gd name="connsiteY420" fmla="*/ 315655 h 1129545"/>
                  <a:gd name="connsiteX421" fmla="*/ 3736157 w 6005128"/>
                  <a:gd name="connsiteY421" fmla="*/ 315394 h 1129545"/>
                  <a:gd name="connsiteX422" fmla="*/ 3639231 w 6005128"/>
                  <a:gd name="connsiteY422" fmla="*/ 297758 h 1129545"/>
                  <a:gd name="connsiteX423" fmla="*/ 3602817 w 6005128"/>
                  <a:gd name="connsiteY423" fmla="*/ 290730 h 1129545"/>
                  <a:gd name="connsiteX424" fmla="*/ 3617041 w 6005128"/>
                  <a:gd name="connsiteY424" fmla="*/ 260827 h 1129545"/>
                  <a:gd name="connsiteX425" fmla="*/ 3636996 w 6005128"/>
                  <a:gd name="connsiteY425" fmla="*/ 221670 h 1129545"/>
                  <a:gd name="connsiteX426" fmla="*/ 3653861 w 6005128"/>
                  <a:gd name="connsiteY426" fmla="*/ 191833 h 1129545"/>
                  <a:gd name="connsiteX427" fmla="*/ 3669833 w 6005128"/>
                  <a:gd name="connsiteY427" fmla="*/ 174983 h 1129545"/>
                  <a:gd name="connsiteX428" fmla="*/ 3686008 w 6005128"/>
                  <a:gd name="connsiteY428" fmla="*/ 148442 h 1129545"/>
                  <a:gd name="connsiteX429" fmla="*/ 3689543 w 6005128"/>
                  <a:gd name="connsiteY429" fmla="*/ 143815 h 1129545"/>
                  <a:gd name="connsiteX430" fmla="*/ 3703889 w 6005128"/>
                  <a:gd name="connsiteY430" fmla="*/ 113760 h 1129545"/>
                  <a:gd name="connsiteX431" fmla="*/ 3720308 w 6005128"/>
                  <a:gd name="connsiteY431" fmla="*/ 73424 h 1129545"/>
                  <a:gd name="connsiteX432" fmla="*/ 3735913 w 6005128"/>
                  <a:gd name="connsiteY432" fmla="*/ 37782 h 1129545"/>
                  <a:gd name="connsiteX433" fmla="*/ 3770417 w 6005128"/>
                  <a:gd name="connsiteY433" fmla="*/ 39222 h 1129545"/>
                  <a:gd name="connsiteX434" fmla="*/ 3867140 w 6005128"/>
                  <a:gd name="connsiteY434" fmla="*/ 57295 h 1129545"/>
                  <a:gd name="connsiteX435" fmla="*/ 3952931 w 6005128"/>
                  <a:gd name="connsiteY435" fmla="*/ 96408 h 1129545"/>
                  <a:gd name="connsiteX436" fmla="*/ 4030797 w 6005128"/>
                  <a:gd name="connsiteY436" fmla="*/ 135674 h 1129545"/>
                  <a:gd name="connsiteX437" fmla="*/ 4105493 w 6005128"/>
                  <a:gd name="connsiteY437" fmla="*/ 174198 h 1129545"/>
                  <a:gd name="connsiteX438" fmla="*/ 4181003 w 6005128"/>
                  <a:gd name="connsiteY438" fmla="*/ 211325 h 1129545"/>
                  <a:gd name="connsiteX439" fmla="*/ 4259519 w 6005128"/>
                  <a:gd name="connsiteY439" fmla="*/ 252358 h 1129545"/>
                  <a:gd name="connsiteX440" fmla="*/ 4342506 w 6005128"/>
                  <a:gd name="connsiteY440" fmla="*/ 291210 h 1129545"/>
                  <a:gd name="connsiteX441" fmla="*/ 4428663 w 6005128"/>
                  <a:gd name="connsiteY441" fmla="*/ 335823 h 1129545"/>
                  <a:gd name="connsiteX442" fmla="*/ 4610527 w 6005128"/>
                  <a:gd name="connsiteY442" fmla="*/ 425443 h 1129545"/>
                  <a:gd name="connsiteX443" fmla="*/ 4701398 w 6005128"/>
                  <a:gd name="connsiteY443" fmla="*/ 464927 h 1129545"/>
                  <a:gd name="connsiteX444" fmla="*/ 4792635 w 6005128"/>
                  <a:gd name="connsiteY444" fmla="*/ 500461 h 1129545"/>
                  <a:gd name="connsiteX445" fmla="*/ 4884725 w 6005128"/>
                  <a:gd name="connsiteY445" fmla="*/ 538352 h 1129545"/>
                  <a:gd name="connsiteX446" fmla="*/ 4977181 w 6005128"/>
                  <a:gd name="connsiteY446" fmla="*/ 568188 h 1129545"/>
                  <a:gd name="connsiteX447" fmla="*/ 5070735 w 6005128"/>
                  <a:gd name="connsiteY447" fmla="*/ 603198 h 1129545"/>
                  <a:gd name="connsiteX448" fmla="*/ 5071913 w 6005128"/>
                  <a:gd name="connsiteY448" fmla="*/ 603417 h 1129545"/>
                  <a:gd name="connsiteX449" fmla="*/ 5166076 w 6005128"/>
                  <a:gd name="connsiteY449" fmla="*/ 609004 h 1129545"/>
                  <a:gd name="connsiteX450" fmla="*/ 5349484 w 6005128"/>
                  <a:gd name="connsiteY450" fmla="*/ 609266 h 1129545"/>
                  <a:gd name="connsiteX451" fmla="*/ 5323231 w 6005128"/>
                  <a:gd name="connsiteY451" fmla="*/ 632075 h 1129545"/>
                  <a:gd name="connsiteX452" fmla="*/ 5998343 w 6005128"/>
                  <a:gd name="connsiteY452" fmla="*/ 440787 h 1129545"/>
                  <a:gd name="connsiteX453" fmla="*/ 5993384 w 6005128"/>
                  <a:gd name="connsiteY453" fmla="*/ 465364 h 1129545"/>
                  <a:gd name="connsiteX454" fmla="*/ 5986882 w 6005128"/>
                  <a:gd name="connsiteY454" fmla="*/ 479267 h 1129545"/>
                  <a:gd name="connsiteX455" fmla="*/ 5970219 w 6005128"/>
                  <a:gd name="connsiteY455" fmla="*/ 512618 h 1129545"/>
                  <a:gd name="connsiteX456" fmla="*/ 5961685 w 6005128"/>
                  <a:gd name="connsiteY456" fmla="*/ 528813 h 1129545"/>
                  <a:gd name="connsiteX457" fmla="*/ 5953760 w 6005128"/>
                  <a:gd name="connsiteY457" fmla="*/ 543088 h 1129545"/>
                  <a:gd name="connsiteX458" fmla="*/ 5946811 w 6005128"/>
                  <a:gd name="connsiteY458" fmla="*/ 555071 h 1129545"/>
                  <a:gd name="connsiteX459" fmla="*/ 5932993 w 6005128"/>
                  <a:gd name="connsiteY459" fmla="*/ 577727 h 1129545"/>
                  <a:gd name="connsiteX460" fmla="*/ 5930311 w 6005128"/>
                  <a:gd name="connsiteY460" fmla="*/ 580761 h 1129545"/>
                  <a:gd name="connsiteX461" fmla="*/ 5927751 w 6005128"/>
                  <a:gd name="connsiteY461" fmla="*/ 584275 h 1129545"/>
                  <a:gd name="connsiteX462" fmla="*/ 5918079 w 6005128"/>
                  <a:gd name="connsiteY462" fmla="*/ 605054 h 1129545"/>
                  <a:gd name="connsiteX463" fmla="*/ 5899181 w 6005128"/>
                  <a:gd name="connsiteY463" fmla="*/ 607302 h 1129545"/>
                  <a:gd name="connsiteX464" fmla="*/ 5358831 w 6005128"/>
                  <a:gd name="connsiteY464" fmla="*/ 606494 h 1129545"/>
                  <a:gd name="connsiteX465" fmla="*/ 5372487 w 6005128"/>
                  <a:gd name="connsiteY465" fmla="*/ 594664 h 1129545"/>
                  <a:gd name="connsiteX466" fmla="*/ 5463479 w 6005128"/>
                  <a:gd name="connsiteY466" fmla="*/ 594839 h 1129545"/>
                  <a:gd name="connsiteX467" fmla="*/ 5463479 w 6005128"/>
                  <a:gd name="connsiteY467" fmla="*/ 594839 h 1129545"/>
                  <a:gd name="connsiteX468" fmla="*/ 5465674 w 6005128"/>
                  <a:gd name="connsiteY468" fmla="*/ 594140 h 1129545"/>
                  <a:gd name="connsiteX469" fmla="*/ 5469819 w 6005128"/>
                  <a:gd name="connsiteY469" fmla="*/ 590299 h 1129545"/>
                  <a:gd name="connsiteX470" fmla="*/ 5648391 w 6005128"/>
                  <a:gd name="connsiteY470" fmla="*/ 595079 h 1129545"/>
                  <a:gd name="connsiteX471" fmla="*/ 5742595 w 6005128"/>
                  <a:gd name="connsiteY471" fmla="*/ 592787 h 1129545"/>
                  <a:gd name="connsiteX472" fmla="*/ 5837652 w 6005128"/>
                  <a:gd name="connsiteY472" fmla="*/ 588574 h 1129545"/>
                  <a:gd name="connsiteX473" fmla="*/ 5839725 w 6005128"/>
                  <a:gd name="connsiteY473" fmla="*/ 587832 h 1129545"/>
                  <a:gd name="connsiteX474" fmla="*/ 5843626 w 6005128"/>
                  <a:gd name="connsiteY474" fmla="*/ 583620 h 1129545"/>
                  <a:gd name="connsiteX475" fmla="*/ 5914421 w 6005128"/>
                  <a:gd name="connsiteY475" fmla="*/ 581328 h 1129545"/>
                  <a:gd name="connsiteX476" fmla="*/ 5916656 w 6005128"/>
                  <a:gd name="connsiteY476" fmla="*/ 580433 h 1129545"/>
                  <a:gd name="connsiteX477" fmla="*/ 5918038 w 6005128"/>
                  <a:gd name="connsiteY477" fmla="*/ 578360 h 1129545"/>
                  <a:gd name="connsiteX478" fmla="*/ 5920151 w 6005128"/>
                  <a:gd name="connsiteY478" fmla="*/ 573405 h 1129545"/>
                  <a:gd name="connsiteX479" fmla="*/ 5922386 w 6005128"/>
                  <a:gd name="connsiteY479" fmla="*/ 565569 h 1129545"/>
                  <a:gd name="connsiteX480" fmla="*/ 5924581 w 6005128"/>
                  <a:gd name="connsiteY480" fmla="*/ 555660 h 1129545"/>
                  <a:gd name="connsiteX481" fmla="*/ 5926775 w 6005128"/>
                  <a:gd name="connsiteY481" fmla="*/ 543394 h 1129545"/>
                  <a:gd name="connsiteX482" fmla="*/ 5937138 w 6005128"/>
                  <a:gd name="connsiteY482" fmla="*/ 463246 h 1129545"/>
                  <a:gd name="connsiteX483" fmla="*/ 5939252 w 6005128"/>
                  <a:gd name="connsiteY483" fmla="*/ 427385 h 1129545"/>
                  <a:gd name="connsiteX484" fmla="*/ 5939089 w 6005128"/>
                  <a:gd name="connsiteY484" fmla="*/ 426272 h 1129545"/>
                  <a:gd name="connsiteX485" fmla="*/ 5937504 w 6005128"/>
                  <a:gd name="connsiteY485" fmla="*/ 425050 h 1129545"/>
                  <a:gd name="connsiteX486" fmla="*/ 5917184 w 6005128"/>
                  <a:gd name="connsiteY486" fmla="*/ 420466 h 1129545"/>
                  <a:gd name="connsiteX487" fmla="*/ 5918159 w 6005128"/>
                  <a:gd name="connsiteY487" fmla="*/ 392376 h 1129545"/>
                  <a:gd name="connsiteX488" fmla="*/ 5914583 w 6005128"/>
                  <a:gd name="connsiteY488" fmla="*/ 360553 h 1129545"/>
                  <a:gd name="connsiteX489" fmla="*/ 5906415 w 6005128"/>
                  <a:gd name="connsiteY489" fmla="*/ 330563 h 1129545"/>
                  <a:gd name="connsiteX490" fmla="*/ 5898490 w 6005128"/>
                  <a:gd name="connsiteY490" fmla="*/ 312971 h 1129545"/>
                  <a:gd name="connsiteX491" fmla="*/ 5897149 w 6005128"/>
                  <a:gd name="connsiteY491" fmla="*/ 312010 h 1129545"/>
                  <a:gd name="connsiteX492" fmla="*/ 5891500 w 6005128"/>
                  <a:gd name="connsiteY492" fmla="*/ 310526 h 1129545"/>
                  <a:gd name="connsiteX493" fmla="*/ 5887192 w 6005128"/>
                  <a:gd name="connsiteY493" fmla="*/ 304546 h 1129545"/>
                  <a:gd name="connsiteX494" fmla="*/ 5886014 w 6005128"/>
                  <a:gd name="connsiteY494" fmla="*/ 303847 h 1129545"/>
                  <a:gd name="connsiteX495" fmla="*/ 5801482 w 6005128"/>
                  <a:gd name="connsiteY495" fmla="*/ 281366 h 1129545"/>
                  <a:gd name="connsiteX496" fmla="*/ 5794451 w 6005128"/>
                  <a:gd name="connsiteY496" fmla="*/ 279292 h 1129545"/>
                  <a:gd name="connsiteX497" fmla="*/ 5709230 w 6005128"/>
                  <a:gd name="connsiteY497" fmla="*/ 246684 h 1129545"/>
                  <a:gd name="connsiteX498" fmla="*/ 5619903 w 6005128"/>
                  <a:gd name="connsiteY498" fmla="*/ 220317 h 1129545"/>
                  <a:gd name="connsiteX499" fmla="*/ 5536712 w 6005128"/>
                  <a:gd name="connsiteY499" fmla="*/ 202354 h 1129545"/>
                  <a:gd name="connsiteX500" fmla="*/ 5456083 w 6005128"/>
                  <a:gd name="connsiteY500" fmla="*/ 188298 h 1129545"/>
                  <a:gd name="connsiteX501" fmla="*/ 5376510 w 6005128"/>
                  <a:gd name="connsiteY501" fmla="*/ 170509 h 1129545"/>
                  <a:gd name="connsiteX502" fmla="*/ 5298319 w 6005128"/>
                  <a:gd name="connsiteY502" fmla="*/ 160752 h 1129545"/>
                  <a:gd name="connsiteX503" fmla="*/ 5219639 w 6005128"/>
                  <a:gd name="connsiteY503" fmla="*/ 143531 h 1129545"/>
                  <a:gd name="connsiteX504" fmla="*/ 5218989 w 6005128"/>
                  <a:gd name="connsiteY504" fmla="*/ 143422 h 1129545"/>
                  <a:gd name="connsiteX505" fmla="*/ 5139619 w 6005128"/>
                  <a:gd name="connsiteY505" fmla="*/ 138468 h 1129545"/>
                  <a:gd name="connsiteX506" fmla="*/ 5059396 w 6005128"/>
                  <a:gd name="connsiteY506" fmla="*/ 125459 h 1129545"/>
                  <a:gd name="connsiteX507" fmla="*/ 4977994 w 6005128"/>
                  <a:gd name="connsiteY507" fmla="*/ 105313 h 1129545"/>
                  <a:gd name="connsiteX508" fmla="*/ 4895901 w 6005128"/>
                  <a:gd name="connsiteY508" fmla="*/ 79994 h 1129545"/>
                  <a:gd name="connsiteX509" fmla="*/ 4894275 w 6005128"/>
                  <a:gd name="connsiteY509" fmla="*/ 79776 h 1129545"/>
                  <a:gd name="connsiteX510" fmla="*/ 4812020 w 6005128"/>
                  <a:gd name="connsiteY510" fmla="*/ 86979 h 1129545"/>
                  <a:gd name="connsiteX511" fmla="*/ 4811248 w 6005128"/>
                  <a:gd name="connsiteY511" fmla="*/ 87132 h 1129545"/>
                  <a:gd name="connsiteX512" fmla="*/ 4802104 w 6005128"/>
                  <a:gd name="connsiteY512" fmla="*/ 89751 h 1129545"/>
                  <a:gd name="connsiteX513" fmla="*/ 4801007 w 6005128"/>
                  <a:gd name="connsiteY513" fmla="*/ 90384 h 1129545"/>
                  <a:gd name="connsiteX514" fmla="*/ 4794179 w 6005128"/>
                  <a:gd name="connsiteY514" fmla="*/ 98263 h 1129545"/>
                  <a:gd name="connsiteX515" fmla="*/ 4793976 w 6005128"/>
                  <a:gd name="connsiteY515" fmla="*/ 98634 h 1129545"/>
                  <a:gd name="connsiteX516" fmla="*/ 4785888 w 6005128"/>
                  <a:gd name="connsiteY516" fmla="*/ 121552 h 1129545"/>
                  <a:gd name="connsiteX517" fmla="*/ 4777517 w 6005128"/>
                  <a:gd name="connsiteY517" fmla="*/ 133906 h 1129545"/>
                  <a:gd name="connsiteX518" fmla="*/ 4769958 w 6005128"/>
                  <a:gd name="connsiteY518" fmla="*/ 158417 h 1129545"/>
                  <a:gd name="connsiteX519" fmla="*/ 4762967 w 6005128"/>
                  <a:gd name="connsiteY519" fmla="*/ 178301 h 1129545"/>
                  <a:gd name="connsiteX520" fmla="*/ 4756465 w 6005128"/>
                  <a:gd name="connsiteY520" fmla="*/ 193427 h 1129545"/>
                  <a:gd name="connsiteX521" fmla="*/ 4750288 w 6005128"/>
                  <a:gd name="connsiteY521" fmla="*/ 202965 h 1129545"/>
                  <a:gd name="connsiteX522" fmla="*/ 4744192 w 6005128"/>
                  <a:gd name="connsiteY522" fmla="*/ 208182 h 1129545"/>
                  <a:gd name="connsiteX523" fmla="*/ 4734886 w 6005128"/>
                  <a:gd name="connsiteY523" fmla="*/ 213136 h 1129545"/>
                  <a:gd name="connsiteX524" fmla="*/ 4734439 w 6005128"/>
                  <a:gd name="connsiteY524" fmla="*/ 213464 h 1129545"/>
                  <a:gd name="connsiteX525" fmla="*/ 4724928 w 6005128"/>
                  <a:gd name="connsiteY525" fmla="*/ 223155 h 1129545"/>
                  <a:gd name="connsiteX526" fmla="*/ 4717491 w 6005128"/>
                  <a:gd name="connsiteY526" fmla="*/ 229004 h 1129545"/>
                  <a:gd name="connsiteX527" fmla="*/ 4710786 w 6005128"/>
                  <a:gd name="connsiteY527" fmla="*/ 237320 h 1129545"/>
                  <a:gd name="connsiteX528" fmla="*/ 4620362 w 6005128"/>
                  <a:gd name="connsiteY528" fmla="*/ 222762 h 1129545"/>
                  <a:gd name="connsiteX529" fmla="*/ 4528638 w 6005128"/>
                  <a:gd name="connsiteY529" fmla="*/ 208487 h 1129545"/>
                  <a:gd name="connsiteX530" fmla="*/ 4436872 w 6005128"/>
                  <a:gd name="connsiteY530" fmla="*/ 185940 h 1129545"/>
                  <a:gd name="connsiteX531" fmla="*/ 4346367 w 6005128"/>
                  <a:gd name="connsiteY531" fmla="*/ 159508 h 1129545"/>
                  <a:gd name="connsiteX532" fmla="*/ 4258747 w 6005128"/>
                  <a:gd name="connsiteY532" fmla="*/ 127009 h 1129545"/>
                  <a:gd name="connsiteX533" fmla="*/ 4209451 w 6005128"/>
                  <a:gd name="connsiteY533" fmla="*/ 107561 h 1129545"/>
                  <a:gd name="connsiteX534" fmla="*/ 4205874 w 6005128"/>
                  <a:gd name="connsiteY534" fmla="*/ 107889 h 1129545"/>
                  <a:gd name="connsiteX535" fmla="*/ 4206443 w 6005128"/>
                  <a:gd name="connsiteY535" fmla="*/ 109853 h 1129545"/>
                  <a:gd name="connsiteX536" fmla="*/ 4255862 w 6005128"/>
                  <a:gd name="connsiteY536" fmla="*/ 129366 h 1129545"/>
                  <a:gd name="connsiteX537" fmla="*/ 4343726 w 6005128"/>
                  <a:gd name="connsiteY537" fmla="*/ 161909 h 1129545"/>
                  <a:gd name="connsiteX538" fmla="*/ 4434597 w 6005128"/>
                  <a:gd name="connsiteY538" fmla="*/ 188450 h 1129545"/>
                  <a:gd name="connsiteX539" fmla="*/ 4526849 w 6005128"/>
                  <a:gd name="connsiteY539" fmla="*/ 211150 h 1129545"/>
                  <a:gd name="connsiteX540" fmla="*/ 4618939 w 6005128"/>
                  <a:gd name="connsiteY540" fmla="*/ 225490 h 1129545"/>
                  <a:gd name="connsiteX541" fmla="*/ 4708632 w 6005128"/>
                  <a:gd name="connsiteY541" fmla="*/ 239917 h 1129545"/>
                  <a:gd name="connsiteX542" fmla="*/ 4701805 w 6005128"/>
                  <a:gd name="connsiteY542" fmla="*/ 248015 h 1129545"/>
                  <a:gd name="connsiteX543" fmla="*/ 4694001 w 6005128"/>
                  <a:gd name="connsiteY543" fmla="*/ 254563 h 1129545"/>
                  <a:gd name="connsiteX544" fmla="*/ 4604675 w 6005128"/>
                  <a:gd name="connsiteY544" fmla="*/ 236185 h 1129545"/>
                  <a:gd name="connsiteX545" fmla="*/ 4603455 w 6005128"/>
                  <a:gd name="connsiteY545" fmla="*/ 236076 h 1129545"/>
                  <a:gd name="connsiteX546" fmla="*/ 4594596 w 6005128"/>
                  <a:gd name="connsiteY546" fmla="*/ 236774 h 1129545"/>
                  <a:gd name="connsiteX547" fmla="*/ 4592930 w 6005128"/>
                  <a:gd name="connsiteY547" fmla="*/ 237298 h 1129545"/>
                  <a:gd name="connsiteX548" fmla="*/ 4583298 w 6005128"/>
                  <a:gd name="connsiteY548" fmla="*/ 244501 h 1129545"/>
                  <a:gd name="connsiteX549" fmla="*/ 4583014 w 6005128"/>
                  <a:gd name="connsiteY549" fmla="*/ 244828 h 1129545"/>
                  <a:gd name="connsiteX550" fmla="*/ 4560255 w 6005128"/>
                  <a:gd name="connsiteY550" fmla="*/ 276324 h 1129545"/>
                  <a:gd name="connsiteX551" fmla="*/ 4547373 w 6005128"/>
                  <a:gd name="connsiteY551" fmla="*/ 306816 h 1129545"/>
                  <a:gd name="connsiteX552" fmla="*/ 4533271 w 6005128"/>
                  <a:gd name="connsiteY552" fmla="*/ 347151 h 1129545"/>
                  <a:gd name="connsiteX553" fmla="*/ 4534083 w 6005128"/>
                  <a:gd name="connsiteY553" fmla="*/ 348483 h 1129545"/>
                  <a:gd name="connsiteX554" fmla="*/ 4713183 w 6005128"/>
                  <a:gd name="connsiteY554" fmla="*/ 439652 h 1129545"/>
                  <a:gd name="connsiteX555" fmla="*/ 4803079 w 6005128"/>
                  <a:gd name="connsiteY555" fmla="*/ 482825 h 1129545"/>
                  <a:gd name="connsiteX556" fmla="*/ 4893910 w 6005128"/>
                  <a:gd name="connsiteY556" fmla="*/ 525081 h 1129545"/>
                  <a:gd name="connsiteX557" fmla="*/ 4985593 w 6005128"/>
                  <a:gd name="connsiteY557" fmla="*/ 562535 h 1129545"/>
                  <a:gd name="connsiteX558" fmla="*/ 5078294 w 6005128"/>
                  <a:gd name="connsiteY558" fmla="*/ 599946 h 1129545"/>
                  <a:gd name="connsiteX559" fmla="*/ 5079634 w 6005128"/>
                  <a:gd name="connsiteY559" fmla="*/ 600208 h 1129545"/>
                  <a:gd name="connsiteX560" fmla="*/ 5172984 w 6005128"/>
                  <a:gd name="connsiteY560" fmla="*/ 604049 h 1129545"/>
                  <a:gd name="connsiteX561" fmla="*/ 5175179 w 6005128"/>
                  <a:gd name="connsiteY561" fmla="*/ 603504 h 1129545"/>
                  <a:gd name="connsiteX562" fmla="*/ 5181112 w 6005128"/>
                  <a:gd name="connsiteY562" fmla="*/ 599182 h 1129545"/>
                  <a:gd name="connsiteX563" fmla="*/ 5272756 w 6005128"/>
                  <a:gd name="connsiteY563" fmla="*/ 599291 h 1129545"/>
                  <a:gd name="connsiteX564" fmla="*/ 5272756 w 6005128"/>
                  <a:gd name="connsiteY564" fmla="*/ 599291 h 1129545"/>
                  <a:gd name="connsiteX565" fmla="*/ 5274869 w 6005128"/>
                  <a:gd name="connsiteY565" fmla="*/ 598637 h 1129545"/>
                  <a:gd name="connsiteX566" fmla="*/ 5281331 w 6005128"/>
                  <a:gd name="connsiteY566" fmla="*/ 593158 h 1129545"/>
                  <a:gd name="connsiteX567" fmla="*/ 5288280 w 6005128"/>
                  <a:gd name="connsiteY567" fmla="*/ 585955 h 1129545"/>
                  <a:gd name="connsiteX568" fmla="*/ 5295555 w 6005128"/>
                  <a:gd name="connsiteY568" fmla="*/ 578927 h 1129545"/>
                  <a:gd name="connsiteX569" fmla="*/ 5303439 w 6005128"/>
                  <a:gd name="connsiteY569" fmla="*/ 572205 h 1129545"/>
                  <a:gd name="connsiteX570" fmla="*/ 5310835 w 6005128"/>
                  <a:gd name="connsiteY570" fmla="*/ 565329 h 1129545"/>
                  <a:gd name="connsiteX571" fmla="*/ 5398171 w 6005128"/>
                  <a:gd name="connsiteY571" fmla="*/ 570175 h 1129545"/>
                  <a:gd name="connsiteX572" fmla="*/ 5487213 w 6005128"/>
                  <a:gd name="connsiteY572" fmla="*/ 574649 h 1129545"/>
                  <a:gd name="connsiteX573" fmla="*/ 5576336 w 6005128"/>
                  <a:gd name="connsiteY573" fmla="*/ 578163 h 1129545"/>
                  <a:gd name="connsiteX574" fmla="*/ 5665744 w 6005128"/>
                  <a:gd name="connsiteY574" fmla="*/ 580084 h 1129545"/>
                  <a:gd name="connsiteX575" fmla="*/ 5753608 w 6005128"/>
                  <a:gd name="connsiteY575" fmla="*/ 582223 h 1129545"/>
                  <a:gd name="connsiteX576" fmla="*/ 5838017 w 6005128"/>
                  <a:gd name="connsiteY576" fmla="*/ 583489 h 1129545"/>
                  <a:gd name="connsiteX577" fmla="*/ 5835945 w 6005128"/>
                  <a:gd name="connsiteY577" fmla="*/ 585737 h 1129545"/>
                  <a:gd name="connsiteX578" fmla="*/ 5742391 w 6005128"/>
                  <a:gd name="connsiteY578" fmla="*/ 589950 h 1129545"/>
                  <a:gd name="connsiteX579" fmla="*/ 5648472 w 6005128"/>
                  <a:gd name="connsiteY579" fmla="*/ 592176 h 1129545"/>
                  <a:gd name="connsiteX580" fmla="*/ 5468640 w 6005128"/>
                  <a:gd name="connsiteY580" fmla="*/ 587330 h 1129545"/>
                  <a:gd name="connsiteX581" fmla="*/ 5466324 w 6005128"/>
                  <a:gd name="connsiteY581" fmla="*/ 588029 h 1129545"/>
                  <a:gd name="connsiteX582" fmla="*/ 5462097 w 6005128"/>
                  <a:gd name="connsiteY582" fmla="*/ 591914 h 1129545"/>
                  <a:gd name="connsiteX583" fmla="*/ 5371186 w 6005128"/>
                  <a:gd name="connsiteY583" fmla="*/ 591761 h 1129545"/>
                  <a:gd name="connsiteX584" fmla="*/ 5371186 w 6005128"/>
                  <a:gd name="connsiteY584" fmla="*/ 591761 h 1129545"/>
                  <a:gd name="connsiteX585" fmla="*/ 5368991 w 6005128"/>
                  <a:gd name="connsiteY585" fmla="*/ 592394 h 1129545"/>
                  <a:gd name="connsiteX586" fmla="*/ 5352938 w 6005128"/>
                  <a:gd name="connsiteY586" fmla="*/ 606407 h 1129545"/>
                  <a:gd name="connsiteX587" fmla="*/ 5166604 w 6005128"/>
                  <a:gd name="connsiteY587" fmla="*/ 606145 h 1129545"/>
                  <a:gd name="connsiteX588" fmla="*/ 5073295 w 6005128"/>
                  <a:gd name="connsiteY588" fmla="*/ 600601 h 1129545"/>
                  <a:gd name="connsiteX589" fmla="*/ 4980066 w 6005128"/>
                  <a:gd name="connsiteY589" fmla="*/ 565809 h 1129545"/>
                  <a:gd name="connsiteX590" fmla="*/ 4887692 w 6005128"/>
                  <a:gd name="connsiteY590" fmla="*/ 535973 h 1129545"/>
                  <a:gd name="connsiteX591" fmla="*/ 4795805 w 6005128"/>
                  <a:gd name="connsiteY591" fmla="*/ 498147 h 1129545"/>
                  <a:gd name="connsiteX592" fmla="*/ 4704608 w 6005128"/>
                  <a:gd name="connsiteY592" fmla="*/ 462657 h 1129545"/>
                  <a:gd name="connsiteX593" fmla="*/ 4613941 w 6005128"/>
                  <a:gd name="connsiteY593" fmla="*/ 423282 h 1129545"/>
                  <a:gd name="connsiteX594" fmla="*/ 4432280 w 6005128"/>
                  <a:gd name="connsiteY594" fmla="*/ 333706 h 1129545"/>
                  <a:gd name="connsiteX595" fmla="*/ 4346042 w 6005128"/>
                  <a:gd name="connsiteY595" fmla="*/ 289049 h 1129545"/>
                  <a:gd name="connsiteX596" fmla="*/ 4263095 w 6005128"/>
                  <a:gd name="connsiteY596" fmla="*/ 250263 h 1129545"/>
                  <a:gd name="connsiteX597" fmla="*/ 4184579 w 6005128"/>
                  <a:gd name="connsiteY597" fmla="*/ 209229 h 1129545"/>
                  <a:gd name="connsiteX598" fmla="*/ 4109070 w 6005128"/>
                  <a:gd name="connsiteY598" fmla="*/ 172102 h 1129545"/>
                  <a:gd name="connsiteX599" fmla="*/ 4034414 w 6005128"/>
                  <a:gd name="connsiteY599" fmla="*/ 133578 h 1129545"/>
                  <a:gd name="connsiteX600" fmla="*/ 3956385 w 6005128"/>
                  <a:gd name="connsiteY600" fmla="*/ 94247 h 1129545"/>
                  <a:gd name="connsiteX601" fmla="*/ 3870147 w 6005128"/>
                  <a:gd name="connsiteY601" fmla="*/ 54916 h 1129545"/>
                  <a:gd name="connsiteX602" fmla="*/ 3869375 w 6005128"/>
                  <a:gd name="connsiteY602" fmla="*/ 54697 h 1129545"/>
                  <a:gd name="connsiteX603" fmla="*/ 3771880 w 6005128"/>
                  <a:gd name="connsiteY603" fmla="*/ 36472 h 1129545"/>
                  <a:gd name="connsiteX604" fmla="*/ 3771229 w 6005128"/>
                  <a:gd name="connsiteY604" fmla="*/ 36363 h 1129545"/>
                  <a:gd name="connsiteX605" fmla="*/ 3738149 w 6005128"/>
                  <a:gd name="connsiteY605" fmla="*/ 35032 h 1129545"/>
                  <a:gd name="connsiteX606" fmla="*/ 3751682 w 6005128"/>
                  <a:gd name="connsiteY606" fmla="*/ 19426 h 1129545"/>
                  <a:gd name="connsiteX607" fmla="*/ 3761882 w 6005128"/>
                  <a:gd name="connsiteY607" fmla="*/ 13838 h 1129545"/>
                  <a:gd name="connsiteX608" fmla="*/ 3778423 w 6005128"/>
                  <a:gd name="connsiteY608" fmla="*/ 8447 h 1129545"/>
                  <a:gd name="connsiteX609" fmla="*/ 3798865 w 6005128"/>
                  <a:gd name="connsiteY609" fmla="*/ 2750 h 1129545"/>
                  <a:gd name="connsiteX610" fmla="*/ 3899164 w 6005128"/>
                  <a:gd name="connsiteY610" fmla="*/ 3339 h 1129545"/>
                  <a:gd name="connsiteX611" fmla="*/ 3974552 w 6005128"/>
                  <a:gd name="connsiteY611" fmla="*/ 34355 h 1129545"/>
                  <a:gd name="connsiteX612" fmla="*/ 3991905 w 6005128"/>
                  <a:gd name="connsiteY612" fmla="*/ 39135 h 1129545"/>
                  <a:gd name="connsiteX613" fmla="*/ 4038153 w 6005128"/>
                  <a:gd name="connsiteY613" fmla="*/ 56662 h 1129545"/>
                  <a:gd name="connsiteX614" fmla="*/ 4063147 w 6005128"/>
                  <a:gd name="connsiteY614" fmla="*/ 67488 h 1129545"/>
                  <a:gd name="connsiteX615" fmla="*/ 4064325 w 6005128"/>
                  <a:gd name="connsiteY615" fmla="*/ 67750 h 1129545"/>
                  <a:gd name="connsiteX616" fmla="*/ 4074851 w 6005128"/>
                  <a:gd name="connsiteY616" fmla="*/ 68557 h 1129545"/>
                  <a:gd name="connsiteX617" fmla="*/ 4108338 w 6005128"/>
                  <a:gd name="connsiteY617" fmla="*/ 81980 h 1129545"/>
                  <a:gd name="connsiteX618" fmla="*/ 4108948 w 6005128"/>
                  <a:gd name="connsiteY618" fmla="*/ 82199 h 1129545"/>
                  <a:gd name="connsiteX619" fmla="*/ 4169055 w 6005128"/>
                  <a:gd name="connsiteY619" fmla="*/ 95033 h 1129545"/>
                  <a:gd name="connsiteX620" fmla="*/ 4169786 w 6005128"/>
                  <a:gd name="connsiteY620" fmla="*/ 95142 h 1129545"/>
                  <a:gd name="connsiteX621" fmla="*/ 4176126 w 6005128"/>
                  <a:gd name="connsiteY621" fmla="*/ 95404 h 1129545"/>
                  <a:gd name="connsiteX622" fmla="*/ 4262770 w 6005128"/>
                  <a:gd name="connsiteY622" fmla="*/ 122098 h 1129545"/>
                  <a:gd name="connsiteX623" fmla="*/ 4352056 w 6005128"/>
                  <a:gd name="connsiteY623" fmla="*/ 156846 h 1129545"/>
                  <a:gd name="connsiteX624" fmla="*/ 4442887 w 6005128"/>
                  <a:gd name="connsiteY624" fmla="*/ 186639 h 1129545"/>
                  <a:gd name="connsiteX625" fmla="*/ 4534571 w 6005128"/>
                  <a:gd name="connsiteY625" fmla="*/ 207570 h 1129545"/>
                  <a:gd name="connsiteX626" fmla="*/ 4626498 w 6005128"/>
                  <a:gd name="connsiteY626" fmla="*/ 220885 h 1129545"/>
                  <a:gd name="connsiteX627" fmla="*/ 4628734 w 6005128"/>
                  <a:gd name="connsiteY627" fmla="*/ 220623 h 1129545"/>
                  <a:gd name="connsiteX628" fmla="*/ 4636130 w 6005128"/>
                  <a:gd name="connsiteY628" fmla="*/ 217261 h 1129545"/>
                  <a:gd name="connsiteX629" fmla="*/ 4636903 w 6005128"/>
                  <a:gd name="connsiteY629" fmla="*/ 216672 h 1129545"/>
                  <a:gd name="connsiteX630" fmla="*/ 4643689 w 6005128"/>
                  <a:gd name="connsiteY630" fmla="*/ 206545 h 1129545"/>
                  <a:gd name="connsiteX631" fmla="*/ 4650882 w 6005128"/>
                  <a:gd name="connsiteY631" fmla="*/ 202223 h 1129545"/>
                  <a:gd name="connsiteX632" fmla="*/ 4665919 w 6005128"/>
                  <a:gd name="connsiteY632" fmla="*/ 188690 h 1129545"/>
                  <a:gd name="connsiteX633" fmla="*/ 4673803 w 6005128"/>
                  <a:gd name="connsiteY633" fmla="*/ 179152 h 1129545"/>
                  <a:gd name="connsiteX634" fmla="*/ 4681647 w 6005128"/>
                  <a:gd name="connsiteY634" fmla="*/ 160665 h 1129545"/>
                  <a:gd name="connsiteX635" fmla="*/ 4689775 w 6005128"/>
                  <a:gd name="connsiteY635" fmla="*/ 137114 h 1129545"/>
                  <a:gd name="connsiteX636" fmla="*/ 4698269 w 6005128"/>
                  <a:gd name="connsiteY636" fmla="*/ 102694 h 1129545"/>
                  <a:gd name="connsiteX637" fmla="*/ 4705462 w 6005128"/>
                  <a:gd name="connsiteY637" fmla="*/ 100620 h 1129545"/>
                  <a:gd name="connsiteX638" fmla="*/ 4732162 w 6005128"/>
                  <a:gd name="connsiteY638" fmla="*/ 100511 h 1129545"/>
                  <a:gd name="connsiteX639" fmla="*/ 4733016 w 6005128"/>
                  <a:gd name="connsiteY639" fmla="*/ 100468 h 1129545"/>
                  <a:gd name="connsiteX640" fmla="*/ 4766056 w 6005128"/>
                  <a:gd name="connsiteY640" fmla="*/ 93745 h 1129545"/>
                  <a:gd name="connsiteX641" fmla="*/ 4775322 w 6005128"/>
                  <a:gd name="connsiteY641" fmla="*/ 91977 h 1129545"/>
                  <a:gd name="connsiteX642" fmla="*/ 4808322 w 6005128"/>
                  <a:gd name="connsiteY642" fmla="*/ 84578 h 1129545"/>
                  <a:gd name="connsiteX643" fmla="*/ 4821205 w 6005128"/>
                  <a:gd name="connsiteY643" fmla="*/ 82657 h 1129545"/>
                  <a:gd name="connsiteX644" fmla="*/ 4902241 w 6005128"/>
                  <a:gd name="connsiteY644" fmla="*/ 63799 h 1129545"/>
                  <a:gd name="connsiteX645" fmla="*/ 4982667 w 6005128"/>
                  <a:gd name="connsiteY645" fmla="*/ 77506 h 1129545"/>
                  <a:gd name="connsiteX646" fmla="*/ 5064272 w 6005128"/>
                  <a:gd name="connsiteY646" fmla="*/ 100991 h 1129545"/>
                  <a:gd name="connsiteX647" fmla="*/ 5143846 w 6005128"/>
                  <a:gd name="connsiteY647" fmla="*/ 111381 h 1129545"/>
                  <a:gd name="connsiteX648" fmla="*/ 5222566 w 6005128"/>
                  <a:gd name="connsiteY648" fmla="*/ 127358 h 1129545"/>
                  <a:gd name="connsiteX649" fmla="*/ 5300269 w 6005128"/>
                  <a:gd name="connsiteY649" fmla="*/ 140257 h 1129545"/>
                  <a:gd name="connsiteX650" fmla="*/ 5377160 w 6005128"/>
                  <a:gd name="connsiteY650" fmla="*/ 149250 h 1129545"/>
                  <a:gd name="connsiteX651" fmla="*/ 5455026 w 6005128"/>
                  <a:gd name="connsiteY651" fmla="*/ 162040 h 1129545"/>
                  <a:gd name="connsiteX652" fmla="*/ 5534152 w 6005128"/>
                  <a:gd name="connsiteY652" fmla="*/ 174241 h 1129545"/>
                  <a:gd name="connsiteX653" fmla="*/ 5615717 w 6005128"/>
                  <a:gd name="connsiteY653" fmla="*/ 196897 h 1129545"/>
                  <a:gd name="connsiteX654" fmla="*/ 5699313 w 6005128"/>
                  <a:gd name="connsiteY654" fmla="*/ 230576 h 1129545"/>
                  <a:gd name="connsiteX655" fmla="*/ 5786852 w 6005128"/>
                  <a:gd name="connsiteY655" fmla="*/ 262857 h 1129545"/>
                  <a:gd name="connsiteX656" fmla="*/ 5876829 w 6005128"/>
                  <a:gd name="connsiteY656" fmla="*/ 293349 h 1129545"/>
                  <a:gd name="connsiteX657" fmla="*/ 5966602 w 6005128"/>
                  <a:gd name="connsiteY657" fmla="*/ 324102 h 1129545"/>
                  <a:gd name="connsiteX658" fmla="*/ 5971195 w 6005128"/>
                  <a:gd name="connsiteY658" fmla="*/ 333597 h 1129545"/>
                  <a:gd name="connsiteX659" fmla="*/ 5972576 w 6005128"/>
                  <a:gd name="connsiteY659" fmla="*/ 334492 h 1129545"/>
                  <a:gd name="connsiteX660" fmla="*/ 5984566 w 6005128"/>
                  <a:gd name="connsiteY660" fmla="*/ 337591 h 1129545"/>
                  <a:gd name="connsiteX661" fmla="*/ 5991393 w 6005128"/>
                  <a:gd name="connsiteY661" fmla="*/ 349246 h 1129545"/>
                  <a:gd name="connsiteX662" fmla="*/ 5997936 w 6005128"/>
                  <a:gd name="connsiteY662" fmla="*/ 375416 h 1129545"/>
                  <a:gd name="connsiteX663" fmla="*/ 6000253 w 6005128"/>
                  <a:gd name="connsiteY663" fmla="*/ 405428 h 1129545"/>
                  <a:gd name="connsiteX664" fmla="*/ 5998221 w 6005128"/>
                  <a:gd name="connsiteY664" fmla="*/ 440700 h 1129545"/>
                  <a:gd name="connsiteX665" fmla="*/ 4650111 w 6005128"/>
                  <a:gd name="connsiteY665" fmla="*/ 316157 h 1129545"/>
                  <a:gd name="connsiteX666" fmla="*/ 4737161 w 6005128"/>
                  <a:gd name="connsiteY666" fmla="*/ 373496 h 1129545"/>
                  <a:gd name="connsiteX667" fmla="*/ 4724603 w 6005128"/>
                  <a:gd name="connsiteY667" fmla="*/ 406214 h 1129545"/>
                  <a:gd name="connsiteX668" fmla="*/ 4725295 w 6005128"/>
                  <a:gd name="connsiteY668" fmla="*/ 407501 h 1129545"/>
                  <a:gd name="connsiteX669" fmla="*/ 4814052 w 6005128"/>
                  <a:gd name="connsiteY669" fmla="*/ 456371 h 1129545"/>
                  <a:gd name="connsiteX670" fmla="*/ 4903501 w 6005128"/>
                  <a:gd name="connsiteY670" fmla="*/ 504695 h 1129545"/>
                  <a:gd name="connsiteX671" fmla="*/ 4993925 w 6005128"/>
                  <a:gd name="connsiteY671" fmla="*/ 552081 h 1129545"/>
                  <a:gd name="connsiteX672" fmla="*/ 5085365 w 6005128"/>
                  <a:gd name="connsiteY672" fmla="*/ 591565 h 1129545"/>
                  <a:gd name="connsiteX673" fmla="*/ 5086543 w 6005128"/>
                  <a:gd name="connsiteY673" fmla="*/ 591827 h 1129545"/>
                  <a:gd name="connsiteX674" fmla="*/ 5175057 w 6005128"/>
                  <a:gd name="connsiteY674" fmla="*/ 598920 h 1129545"/>
                  <a:gd name="connsiteX675" fmla="*/ 5171806 w 6005128"/>
                  <a:gd name="connsiteY675" fmla="*/ 601256 h 1129545"/>
                  <a:gd name="connsiteX676" fmla="*/ 5080528 w 6005128"/>
                  <a:gd name="connsiteY676" fmla="*/ 597480 h 1129545"/>
                  <a:gd name="connsiteX677" fmla="*/ 4988357 w 6005128"/>
                  <a:gd name="connsiteY677" fmla="*/ 560331 h 1129545"/>
                  <a:gd name="connsiteX678" fmla="*/ 4896836 w 6005128"/>
                  <a:gd name="connsiteY678" fmla="*/ 522920 h 1129545"/>
                  <a:gd name="connsiteX679" fmla="*/ 4822262 w 6005128"/>
                  <a:gd name="connsiteY679" fmla="*/ 488238 h 1129545"/>
                  <a:gd name="connsiteX680" fmla="*/ 4716353 w 6005128"/>
                  <a:gd name="connsiteY680" fmla="*/ 437666 h 1129545"/>
                  <a:gd name="connsiteX681" fmla="*/ 4538351 w 6005128"/>
                  <a:gd name="connsiteY681" fmla="*/ 347020 h 1129545"/>
                  <a:gd name="connsiteX682" fmla="*/ 4552127 w 6005128"/>
                  <a:gd name="connsiteY682" fmla="*/ 307470 h 1129545"/>
                  <a:gd name="connsiteX683" fmla="*/ 4564929 w 6005128"/>
                  <a:gd name="connsiteY683" fmla="*/ 277263 h 1129545"/>
                  <a:gd name="connsiteX684" fmla="*/ 4587403 w 6005128"/>
                  <a:gd name="connsiteY684" fmla="*/ 246138 h 1129545"/>
                  <a:gd name="connsiteX685" fmla="*/ 4596181 w 6005128"/>
                  <a:gd name="connsiteY685" fmla="*/ 239590 h 1129545"/>
                  <a:gd name="connsiteX686" fmla="*/ 4603375 w 6005128"/>
                  <a:gd name="connsiteY686" fmla="*/ 239001 h 1129545"/>
                  <a:gd name="connsiteX687" fmla="*/ 4690629 w 6005128"/>
                  <a:gd name="connsiteY687" fmla="*/ 256964 h 1129545"/>
                  <a:gd name="connsiteX688" fmla="*/ 4683394 w 6005128"/>
                  <a:gd name="connsiteY688" fmla="*/ 261700 h 1129545"/>
                  <a:gd name="connsiteX689" fmla="*/ 4673072 w 6005128"/>
                  <a:gd name="connsiteY689" fmla="*/ 269274 h 1129545"/>
                  <a:gd name="connsiteX690" fmla="*/ 4662140 w 6005128"/>
                  <a:gd name="connsiteY690" fmla="*/ 279882 h 1129545"/>
                  <a:gd name="connsiteX691" fmla="*/ 4661855 w 6005128"/>
                  <a:gd name="connsiteY691" fmla="*/ 280296 h 1129545"/>
                  <a:gd name="connsiteX692" fmla="*/ 4649542 w 6005128"/>
                  <a:gd name="connsiteY692" fmla="*/ 315001 h 1129545"/>
                  <a:gd name="connsiteX693" fmla="*/ 4650070 w 6005128"/>
                  <a:gd name="connsiteY693" fmla="*/ 316157 h 1129545"/>
                  <a:gd name="connsiteX694" fmla="*/ 5087966 w 6005128"/>
                  <a:gd name="connsiteY694" fmla="*/ 589098 h 1129545"/>
                  <a:gd name="connsiteX695" fmla="*/ 4997216 w 6005128"/>
                  <a:gd name="connsiteY695" fmla="*/ 549941 h 1129545"/>
                  <a:gd name="connsiteX696" fmla="*/ 4907037 w 6005128"/>
                  <a:gd name="connsiteY696" fmla="*/ 502687 h 1129545"/>
                  <a:gd name="connsiteX697" fmla="*/ 4831283 w 6005128"/>
                  <a:gd name="connsiteY697" fmla="*/ 461762 h 1129545"/>
                  <a:gd name="connsiteX698" fmla="*/ 4729887 w 6005128"/>
                  <a:gd name="connsiteY698" fmla="*/ 406083 h 1129545"/>
                  <a:gd name="connsiteX699" fmla="*/ 4742445 w 6005128"/>
                  <a:gd name="connsiteY699" fmla="*/ 373474 h 1129545"/>
                  <a:gd name="connsiteX700" fmla="*/ 4741916 w 6005128"/>
                  <a:gd name="connsiteY700" fmla="*/ 372252 h 1129545"/>
                  <a:gd name="connsiteX701" fmla="*/ 4654824 w 6005128"/>
                  <a:gd name="connsiteY701" fmla="*/ 314913 h 1129545"/>
                  <a:gd name="connsiteX702" fmla="*/ 4666814 w 6005128"/>
                  <a:gd name="connsiteY702" fmla="*/ 281126 h 1129545"/>
                  <a:gd name="connsiteX703" fmla="*/ 4677339 w 6005128"/>
                  <a:gd name="connsiteY703" fmla="*/ 270846 h 1129545"/>
                  <a:gd name="connsiteX704" fmla="*/ 4687418 w 6005128"/>
                  <a:gd name="connsiteY704" fmla="*/ 263490 h 1129545"/>
                  <a:gd name="connsiteX705" fmla="*/ 4695831 w 6005128"/>
                  <a:gd name="connsiteY705" fmla="*/ 258012 h 1129545"/>
                  <a:gd name="connsiteX706" fmla="*/ 4785117 w 6005128"/>
                  <a:gd name="connsiteY706" fmla="*/ 271500 h 1129545"/>
                  <a:gd name="connsiteX707" fmla="*/ 4874971 w 6005128"/>
                  <a:gd name="connsiteY707" fmla="*/ 286408 h 1129545"/>
                  <a:gd name="connsiteX708" fmla="*/ 4963486 w 6005128"/>
                  <a:gd name="connsiteY708" fmla="*/ 337089 h 1129545"/>
                  <a:gd name="connsiteX709" fmla="*/ 5049927 w 6005128"/>
                  <a:gd name="connsiteY709" fmla="*/ 393030 h 1129545"/>
                  <a:gd name="connsiteX710" fmla="*/ 5135190 w 6005128"/>
                  <a:gd name="connsiteY710" fmla="*/ 454800 h 1129545"/>
                  <a:gd name="connsiteX711" fmla="*/ 5220087 w 6005128"/>
                  <a:gd name="connsiteY711" fmla="*/ 513404 h 1129545"/>
                  <a:gd name="connsiteX712" fmla="*/ 5210251 w 6005128"/>
                  <a:gd name="connsiteY712" fmla="*/ 537282 h 1129545"/>
                  <a:gd name="connsiteX713" fmla="*/ 5200783 w 6005128"/>
                  <a:gd name="connsiteY713" fmla="*/ 561684 h 1129545"/>
                  <a:gd name="connsiteX714" fmla="*/ 5192451 w 6005128"/>
                  <a:gd name="connsiteY714" fmla="*/ 580913 h 1129545"/>
                  <a:gd name="connsiteX715" fmla="*/ 5184851 w 6005128"/>
                  <a:gd name="connsiteY715" fmla="*/ 590670 h 1129545"/>
                  <a:gd name="connsiteX716" fmla="*/ 5178471 w 6005128"/>
                  <a:gd name="connsiteY716" fmla="*/ 596323 h 1129545"/>
                  <a:gd name="connsiteX717" fmla="*/ 5088007 w 6005128"/>
                  <a:gd name="connsiteY717" fmla="*/ 589120 h 1129545"/>
                  <a:gd name="connsiteX718" fmla="*/ 5912104 w 6005128"/>
                  <a:gd name="connsiteY718" fmla="*/ 419637 h 1129545"/>
                  <a:gd name="connsiteX719" fmla="*/ 5826598 w 6005128"/>
                  <a:gd name="connsiteY719" fmla="*/ 407327 h 1129545"/>
                  <a:gd name="connsiteX720" fmla="*/ 5735158 w 6005128"/>
                  <a:gd name="connsiteY720" fmla="*/ 383994 h 1129545"/>
                  <a:gd name="connsiteX721" fmla="*/ 5643433 w 6005128"/>
                  <a:gd name="connsiteY721" fmla="*/ 361709 h 1129545"/>
                  <a:gd name="connsiteX722" fmla="*/ 5551383 w 6005128"/>
                  <a:gd name="connsiteY722" fmla="*/ 332069 h 1129545"/>
                  <a:gd name="connsiteX723" fmla="*/ 5460757 w 6005128"/>
                  <a:gd name="connsiteY723" fmla="*/ 302079 h 1129545"/>
                  <a:gd name="connsiteX724" fmla="*/ 5370779 w 6005128"/>
                  <a:gd name="connsiteY724" fmla="*/ 267593 h 1129545"/>
                  <a:gd name="connsiteX725" fmla="*/ 5369926 w 6005128"/>
                  <a:gd name="connsiteY725" fmla="*/ 267375 h 1129545"/>
                  <a:gd name="connsiteX726" fmla="*/ 5283891 w 6005128"/>
                  <a:gd name="connsiteY726" fmla="*/ 255501 h 1129545"/>
                  <a:gd name="connsiteX727" fmla="*/ 5109952 w 6005128"/>
                  <a:gd name="connsiteY727" fmla="*/ 237276 h 1129545"/>
                  <a:gd name="connsiteX728" fmla="*/ 5022901 w 6005128"/>
                  <a:gd name="connsiteY728" fmla="*/ 225075 h 1129545"/>
                  <a:gd name="connsiteX729" fmla="*/ 4939589 w 6005128"/>
                  <a:gd name="connsiteY729" fmla="*/ 211958 h 1129545"/>
                  <a:gd name="connsiteX730" fmla="*/ 4938898 w 6005128"/>
                  <a:gd name="connsiteY730" fmla="*/ 211914 h 1129545"/>
                  <a:gd name="connsiteX731" fmla="*/ 4936947 w 6005128"/>
                  <a:gd name="connsiteY731" fmla="*/ 212438 h 1129545"/>
                  <a:gd name="connsiteX732" fmla="*/ 4928901 w 6005128"/>
                  <a:gd name="connsiteY732" fmla="*/ 217654 h 1129545"/>
                  <a:gd name="connsiteX733" fmla="*/ 4928373 w 6005128"/>
                  <a:gd name="connsiteY733" fmla="*/ 218244 h 1129545"/>
                  <a:gd name="connsiteX734" fmla="*/ 4921342 w 6005128"/>
                  <a:gd name="connsiteY734" fmla="*/ 234592 h 1129545"/>
                  <a:gd name="connsiteX735" fmla="*/ 4915205 w 6005128"/>
                  <a:gd name="connsiteY735" fmla="*/ 236556 h 1129545"/>
                  <a:gd name="connsiteX736" fmla="*/ 4912360 w 6005128"/>
                  <a:gd name="connsiteY736" fmla="*/ 236403 h 1129545"/>
                  <a:gd name="connsiteX737" fmla="*/ 4909759 w 6005128"/>
                  <a:gd name="connsiteY737" fmla="*/ 237320 h 1129545"/>
                  <a:gd name="connsiteX738" fmla="*/ 4903013 w 6005128"/>
                  <a:gd name="connsiteY738" fmla="*/ 247120 h 1129545"/>
                  <a:gd name="connsiteX739" fmla="*/ 4891593 w 6005128"/>
                  <a:gd name="connsiteY739" fmla="*/ 253406 h 1129545"/>
                  <a:gd name="connsiteX740" fmla="*/ 4887610 w 6005128"/>
                  <a:gd name="connsiteY740" fmla="*/ 253581 h 1129545"/>
                  <a:gd name="connsiteX741" fmla="*/ 4805071 w 6005128"/>
                  <a:gd name="connsiteY741" fmla="*/ 245854 h 1129545"/>
                  <a:gd name="connsiteX742" fmla="*/ 4715784 w 6005128"/>
                  <a:gd name="connsiteY742" fmla="*/ 238018 h 1129545"/>
                  <a:gd name="connsiteX743" fmla="*/ 4721840 w 6005128"/>
                  <a:gd name="connsiteY743" fmla="*/ 230445 h 1129545"/>
                  <a:gd name="connsiteX744" fmla="*/ 4729155 w 6005128"/>
                  <a:gd name="connsiteY744" fmla="*/ 224682 h 1129545"/>
                  <a:gd name="connsiteX745" fmla="*/ 4738624 w 6005128"/>
                  <a:gd name="connsiteY745" fmla="*/ 215035 h 1129545"/>
                  <a:gd name="connsiteX746" fmla="*/ 4748012 w 6005128"/>
                  <a:gd name="connsiteY746" fmla="*/ 209971 h 1129545"/>
                  <a:gd name="connsiteX747" fmla="*/ 4754759 w 6005128"/>
                  <a:gd name="connsiteY747" fmla="*/ 204209 h 1129545"/>
                  <a:gd name="connsiteX748" fmla="*/ 4761261 w 6005128"/>
                  <a:gd name="connsiteY748" fmla="*/ 194234 h 1129545"/>
                  <a:gd name="connsiteX749" fmla="*/ 4767845 w 6005128"/>
                  <a:gd name="connsiteY749" fmla="*/ 178890 h 1129545"/>
                  <a:gd name="connsiteX750" fmla="*/ 4774834 w 6005128"/>
                  <a:gd name="connsiteY750" fmla="*/ 158919 h 1129545"/>
                  <a:gd name="connsiteX751" fmla="*/ 4782312 w 6005128"/>
                  <a:gd name="connsiteY751" fmla="*/ 134670 h 1129545"/>
                  <a:gd name="connsiteX752" fmla="*/ 4790643 w 6005128"/>
                  <a:gd name="connsiteY752" fmla="*/ 122316 h 1129545"/>
                  <a:gd name="connsiteX753" fmla="*/ 4798771 w 6005128"/>
                  <a:gd name="connsiteY753" fmla="*/ 99354 h 1129545"/>
                  <a:gd name="connsiteX754" fmla="*/ 4805111 w 6005128"/>
                  <a:gd name="connsiteY754" fmla="*/ 92043 h 1129545"/>
                  <a:gd name="connsiteX755" fmla="*/ 4813077 w 6005128"/>
                  <a:gd name="connsiteY755" fmla="*/ 89685 h 1129545"/>
                  <a:gd name="connsiteX756" fmla="*/ 4894031 w 6005128"/>
                  <a:gd name="connsiteY756" fmla="*/ 82657 h 1129545"/>
                  <a:gd name="connsiteX757" fmla="*/ 4975596 w 6005128"/>
                  <a:gd name="connsiteY757" fmla="*/ 107823 h 1129545"/>
                  <a:gd name="connsiteX758" fmla="*/ 5057527 w 6005128"/>
                  <a:gd name="connsiteY758" fmla="*/ 128122 h 1129545"/>
                  <a:gd name="connsiteX759" fmla="*/ 5138481 w 6005128"/>
                  <a:gd name="connsiteY759" fmla="*/ 141174 h 1129545"/>
                  <a:gd name="connsiteX760" fmla="*/ 5217933 w 6005128"/>
                  <a:gd name="connsiteY760" fmla="*/ 146194 h 1129545"/>
                  <a:gd name="connsiteX761" fmla="*/ 5296652 w 6005128"/>
                  <a:gd name="connsiteY761" fmla="*/ 163459 h 1129545"/>
                  <a:gd name="connsiteX762" fmla="*/ 5374843 w 6005128"/>
                  <a:gd name="connsiteY762" fmla="*/ 173150 h 1129545"/>
                  <a:gd name="connsiteX763" fmla="*/ 5454173 w 6005128"/>
                  <a:gd name="connsiteY763" fmla="*/ 190895 h 1129545"/>
                  <a:gd name="connsiteX764" fmla="*/ 5534843 w 6005128"/>
                  <a:gd name="connsiteY764" fmla="*/ 205017 h 1129545"/>
                  <a:gd name="connsiteX765" fmla="*/ 5617586 w 6005128"/>
                  <a:gd name="connsiteY765" fmla="*/ 222871 h 1129545"/>
                  <a:gd name="connsiteX766" fmla="*/ 5702280 w 6005128"/>
                  <a:gd name="connsiteY766" fmla="*/ 247753 h 1129545"/>
                  <a:gd name="connsiteX767" fmla="*/ 5791607 w 6005128"/>
                  <a:gd name="connsiteY767" fmla="*/ 281693 h 1129545"/>
                  <a:gd name="connsiteX768" fmla="*/ 5799044 w 6005128"/>
                  <a:gd name="connsiteY768" fmla="*/ 283876 h 1129545"/>
                  <a:gd name="connsiteX769" fmla="*/ 5880771 w 6005128"/>
                  <a:gd name="connsiteY769" fmla="*/ 305572 h 1129545"/>
                  <a:gd name="connsiteX770" fmla="*/ 5882640 w 6005128"/>
                  <a:gd name="connsiteY770" fmla="*/ 306095 h 1129545"/>
                  <a:gd name="connsiteX771" fmla="*/ 5886989 w 6005128"/>
                  <a:gd name="connsiteY771" fmla="*/ 312076 h 1129545"/>
                  <a:gd name="connsiteX772" fmla="*/ 5888208 w 6005128"/>
                  <a:gd name="connsiteY772" fmla="*/ 312818 h 1129545"/>
                  <a:gd name="connsiteX773" fmla="*/ 5893654 w 6005128"/>
                  <a:gd name="connsiteY773" fmla="*/ 314302 h 1129545"/>
                  <a:gd name="connsiteX774" fmla="*/ 5901254 w 6005128"/>
                  <a:gd name="connsiteY774" fmla="*/ 331087 h 1129545"/>
                  <a:gd name="connsiteX775" fmla="*/ 5909341 w 6005128"/>
                  <a:gd name="connsiteY775" fmla="*/ 360815 h 1129545"/>
                  <a:gd name="connsiteX776" fmla="*/ 5912917 w 6005128"/>
                  <a:gd name="connsiteY776" fmla="*/ 392419 h 1129545"/>
                  <a:gd name="connsiteX777" fmla="*/ 5911942 w 6005128"/>
                  <a:gd name="connsiteY777" fmla="*/ 419593 h 1129545"/>
                  <a:gd name="connsiteX778" fmla="*/ 5916859 w 6005128"/>
                  <a:gd name="connsiteY778" fmla="*/ 423479 h 1129545"/>
                  <a:gd name="connsiteX779" fmla="*/ 5934131 w 6005128"/>
                  <a:gd name="connsiteY779" fmla="*/ 427364 h 1129545"/>
                  <a:gd name="connsiteX780" fmla="*/ 5934131 w 6005128"/>
                  <a:gd name="connsiteY780" fmla="*/ 427473 h 1129545"/>
                  <a:gd name="connsiteX781" fmla="*/ 5932018 w 6005128"/>
                  <a:gd name="connsiteY781" fmla="*/ 463116 h 1129545"/>
                  <a:gd name="connsiteX782" fmla="*/ 5925881 w 6005128"/>
                  <a:gd name="connsiteY782" fmla="*/ 512509 h 1129545"/>
                  <a:gd name="connsiteX783" fmla="*/ 5921655 w 6005128"/>
                  <a:gd name="connsiteY783" fmla="*/ 543415 h 1129545"/>
                  <a:gd name="connsiteX784" fmla="*/ 5919542 w 6005128"/>
                  <a:gd name="connsiteY784" fmla="*/ 555464 h 1129545"/>
                  <a:gd name="connsiteX785" fmla="*/ 5917306 w 6005128"/>
                  <a:gd name="connsiteY785" fmla="*/ 565307 h 1129545"/>
                  <a:gd name="connsiteX786" fmla="*/ 5915193 w 6005128"/>
                  <a:gd name="connsiteY786" fmla="*/ 572925 h 1129545"/>
                  <a:gd name="connsiteX787" fmla="*/ 5913201 w 6005128"/>
                  <a:gd name="connsiteY787" fmla="*/ 577552 h 1129545"/>
                  <a:gd name="connsiteX788" fmla="*/ 5912511 w 6005128"/>
                  <a:gd name="connsiteY788" fmla="*/ 578556 h 1129545"/>
                  <a:gd name="connsiteX789" fmla="*/ 5846349 w 6005128"/>
                  <a:gd name="connsiteY789" fmla="*/ 580695 h 1129545"/>
                  <a:gd name="connsiteX790" fmla="*/ 5857321 w 6005128"/>
                  <a:gd name="connsiteY790" fmla="*/ 566202 h 1129545"/>
                  <a:gd name="connsiteX791" fmla="*/ 5863864 w 6005128"/>
                  <a:gd name="connsiteY791" fmla="*/ 556293 h 1129545"/>
                  <a:gd name="connsiteX792" fmla="*/ 5871464 w 6005128"/>
                  <a:gd name="connsiteY792" fmla="*/ 543983 h 1129545"/>
                  <a:gd name="connsiteX793" fmla="*/ 5879877 w 6005128"/>
                  <a:gd name="connsiteY793" fmla="*/ 529228 h 1129545"/>
                  <a:gd name="connsiteX794" fmla="*/ 5888777 w 6005128"/>
                  <a:gd name="connsiteY794" fmla="*/ 512553 h 1129545"/>
                  <a:gd name="connsiteX795" fmla="*/ 5897596 w 6005128"/>
                  <a:gd name="connsiteY795" fmla="*/ 494960 h 1129545"/>
                  <a:gd name="connsiteX796" fmla="*/ 5905642 w 6005128"/>
                  <a:gd name="connsiteY796" fmla="*/ 478067 h 1129545"/>
                  <a:gd name="connsiteX797" fmla="*/ 5912185 w 6005128"/>
                  <a:gd name="connsiteY797" fmla="*/ 462024 h 1129545"/>
                  <a:gd name="connsiteX798" fmla="*/ 5916941 w 6005128"/>
                  <a:gd name="connsiteY798" fmla="*/ 423435 h 1129545"/>
                  <a:gd name="connsiteX799" fmla="*/ 4895901 w 6005128"/>
                  <a:gd name="connsiteY799" fmla="*/ 257226 h 1129545"/>
                  <a:gd name="connsiteX800" fmla="*/ 4986244 w 6005128"/>
                  <a:gd name="connsiteY800" fmla="*/ 274120 h 1129545"/>
                  <a:gd name="connsiteX801" fmla="*/ 5073701 w 6005128"/>
                  <a:gd name="connsiteY801" fmla="*/ 328577 h 1129545"/>
                  <a:gd name="connsiteX802" fmla="*/ 5159086 w 6005128"/>
                  <a:gd name="connsiteY802" fmla="*/ 385588 h 1129545"/>
                  <a:gd name="connsiteX803" fmla="*/ 5243170 w 6005128"/>
                  <a:gd name="connsiteY803" fmla="*/ 433912 h 1129545"/>
                  <a:gd name="connsiteX804" fmla="*/ 5232603 w 6005128"/>
                  <a:gd name="connsiteY804" fmla="*/ 471955 h 1129545"/>
                  <a:gd name="connsiteX805" fmla="*/ 5151283 w 6005128"/>
                  <a:gd name="connsiteY805" fmla="*/ 414464 h 1129545"/>
                  <a:gd name="connsiteX806" fmla="*/ 5066061 w 6005128"/>
                  <a:gd name="connsiteY806" fmla="*/ 359745 h 1129545"/>
                  <a:gd name="connsiteX807" fmla="*/ 4978726 w 6005128"/>
                  <a:gd name="connsiteY807" fmla="*/ 303214 h 1129545"/>
                  <a:gd name="connsiteX808" fmla="*/ 4886554 w 6005128"/>
                  <a:gd name="connsiteY808" fmla="*/ 263250 h 1129545"/>
                  <a:gd name="connsiteX809" fmla="*/ 4889439 w 6005128"/>
                  <a:gd name="connsiteY809" fmla="*/ 256636 h 1129545"/>
                  <a:gd name="connsiteX810" fmla="*/ 4895942 w 6005128"/>
                  <a:gd name="connsiteY810" fmla="*/ 257226 h 1129545"/>
                  <a:gd name="connsiteX811" fmla="*/ 4804176 w 6005128"/>
                  <a:gd name="connsiteY811" fmla="*/ 248692 h 1129545"/>
                  <a:gd name="connsiteX812" fmla="*/ 4884400 w 6005128"/>
                  <a:gd name="connsiteY812" fmla="*/ 256156 h 1129545"/>
                  <a:gd name="connsiteX813" fmla="*/ 4881230 w 6005128"/>
                  <a:gd name="connsiteY813" fmla="*/ 263468 h 1129545"/>
                  <a:gd name="connsiteX814" fmla="*/ 4882124 w 6005128"/>
                  <a:gd name="connsiteY814" fmla="*/ 264909 h 1129545"/>
                  <a:gd name="connsiteX815" fmla="*/ 4975190 w 6005128"/>
                  <a:gd name="connsiteY815" fmla="*/ 305244 h 1129545"/>
                  <a:gd name="connsiteX816" fmla="*/ 5062200 w 6005128"/>
                  <a:gd name="connsiteY816" fmla="*/ 361578 h 1129545"/>
                  <a:gd name="connsiteX817" fmla="*/ 5147382 w 6005128"/>
                  <a:gd name="connsiteY817" fmla="*/ 416298 h 1129545"/>
                  <a:gd name="connsiteX818" fmla="*/ 5231506 w 6005128"/>
                  <a:gd name="connsiteY818" fmla="*/ 475753 h 1129545"/>
                  <a:gd name="connsiteX819" fmla="*/ 5221265 w 6005128"/>
                  <a:gd name="connsiteY819" fmla="*/ 509693 h 1129545"/>
                  <a:gd name="connsiteX820" fmla="*/ 5139172 w 6005128"/>
                  <a:gd name="connsiteY820" fmla="*/ 453053 h 1129545"/>
                  <a:gd name="connsiteX821" fmla="*/ 5053910 w 6005128"/>
                  <a:gd name="connsiteY821" fmla="*/ 391241 h 1129545"/>
                  <a:gd name="connsiteX822" fmla="*/ 4967183 w 6005128"/>
                  <a:gd name="connsiteY822" fmla="*/ 335125 h 1129545"/>
                  <a:gd name="connsiteX823" fmla="*/ 4878182 w 6005128"/>
                  <a:gd name="connsiteY823" fmla="*/ 284116 h 1129545"/>
                  <a:gd name="connsiteX824" fmla="*/ 4877044 w 6005128"/>
                  <a:gd name="connsiteY824" fmla="*/ 283745 h 1129545"/>
                  <a:gd name="connsiteX825" fmla="*/ 4786498 w 6005128"/>
                  <a:gd name="connsiteY825" fmla="*/ 268707 h 1129545"/>
                  <a:gd name="connsiteX826" fmla="*/ 4699000 w 6005128"/>
                  <a:gd name="connsiteY826" fmla="*/ 255480 h 1129545"/>
                  <a:gd name="connsiteX827" fmla="*/ 4706193 w 6005128"/>
                  <a:gd name="connsiteY827" fmla="*/ 249412 h 1129545"/>
                  <a:gd name="connsiteX828" fmla="*/ 4713631 w 6005128"/>
                  <a:gd name="connsiteY828" fmla="*/ 240659 h 1129545"/>
                  <a:gd name="connsiteX829" fmla="*/ 4804217 w 6005128"/>
                  <a:gd name="connsiteY829" fmla="*/ 248648 h 1129545"/>
                  <a:gd name="connsiteX830" fmla="*/ 5189281 w 6005128"/>
                  <a:gd name="connsiteY830" fmla="*/ 591979 h 1129545"/>
                  <a:gd name="connsiteX831" fmla="*/ 5197206 w 6005128"/>
                  <a:gd name="connsiteY831" fmla="*/ 581808 h 1129545"/>
                  <a:gd name="connsiteX832" fmla="*/ 5205700 w 6005128"/>
                  <a:gd name="connsiteY832" fmla="*/ 562295 h 1129545"/>
                  <a:gd name="connsiteX833" fmla="*/ 5215169 w 6005128"/>
                  <a:gd name="connsiteY833" fmla="*/ 537893 h 1129545"/>
                  <a:gd name="connsiteX834" fmla="*/ 5224191 w 6005128"/>
                  <a:gd name="connsiteY834" fmla="*/ 515936 h 1129545"/>
                  <a:gd name="connsiteX835" fmla="*/ 5306080 w 6005128"/>
                  <a:gd name="connsiteY835" fmla="*/ 564172 h 1129545"/>
                  <a:gd name="connsiteX836" fmla="*/ 5298887 w 6005128"/>
                  <a:gd name="connsiteY836" fmla="*/ 570895 h 1129545"/>
                  <a:gd name="connsiteX837" fmla="*/ 5291003 w 6005128"/>
                  <a:gd name="connsiteY837" fmla="*/ 577618 h 1129545"/>
                  <a:gd name="connsiteX838" fmla="*/ 5283566 w 6005128"/>
                  <a:gd name="connsiteY838" fmla="*/ 584755 h 1129545"/>
                  <a:gd name="connsiteX839" fmla="*/ 5276738 w 6005128"/>
                  <a:gd name="connsiteY839" fmla="*/ 591848 h 1129545"/>
                  <a:gd name="connsiteX840" fmla="*/ 5271130 w 6005128"/>
                  <a:gd name="connsiteY840" fmla="*/ 596585 h 1129545"/>
                  <a:gd name="connsiteX841" fmla="*/ 5184201 w 6005128"/>
                  <a:gd name="connsiteY841" fmla="*/ 596476 h 1129545"/>
                  <a:gd name="connsiteX842" fmla="*/ 5189240 w 6005128"/>
                  <a:gd name="connsiteY842" fmla="*/ 592001 h 1129545"/>
                  <a:gd name="connsiteX843" fmla="*/ 5225491 w 6005128"/>
                  <a:gd name="connsiteY843" fmla="*/ 512574 h 1129545"/>
                  <a:gd name="connsiteX844" fmla="*/ 5235692 w 6005128"/>
                  <a:gd name="connsiteY844" fmla="*/ 478852 h 1129545"/>
                  <a:gd name="connsiteX845" fmla="*/ 5316159 w 6005128"/>
                  <a:gd name="connsiteY845" fmla="*/ 537959 h 1129545"/>
                  <a:gd name="connsiteX846" fmla="*/ 5307747 w 6005128"/>
                  <a:gd name="connsiteY846" fmla="*/ 561029 h 1129545"/>
                  <a:gd name="connsiteX847" fmla="*/ 5225491 w 6005128"/>
                  <a:gd name="connsiteY847" fmla="*/ 512596 h 1129545"/>
                  <a:gd name="connsiteX848" fmla="*/ 5321361 w 6005128"/>
                  <a:gd name="connsiteY848" fmla="*/ 537893 h 1129545"/>
                  <a:gd name="connsiteX849" fmla="*/ 5320873 w 6005128"/>
                  <a:gd name="connsiteY849" fmla="*/ 536780 h 1129545"/>
                  <a:gd name="connsiteX850" fmla="*/ 5236830 w 6005128"/>
                  <a:gd name="connsiteY850" fmla="*/ 475011 h 1129545"/>
                  <a:gd name="connsiteX851" fmla="*/ 5248331 w 6005128"/>
                  <a:gd name="connsiteY851" fmla="*/ 433672 h 1129545"/>
                  <a:gd name="connsiteX852" fmla="*/ 5247681 w 6005128"/>
                  <a:gd name="connsiteY852" fmla="*/ 432493 h 1129545"/>
                  <a:gd name="connsiteX853" fmla="*/ 5162824 w 6005128"/>
                  <a:gd name="connsiteY853" fmla="*/ 383732 h 1129545"/>
                  <a:gd name="connsiteX854" fmla="*/ 5077521 w 6005128"/>
                  <a:gd name="connsiteY854" fmla="*/ 326765 h 1129545"/>
                  <a:gd name="connsiteX855" fmla="*/ 4989535 w 6005128"/>
                  <a:gd name="connsiteY855" fmla="*/ 271981 h 1129545"/>
                  <a:gd name="connsiteX856" fmla="*/ 4988439 w 6005128"/>
                  <a:gd name="connsiteY856" fmla="*/ 271566 h 1129545"/>
                  <a:gd name="connsiteX857" fmla="*/ 4897120 w 6005128"/>
                  <a:gd name="connsiteY857" fmla="*/ 254519 h 1129545"/>
                  <a:gd name="connsiteX858" fmla="*/ 4896836 w 6005128"/>
                  <a:gd name="connsiteY858" fmla="*/ 254519 h 1129545"/>
                  <a:gd name="connsiteX859" fmla="*/ 4906914 w 6005128"/>
                  <a:gd name="connsiteY859" fmla="*/ 248975 h 1129545"/>
                  <a:gd name="connsiteX860" fmla="*/ 4907443 w 6005128"/>
                  <a:gd name="connsiteY860" fmla="*/ 248495 h 1129545"/>
                  <a:gd name="connsiteX861" fmla="*/ 4913742 w 6005128"/>
                  <a:gd name="connsiteY861" fmla="*/ 239393 h 1129545"/>
                  <a:gd name="connsiteX862" fmla="*/ 4915489 w 6005128"/>
                  <a:gd name="connsiteY862" fmla="*/ 239459 h 1129545"/>
                  <a:gd name="connsiteX863" fmla="*/ 4916993 w 6005128"/>
                  <a:gd name="connsiteY863" fmla="*/ 239306 h 1129545"/>
                  <a:gd name="connsiteX864" fmla="*/ 4924837 w 6005128"/>
                  <a:gd name="connsiteY864" fmla="*/ 236796 h 1129545"/>
                  <a:gd name="connsiteX865" fmla="*/ 4926015 w 6005128"/>
                  <a:gd name="connsiteY865" fmla="*/ 235879 h 1129545"/>
                  <a:gd name="connsiteX866" fmla="*/ 4933168 w 6005128"/>
                  <a:gd name="connsiteY866" fmla="*/ 219313 h 1129545"/>
                  <a:gd name="connsiteX867" fmla="*/ 4939711 w 6005128"/>
                  <a:gd name="connsiteY867" fmla="*/ 214991 h 1129545"/>
                  <a:gd name="connsiteX868" fmla="*/ 5021519 w 6005128"/>
                  <a:gd name="connsiteY868" fmla="*/ 227825 h 1129545"/>
                  <a:gd name="connsiteX869" fmla="*/ 5108814 w 6005128"/>
                  <a:gd name="connsiteY869" fmla="*/ 240092 h 1129545"/>
                  <a:gd name="connsiteX870" fmla="*/ 5282753 w 6005128"/>
                  <a:gd name="connsiteY870" fmla="*/ 258273 h 1129545"/>
                  <a:gd name="connsiteX871" fmla="*/ 5368178 w 6005128"/>
                  <a:gd name="connsiteY871" fmla="*/ 270103 h 1129545"/>
                  <a:gd name="connsiteX872" fmla="*/ 5457302 w 6005128"/>
                  <a:gd name="connsiteY872" fmla="*/ 304262 h 1129545"/>
                  <a:gd name="connsiteX873" fmla="*/ 5548742 w 6005128"/>
                  <a:gd name="connsiteY873" fmla="*/ 334579 h 1129545"/>
                  <a:gd name="connsiteX874" fmla="*/ 5641076 w 6005128"/>
                  <a:gd name="connsiteY874" fmla="*/ 364263 h 1129545"/>
                  <a:gd name="connsiteX875" fmla="*/ 5733045 w 6005128"/>
                  <a:gd name="connsiteY875" fmla="*/ 386657 h 1129545"/>
                  <a:gd name="connsiteX876" fmla="*/ 5824850 w 6005128"/>
                  <a:gd name="connsiteY876" fmla="*/ 410055 h 1129545"/>
                  <a:gd name="connsiteX877" fmla="*/ 5911861 w 6005128"/>
                  <a:gd name="connsiteY877" fmla="*/ 422584 h 1129545"/>
                  <a:gd name="connsiteX878" fmla="*/ 5907065 w 6005128"/>
                  <a:gd name="connsiteY878" fmla="*/ 461697 h 1129545"/>
                  <a:gd name="connsiteX879" fmla="*/ 5900562 w 6005128"/>
                  <a:gd name="connsiteY879" fmla="*/ 477521 h 1129545"/>
                  <a:gd name="connsiteX880" fmla="*/ 5892597 w 6005128"/>
                  <a:gd name="connsiteY880" fmla="*/ 494371 h 1129545"/>
                  <a:gd name="connsiteX881" fmla="*/ 5883819 w 6005128"/>
                  <a:gd name="connsiteY881" fmla="*/ 511898 h 1129545"/>
                  <a:gd name="connsiteX882" fmla="*/ 5874959 w 6005128"/>
                  <a:gd name="connsiteY882" fmla="*/ 528530 h 1129545"/>
                  <a:gd name="connsiteX883" fmla="*/ 5866587 w 6005128"/>
                  <a:gd name="connsiteY883" fmla="*/ 543175 h 1129545"/>
                  <a:gd name="connsiteX884" fmla="*/ 5859069 w 6005128"/>
                  <a:gd name="connsiteY884" fmla="*/ 555442 h 1129545"/>
                  <a:gd name="connsiteX885" fmla="*/ 5852526 w 6005128"/>
                  <a:gd name="connsiteY885" fmla="*/ 565307 h 1129545"/>
                  <a:gd name="connsiteX886" fmla="*/ 5843260 w 6005128"/>
                  <a:gd name="connsiteY886" fmla="*/ 577989 h 1129545"/>
                  <a:gd name="connsiteX887" fmla="*/ 5840537 w 6005128"/>
                  <a:gd name="connsiteY887" fmla="*/ 580913 h 1129545"/>
                  <a:gd name="connsiteX888" fmla="*/ 5753689 w 6005128"/>
                  <a:gd name="connsiteY888" fmla="*/ 579582 h 1129545"/>
                  <a:gd name="connsiteX889" fmla="*/ 5665907 w 6005128"/>
                  <a:gd name="connsiteY889" fmla="*/ 577443 h 1129545"/>
                  <a:gd name="connsiteX890" fmla="*/ 5576621 w 6005128"/>
                  <a:gd name="connsiteY890" fmla="*/ 575522 h 1129545"/>
                  <a:gd name="connsiteX891" fmla="*/ 5487579 w 6005128"/>
                  <a:gd name="connsiteY891" fmla="*/ 572008 h 1129545"/>
                  <a:gd name="connsiteX892" fmla="*/ 5398618 w 6005128"/>
                  <a:gd name="connsiteY892" fmla="*/ 567534 h 1129545"/>
                  <a:gd name="connsiteX893" fmla="*/ 5312461 w 6005128"/>
                  <a:gd name="connsiteY893" fmla="*/ 562797 h 1129545"/>
                  <a:gd name="connsiteX894" fmla="*/ 5321524 w 6005128"/>
                  <a:gd name="connsiteY894" fmla="*/ 537959 h 11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Lst>
                <a:rect l="l" t="t" r="r" b="b"/>
                <a:pathLst>
                  <a:path w="6005128" h="1129545">
                    <a:moveTo>
                      <a:pt x="6003138" y="375286"/>
                    </a:moveTo>
                    <a:lnTo>
                      <a:pt x="5996391" y="348744"/>
                    </a:lnTo>
                    <a:lnTo>
                      <a:pt x="5989117" y="336216"/>
                    </a:lnTo>
                    <a:cubicBezTo>
                      <a:pt x="5988914" y="335845"/>
                      <a:pt x="5988426" y="335518"/>
                      <a:pt x="5987776" y="335365"/>
                    </a:cubicBezTo>
                    <a:lnTo>
                      <a:pt x="5975869" y="332265"/>
                    </a:lnTo>
                    <a:lnTo>
                      <a:pt x="5971317" y="322902"/>
                    </a:lnTo>
                    <a:cubicBezTo>
                      <a:pt x="5971154" y="322574"/>
                      <a:pt x="5970748" y="322247"/>
                      <a:pt x="5970219" y="322094"/>
                    </a:cubicBezTo>
                    <a:lnTo>
                      <a:pt x="5889346" y="294440"/>
                    </a:lnTo>
                    <a:lnTo>
                      <a:pt x="5796971" y="263163"/>
                    </a:lnTo>
                    <a:lnTo>
                      <a:pt x="5704109" y="229113"/>
                    </a:lnTo>
                    <a:lnTo>
                      <a:pt x="5618399" y="194584"/>
                    </a:lnTo>
                    <a:lnTo>
                      <a:pt x="5535981" y="171731"/>
                    </a:lnTo>
                    <a:lnTo>
                      <a:pt x="5456408" y="159421"/>
                    </a:lnTo>
                    <a:lnTo>
                      <a:pt x="5378420" y="146631"/>
                    </a:lnTo>
                    <a:lnTo>
                      <a:pt x="5301488" y="137638"/>
                    </a:lnTo>
                    <a:lnTo>
                      <a:pt x="5224191" y="124804"/>
                    </a:lnTo>
                    <a:lnTo>
                      <a:pt x="5145309" y="108762"/>
                    </a:lnTo>
                    <a:lnTo>
                      <a:pt x="5065979" y="98481"/>
                    </a:lnTo>
                    <a:lnTo>
                      <a:pt x="4984537" y="74974"/>
                    </a:lnTo>
                    <a:lnTo>
                      <a:pt x="4902850" y="61071"/>
                    </a:lnTo>
                    <a:cubicBezTo>
                      <a:pt x="4902322" y="60962"/>
                      <a:pt x="4901672" y="60962"/>
                      <a:pt x="4901103" y="61114"/>
                    </a:cubicBezTo>
                    <a:lnTo>
                      <a:pt x="4819538" y="80082"/>
                    </a:lnTo>
                    <a:lnTo>
                      <a:pt x="4806696" y="82002"/>
                    </a:lnTo>
                    <a:lnTo>
                      <a:pt x="4773494" y="89423"/>
                    </a:lnTo>
                    <a:lnTo>
                      <a:pt x="4738381" y="96561"/>
                    </a:lnTo>
                    <a:lnTo>
                      <a:pt x="4731675" y="97848"/>
                    </a:lnTo>
                    <a:lnTo>
                      <a:pt x="4704812" y="97958"/>
                    </a:lnTo>
                    <a:cubicBezTo>
                      <a:pt x="4704406" y="97958"/>
                      <a:pt x="4704039" y="98001"/>
                      <a:pt x="4703633" y="98110"/>
                    </a:cubicBezTo>
                    <a:lnTo>
                      <a:pt x="4695139" y="100555"/>
                    </a:lnTo>
                    <a:cubicBezTo>
                      <a:pt x="4694774" y="100664"/>
                      <a:pt x="4694448" y="100773"/>
                      <a:pt x="4694246" y="100970"/>
                    </a:cubicBezTo>
                    <a:lnTo>
                      <a:pt x="4693799" y="101297"/>
                    </a:lnTo>
                    <a:cubicBezTo>
                      <a:pt x="4693554" y="101472"/>
                      <a:pt x="4693392" y="101668"/>
                      <a:pt x="4693351" y="101930"/>
                    </a:cubicBezTo>
                    <a:lnTo>
                      <a:pt x="4684776" y="136721"/>
                    </a:lnTo>
                    <a:lnTo>
                      <a:pt x="4676648" y="160163"/>
                    </a:lnTo>
                    <a:lnTo>
                      <a:pt x="4669048" y="178345"/>
                    </a:lnTo>
                    <a:lnTo>
                      <a:pt x="4661449" y="187446"/>
                    </a:lnTo>
                    <a:lnTo>
                      <a:pt x="4646859" y="200608"/>
                    </a:lnTo>
                    <a:lnTo>
                      <a:pt x="4639625" y="204929"/>
                    </a:lnTo>
                    <a:cubicBezTo>
                      <a:pt x="4639422" y="205082"/>
                      <a:pt x="4639219" y="205257"/>
                      <a:pt x="4639137" y="205410"/>
                    </a:cubicBezTo>
                    <a:lnTo>
                      <a:pt x="4632391" y="215428"/>
                    </a:lnTo>
                    <a:lnTo>
                      <a:pt x="4626498" y="218091"/>
                    </a:lnTo>
                    <a:lnTo>
                      <a:pt x="4536156" y="204973"/>
                    </a:lnTo>
                    <a:lnTo>
                      <a:pt x="4445122" y="184194"/>
                    </a:lnTo>
                    <a:lnTo>
                      <a:pt x="4354820" y="154554"/>
                    </a:lnTo>
                    <a:lnTo>
                      <a:pt x="4265412" y="119762"/>
                    </a:lnTo>
                    <a:lnTo>
                      <a:pt x="4178036" y="92850"/>
                    </a:lnTo>
                    <a:cubicBezTo>
                      <a:pt x="4177751" y="92741"/>
                      <a:pt x="4177345" y="92697"/>
                      <a:pt x="4177020" y="92632"/>
                    </a:cubicBezTo>
                    <a:lnTo>
                      <a:pt x="4170477" y="92370"/>
                    </a:lnTo>
                    <a:lnTo>
                      <a:pt x="4110980" y="79689"/>
                    </a:lnTo>
                    <a:lnTo>
                      <a:pt x="4078427" y="66636"/>
                    </a:lnTo>
                    <a:lnTo>
                      <a:pt x="4077411" y="66156"/>
                    </a:lnTo>
                    <a:cubicBezTo>
                      <a:pt x="4077086" y="66003"/>
                      <a:pt x="4076639" y="65894"/>
                      <a:pt x="4076192" y="65894"/>
                    </a:cubicBezTo>
                    <a:lnTo>
                      <a:pt x="4065666" y="65087"/>
                    </a:lnTo>
                    <a:lnTo>
                      <a:pt x="4041079" y="54479"/>
                    </a:lnTo>
                    <a:lnTo>
                      <a:pt x="3994425" y="36734"/>
                    </a:lnTo>
                    <a:lnTo>
                      <a:pt x="3977153" y="31998"/>
                    </a:lnTo>
                    <a:lnTo>
                      <a:pt x="3901400" y="851"/>
                    </a:lnTo>
                    <a:cubicBezTo>
                      <a:pt x="3900953" y="698"/>
                      <a:pt x="3900465" y="589"/>
                      <a:pt x="3899896" y="589"/>
                    </a:cubicBezTo>
                    <a:lnTo>
                      <a:pt x="3798133" y="0"/>
                    </a:lnTo>
                    <a:cubicBezTo>
                      <a:pt x="3798133" y="0"/>
                      <a:pt x="3797280" y="65"/>
                      <a:pt x="3796955" y="153"/>
                    </a:cubicBezTo>
                    <a:lnTo>
                      <a:pt x="3775781" y="6068"/>
                    </a:lnTo>
                    <a:lnTo>
                      <a:pt x="3758672" y="11721"/>
                    </a:lnTo>
                    <a:lnTo>
                      <a:pt x="3747658" y="17636"/>
                    </a:lnTo>
                    <a:cubicBezTo>
                      <a:pt x="3747415" y="17810"/>
                      <a:pt x="3747252" y="17898"/>
                      <a:pt x="3747089" y="18051"/>
                    </a:cubicBezTo>
                    <a:lnTo>
                      <a:pt x="3732621" y="34835"/>
                    </a:lnTo>
                    <a:lnTo>
                      <a:pt x="3665200" y="32063"/>
                    </a:lnTo>
                    <a:cubicBezTo>
                      <a:pt x="3664672" y="32020"/>
                      <a:pt x="3664062" y="32129"/>
                      <a:pt x="3663574" y="32325"/>
                    </a:cubicBezTo>
                    <a:lnTo>
                      <a:pt x="3594405" y="59543"/>
                    </a:lnTo>
                    <a:lnTo>
                      <a:pt x="3553887" y="77070"/>
                    </a:lnTo>
                    <a:lnTo>
                      <a:pt x="3545109" y="79841"/>
                    </a:lnTo>
                    <a:lnTo>
                      <a:pt x="3533892" y="81697"/>
                    </a:lnTo>
                    <a:lnTo>
                      <a:pt x="3505607" y="85756"/>
                    </a:lnTo>
                    <a:cubicBezTo>
                      <a:pt x="3504956" y="85866"/>
                      <a:pt x="3504428" y="86128"/>
                      <a:pt x="3504062" y="86455"/>
                    </a:cubicBezTo>
                    <a:lnTo>
                      <a:pt x="3475858" y="112821"/>
                    </a:lnTo>
                    <a:lnTo>
                      <a:pt x="3447288" y="131352"/>
                    </a:lnTo>
                    <a:lnTo>
                      <a:pt x="3420222" y="137638"/>
                    </a:lnTo>
                    <a:cubicBezTo>
                      <a:pt x="3419693" y="137747"/>
                      <a:pt x="3419247" y="137966"/>
                      <a:pt x="3418962" y="138271"/>
                    </a:cubicBezTo>
                    <a:lnTo>
                      <a:pt x="3393074" y="164114"/>
                    </a:lnTo>
                    <a:lnTo>
                      <a:pt x="3369259" y="193361"/>
                    </a:lnTo>
                    <a:lnTo>
                      <a:pt x="3328863" y="261897"/>
                    </a:lnTo>
                    <a:lnTo>
                      <a:pt x="3311551" y="286823"/>
                    </a:lnTo>
                    <a:lnTo>
                      <a:pt x="3293588" y="310068"/>
                    </a:lnTo>
                    <a:lnTo>
                      <a:pt x="3274649" y="328555"/>
                    </a:lnTo>
                    <a:lnTo>
                      <a:pt x="3233319" y="372732"/>
                    </a:lnTo>
                    <a:lnTo>
                      <a:pt x="3211129" y="391808"/>
                    </a:lnTo>
                    <a:lnTo>
                      <a:pt x="3188208" y="415512"/>
                    </a:lnTo>
                    <a:lnTo>
                      <a:pt x="3165003" y="437251"/>
                    </a:lnTo>
                    <a:lnTo>
                      <a:pt x="3142082" y="456546"/>
                    </a:lnTo>
                    <a:lnTo>
                      <a:pt x="3119933" y="467786"/>
                    </a:lnTo>
                    <a:lnTo>
                      <a:pt x="3017886" y="461609"/>
                    </a:lnTo>
                    <a:lnTo>
                      <a:pt x="2914985" y="451438"/>
                    </a:lnTo>
                    <a:lnTo>
                      <a:pt x="2812085" y="441835"/>
                    </a:lnTo>
                    <a:lnTo>
                      <a:pt x="2709103" y="431598"/>
                    </a:lnTo>
                    <a:lnTo>
                      <a:pt x="2605268" y="417214"/>
                    </a:lnTo>
                    <a:lnTo>
                      <a:pt x="2500498" y="405646"/>
                    </a:lnTo>
                    <a:lnTo>
                      <a:pt x="2394793" y="392921"/>
                    </a:lnTo>
                    <a:lnTo>
                      <a:pt x="2288479" y="379127"/>
                    </a:lnTo>
                    <a:lnTo>
                      <a:pt x="2182653" y="362342"/>
                    </a:lnTo>
                    <a:cubicBezTo>
                      <a:pt x="2182084" y="362277"/>
                      <a:pt x="2181515" y="362277"/>
                      <a:pt x="2180986" y="362386"/>
                    </a:cubicBezTo>
                    <a:lnTo>
                      <a:pt x="2180417" y="362539"/>
                    </a:lnTo>
                    <a:cubicBezTo>
                      <a:pt x="2180052" y="362582"/>
                      <a:pt x="2179727" y="362692"/>
                      <a:pt x="2179483" y="362866"/>
                    </a:cubicBezTo>
                    <a:lnTo>
                      <a:pt x="2149693" y="381310"/>
                    </a:lnTo>
                    <a:lnTo>
                      <a:pt x="2117304" y="399491"/>
                    </a:lnTo>
                    <a:lnTo>
                      <a:pt x="2087027" y="426731"/>
                    </a:lnTo>
                    <a:lnTo>
                      <a:pt x="2057481" y="442489"/>
                    </a:lnTo>
                    <a:lnTo>
                      <a:pt x="2027408" y="463967"/>
                    </a:lnTo>
                    <a:lnTo>
                      <a:pt x="1999976" y="482257"/>
                    </a:lnTo>
                    <a:lnTo>
                      <a:pt x="1986036" y="490988"/>
                    </a:lnTo>
                    <a:lnTo>
                      <a:pt x="1972625" y="496750"/>
                    </a:lnTo>
                    <a:lnTo>
                      <a:pt x="1969983" y="497230"/>
                    </a:lnTo>
                    <a:lnTo>
                      <a:pt x="1968195" y="497165"/>
                    </a:lnTo>
                    <a:cubicBezTo>
                      <a:pt x="1967708" y="497121"/>
                      <a:pt x="1967139" y="497230"/>
                      <a:pt x="1966732" y="497383"/>
                    </a:cubicBezTo>
                    <a:lnTo>
                      <a:pt x="1937350" y="507663"/>
                    </a:lnTo>
                    <a:lnTo>
                      <a:pt x="1910730" y="516656"/>
                    </a:lnTo>
                    <a:lnTo>
                      <a:pt x="1905732" y="516329"/>
                    </a:lnTo>
                    <a:cubicBezTo>
                      <a:pt x="1905122" y="516263"/>
                      <a:pt x="1904472" y="516329"/>
                      <a:pt x="1903984" y="516547"/>
                    </a:cubicBezTo>
                    <a:lnTo>
                      <a:pt x="1874114" y="527678"/>
                    </a:lnTo>
                    <a:cubicBezTo>
                      <a:pt x="1873667" y="527831"/>
                      <a:pt x="1873301" y="528093"/>
                      <a:pt x="1873138" y="528377"/>
                    </a:cubicBezTo>
                    <a:lnTo>
                      <a:pt x="1870862" y="532153"/>
                    </a:lnTo>
                    <a:lnTo>
                      <a:pt x="1860459" y="533331"/>
                    </a:lnTo>
                    <a:lnTo>
                      <a:pt x="1823151" y="529927"/>
                    </a:lnTo>
                    <a:lnTo>
                      <a:pt x="1809659" y="528006"/>
                    </a:lnTo>
                    <a:lnTo>
                      <a:pt x="1773083" y="523640"/>
                    </a:lnTo>
                    <a:lnTo>
                      <a:pt x="1771010" y="523422"/>
                    </a:lnTo>
                    <a:lnTo>
                      <a:pt x="1760240" y="520759"/>
                    </a:lnTo>
                    <a:lnTo>
                      <a:pt x="1751543" y="519581"/>
                    </a:lnTo>
                    <a:lnTo>
                      <a:pt x="1722161" y="516809"/>
                    </a:lnTo>
                    <a:lnTo>
                      <a:pt x="1685747" y="511920"/>
                    </a:lnTo>
                    <a:lnTo>
                      <a:pt x="1565859" y="496619"/>
                    </a:lnTo>
                    <a:cubicBezTo>
                      <a:pt x="1565372" y="496576"/>
                      <a:pt x="1564762" y="496576"/>
                      <a:pt x="1564274" y="496728"/>
                    </a:cubicBezTo>
                    <a:lnTo>
                      <a:pt x="1526764" y="505721"/>
                    </a:lnTo>
                    <a:lnTo>
                      <a:pt x="1488846" y="518991"/>
                    </a:lnTo>
                    <a:cubicBezTo>
                      <a:pt x="1488481" y="519144"/>
                      <a:pt x="1488196" y="519319"/>
                      <a:pt x="1487993" y="519515"/>
                    </a:cubicBezTo>
                    <a:lnTo>
                      <a:pt x="1452392" y="556380"/>
                    </a:lnTo>
                    <a:lnTo>
                      <a:pt x="1422563" y="581699"/>
                    </a:lnTo>
                    <a:lnTo>
                      <a:pt x="1416751" y="586130"/>
                    </a:lnTo>
                    <a:lnTo>
                      <a:pt x="1411183" y="586719"/>
                    </a:lnTo>
                    <a:cubicBezTo>
                      <a:pt x="1410452" y="586828"/>
                      <a:pt x="1409802" y="587090"/>
                      <a:pt x="1409436" y="587461"/>
                    </a:cubicBezTo>
                    <a:lnTo>
                      <a:pt x="1372657" y="624719"/>
                    </a:lnTo>
                    <a:lnTo>
                      <a:pt x="1335146" y="655844"/>
                    </a:lnTo>
                    <a:lnTo>
                      <a:pt x="1333602" y="656477"/>
                    </a:lnTo>
                    <a:cubicBezTo>
                      <a:pt x="1333398" y="656586"/>
                      <a:pt x="1332951" y="656848"/>
                      <a:pt x="1332789" y="656957"/>
                    </a:cubicBezTo>
                    <a:lnTo>
                      <a:pt x="1302431" y="679286"/>
                    </a:lnTo>
                    <a:lnTo>
                      <a:pt x="1293937" y="684939"/>
                    </a:lnTo>
                    <a:lnTo>
                      <a:pt x="1292027" y="685637"/>
                    </a:lnTo>
                    <a:lnTo>
                      <a:pt x="1288369" y="686161"/>
                    </a:lnTo>
                    <a:cubicBezTo>
                      <a:pt x="1287922" y="686205"/>
                      <a:pt x="1287475" y="686379"/>
                      <a:pt x="1287150" y="686532"/>
                    </a:cubicBezTo>
                    <a:lnTo>
                      <a:pt x="1247323" y="709974"/>
                    </a:lnTo>
                    <a:lnTo>
                      <a:pt x="1205586" y="729465"/>
                    </a:lnTo>
                    <a:lnTo>
                      <a:pt x="1166246" y="752164"/>
                    </a:lnTo>
                    <a:lnTo>
                      <a:pt x="1164824" y="752645"/>
                    </a:lnTo>
                    <a:cubicBezTo>
                      <a:pt x="1164621" y="752688"/>
                      <a:pt x="1164377" y="752863"/>
                      <a:pt x="1164214" y="752972"/>
                    </a:cubicBezTo>
                    <a:lnTo>
                      <a:pt x="1122152" y="777898"/>
                    </a:lnTo>
                    <a:lnTo>
                      <a:pt x="1116543" y="778487"/>
                    </a:lnTo>
                    <a:cubicBezTo>
                      <a:pt x="1115893" y="778531"/>
                      <a:pt x="1115365" y="778705"/>
                      <a:pt x="1114958" y="778967"/>
                    </a:cubicBezTo>
                    <a:lnTo>
                      <a:pt x="1072937" y="805989"/>
                    </a:lnTo>
                    <a:lnTo>
                      <a:pt x="1033231" y="828514"/>
                    </a:lnTo>
                    <a:lnTo>
                      <a:pt x="1032134" y="829103"/>
                    </a:lnTo>
                    <a:lnTo>
                      <a:pt x="1025997" y="829474"/>
                    </a:lnTo>
                    <a:cubicBezTo>
                      <a:pt x="1025388" y="829539"/>
                      <a:pt x="1024860" y="829627"/>
                      <a:pt x="1024453" y="829889"/>
                    </a:cubicBezTo>
                    <a:lnTo>
                      <a:pt x="981578" y="853287"/>
                    </a:lnTo>
                    <a:lnTo>
                      <a:pt x="938012" y="876095"/>
                    </a:lnTo>
                    <a:lnTo>
                      <a:pt x="933013" y="877536"/>
                    </a:lnTo>
                    <a:lnTo>
                      <a:pt x="932078" y="877602"/>
                    </a:lnTo>
                    <a:cubicBezTo>
                      <a:pt x="931631" y="877645"/>
                      <a:pt x="931184" y="877754"/>
                      <a:pt x="930859" y="877929"/>
                    </a:cubicBezTo>
                    <a:lnTo>
                      <a:pt x="886399" y="899297"/>
                    </a:lnTo>
                    <a:lnTo>
                      <a:pt x="856325" y="916191"/>
                    </a:lnTo>
                    <a:lnTo>
                      <a:pt x="841411" y="922913"/>
                    </a:lnTo>
                    <a:lnTo>
                      <a:pt x="838810" y="923546"/>
                    </a:lnTo>
                    <a:cubicBezTo>
                      <a:pt x="838810" y="923546"/>
                      <a:pt x="838078" y="923808"/>
                      <a:pt x="837875" y="923874"/>
                    </a:cubicBezTo>
                    <a:lnTo>
                      <a:pt x="818530" y="931971"/>
                    </a:lnTo>
                    <a:lnTo>
                      <a:pt x="791870" y="942470"/>
                    </a:lnTo>
                    <a:lnTo>
                      <a:pt x="787928" y="943278"/>
                    </a:lnTo>
                    <a:lnTo>
                      <a:pt x="785449" y="943387"/>
                    </a:lnTo>
                    <a:cubicBezTo>
                      <a:pt x="785043" y="943452"/>
                      <a:pt x="784637" y="943496"/>
                      <a:pt x="784311" y="943649"/>
                    </a:cubicBezTo>
                    <a:lnTo>
                      <a:pt x="737575" y="960280"/>
                    </a:lnTo>
                    <a:lnTo>
                      <a:pt x="690352" y="975188"/>
                    </a:lnTo>
                    <a:lnTo>
                      <a:pt x="686085" y="975930"/>
                    </a:lnTo>
                    <a:cubicBezTo>
                      <a:pt x="686085" y="975930"/>
                      <a:pt x="685637" y="976039"/>
                      <a:pt x="685516" y="976083"/>
                    </a:cubicBezTo>
                    <a:lnTo>
                      <a:pt x="638089" y="991056"/>
                    </a:lnTo>
                    <a:lnTo>
                      <a:pt x="636179" y="991383"/>
                    </a:lnTo>
                    <a:lnTo>
                      <a:pt x="631180" y="991492"/>
                    </a:lnTo>
                    <a:cubicBezTo>
                      <a:pt x="630773" y="991492"/>
                      <a:pt x="630326" y="991536"/>
                      <a:pt x="630001" y="991711"/>
                    </a:cubicBezTo>
                    <a:lnTo>
                      <a:pt x="530433" y="1024691"/>
                    </a:lnTo>
                    <a:lnTo>
                      <a:pt x="523443" y="1024691"/>
                    </a:lnTo>
                    <a:cubicBezTo>
                      <a:pt x="522996" y="1024691"/>
                      <a:pt x="522590" y="1024734"/>
                      <a:pt x="522224" y="1024843"/>
                    </a:cubicBezTo>
                    <a:lnTo>
                      <a:pt x="470652" y="1039816"/>
                    </a:lnTo>
                    <a:lnTo>
                      <a:pt x="424322" y="1051603"/>
                    </a:lnTo>
                    <a:lnTo>
                      <a:pt x="418958" y="1052890"/>
                    </a:lnTo>
                    <a:lnTo>
                      <a:pt x="411561" y="1052890"/>
                    </a:lnTo>
                    <a:cubicBezTo>
                      <a:pt x="411196" y="1052890"/>
                      <a:pt x="410911" y="1052934"/>
                      <a:pt x="410627" y="1053000"/>
                    </a:cubicBezTo>
                    <a:lnTo>
                      <a:pt x="356453" y="1065463"/>
                    </a:lnTo>
                    <a:lnTo>
                      <a:pt x="303012" y="1076703"/>
                    </a:lnTo>
                    <a:lnTo>
                      <a:pt x="295453" y="1076660"/>
                    </a:lnTo>
                    <a:cubicBezTo>
                      <a:pt x="295453" y="1076660"/>
                      <a:pt x="294884" y="1076703"/>
                      <a:pt x="294559" y="1076769"/>
                    </a:cubicBezTo>
                    <a:lnTo>
                      <a:pt x="238963" y="1088118"/>
                    </a:lnTo>
                    <a:lnTo>
                      <a:pt x="182555" y="1098290"/>
                    </a:lnTo>
                    <a:lnTo>
                      <a:pt x="178125" y="1098661"/>
                    </a:lnTo>
                    <a:lnTo>
                      <a:pt x="174752" y="1098726"/>
                    </a:lnTo>
                    <a:cubicBezTo>
                      <a:pt x="174508" y="1098726"/>
                      <a:pt x="174264" y="1098726"/>
                      <a:pt x="174061" y="1098792"/>
                    </a:cubicBezTo>
                    <a:lnTo>
                      <a:pt x="115905" y="1108221"/>
                    </a:lnTo>
                    <a:lnTo>
                      <a:pt x="57059" y="1119309"/>
                    </a:lnTo>
                    <a:lnTo>
                      <a:pt x="49174" y="1119265"/>
                    </a:lnTo>
                    <a:cubicBezTo>
                      <a:pt x="49174" y="1119265"/>
                      <a:pt x="48727" y="1119309"/>
                      <a:pt x="48484" y="1119309"/>
                    </a:cubicBezTo>
                    <a:lnTo>
                      <a:pt x="0" y="1126621"/>
                    </a:lnTo>
                    <a:lnTo>
                      <a:pt x="0" y="1129545"/>
                    </a:lnTo>
                    <a:lnTo>
                      <a:pt x="49500" y="1122081"/>
                    </a:lnTo>
                    <a:lnTo>
                      <a:pt x="57506" y="1122081"/>
                    </a:lnTo>
                    <a:cubicBezTo>
                      <a:pt x="57749" y="1122081"/>
                      <a:pt x="58034" y="1122081"/>
                      <a:pt x="58278" y="1122037"/>
                    </a:cubicBezTo>
                    <a:lnTo>
                      <a:pt x="117409" y="1110949"/>
                    </a:lnTo>
                    <a:lnTo>
                      <a:pt x="175118" y="1101520"/>
                    </a:lnTo>
                    <a:lnTo>
                      <a:pt x="178491" y="1101520"/>
                    </a:lnTo>
                    <a:lnTo>
                      <a:pt x="183693" y="1101040"/>
                    </a:lnTo>
                    <a:lnTo>
                      <a:pt x="240548" y="1090803"/>
                    </a:lnTo>
                    <a:lnTo>
                      <a:pt x="295859" y="1079519"/>
                    </a:lnTo>
                    <a:lnTo>
                      <a:pt x="303378" y="1079562"/>
                    </a:lnTo>
                    <a:cubicBezTo>
                      <a:pt x="303378" y="1079562"/>
                      <a:pt x="303987" y="1079519"/>
                      <a:pt x="304272" y="1079453"/>
                    </a:cubicBezTo>
                    <a:lnTo>
                      <a:pt x="358242" y="1068104"/>
                    </a:lnTo>
                    <a:lnTo>
                      <a:pt x="412008" y="1055728"/>
                    </a:lnTo>
                    <a:lnTo>
                      <a:pt x="419324" y="1055728"/>
                    </a:lnTo>
                    <a:cubicBezTo>
                      <a:pt x="419324" y="1055728"/>
                      <a:pt x="420136" y="1055619"/>
                      <a:pt x="420258" y="1055575"/>
                    </a:cubicBezTo>
                    <a:lnTo>
                      <a:pt x="472724" y="1042370"/>
                    </a:lnTo>
                    <a:lnTo>
                      <a:pt x="523890" y="1027550"/>
                    </a:lnTo>
                    <a:lnTo>
                      <a:pt x="531002" y="1027550"/>
                    </a:lnTo>
                    <a:cubicBezTo>
                      <a:pt x="531449" y="1027550"/>
                      <a:pt x="531896" y="1027506"/>
                      <a:pt x="532262" y="1027332"/>
                    </a:cubicBezTo>
                    <a:lnTo>
                      <a:pt x="631830" y="994286"/>
                    </a:lnTo>
                    <a:lnTo>
                      <a:pt x="636544" y="994243"/>
                    </a:lnTo>
                    <a:cubicBezTo>
                      <a:pt x="636788" y="994243"/>
                      <a:pt x="636991" y="994243"/>
                      <a:pt x="637235" y="994177"/>
                    </a:cubicBezTo>
                    <a:lnTo>
                      <a:pt x="639917" y="993697"/>
                    </a:lnTo>
                    <a:lnTo>
                      <a:pt x="687751" y="978615"/>
                    </a:lnTo>
                    <a:lnTo>
                      <a:pt x="692262" y="977763"/>
                    </a:lnTo>
                    <a:lnTo>
                      <a:pt x="740095" y="962681"/>
                    </a:lnTo>
                    <a:lnTo>
                      <a:pt x="786425" y="946159"/>
                    </a:lnTo>
                    <a:lnTo>
                      <a:pt x="788660" y="946049"/>
                    </a:lnTo>
                    <a:cubicBezTo>
                      <a:pt x="788660" y="946049"/>
                      <a:pt x="789066" y="946049"/>
                      <a:pt x="789269" y="945984"/>
                    </a:cubicBezTo>
                    <a:lnTo>
                      <a:pt x="793781" y="945024"/>
                    </a:lnTo>
                    <a:cubicBezTo>
                      <a:pt x="794024" y="944958"/>
                      <a:pt x="794228" y="944915"/>
                      <a:pt x="794390" y="944871"/>
                    </a:cubicBezTo>
                    <a:lnTo>
                      <a:pt x="819181" y="935180"/>
                    </a:lnTo>
                    <a:lnTo>
                      <a:pt x="840720" y="926187"/>
                    </a:lnTo>
                    <a:lnTo>
                      <a:pt x="843605" y="925445"/>
                    </a:lnTo>
                    <a:cubicBezTo>
                      <a:pt x="843808" y="925402"/>
                      <a:pt x="844052" y="925336"/>
                      <a:pt x="844215" y="925293"/>
                    </a:cubicBezTo>
                    <a:lnTo>
                      <a:pt x="859577" y="918308"/>
                    </a:lnTo>
                    <a:lnTo>
                      <a:pt x="889732" y="901371"/>
                    </a:lnTo>
                    <a:lnTo>
                      <a:pt x="933501" y="880373"/>
                    </a:lnTo>
                    <a:lnTo>
                      <a:pt x="934110" y="880330"/>
                    </a:lnTo>
                    <a:cubicBezTo>
                      <a:pt x="934354" y="880330"/>
                      <a:pt x="934598" y="880264"/>
                      <a:pt x="934842" y="880221"/>
                    </a:cubicBezTo>
                    <a:lnTo>
                      <a:pt x="940532" y="878584"/>
                    </a:lnTo>
                    <a:cubicBezTo>
                      <a:pt x="940775" y="878518"/>
                      <a:pt x="940979" y="878475"/>
                      <a:pt x="941141" y="878365"/>
                    </a:cubicBezTo>
                    <a:lnTo>
                      <a:pt x="984992" y="855404"/>
                    </a:lnTo>
                    <a:lnTo>
                      <a:pt x="1027298" y="832333"/>
                    </a:lnTo>
                    <a:lnTo>
                      <a:pt x="1033435" y="831919"/>
                    </a:lnTo>
                    <a:cubicBezTo>
                      <a:pt x="1033963" y="831919"/>
                      <a:pt x="1034532" y="831766"/>
                      <a:pt x="1034938" y="831547"/>
                    </a:cubicBezTo>
                    <a:lnTo>
                      <a:pt x="1076513" y="807997"/>
                    </a:lnTo>
                    <a:lnTo>
                      <a:pt x="1118088" y="781303"/>
                    </a:lnTo>
                    <a:lnTo>
                      <a:pt x="1122843" y="780866"/>
                    </a:lnTo>
                    <a:cubicBezTo>
                      <a:pt x="1123127" y="780866"/>
                      <a:pt x="1123493" y="780823"/>
                      <a:pt x="1123777" y="780713"/>
                    </a:cubicBezTo>
                    <a:lnTo>
                      <a:pt x="1124956" y="780299"/>
                    </a:lnTo>
                    <a:cubicBezTo>
                      <a:pt x="1124956" y="780299"/>
                      <a:pt x="1125322" y="780146"/>
                      <a:pt x="1125444" y="780081"/>
                    </a:cubicBezTo>
                    <a:lnTo>
                      <a:pt x="1167628" y="755046"/>
                    </a:lnTo>
                    <a:lnTo>
                      <a:pt x="1169050" y="754565"/>
                    </a:lnTo>
                    <a:cubicBezTo>
                      <a:pt x="1169050" y="754565"/>
                      <a:pt x="1169416" y="754456"/>
                      <a:pt x="1169538" y="754347"/>
                    </a:cubicBezTo>
                    <a:lnTo>
                      <a:pt x="1208878" y="731647"/>
                    </a:lnTo>
                    <a:lnTo>
                      <a:pt x="1231920" y="720996"/>
                    </a:lnTo>
                    <a:lnTo>
                      <a:pt x="1250655" y="712091"/>
                    </a:lnTo>
                    <a:lnTo>
                      <a:pt x="1290198" y="688846"/>
                    </a:lnTo>
                    <a:lnTo>
                      <a:pt x="1293571" y="688365"/>
                    </a:lnTo>
                    <a:cubicBezTo>
                      <a:pt x="1293856" y="688322"/>
                      <a:pt x="1294140" y="688256"/>
                      <a:pt x="1294303" y="688147"/>
                    </a:cubicBezTo>
                    <a:lnTo>
                      <a:pt x="1296822" y="687230"/>
                    </a:lnTo>
                    <a:cubicBezTo>
                      <a:pt x="1297026" y="687165"/>
                      <a:pt x="1297229" y="687078"/>
                      <a:pt x="1297432" y="686969"/>
                    </a:cubicBezTo>
                    <a:lnTo>
                      <a:pt x="1306210" y="681119"/>
                    </a:lnTo>
                    <a:lnTo>
                      <a:pt x="1336772" y="658681"/>
                    </a:lnTo>
                    <a:lnTo>
                      <a:pt x="1338357" y="657983"/>
                    </a:lnTo>
                    <a:cubicBezTo>
                      <a:pt x="1338600" y="657874"/>
                      <a:pt x="1338763" y="657765"/>
                      <a:pt x="1338926" y="657655"/>
                    </a:cubicBezTo>
                    <a:lnTo>
                      <a:pt x="1376802" y="626225"/>
                    </a:lnTo>
                    <a:lnTo>
                      <a:pt x="1413094" y="589447"/>
                    </a:lnTo>
                    <a:lnTo>
                      <a:pt x="1418458" y="588858"/>
                    </a:lnTo>
                    <a:cubicBezTo>
                      <a:pt x="1419108" y="588815"/>
                      <a:pt x="1419718" y="588596"/>
                      <a:pt x="1420043" y="588334"/>
                    </a:cubicBezTo>
                    <a:lnTo>
                      <a:pt x="1426505" y="583380"/>
                    </a:lnTo>
                    <a:lnTo>
                      <a:pt x="1456497" y="557908"/>
                    </a:lnTo>
                    <a:lnTo>
                      <a:pt x="1491935" y="521240"/>
                    </a:lnTo>
                    <a:lnTo>
                      <a:pt x="1528877" y="508231"/>
                    </a:lnTo>
                    <a:lnTo>
                      <a:pt x="1565290" y="499544"/>
                    </a:lnTo>
                    <a:lnTo>
                      <a:pt x="1664330" y="512116"/>
                    </a:lnTo>
                    <a:lnTo>
                      <a:pt x="1720942" y="519624"/>
                    </a:lnTo>
                    <a:lnTo>
                      <a:pt x="1750243" y="522396"/>
                    </a:lnTo>
                    <a:lnTo>
                      <a:pt x="1758330" y="523466"/>
                    </a:lnTo>
                    <a:lnTo>
                      <a:pt x="1769222" y="526129"/>
                    </a:lnTo>
                    <a:lnTo>
                      <a:pt x="1808236" y="530756"/>
                    </a:lnTo>
                    <a:lnTo>
                      <a:pt x="1821851" y="532677"/>
                    </a:lnTo>
                    <a:lnTo>
                      <a:pt x="1859808" y="536191"/>
                    </a:lnTo>
                    <a:cubicBezTo>
                      <a:pt x="1860093" y="536234"/>
                      <a:pt x="1860459" y="536234"/>
                      <a:pt x="1860743" y="536191"/>
                    </a:cubicBezTo>
                    <a:lnTo>
                      <a:pt x="1873098" y="534750"/>
                    </a:lnTo>
                    <a:cubicBezTo>
                      <a:pt x="1873992" y="534641"/>
                      <a:pt x="1874683" y="534336"/>
                      <a:pt x="1875008" y="533834"/>
                    </a:cubicBezTo>
                    <a:lnTo>
                      <a:pt x="1877487" y="529796"/>
                    </a:lnTo>
                    <a:lnTo>
                      <a:pt x="1905813" y="519188"/>
                    </a:lnTo>
                    <a:lnTo>
                      <a:pt x="1910730" y="519559"/>
                    </a:lnTo>
                    <a:cubicBezTo>
                      <a:pt x="1911340" y="519603"/>
                      <a:pt x="1911868" y="519559"/>
                      <a:pt x="1912356" y="519341"/>
                    </a:cubicBezTo>
                    <a:lnTo>
                      <a:pt x="1939829" y="510064"/>
                    </a:lnTo>
                    <a:lnTo>
                      <a:pt x="1968561" y="500002"/>
                    </a:lnTo>
                    <a:lnTo>
                      <a:pt x="1970024" y="500046"/>
                    </a:lnTo>
                    <a:cubicBezTo>
                      <a:pt x="1970309" y="500111"/>
                      <a:pt x="1970634" y="500046"/>
                      <a:pt x="1970918" y="500002"/>
                    </a:cubicBezTo>
                    <a:lnTo>
                      <a:pt x="1974413" y="499348"/>
                    </a:lnTo>
                    <a:cubicBezTo>
                      <a:pt x="1974698" y="499304"/>
                      <a:pt x="1974982" y="499238"/>
                      <a:pt x="1975185" y="499129"/>
                    </a:cubicBezTo>
                    <a:lnTo>
                      <a:pt x="1989287" y="492996"/>
                    </a:lnTo>
                    <a:lnTo>
                      <a:pt x="2003593" y="484047"/>
                    </a:lnTo>
                    <a:lnTo>
                      <a:pt x="2031187" y="465713"/>
                    </a:lnTo>
                    <a:lnTo>
                      <a:pt x="2061058" y="444410"/>
                    </a:lnTo>
                    <a:lnTo>
                      <a:pt x="2090603" y="428630"/>
                    </a:lnTo>
                    <a:cubicBezTo>
                      <a:pt x="2090603" y="428630"/>
                      <a:pt x="2090847" y="428411"/>
                      <a:pt x="2091009" y="428302"/>
                    </a:cubicBezTo>
                    <a:lnTo>
                      <a:pt x="2121083" y="401172"/>
                    </a:lnTo>
                    <a:lnTo>
                      <a:pt x="2153189" y="383209"/>
                    </a:lnTo>
                    <a:lnTo>
                      <a:pt x="2182287" y="365245"/>
                    </a:lnTo>
                    <a:lnTo>
                      <a:pt x="2287016" y="381812"/>
                    </a:lnTo>
                    <a:lnTo>
                      <a:pt x="2393493" y="395672"/>
                    </a:lnTo>
                    <a:lnTo>
                      <a:pt x="2499238" y="408418"/>
                    </a:lnTo>
                    <a:lnTo>
                      <a:pt x="2603927" y="419921"/>
                    </a:lnTo>
                    <a:lnTo>
                      <a:pt x="2707803" y="434370"/>
                    </a:lnTo>
                    <a:lnTo>
                      <a:pt x="2811028" y="444607"/>
                    </a:lnTo>
                    <a:lnTo>
                      <a:pt x="2913848" y="454210"/>
                    </a:lnTo>
                    <a:lnTo>
                      <a:pt x="3016870" y="464381"/>
                    </a:lnTo>
                    <a:lnTo>
                      <a:pt x="3120258" y="470667"/>
                    </a:lnTo>
                    <a:cubicBezTo>
                      <a:pt x="3120989" y="470711"/>
                      <a:pt x="3121721" y="470558"/>
                      <a:pt x="3122249" y="470296"/>
                    </a:cubicBezTo>
                    <a:lnTo>
                      <a:pt x="3145699" y="458357"/>
                    </a:lnTo>
                    <a:lnTo>
                      <a:pt x="3169067" y="438735"/>
                    </a:lnTo>
                    <a:lnTo>
                      <a:pt x="3192394" y="416887"/>
                    </a:lnTo>
                    <a:lnTo>
                      <a:pt x="3215274" y="393227"/>
                    </a:lnTo>
                    <a:lnTo>
                      <a:pt x="3237505" y="374151"/>
                    </a:lnTo>
                    <a:lnTo>
                      <a:pt x="3278876" y="329864"/>
                    </a:lnTo>
                    <a:lnTo>
                      <a:pt x="3297896" y="311268"/>
                    </a:lnTo>
                    <a:lnTo>
                      <a:pt x="3316061" y="287870"/>
                    </a:lnTo>
                    <a:lnTo>
                      <a:pt x="3333415" y="262835"/>
                    </a:lnTo>
                    <a:lnTo>
                      <a:pt x="3373811" y="194365"/>
                    </a:lnTo>
                    <a:lnTo>
                      <a:pt x="3397423" y="165380"/>
                    </a:lnTo>
                    <a:lnTo>
                      <a:pt x="3422782" y="140017"/>
                    </a:lnTo>
                    <a:lnTo>
                      <a:pt x="3449605" y="133775"/>
                    </a:lnTo>
                    <a:cubicBezTo>
                      <a:pt x="3450011" y="133731"/>
                      <a:pt x="3450296" y="133557"/>
                      <a:pt x="3450539" y="133404"/>
                    </a:cubicBezTo>
                    <a:lnTo>
                      <a:pt x="3479760" y="114371"/>
                    </a:lnTo>
                    <a:lnTo>
                      <a:pt x="3507679" y="88310"/>
                    </a:lnTo>
                    <a:lnTo>
                      <a:pt x="3535030" y="84360"/>
                    </a:lnTo>
                    <a:lnTo>
                      <a:pt x="3546897" y="82330"/>
                    </a:lnTo>
                    <a:lnTo>
                      <a:pt x="3556488" y="79339"/>
                    </a:lnTo>
                    <a:lnTo>
                      <a:pt x="3597290" y="61704"/>
                    </a:lnTo>
                    <a:lnTo>
                      <a:pt x="3665606" y="34792"/>
                    </a:lnTo>
                    <a:lnTo>
                      <a:pt x="3730630" y="37498"/>
                    </a:lnTo>
                    <a:lnTo>
                      <a:pt x="3715146" y="72726"/>
                    </a:lnTo>
                    <a:lnTo>
                      <a:pt x="3698769" y="113061"/>
                    </a:lnTo>
                    <a:lnTo>
                      <a:pt x="3684545" y="142855"/>
                    </a:lnTo>
                    <a:lnTo>
                      <a:pt x="3681090" y="147395"/>
                    </a:lnTo>
                    <a:lnTo>
                      <a:pt x="3664997" y="173892"/>
                    </a:lnTo>
                    <a:lnTo>
                      <a:pt x="3649025" y="190742"/>
                    </a:lnTo>
                    <a:lnTo>
                      <a:pt x="3631916" y="220950"/>
                    </a:lnTo>
                    <a:lnTo>
                      <a:pt x="3614603" y="254738"/>
                    </a:lnTo>
                    <a:lnTo>
                      <a:pt x="3598144" y="288896"/>
                    </a:lnTo>
                    <a:lnTo>
                      <a:pt x="3597209" y="291297"/>
                    </a:lnTo>
                    <a:cubicBezTo>
                      <a:pt x="3596965" y="291995"/>
                      <a:pt x="3597656" y="292738"/>
                      <a:pt x="3598875" y="292956"/>
                    </a:cubicBezTo>
                    <a:lnTo>
                      <a:pt x="3637443" y="300420"/>
                    </a:lnTo>
                    <a:lnTo>
                      <a:pt x="3733963" y="317947"/>
                    </a:lnTo>
                    <a:lnTo>
                      <a:pt x="3829711" y="362604"/>
                    </a:lnTo>
                    <a:lnTo>
                      <a:pt x="3927612" y="398945"/>
                    </a:lnTo>
                    <a:lnTo>
                      <a:pt x="4025595" y="431074"/>
                    </a:lnTo>
                    <a:lnTo>
                      <a:pt x="4123822" y="460540"/>
                    </a:lnTo>
                    <a:lnTo>
                      <a:pt x="4222375" y="482497"/>
                    </a:lnTo>
                    <a:lnTo>
                      <a:pt x="4320845" y="493105"/>
                    </a:lnTo>
                    <a:lnTo>
                      <a:pt x="4418665" y="498758"/>
                    </a:lnTo>
                    <a:lnTo>
                      <a:pt x="4516405" y="526936"/>
                    </a:lnTo>
                    <a:lnTo>
                      <a:pt x="4614835" y="557253"/>
                    </a:lnTo>
                    <a:lnTo>
                      <a:pt x="4713387" y="582507"/>
                    </a:lnTo>
                    <a:lnTo>
                      <a:pt x="4811857" y="601474"/>
                    </a:lnTo>
                    <a:cubicBezTo>
                      <a:pt x="4812467" y="601583"/>
                      <a:pt x="4813118" y="601583"/>
                      <a:pt x="4813687" y="601474"/>
                    </a:cubicBezTo>
                    <a:lnTo>
                      <a:pt x="4823074" y="599182"/>
                    </a:lnTo>
                    <a:cubicBezTo>
                      <a:pt x="4823480" y="599073"/>
                      <a:pt x="4823806" y="598920"/>
                      <a:pt x="4824090" y="598767"/>
                    </a:cubicBezTo>
                    <a:lnTo>
                      <a:pt x="4833640" y="591783"/>
                    </a:lnTo>
                    <a:lnTo>
                      <a:pt x="4842582" y="580695"/>
                    </a:lnTo>
                    <a:lnTo>
                      <a:pt x="4853473" y="575893"/>
                    </a:lnTo>
                    <a:lnTo>
                      <a:pt x="4913457" y="597960"/>
                    </a:lnTo>
                    <a:lnTo>
                      <a:pt x="4936054" y="603067"/>
                    </a:lnTo>
                    <a:lnTo>
                      <a:pt x="5036638" y="629325"/>
                    </a:lnTo>
                    <a:cubicBezTo>
                      <a:pt x="5036881" y="629390"/>
                      <a:pt x="5037166" y="629434"/>
                      <a:pt x="5037491" y="629434"/>
                    </a:cubicBezTo>
                    <a:lnTo>
                      <a:pt x="5130638" y="634541"/>
                    </a:lnTo>
                    <a:lnTo>
                      <a:pt x="5324490" y="634869"/>
                    </a:lnTo>
                    <a:lnTo>
                      <a:pt x="5324490" y="634869"/>
                    </a:lnTo>
                    <a:cubicBezTo>
                      <a:pt x="5325344" y="634869"/>
                      <a:pt x="5326157" y="634607"/>
                      <a:pt x="5326604" y="634236"/>
                    </a:cubicBezTo>
                    <a:lnTo>
                      <a:pt x="5355336" y="609244"/>
                    </a:lnTo>
                    <a:lnTo>
                      <a:pt x="5899384" y="610052"/>
                    </a:lnTo>
                    <a:lnTo>
                      <a:pt x="5920395" y="607607"/>
                    </a:lnTo>
                    <a:cubicBezTo>
                      <a:pt x="5921329" y="607498"/>
                      <a:pt x="5922061" y="607083"/>
                      <a:pt x="5922305" y="606538"/>
                    </a:cubicBezTo>
                    <a:lnTo>
                      <a:pt x="5932262" y="585126"/>
                    </a:lnTo>
                    <a:lnTo>
                      <a:pt x="5934700" y="581830"/>
                    </a:lnTo>
                    <a:lnTo>
                      <a:pt x="5937423" y="578731"/>
                    </a:lnTo>
                    <a:lnTo>
                      <a:pt x="5945511" y="565678"/>
                    </a:lnTo>
                    <a:lnTo>
                      <a:pt x="5958352" y="543874"/>
                    </a:lnTo>
                    <a:lnTo>
                      <a:pt x="5974853" y="513338"/>
                    </a:lnTo>
                    <a:lnTo>
                      <a:pt x="5991515" y="479878"/>
                    </a:lnTo>
                    <a:lnTo>
                      <a:pt x="5998098" y="465757"/>
                    </a:lnTo>
                    <a:lnTo>
                      <a:pt x="6003138" y="440918"/>
                    </a:lnTo>
                    <a:lnTo>
                      <a:pt x="6005129" y="405428"/>
                    </a:lnTo>
                    <a:lnTo>
                      <a:pt x="6002854" y="375220"/>
                    </a:lnTo>
                    <a:close/>
                    <a:moveTo>
                      <a:pt x="5323312" y="632140"/>
                    </a:moveTo>
                    <a:lnTo>
                      <a:pt x="5131126" y="631878"/>
                    </a:lnTo>
                    <a:lnTo>
                      <a:pt x="5038588" y="626771"/>
                    </a:lnTo>
                    <a:lnTo>
                      <a:pt x="4938288" y="600601"/>
                    </a:lnTo>
                    <a:lnTo>
                      <a:pt x="4916018" y="595537"/>
                    </a:lnTo>
                    <a:lnTo>
                      <a:pt x="4854936" y="573034"/>
                    </a:lnTo>
                    <a:cubicBezTo>
                      <a:pt x="4854001" y="572707"/>
                      <a:pt x="4852823" y="572707"/>
                      <a:pt x="4851969" y="573078"/>
                    </a:cubicBezTo>
                    <a:lnTo>
                      <a:pt x="4839087" y="578774"/>
                    </a:lnTo>
                    <a:cubicBezTo>
                      <a:pt x="4838761" y="578927"/>
                      <a:pt x="4838518" y="579102"/>
                      <a:pt x="4838314" y="579298"/>
                    </a:cubicBezTo>
                    <a:lnTo>
                      <a:pt x="4829455" y="590386"/>
                    </a:lnTo>
                    <a:lnTo>
                      <a:pt x="4820636" y="596781"/>
                    </a:lnTo>
                    <a:lnTo>
                      <a:pt x="4812751" y="598702"/>
                    </a:lnTo>
                    <a:lnTo>
                      <a:pt x="4715500" y="579997"/>
                    </a:lnTo>
                    <a:lnTo>
                      <a:pt x="4617273" y="554787"/>
                    </a:lnTo>
                    <a:lnTo>
                      <a:pt x="4519006" y="524514"/>
                    </a:lnTo>
                    <a:lnTo>
                      <a:pt x="4420779" y="496161"/>
                    </a:lnTo>
                    <a:cubicBezTo>
                      <a:pt x="4420495" y="496052"/>
                      <a:pt x="4420169" y="496008"/>
                      <a:pt x="4419885" y="496008"/>
                    </a:cubicBezTo>
                    <a:lnTo>
                      <a:pt x="4321739" y="490311"/>
                    </a:lnTo>
                    <a:lnTo>
                      <a:pt x="4223959" y="479878"/>
                    </a:lnTo>
                    <a:lnTo>
                      <a:pt x="4126098" y="458074"/>
                    </a:lnTo>
                    <a:lnTo>
                      <a:pt x="4028237" y="428651"/>
                    </a:lnTo>
                    <a:lnTo>
                      <a:pt x="3930498" y="396566"/>
                    </a:lnTo>
                    <a:lnTo>
                      <a:pt x="3832962" y="360378"/>
                    </a:lnTo>
                    <a:lnTo>
                      <a:pt x="3737011" y="315655"/>
                    </a:lnTo>
                    <a:cubicBezTo>
                      <a:pt x="3736767" y="315503"/>
                      <a:pt x="3736523" y="315437"/>
                      <a:pt x="3736157" y="315394"/>
                    </a:cubicBezTo>
                    <a:lnTo>
                      <a:pt x="3639231" y="297758"/>
                    </a:lnTo>
                    <a:lnTo>
                      <a:pt x="3602817" y="290730"/>
                    </a:lnTo>
                    <a:lnTo>
                      <a:pt x="3617041" y="260827"/>
                    </a:lnTo>
                    <a:lnTo>
                      <a:pt x="3636996" y="221670"/>
                    </a:lnTo>
                    <a:lnTo>
                      <a:pt x="3653861" y="191833"/>
                    </a:lnTo>
                    <a:lnTo>
                      <a:pt x="3669833" y="174983"/>
                    </a:lnTo>
                    <a:lnTo>
                      <a:pt x="3686008" y="148442"/>
                    </a:lnTo>
                    <a:lnTo>
                      <a:pt x="3689543" y="143815"/>
                    </a:lnTo>
                    <a:lnTo>
                      <a:pt x="3703889" y="113760"/>
                    </a:lnTo>
                    <a:lnTo>
                      <a:pt x="3720308" y="73424"/>
                    </a:lnTo>
                    <a:lnTo>
                      <a:pt x="3735913" y="37782"/>
                    </a:lnTo>
                    <a:lnTo>
                      <a:pt x="3770417" y="39222"/>
                    </a:lnTo>
                    <a:lnTo>
                      <a:pt x="3867140" y="57295"/>
                    </a:lnTo>
                    <a:lnTo>
                      <a:pt x="3952931" y="96408"/>
                    </a:lnTo>
                    <a:lnTo>
                      <a:pt x="4030797" y="135674"/>
                    </a:lnTo>
                    <a:lnTo>
                      <a:pt x="4105493" y="174198"/>
                    </a:lnTo>
                    <a:lnTo>
                      <a:pt x="4181003" y="211325"/>
                    </a:lnTo>
                    <a:lnTo>
                      <a:pt x="4259519" y="252358"/>
                    </a:lnTo>
                    <a:lnTo>
                      <a:pt x="4342506" y="291210"/>
                    </a:lnTo>
                    <a:lnTo>
                      <a:pt x="4428663" y="335823"/>
                    </a:lnTo>
                    <a:lnTo>
                      <a:pt x="4610527" y="425443"/>
                    </a:lnTo>
                    <a:lnTo>
                      <a:pt x="4701398" y="464927"/>
                    </a:lnTo>
                    <a:lnTo>
                      <a:pt x="4792635" y="500461"/>
                    </a:lnTo>
                    <a:lnTo>
                      <a:pt x="4884725" y="538352"/>
                    </a:lnTo>
                    <a:lnTo>
                      <a:pt x="4977181" y="568188"/>
                    </a:lnTo>
                    <a:lnTo>
                      <a:pt x="5070735" y="603198"/>
                    </a:lnTo>
                    <a:cubicBezTo>
                      <a:pt x="5071059" y="603307"/>
                      <a:pt x="5071466" y="603351"/>
                      <a:pt x="5071913" y="603417"/>
                    </a:cubicBezTo>
                    <a:lnTo>
                      <a:pt x="5166076" y="609004"/>
                    </a:lnTo>
                    <a:lnTo>
                      <a:pt x="5349484" y="609266"/>
                    </a:lnTo>
                    <a:lnTo>
                      <a:pt x="5323231" y="632075"/>
                    </a:lnTo>
                    <a:close/>
                    <a:moveTo>
                      <a:pt x="5998343" y="440787"/>
                    </a:moveTo>
                    <a:lnTo>
                      <a:pt x="5993384" y="465364"/>
                    </a:lnTo>
                    <a:lnTo>
                      <a:pt x="5986882" y="479267"/>
                    </a:lnTo>
                    <a:lnTo>
                      <a:pt x="5970219" y="512618"/>
                    </a:lnTo>
                    <a:lnTo>
                      <a:pt x="5961685" y="528813"/>
                    </a:lnTo>
                    <a:lnTo>
                      <a:pt x="5953760" y="543088"/>
                    </a:lnTo>
                    <a:lnTo>
                      <a:pt x="5946811" y="555071"/>
                    </a:lnTo>
                    <a:lnTo>
                      <a:pt x="5932993" y="577727"/>
                    </a:lnTo>
                    <a:lnTo>
                      <a:pt x="5930311" y="580761"/>
                    </a:lnTo>
                    <a:lnTo>
                      <a:pt x="5927751" y="584275"/>
                    </a:lnTo>
                    <a:lnTo>
                      <a:pt x="5918079" y="605054"/>
                    </a:lnTo>
                    <a:lnTo>
                      <a:pt x="5899181" y="607302"/>
                    </a:lnTo>
                    <a:lnTo>
                      <a:pt x="5358831" y="606494"/>
                    </a:lnTo>
                    <a:lnTo>
                      <a:pt x="5372487" y="594664"/>
                    </a:lnTo>
                    <a:lnTo>
                      <a:pt x="5463479" y="594839"/>
                    </a:lnTo>
                    <a:lnTo>
                      <a:pt x="5463479" y="594839"/>
                    </a:lnTo>
                    <a:cubicBezTo>
                      <a:pt x="5464374" y="594839"/>
                      <a:pt x="5465145" y="594577"/>
                      <a:pt x="5465674" y="594140"/>
                    </a:cubicBezTo>
                    <a:lnTo>
                      <a:pt x="5469819" y="590299"/>
                    </a:lnTo>
                    <a:lnTo>
                      <a:pt x="5648391" y="595079"/>
                    </a:lnTo>
                    <a:lnTo>
                      <a:pt x="5742595" y="592787"/>
                    </a:lnTo>
                    <a:lnTo>
                      <a:pt x="5837652" y="588574"/>
                    </a:lnTo>
                    <a:cubicBezTo>
                      <a:pt x="5838546" y="588509"/>
                      <a:pt x="5839318" y="588247"/>
                      <a:pt x="5839725" y="587832"/>
                    </a:cubicBezTo>
                    <a:lnTo>
                      <a:pt x="5843626" y="583620"/>
                    </a:lnTo>
                    <a:lnTo>
                      <a:pt x="5914421" y="581328"/>
                    </a:lnTo>
                    <a:cubicBezTo>
                      <a:pt x="5915396" y="581284"/>
                      <a:pt x="5916290" y="580913"/>
                      <a:pt x="5916656" y="580433"/>
                    </a:cubicBezTo>
                    <a:lnTo>
                      <a:pt x="5918038" y="578360"/>
                    </a:lnTo>
                    <a:lnTo>
                      <a:pt x="5920151" y="573405"/>
                    </a:lnTo>
                    <a:lnTo>
                      <a:pt x="5922386" y="565569"/>
                    </a:lnTo>
                    <a:lnTo>
                      <a:pt x="5924581" y="555660"/>
                    </a:lnTo>
                    <a:lnTo>
                      <a:pt x="5926775" y="543394"/>
                    </a:lnTo>
                    <a:lnTo>
                      <a:pt x="5937138" y="463246"/>
                    </a:lnTo>
                    <a:lnTo>
                      <a:pt x="5939252" y="427385"/>
                    </a:lnTo>
                    <a:lnTo>
                      <a:pt x="5939089" y="426272"/>
                    </a:lnTo>
                    <a:cubicBezTo>
                      <a:pt x="5939008" y="425748"/>
                      <a:pt x="5938399" y="425246"/>
                      <a:pt x="5937504" y="425050"/>
                    </a:cubicBezTo>
                    <a:lnTo>
                      <a:pt x="5917184" y="420466"/>
                    </a:lnTo>
                    <a:lnTo>
                      <a:pt x="5918159" y="392376"/>
                    </a:lnTo>
                    <a:lnTo>
                      <a:pt x="5914583" y="360553"/>
                    </a:lnTo>
                    <a:lnTo>
                      <a:pt x="5906415" y="330563"/>
                    </a:lnTo>
                    <a:lnTo>
                      <a:pt x="5898490" y="312971"/>
                    </a:lnTo>
                    <a:cubicBezTo>
                      <a:pt x="5898327" y="312556"/>
                      <a:pt x="5897839" y="312229"/>
                      <a:pt x="5897149" y="312010"/>
                    </a:cubicBezTo>
                    <a:lnTo>
                      <a:pt x="5891500" y="310526"/>
                    </a:lnTo>
                    <a:lnTo>
                      <a:pt x="5887192" y="304546"/>
                    </a:lnTo>
                    <a:cubicBezTo>
                      <a:pt x="5886948" y="304218"/>
                      <a:pt x="5886542" y="304022"/>
                      <a:pt x="5886014" y="303847"/>
                    </a:cubicBezTo>
                    <a:lnTo>
                      <a:pt x="5801482" y="281366"/>
                    </a:lnTo>
                    <a:lnTo>
                      <a:pt x="5794451" y="279292"/>
                    </a:lnTo>
                    <a:lnTo>
                      <a:pt x="5709230" y="246684"/>
                    </a:lnTo>
                    <a:lnTo>
                      <a:pt x="5619903" y="220317"/>
                    </a:lnTo>
                    <a:lnTo>
                      <a:pt x="5536712" y="202354"/>
                    </a:lnTo>
                    <a:lnTo>
                      <a:pt x="5456083" y="188298"/>
                    </a:lnTo>
                    <a:lnTo>
                      <a:pt x="5376510" y="170509"/>
                    </a:lnTo>
                    <a:lnTo>
                      <a:pt x="5298319" y="160752"/>
                    </a:lnTo>
                    <a:lnTo>
                      <a:pt x="5219639" y="143531"/>
                    </a:lnTo>
                    <a:cubicBezTo>
                      <a:pt x="5219639" y="143531"/>
                      <a:pt x="5219233" y="143422"/>
                      <a:pt x="5218989" y="143422"/>
                    </a:cubicBezTo>
                    <a:lnTo>
                      <a:pt x="5139619" y="138468"/>
                    </a:lnTo>
                    <a:lnTo>
                      <a:pt x="5059396" y="125459"/>
                    </a:lnTo>
                    <a:lnTo>
                      <a:pt x="4977994" y="105313"/>
                    </a:lnTo>
                    <a:lnTo>
                      <a:pt x="4895901" y="79994"/>
                    </a:lnTo>
                    <a:cubicBezTo>
                      <a:pt x="4895414" y="79841"/>
                      <a:pt x="4894804" y="79776"/>
                      <a:pt x="4894275" y="79776"/>
                    </a:cubicBezTo>
                    <a:lnTo>
                      <a:pt x="4812020" y="86979"/>
                    </a:lnTo>
                    <a:cubicBezTo>
                      <a:pt x="4811735" y="86979"/>
                      <a:pt x="4811492" y="87022"/>
                      <a:pt x="4811248" y="87132"/>
                    </a:cubicBezTo>
                    <a:lnTo>
                      <a:pt x="4802104" y="89751"/>
                    </a:lnTo>
                    <a:cubicBezTo>
                      <a:pt x="4801657" y="89904"/>
                      <a:pt x="4801250" y="90122"/>
                      <a:pt x="4801007" y="90384"/>
                    </a:cubicBezTo>
                    <a:lnTo>
                      <a:pt x="4794179" y="98263"/>
                    </a:lnTo>
                    <a:cubicBezTo>
                      <a:pt x="4794179" y="98263"/>
                      <a:pt x="4794016" y="98525"/>
                      <a:pt x="4793976" y="98634"/>
                    </a:cubicBezTo>
                    <a:lnTo>
                      <a:pt x="4785888" y="121552"/>
                    </a:lnTo>
                    <a:lnTo>
                      <a:pt x="4777517" y="133906"/>
                    </a:lnTo>
                    <a:lnTo>
                      <a:pt x="4769958" y="158417"/>
                    </a:lnTo>
                    <a:lnTo>
                      <a:pt x="4762967" y="178301"/>
                    </a:lnTo>
                    <a:lnTo>
                      <a:pt x="4756465" y="193427"/>
                    </a:lnTo>
                    <a:lnTo>
                      <a:pt x="4750288" y="202965"/>
                    </a:lnTo>
                    <a:lnTo>
                      <a:pt x="4744192" y="208182"/>
                    </a:lnTo>
                    <a:lnTo>
                      <a:pt x="4734886" y="213136"/>
                    </a:lnTo>
                    <a:cubicBezTo>
                      <a:pt x="4734886" y="213136"/>
                      <a:pt x="4734560" y="213354"/>
                      <a:pt x="4734439" y="213464"/>
                    </a:cubicBezTo>
                    <a:lnTo>
                      <a:pt x="4724928" y="223155"/>
                    </a:lnTo>
                    <a:lnTo>
                      <a:pt x="4717491" y="229004"/>
                    </a:lnTo>
                    <a:lnTo>
                      <a:pt x="4710786" y="237320"/>
                    </a:lnTo>
                    <a:lnTo>
                      <a:pt x="4620362" y="222762"/>
                    </a:lnTo>
                    <a:lnTo>
                      <a:pt x="4528638" y="208487"/>
                    </a:lnTo>
                    <a:lnTo>
                      <a:pt x="4436872" y="185940"/>
                    </a:lnTo>
                    <a:lnTo>
                      <a:pt x="4346367" y="159508"/>
                    </a:lnTo>
                    <a:lnTo>
                      <a:pt x="4258747" y="127009"/>
                    </a:lnTo>
                    <a:lnTo>
                      <a:pt x="4209451" y="107561"/>
                    </a:lnTo>
                    <a:cubicBezTo>
                      <a:pt x="4208313" y="107146"/>
                      <a:pt x="4206728" y="107234"/>
                      <a:pt x="4205874" y="107889"/>
                    </a:cubicBezTo>
                    <a:cubicBezTo>
                      <a:pt x="4205062" y="108522"/>
                      <a:pt x="4205346" y="109438"/>
                      <a:pt x="4206443" y="109853"/>
                    </a:cubicBezTo>
                    <a:lnTo>
                      <a:pt x="4255862" y="129366"/>
                    </a:lnTo>
                    <a:lnTo>
                      <a:pt x="4343726" y="161909"/>
                    </a:lnTo>
                    <a:lnTo>
                      <a:pt x="4434597" y="188450"/>
                    </a:lnTo>
                    <a:lnTo>
                      <a:pt x="4526849" y="211150"/>
                    </a:lnTo>
                    <a:lnTo>
                      <a:pt x="4618939" y="225490"/>
                    </a:lnTo>
                    <a:lnTo>
                      <a:pt x="4708632" y="239917"/>
                    </a:lnTo>
                    <a:lnTo>
                      <a:pt x="4701805" y="248015"/>
                    </a:lnTo>
                    <a:lnTo>
                      <a:pt x="4694001" y="254563"/>
                    </a:lnTo>
                    <a:lnTo>
                      <a:pt x="4604675" y="236185"/>
                    </a:lnTo>
                    <a:cubicBezTo>
                      <a:pt x="4604269" y="236076"/>
                      <a:pt x="4603822" y="236076"/>
                      <a:pt x="4603455" y="236076"/>
                    </a:cubicBezTo>
                    <a:lnTo>
                      <a:pt x="4594596" y="236774"/>
                    </a:lnTo>
                    <a:cubicBezTo>
                      <a:pt x="4593946" y="236818"/>
                      <a:pt x="4593295" y="237036"/>
                      <a:pt x="4592930" y="237298"/>
                    </a:cubicBezTo>
                    <a:lnTo>
                      <a:pt x="4583298" y="244501"/>
                    </a:lnTo>
                    <a:cubicBezTo>
                      <a:pt x="4583298" y="244501"/>
                      <a:pt x="4583055" y="244719"/>
                      <a:pt x="4583014" y="244828"/>
                    </a:cubicBezTo>
                    <a:lnTo>
                      <a:pt x="4560255" y="276324"/>
                    </a:lnTo>
                    <a:lnTo>
                      <a:pt x="4547373" y="306816"/>
                    </a:lnTo>
                    <a:lnTo>
                      <a:pt x="4533271" y="347151"/>
                    </a:lnTo>
                    <a:cubicBezTo>
                      <a:pt x="4533149" y="347631"/>
                      <a:pt x="4533433" y="348111"/>
                      <a:pt x="4534083" y="348483"/>
                    </a:cubicBezTo>
                    <a:lnTo>
                      <a:pt x="4713183" y="439652"/>
                    </a:lnTo>
                    <a:lnTo>
                      <a:pt x="4803079" y="482825"/>
                    </a:lnTo>
                    <a:lnTo>
                      <a:pt x="4893910" y="525081"/>
                    </a:lnTo>
                    <a:lnTo>
                      <a:pt x="4985593" y="562535"/>
                    </a:lnTo>
                    <a:lnTo>
                      <a:pt x="5078294" y="599946"/>
                    </a:lnTo>
                    <a:cubicBezTo>
                      <a:pt x="5078700" y="600099"/>
                      <a:pt x="5079147" y="600164"/>
                      <a:pt x="5079634" y="600208"/>
                    </a:cubicBezTo>
                    <a:lnTo>
                      <a:pt x="5172984" y="604049"/>
                    </a:lnTo>
                    <a:cubicBezTo>
                      <a:pt x="5173838" y="604049"/>
                      <a:pt x="5174651" y="603897"/>
                      <a:pt x="5175179" y="603504"/>
                    </a:cubicBezTo>
                    <a:lnTo>
                      <a:pt x="5181112" y="599182"/>
                    </a:lnTo>
                    <a:lnTo>
                      <a:pt x="5272756" y="599291"/>
                    </a:lnTo>
                    <a:lnTo>
                      <a:pt x="5272756" y="599291"/>
                    </a:lnTo>
                    <a:cubicBezTo>
                      <a:pt x="5273650" y="599291"/>
                      <a:pt x="5274422" y="599073"/>
                      <a:pt x="5274869" y="598637"/>
                    </a:cubicBezTo>
                    <a:lnTo>
                      <a:pt x="5281331" y="593158"/>
                    </a:lnTo>
                    <a:lnTo>
                      <a:pt x="5288280" y="585955"/>
                    </a:lnTo>
                    <a:lnTo>
                      <a:pt x="5295555" y="578927"/>
                    </a:lnTo>
                    <a:lnTo>
                      <a:pt x="5303439" y="572205"/>
                    </a:lnTo>
                    <a:lnTo>
                      <a:pt x="5310835" y="565329"/>
                    </a:lnTo>
                    <a:lnTo>
                      <a:pt x="5398171" y="570175"/>
                    </a:lnTo>
                    <a:lnTo>
                      <a:pt x="5487213" y="574649"/>
                    </a:lnTo>
                    <a:lnTo>
                      <a:pt x="5576336" y="578163"/>
                    </a:lnTo>
                    <a:lnTo>
                      <a:pt x="5665744" y="580084"/>
                    </a:lnTo>
                    <a:lnTo>
                      <a:pt x="5753608" y="582223"/>
                    </a:lnTo>
                    <a:lnTo>
                      <a:pt x="5838017" y="583489"/>
                    </a:lnTo>
                    <a:lnTo>
                      <a:pt x="5835945" y="585737"/>
                    </a:lnTo>
                    <a:lnTo>
                      <a:pt x="5742391" y="589950"/>
                    </a:lnTo>
                    <a:lnTo>
                      <a:pt x="5648472" y="592176"/>
                    </a:lnTo>
                    <a:lnTo>
                      <a:pt x="5468640" y="587330"/>
                    </a:lnTo>
                    <a:cubicBezTo>
                      <a:pt x="5467746" y="587330"/>
                      <a:pt x="5466812" y="587549"/>
                      <a:pt x="5466324" y="588029"/>
                    </a:cubicBezTo>
                    <a:lnTo>
                      <a:pt x="5462097" y="591914"/>
                    </a:lnTo>
                    <a:lnTo>
                      <a:pt x="5371186" y="591761"/>
                    </a:lnTo>
                    <a:lnTo>
                      <a:pt x="5371186" y="591761"/>
                    </a:lnTo>
                    <a:cubicBezTo>
                      <a:pt x="5370292" y="591761"/>
                      <a:pt x="5369519" y="592023"/>
                      <a:pt x="5368991" y="592394"/>
                    </a:cubicBezTo>
                    <a:lnTo>
                      <a:pt x="5352938" y="606407"/>
                    </a:lnTo>
                    <a:lnTo>
                      <a:pt x="5166604" y="606145"/>
                    </a:lnTo>
                    <a:lnTo>
                      <a:pt x="5073295" y="600601"/>
                    </a:lnTo>
                    <a:lnTo>
                      <a:pt x="4980066" y="565809"/>
                    </a:lnTo>
                    <a:lnTo>
                      <a:pt x="4887692" y="535973"/>
                    </a:lnTo>
                    <a:lnTo>
                      <a:pt x="4795805" y="498147"/>
                    </a:lnTo>
                    <a:lnTo>
                      <a:pt x="4704608" y="462657"/>
                    </a:lnTo>
                    <a:lnTo>
                      <a:pt x="4613941" y="423282"/>
                    </a:lnTo>
                    <a:lnTo>
                      <a:pt x="4432280" y="333706"/>
                    </a:lnTo>
                    <a:lnTo>
                      <a:pt x="4346042" y="289049"/>
                    </a:lnTo>
                    <a:lnTo>
                      <a:pt x="4263095" y="250263"/>
                    </a:lnTo>
                    <a:lnTo>
                      <a:pt x="4184579" y="209229"/>
                    </a:lnTo>
                    <a:lnTo>
                      <a:pt x="4109070" y="172102"/>
                    </a:lnTo>
                    <a:lnTo>
                      <a:pt x="4034414" y="133578"/>
                    </a:lnTo>
                    <a:lnTo>
                      <a:pt x="3956385" y="94247"/>
                    </a:lnTo>
                    <a:lnTo>
                      <a:pt x="3870147" y="54916"/>
                    </a:lnTo>
                    <a:cubicBezTo>
                      <a:pt x="3869904" y="54806"/>
                      <a:pt x="3869578" y="54763"/>
                      <a:pt x="3869375" y="54697"/>
                    </a:cubicBezTo>
                    <a:lnTo>
                      <a:pt x="3771880" y="36472"/>
                    </a:lnTo>
                    <a:cubicBezTo>
                      <a:pt x="3771677" y="36407"/>
                      <a:pt x="3771473" y="36407"/>
                      <a:pt x="3771229" y="36363"/>
                    </a:cubicBezTo>
                    <a:lnTo>
                      <a:pt x="3738149" y="35032"/>
                    </a:lnTo>
                    <a:lnTo>
                      <a:pt x="3751682" y="19426"/>
                    </a:lnTo>
                    <a:lnTo>
                      <a:pt x="3761882" y="13838"/>
                    </a:lnTo>
                    <a:lnTo>
                      <a:pt x="3778423" y="8447"/>
                    </a:lnTo>
                    <a:lnTo>
                      <a:pt x="3798865" y="2750"/>
                    </a:lnTo>
                    <a:lnTo>
                      <a:pt x="3899164" y="3339"/>
                    </a:lnTo>
                    <a:lnTo>
                      <a:pt x="3974552" y="34355"/>
                    </a:lnTo>
                    <a:lnTo>
                      <a:pt x="3991905" y="39135"/>
                    </a:lnTo>
                    <a:lnTo>
                      <a:pt x="4038153" y="56662"/>
                    </a:lnTo>
                    <a:lnTo>
                      <a:pt x="4063147" y="67488"/>
                    </a:lnTo>
                    <a:cubicBezTo>
                      <a:pt x="4063513" y="67597"/>
                      <a:pt x="4063878" y="67706"/>
                      <a:pt x="4064325" y="67750"/>
                    </a:cubicBezTo>
                    <a:lnTo>
                      <a:pt x="4074851" y="68557"/>
                    </a:lnTo>
                    <a:lnTo>
                      <a:pt x="4108338" y="81980"/>
                    </a:lnTo>
                    <a:cubicBezTo>
                      <a:pt x="4108338" y="81980"/>
                      <a:pt x="4108745" y="82133"/>
                      <a:pt x="4108948" y="82199"/>
                    </a:cubicBezTo>
                    <a:lnTo>
                      <a:pt x="4169055" y="95033"/>
                    </a:lnTo>
                    <a:cubicBezTo>
                      <a:pt x="4169298" y="95076"/>
                      <a:pt x="4169542" y="95142"/>
                      <a:pt x="4169786" y="95142"/>
                    </a:cubicBezTo>
                    <a:lnTo>
                      <a:pt x="4176126" y="95404"/>
                    </a:lnTo>
                    <a:lnTo>
                      <a:pt x="4262770" y="122098"/>
                    </a:lnTo>
                    <a:lnTo>
                      <a:pt x="4352056" y="156846"/>
                    </a:lnTo>
                    <a:lnTo>
                      <a:pt x="4442887" y="186639"/>
                    </a:lnTo>
                    <a:lnTo>
                      <a:pt x="4534571" y="207570"/>
                    </a:lnTo>
                    <a:lnTo>
                      <a:pt x="4626498" y="220885"/>
                    </a:lnTo>
                    <a:cubicBezTo>
                      <a:pt x="4627230" y="220994"/>
                      <a:pt x="4628124" y="220950"/>
                      <a:pt x="4628734" y="220623"/>
                    </a:cubicBezTo>
                    <a:lnTo>
                      <a:pt x="4636130" y="217261"/>
                    </a:lnTo>
                    <a:cubicBezTo>
                      <a:pt x="4636455" y="217109"/>
                      <a:pt x="4636781" y="216890"/>
                      <a:pt x="4636903" y="216672"/>
                    </a:cubicBezTo>
                    <a:lnTo>
                      <a:pt x="4643689" y="206545"/>
                    </a:lnTo>
                    <a:lnTo>
                      <a:pt x="4650882" y="202223"/>
                    </a:lnTo>
                    <a:lnTo>
                      <a:pt x="4665919" y="188690"/>
                    </a:lnTo>
                    <a:lnTo>
                      <a:pt x="4673803" y="179152"/>
                    </a:lnTo>
                    <a:lnTo>
                      <a:pt x="4681647" y="160665"/>
                    </a:lnTo>
                    <a:lnTo>
                      <a:pt x="4689775" y="137114"/>
                    </a:lnTo>
                    <a:lnTo>
                      <a:pt x="4698269" y="102694"/>
                    </a:lnTo>
                    <a:lnTo>
                      <a:pt x="4705462" y="100620"/>
                    </a:lnTo>
                    <a:lnTo>
                      <a:pt x="4732162" y="100511"/>
                    </a:lnTo>
                    <a:cubicBezTo>
                      <a:pt x="4732447" y="100511"/>
                      <a:pt x="4732691" y="100511"/>
                      <a:pt x="4733016" y="100468"/>
                    </a:cubicBezTo>
                    <a:lnTo>
                      <a:pt x="4766056" y="93745"/>
                    </a:lnTo>
                    <a:lnTo>
                      <a:pt x="4775322" y="91977"/>
                    </a:lnTo>
                    <a:lnTo>
                      <a:pt x="4808322" y="84578"/>
                    </a:lnTo>
                    <a:lnTo>
                      <a:pt x="4821205" y="82657"/>
                    </a:lnTo>
                    <a:lnTo>
                      <a:pt x="4902241" y="63799"/>
                    </a:lnTo>
                    <a:lnTo>
                      <a:pt x="4982667" y="77506"/>
                    </a:lnTo>
                    <a:lnTo>
                      <a:pt x="5064272" y="100991"/>
                    </a:lnTo>
                    <a:lnTo>
                      <a:pt x="5143846" y="111381"/>
                    </a:lnTo>
                    <a:lnTo>
                      <a:pt x="5222566" y="127358"/>
                    </a:lnTo>
                    <a:lnTo>
                      <a:pt x="5300269" y="140257"/>
                    </a:lnTo>
                    <a:lnTo>
                      <a:pt x="5377160" y="149250"/>
                    </a:lnTo>
                    <a:lnTo>
                      <a:pt x="5455026" y="162040"/>
                    </a:lnTo>
                    <a:lnTo>
                      <a:pt x="5534152" y="174241"/>
                    </a:lnTo>
                    <a:lnTo>
                      <a:pt x="5615717" y="196897"/>
                    </a:lnTo>
                    <a:lnTo>
                      <a:pt x="5699313" y="230576"/>
                    </a:lnTo>
                    <a:lnTo>
                      <a:pt x="5786852" y="262857"/>
                    </a:lnTo>
                    <a:lnTo>
                      <a:pt x="5876829" y="293349"/>
                    </a:lnTo>
                    <a:lnTo>
                      <a:pt x="5966602" y="324102"/>
                    </a:lnTo>
                    <a:lnTo>
                      <a:pt x="5971195" y="333597"/>
                    </a:lnTo>
                    <a:cubicBezTo>
                      <a:pt x="5971398" y="334012"/>
                      <a:pt x="5971886" y="334339"/>
                      <a:pt x="5972576" y="334492"/>
                    </a:cubicBezTo>
                    <a:lnTo>
                      <a:pt x="5984566" y="337591"/>
                    </a:lnTo>
                    <a:lnTo>
                      <a:pt x="5991393" y="349246"/>
                    </a:lnTo>
                    <a:lnTo>
                      <a:pt x="5997936" y="375416"/>
                    </a:lnTo>
                    <a:lnTo>
                      <a:pt x="6000253" y="405428"/>
                    </a:lnTo>
                    <a:lnTo>
                      <a:pt x="5998221" y="440700"/>
                    </a:lnTo>
                    <a:close/>
                    <a:moveTo>
                      <a:pt x="4650111" y="316157"/>
                    </a:moveTo>
                    <a:lnTo>
                      <a:pt x="4737161" y="373496"/>
                    </a:lnTo>
                    <a:lnTo>
                      <a:pt x="4724603" y="406214"/>
                    </a:lnTo>
                    <a:cubicBezTo>
                      <a:pt x="4724400" y="406694"/>
                      <a:pt x="4724685" y="407174"/>
                      <a:pt x="4725295" y="407501"/>
                    </a:cubicBezTo>
                    <a:lnTo>
                      <a:pt x="4814052" y="456371"/>
                    </a:lnTo>
                    <a:lnTo>
                      <a:pt x="4903501" y="504695"/>
                    </a:lnTo>
                    <a:lnTo>
                      <a:pt x="4993925" y="552081"/>
                    </a:lnTo>
                    <a:lnTo>
                      <a:pt x="5085365" y="591565"/>
                    </a:lnTo>
                    <a:cubicBezTo>
                      <a:pt x="5085690" y="591674"/>
                      <a:pt x="5086096" y="591783"/>
                      <a:pt x="5086543" y="591827"/>
                    </a:cubicBezTo>
                    <a:lnTo>
                      <a:pt x="5175057" y="598920"/>
                    </a:lnTo>
                    <a:lnTo>
                      <a:pt x="5171806" y="601256"/>
                    </a:lnTo>
                    <a:lnTo>
                      <a:pt x="5080528" y="597480"/>
                    </a:lnTo>
                    <a:lnTo>
                      <a:pt x="4988357" y="560331"/>
                    </a:lnTo>
                    <a:lnTo>
                      <a:pt x="4896836" y="522920"/>
                    </a:lnTo>
                    <a:lnTo>
                      <a:pt x="4822262" y="488238"/>
                    </a:lnTo>
                    <a:lnTo>
                      <a:pt x="4716353" y="437666"/>
                    </a:lnTo>
                    <a:lnTo>
                      <a:pt x="4538351" y="347020"/>
                    </a:lnTo>
                    <a:lnTo>
                      <a:pt x="4552127" y="307470"/>
                    </a:lnTo>
                    <a:lnTo>
                      <a:pt x="4564929" y="277263"/>
                    </a:lnTo>
                    <a:lnTo>
                      <a:pt x="4587403" y="246138"/>
                    </a:lnTo>
                    <a:lnTo>
                      <a:pt x="4596181" y="239590"/>
                    </a:lnTo>
                    <a:lnTo>
                      <a:pt x="4603375" y="239001"/>
                    </a:lnTo>
                    <a:lnTo>
                      <a:pt x="4690629" y="256964"/>
                    </a:lnTo>
                    <a:lnTo>
                      <a:pt x="4683394" y="261700"/>
                    </a:lnTo>
                    <a:lnTo>
                      <a:pt x="4673072" y="269274"/>
                    </a:lnTo>
                    <a:lnTo>
                      <a:pt x="4662140" y="279882"/>
                    </a:lnTo>
                    <a:cubicBezTo>
                      <a:pt x="4662018" y="280035"/>
                      <a:pt x="4661896" y="280144"/>
                      <a:pt x="4661855" y="280296"/>
                    </a:cubicBezTo>
                    <a:lnTo>
                      <a:pt x="4649542" y="315001"/>
                    </a:lnTo>
                    <a:cubicBezTo>
                      <a:pt x="4649419" y="315415"/>
                      <a:pt x="4649582" y="315852"/>
                      <a:pt x="4650070" y="316157"/>
                    </a:cubicBezTo>
                    <a:close/>
                    <a:moveTo>
                      <a:pt x="5087966" y="589098"/>
                    </a:moveTo>
                    <a:lnTo>
                      <a:pt x="4997216" y="549941"/>
                    </a:lnTo>
                    <a:lnTo>
                      <a:pt x="4907037" y="502687"/>
                    </a:lnTo>
                    <a:lnTo>
                      <a:pt x="4831283" y="461762"/>
                    </a:lnTo>
                    <a:lnTo>
                      <a:pt x="4729887" y="406083"/>
                    </a:lnTo>
                    <a:lnTo>
                      <a:pt x="4742445" y="373474"/>
                    </a:lnTo>
                    <a:cubicBezTo>
                      <a:pt x="4742567" y="373059"/>
                      <a:pt x="4742404" y="372579"/>
                      <a:pt x="4741916" y="372252"/>
                    </a:cubicBezTo>
                    <a:lnTo>
                      <a:pt x="4654824" y="314913"/>
                    </a:lnTo>
                    <a:lnTo>
                      <a:pt x="4666814" y="281126"/>
                    </a:lnTo>
                    <a:lnTo>
                      <a:pt x="4677339" y="270846"/>
                    </a:lnTo>
                    <a:lnTo>
                      <a:pt x="4687418" y="263490"/>
                    </a:lnTo>
                    <a:lnTo>
                      <a:pt x="4695831" y="258012"/>
                    </a:lnTo>
                    <a:lnTo>
                      <a:pt x="4785117" y="271500"/>
                    </a:lnTo>
                    <a:lnTo>
                      <a:pt x="4874971" y="286408"/>
                    </a:lnTo>
                    <a:lnTo>
                      <a:pt x="4963486" y="337089"/>
                    </a:lnTo>
                    <a:lnTo>
                      <a:pt x="5049927" y="393030"/>
                    </a:lnTo>
                    <a:lnTo>
                      <a:pt x="5135190" y="454800"/>
                    </a:lnTo>
                    <a:lnTo>
                      <a:pt x="5220087" y="513404"/>
                    </a:lnTo>
                    <a:lnTo>
                      <a:pt x="5210251" y="537282"/>
                    </a:lnTo>
                    <a:lnTo>
                      <a:pt x="5200783" y="561684"/>
                    </a:lnTo>
                    <a:lnTo>
                      <a:pt x="5192451" y="580913"/>
                    </a:lnTo>
                    <a:lnTo>
                      <a:pt x="5184851" y="590670"/>
                    </a:lnTo>
                    <a:lnTo>
                      <a:pt x="5178471" y="596323"/>
                    </a:lnTo>
                    <a:lnTo>
                      <a:pt x="5088007" y="589120"/>
                    </a:lnTo>
                    <a:close/>
                    <a:moveTo>
                      <a:pt x="5912104" y="419637"/>
                    </a:moveTo>
                    <a:lnTo>
                      <a:pt x="5826598" y="407327"/>
                    </a:lnTo>
                    <a:lnTo>
                      <a:pt x="5735158" y="383994"/>
                    </a:lnTo>
                    <a:lnTo>
                      <a:pt x="5643433" y="361709"/>
                    </a:lnTo>
                    <a:lnTo>
                      <a:pt x="5551383" y="332069"/>
                    </a:lnTo>
                    <a:lnTo>
                      <a:pt x="5460757" y="302079"/>
                    </a:lnTo>
                    <a:lnTo>
                      <a:pt x="5370779" y="267593"/>
                    </a:lnTo>
                    <a:cubicBezTo>
                      <a:pt x="5370535" y="267484"/>
                      <a:pt x="5370251" y="267441"/>
                      <a:pt x="5369926" y="267375"/>
                    </a:cubicBezTo>
                    <a:lnTo>
                      <a:pt x="5283891" y="255501"/>
                    </a:lnTo>
                    <a:lnTo>
                      <a:pt x="5109952" y="237276"/>
                    </a:lnTo>
                    <a:lnTo>
                      <a:pt x="5022901" y="225075"/>
                    </a:lnTo>
                    <a:lnTo>
                      <a:pt x="4939589" y="211958"/>
                    </a:lnTo>
                    <a:cubicBezTo>
                      <a:pt x="4939345" y="211958"/>
                      <a:pt x="4939102" y="211914"/>
                      <a:pt x="4938898" y="211914"/>
                    </a:cubicBezTo>
                    <a:cubicBezTo>
                      <a:pt x="4938167" y="211914"/>
                      <a:pt x="4937394" y="212132"/>
                      <a:pt x="4936947" y="212438"/>
                    </a:cubicBezTo>
                    <a:lnTo>
                      <a:pt x="4928901" y="217654"/>
                    </a:lnTo>
                    <a:cubicBezTo>
                      <a:pt x="4928616" y="217807"/>
                      <a:pt x="4928454" y="218025"/>
                      <a:pt x="4928373" y="218244"/>
                    </a:cubicBezTo>
                    <a:lnTo>
                      <a:pt x="4921342" y="234592"/>
                    </a:lnTo>
                    <a:lnTo>
                      <a:pt x="4915205" y="236556"/>
                    </a:lnTo>
                    <a:lnTo>
                      <a:pt x="4912360" y="236403"/>
                    </a:lnTo>
                    <a:cubicBezTo>
                      <a:pt x="4911263" y="236403"/>
                      <a:pt x="4910125" y="236731"/>
                      <a:pt x="4909759" y="237320"/>
                    </a:cubicBezTo>
                    <a:lnTo>
                      <a:pt x="4903013" y="247120"/>
                    </a:lnTo>
                    <a:lnTo>
                      <a:pt x="4891593" y="253406"/>
                    </a:lnTo>
                    <a:lnTo>
                      <a:pt x="4887610" y="253581"/>
                    </a:lnTo>
                    <a:lnTo>
                      <a:pt x="4805071" y="245854"/>
                    </a:lnTo>
                    <a:lnTo>
                      <a:pt x="4715784" y="238018"/>
                    </a:lnTo>
                    <a:lnTo>
                      <a:pt x="4721840" y="230445"/>
                    </a:lnTo>
                    <a:lnTo>
                      <a:pt x="4729155" y="224682"/>
                    </a:lnTo>
                    <a:lnTo>
                      <a:pt x="4738624" y="215035"/>
                    </a:lnTo>
                    <a:lnTo>
                      <a:pt x="4748012" y="209971"/>
                    </a:lnTo>
                    <a:lnTo>
                      <a:pt x="4754759" y="204209"/>
                    </a:lnTo>
                    <a:lnTo>
                      <a:pt x="4761261" y="194234"/>
                    </a:lnTo>
                    <a:lnTo>
                      <a:pt x="4767845" y="178890"/>
                    </a:lnTo>
                    <a:lnTo>
                      <a:pt x="4774834" y="158919"/>
                    </a:lnTo>
                    <a:lnTo>
                      <a:pt x="4782312" y="134670"/>
                    </a:lnTo>
                    <a:lnTo>
                      <a:pt x="4790643" y="122316"/>
                    </a:lnTo>
                    <a:lnTo>
                      <a:pt x="4798771" y="99354"/>
                    </a:lnTo>
                    <a:lnTo>
                      <a:pt x="4805111" y="92043"/>
                    </a:lnTo>
                    <a:lnTo>
                      <a:pt x="4813077" y="89685"/>
                    </a:lnTo>
                    <a:lnTo>
                      <a:pt x="4894031" y="82657"/>
                    </a:lnTo>
                    <a:lnTo>
                      <a:pt x="4975596" y="107823"/>
                    </a:lnTo>
                    <a:lnTo>
                      <a:pt x="5057527" y="128122"/>
                    </a:lnTo>
                    <a:lnTo>
                      <a:pt x="5138481" y="141174"/>
                    </a:lnTo>
                    <a:lnTo>
                      <a:pt x="5217933" y="146194"/>
                    </a:lnTo>
                    <a:lnTo>
                      <a:pt x="5296652" y="163459"/>
                    </a:lnTo>
                    <a:lnTo>
                      <a:pt x="5374843" y="173150"/>
                    </a:lnTo>
                    <a:lnTo>
                      <a:pt x="5454173" y="190895"/>
                    </a:lnTo>
                    <a:lnTo>
                      <a:pt x="5534843" y="205017"/>
                    </a:lnTo>
                    <a:lnTo>
                      <a:pt x="5617586" y="222871"/>
                    </a:lnTo>
                    <a:lnTo>
                      <a:pt x="5702280" y="247753"/>
                    </a:lnTo>
                    <a:lnTo>
                      <a:pt x="5791607" y="281693"/>
                    </a:lnTo>
                    <a:lnTo>
                      <a:pt x="5799044" y="283876"/>
                    </a:lnTo>
                    <a:lnTo>
                      <a:pt x="5880771" y="305572"/>
                    </a:lnTo>
                    <a:lnTo>
                      <a:pt x="5882640" y="306095"/>
                    </a:lnTo>
                    <a:lnTo>
                      <a:pt x="5886989" y="312076"/>
                    </a:lnTo>
                    <a:cubicBezTo>
                      <a:pt x="5887192" y="312403"/>
                      <a:pt x="5887639" y="312665"/>
                      <a:pt x="5888208" y="312818"/>
                    </a:cubicBezTo>
                    <a:lnTo>
                      <a:pt x="5893654" y="314302"/>
                    </a:lnTo>
                    <a:lnTo>
                      <a:pt x="5901254" y="331087"/>
                    </a:lnTo>
                    <a:lnTo>
                      <a:pt x="5909341" y="360815"/>
                    </a:lnTo>
                    <a:lnTo>
                      <a:pt x="5912917" y="392419"/>
                    </a:lnTo>
                    <a:lnTo>
                      <a:pt x="5911942" y="419593"/>
                    </a:lnTo>
                    <a:close/>
                    <a:moveTo>
                      <a:pt x="5916859" y="423479"/>
                    </a:moveTo>
                    <a:lnTo>
                      <a:pt x="5934131" y="427364"/>
                    </a:lnTo>
                    <a:lnTo>
                      <a:pt x="5934131" y="427473"/>
                    </a:lnTo>
                    <a:lnTo>
                      <a:pt x="5932018" y="463116"/>
                    </a:lnTo>
                    <a:lnTo>
                      <a:pt x="5925881" y="512509"/>
                    </a:lnTo>
                    <a:lnTo>
                      <a:pt x="5921655" y="543415"/>
                    </a:lnTo>
                    <a:lnTo>
                      <a:pt x="5919542" y="555464"/>
                    </a:lnTo>
                    <a:lnTo>
                      <a:pt x="5917306" y="565307"/>
                    </a:lnTo>
                    <a:lnTo>
                      <a:pt x="5915193" y="572925"/>
                    </a:lnTo>
                    <a:lnTo>
                      <a:pt x="5913201" y="577552"/>
                    </a:lnTo>
                    <a:lnTo>
                      <a:pt x="5912511" y="578556"/>
                    </a:lnTo>
                    <a:lnTo>
                      <a:pt x="5846349" y="580695"/>
                    </a:lnTo>
                    <a:lnTo>
                      <a:pt x="5857321" y="566202"/>
                    </a:lnTo>
                    <a:lnTo>
                      <a:pt x="5863864" y="556293"/>
                    </a:lnTo>
                    <a:lnTo>
                      <a:pt x="5871464" y="543983"/>
                    </a:lnTo>
                    <a:lnTo>
                      <a:pt x="5879877" y="529228"/>
                    </a:lnTo>
                    <a:lnTo>
                      <a:pt x="5888777" y="512553"/>
                    </a:lnTo>
                    <a:lnTo>
                      <a:pt x="5897596" y="494960"/>
                    </a:lnTo>
                    <a:lnTo>
                      <a:pt x="5905642" y="478067"/>
                    </a:lnTo>
                    <a:lnTo>
                      <a:pt x="5912185" y="462024"/>
                    </a:lnTo>
                    <a:lnTo>
                      <a:pt x="5916941" y="423435"/>
                    </a:lnTo>
                    <a:close/>
                    <a:moveTo>
                      <a:pt x="4895901" y="257226"/>
                    </a:moveTo>
                    <a:lnTo>
                      <a:pt x="4986244" y="274120"/>
                    </a:lnTo>
                    <a:lnTo>
                      <a:pt x="5073701" y="328577"/>
                    </a:lnTo>
                    <a:lnTo>
                      <a:pt x="5159086" y="385588"/>
                    </a:lnTo>
                    <a:lnTo>
                      <a:pt x="5243170" y="433912"/>
                    </a:lnTo>
                    <a:lnTo>
                      <a:pt x="5232603" y="471955"/>
                    </a:lnTo>
                    <a:lnTo>
                      <a:pt x="5151283" y="414464"/>
                    </a:lnTo>
                    <a:lnTo>
                      <a:pt x="5066061" y="359745"/>
                    </a:lnTo>
                    <a:lnTo>
                      <a:pt x="4978726" y="303214"/>
                    </a:lnTo>
                    <a:lnTo>
                      <a:pt x="4886554" y="263250"/>
                    </a:lnTo>
                    <a:lnTo>
                      <a:pt x="4889439" y="256636"/>
                    </a:lnTo>
                    <a:lnTo>
                      <a:pt x="4895942" y="257226"/>
                    </a:lnTo>
                    <a:close/>
                    <a:moveTo>
                      <a:pt x="4804176" y="248692"/>
                    </a:moveTo>
                    <a:lnTo>
                      <a:pt x="4884400" y="256156"/>
                    </a:lnTo>
                    <a:lnTo>
                      <a:pt x="4881230" y="263468"/>
                    </a:lnTo>
                    <a:cubicBezTo>
                      <a:pt x="4880986" y="263992"/>
                      <a:pt x="4881311" y="264538"/>
                      <a:pt x="4882124" y="264909"/>
                    </a:cubicBezTo>
                    <a:lnTo>
                      <a:pt x="4975190" y="305244"/>
                    </a:lnTo>
                    <a:lnTo>
                      <a:pt x="5062200" y="361578"/>
                    </a:lnTo>
                    <a:lnTo>
                      <a:pt x="5147382" y="416298"/>
                    </a:lnTo>
                    <a:lnTo>
                      <a:pt x="5231506" y="475753"/>
                    </a:lnTo>
                    <a:lnTo>
                      <a:pt x="5221265" y="509693"/>
                    </a:lnTo>
                    <a:lnTo>
                      <a:pt x="5139172" y="453053"/>
                    </a:lnTo>
                    <a:lnTo>
                      <a:pt x="5053910" y="391241"/>
                    </a:lnTo>
                    <a:lnTo>
                      <a:pt x="4967183" y="335125"/>
                    </a:lnTo>
                    <a:lnTo>
                      <a:pt x="4878182" y="284116"/>
                    </a:lnTo>
                    <a:cubicBezTo>
                      <a:pt x="4877857" y="283963"/>
                      <a:pt x="4877491" y="283854"/>
                      <a:pt x="4877044" y="283745"/>
                    </a:cubicBezTo>
                    <a:lnTo>
                      <a:pt x="4786498" y="268707"/>
                    </a:lnTo>
                    <a:lnTo>
                      <a:pt x="4699000" y="255480"/>
                    </a:lnTo>
                    <a:lnTo>
                      <a:pt x="4706193" y="249412"/>
                    </a:lnTo>
                    <a:lnTo>
                      <a:pt x="4713631" y="240659"/>
                    </a:lnTo>
                    <a:lnTo>
                      <a:pt x="4804217" y="248648"/>
                    </a:lnTo>
                    <a:close/>
                    <a:moveTo>
                      <a:pt x="5189281" y="591979"/>
                    </a:moveTo>
                    <a:lnTo>
                      <a:pt x="5197206" y="581808"/>
                    </a:lnTo>
                    <a:lnTo>
                      <a:pt x="5205700" y="562295"/>
                    </a:lnTo>
                    <a:lnTo>
                      <a:pt x="5215169" y="537893"/>
                    </a:lnTo>
                    <a:lnTo>
                      <a:pt x="5224191" y="515936"/>
                    </a:lnTo>
                    <a:lnTo>
                      <a:pt x="5306080" y="564172"/>
                    </a:lnTo>
                    <a:lnTo>
                      <a:pt x="5298887" y="570895"/>
                    </a:lnTo>
                    <a:lnTo>
                      <a:pt x="5291003" y="577618"/>
                    </a:lnTo>
                    <a:lnTo>
                      <a:pt x="5283566" y="584755"/>
                    </a:lnTo>
                    <a:lnTo>
                      <a:pt x="5276738" y="591848"/>
                    </a:lnTo>
                    <a:lnTo>
                      <a:pt x="5271130" y="596585"/>
                    </a:lnTo>
                    <a:lnTo>
                      <a:pt x="5184201" y="596476"/>
                    </a:lnTo>
                    <a:lnTo>
                      <a:pt x="5189240" y="592001"/>
                    </a:lnTo>
                    <a:close/>
                    <a:moveTo>
                      <a:pt x="5225491" y="512574"/>
                    </a:moveTo>
                    <a:lnTo>
                      <a:pt x="5235692" y="478852"/>
                    </a:lnTo>
                    <a:lnTo>
                      <a:pt x="5316159" y="537959"/>
                    </a:lnTo>
                    <a:lnTo>
                      <a:pt x="5307747" y="561029"/>
                    </a:lnTo>
                    <a:lnTo>
                      <a:pt x="5225491" y="512596"/>
                    </a:lnTo>
                    <a:close/>
                    <a:moveTo>
                      <a:pt x="5321361" y="537893"/>
                    </a:moveTo>
                    <a:cubicBezTo>
                      <a:pt x="5321524" y="537522"/>
                      <a:pt x="5321320" y="537086"/>
                      <a:pt x="5320873" y="536780"/>
                    </a:cubicBezTo>
                    <a:lnTo>
                      <a:pt x="5236830" y="475011"/>
                    </a:lnTo>
                    <a:lnTo>
                      <a:pt x="5248331" y="433672"/>
                    </a:lnTo>
                    <a:cubicBezTo>
                      <a:pt x="5248453" y="433235"/>
                      <a:pt x="5248250" y="432820"/>
                      <a:pt x="5247681" y="432493"/>
                    </a:cubicBezTo>
                    <a:lnTo>
                      <a:pt x="5162824" y="383732"/>
                    </a:lnTo>
                    <a:lnTo>
                      <a:pt x="5077521" y="326765"/>
                    </a:lnTo>
                    <a:lnTo>
                      <a:pt x="4989535" y="271981"/>
                    </a:lnTo>
                    <a:cubicBezTo>
                      <a:pt x="4989251" y="271762"/>
                      <a:pt x="4988886" y="271653"/>
                      <a:pt x="4988439" y="271566"/>
                    </a:cubicBezTo>
                    <a:lnTo>
                      <a:pt x="4897120" y="254519"/>
                    </a:lnTo>
                    <a:lnTo>
                      <a:pt x="4896836" y="254519"/>
                    </a:lnTo>
                    <a:lnTo>
                      <a:pt x="4906914" y="248975"/>
                    </a:lnTo>
                    <a:cubicBezTo>
                      <a:pt x="4907159" y="248823"/>
                      <a:pt x="4907361" y="248648"/>
                      <a:pt x="4907443" y="248495"/>
                    </a:cubicBezTo>
                    <a:lnTo>
                      <a:pt x="4913742" y="239393"/>
                    </a:lnTo>
                    <a:lnTo>
                      <a:pt x="4915489" y="239459"/>
                    </a:lnTo>
                    <a:cubicBezTo>
                      <a:pt x="4915977" y="239459"/>
                      <a:pt x="4916505" y="239459"/>
                      <a:pt x="4916993" y="239306"/>
                    </a:cubicBezTo>
                    <a:lnTo>
                      <a:pt x="4924837" y="236796"/>
                    </a:lnTo>
                    <a:cubicBezTo>
                      <a:pt x="4925447" y="236578"/>
                      <a:pt x="4925853" y="236272"/>
                      <a:pt x="4926015" y="235879"/>
                    </a:cubicBezTo>
                    <a:lnTo>
                      <a:pt x="4933168" y="219313"/>
                    </a:lnTo>
                    <a:lnTo>
                      <a:pt x="4939711" y="214991"/>
                    </a:lnTo>
                    <a:lnTo>
                      <a:pt x="5021519" y="227825"/>
                    </a:lnTo>
                    <a:lnTo>
                      <a:pt x="5108814" y="240092"/>
                    </a:lnTo>
                    <a:lnTo>
                      <a:pt x="5282753" y="258273"/>
                    </a:lnTo>
                    <a:lnTo>
                      <a:pt x="5368178" y="270103"/>
                    </a:lnTo>
                    <a:lnTo>
                      <a:pt x="5457302" y="304262"/>
                    </a:lnTo>
                    <a:lnTo>
                      <a:pt x="5548742" y="334579"/>
                    </a:lnTo>
                    <a:lnTo>
                      <a:pt x="5641076" y="364263"/>
                    </a:lnTo>
                    <a:lnTo>
                      <a:pt x="5733045" y="386657"/>
                    </a:lnTo>
                    <a:lnTo>
                      <a:pt x="5824850" y="410055"/>
                    </a:lnTo>
                    <a:lnTo>
                      <a:pt x="5911861" y="422584"/>
                    </a:lnTo>
                    <a:lnTo>
                      <a:pt x="5907065" y="461697"/>
                    </a:lnTo>
                    <a:lnTo>
                      <a:pt x="5900562" y="477521"/>
                    </a:lnTo>
                    <a:lnTo>
                      <a:pt x="5892597" y="494371"/>
                    </a:lnTo>
                    <a:lnTo>
                      <a:pt x="5883819" y="511898"/>
                    </a:lnTo>
                    <a:lnTo>
                      <a:pt x="5874959" y="528530"/>
                    </a:lnTo>
                    <a:lnTo>
                      <a:pt x="5866587" y="543175"/>
                    </a:lnTo>
                    <a:lnTo>
                      <a:pt x="5859069" y="555442"/>
                    </a:lnTo>
                    <a:lnTo>
                      <a:pt x="5852526" y="565307"/>
                    </a:lnTo>
                    <a:lnTo>
                      <a:pt x="5843260" y="577989"/>
                    </a:lnTo>
                    <a:lnTo>
                      <a:pt x="5840537" y="580913"/>
                    </a:lnTo>
                    <a:lnTo>
                      <a:pt x="5753689" y="579582"/>
                    </a:lnTo>
                    <a:lnTo>
                      <a:pt x="5665907" y="577443"/>
                    </a:lnTo>
                    <a:lnTo>
                      <a:pt x="5576621" y="575522"/>
                    </a:lnTo>
                    <a:lnTo>
                      <a:pt x="5487579" y="572008"/>
                    </a:lnTo>
                    <a:lnTo>
                      <a:pt x="5398618" y="567534"/>
                    </a:lnTo>
                    <a:lnTo>
                      <a:pt x="5312461" y="562797"/>
                    </a:lnTo>
                    <a:lnTo>
                      <a:pt x="5321524" y="53795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2" name="Freeform: Shape 551">
                <a:extLst>
                  <a:ext uri="{FF2B5EF4-FFF2-40B4-BE49-F238E27FC236}">
                    <a16:creationId xmlns:a16="http://schemas.microsoft.com/office/drawing/2014/main" id="{9DB3B64E-6320-4416-8CD6-99D1E3628289}"/>
                  </a:ext>
                </a:extLst>
              </p:cNvPr>
              <p:cNvSpPr/>
              <p:nvPr/>
            </p:nvSpPr>
            <p:spPr>
              <a:xfrm>
                <a:off x="9062661" y="5741393"/>
                <a:ext cx="3129338" cy="337971"/>
              </a:xfrm>
              <a:custGeom>
                <a:avLst/>
                <a:gdLst>
                  <a:gd name="connsiteX0" fmla="*/ 3129339 w 3129338"/>
                  <a:gd name="connsiteY0" fmla="*/ 322225 h 337971"/>
                  <a:gd name="connsiteX1" fmla="*/ 3108612 w 3129338"/>
                  <a:gd name="connsiteY1" fmla="*/ 313975 h 337971"/>
                  <a:gd name="connsiteX2" fmla="*/ 3106824 w 3129338"/>
                  <a:gd name="connsiteY2" fmla="*/ 313713 h 337971"/>
                  <a:gd name="connsiteX3" fmla="*/ 3006403 w 3129338"/>
                  <a:gd name="connsiteY3" fmla="*/ 321025 h 337971"/>
                  <a:gd name="connsiteX4" fmla="*/ 2905981 w 3129338"/>
                  <a:gd name="connsiteY4" fmla="*/ 328009 h 337971"/>
                  <a:gd name="connsiteX5" fmla="*/ 2806657 w 3129338"/>
                  <a:gd name="connsiteY5" fmla="*/ 335103 h 337971"/>
                  <a:gd name="connsiteX6" fmla="*/ 2771625 w 3129338"/>
                  <a:gd name="connsiteY6" fmla="*/ 322094 h 337971"/>
                  <a:gd name="connsiteX7" fmla="*/ 2736594 w 3129338"/>
                  <a:gd name="connsiteY7" fmla="*/ 312556 h 337971"/>
                  <a:gd name="connsiteX8" fmla="*/ 2735212 w 3129338"/>
                  <a:gd name="connsiteY8" fmla="*/ 312447 h 337971"/>
                  <a:gd name="connsiteX9" fmla="*/ 2636091 w 3129338"/>
                  <a:gd name="connsiteY9" fmla="*/ 319802 h 337971"/>
                  <a:gd name="connsiteX10" fmla="*/ 2537945 w 3129338"/>
                  <a:gd name="connsiteY10" fmla="*/ 328860 h 337971"/>
                  <a:gd name="connsiteX11" fmla="*/ 2472677 w 3129338"/>
                  <a:gd name="connsiteY11" fmla="*/ 310264 h 337971"/>
                  <a:gd name="connsiteX12" fmla="*/ 2440125 w 3129338"/>
                  <a:gd name="connsiteY12" fmla="*/ 299831 h 337971"/>
                  <a:gd name="connsiteX13" fmla="*/ 2438418 w 3129338"/>
                  <a:gd name="connsiteY13" fmla="*/ 299678 h 337971"/>
                  <a:gd name="connsiteX14" fmla="*/ 2342589 w 3129338"/>
                  <a:gd name="connsiteY14" fmla="*/ 308409 h 337971"/>
                  <a:gd name="connsiteX15" fmla="*/ 2311825 w 3129338"/>
                  <a:gd name="connsiteY15" fmla="*/ 295575 h 337971"/>
                  <a:gd name="connsiteX16" fmla="*/ 2310036 w 3129338"/>
                  <a:gd name="connsiteY16" fmla="*/ 295313 h 337971"/>
                  <a:gd name="connsiteX17" fmla="*/ 2214776 w 3129338"/>
                  <a:gd name="connsiteY17" fmla="*/ 299635 h 337971"/>
                  <a:gd name="connsiteX18" fmla="*/ 2185109 w 3129338"/>
                  <a:gd name="connsiteY18" fmla="*/ 282741 h 337971"/>
                  <a:gd name="connsiteX19" fmla="*/ 2154547 w 3129338"/>
                  <a:gd name="connsiteY19" fmla="*/ 258928 h 337971"/>
                  <a:gd name="connsiteX20" fmla="*/ 2124393 w 3129338"/>
                  <a:gd name="connsiteY20" fmla="*/ 237887 h 337971"/>
                  <a:gd name="connsiteX21" fmla="*/ 2122198 w 3129338"/>
                  <a:gd name="connsiteY21" fmla="*/ 237364 h 337971"/>
                  <a:gd name="connsiteX22" fmla="*/ 2028644 w 3129338"/>
                  <a:gd name="connsiteY22" fmla="*/ 241467 h 337971"/>
                  <a:gd name="connsiteX23" fmla="*/ 2000441 w 3129338"/>
                  <a:gd name="connsiteY23" fmla="*/ 225599 h 337971"/>
                  <a:gd name="connsiteX24" fmla="*/ 1998368 w 3129338"/>
                  <a:gd name="connsiteY24" fmla="*/ 225184 h 337971"/>
                  <a:gd name="connsiteX25" fmla="*/ 1904205 w 3129338"/>
                  <a:gd name="connsiteY25" fmla="*/ 231470 h 337971"/>
                  <a:gd name="connsiteX26" fmla="*/ 1811627 w 3129338"/>
                  <a:gd name="connsiteY26" fmla="*/ 239044 h 337971"/>
                  <a:gd name="connsiteX27" fmla="*/ 1785130 w 3129338"/>
                  <a:gd name="connsiteY27" fmla="*/ 222151 h 337971"/>
                  <a:gd name="connsiteX28" fmla="*/ 1757739 w 3129338"/>
                  <a:gd name="connsiteY28" fmla="*/ 201590 h 337971"/>
                  <a:gd name="connsiteX29" fmla="*/ 1756032 w 3129338"/>
                  <a:gd name="connsiteY29" fmla="*/ 201001 h 337971"/>
                  <a:gd name="connsiteX30" fmla="*/ 1734898 w 3129338"/>
                  <a:gd name="connsiteY30" fmla="*/ 199516 h 337971"/>
                  <a:gd name="connsiteX31" fmla="*/ 1730916 w 3129338"/>
                  <a:gd name="connsiteY31" fmla="*/ 198709 h 337971"/>
                  <a:gd name="connsiteX32" fmla="*/ 1730144 w 3129338"/>
                  <a:gd name="connsiteY32" fmla="*/ 198665 h 337971"/>
                  <a:gd name="connsiteX33" fmla="*/ 1646182 w 3129338"/>
                  <a:gd name="connsiteY33" fmla="*/ 198403 h 337971"/>
                  <a:gd name="connsiteX34" fmla="*/ 1645410 w 3129338"/>
                  <a:gd name="connsiteY34" fmla="*/ 198447 h 337971"/>
                  <a:gd name="connsiteX35" fmla="*/ 1636307 w 3129338"/>
                  <a:gd name="connsiteY35" fmla="*/ 200106 h 337971"/>
                  <a:gd name="connsiteX36" fmla="*/ 1544216 w 3129338"/>
                  <a:gd name="connsiteY36" fmla="*/ 200739 h 337971"/>
                  <a:gd name="connsiteX37" fmla="*/ 1490449 w 3129338"/>
                  <a:gd name="connsiteY37" fmla="*/ 202441 h 337971"/>
                  <a:gd name="connsiteX38" fmla="*/ 1472283 w 3129338"/>
                  <a:gd name="connsiteY38" fmla="*/ 188909 h 337971"/>
                  <a:gd name="connsiteX39" fmla="*/ 1453223 w 3129338"/>
                  <a:gd name="connsiteY39" fmla="*/ 177406 h 337971"/>
                  <a:gd name="connsiteX40" fmla="*/ 1435341 w 3129338"/>
                  <a:gd name="connsiteY40" fmla="*/ 160098 h 337971"/>
                  <a:gd name="connsiteX41" fmla="*/ 1418963 w 3129338"/>
                  <a:gd name="connsiteY41" fmla="*/ 139952 h 337971"/>
                  <a:gd name="connsiteX42" fmla="*/ 1416972 w 3129338"/>
                  <a:gd name="connsiteY42" fmla="*/ 139144 h 337971"/>
                  <a:gd name="connsiteX43" fmla="*/ 1334107 w 3129338"/>
                  <a:gd name="connsiteY43" fmla="*/ 134190 h 337971"/>
                  <a:gd name="connsiteX44" fmla="*/ 1250551 w 3129338"/>
                  <a:gd name="connsiteY44" fmla="*/ 131527 h 337971"/>
                  <a:gd name="connsiteX45" fmla="*/ 1164517 w 3129338"/>
                  <a:gd name="connsiteY45" fmla="*/ 132116 h 337971"/>
                  <a:gd name="connsiteX46" fmla="*/ 1075596 w 3129338"/>
                  <a:gd name="connsiteY46" fmla="*/ 135412 h 337971"/>
                  <a:gd name="connsiteX47" fmla="*/ 984115 w 3129338"/>
                  <a:gd name="connsiteY47" fmla="*/ 142287 h 337971"/>
                  <a:gd name="connsiteX48" fmla="*/ 891131 w 3129338"/>
                  <a:gd name="connsiteY48" fmla="*/ 152939 h 337971"/>
                  <a:gd name="connsiteX49" fmla="*/ 879426 w 3129338"/>
                  <a:gd name="connsiteY49" fmla="*/ 154445 h 337971"/>
                  <a:gd name="connsiteX50" fmla="*/ 860285 w 3129338"/>
                  <a:gd name="connsiteY50" fmla="*/ 129824 h 337971"/>
                  <a:gd name="connsiteX51" fmla="*/ 839356 w 3129338"/>
                  <a:gd name="connsiteY51" fmla="*/ 97696 h 337971"/>
                  <a:gd name="connsiteX52" fmla="*/ 818914 w 3129338"/>
                  <a:gd name="connsiteY52" fmla="*/ 69190 h 337971"/>
                  <a:gd name="connsiteX53" fmla="*/ 799773 w 3129338"/>
                  <a:gd name="connsiteY53" fmla="*/ 51336 h 337971"/>
                  <a:gd name="connsiteX54" fmla="*/ 761083 w 3129338"/>
                  <a:gd name="connsiteY54" fmla="*/ 20539 h 337971"/>
                  <a:gd name="connsiteX55" fmla="*/ 760595 w 3129338"/>
                  <a:gd name="connsiteY55" fmla="*/ 20211 h 337971"/>
                  <a:gd name="connsiteX56" fmla="*/ 743526 w 3129338"/>
                  <a:gd name="connsiteY56" fmla="*/ 12812 h 337971"/>
                  <a:gd name="connsiteX57" fmla="*/ 738691 w 3129338"/>
                  <a:gd name="connsiteY57" fmla="*/ 10891 h 337971"/>
                  <a:gd name="connsiteX58" fmla="*/ 737390 w 3129338"/>
                  <a:gd name="connsiteY58" fmla="*/ 10630 h 337971"/>
                  <a:gd name="connsiteX59" fmla="*/ 724792 w 3129338"/>
                  <a:gd name="connsiteY59" fmla="*/ 10149 h 337971"/>
                  <a:gd name="connsiteX60" fmla="*/ 721703 w 3129338"/>
                  <a:gd name="connsiteY60" fmla="*/ 10258 h 337971"/>
                  <a:gd name="connsiteX61" fmla="*/ 710609 w 3129338"/>
                  <a:gd name="connsiteY61" fmla="*/ 7050 h 337971"/>
                  <a:gd name="connsiteX62" fmla="*/ 709795 w 3129338"/>
                  <a:gd name="connsiteY62" fmla="*/ 6897 h 337971"/>
                  <a:gd name="connsiteX63" fmla="*/ 705812 w 3129338"/>
                  <a:gd name="connsiteY63" fmla="*/ 6570 h 337971"/>
                  <a:gd name="connsiteX64" fmla="*/ 622176 w 3129338"/>
                  <a:gd name="connsiteY64" fmla="*/ 8534 h 337971"/>
                  <a:gd name="connsiteX65" fmla="*/ 449049 w 3129338"/>
                  <a:gd name="connsiteY65" fmla="*/ 8905 h 337971"/>
                  <a:gd name="connsiteX66" fmla="*/ 363909 w 3129338"/>
                  <a:gd name="connsiteY66" fmla="*/ 6242 h 337971"/>
                  <a:gd name="connsiteX67" fmla="*/ 280271 w 3129338"/>
                  <a:gd name="connsiteY67" fmla="*/ 1550 h 337971"/>
                  <a:gd name="connsiteX68" fmla="*/ 198016 w 3129338"/>
                  <a:gd name="connsiteY68" fmla="*/ 3361 h 337971"/>
                  <a:gd name="connsiteX69" fmla="*/ 182857 w 3129338"/>
                  <a:gd name="connsiteY69" fmla="*/ 109 h 337971"/>
                  <a:gd name="connsiteX70" fmla="*/ 181760 w 3129338"/>
                  <a:gd name="connsiteY70" fmla="*/ 0 h 337971"/>
                  <a:gd name="connsiteX71" fmla="*/ 99505 w 3129338"/>
                  <a:gd name="connsiteY71" fmla="*/ 1921 h 337971"/>
                  <a:gd name="connsiteX72" fmla="*/ 17453 w 3129338"/>
                  <a:gd name="connsiteY72" fmla="*/ 3252 h 337971"/>
                  <a:gd name="connsiteX73" fmla="*/ 3147 w 3129338"/>
                  <a:gd name="connsiteY73" fmla="*/ 1397 h 337971"/>
                  <a:gd name="connsiteX74" fmla="*/ 59 w 3129338"/>
                  <a:gd name="connsiteY74" fmla="*/ 2466 h 337971"/>
                  <a:gd name="connsiteX75" fmla="*/ 1968 w 3129338"/>
                  <a:gd name="connsiteY75" fmla="*/ 4169 h 337971"/>
                  <a:gd name="connsiteX76" fmla="*/ 16559 w 3129338"/>
                  <a:gd name="connsiteY76" fmla="*/ 6024 h 337971"/>
                  <a:gd name="connsiteX77" fmla="*/ 17249 w 3129338"/>
                  <a:gd name="connsiteY77" fmla="*/ 6068 h 337971"/>
                  <a:gd name="connsiteX78" fmla="*/ 99586 w 3129338"/>
                  <a:gd name="connsiteY78" fmla="*/ 4736 h 337971"/>
                  <a:gd name="connsiteX79" fmla="*/ 181434 w 3129338"/>
                  <a:gd name="connsiteY79" fmla="*/ 2816 h 337971"/>
                  <a:gd name="connsiteX80" fmla="*/ 196635 w 3129338"/>
                  <a:gd name="connsiteY80" fmla="*/ 6068 h 337971"/>
                  <a:gd name="connsiteX81" fmla="*/ 197610 w 3129338"/>
                  <a:gd name="connsiteY81" fmla="*/ 6177 h 337971"/>
                  <a:gd name="connsiteX82" fmla="*/ 280068 w 3129338"/>
                  <a:gd name="connsiteY82" fmla="*/ 4322 h 337971"/>
                  <a:gd name="connsiteX83" fmla="*/ 363502 w 3129338"/>
                  <a:gd name="connsiteY83" fmla="*/ 9014 h 337971"/>
                  <a:gd name="connsiteX84" fmla="*/ 448805 w 3129338"/>
                  <a:gd name="connsiteY84" fmla="*/ 11721 h 337971"/>
                  <a:gd name="connsiteX85" fmla="*/ 622257 w 3129338"/>
                  <a:gd name="connsiteY85" fmla="*/ 11350 h 337971"/>
                  <a:gd name="connsiteX86" fmla="*/ 705488 w 3129338"/>
                  <a:gd name="connsiteY86" fmla="*/ 9320 h 337971"/>
                  <a:gd name="connsiteX87" fmla="*/ 708577 w 3129338"/>
                  <a:gd name="connsiteY87" fmla="*/ 9647 h 337971"/>
                  <a:gd name="connsiteX88" fmla="*/ 719996 w 3129338"/>
                  <a:gd name="connsiteY88" fmla="*/ 12943 h 337971"/>
                  <a:gd name="connsiteX89" fmla="*/ 721378 w 3129338"/>
                  <a:gd name="connsiteY89" fmla="*/ 13096 h 337971"/>
                  <a:gd name="connsiteX90" fmla="*/ 724751 w 3129338"/>
                  <a:gd name="connsiteY90" fmla="*/ 12878 h 337971"/>
                  <a:gd name="connsiteX91" fmla="*/ 736252 w 3129338"/>
                  <a:gd name="connsiteY91" fmla="*/ 13358 h 337971"/>
                  <a:gd name="connsiteX92" fmla="*/ 757101 w 3129338"/>
                  <a:gd name="connsiteY92" fmla="*/ 22263 h 337971"/>
                  <a:gd name="connsiteX93" fmla="*/ 795505 w 3129338"/>
                  <a:gd name="connsiteY93" fmla="*/ 52842 h 337971"/>
                  <a:gd name="connsiteX94" fmla="*/ 814443 w 3129338"/>
                  <a:gd name="connsiteY94" fmla="*/ 70369 h 337971"/>
                  <a:gd name="connsiteX95" fmla="*/ 834601 w 3129338"/>
                  <a:gd name="connsiteY95" fmla="*/ 98656 h 337971"/>
                  <a:gd name="connsiteX96" fmla="*/ 855124 w 3129338"/>
                  <a:gd name="connsiteY96" fmla="*/ 130152 h 337971"/>
                  <a:gd name="connsiteX97" fmla="*/ 875282 w 3129338"/>
                  <a:gd name="connsiteY97" fmla="*/ 156060 h 337971"/>
                  <a:gd name="connsiteX98" fmla="*/ 876176 w 3129338"/>
                  <a:gd name="connsiteY98" fmla="*/ 156802 h 337971"/>
                  <a:gd name="connsiteX99" fmla="*/ 878858 w 3129338"/>
                  <a:gd name="connsiteY99" fmla="*/ 157326 h 337971"/>
                  <a:gd name="connsiteX100" fmla="*/ 985010 w 3129338"/>
                  <a:gd name="connsiteY100" fmla="*/ 145016 h 337971"/>
                  <a:gd name="connsiteX101" fmla="*/ 1076084 w 3129338"/>
                  <a:gd name="connsiteY101" fmla="*/ 138140 h 337971"/>
                  <a:gd name="connsiteX102" fmla="*/ 1164679 w 3129338"/>
                  <a:gd name="connsiteY102" fmla="*/ 134888 h 337971"/>
                  <a:gd name="connsiteX103" fmla="*/ 1250388 w 3129338"/>
                  <a:gd name="connsiteY103" fmla="*/ 134299 h 337971"/>
                  <a:gd name="connsiteX104" fmla="*/ 1333619 w 3129338"/>
                  <a:gd name="connsiteY104" fmla="*/ 136962 h 337971"/>
                  <a:gd name="connsiteX105" fmla="*/ 1414858 w 3129338"/>
                  <a:gd name="connsiteY105" fmla="*/ 141807 h 337971"/>
                  <a:gd name="connsiteX106" fmla="*/ 1430749 w 3129338"/>
                  <a:gd name="connsiteY106" fmla="*/ 161320 h 337971"/>
                  <a:gd name="connsiteX107" fmla="*/ 1448915 w 3129338"/>
                  <a:gd name="connsiteY107" fmla="*/ 179021 h 337971"/>
                  <a:gd name="connsiteX108" fmla="*/ 1468179 w 3129338"/>
                  <a:gd name="connsiteY108" fmla="*/ 190633 h 337971"/>
                  <a:gd name="connsiteX109" fmla="*/ 1487035 w 3129338"/>
                  <a:gd name="connsiteY109" fmla="*/ 204689 h 337971"/>
                  <a:gd name="connsiteX110" fmla="*/ 1489230 w 3129338"/>
                  <a:gd name="connsiteY110" fmla="*/ 205279 h 337971"/>
                  <a:gd name="connsiteX111" fmla="*/ 1544216 w 3129338"/>
                  <a:gd name="connsiteY111" fmla="*/ 203511 h 337971"/>
                  <a:gd name="connsiteX112" fmla="*/ 1636672 w 3129338"/>
                  <a:gd name="connsiteY112" fmla="*/ 202878 h 337971"/>
                  <a:gd name="connsiteX113" fmla="*/ 1637484 w 3129338"/>
                  <a:gd name="connsiteY113" fmla="*/ 202769 h 337971"/>
                  <a:gd name="connsiteX114" fmla="*/ 1646506 w 3129338"/>
                  <a:gd name="connsiteY114" fmla="*/ 201110 h 337971"/>
                  <a:gd name="connsiteX115" fmla="*/ 1729575 w 3129338"/>
                  <a:gd name="connsiteY115" fmla="*/ 201437 h 337971"/>
                  <a:gd name="connsiteX116" fmla="*/ 1733639 w 3129338"/>
                  <a:gd name="connsiteY116" fmla="*/ 202179 h 337971"/>
                  <a:gd name="connsiteX117" fmla="*/ 1754284 w 3129338"/>
                  <a:gd name="connsiteY117" fmla="*/ 203663 h 337971"/>
                  <a:gd name="connsiteX118" fmla="*/ 1781066 w 3129338"/>
                  <a:gd name="connsiteY118" fmla="*/ 223853 h 337971"/>
                  <a:gd name="connsiteX119" fmla="*/ 1808661 w 3129338"/>
                  <a:gd name="connsiteY119" fmla="*/ 241445 h 337971"/>
                  <a:gd name="connsiteX120" fmla="*/ 1810937 w 3129338"/>
                  <a:gd name="connsiteY120" fmla="*/ 241882 h 337971"/>
                  <a:gd name="connsiteX121" fmla="*/ 1904815 w 3129338"/>
                  <a:gd name="connsiteY121" fmla="*/ 234199 h 337971"/>
                  <a:gd name="connsiteX122" fmla="*/ 1997677 w 3129338"/>
                  <a:gd name="connsiteY122" fmla="*/ 228022 h 337971"/>
                  <a:gd name="connsiteX123" fmla="*/ 2025759 w 3129338"/>
                  <a:gd name="connsiteY123" fmla="*/ 243890 h 337971"/>
                  <a:gd name="connsiteX124" fmla="*/ 2027751 w 3129338"/>
                  <a:gd name="connsiteY124" fmla="*/ 244304 h 337971"/>
                  <a:gd name="connsiteX125" fmla="*/ 2121223 w 3129338"/>
                  <a:gd name="connsiteY125" fmla="*/ 240201 h 337971"/>
                  <a:gd name="connsiteX126" fmla="*/ 2150403 w 3129338"/>
                  <a:gd name="connsiteY126" fmla="*/ 260609 h 337971"/>
                  <a:gd name="connsiteX127" fmla="*/ 2181167 w 3129338"/>
                  <a:gd name="connsiteY127" fmla="*/ 284531 h 337971"/>
                  <a:gd name="connsiteX128" fmla="*/ 2211809 w 3129338"/>
                  <a:gd name="connsiteY128" fmla="*/ 302057 h 337971"/>
                  <a:gd name="connsiteX129" fmla="*/ 2213882 w 3129338"/>
                  <a:gd name="connsiteY129" fmla="*/ 302472 h 337971"/>
                  <a:gd name="connsiteX130" fmla="*/ 2309427 w 3129338"/>
                  <a:gd name="connsiteY130" fmla="*/ 298151 h 337971"/>
                  <a:gd name="connsiteX131" fmla="*/ 2340313 w 3129338"/>
                  <a:gd name="connsiteY131" fmla="*/ 311006 h 337971"/>
                  <a:gd name="connsiteX132" fmla="*/ 2342183 w 3129338"/>
                  <a:gd name="connsiteY132" fmla="*/ 311268 h 337971"/>
                  <a:gd name="connsiteX133" fmla="*/ 2438337 w 3129338"/>
                  <a:gd name="connsiteY133" fmla="*/ 302516 h 337971"/>
                  <a:gd name="connsiteX134" fmla="*/ 2470199 w 3129338"/>
                  <a:gd name="connsiteY134" fmla="*/ 312753 h 337971"/>
                  <a:gd name="connsiteX135" fmla="*/ 2536279 w 3129338"/>
                  <a:gd name="connsiteY135" fmla="*/ 331567 h 337971"/>
                  <a:gd name="connsiteX136" fmla="*/ 2537864 w 3129338"/>
                  <a:gd name="connsiteY136" fmla="*/ 331742 h 337971"/>
                  <a:gd name="connsiteX137" fmla="*/ 2636701 w 3129338"/>
                  <a:gd name="connsiteY137" fmla="*/ 322618 h 337971"/>
                  <a:gd name="connsiteX138" fmla="*/ 2735009 w 3129338"/>
                  <a:gd name="connsiteY138" fmla="*/ 315263 h 337971"/>
                  <a:gd name="connsiteX139" fmla="*/ 2768943 w 3129338"/>
                  <a:gd name="connsiteY139" fmla="*/ 324473 h 337971"/>
                  <a:gd name="connsiteX140" fmla="*/ 2804463 w 3129338"/>
                  <a:gd name="connsiteY140" fmla="*/ 337744 h 337971"/>
                  <a:gd name="connsiteX141" fmla="*/ 2806251 w 3129338"/>
                  <a:gd name="connsiteY141" fmla="*/ 337962 h 337971"/>
                  <a:gd name="connsiteX142" fmla="*/ 2906550 w 3129338"/>
                  <a:gd name="connsiteY142" fmla="*/ 330759 h 337971"/>
                  <a:gd name="connsiteX143" fmla="*/ 3006971 w 3129338"/>
                  <a:gd name="connsiteY143" fmla="*/ 323775 h 337971"/>
                  <a:gd name="connsiteX144" fmla="*/ 3106296 w 3129338"/>
                  <a:gd name="connsiteY144" fmla="*/ 316572 h 337971"/>
                  <a:gd name="connsiteX145" fmla="*/ 3129217 w 3129338"/>
                  <a:gd name="connsiteY145" fmla="*/ 325630 h 337971"/>
                  <a:gd name="connsiteX146" fmla="*/ 3129217 w 3129338"/>
                  <a:gd name="connsiteY146" fmla="*/ 322225 h 33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129338" h="337971">
                    <a:moveTo>
                      <a:pt x="3129339" y="322225"/>
                    </a:moveTo>
                    <a:lnTo>
                      <a:pt x="3108612" y="313975"/>
                    </a:lnTo>
                    <a:cubicBezTo>
                      <a:pt x="3108003" y="313757"/>
                      <a:pt x="3107434" y="313647"/>
                      <a:pt x="3106824" y="313713"/>
                    </a:cubicBezTo>
                    <a:lnTo>
                      <a:pt x="3006403" y="321025"/>
                    </a:lnTo>
                    <a:lnTo>
                      <a:pt x="2905981" y="328009"/>
                    </a:lnTo>
                    <a:lnTo>
                      <a:pt x="2806657" y="335103"/>
                    </a:lnTo>
                    <a:lnTo>
                      <a:pt x="2771625" y="322094"/>
                    </a:lnTo>
                    <a:lnTo>
                      <a:pt x="2736594" y="312556"/>
                    </a:lnTo>
                    <a:cubicBezTo>
                      <a:pt x="2736187" y="312447"/>
                      <a:pt x="2735699" y="312403"/>
                      <a:pt x="2735212" y="312447"/>
                    </a:cubicBezTo>
                    <a:lnTo>
                      <a:pt x="2636091" y="319802"/>
                    </a:lnTo>
                    <a:lnTo>
                      <a:pt x="2537945" y="328860"/>
                    </a:lnTo>
                    <a:lnTo>
                      <a:pt x="2472677" y="310264"/>
                    </a:lnTo>
                    <a:lnTo>
                      <a:pt x="2440125" y="299831"/>
                    </a:lnTo>
                    <a:cubicBezTo>
                      <a:pt x="2439637" y="299678"/>
                      <a:pt x="2439027" y="299613"/>
                      <a:pt x="2438418" y="299678"/>
                    </a:cubicBezTo>
                    <a:lnTo>
                      <a:pt x="2342589" y="308409"/>
                    </a:lnTo>
                    <a:lnTo>
                      <a:pt x="2311825" y="295575"/>
                    </a:lnTo>
                    <a:cubicBezTo>
                      <a:pt x="2311337" y="295357"/>
                      <a:pt x="2310646" y="295313"/>
                      <a:pt x="2310036" y="295313"/>
                    </a:cubicBezTo>
                    <a:lnTo>
                      <a:pt x="2214776" y="299635"/>
                    </a:lnTo>
                    <a:lnTo>
                      <a:pt x="2185109" y="282741"/>
                    </a:lnTo>
                    <a:lnTo>
                      <a:pt x="2154547" y="258928"/>
                    </a:lnTo>
                    <a:lnTo>
                      <a:pt x="2124393" y="237887"/>
                    </a:lnTo>
                    <a:cubicBezTo>
                      <a:pt x="2123905" y="237516"/>
                      <a:pt x="2123092" y="237364"/>
                      <a:pt x="2122198" y="237364"/>
                    </a:cubicBezTo>
                    <a:lnTo>
                      <a:pt x="2028644" y="241467"/>
                    </a:lnTo>
                    <a:lnTo>
                      <a:pt x="2000441" y="225599"/>
                    </a:lnTo>
                    <a:cubicBezTo>
                      <a:pt x="1999953" y="225272"/>
                      <a:pt x="1999180" y="225119"/>
                      <a:pt x="1998368" y="225184"/>
                    </a:cubicBezTo>
                    <a:lnTo>
                      <a:pt x="1904205" y="231470"/>
                    </a:lnTo>
                    <a:lnTo>
                      <a:pt x="1811627" y="239044"/>
                    </a:lnTo>
                    <a:lnTo>
                      <a:pt x="1785130" y="222151"/>
                    </a:lnTo>
                    <a:lnTo>
                      <a:pt x="1757739" y="201590"/>
                    </a:lnTo>
                    <a:cubicBezTo>
                      <a:pt x="1757332" y="201263"/>
                      <a:pt x="1756723" y="201066"/>
                      <a:pt x="1756032" y="201001"/>
                    </a:cubicBezTo>
                    <a:lnTo>
                      <a:pt x="1734898" y="199516"/>
                    </a:lnTo>
                    <a:lnTo>
                      <a:pt x="1730916" y="198709"/>
                    </a:lnTo>
                    <a:cubicBezTo>
                      <a:pt x="1730632" y="198665"/>
                      <a:pt x="1730307" y="198665"/>
                      <a:pt x="1730144" y="198665"/>
                    </a:cubicBezTo>
                    <a:lnTo>
                      <a:pt x="1646182" y="198403"/>
                    </a:lnTo>
                    <a:cubicBezTo>
                      <a:pt x="1646182" y="198403"/>
                      <a:pt x="1645694" y="198403"/>
                      <a:pt x="1645410" y="198447"/>
                    </a:cubicBezTo>
                    <a:lnTo>
                      <a:pt x="1636307" y="200106"/>
                    </a:lnTo>
                    <a:lnTo>
                      <a:pt x="1544216" y="200739"/>
                    </a:lnTo>
                    <a:lnTo>
                      <a:pt x="1490449" y="202441"/>
                    </a:lnTo>
                    <a:lnTo>
                      <a:pt x="1472283" y="188909"/>
                    </a:lnTo>
                    <a:lnTo>
                      <a:pt x="1453223" y="177406"/>
                    </a:lnTo>
                    <a:lnTo>
                      <a:pt x="1435341" y="160098"/>
                    </a:lnTo>
                    <a:lnTo>
                      <a:pt x="1418963" y="139952"/>
                    </a:lnTo>
                    <a:cubicBezTo>
                      <a:pt x="1418557" y="139537"/>
                      <a:pt x="1417867" y="139210"/>
                      <a:pt x="1416972" y="139144"/>
                    </a:cubicBezTo>
                    <a:lnTo>
                      <a:pt x="1334107" y="134190"/>
                    </a:lnTo>
                    <a:lnTo>
                      <a:pt x="1250551" y="131527"/>
                    </a:lnTo>
                    <a:lnTo>
                      <a:pt x="1164517" y="132116"/>
                    </a:lnTo>
                    <a:lnTo>
                      <a:pt x="1075596" y="135412"/>
                    </a:lnTo>
                    <a:lnTo>
                      <a:pt x="984115" y="142287"/>
                    </a:lnTo>
                    <a:lnTo>
                      <a:pt x="891131" y="152939"/>
                    </a:lnTo>
                    <a:lnTo>
                      <a:pt x="879426" y="154445"/>
                    </a:lnTo>
                    <a:lnTo>
                      <a:pt x="860285" y="129824"/>
                    </a:lnTo>
                    <a:lnTo>
                      <a:pt x="839356" y="97696"/>
                    </a:lnTo>
                    <a:lnTo>
                      <a:pt x="818914" y="69190"/>
                    </a:lnTo>
                    <a:lnTo>
                      <a:pt x="799773" y="51336"/>
                    </a:lnTo>
                    <a:lnTo>
                      <a:pt x="761083" y="20539"/>
                    </a:lnTo>
                    <a:cubicBezTo>
                      <a:pt x="761002" y="20386"/>
                      <a:pt x="760798" y="20277"/>
                      <a:pt x="760595" y="20211"/>
                    </a:cubicBezTo>
                    <a:lnTo>
                      <a:pt x="743526" y="12812"/>
                    </a:lnTo>
                    <a:lnTo>
                      <a:pt x="738691" y="10891"/>
                    </a:lnTo>
                    <a:cubicBezTo>
                      <a:pt x="738284" y="10739"/>
                      <a:pt x="737797" y="10630"/>
                      <a:pt x="737390" y="10630"/>
                    </a:cubicBezTo>
                    <a:lnTo>
                      <a:pt x="724792" y="10149"/>
                    </a:lnTo>
                    <a:lnTo>
                      <a:pt x="721703" y="10258"/>
                    </a:lnTo>
                    <a:lnTo>
                      <a:pt x="710609" y="7050"/>
                    </a:lnTo>
                    <a:cubicBezTo>
                      <a:pt x="710609" y="7050"/>
                      <a:pt x="710121" y="6941"/>
                      <a:pt x="709795" y="6897"/>
                    </a:cubicBezTo>
                    <a:lnTo>
                      <a:pt x="705812" y="6570"/>
                    </a:lnTo>
                    <a:lnTo>
                      <a:pt x="622176" y="8534"/>
                    </a:lnTo>
                    <a:lnTo>
                      <a:pt x="449049" y="8905"/>
                    </a:lnTo>
                    <a:lnTo>
                      <a:pt x="363909" y="6242"/>
                    </a:lnTo>
                    <a:lnTo>
                      <a:pt x="280271" y="1550"/>
                    </a:lnTo>
                    <a:lnTo>
                      <a:pt x="198016" y="3361"/>
                    </a:lnTo>
                    <a:lnTo>
                      <a:pt x="182857" y="109"/>
                    </a:lnTo>
                    <a:cubicBezTo>
                      <a:pt x="182450" y="0"/>
                      <a:pt x="182167" y="0"/>
                      <a:pt x="181760" y="0"/>
                    </a:cubicBezTo>
                    <a:lnTo>
                      <a:pt x="99505" y="1921"/>
                    </a:lnTo>
                    <a:lnTo>
                      <a:pt x="17453" y="3252"/>
                    </a:lnTo>
                    <a:lnTo>
                      <a:pt x="3147" y="1397"/>
                    </a:lnTo>
                    <a:cubicBezTo>
                      <a:pt x="1765" y="1244"/>
                      <a:pt x="384" y="1724"/>
                      <a:pt x="59" y="2466"/>
                    </a:cubicBezTo>
                    <a:cubicBezTo>
                      <a:pt x="-226" y="3274"/>
                      <a:pt x="547" y="4016"/>
                      <a:pt x="1968" y="4169"/>
                    </a:cubicBezTo>
                    <a:lnTo>
                      <a:pt x="16559" y="6024"/>
                    </a:lnTo>
                    <a:cubicBezTo>
                      <a:pt x="16559" y="6024"/>
                      <a:pt x="17046" y="6068"/>
                      <a:pt x="17249" y="6068"/>
                    </a:cubicBezTo>
                    <a:lnTo>
                      <a:pt x="99586" y="4736"/>
                    </a:lnTo>
                    <a:lnTo>
                      <a:pt x="181434" y="2816"/>
                    </a:lnTo>
                    <a:lnTo>
                      <a:pt x="196635" y="6068"/>
                    </a:lnTo>
                    <a:cubicBezTo>
                      <a:pt x="196918" y="6133"/>
                      <a:pt x="197407" y="6177"/>
                      <a:pt x="197610" y="6177"/>
                    </a:cubicBezTo>
                    <a:lnTo>
                      <a:pt x="280068" y="4322"/>
                    </a:lnTo>
                    <a:lnTo>
                      <a:pt x="363502" y="9014"/>
                    </a:lnTo>
                    <a:lnTo>
                      <a:pt x="448805" y="11721"/>
                    </a:lnTo>
                    <a:lnTo>
                      <a:pt x="622257" y="11350"/>
                    </a:lnTo>
                    <a:lnTo>
                      <a:pt x="705488" y="9320"/>
                    </a:lnTo>
                    <a:lnTo>
                      <a:pt x="708577" y="9647"/>
                    </a:lnTo>
                    <a:lnTo>
                      <a:pt x="719996" y="12943"/>
                    </a:lnTo>
                    <a:cubicBezTo>
                      <a:pt x="720403" y="13052"/>
                      <a:pt x="720891" y="13096"/>
                      <a:pt x="721378" y="13096"/>
                    </a:cubicBezTo>
                    <a:lnTo>
                      <a:pt x="724751" y="12878"/>
                    </a:lnTo>
                    <a:lnTo>
                      <a:pt x="736252" y="13358"/>
                    </a:lnTo>
                    <a:lnTo>
                      <a:pt x="757101" y="22263"/>
                    </a:lnTo>
                    <a:lnTo>
                      <a:pt x="795505" y="52842"/>
                    </a:lnTo>
                    <a:lnTo>
                      <a:pt x="814443" y="70369"/>
                    </a:lnTo>
                    <a:lnTo>
                      <a:pt x="834601" y="98656"/>
                    </a:lnTo>
                    <a:lnTo>
                      <a:pt x="855124" y="130152"/>
                    </a:lnTo>
                    <a:lnTo>
                      <a:pt x="875282" y="156060"/>
                    </a:lnTo>
                    <a:lnTo>
                      <a:pt x="876176" y="156802"/>
                    </a:lnTo>
                    <a:cubicBezTo>
                      <a:pt x="876785" y="157282"/>
                      <a:pt x="877883" y="157500"/>
                      <a:pt x="878858" y="157326"/>
                    </a:cubicBezTo>
                    <a:lnTo>
                      <a:pt x="985010" y="145016"/>
                    </a:lnTo>
                    <a:lnTo>
                      <a:pt x="1076084" y="138140"/>
                    </a:lnTo>
                    <a:lnTo>
                      <a:pt x="1164679" y="134888"/>
                    </a:lnTo>
                    <a:lnTo>
                      <a:pt x="1250388" y="134299"/>
                    </a:lnTo>
                    <a:lnTo>
                      <a:pt x="1333619" y="136962"/>
                    </a:lnTo>
                    <a:lnTo>
                      <a:pt x="1414858" y="141807"/>
                    </a:lnTo>
                    <a:lnTo>
                      <a:pt x="1430749" y="161320"/>
                    </a:lnTo>
                    <a:lnTo>
                      <a:pt x="1448915" y="179021"/>
                    </a:lnTo>
                    <a:lnTo>
                      <a:pt x="1468179" y="190633"/>
                    </a:lnTo>
                    <a:lnTo>
                      <a:pt x="1487035" y="204689"/>
                    </a:lnTo>
                    <a:cubicBezTo>
                      <a:pt x="1487523" y="205060"/>
                      <a:pt x="1488417" y="205322"/>
                      <a:pt x="1489230" y="205279"/>
                    </a:cubicBezTo>
                    <a:lnTo>
                      <a:pt x="1544216" y="203511"/>
                    </a:lnTo>
                    <a:lnTo>
                      <a:pt x="1636672" y="202878"/>
                    </a:lnTo>
                    <a:cubicBezTo>
                      <a:pt x="1636997" y="202878"/>
                      <a:pt x="1637160" y="202834"/>
                      <a:pt x="1637484" y="202769"/>
                    </a:cubicBezTo>
                    <a:lnTo>
                      <a:pt x="1646506" y="201110"/>
                    </a:lnTo>
                    <a:lnTo>
                      <a:pt x="1729575" y="201437"/>
                    </a:lnTo>
                    <a:lnTo>
                      <a:pt x="1733639" y="202179"/>
                    </a:lnTo>
                    <a:lnTo>
                      <a:pt x="1754284" y="203663"/>
                    </a:lnTo>
                    <a:lnTo>
                      <a:pt x="1781066" y="223853"/>
                    </a:lnTo>
                    <a:lnTo>
                      <a:pt x="1808661" y="241445"/>
                    </a:lnTo>
                    <a:cubicBezTo>
                      <a:pt x="1809270" y="241773"/>
                      <a:pt x="1810043" y="241991"/>
                      <a:pt x="1810937" y="241882"/>
                    </a:cubicBezTo>
                    <a:lnTo>
                      <a:pt x="1904815" y="234199"/>
                    </a:lnTo>
                    <a:lnTo>
                      <a:pt x="1997677" y="228022"/>
                    </a:lnTo>
                    <a:lnTo>
                      <a:pt x="2025759" y="243890"/>
                    </a:lnTo>
                    <a:cubicBezTo>
                      <a:pt x="2026247" y="244152"/>
                      <a:pt x="2026979" y="244304"/>
                      <a:pt x="2027751" y="244304"/>
                    </a:cubicBezTo>
                    <a:lnTo>
                      <a:pt x="2121223" y="240201"/>
                    </a:lnTo>
                    <a:lnTo>
                      <a:pt x="2150403" y="260609"/>
                    </a:lnTo>
                    <a:lnTo>
                      <a:pt x="2181167" y="284531"/>
                    </a:lnTo>
                    <a:lnTo>
                      <a:pt x="2211809" y="302057"/>
                    </a:lnTo>
                    <a:cubicBezTo>
                      <a:pt x="2212419" y="302385"/>
                      <a:pt x="2213110" y="302538"/>
                      <a:pt x="2213882" y="302472"/>
                    </a:cubicBezTo>
                    <a:lnTo>
                      <a:pt x="2309427" y="298151"/>
                    </a:lnTo>
                    <a:lnTo>
                      <a:pt x="2340313" y="311006"/>
                    </a:lnTo>
                    <a:cubicBezTo>
                      <a:pt x="2340801" y="311225"/>
                      <a:pt x="2341491" y="311334"/>
                      <a:pt x="2342183" y="311268"/>
                    </a:cubicBezTo>
                    <a:lnTo>
                      <a:pt x="2438337" y="302516"/>
                    </a:lnTo>
                    <a:lnTo>
                      <a:pt x="2470199" y="312753"/>
                    </a:lnTo>
                    <a:lnTo>
                      <a:pt x="2536279" y="331567"/>
                    </a:lnTo>
                    <a:cubicBezTo>
                      <a:pt x="2536767" y="331742"/>
                      <a:pt x="2537255" y="331785"/>
                      <a:pt x="2537864" y="331742"/>
                    </a:cubicBezTo>
                    <a:lnTo>
                      <a:pt x="2636701" y="322618"/>
                    </a:lnTo>
                    <a:lnTo>
                      <a:pt x="2735009" y="315263"/>
                    </a:lnTo>
                    <a:lnTo>
                      <a:pt x="2768943" y="324473"/>
                    </a:lnTo>
                    <a:lnTo>
                      <a:pt x="2804463" y="337744"/>
                    </a:lnTo>
                    <a:cubicBezTo>
                      <a:pt x="2804950" y="337897"/>
                      <a:pt x="2805641" y="338006"/>
                      <a:pt x="2806251" y="337962"/>
                    </a:cubicBezTo>
                    <a:lnTo>
                      <a:pt x="2906550" y="330759"/>
                    </a:lnTo>
                    <a:lnTo>
                      <a:pt x="3006971" y="323775"/>
                    </a:lnTo>
                    <a:lnTo>
                      <a:pt x="3106296" y="316572"/>
                    </a:lnTo>
                    <a:lnTo>
                      <a:pt x="3129217" y="325630"/>
                    </a:lnTo>
                    <a:lnTo>
                      <a:pt x="3129217" y="32222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3" name="Freeform: Shape 552">
                <a:extLst>
                  <a:ext uri="{FF2B5EF4-FFF2-40B4-BE49-F238E27FC236}">
                    <a16:creationId xmlns:a16="http://schemas.microsoft.com/office/drawing/2014/main" id="{E2D5D1F7-72F4-4CA0-95B0-AA54DB344425}"/>
                  </a:ext>
                </a:extLst>
              </p:cNvPr>
              <p:cNvSpPr/>
              <p:nvPr/>
            </p:nvSpPr>
            <p:spPr>
              <a:xfrm>
                <a:off x="11169822" y="5719960"/>
                <a:ext cx="1022177" cy="91278"/>
              </a:xfrm>
              <a:custGeom>
                <a:avLst/>
                <a:gdLst>
                  <a:gd name="connsiteX0" fmla="*/ 1022177 w 1022177"/>
                  <a:gd name="connsiteY0" fmla="*/ 88463 h 91278"/>
                  <a:gd name="connsiteX1" fmla="*/ 944473 w 1022177"/>
                  <a:gd name="connsiteY1" fmla="*/ 80038 h 91278"/>
                  <a:gd name="connsiteX2" fmla="*/ 868883 w 1022177"/>
                  <a:gd name="connsiteY2" fmla="*/ 71504 h 91278"/>
                  <a:gd name="connsiteX3" fmla="*/ 631058 w 1022177"/>
                  <a:gd name="connsiteY3" fmla="*/ 46774 h 91278"/>
                  <a:gd name="connsiteX4" fmla="*/ 607040 w 1022177"/>
                  <a:gd name="connsiteY4" fmla="*/ 42234 h 91278"/>
                  <a:gd name="connsiteX5" fmla="*/ 582412 w 1022177"/>
                  <a:gd name="connsiteY5" fmla="*/ 36843 h 91278"/>
                  <a:gd name="connsiteX6" fmla="*/ 537383 w 1022177"/>
                  <a:gd name="connsiteY6" fmla="*/ 25712 h 91278"/>
                  <a:gd name="connsiteX7" fmla="*/ 519826 w 1022177"/>
                  <a:gd name="connsiteY7" fmla="*/ 23158 h 91278"/>
                  <a:gd name="connsiteX8" fmla="*/ 516453 w 1022177"/>
                  <a:gd name="connsiteY8" fmla="*/ 21565 h 91278"/>
                  <a:gd name="connsiteX9" fmla="*/ 515478 w 1022177"/>
                  <a:gd name="connsiteY9" fmla="*/ 21303 h 91278"/>
                  <a:gd name="connsiteX10" fmla="*/ 491866 w 1022177"/>
                  <a:gd name="connsiteY10" fmla="*/ 17614 h 91278"/>
                  <a:gd name="connsiteX11" fmla="*/ 430053 w 1022177"/>
                  <a:gd name="connsiteY11" fmla="*/ 11808 h 91278"/>
                  <a:gd name="connsiteX12" fmla="*/ 412009 w 1022177"/>
                  <a:gd name="connsiteY12" fmla="*/ 11699 h 91278"/>
                  <a:gd name="connsiteX13" fmla="*/ 399125 w 1022177"/>
                  <a:gd name="connsiteY13" fmla="*/ 12114 h 91278"/>
                  <a:gd name="connsiteX14" fmla="*/ 392664 w 1022177"/>
                  <a:gd name="connsiteY14" fmla="*/ 12594 h 91278"/>
                  <a:gd name="connsiteX15" fmla="*/ 373116 w 1022177"/>
                  <a:gd name="connsiteY15" fmla="*/ 10739 h 91278"/>
                  <a:gd name="connsiteX16" fmla="*/ 360599 w 1022177"/>
                  <a:gd name="connsiteY16" fmla="*/ 8381 h 91278"/>
                  <a:gd name="connsiteX17" fmla="*/ 359420 w 1022177"/>
                  <a:gd name="connsiteY17" fmla="*/ 8316 h 91278"/>
                  <a:gd name="connsiteX18" fmla="*/ 352674 w 1022177"/>
                  <a:gd name="connsiteY18" fmla="*/ 8731 h 91278"/>
                  <a:gd name="connsiteX19" fmla="*/ 331460 w 1022177"/>
                  <a:gd name="connsiteY19" fmla="*/ 6810 h 91278"/>
                  <a:gd name="connsiteX20" fmla="*/ 317642 w 1022177"/>
                  <a:gd name="connsiteY20" fmla="*/ 4365 h 91278"/>
                  <a:gd name="connsiteX21" fmla="*/ 315854 w 1022177"/>
                  <a:gd name="connsiteY21" fmla="*/ 4431 h 91278"/>
                  <a:gd name="connsiteX22" fmla="*/ 312969 w 1022177"/>
                  <a:gd name="connsiteY22" fmla="*/ 5064 h 91278"/>
                  <a:gd name="connsiteX23" fmla="*/ 293909 w 1022177"/>
                  <a:gd name="connsiteY23" fmla="*/ 3296 h 91278"/>
                  <a:gd name="connsiteX24" fmla="*/ 278018 w 1022177"/>
                  <a:gd name="connsiteY24" fmla="*/ 698 h 91278"/>
                  <a:gd name="connsiteX25" fmla="*/ 276108 w 1022177"/>
                  <a:gd name="connsiteY25" fmla="*/ 742 h 91278"/>
                  <a:gd name="connsiteX26" fmla="*/ 273629 w 1022177"/>
                  <a:gd name="connsiteY26" fmla="*/ 1441 h 91278"/>
                  <a:gd name="connsiteX27" fmla="*/ 252497 w 1022177"/>
                  <a:gd name="connsiteY27" fmla="*/ 589 h 91278"/>
                  <a:gd name="connsiteX28" fmla="*/ 2479 w 1022177"/>
                  <a:gd name="connsiteY28" fmla="*/ 0 h 91278"/>
                  <a:gd name="connsiteX29" fmla="*/ 2479 w 1022177"/>
                  <a:gd name="connsiteY29" fmla="*/ 0 h 91278"/>
                  <a:gd name="connsiteX30" fmla="*/ 0 w 1022177"/>
                  <a:gd name="connsiteY30" fmla="*/ 1375 h 91278"/>
                  <a:gd name="connsiteX31" fmla="*/ 2479 w 1022177"/>
                  <a:gd name="connsiteY31" fmla="*/ 2816 h 91278"/>
                  <a:gd name="connsiteX32" fmla="*/ 252293 w 1022177"/>
                  <a:gd name="connsiteY32" fmla="*/ 3339 h 91278"/>
                  <a:gd name="connsiteX33" fmla="*/ 273913 w 1022177"/>
                  <a:gd name="connsiteY33" fmla="*/ 4256 h 91278"/>
                  <a:gd name="connsiteX34" fmla="*/ 275214 w 1022177"/>
                  <a:gd name="connsiteY34" fmla="*/ 4147 h 91278"/>
                  <a:gd name="connsiteX35" fmla="*/ 277409 w 1022177"/>
                  <a:gd name="connsiteY35" fmla="*/ 3514 h 91278"/>
                  <a:gd name="connsiteX36" fmla="*/ 292689 w 1022177"/>
                  <a:gd name="connsiteY36" fmla="*/ 6024 h 91278"/>
                  <a:gd name="connsiteX37" fmla="*/ 312847 w 1022177"/>
                  <a:gd name="connsiteY37" fmla="*/ 7879 h 91278"/>
                  <a:gd name="connsiteX38" fmla="*/ 314229 w 1022177"/>
                  <a:gd name="connsiteY38" fmla="*/ 7836 h 91278"/>
                  <a:gd name="connsiteX39" fmla="*/ 316911 w 1022177"/>
                  <a:gd name="connsiteY39" fmla="*/ 7203 h 91278"/>
                  <a:gd name="connsiteX40" fmla="*/ 330200 w 1022177"/>
                  <a:gd name="connsiteY40" fmla="*/ 9538 h 91278"/>
                  <a:gd name="connsiteX41" fmla="*/ 352227 w 1022177"/>
                  <a:gd name="connsiteY41" fmla="*/ 11568 h 91278"/>
                  <a:gd name="connsiteX42" fmla="*/ 352918 w 1022177"/>
                  <a:gd name="connsiteY42" fmla="*/ 11568 h 91278"/>
                  <a:gd name="connsiteX43" fmla="*/ 359461 w 1022177"/>
                  <a:gd name="connsiteY43" fmla="*/ 11153 h 91278"/>
                  <a:gd name="connsiteX44" fmla="*/ 371775 w 1022177"/>
                  <a:gd name="connsiteY44" fmla="*/ 13445 h 91278"/>
                  <a:gd name="connsiteX45" fmla="*/ 392135 w 1022177"/>
                  <a:gd name="connsiteY45" fmla="*/ 15410 h 91278"/>
                  <a:gd name="connsiteX46" fmla="*/ 392907 w 1022177"/>
                  <a:gd name="connsiteY46" fmla="*/ 15410 h 91278"/>
                  <a:gd name="connsiteX47" fmla="*/ 399451 w 1022177"/>
                  <a:gd name="connsiteY47" fmla="*/ 14886 h 91278"/>
                  <a:gd name="connsiteX48" fmla="*/ 412050 w 1022177"/>
                  <a:gd name="connsiteY48" fmla="*/ 14515 h 91278"/>
                  <a:gd name="connsiteX49" fmla="*/ 429524 w 1022177"/>
                  <a:gd name="connsiteY49" fmla="*/ 14624 h 91278"/>
                  <a:gd name="connsiteX50" fmla="*/ 490728 w 1022177"/>
                  <a:gd name="connsiteY50" fmla="*/ 20321 h 91278"/>
                  <a:gd name="connsiteX51" fmla="*/ 513527 w 1022177"/>
                  <a:gd name="connsiteY51" fmla="*/ 23900 h 91278"/>
                  <a:gd name="connsiteX52" fmla="*/ 516981 w 1022177"/>
                  <a:gd name="connsiteY52" fmla="*/ 25493 h 91278"/>
                  <a:gd name="connsiteX53" fmla="*/ 517997 w 1022177"/>
                  <a:gd name="connsiteY53" fmla="*/ 25799 h 91278"/>
                  <a:gd name="connsiteX54" fmla="*/ 535635 w 1022177"/>
                  <a:gd name="connsiteY54" fmla="*/ 28353 h 91278"/>
                  <a:gd name="connsiteX55" fmla="*/ 580380 w 1022177"/>
                  <a:gd name="connsiteY55" fmla="*/ 39441 h 91278"/>
                  <a:gd name="connsiteX56" fmla="*/ 605170 w 1022177"/>
                  <a:gd name="connsiteY56" fmla="*/ 44832 h 91278"/>
                  <a:gd name="connsiteX57" fmla="*/ 629676 w 1022177"/>
                  <a:gd name="connsiteY57" fmla="*/ 49459 h 91278"/>
                  <a:gd name="connsiteX58" fmla="*/ 867786 w 1022177"/>
                  <a:gd name="connsiteY58" fmla="*/ 74232 h 91278"/>
                  <a:gd name="connsiteX59" fmla="*/ 892901 w 1022177"/>
                  <a:gd name="connsiteY59" fmla="*/ 77157 h 91278"/>
                  <a:gd name="connsiteX60" fmla="*/ 1022096 w 1022177"/>
                  <a:gd name="connsiteY60" fmla="*/ 91279 h 91278"/>
                  <a:gd name="connsiteX61" fmla="*/ 1022096 w 1022177"/>
                  <a:gd name="connsiteY61" fmla="*/ 88397 h 9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022177" h="91278">
                    <a:moveTo>
                      <a:pt x="1022177" y="88463"/>
                    </a:moveTo>
                    <a:lnTo>
                      <a:pt x="944473" y="80038"/>
                    </a:lnTo>
                    <a:lnTo>
                      <a:pt x="868883" y="71504"/>
                    </a:lnTo>
                    <a:lnTo>
                      <a:pt x="631058" y="46774"/>
                    </a:lnTo>
                    <a:lnTo>
                      <a:pt x="607040" y="42234"/>
                    </a:lnTo>
                    <a:lnTo>
                      <a:pt x="582412" y="36843"/>
                    </a:lnTo>
                    <a:lnTo>
                      <a:pt x="537383" y="25712"/>
                    </a:lnTo>
                    <a:lnTo>
                      <a:pt x="519826" y="23158"/>
                    </a:lnTo>
                    <a:lnTo>
                      <a:pt x="516453" y="21565"/>
                    </a:lnTo>
                    <a:cubicBezTo>
                      <a:pt x="516169" y="21455"/>
                      <a:pt x="515843" y="21346"/>
                      <a:pt x="515478" y="21303"/>
                    </a:cubicBezTo>
                    <a:lnTo>
                      <a:pt x="491866" y="17614"/>
                    </a:lnTo>
                    <a:lnTo>
                      <a:pt x="430053" y="11808"/>
                    </a:lnTo>
                    <a:lnTo>
                      <a:pt x="412009" y="11699"/>
                    </a:lnTo>
                    <a:lnTo>
                      <a:pt x="399125" y="12114"/>
                    </a:lnTo>
                    <a:lnTo>
                      <a:pt x="392664" y="12594"/>
                    </a:lnTo>
                    <a:lnTo>
                      <a:pt x="373116" y="10739"/>
                    </a:lnTo>
                    <a:lnTo>
                      <a:pt x="360599" y="8381"/>
                    </a:lnTo>
                    <a:cubicBezTo>
                      <a:pt x="360193" y="8316"/>
                      <a:pt x="359827" y="8272"/>
                      <a:pt x="359420" y="8316"/>
                    </a:cubicBezTo>
                    <a:lnTo>
                      <a:pt x="352674" y="8731"/>
                    </a:lnTo>
                    <a:lnTo>
                      <a:pt x="331460" y="6810"/>
                    </a:lnTo>
                    <a:lnTo>
                      <a:pt x="317642" y="4365"/>
                    </a:lnTo>
                    <a:cubicBezTo>
                      <a:pt x="317033" y="4256"/>
                      <a:pt x="316464" y="4322"/>
                      <a:pt x="315854" y="4431"/>
                    </a:cubicBezTo>
                    <a:lnTo>
                      <a:pt x="312969" y="5064"/>
                    </a:lnTo>
                    <a:lnTo>
                      <a:pt x="293909" y="3296"/>
                    </a:lnTo>
                    <a:lnTo>
                      <a:pt x="278018" y="698"/>
                    </a:lnTo>
                    <a:cubicBezTo>
                      <a:pt x="277327" y="589"/>
                      <a:pt x="276718" y="589"/>
                      <a:pt x="276108" y="742"/>
                    </a:cubicBezTo>
                    <a:lnTo>
                      <a:pt x="273629" y="1441"/>
                    </a:lnTo>
                    <a:lnTo>
                      <a:pt x="252497" y="589"/>
                    </a:lnTo>
                    <a:lnTo>
                      <a:pt x="2479" y="0"/>
                    </a:lnTo>
                    <a:lnTo>
                      <a:pt x="2479" y="0"/>
                    </a:lnTo>
                    <a:cubicBezTo>
                      <a:pt x="1097" y="0"/>
                      <a:pt x="0" y="633"/>
                      <a:pt x="0" y="1375"/>
                    </a:cubicBezTo>
                    <a:cubicBezTo>
                      <a:pt x="0" y="2183"/>
                      <a:pt x="1097" y="2750"/>
                      <a:pt x="2479" y="2816"/>
                    </a:cubicBezTo>
                    <a:lnTo>
                      <a:pt x="252293" y="3339"/>
                    </a:lnTo>
                    <a:lnTo>
                      <a:pt x="273913" y="4256"/>
                    </a:lnTo>
                    <a:cubicBezTo>
                      <a:pt x="274320" y="4256"/>
                      <a:pt x="274727" y="4256"/>
                      <a:pt x="275214" y="4147"/>
                    </a:cubicBezTo>
                    <a:lnTo>
                      <a:pt x="277409" y="3514"/>
                    </a:lnTo>
                    <a:lnTo>
                      <a:pt x="292689" y="6024"/>
                    </a:lnTo>
                    <a:lnTo>
                      <a:pt x="312847" y="7879"/>
                    </a:lnTo>
                    <a:cubicBezTo>
                      <a:pt x="313253" y="7945"/>
                      <a:pt x="313741" y="7945"/>
                      <a:pt x="314229" y="7836"/>
                    </a:cubicBezTo>
                    <a:lnTo>
                      <a:pt x="316911" y="7203"/>
                    </a:lnTo>
                    <a:lnTo>
                      <a:pt x="330200" y="9538"/>
                    </a:lnTo>
                    <a:lnTo>
                      <a:pt x="352227" y="11568"/>
                    </a:lnTo>
                    <a:cubicBezTo>
                      <a:pt x="352227" y="11568"/>
                      <a:pt x="352715" y="11612"/>
                      <a:pt x="352918" y="11568"/>
                    </a:cubicBezTo>
                    <a:lnTo>
                      <a:pt x="359461" y="11153"/>
                    </a:lnTo>
                    <a:lnTo>
                      <a:pt x="371775" y="13445"/>
                    </a:lnTo>
                    <a:lnTo>
                      <a:pt x="392135" y="15410"/>
                    </a:lnTo>
                    <a:lnTo>
                      <a:pt x="392907" y="15410"/>
                    </a:lnTo>
                    <a:lnTo>
                      <a:pt x="399451" y="14886"/>
                    </a:lnTo>
                    <a:lnTo>
                      <a:pt x="412050" y="14515"/>
                    </a:lnTo>
                    <a:lnTo>
                      <a:pt x="429524" y="14624"/>
                    </a:lnTo>
                    <a:lnTo>
                      <a:pt x="490728" y="20321"/>
                    </a:lnTo>
                    <a:lnTo>
                      <a:pt x="513527" y="23900"/>
                    </a:lnTo>
                    <a:lnTo>
                      <a:pt x="516981" y="25493"/>
                    </a:lnTo>
                    <a:cubicBezTo>
                      <a:pt x="517307" y="25646"/>
                      <a:pt x="517591" y="25755"/>
                      <a:pt x="517997" y="25799"/>
                    </a:cubicBezTo>
                    <a:lnTo>
                      <a:pt x="535635" y="28353"/>
                    </a:lnTo>
                    <a:lnTo>
                      <a:pt x="580380" y="39441"/>
                    </a:lnTo>
                    <a:lnTo>
                      <a:pt x="605170" y="44832"/>
                    </a:lnTo>
                    <a:lnTo>
                      <a:pt x="629676" y="49459"/>
                    </a:lnTo>
                    <a:lnTo>
                      <a:pt x="867786" y="74232"/>
                    </a:lnTo>
                    <a:lnTo>
                      <a:pt x="892901" y="77157"/>
                    </a:lnTo>
                    <a:lnTo>
                      <a:pt x="1022096" y="91279"/>
                    </a:lnTo>
                    <a:lnTo>
                      <a:pt x="1022096" y="8839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4" name="Freeform: Shape 553">
                <a:extLst>
                  <a:ext uri="{FF2B5EF4-FFF2-40B4-BE49-F238E27FC236}">
                    <a16:creationId xmlns:a16="http://schemas.microsoft.com/office/drawing/2014/main" id="{2C476870-601C-400A-AE6B-BAA7B4EBB549}"/>
                  </a:ext>
                </a:extLst>
              </p:cNvPr>
              <p:cNvSpPr/>
              <p:nvPr/>
            </p:nvSpPr>
            <p:spPr>
              <a:xfrm>
                <a:off x="10425854" y="5693186"/>
                <a:ext cx="192296" cy="16558"/>
              </a:xfrm>
              <a:custGeom>
                <a:avLst/>
                <a:gdLst>
                  <a:gd name="connsiteX0" fmla="*/ 122583 w 192296"/>
                  <a:gd name="connsiteY0" fmla="*/ 16537 h 16558"/>
                  <a:gd name="connsiteX1" fmla="*/ 122095 w 192296"/>
                  <a:gd name="connsiteY1" fmla="*/ 16537 h 16558"/>
                  <a:gd name="connsiteX2" fmla="*/ 2044 w 192296"/>
                  <a:gd name="connsiteY2" fmla="*/ 2786 h 16558"/>
                  <a:gd name="connsiteX3" fmla="*/ 53 w 192296"/>
                  <a:gd name="connsiteY3" fmla="*/ 1149 h 16558"/>
                  <a:gd name="connsiteX4" fmla="*/ 3141 w 192296"/>
                  <a:gd name="connsiteY4" fmla="*/ 36 h 16558"/>
                  <a:gd name="connsiteX5" fmla="*/ 122705 w 192296"/>
                  <a:gd name="connsiteY5" fmla="*/ 13721 h 16558"/>
                  <a:gd name="connsiteX6" fmla="*/ 179641 w 192296"/>
                  <a:gd name="connsiteY6" fmla="*/ 11320 h 16558"/>
                  <a:gd name="connsiteX7" fmla="*/ 188663 w 192296"/>
                  <a:gd name="connsiteY7" fmla="*/ 8875 h 16558"/>
                  <a:gd name="connsiteX8" fmla="*/ 192036 w 192296"/>
                  <a:gd name="connsiteY8" fmla="*/ 9508 h 16558"/>
                  <a:gd name="connsiteX9" fmla="*/ 190857 w 192296"/>
                  <a:gd name="connsiteY9" fmla="*/ 11429 h 16558"/>
                  <a:gd name="connsiteX10" fmla="*/ 181429 w 192296"/>
                  <a:gd name="connsiteY10" fmla="*/ 13939 h 16558"/>
                  <a:gd name="connsiteX11" fmla="*/ 180535 w 192296"/>
                  <a:gd name="connsiteY11" fmla="*/ 14114 h 16558"/>
                  <a:gd name="connsiteX12" fmla="*/ 122785 w 192296"/>
                  <a:gd name="connsiteY12" fmla="*/ 16558 h 16558"/>
                  <a:gd name="connsiteX13" fmla="*/ 122583 w 192296"/>
                  <a:gd name="connsiteY13" fmla="*/ 16558 h 16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296" h="16558">
                    <a:moveTo>
                      <a:pt x="122583" y="16537"/>
                    </a:moveTo>
                    <a:lnTo>
                      <a:pt x="122095" y="16537"/>
                    </a:lnTo>
                    <a:lnTo>
                      <a:pt x="2044" y="2786"/>
                    </a:lnTo>
                    <a:cubicBezTo>
                      <a:pt x="663" y="2633"/>
                      <a:pt x="-231" y="1869"/>
                      <a:pt x="53" y="1149"/>
                    </a:cubicBezTo>
                    <a:cubicBezTo>
                      <a:pt x="337" y="341"/>
                      <a:pt x="1638" y="-139"/>
                      <a:pt x="3141" y="36"/>
                    </a:cubicBezTo>
                    <a:lnTo>
                      <a:pt x="122705" y="13721"/>
                    </a:lnTo>
                    <a:lnTo>
                      <a:pt x="179641" y="11320"/>
                    </a:lnTo>
                    <a:lnTo>
                      <a:pt x="188663" y="8875"/>
                    </a:lnTo>
                    <a:cubicBezTo>
                      <a:pt x="189963" y="8548"/>
                      <a:pt x="191467" y="8832"/>
                      <a:pt x="192036" y="9508"/>
                    </a:cubicBezTo>
                    <a:cubicBezTo>
                      <a:pt x="192646" y="10251"/>
                      <a:pt x="192158" y="11058"/>
                      <a:pt x="190857" y="11429"/>
                    </a:cubicBezTo>
                    <a:lnTo>
                      <a:pt x="181429" y="13939"/>
                    </a:lnTo>
                    <a:cubicBezTo>
                      <a:pt x="181145" y="14048"/>
                      <a:pt x="180819" y="14114"/>
                      <a:pt x="180535" y="14114"/>
                    </a:cubicBezTo>
                    <a:lnTo>
                      <a:pt x="122785" y="16558"/>
                    </a:lnTo>
                    <a:lnTo>
                      <a:pt x="122583" y="1655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5" name="Freeform: Shape 554">
                <a:extLst>
                  <a:ext uri="{FF2B5EF4-FFF2-40B4-BE49-F238E27FC236}">
                    <a16:creationId xmlns:a16="http://schemas.microsoft.com/office/drawing/2014/main" id="{C2036F45-54B4-417D-882E-9152D43E7725}"/>
                  </a:ext>
                </a:extLst>
              </p:cNvPr>
              <p:cNvSpPr/>
              <p:nvPr/>
            </p:nvSpPr>
            <p:spPr>
              <a:xfrm>
                <a:off x="8323957" y="5673616"/>
                <a:ext cx="3868082" cy="927634"/>
              </a:xfrm>
              <a:custGeom>
                <a:avLst/>
                <a:gdLst>
                  <a:gd name="connsiteX0" fmla="*/ 3868042 w 3868082"/>
                  <a:gd name="connsiteY0" fmla="*/ 924949 h 927634"/>
                  <a:gd name="connsiteX1" fmla="*/ 3843049 w 3868082"/>
                  <a:gd name="connsiteY1" fmla="*/ 924775 h 927634"/>
                  <a:gd name="connsiteX2" fmla="*/ 3784324 w 3868082"/>
                  <a:gd name="connsiteY2" fmla="*/ 911504 h 927634"/>
                  <a:gd name="connsiteX3" fmla="*/ 3783430 w 3868082"/>
                  <a:gd name="connsiteY3" fmla="*/ 911395 h 927634"/>
                  <a:gd name="connsiteX4" fmla="*/ 3625178 w 3868082"/>
                  <a:gd name="connsiteY4" fmla="*/ 911024 h 927634"/>
                  <a:gd name="connsiteX5" fmla="*/ 3569338 w 3868082"/>
                  <a:gd name="connsiteY5" fmla="*/ 897426 h 927634"/>
                  <a:gd name="connsiteX6" fmla="*/ 3568363 w 3868082"/>
                  <a:gd name="connsiteY6" fmla="*/ 897317 h 927634"/>
                  <a:gd name="connsiteX7" fmla="*/ 3411899 w 3868082"/>
                  <a:gd name="connsiteY7" fmla="*/ 896946 h 927634"/>
                  <a:gd name="connsiteX8" fmla="*/ 1653325 w 3868082"/>
                  <a:gd name="connsiteY8" fmla="*/ 457316 h 927634"/>
                  <a:gd name="connsiteX9" fmla="*/ 1652228 w 3868082"/>
                  <a:gd name="connsiteY9" fmla="*/ 457207 h 927634"/>
                  <a:gd name="connsiteX10" fmla="*/ 1546970 w 3868082"/>
                  <a:gd name="connsiteY10" fmla="*/ 456988 h 927634"/>
                  <a:gd name="connsiteX11" fmla="*/ 1523562 w 3868082"/>
                  <a:gd name="connsiteY11" fmla="*/ 450964 h 927634"/>
                  <a:gd name="connsiteX12" fmla="*/ 1522464 w 3868082"/>
                  <a:gd name="connsiteY12" fmla="*/ 450855 h 927634"/>
                  <a:gd name="connsiteX13" fmla="*/ 1312924 w 3868082"/>
                  <a:gd name="connsiteY13" fmla="*/ 450528 h 927634"/>
                  <a:gd name="connsiteX14" fmla="*/ 1291304 w 3868082"/>
                  <a:gd name="connsiteY14" fmla="*/ 444547 h 927634"/>
                  <a:gd name="connsiteX15" fmla="*/ 1290206 w 3868082"/>
                  <a:gd name="connsiteY15" fmla="*/ 444438 h 927634"/>
                  <a:gd name="connsiteX16" fmla="*/ 1186493 w 3868082"/>
                  <a:gd name="connsiteY16" fmla="*/ 444220 h 927634"/>
                  <a:gd name="connsiteX17" fmla="*/ 714012 w 3868082"/>
                  <a:gd name="connsiteY17" fmla="*/ 310903 h 927634"/>
                  <a:gd name="connsiteX18" fmla="*/ 712834 w 3868082"/>
                  <a:gd name="connsiteY18" fmla="*/ 310751 h 927634"/>
                  <a:gd name="connsiteX19" fmla="*/ 671340 w 3868082"/>
                  <a:gd name="connsiteY19" fmla="*/ 310685 h 927634"/>
                  <a:gd name="connsiteX20" fmla="*/ 656751 w 3868082"/>
                  <a:gd name="connsiteY20" fmla="*/ 306473 h 927634"/>
                  <a:gd name="connsiteX21" fmla="*/ 655572 w 3868082"/>
                  <a:gd name="connsiteY21" fmla="*/ 306320 h 927634"/>
                  <a:gd name="connsiteX22" fmla="*/ 609730 w 3868082"/>
                  <a:gd name="connsiteY22" fmla="*/ 306254 h 927634"/>
                  <a:gd name="connsiteX23" fmla="*/ 595547 w 3868082"/>
                  <a:gd name="connsiteY23" fmla="*/ 302107 h 927634"/>
                  <a:gd name="connsiteX24" fmla="*/ 594368 w 3868082"/>
                  <a:gd name="connsiteY24" fmla="*/ 301933 h 927634"/>
                  <a:gd name="connsiteX25" fmla="*/ 507277 w 3868082"/>
                  <a:gd name="connsiteY25" fmla="*/ 301824 h 927634"/>
                  <a:gd name="connsiteX26" fmla="*/ 452413 w 3868082"/>
                  <a:gd name="connsiteY26" fmla="*/ 285257 h 927634"/>
                  <a:gd name="connsiteX27" fmla="*/ 439733 w 3868082"/>
                  <a:gd name="connsiteY27" fmla="*/ 281219 h 927634"/>
                  <a:gd name="connsiteX28" fmla="*/ 426443 w 3868082"/>
                  <a:gd name="connsiteY28" fmla="*/ 260550 h 927634"/>
                  <a:gd name="connsiteX29" fmla="*/ 413033 w 3868082"/>
                  <a:gd name="connsiteY29" fmla="*/ 235776 h 927634"/>
                  <a:gd name="connsiteX30" fmla="*/ 399622 w 3868082"/>
                  <a:gd name="connsiteY30" fmla="*/ 207118 h 927634"/>
                  <a:gd name="connsiteX31" fmla="*/ 386332 w 3868082"/>
                  <a:gd name="connsiteY31" fmla="*/ 173658 h 927634"/>
                  <a:gd name="connsiteX32" fmla="*/ 374344 w 3868082"/>
                  <a:gd name="connsiteY32" fmla="*/ 140678 h 927634"/>
                  <a:gd name="connsiteX33" fmla="*/ 363818 w 3868082"/>
                  <a:gd name="connsiteY33" fmla="*/ 117979 h 927634"/>
                  <a:gd name="connsiteX34" fmla="*/ 353983 w 3868082"/>
                  <a:gd name="connsiteY34" fmla="*/ 95170 h 927634"/>
                  <a:gd name="connsiteX35" fmla="*/ 345042 w 3868082"/>
                  <a:gd name="connsiteY35" fmla="*/ 83012 h 927634"/>
                  <a:gd name="connsiteX36" fmla="*/ 343253 w 3868082"/>
                  <a:gd name="connsiteY36" fmla="*/ 82205 h 927634"/>
                  <a:gd name="connsiteX37" fmla="*/ 267257 w 3868082"/>
                  <a:gd name="connsiteY37" fmla="*/ 72405 h 927634"/>
                  <a:gd name="connsiteX38" fmla="*/ 266363 w 3868082"/>
                  <a:gd name="connsiteY38" fmla="*/ 70702 h 927634"/>
                  <a:gd name="connsiteX39" fmla="*/ 265754 w 3868082"/>
                  <a:gd name="connsiteY39" fmla="*/ 70113 h 927634"/>
                  <a:gd name="connsiteX40" fmla="*/ 260226 w 3868082"/>
                  <a:gd name="connsiteY40" fmla="*/ 67014 h 927634"/>
                  <a:gd name="connsiteX41" fmla="*/ 259129 w 3868082"/>
                  <a:gd name="connsiteY41" fmla="*/ 66686 h 927634"/>
                  <a:gd name="connsiteX42" fmla="*/ 184230 w 3868082"/>
                  <a:gd name="connsiteY42" fmla="*/ 54594 h 927634"/>
                  <a:gd name="connsiteX43" fmla="*/ 179474 w 3868082"/>
                  <a:gd name="connsiteY43" fmla="*/ 49203 h 927634"/>
                  <a:gd name="connsiteX44" fmla="*/ 173500 w 3868082"/>
                  <a:gd name="connsiteY44" fmla="*/ 40407 h 927634"/>
                  <a:gd name="connsiteX45" fmla="*/ 171631 w 3868082"/>
                  <a:gd name="connsiteY45" fmla="*/ 39490 h 927634"/>
                  <a:gd name="connsiteX46" fmla="*/ 96935 w 3868082"/>
                  <a:gd name="connsiteY46" fmla="*/ 27660 h 927634"/>
                  <a:gd name="connsiteX47" fmla="*/ 22645 w 3868082"/>
                  <a:gd name="connsiteY47" fmla="*/ 12425 h 927634"/>
                  <a:gd name="connsiteX48" fmla="*/ 21059 w 3868082"/>
                  <a:gd name="connsiteY48" fmla="*/ 10461 h 927634"/>
                  <a:gd name="connsiteX49" fmla="*/ 20654 w 3868082"/>
                  <a:gd name="connsiteY49" fmla="*/ 10090 h 927634"/>
                  <a:gd name="connsiteX50" fmla="*/ 16468 w 3868082"/>
                  <a:gd name="connsiteY50" fmla="*/ 7536 h 927634"/>
                  <a:gd name="connsiteX51" fmla="*/ 15167 w 3868082"/>
                  <a:gd name="connsiteY51" fmla="*/ 7122 h 927634"/>
                  <a:gd name="connsiteX52" fmla="*/ 12891 w 3868082"/>
                  <a:gd name="connsiteY52" fmla="*/ 6751 h 927634"/>
                  <a:gd name="connsiteX53" fmla="*/ 4560 w 3868082"/>
                  <a:gd name="connsiteY53" fmla="*/ 574 h 927634"/>
                  <a:gd name="connsiteX54" fmla="*/ 983 w 3868082"/>
                  <a:gd name="connsiteY54" fmla="*/ 246 h 927634"/>
                  <a:gd name="connsiteX55" fmla="*/ 496 w 3868082"/>
                  <a:gd name="connsiteY55" fmla="*/ 2211 h 927634"/>
                  <a:gd name="connsiteX56" fmla="*/ 9437 w 3868082"/>
                  <a:gd name="connsiteY56" fmla="*/ 8868 h 927634"/>
                  <a:gd name="connsiteX57" fmla="*/ 10818 w 3868082"/>
                  <a:gd name="connsiteY57" fmla="*/ 9348 h 927634"/>
                  <a:gd name="connsiteX58" fmla="*/ 13175 w 3868082"/>
                  <a:gd name="connsiteY58" fmla="*/ 9719 h 927634"/>
                  <a:gd name="connsiteX59" fmla="*/ 16549 w 3868082"/>
                  <a:gd name="connsiteY59" fmla="*/ 11792 h 927634"/>
                  <a:gd name="connsiteX60" fmla="*/ 18459 w 3868082"/>
                  <a:gd name="connsiteY60" fmla="*/ 14084 h 927634"/>
                  <a:gd name="connsiteX61" fmla="*/ 19841 w 3868082"/>
                  <a:gd name="connsiteY61" fmla="*/ 14826 h 927634"/>
                  <a:gd name="connsiteX62" fmla="*/ 95349 w 3868082"/>
                  <a:gd name="connsiteY62" fmla="*/ 30323 h 927634"/>
                  <a:gd name="connsiteX63" fmla="*/ 169193 w 3868082"/>
                  <a:gd name="connsiteY63" fmla="*/ 42044 h 927634"/>
                  <a:gd name="connsiteX64" fmla="*/ 174842 w 3868082"/>
                  <a:gd name="connsiteY64" fmla="*/ 50294 h 927634"/>
                  <a:gd name="connsiteX65" fmla="*/ 180206 w 3868082"/>
                  <a:gd name="connsiteY65" fmla="*/ 56362 h 927634"/>
                  <a:gd name="connsiteX66" fmla="*/ 181791 w 3868082"/>
                  <a:gd name="connsiteY66" fmla="*/ 57104 h 927634"/>
                  <a:gd name="connsiteX67" fmla="*/ 257097 w 3868082"/>
                  <a:gd name="connsiteY67" fmla="*/ 69262 h 927634"/>
                  <a:gd name="connsiteX68" fmla="*/ 261770 w 3868082"/>
                  <a:gd name="connsiteY68" fmla="*/ 71772 h 927634"/>
                  <a:gd name="connsiteX69" fmla="*/ 262867 w 3868082"/>
                  <a:gd name="connsiteY69" fmla="*/ 73954 h 927634"/>
                  <a:gd name="connsiteX70" fmla="*/ 264778 w 3868082"/>
                  <a:gd name="connsiteY70" fmla="*/ 74915 h 927634"/>
                  <a:gd name="connsiteX71" fmla="*/ 340572 w 3868082"/>
                  <a:gd name="connsiteY71" fmla="*/ 84671 h 927634"/>
                  <a:gd name="connsiteX72" fmla="*/ 349187 w 3868082"/>
                  <a:gd name="connsiteY72" fmla="*/ 95956 h 927634"/>
                  <a:gd name="connsiteX73" fmla="*/ 358900 w 3868082"/>
                  <a:gd name="connsiteY73" fmla="*/ 118612 h 927634"/>
                  <a:gd name="connsiteX74" fmla="*/ 369426 w 3868082"/>
                  <a:gd name="connsiteY74" fmla="*/ 141268 h 927634"/>
                  <a:gd name="connsiteX75" fmla="*/ 381415 w 3868082"/>
                  <a:gd name="connsiteY75" fmla="*/ 174204 h 927634"/>
                  <a:gd name="connsiteX76" fmla="*/ 394704 w 3868082"/>
                  <a:gd name="connsiteY76" fmla="*/ 207773 h 927634"/>
                  <a:gd name="connsiteX77" fmla="*/ 408196 w 3868082"/>
                  <a:gd name="connsiteY77" fmla="*/ 236497 h 927634"/>
                  <a:gd name="connsiteX78" fmla="*/ 421689 w 3868082"/>
                  <a:gd name="connsiteY78" fmla="*/ 261423 h 927634"/>
                  <a:gd name="connsiteX79" fmla="*/ 435263 w 3868082"/>
                  <a:gd name="connsiteY79" fmla="*/ 282573 h 927634"/>
                  <a:gd name="connsiteX80" fmla="*/ 436360 w 3868082"/>
                  <a:gd name="connsiteY80" fmla="*/ 283315 h 927634"/>
                  <a:gd name="connsiteX81" fmla="*/ 449933 w 3868082"/>
                  <a:gd name="connsiteY81" fmla="*/ 287680 h 927634"/>
                  <a:gd name="connsiteX82" fmla="*/ 505408 w 3868082"/>
                  <a:gd name="connsiteY82" fmla="*/ 304399 h 927634"/>
                  <a:gd name="connsiteX83" fmla="*/ 506586 w 3868082"/>
                  <a:gd name="connsiteY83" fmla="*/ 304617 h 927634"/>
                  <a:gd name="connsiteX84" fmla="*/ 593718 w 3868082"/>
                  <a:gd name="connsiteY84" fmla="*/ 304726 h 927634"/>
                  <a:gd name="connsiteX85" fmla="*/ 607983 w 3868082"/>
                  <a:gd name="connsiteY85" fmla="*/ 308873 h 927634"/>
                  <a:gd name="connsiteX86" fmla="*/ 609080 w 3868082"/>
                  <a:gd name="connsiteY86" fmla="*/ 309026 h 927634"/>
                  <a:gd name="connsiteX87" fmla="*/ 655003 w 3868082"/>
                  <a:gd name="connsiteY87" fmla="*/ 309092 h 927634"/>
                  <a:gd name="connsiteX88" fmla="*/ 669593 w 3868082"/>
                  <a:gd name="connsiteY88" fmla="*/ 313304 h 927634"/>
                  <a:gd name="connsiteX89" fmla="*/ 670772 w 3868082"/>
                  <a:gd name="connsiteY89" fmla="*/ 313457 h 927634"/>
                  <a:gd name="connsiteX90" fmla="*/ 712224 w 3868082"/>
                  <a:gd name="connsiteY90" fmla="*/ 313501 h 927634"/>
                  <a:gd name="connsiteX91" fmla="*/ 1184705 w 3868082"/>
                  <a:gd name="connsiteY91" fmla="*/ 446817 h 927634"/>
                  <a:gd name="connsiteX92" fmla="*/ 1185802 w 3868082"/>
                  <a:gd name="connsiteY92" fmla="*/ 446970 h 927634"/>
                  <a:gd name="connsiteX93" fmla="*/ 1289597 w 3868082"/>
                  <a:gd name="connsiteY93" fmla="*/ 447123 h 927634"/>
                  <a:gd name="connsiteX94" fmla="*/ 1311218 w 3868082"/>
                  <a:gd name="connsiteY94" fmla="*/ 453103 h 927634"/>
                  <a:gd name="connsiteX95" fmla="*/ 1312314 w 3868082"/>
                  <a:gd name="connsiteY95" fmla="*/ 453212 h 927634"/>
                  <a:gd name="connsiteX96" fmla="*/ 1521976 w 3868082"/>
                  <a:gd name="connsiteY96" fmla="*/ 453583 h 927634"/>
                  <a:gd name="connsiteX97" fmla="*/ 1545304 w 3868082"/>
                  <a:gd name="connsiteY97" fmla="*/ 459608 h 927634"/>
                  <a:gd name="connsiteX98" fmla="*/ 1546401 w 3868082"/>
                  <a:gd name="connsiteY98" fmla="*/ 459717 h 927634"/>
                  <a:gd name="connsiteX99" fmla="*/ 1651658 w 3868082"/>
                  <a:gd name="connsiteY99" fmla="*/ 459935 h 927634"/>
                  <a:gd name="connsiteX100" fmla="*/ 3410314 w 3868082"/>
                  <a:gd name="connsiteY100" fmla="*/ 899500 h 927634"/>
                  <a:gd name="connsiteX101" fmla="*/ 3411411 w 3868082"/>
                  <a:gd name="connsiteY101" fmla="*/ 899652 h 927634"/>
                  <a:gd name="connsiteX102" fmla="*/ 3567875 w 3868082"/>
                  <a:gd name="connsiteY102" fmla="*/ 900023 h 927634"/>
                  <a:gd name="connsiteX103" fmla="*/ 3623714 w 3868082"/>
                  <a:gd name="connsiteY103" fmla="*/ 913621 h 927634"/>
                  <a:gd name="connsiteX104" fmla="*/ 3624730 w 3868082"/>
                  <a:gd name="connsiteY104" fmla="*/ 913731 h 927634"/>
                  <a:gd name="connsiteX105" fmla="*/ 3782861 w 3868082"/>
                  <a:gd name="connsiteY105" fmla="*/ 914102 h 927634"/>
                  <a:gd name="connsiteX106" fmla="*/ 3841626 w 3868082"/>
                  <a:gd name="connsiteY106" fmla="*/ 927307 h 927634"/>
                  <a:gd name="connsiteX107" fmla="*/ 3842602 w 3868082"/>
                  <a:gd name="connsiteY107" fmla="*/ 927416 h 927634"/>
                  <a:gd name="connsiteX108" fmla="*/ 3868083 w 3868082"/>
                  <a:gd name="connsiteY108" fmla="*/ 927634 h 927634"/>
                  <a:gd name="connsiteX109" fmla="*/ 3868083 w 3868082"/>
                  <a:gd name="connsiteY109" fmla="*/ 924818 h 927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3868082" h="927634">
                    <a:moveTo>
                      <a:pt x="3868042" y="924949"/>
                    </a:moveTo>
                    <a:lnTo>
                      <a:pt x="3843049" y="924775"/>
                    </a:lnTo>
                    <a:lnTo>
                      <a:pt x="3784324" y="911504"/>
                    </a:lnTo>
                    <a:cubicBezTo>
                      <a:pt x="3784040" y="911461"/>
                      <a:pt x="3783714" y="911395"/>
                      <a:pt x="3783430" y="911395"/>
                    </a:cubicBezTo>
                    <a:lnTo>
                      <a:pt x="3625178" y="911024"/>
                    </a:lnTo>
                    <a:lnTo>
                      <a:pt x="3569338" y="897426"/>
                    </a:lnTo>
                    <a:cubicBezTo>
                      <a:pt x="3569013" y="897382"/>
                      <a:pt x="3568729" y="897317"/>
                      <a:pt x="3568363" y="897317"/>
                    </a:cubicBezTo>
                    <a:lnTo>
                      <a:pt x="3411899" y="896946"/>
                    </a:lnTo>
                    <a:lnTo>
                      <a:pt x="1653325" y="457316"/>
                    </a:lnTo>
                    <a:cubicBezTo>
                      <a:pt x="1652918" y="457272"/>
                      <a:pt x="1652634" y="457207"/>
                      <a:pt x="1652228" y="457207"/>
                    </a:cubicBezTo>
                    <a:lnTo>
                      <a:pt x="1546970" y="456988"/>
                    </a:lnTo>
                    <a:lnTo>
                      <a:pt x="1523562" y="450964"/>
                    </a:lnTo>
                    <a:cubicBezTo>
                      <a:pt x="1523277" y="450899"/>
                      <a:pt x="1522870" y="450855"/>
                      <a:pt x="1522464" y="450855"/>
                    </a:cubicBezTo>
                    <a:lnTo>
                      <a:pt x="1312924" y="450528"/>
                    </a:lnTo>
                    <a:lnTo>
                      <a:pt x="1291304" y="444547"/>
                    </a:lnTo>
                    <a:cubicBezTo>
                      <a:pt x="1291019" y="444438"/>
                      <a:pt x="1290613" y="444438"/>
                      <a:pt x="1290206" y="444438"/>
                    </a:cubicBezTo>
                    <a:lnTo>
                      <a:pt x="1186493" y="444220"/>
                    </a:lnTo>
                    <a:lnTo>
                      <a:pt x="714012" y="310903"/>
                    </a:lnTo>
                    <a:cubicBezTo>
                      <a:pt x="713606" y="310794"/>
                      <a:pt x="713200" y="310751"/>
                      <a:pt x="712834" y="310751"/>
                    </a:cubicBezTo>
                    <a:lnTo>
                      <a:pt x="671340" y="310685"/>
                    </a:lnTo>
                    <a:lnTo>
                      <a:pt x="656751" y="306473"/>
                    </a:lnTo>
                    <a:cubicBezTo>
                      <a:pt x="656344" y="306363"/>
                      <a:pt x="655978" y="306320"/>
                      <a:pt x="655572" y="306320"/>
                    </a:cubicBezTo>
                    <a:lnTo>
                      <a:pt x="609730" y="306254"/>
                    </a:lnTo>
                    <a:lnTo>
                      <a:pt x="595547" y="302107"/>
                    </a:lnTo>
                    <a:cubicBezTo>
                      <a:pt x="595140" y="301998"/>
                      <a:pt x="594734" y="301933"/>
                      <a:pt x="594368" y="301933"/>
                    </a:cubicBezTo>
                    <a:lnTo>
                      <a:pt x="507277" y="301824"/>
                    </a:lnTo>
                    <a:lnTo>
                      <a:pt x="452413" y="285257"/>
                    </a:lnTo>
                    <a:lnTo>
                      <a:pt x="439733" y="281219"/>
                    </a:lnTo>
                    <a:lnTo>
                      <a:pt x="426443" y="260550"/>
                    </a:lnTo>
                    <a:lnTo>
                      <a:pt x="413033" y="235776"/>
                    </a:lnTo>
                    <a:lnTo>
                      <a:pt x="399622" y="207118"/>
                    </a:lnTo>
                    <a:lnTo>
                      <a:pt x="386332" y="173658"/>
                    </a:lnTo>
                    <a:lnTo>
                      <a:pt x="374344" y="140678"/>
                    </a:lnTo>
                    <a:lnTo>
                      <a:pt x="363818" y="117979"/>
                    </a:lnTo>
                    <a:lnTo>
                      <a:pt x="353983" y="95170"/>
                    </a:lnTo>
                    <a:lnTo>
                      <a:pt x="345042" y="83012"/>
                    </a:lnTo>
                    <a:cubicBezTo>
                      <a:pt x="344636" y="82576"/>
                      <a:pt x="344066" y="82270"/>
                      <a:pt x="343253" y="82205"/>
                    </a:cubicBezTo>
                    <a:lnTo>
                      <a:pt x="267257" y="72405"/>
                    </a:lnTo>
                    <a:lnTo>
                      <a:pt x="266363" y="70702"/>
                    </a:lnTo>
                    <a:cubicBezTo>
                      <a:pt x="266241" y="70484"/>
                      <a:pt x="266078" y="70266"/>
                      <a:pt x="265754" y="70113"/>
                    </a:cubicBezTo>
                    <a:lnTo>
                      <a:pt x="260226" y="67014"/>
                    </a:lnTo>
                    <a:cubicBezTo>
                      <a:pt x="259901" y="66839"/>
                      <a:pt x="259536" y="66752"/>
                      <a:pt x="259129" y="66686"/>
                    </a:cubicBezTo>
                    <a:lnTo>
                      <a:pt x="184230" y="54594"/>
                    </a:lnTo>
                    <a:lnTo>
                      <a:pt x="179474" y="49203"/>
                    </a:lnTo>
                    <a:lnTo>
                      <a:pt x="173500" y="40407"/>
                    </a:lnTo>
                    <a:cubicBezTo>
                      <a:pt x="173216" y="39992"/>
                      <a:pt x="172403" y="39665"/>
                      <a:pt x="171631" y="39490"/>
                    </a:cubicBezTo>
                    <a:lnTo>
                      <a:pt x="96935" y="27660"/>
                    </a:lnTo>
                    <a:lnTo>
                      <a:pt x="22645" y="12425"/>
                    </a:lnTo>
                    <a:lnTo>
                      <a:pt x="21059" y="10461"/>
                    </a:lnTo>
                    <a:cubicBezTo>
                      <a:pt x="21059" y="10461"/>
                      <a:pt x="20857" y="10199"/>
                      <a:pt x="20654" y="10090"/>
                    </a:cubicBezTo>
                    <a:lnTo>
                      <a:pt x="16468" y="7536"/>
                    </a:lnTo>
                    <a:cubicBezTo>
                      <a:pt x="16183" y="7318"/>
                      <a:pt x="15696" y="7165"/>
                      <a:pt x="15167" y="7122"/>
                    </a:cubicBezTo>
                    <a:lnTo>
                      <a:pt x="12891" y="6751"/>
                    </a:lnTo>
                    <a:lnTo>
                      <a:pt x="4560" y="574"/>
                    </a:lnTo>
                    <a:cubicBezTo>
                      <a:pt x="3747" y="-59"/>
                      <a:pt x="2162" y="-168"/>
                      <a:pt x="983" y="246"/>
                    </a:cubicBezTo>
                    <a:cubicBezTo>
                      <a:pt x="-114" y="726"/>
                      <a:pt x="-317" y="1621"/>
                      <a:pt x="496" y="2211"/>
                    </a:cubicBezTo>
                    <a:lnTo>
                      <a:pt x="9437" y="8868"/>
                    </a:lnTo>
                    <a:cubicBezTo>
                      <a:pt x="9722" y="9086"/>
                      <a:pt x="10209" y="9304"/>
                      <a:pt x="10818" y="9348"/>
                    </a:cubicBezTo>
                    <a:lnTo>
                      <a:pt x="13175" y="9719"/>
                    </a:lnTo>
                    <a:lnTo>
                      <a:pt x="16549" y="11792"/>
                    </a:lnTo>
                    <a:lnTo>
                      <a:pt x="18459" y="14084"/>
                    </a:lnTo>
                    <a:cubicBezTo>
                      <a:pt x="18662" y="14455"/>
                      <a:pt x="19231" y="14717"/>
                      <a:pt x="19841" y="14826"/>
                    </a:cubicBezTo>
                    <a:lnTo>
                      <a:pt x="95349" y="30323"/>
                    </a:lnTo>
                    <a:lnTo>
                      <a:pt x="169193" y="42044"/>
                    </a:lnTo>
                    <a:lnTo>
                      <a:pt x="174842" y="50294"/>
                    </a:lnTo>
                    <a:lnTo>
                      <a:pt x="180206" y="56362"/>
                    </a:lnTo>
                    <a:cubicBezTo>
                      <a:pt x="180490" y="56733"/>
                      <a:pt x="181100" y="57017"/>
                      <a:pt x="181791" y="57104"/>
                    </a:cubicBezTo>
                    <a:lnTo>
                      <a:pt x="257097" y="69262"/>
                    </a:lnTo>
                    <a:lnTo>
                      <a:pt x="261770" y="71772"/>
                    </a:lnTo>
                    <a:lnTo>
                      <a:pt x="262867" y="73954"/>
                    </a:lnTo>
                    <a:cubicBezTo>
                      <a:pt x="263193" y="74435"/>
                      <a:pt x="263843" y="74806"/>
                      <a:pt x="264778" y="74915"/>
                    </a:cubicBezTo>
                    <a:lnTo>
                      <a:pt x="340572" y="84671"/>
                    </a:lnTo>
                    <a:lnTo>
                      <a:pt x="349187" y="95956"/>
                    </a:lnTo>
                    <a:lnTo>
                      <a:pt x="358900" y="118612"/>
                    </a:lnTo>
                    <a:lnTo>
                      <a:pt x="369426" y="141268"/>
                    </a:lnTo>
                    <a:lnTo>
                      <a:pt x="381415" y="174204"/>
                    </a:lnTo>
                    <a:lnTo>
                      <a:pt x="394704" y="207773"/>
                    </a:lnTo>
                    <a:lnTo>
                      <a:pt x="408196" y="236497"/>
                    </a:lnTo>
                    <a:lnTo>
                      <a:pt x="421689" y="261423"/>
                    </a:lnTo>
                    <a:lnTo>
                      <a:pt x="435263" y="282573"/>
                    </a:lnTo>
                    <a:cubicBezTo>
                      <a:pt x="435466" y="282900"/>
                      <a:pt x="435872" y="283162"/>
                      <a:pt x="436360" y="283315"/>
                    </a:cubicBezTo>
                    <a:lnTo>
                      <a:pt x="449933" y="287680"/>
                    </a:lnTo>
                    <a:lnTo>
                      <a:pt x="505408" y="304399"/>
                    </a:lnTo>
                    <a:cubicBezTo>
                      <a:pt x="505732" y="304508"/>
                      <a:pt x="506220" y="304617"/>
                      <a:pt x="506586" y="304617"/>
                    </a:cubicBezTo>
                    <a:lnTo>
                      <a:pt x="593718" y="304726"/>
                    </a:lnTo>
                    <a:lnTo>
                      <a:pt x="607983" y="308873"/>
                    </a:lnTo>
                    <a:cubicBezTo>
                      <a:pt x="608267" y="308983"/>
                      <a:pt x="608674" y="309026"/>
                      <a:pt x="609080" y="309026"/>
                    </a:cubicBezTo>
                    <a:lnTo>
                      <a:pt x="655003" y="309092"/>
                    </a:lnTo>
                    <a:lnTo>
                      <a:pt x="669593" y="313304"/>
                    </a:lnTo>
                    <a:cubicBezTo>
                      <a:pt x="670000" y="313413"/>
                      <a:pt x="670365" y="313457"/>
                      <a:pt x="670772" y="313457"/>
                    </a:cubicBezTo>
                    <a:lnTo>
                      <a:pt x="712224" y="313501"/>
                    </a:lnTo>
                    <a:lnTo>
                      <a:pt x="1184705" y="446817"/>
                    </a:lnTo>
                    <a:cubicBezTo>
                      <a:pt x="1184990" y="446926"/>
                      <a:pt x="1185395" y="446970"/>
                      <a:pt x="1185802" y="446970"/>
                    </a:cubicBezTo>
                    <a:lnTo>
                      <a:pt x="1289597" y="447123"/>
                    </a:lnTo>
                    <a:lnTo>
                      <a:pt x="1311218" y="453103"/>
                    </a:lnTo>
                    <a:cubicBezTo>
                      <a:pt x="1311624" y="453147"/>
                      <a:pt x="1311908" y="453212"/>
                      <a:pt x="1312314" y="453212"/>
                    </a:cubicBezTo>
                    <a:lnTo>
                      <a:pt x="1521976" y="453583"/>
                    </a:lnTo>
                    <a:lnTo>
                      <a:pt x="1545304" y="459608"/>
                    </a:lnTo>
                    <a:cubicBezTo>
                      <a:pt x="1545710" y="459651"/>
                      <a:pt x="1545994" y="459717"/>
                      <a:pt x="1546401" y="459717"/>
                    </a:cubicBezTo>
                    <a:lnTo>
                      <a:pt x="1651658" y="459935"/>
                    </a:lnTo>
                    <a:lnTo>
                      <a:pt x="3410314" y="899500"/>
                    </a:lnTo>
                    <a:cubicBezTo>
                      <a:pt x="3410639" y="899609"/>
                      <a:pt x="3411005" y="899652"/>
                      <a:pt x="3411411" y="899652"/>
                    </a:cubicBezTo>
                    <a:lnTo>
                      <a:pt x="3567875" y="900023"/>
                    </a:lnTo>
                    <a:lnTo>
                      <a:pt x="3623714" y="913621"/>
                    </a:lnTo>
                    <a:cubicBezTo>
                      <a:pt x="3624040" y="913665"/>
                      <a:pt x="3624324" y="913731"/>
                      <a:pt x="3624730" y="913731"/>
                    </a:cubicBezTo>
                    <a:lnTo>
                      <a:pt x="3782861" y="914102"/>
                    </a:lnTo>
                    <a:lnTo>
                      <a:pt x="3841626" y="927307"/>
                    </a:lnTo>
                    <a:cubicBezTo>
                      <a:pt x="3841911" y="927416"/>
                      <a:pt x="3842317" y="927416"/>
                      <a:pt x="3842602" y="927416"/>
                    </a:cubicBezTo>
                    <a:lnTo>
                      <a:pt x="3868083" y="927634"/>
                    </a:lnTo>
                    <a:lnTo>
                      <a:pt x="3868083" y="9248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6" name="Freeform: Shape 555">
                <a:extLst>
                  <a:ext uri="{FF2B5EF4-FFF2-40B4-BE49-F238E27FC236}">
                    <a16:creationId xmlns:a16="http://schemas.microsoft.com/office/drawing/2014/main" id="{F79261DE-74CB-44C6-9783-07A541A75261}"/>
                  </a:ext>
                </a:extLst>
              </p:cNvPr>
              <p:cNvSpPr/>
              <p:nvPr/>
            </p:nvSpPr>
            <p:spPr>
              <a:xfrm>
                <a:off x="4750309" y="5477475"/>
                <a:ext cx="5278545" cy="1425242"/>
              </a:xfrm>
              <a:custGeom>
                <a:avLst/>
                <a:gdLst>
                  <a:gd name="connsiteX0" fmla="*/ 87923 w 5278545"/>
                  <a:gd name="connsiteY0" fmla="*/ 341009 h 1425242"/>
                  <a:gd name="connsiteX1" fmla="*/ 175543 w 5278545"/>
                  <a:gd name="connsiteY1" fmla="*/ 394550 h 1425242"/>
                  <a:gd name="connsiteX2" fmla="*/ 263732 w 5278545"/>
                  <a:gd name="connsiteY2" fmla="*/ 450491 h 1425242"/>
                  <a:gd name="connsiteX3" fmla="*/ 352693 w 5278545"/>
                  <a:gd name="connsiteY3" fmla="*/ 489190 h 1425242"/>
                  <a:gd name="connsiteX4" fmla="*/ 442589 w 5278545"/>
                  <a:gd name="connsiteY4" fmla="*/ 533519 h 1425242"/>
                  <a:gd name="connsiteX5" fmla="*/ 444093 w 5278545"/>
                  <a:gd name="connsiteY5" fmla="*/ 533847 h 1425242"/>
                  <a:gd name="connsiteX6" fmla="*/ 535329 w 5278545"/>
                  <a:gd name="connsiteY6" fmla="*/ 537797 h 1425242"/>
                  <a:gd name="connsiteX7" fmla="*/ 626404 w 5278545"/>
                  <a:gd name="connsiteY7" fmla="*/ 539653 h 1425242"/>
                  <a:gd name="connsiteX8" fmla="*/ 717844 w 5278545"/>
                  <a:gd name="connsiteY8" fmla="*/ 541246 h 1425242"/>
                  <a:gd name="connsiteX9" fmla="*/ 719957 w 5278545"/>
                  <a:gd name="connsiteY9" fmla="*/ 540657 h 1425242"/>
                  <a:gd name="connsiteX10" fmla="*/ 724915 w 5278545"/>
                  <a:gd name="connsiteY10" fmla="*/ 536924 h 1425242"/>
                  <a:gd name="connsiteX11" fmla="*/ 812087 w 5278545"/>
                  <a:gd name="connsiteY11" fmla="*/ 539958 h 1425242"/>
                  <a:gd name="connsiteX12" fmla="*/ 901699 w 5278545"/>
                  <a:gd name="connsiteY12" fmla="*/ 541508 h 1425242"/>
                  <a:gd name="connsiteX13" fmla="*/ 993586 w 5278545"/>
                  <a:gd name="connsiteY13" fmla="*/ 541464 h 1425242"/>
                  <a:gd name="connsiteX14" fmla="*/ 995699 w 5278545"/>
                  <a:gd name="connsiteY14" fmla="*/ 540766 h 1425242"/>
                  <a:gd name="connsiteX15" fmla="*/ 999113 w 5278545"/>
                  <a:gd name="connsiteY15" fmla="*/ 537557 h 1425242"/>
                  <a:gd name="connsiteX16" fmla="*/ 1003136 w 5278545"/>
                  <a:gd name="connsiteY16" fmla="*/ 534785 h 1425242"/>
                  <a:gd name="connsiteX17" fmla="*/ 1012159 w 5278545"/>
                  <a:gd name="connsiteY17" fmla="*/ 525094 h 1425242"/>
                  <a:gd name="connsiteX18" fmla="*/ 1017970 w 5278545"/>
                  <a:gd name="connsiteY18" fmla="*/ 517957 h 1425242"/>
                  <a:gd name="connsiteX19" fmla="*/ 1024431 w 5278545"/>
                  <a:gd name="connsiteY19" fmla="*/ 509117 h 1425242"/>
                  <a:gd name="connsiteX20" fmla="*/ 1110954 w 5278545"/>
                  <a:gd name="connsiteY20" fmla="*/ 508266 h 1425242"/>
                  <a:gd name="connsiteX21" fmla="*/ 1198736 w 5278545"/>
                  <a:gd name="connsiteY21" fmla="*/ 507939 h 1425242"/>
                  <a:gd name="connsiteX22" fmla="*/ 1286194 w 5278545"/>
                  <a:gd name="connsiteY22" fmla="*/ 508353 h 1425242"/>
                  <a:gd name="connsiteX23" fmla="*/ 1373448 w 5278545"/>
                  <a:gd name="connsiteY23" fmla="*/ 509423 h 1425242"/>
                  <a:gd name="connsiteX24" fmla="*/ 1460743 w 5278545"/>
                  <a:gd name="connsiteY24" fmla="*/ 511082 h 1425242"/>
                  <a:gd name="connsiteX25" fmla="*/ 1548240 w 5278545"/>
                  <a:gd name="connsiteY25" fmla="*/ 511191 h 1425242"/>
                  <a:gd name="connsiteX26" fmla="*/ 1724253 w 5278545"/>
                  <a:gd name="connsiteY26" fmla="*/ 514487 h 1425242"/>
                  <a:gd name="connsiteX27" fmla="*/ 1812441 w 5278545"/>
                  <a:gd name="connsiteY27" fmla="*/ 512631 h 1425242"/>
                  <a:gd name="connsiteX28" fmla="*/ 1899167 w 5278545"/>
                  <a:gd name="connsiteY28" fmla="*/ 508572 h 1425242"/>
                  <a:gd name="connsiteX29" fmla="*/ 2154468 w 5278545"/>
                  <a:gd name="connsiteY29" fmla="*/ 496000 h 1425242"/>
                  <a:gd name="connsiteX30" fmla="*/ 2182753 w 5278545"/>
                  <a:gd name="connsiteY30" fmla="*/ 491896 h 1425242"/>
                  <a:gd name="connsiteX31" fmla="*/ 2233350 w 5278545"/>
                  <a:gd name="connsiteY31" fmla="*/ 487858 h 1425242"/>
                  <a:gd name="connsiteX32" fmla="*/ 2555503 w 5278545"/>
                  <a:gd name="connsiteY32" fmla="*/ 472078 h 1425242"/>
                  <a:gd name="connsiteX33" fmla="*/ 2636864 w 5278545"/>
                  <a:gd name="connsiteY33" fmla="*/ 466861 h 1425242"/>
                  <a:gd name="connsiteX34" fmla="*/ 2637555 w 5278545"/>
                  <a:gd name="connsiteY34" fmla="*/ 466752 h 1425242"/>
                  <a:gd name="connsiteX35" fmla="*/ 2721192 w 5278545"/>
                  <a:gd name="connsiteY35" fmla="*/ 446715 h 1425242"/>
                  <a:gd name="connsiteX36" fmla="*/ 2804708 w 5278545"/>
                  <a:gd name="connsiteY36" fmla="*/ 433226 h 1425242"/>
                  <a:gd name="connsiteX37" fmla="*/ 2888832 w 5278545"/>
                  <a:gd name="connsiteY37" fmla="*/ 426504 h 1425242"/>
                  <a:gd name="connsiteX38" fmla="*/ 2972754 w 5278545"/>
                  <a:gd name="connsiteY38" fmla="*/ 417992 h 1425242"/>
                  <a:gd name="connsiteX39" fmla="*/ 3056472 w 5278545"/>
                  <a:gd name="connsiteY39" fmla="*/ 412513 h 1425242"/>
                  <a:gd name="connsiteX40" fmla="*/ 3135842 w 5278545"/>
                  <a:gd name="connsiteY40" fmla="*/ 412295 h 1425242"/>
                  <a:gd name="connsiteX41" fmla="*/ 3142792 w 5278545"/>
                  <a:gd name="connsiteY41" fmla="*/ 426897 h 1425242"/>
                  <a:gd name="connsiteX42" fmla="*/ 3153480 w 5278545"/>
                  <a:gd name="connsiteY42" fmla="*/ 443245 h 1425242"/>
                  <a:gd name="connsiteX43" fmla="*/ 3164697 w 5278545"/>
                  <a:gd name="connsiteY43" fmla="*/ 469459 h 1425242"/>
                  <a:gd name="connsiteX44" fmla="*/ 3171443 w 5278545"/>
                  <a:gd name="connsiteY44" fmla="*/ 485916 h 1425242"/>
                  <a:gd name="connsiteX45" fmla="*/ 3171931 w 5278545"/>
                  <a:gd name="connsiteY45" fmla="*/ 486461 h 1425242"/>
                  <a:gd name="connsiteX46" fmla="*/ 3176117 w 5278545"/>
                  <a:gd name="connsiteY46" fmla="*/ 489495 h 1425242"/>
                  <a:gd name="connsiteX47" fmla="*/ 3179002 w 5278545"/>
                  <a:gd name="connsiteY47" fmla="*/ 490827 h 1425242"/>
                  <a:gd name="connsiteX48" fmla="*/ 3180668 w 5278545"/>
                  <a:gd name="connsiteY48" fmla="*/ 491198 h 1425242"/>
                  <a:gd name="connsiteX49" fmla="*/ 3184041 w 5278545"/>
                  <a:gd name="connsiteY49" fmla="*/ 491198 h 1425242"/>
                  <a:gd name="connsiteX50" fmla="*/ 3197046 w 5278545"/>
                  <a:gd name="connsiteY50" fmla="*/ 499143 h 1425242"/>
                  <a:gd name="connsiteX51" fmla="*/ 3198956 w 5278545"/>
                  <a:gd name="connsiteY51" fmla="*/ 499623 h 1425242"/>
                  <a:gd name="connsiteX52" fmla="*/ 3202411 w 5278545"/>
                  <a:gd name="connsiteY52" fmla="*/ 499623 h 1425242"/>
                  <a:gd name="connsiteX53" fmla="*/ 3215700 w 5278545"/>
                  <a:gd name="connsiteY53" fmla="*/ 507786 h 1425242"/>
                  <a:gd name="connsiteX54" fmla="*/ 3217610 w 5278545"/>
                  <a:gd name="connsiteY54" fmla="*/ 508266 h 1425242"/>
                  <a:gd name="connsiteX55" fmla="*/ 3221105 w 5278545"/>
                  <a:gd name="connsiteY55" fmla="*/ 508266 h 1425242"/>
                  <a:gd name="connsiteX56" fmla="*/ 3234801 w 5278545"/>
                  <a:gd name="connsiteY56" fmla="*/ 516626 h 1425242"/>
                  <a:gd name="connsiteX57" fmla="*/ 3236711 w 5278545"/>
                  <a:gd name="connsiteY57" fmla="*/ 517040 h 1425242"/>
                  <a:gd name="connsiteX58" fmla="*/ 3240287 w 5278545"/>
                  <a:gd name="connsiteY58" fmla="*/ 517040 h 1425242"/>
                  <a:gd name="connsiteX59" fmla="*/ 3254389 w 5278545"/>
                  <a:gd name="connsiteY59" fmla="*/ 525618 h 1425242"/>
                  <a:gd name="connsiteX60" fmla="*/ 3256299 w 5278545"/>
                  <a:gd name="connsiteY60" fmla="*/ 526098 h 1425242"/>
                  <a:gd name="connsiteX61" fmla="*/ 3259957 w 5278545"/>
                  <a:gd name="connsiteY61" fmla="*/ 526098 h 1425242"/>
                  <a:gd name="connsiteX62" fmla="*/ 3274343 w 5278545"/>
                  <a:gd name="connsiteY62" fmla="*/ 534851 h 1425242"/>
                  <a:gd name="connsiteX63" fmla="*/ 3276254 w 5278545"/>
                  <a:gd name="connsiteY63" fmla="*/ 535331 h 1425242"/>
                  <a:gd name="connsiteX64" fmla="*/ 3280033 w 5278545"/>
                  <a:gd name="connsiteY64" fmla="*/ 535331 h 1425242"/>
                  <a:gd name="connsiteX65" fmla="*/ 3294907 w 5278545"/>
                  <a:gd name="connsiteY65" fmla="*/ 544324 h 1425242"/>
                  <a:gd name="connsiteX66" fmla="*/ 3296695 w 5278545"/>
                  <a:gd name="connsiteY66" fmla="*/ 544804 h 1425242"/>
                  <a:gd name="connsiteX67" fmla="*/ 3300556 w 5278545"/>
                  <a:gd name="connsiteY67" fmla="*/ 544804 h 1425242"/>
                  <a:gd name="connsiteX68" fmla="*/ 3315837 w 5278545"/>
                  <a:gd name="connsiteY68" fmla="*/ 554015 h 1425242"/>
                  <a:gd name="connsiteX69" fmla="*/ 3317747 w 5278545"/>
                  <a:gd name="connsiteY69" fmla="*/ 554451 h 1425242"/>
                  <a:gd name="connsiteX70" fmla="*/ 3321527 w 5278545"/>
                  <a:gd name="connsiteY70" fmla="*/ 554451 h 1425242"/>
                  <a:gd name="connsiteX71" fmla="*/ 3337295 w 5278545"/>
                  <a:gd name="connsiteY71" fmla="*/ 563924 h 1425242"/>
                  <a:gd name="connsiteX72" fmla="*/ 3339205 w 5278545"/>
                  <a:gd name="connsiteY72" fmla="*/ 564338 h 1425242"/>
                  <a:gd name="connsiteX73" fmla="*/ 3343066 w 5278545"/>
                  <a:gd name="connsiteY73" fmla="*/ 564404 h 1425242"/>
                  <a:gd name="connsiteX74" fmla="*/ 3359322 w 5278545"/>
                  <a:gd name="connsiteY74" fmla="*/ 574095 h 1425242"/>
                  <a:gd name="connsiteX75" fmla="*/ 3361232 w 5278545"/>
                  <a:gd name="connsiteY75" fmla="*/ 574510 h 1425242"/>
                  <a:gd name="connsiteX76" fmla="*/ 3365093 w 5278545"/>
                  <a:gd name="connsiteY76" fmla="*/ 574510 h 1425242"/>
                  <a:gd name="connsiteX77" fmla="*/ 3381836 w 5278545"/>
                  <a:gd name="connsiteY77" fmla="*/ 584463 h 1425242"/>
                  <a:gd name="connsiteX78" fmla="*/ 3383706 w 5278545"/>
                  <a:gd name="connsiteY78" fmla="*/ 584943 h 1425242"/>
                  <a:gd name="connsiteX79" fmla="*/ 3387648 w 5278545"/>
                  <a:gd name="connsiteY79" fmla="*/ 584943 h 1425242"/>
                  <a:gd name="connsiteX80" fmla="*/ 3404920 w 5278545"/>
                  <a:gd name="connsiteY80" fmla="*/ 595179 h 1425242"/>
                  <a:gd name="connsiteX81" fmla="*/ 3406708 w 5278545"/>
                  <a:gd name="connsiteY81" fmla="*/ 595594 h 1425242"/>
                  <a:gd name="connsiteX82" fmla="*/ 3410894 w 5278545"/>
                  <a:gd name="connsiteY82" fmla="*/ 595594 h 1425242"/>
                  <a:gd name="connsiteX83" fmla="*/ 3428654 w 5278545"/>
                  <a:gd name="connsiteY83" fmla="*/ 606093 h 1425242"/>
                  <a:gd name="connsiteX84" fmla="*/ 3430442 w 5278545"/>
                  <a:gd name="connsiteY84" fmla="*/ 606573 h 1425242"/>
                  <a:gd name="connsiteX85" fmla="*/ 3434587 w 5278545"/>
                  <a:gd name="connsiteY85" fmla="*/ 606573 h 1425242"/>
                  <a:gd name="connsiteX86" fmla="*/ 3452834 w 5278545"/>
                  <a:gd name="connsiteY86" fmla="*/ 617333 h 1425242"/>
                  <a:gd name="connsiteX87" fmla="*/ 3454744 w 5278545"/>
                  <a:gd name="connsiteY87" fmla="*/ 617813 h 1425242"/>
                  <a:gd name="connsiteX88" fmla="*/ 3459012 w 5278545"/>
                  <a:gd name="connsiteY88" fmla="*/ 617813 h 1425242"/>
                  <a:gd name="connsiteX89" fmla="*/ 3477869 w 5278545"/>
                  <a:gd name="connsiteY89" fmla="*/ 628901 h 1425242"/>
                  <a:gd name="connsiteX90" fmla="*/ 3479657 w 5278545"/>
                  <a:gd name="connsiteY90" fmla="*/ 629316 h 1425242"/>
                  <a:gd name="connsiteX91" fmla="*/ 3484046 w 5278545"/>
                  <a:gd name="connsiteY91" fmla="*/ 629316 h 1425242"/>
                  <a:gd name="connsiteX92" fmla="*/ 3503472 w 5278545"/>
                  <a:gd name="connsiteY92" fmla="*/ 640731 h 1425242"/>
                  <a:gd name="connsiteX93" fmla="*/ 3505341 w 5278545"/>
                  <a:gd name="connsiteY93" fmla="*/ 641146 h 1425242"/>
                  <a:gd name="connsiteX94" fmla="*/ 3509730 w 5278545"/>
                  <a:gd name="connsiteY94" fmla="*/ 641146 h 1425242"/>
                  <a:gd name="connsiteX95" fmla="*/ 3529766 w 5278545"/>
                  <a:gd name="connsiteY95" fmla="*/ 652867 h 1425242"/>
                  <a:gd name="connsiteX96" fmla="*/ 3531635 w 5278545"/>
                  <a:gd name="connsiteY96" fmla="*/ 653303 h 1425242"/>
                  <a:gd name="connsiteX97" fmla="*/ 3535984 w 5278545"/>
                  <a:gd name="connsiteY97" fmla="*/ 653303 h 1425242"/>
                  <a:gd name="connsiteX98" fmla="*/ 3556710 w 5278545"/>
                  <a:gd name="connsiteY98" fmla="*/ 665352 h 1425242"/>
                  <a:gd name="connsiteX99" fmla="*/ 3558620 w 5278545"/>
                  <a:gd name="connsiteY99" fmla="*/ 665766 h 1425242"/>
                  <a:gd name="connsiteX100" fmla="*/ 3563091 w 5278545"/>
                  <a:gd name="connsiteY100" fmla="*/ 665766 h 1425242"/>
                  <a:gd name="connsiteX101" fmla="*/ 3584507 w 5278545"/>
                  <a:gd name="connsiteY101" fmla="*/ 678186 h 1425242"/>
                  <a:gd name="connsiteX102" fmla="*/ 3586296 w 5278545"/>
                  <a:gd name="connsiteY102" fmla="*/ 678600 h 1425242"/>
                  <a:gd name="connsiteX103" fmla="*/ 3590970 w 5278545"/>
                  <a:gd name="connsiteY103" fmla="*/ 678600 h 1425242"/>
                  <a:gd name="connsiteX104" fmla="*/ 3612996 w 5278545"/>
                  <a:gd name="connsiteY104" fmla="*/ 691325 h 1425242"/>
                  <a:gd name="connsiteX105" fmla="*/ 3614907 w 5278545"/>
                  <a:gd name="connsiteY105" fmla="*/ 691805 h 1425242"/>
                  <a:gd name="connsiteX106" fmla="*/ 3619580 w 5278545"/>
                  <a:gd name="connsiteY106" fmla="*/ 691805 h 1425242"/>
                  <a:gd name="connsiteX107" fmla="*/ 3642379 w 5278545"/>
                  <a:gd name="connsiteY107" fmla="*/ 704923 h 1425242"/>
                  <a:gd name="connsiteX108" fmla="*/ 3644249 w 5278545"/>
                  <a:gd name="connsiteY108" fmla="*/ 705338 h 1425242"/>
                  <a:gd name="connsiteX109" fmla="*/ 3649004 w 5278545"/>
                  <a:gd name="connsiteY109" fmla="*/ 705338 h 1425242"/>
                  <a:gd name="connsiteX110" fmla="*/ 3672494 w 5278545"/>
                  <a:gd name="connsiteY110" fmla="*/ 718870 h 1425242"/>
                  <a:gd name="connsiteX111" fmla="*/ 3674404 w 5278545"/>
                  <a:gd name="connsiteY111" fmla="*/ 719285 h 1425242"/>
                  <a:gd name="connsiteX112" fmla="*/ 3679280 w 5278545"/>
                  <a:gd name="connsiteY112" fmla="*/ 719285 h 1425242"/>
                  <a:gd name="connsiteX113" fmla="*/ 3691879 w 5278545"/>
                  <a:gd name="connsiteY113" fmla="*/ 726422 h 1425242"/>
                  <a:gd name="connsiteX114" fmla="*/ 3703786 w 5278545"/>
                  <a:gd name="connsiteY114" fmla="*/ 732403 h 1425242"/>
                  <a:gd name="connsiteX115" fmla="*/ 3704680 w 5278545"/>
                  <a:gd name="connsiteY115" fmla="*/ 732665 h 1425242"/>
                  <a:gd name="connsiteX116" fmla="*/ 3709720 w 5278545"/>
                  <a:gd name="connsiteY116" fmla="*/ 733516 h 1425242"/>
                  <a:gd name="connsiteX117" fmla="*/ 3719920 w 5278545"/>
                  <a:gd name="connsiteY117" fmla="*/ 736921 h 1425242"/>
                  <a:gd name="connsiteX118" fmla="*/ 3721424 w 5278545"/>
                  <a:gd name="connsiteY118" fmla="*/ 737139 h 1425242"/>
                  <a:gd name="connsiteX119" fmla="*/ 3726179 w 5278545"/>
                  <a:gd name="connsiteY119" fmla="*/ 736965 h 1425242"/>
                  <a:gd name="connsiteX120" fmla="*/ 3741744 w 5278545"/>
                  <a:gd name="connsiteY120" fmla="*/ 748009 h 1425242"/>
                  <a:gd name="connsiteX121" fmla="*/ 3768525 w 5278545"/>
                  <a:gd name="connsiteY121" fmla="*/ 763244 h 1425242"/>
                  <a:gd name="connsiteX122" fmla="*/ 3770314 w 5278545"/>
                  <a:gd name="connsiteY122" fmla="*/ 763658 h 1425242"/>
                  <a:gd name="connsiteX123" fmla="*/ 3775475 w 5278545"/>
                  <a:gd name="connsiteY123" fmla="*/ 763658 h 1425242"/>
                  <a:gd name="connsiteX124" fmla="*/ 3802460 w 5278545"/>
                  <a:gd name="connsiteY124" fmla="*/ 778959 h 1425242"/>
                  <a:gd name="connsiteX125" fmla="*/ 3804370 w 5278545"/>
                  <a:gd name="connsiteY125" fmla="*/ 779374 h 1425242"/>
                  <a:gd name="connsiteX126" fmla="*/ 3809654 w 5278545"/>
                  <a:gd name="connsiteY126" fmla="*/ 779374 h 1425242"/>
                  <a:gd name="connsiteX127" fmla="*/ 3837532 w 5278545"/>
                  <a:gd name="connsiteY127" fmla="*/ 795132 h 1425242"/>
                  <a:gd name="connsiteX128" fmla="*/ 3839402 w 5278545"/>
                  <a:gd name="connsiteY128" fmla="*/ 795503 h 1425242"/>
                  <a:gd name="connsiteX129" fmla="*/ 3844766 w 5278545"/>
                  <a:gd name="connsiteY129" fmla="*/ 795569 h 1425242"/>
                  <a:gd name="connsiteX130" fmla="*/ 3873743 w 5278545"/>
                  <a:gd name="connsiteY130" fmla="*/ 811808 h 1425242"/>
                  <a:gd name="connsiteX131" fmla="*/ 3875531 w 5278545"/>
                  <a:gd name="connsiteY131" fmla="*/ 812222 h 1425242"/>
                  <a:gd name="connsiteX132" fmla="*/ 3880977 w 5278545"/>
                  <a:gd name="connsiteY132" fmla="*/ 812222 h 1425242"/>
                  <a:gd name="connsiteX133" fmla="*/ 3910928 w 5278545"/>
                  <a:gd name="connsiteY133" fmla="*/ 829073 h 1425242"/>
                  <a:gd name="connsiteX134" fmla="*/ 3912716 w 5278545"/>
                  <a:gd name="connsiteY134" fmla="*/ 829444 h 1425242"/>
                  <a:gd name="connsiteX135" fmla="*/ 3918284 w 5278545"/>
                  <a:gd name="connsiteY135" fmla="*/ 829487 h 1425242"/>
                  <a:gd name="connsiteX136" fmla="*/ 3949455 w 5278545"/>
                  <a:gd name="connsiteY136" fmla="*/ 846818 h 1425242"/>
                  <a:gd name="connsiteX137" fmla="*/ 3951243 w 5278545"/>
                  <a:gd name="connsiteY137" fmla="*/ 847232 h 1425242"/>
                  <a:gd name="connsiteX138" fmla="*/ 3957014 w 5278545"/>
                  <a:gd name="connsiteY138" fmla="*/ 847276 h 1425242"/>
                  <a:gd name="connsiteX139" fmla="*/ 3989282 w 5278545"/>
                  <a:gd name="connsiteY139" fmla="*/ 865174 h 1425242"/>
                  <a:gd name="connsiteX140" fmla="*/ 3991070 w 5278545"/>
                  <a:gd name="connsiteY140" fmla="*/ 865610 h 1425242"/>
                  <a:gd name="connsiteX141" fmla="*/ 3996923 w 5278545"/>
                  <a:gd name="connsiteY141" fmla="*/ 865654 h 1425242"/>
                  <a:gd name="connsiteX142" fmla="*/ 4030451 w 5278545"/>
                  <a:gd name="connsiteY142" fmla="*/ 884206 h 1425242"/>
                  <a:gd name="connsiteX143" fmla="*/ 4032239 w 5278545"/>
                  <a:gd name="connsiteY143" fmla="*/ 884621 h 1425242"/>
                  <a:gd name="connsiteX144" fmla="*/ 4038091 w 5278545"/>
                  <a:gd name="connsiteY144" fmla="*/ 884621 h 1425242"/>
                  <a:gd name="connsiteX145" fmla="*/ 4072920 w 5278545"/>
                  <a:gd name="connsiteY145" fmla="*/ 903850 h 1425242"/>
                  <a:gd name="connsiteX146" fmla="*/ 4074708 w 5278545"/>
                  <a:gd name="connsiteY146" fmla="*/ 904265 h 1425242"/>
                  <a:gd name="connsiteX147" fmla="*/ 4080763 w 5278545"/>
                  <a:gd name="connsiteY147" fmla="*/ 904265 h 1425242"/>
                  <a:gd name="connsiteX148" fmla="*/ 4116973 w 5278545"/>
                  <a:gd name="connsiteY148" fmla="*/ 924193 h 1425242"/>
                  <a:gd name="connsiteX149" fmla="*/ 4118762 w 5278545"/>
                  <a:gd name="connsiteY149" fmla="*/ 924607 h 1425242"/>
                  <a:gd name="connsiteX150" fmla="*/ 4124939 w 5278545"/>
                  <a:gd name="connsiteY150" fmla="*/ 924607 h 1425242"/>
                  <a:gd name="connsiteX151" fmla="*/ 4162531 w 5278545"/>
                  <a:gd name="connsiteY151" fmla="*/ 945233 h 1425242"/>
                  <a:gd name="connsiteX152" fmla="*/ 4164319 w 5278545"/>
                  <a:gd name="connsiteY152" fmla="*/ 945648 h 1425242"/>
                  <a:gd name="connsiteX153" fmla="*/ 4170578 w 5278545"/>
                  <a:gd name="connsiteY153" fmla="*/ 945648 h 1425242"/>
                  <a:gd name="connsiteX154" fmla="*/ 4209795 w 5278545"/>
                  <a:gd name="connsiteY154" fmla="*/ 967060 h 1425242"/>
                  <a:gd name="connsiteX155" fmla="*/ 4211583 w 5278545"/>
                  <a:gd name="connsiteY155" fmla="*/ 967431 h 1425242"/>
                  <a:gd name="connsiteX156" fmla="*/ 4217923 w 5278545"/>
                  <a:gd name="connsiteY156" fmla="*/ 967496 h 1425242"/>
                  <a:gd name="connsiteX157" fmla="*/ 4258685 w 5278545"/>
                  <a:gd name="connsiteY157" fmla="*/ 989672 h 1425242"/>
                  <a:gd name="connsiteX158" fmla="*/ 4260473 w 5278545"/>
                  <a:gd name="connsiteY158" fmla="*/ 990087 h 1425242"/>
                  <a:gd name="connsiteX159" fmla="*/ 4267016 w 5278545"/>
                  <a:gd name="connsiteY159" fmla="*/ 990087 h 1425242"/>
                  <a:gd name="connsiteX160" fmla="*/ 4309485 w 5278545"/>
                  <a:gd name="connsiteY160" fmla="*/ 1013158 h 1425242"/>
                  <a:gd name="connsiteX161" fmla="*/ 4311273 w 5278545"/>
                  <a:gd name="connsiteY161" fmla="*/ 1013572 h 1425242"/>
                  <a:gd name="connsiteX162" fmla="*/ 4317898 w 5278545"/>
                  <a:gd name="connsiteY162" fmla="*/ 1013572 h 1425242"/>
                  <a:gd name="connsiteX163" fmla="*/ 4362154 w 5278545"/>
                  <a:gd name="connsiteY163" fmla="*/ 1037560 h 1425242"/>
                  <a:gd name="connsiteX164" fmla="*/ 4363942 w 5278545"/>
                  <a:gd name="connsiteY164" fmla="*/ 1037931 h 1425242"/>
                  <a:gd name="connsiteX165" fmla="*/ 4370771 w 5278545"/>
                  <a:gd name="connsiteY165" fmla="*/ 1037931 h 1425242"/>
                  <a:gd name="connsiteX166" fmla="*/ 4416896 w 5278545"/>
                  <a:gd name="connsiteY166" fmla="*/ 1062878 h 1425242"/>
                  <a:gd name="connsiteX167" fmla="*/ 4418684 w 5278545"/>
                  <a:gd name="connsiteY167" fmla="*/ 1063250 h 1425242"/>
                  <a:gd name="connsiteX168" fmla="*/ 4425715 w 5278545"/>
                  <a:gd name="connsiteY168" fmla="*/ 1063293 h 1425242"/>
                  <a:gd name="connsiteX169" fmla="*/ 4473833 w 5278545"/>
                  <a:gd name="connsiteY169" fmla="*/ 1089201 h 1425242"/>
                  <a:gd name="connsiteX170" fmla="*/ 4475621 w 5278545"/>
                  <a:gd name="connsiteY170" fmla="*/ 1089572 h 1425242"/>
                  <a:gd name="connsiteX171" fmla="*/ 4482774 w 5278545"/>
                  <a:gd name="connsiteY171" fmla="*/ 1089572 h 1425242"/>
                  <a:gd name="connsiteX172" fmla="*/ 4533086 w 5278545"/>
                  <a:gd name="connsiteY172" fmla="*/ 1116594 h 1425242"/>
                  <a:gd name="connsiteX173" fmla="*/ 4534874 w 5278545"/>
                  <a:gd name="connsiteY173" fmla="*/ 1116965 h 1425242"/>
                  <a:gd name="connsiteX174" fmla="*/ 4542230 w 5278545"/>
                  <a:gd name="connsiteY174" fmla="*/ 1117008 h 1425242"/>
                  <a:gd name="connsiteX175" fmla="*/ 4567915 w 5278545"/>
                  <a:gd name="connsiteY175" fmla="*/ 1130912 h 1425242"/>
                  <a:gd name="connsiteX176" fmla="*/ 4594900 w 5278545"/>
                  <a:gd name="connsiteY176" fmla="*/ 1145099 h 1425242"/>
                  <a:gd name="connsiteX177" fmla="*/ 4596606 w 5278545"/>
                  <a:gd name="connsiteY177" fmla="*/ 1145470 h 1425242"/>
                  <a:gd name="connsiteX178" fmla="*/ 4604328 w 5278545"/>
                  <a:gd name="connsiteY178" fmla="*/ 1145536 h 1425242"/>
                  <a:gd name="connsiteX179" fmla="*/ 4633589 w 5278545"/>
                  <a:gd name="connsiteY179" fmla="*/ 1156252 h 1425242"/>
                  <a:gd name="connsiteX180" fmla="*/ 4641310 w 5278545"/>
                  <a:gd name="connsiteY180" fmla="*/ 1158130 h 1425242"/>
                  <a:gd name="connsiteX181" fmla="*/ 4655819 w 5278545"/>
                  <a:gd name="connsiteY181" fmla="*/ 1160836 h 1425242"/>
                  <a:gd name="connsiteX182" fmla="*/ 4660492 w 5278545"/>
                  <a:gd name="connsiteY182" fmla="*/ 1161425 h 1425242"/>
                  <a:gd name="connsiteX183" fmla="*/ 4702352 w 5278545"/>
                  <a:gd name="connsiteY183" fmla="*/ 1163782 h 1425242"/>
                  <a:gd name="connsiteX184" fmla="*/ 4724176 w 5278545"/>
                  <a:gd name="connsiteY184" fmla="*/ 1164110 h 1425242"/>
                  <a:gd name="connsiteX185" fmla="*/ 4735108 w 5278545"/>
                  <a:gd name="connsiteY185" fmla="*/ 1165136 h 1425242"/>
                  <a:gd name="connsiteX186" fmla="*/ 4764979 w 5278545"/>
                  <a:gd name="connsiteY186" fmla="*/ 1172601 h 1425242"/>
                  <a:gd name="connsiteX187" fmla="*/ 4795742 w 5278545"/>
                  <a:gd name="connsiteY187" fmla="*/ 1182684 h 1425242"/>
                  <a:gd name="connsiteX188" fmla="*/ 4796921 w 5278545"/>
                  <a:gd name="connsiteY188" fmla="*/ 1182903 h 1425242"/>
                  <a:gd name="connsiteX189" fmla="*/ 4804846 w 5278545"/>
                  <a:gd name="connsiteY189" fmla="*/ 1183012 h 1425242"/>
                  <a:gd name="connsiteX190" fmla="*/ 4836099 w 5278545"/>
                  <a:gd name="connsiteY190" fmla="*/ 1204118 h 1425242"/>
                  <a:gd name="connsiteX191" fmla="*/ 4860483 w 5278545"/>
                  <a:gd name="connsiteY191" fmla="*/ 1219680 h 1425242"/>
                  <a:gd name="connsiteX192" fmla="*/ 4868529 w 5278545"/>
                  <a:gd name="connsiteY192" fmla="*/ 1223849 h 1425242"/>
                  <a:gd name="connsiteX193" fmla="*/ 4869220 w 5278545"/>
                  <a:gd name="connsiteY193" fmla="*/ 1224111 h 1425242"/>
                  <a:gd name="connsiteX194" fmla="*/ 4870195 w 5278545"/>
                  <a:gd name="connsiteY194" fmla="*/ 1224329 h 1425242"/>
                  <a:gd name="connsiteX195" fmla="*/ 4871170 w 5278545"/>
                  <a:gd name="connsiteY195" fmla="*/ 1224482 h 1425242"/>
                  <a:gd name="connsiteX196" fmla="*/ 4878526 w 5278545"/>
                  <a:gd name="connsiteY196" fmla="*/ 1224591 h 1425242"/>
                  <a:gd name="connsiteX197" fmla="*/ 4911363 w 5278545"/>
                  <a:gd name="connsiteY197" fmla="*/ 1242009 h 1425242"/>
                  <a:gd name="connsiteX198" fmla="*/ 4945094 w 5278545"/>
                  <a:gd name="connsiteY198" fmla="*/ 1258946 h 1425242"/>
                  <a:gd name="connsiteX199" fmla="*/ 4946802 w 5278545"/>
                  <a:gd name="connsiteY199" fmla="*/ 1259317 h 1425242"/>
                  <a:gd name="connsiteX200" fmla="*/ 4955336 w 5278545"/>
                  <a:gd name="connsiteY200" fmla="*/ 1259383 h 1425242"/>
                  <a:gd name="connsiteX201" fmla="*/ 4989758 w 5278545"/>
                  <a:gd name="connsiteY201" fmla="*/ 1276538 h 1425242"/>
                  <a:gd name="connsiteX202" fmla="*/ 5025277 w 5278545"/>
                  <a:gd name="connsiteY202" fmla="*/ 1295287 h 1425242"/>
                  <a:gd name="connsiteX203" fmla="*/ 5026984 w 5278545"/>
                  <a:gd name="connsiteY203" fmla="*/ 1295659 h 1425242"/>
                  <a:gd name="connsiteX204" fmla="*/ 5035722 w 5278545"/>
                  <a:gd name="connsiteY204" fmla="*/ 1295702 h 1425242"/>
                  <a:gd name="connsiteX205" fmla="*/ 5076687 w 5278545"/>
                  <a:gd name="connsiteY205" fmla="*/ 1314560 h 1425242"/>
                  <a:gd name="connsiteX206" fmla="*/ 5114685 w 5278545"/>
                  <a:gd name="connsiteY206" fmla="*/ 1334335 h 1425242"/>
                  <a:gd name="connsiteX207" fmla="*/ 5152684 w 5278545"/>
                  <a:gd name="connsiteY207" fmla="*/ 1359392 h 1425242"/>
                  <a:gd name="connsiteX208" fmla="*/ 5154675 w 5278545"/>
                  <a:gd name="connsiteY208" fmla="*/ 1359916 h 1425242"/>
                  <a:gd name="connsiteX209" fmla="*/ 5163616 w 5278545"/>
                  <a:gd name="connsiteY209" fmla="*/ 1359916 h 1425242"/>
                  <a:gd name="connsiteX210" fmla="*/ 5207873 w 5278545"/>
                  <a:gd name="connsiteY210" fmla="*/ 1387745 h 1425242"/>
                  <a:gd name="connsiteX211" fmla="*/ 5253918 w 5278545"/>
                  <a:gd name="connsiteY211" fmla="*/ 1415071 h 1425242"/>
                  <a:gd name="connsiteX212" fmla="*/ 5271474 w 5278545"/>
                  <a:gd name="connsiteY212" fmla="*/ 1425243 h 1425242"/>
                  <a:gd name="connsiteX213" fmla="*/ 5278546 w 5278545"/>
                  <a:gd name="connsiteY213" fmla="*/ 1425243 h 1425242"/>
                  <a:gd name="connsiteX214" fmla="*/ 5257616 w 5278545"/>
                  <a:gd name="connsiteY214" fmla="*/ 1413151 h 1425242"/>
                  <a:gd name="connsiteX215" fmla="*/ 5211693 w 5278545"/>
                  <a:gd name="connsiteY215" fmla="*/ 1385802 h 1425242"/>
                  <a:gd name="connsiteX216" fmla="*/ 5166745 w 5278545"/>
                  <a:gd name="connsiteY216" fmla="*/ 1357559 h 1425242"/>
                  <a:gd name="connsiteX217" fmla="*/ 5164835 w 5278545"/>
                  <a:gd name="connsiteY217" fmla="*/ 1357078 h 1425242"/>
                  <a:gd name="connsiteX218" fmla="*/ 5155813 w 5278545"/>
                  <a:gd name="connsiteY218" fmla="*/ 1357078 h 1425242"/>
                  <a:gd name="connsiteX219" fmla="*/ 5118384 w 5278545"/>
                  <a:gd name="connsiteY219" fmla="*/ 1332393 h 1425242"/>
                  <a:gd name="connsiteX220" fmla="*/ 5082173 w 5278545"/>
                  <a:gd name="connsiteY220" fmla="*/ 1313469 h 1425242"/>
                  <a:gd name="connsiteX221" fmla="*/ 5038323 w 5278545"/>
                  <a:gd name="connsiteY221" fmla="*/ 1293236 h 1425242"/>
                  <a:gd name="connsiteX222" fmla="*/ 5036738 w 5278545"/>
                  <a:gd name="connsiteY222" fmla="*/ 1292908 h 1425242"/>
                  <a:gd name="connsiteX223" fmla="*/ 5028123 w 5278545"/>
                  <a:gd name="connsiteY223" fmla="*/ 1292799 h 1425242"/>
                  <a:gd name="connsiteX224" fmla="*/ 4993294 w 5278545"/>
                  <a:gd name="connsiteY224" fmla="*/ 1274465 h 1425242"/>
                  <a:gd name="connsiteX225" fmla="*/ 4958059 w 5278545"/>
                  <a:gd name="connsiteY225" fmla="*/ 1256938 h 1425242"/>
                  <a:gd name="connsiteX226" fmla="*/ 4956392 w 5278545"/>
                  <a:gd name="connsiteY226" fmla="*/ 1256567 h 1425242"/>
                  <a:gd name="connsiteX227" fmla="*/ 4947859 w 5278545"/>
                  <a:gd name="connsiteY227" fmla="*/ 1256502 h 1425242"/>
                  <a:gd name="connsiteX228" fmla="*/ 4914940 w 5278545"/>
                  <a:gd name="connsiteY228" fmla="*/ 1239870 h 1425242"/>
                  <a:gd name="connsiteX229" fmla="*/ 4881412 w 5278545"/>
                  <a:gd name="connsiteY229" fmla="*/ 1222081 h 1425242"/>
                  <a:gd name="connsiteX230" fmla="*/ 4879705 w 5278545"/>
                  <a:gd name="connsiteY230" fmla="*/ 1221710 h 1425242"/>
                  <a:gd name="connsiteX231" fmla="*/ 4871983 w 5278545"/>
                  <a:gd name="connsiteY231" fmla="*/ 1221601 h 1425242"/>
                  <a:gd name="connsiteX232" fmla="*/ 4864262 w 5278545"/>
                  <a:gd name="connsiteY232" fmla="*/ 1217716 h 1425242"/>
                  <a:gd name="connsiteX233" fmla="*/ 4840040 w 5278545"/>
                  <a:gd name="connsiteY233" fmla="*/ 1202263 h 1425242"/>
                  <a:gd name="connsiteX234" fmla="*/ 4808097 w 5278545"/>
                  <a:gd name="connsiteY234" fmla="*/ 1180676 h 1425242"/>
                  <a:gd name="connsiteX235" fmla="*/ 4806228 w 5278545"/>
                  <a:gd name="connsiteY235" fmla="*/ 1180131 h 1425242"/>
                  <a:gd name="connsiteX236" fmla="*/ 4797774 w 5278545"/>
                  <a:gd name="connsiteY236" fmla="*/ 1180021 h 1425242"/>
                  <a:gd name="connsiteX237" fmla="*/ 4767335 w 5278545"/>
                  <a:gd name="connsiteY237" fmla="*/ 1170069 h 1425242"/>
                  <a:gd name="connsiteX238" fmla="*/ 4736692 w 5278545"/>
                  <a:gd name="connsiteY238" fmla="*/ 1162451 h 1425242"/>
                  <a:gd name="connsiteX239" fmla="*/ 4724785 w 5278545"/>
                  <a:gd name="connsiteY239" fmla="*/ 1161273 h 1425242"/>
                  <a:gd name="connsiteX240" fmla="*/ 4702758 w 5278545"/>
                  <a:gd name="connsiteY240" fmla="*/ 1160945 h 1425242"/>
                  <a:gd name="connsiteX241" fmla="*/ 4670002 w 5278545"/>
                  <a:gd name="connsiteY241" fmla="*/ 1159024 h 1425242"/>
                  <a:gd name="connsiteX242" fmla="*/ 4661387 w 5278545"/>
                  <a:gd name="connsiteY242" fmla="*/ 1158653 h 1425242"/>
                  <a:gd name="connsiteX243" fmla="*/ 4657323 w 5278545"/>
                  <a:gd name="connsiteY243" fmla="*/ 1158130 h 1425242"/>
                  <a:gd name="connsiteX244" fmla="*/ 4643342 w 5278545"/>
                  <a:gd name="connsiteY244" fmla="*/ 1155510 h 1425242"/>
                  <a:gd name="connsiteX245" fmla="*/ 4636108 w 5278545"/>
                  <a:gd name="connsiteY245" fmla="*/ 1153808 h 1425242"/>
                  <a:gd name="connsiteX246" fmla="*/ 4606644 w 5278545"/>
                  <a:gd name="connsiteY246" fmla="*/ 1142982 h 1425242"/>
                  <a:gd name="connsiteX247" fmla="*/ 4605263 w 5278545"/>
                  <a:gd name="connsiteY247" fmla="*/ 1142720 h 1425242"/>
                  <a:gd name="connsiteX248" fmla="*/ 4597826 w 5278545"/>
                  <a:gd name="connsiteY248" fmla="*/ 1142676 h 1425242"/>
                  <a:gd name="connsiteX249" fmla="*/ 4571654 w 5278545"/>
                  <a:gd name="connsiteY249" fmla="*/ 1128926 h 1425242"/>
                  <a:gd name="connsiteX250" fmla="*/ 4545156 w 5278545"/>
                  <a:gd name="connsiteY250" fmla="*/ 1114586 h 1425242"/>
                  <a:gd name="connsiteX251" fmla="*/ 4543450 w 5278545"/>
                  <a:gd name="connsiteY251" fmla="*/ 1114215 h 1425242"/>
                  <a:gd name="connsiteX252" fmla="*/ 4536094 w 5278545"/>
                  <a:gd name="connsiteY252" fmla="*/ 1114149 h 1425242"/>
                  <a:gd name="connsiteX253" fmla="*/ 4485781 w 5278545"/>
                  <a:gd name="connsiteY253" fmla="*/ 1087193 h 1425242"/>
                  <a:gd name="connsiteX254" fmla="*/ 4483993 w 5278545"/>
                  <a:gd name="connsiteY254" fmla="*/ 1086822 h 1425242"/>
                  <a:gd name="connsiteX255" fmla="*/ 4476840 w 5278545"/>
                  <a:gd name="connsiteY255" fmla="*/ 1086779 h 1425242"/>
                  <a:gd name="connsiteX256" fmla="*/ 4428642 w 5278545"/>
                  <a:gd name="connsiteY256" fmla="*/ 1060870 h 1425242"/>
                  <a:gd name="connsiteX257" fmla="*/ 4426853 w 5278545"/>
                  <a:gd name="connsiteY257" fmla="*/ 1060499 h 1425242"/>
                  <a:gd name="connsiteX258" fmla="*/ 4419904 w 5278545"/>
                  <a:gd name="connsiteY258" fmla="*/ 1060434 h 1425242"/>
                  <a:gd name="connsiteX259" fmla="*/ 4373778 w 5278545"/>
                  <a:gd name="connsiteY259" fmla="*/ 1035552 h 1425242"/>
                  <a:gd name="connsiteX260" fmla="*/ 4371989 w 5278545"/>
                  <a:gd name="connsiteY260" fmla="*/ 1035181 h 1425242"/>
                  <a:gd name="connsiteX261" fmla="*/ 4365162 w 5278545"/>
                  <a:gd name="connsiteY261" fmla="*/ 1035137 h 1425242"/>
                  <a:gd name="connsiteX262" fmla="*/ 4320905 w 5278545"/>
                  <a:gd name="connsiteY262" fmla="*/ 1011215 h 1425242"/>
                  <a:gd name="connsiteX263" fmla="*/ 4319116 w 5278545"/>
                  <a:gd name="connsiteY263" fmla="*/ 1010800 h 1425242"/>
                  <a:gd name="connsiteX264" fmla="*/ 4312370 w 5278545"/>
                  <a:gd name="connsiteY264" fmla="*/ 1010800 h 1425242"/>
                  <a:gd name="connsiteX265" fmla="*/ 4270024 w 5278545"/>
                  <a:gd name="connsiteY265" fmla="*/ 987730 h 1425242"/>
                  <a:gd name="connsiteX266" fmla="*/ 4268235 w 5278545"/>
                  <a:gd name="connsiteY266" fmla="*/ 987359 h 1425242"/>
                  <a:gd name="connsiteX267" fmla="*/ 4261692 w 5278545"/>
                  <a:gd name="connsiteY267" fmla="*/ 987293 h 1425242"/>
                  <a:gd name="connsiteX268" fmla="*/ 4220930 w 5278545"/>
                  <a:gd name="connsiteY268" fmla="*/ 965074 h 1425242"/>
                  <a:gd name="connsiteX269" fmla="*/ 4219142 w 5278545"/>
                  <a:gd name="connsiteY269" fmla="*/ 964703 h 1425242"/>
                  <a:gd name="connsiteX270" fmla="*/ 4212680 w 5278545"/>
                  <a:gd name="connsiteY270" fmla="*/ 964703 h 1425242"/>
                  <a:gd name="connsiteX271" fmla="*/ 4173585 w 5278545"/>
                  <a:gd name="connsiteY271" fmla="*/ 943291 h 1425242"/>
                  <a:gd name="connsiteX272" fmla="*/ 4171796 w 5278545"/>
                  <a:gd name="connsiteY272" fmla="*/ 942854 h 1425242"/>
                  <a:gd name="connsiteX273" fmla="*/ 4165538 w 5278545"/>
                  <a:gd name="connsiteY273" fmla="*/ 942854 h 1425242"/>
                  <a:gd name="connsiteX274" fmla="*/ 4127824 w 5278545"/>
                  <a:gd name="connsiteY274" fmla="*/ 922228 h 1425242"/>
                  <a:gd name="connsiteX275" fmla="*/ 4126035 w 5278545"/>
                  <a:gd name="connsiteY275" fmla="*/ 921813 h 1425242"/>
                  <a:gd name="connsiteX276" fmla="*/ 4119899 w 5278545"/>
                  <a:gd name="connsiteY276" fmla="*/ 921813 h 1425242"/>
                  <a:gd name="connsiteX277" fmla="*/ 4083689 w 5278545"/>
                  <a:gd name="connsiteY277" fmla="*/ 901886 h 1425242"/>
                  <a:gd name="connsiteX278" fmla="*/ 4081982 w 5278545"/>
                  <a:gd name="connsiteY278" fmla="*/ 901471 h 1425242"/>
                  <a:gd name="connsiteX279" fmla="*/ 4075927 w 5278545"/>
                  <a:gd name="connsiteY279" fmla="*/ 901471 h 1425242"/>
                  <a:gd name="connsiteX280" fmla="*/ 4041098 w 5278545"/>
                  <a:gd name="connsiteY280" fmla="*/ 882220 h 1425242"/>
                  <a:gd name="connsiteX281" fmla="*/ 4039310 w 5278545"/>
                  <a:gd name="connsiteY281" fmla="*/ 881849 h 1425242"/>
                  <a:gd name="connsiteX282" fmla="*/ 4033336 w 5278545"/>
                  <a:gd name="connsiteY282" fmla="*/ 881784 h 1425242"/>
                  <a:gd name="connsiteX283" fmla="*/ 3999808 w 5278545"/>
                  <a:gd name="connsiteY283" fmla="*/ 863253 h 1425242"/>
                  <a:gd name="connsiteX284" fmla="*/ 3998019 w 5278545"/>
                  <a:gd name="connsiteY284" fmla="*/ 862838 h 1425242"/>
                  <a:gd name="connsiteX285" fmla="*/ 3992249 w 5278545"/>
                  <a:gd name="connsiteY285" fmla="*/ 862773 h 1425242"/>
                  <a:gd name="connsiteX286" fmla="*/ 3959900 w 5278545"/>
                  <a:gd name="connsiteY286" fmla="*/ 844809 h 1425242"/>
                  <a:gd name="connsiteX287" fmla="*/ 3958112 w 5278545"/>
                  <a:gd name="connsiteY287" fmla="*/ 844438 h 1425242"/>
                  <a:gd name="connsiteX288" fmla="*/ 3952462 w 5278545"/>
                  <a:gd name="connsiteY288" fmla="*/ 844395 h 1425242"/>
                  <a:gd name="connsiteX289" fmla="*/ 3921292 w 5278545"/>
                  <a:gd name="connsiteY289" fmla="*/ 827065 h 1425242"/>
                  <a:gd name="connsiteX290" fmla="*/ 3919504 w 5278545"/>
                  <a:gd name="connsiteY290" fmla="*/ 826650 h 1425242"/>
                  <a:gd name="connsiteX291" fmla="*/ 3913936 w 5278545"/>
                  <a:gd name="connsiteY291" fmla="*/ 826650 h 1425242"/>
                  <a:gd name="connsiteX292" fmla="*/ 3883984 w 5278545"/>
                  <a:gd name="connsiteY292" fmla="*/ 809800 h 1425242"/>
                  <a:gd name="connsiteX293" fmla="*/ 3882195 w 5278545"/>
                  <a:gd name="connsiteY293" fmla="*/ 809385 h 1425242"/>
                  <a:gd name="connsiteX294" fmla="*/ 3876750 w 5278545"/>
                  <a:gd name="connsiteY294" fmla="*/ 809385 h 1425242"/>
                  <a:gd name="connsiteX295" fmla="*/ 3847773 w 5278545"/>
                  <a:gd name="connsiteY295" fmla="*/ 793124 h 1425242"/>
                  <a:gd name="connsiteX296" fmla="*/ 3845864 w 5278545"/>
                  <a:gd name="connsiteY296" fmla="*/ 792710 h 1425242"/>
                  <a:gd name="connsiteX297" fmla="*/ 3840621 w 5278545"/>
                  <a:gd name="connsiteY297" fmla="*/ 792710 h 1425242"/>
                  <a:gd name="connsiteX298" fmla="*/ 3812661 w 5278545"/>
                  <a:gd name="connsiteY298" fmla="*/ 776929 h 1425242"/>
                  <a:gd name="connsiteX299" fmla="*/ 3810751 w 5278545"/>
                  <a:gd name="connsiteY299" fmla="*/ 776492 h 1425242"/>
                  <a:gd name="connsiteX300" fmla="*/ 3805590 w 5278545"/>
                  <a:gd name="connsiteY300" fmla="*/ 776492 h 1425242"/>
                  <a:gd name="connsiteX301" fmla="*/ 3778483 w 5278545"/>
                  <a:gd name="connsiteY301" fmla="*/ 761214 h 1425242"/>
                  <a:gd name="connsiteX302" fmla="*/ 3776694 w 5278545"/>
                  <a:gd name="connsiteY302" fmla="*/ 760777 h 1425242"/>
                  <a:gd name="connsiteX303" fmla="*/ 3771533 w 5278545"/>
                  <a:gd name="connsiteY303" fmla="*/ 760777 h 1425242"/>
                  <a:gd name="connsiteX304" fmla="*/ 3745646 w 5278545"/>
                  <a:gd name="connsiteY304" fmla="*/ 746132 h 1425242"/>
                  <a:gd name="connsiteX305" fmla="*/ 3729471 w 5278545"/>
                  <a:gd name="connsiteY305" fmla="*/ 734629 h 1425242"/>
                  <a:gd name="connsiteX306" fmla="*/ 3727276 w 5278545"/>
                  <a:gd name="connsiteY306" fmla="*/ 734105 h 1425242"/>
                  <a:gd name="connsiteX307" fmla="*/ 3722034 w 5278545"/>
                  <a:gd name="connsiteY307" fmla="*/ 734258 h 1425242"/>
                  <a:gd name="connsiteX308" fmla="*/ 3712402 w 5278545"/>
                  <a:gd name="connsiteY308" fmla="*/ 731006 h 1425242"/>
                  <a:gd name="connsiteX309" fmla="*/ 3711711 w 5278545"/>
                  <a:gd name="connsiteY309" fmla="*/ 730853 h 1425242"/>
                  <a:gd name="connsiteX310" fmla="*/ 3706875 w 5278545"/>
                  <a:gd name="connsiteY310" fmla="*/ 730046 h 1425242"/>
                  <a:gd name="connsiteX311" fmla="*/ 3695577 w 5278545"/>
                  <a:gd name="connsiteY311" fmla="*/ 724349 h 1425242"/>
                  <a:gd name="connsiteX312" fmla="*/ 3682288 w 5278545"/>
                  <a:gd name="connsiteY312" fmla="*/ 716841 h 1425242"/>
                  <a:gd name="connsiteX313" fmla="*/ 3680500 w 5278545"/>
                  <a:gd name="connsiteY313" fmla="*/ 716426 h 1425242"/>
                  <a:gd name="connsiteX314" fmla="*/ 3675623 w 5278545"/>
                  <a:gd name="connsiteY314" fmla="*/ 716426 h 1425242"/>
                  <a:gd name="connsiteX315" fmla="*/ 3652011 w 5278545"/>
                  <a:gd name="connsiteY315" fmla="*/ 702893 h 1425242"/>
                  <a:gd name="connsiteX316" fmla="*/ 3650223 w 5278545"/>
                  <a:gd name="connsiteY316" fmla="*/ 702479 h 1425242"/>
                  <a:gd name="connsiteX317" fmla="*/ 3645467 w 5278545"/>
                  <a:gd name="connsiteY317" fmla="*/ 702479 h 1425242"/>
                  <a:gd name="connsiteX318" fmla="*/ 3622547 w 5278545"/>
                  <a:gd name="connsiteY318" fmla="*/ 689361 h 1425242"/>
                  <a:gd name="connsiteX319" fmla="*/ 3620759 w 5278545"/>
                  <a:gd name="connsiteY319" fmla="*/ 688946 h 1425242"/>
                  <a:gd name="connsiteX320" fmla="*/ 3616085 w 5278545"/>
                  <a:gd name="connsiteY320" fmla="*/ 688946 h 1425242"/>
                  <a:gd name="connsiteX321" fmla="*/ 3593977 w 5278545"/>
                  <a:gd name="connsiteY321" fmla="*/ 676156 h 1425242"/>
                  <a:gd name="connsiteX322" fmla="*/ 3592189 w 5278545"/>
                  <a:gd name="connsiteY322" fmla="*/ 675741 h 1425242"/>
                  <a:gd name="connsiteX323" fmla="*/ 3587515 w 5278545"/>
                  <a:gd name="connsiteY323" fmla="*/ 675741 h 1425242"/>
                  <a:gd name="connsiteX324" fmla="*/ 3566179 w 5278545"/>
                  <a:gd name="connsiteY324" fmla="*/ 663366 h 1425242"/>
                  <a:gd name="connsiteX325" fmla="*/ 3564269 w 5278545"/>
                  <a:gd name="connsiteY325" fmla="*/ 662951 h 1425242"/>
                  <a:gd name="connsiteX326" fmla="*/ 3559799 w 5278545"/>
                  <a:gd name="connsiteY326" fmla="*/ 662951 h 1425242"/>
                  <a:gd name="connsiteX327" fmla="*/ 3539072 w 5278545"/>
                  <a:gd name="connsiteY327" fmla="*/ 650903 h 1425242"/>
                  <a:gd name="connsiteX328" fmla="*/ 3537162 w 5278545"/>
                  <a:gd name="connsiteY328" fmla="*/ 650422 h 1425242"/>
                  <a:gd name="connsiteX329" fmla="*/ 3532814 w 5278545"/>
                  <a:gd name="connsiteY329" fmla="*/ 650422 h 1425242"/>
                  <a:gd name="connsiteX330" fmla="*/ 3512656 w 5278545"/>
                  <a:gd name="connsiteY330" fmla="*/ 638701 h 1425242"/>
                  <a:gd name="connsiteX331" fmla="*/ 3510868 w 5278545"/>
                  <a:gd name="connsiteY331" fmla="*/ 638265 h 1425242"/>
                  <a:gd name="connsiteX332" fmla="*/ 3506520 w 5278545"/>
                  <a:gd name="connsiteY332" fmla="*/ 638265 h 1425242"/>
                  <a:gd name="connsiteX333" fmla="*/ 3487094 w 5278545"/>
                  <a:gd name="connsiteY333" fmla="*/ 626915 h 1425242"/>
                  <a:gd name="connsiteX334" fmla="*/ 3485184 w 5278545"/>
                  <a:gd name="connsiteY334" fmla="*/ 626435 h 1425242"/>
                  <a:gd name="connsiteX335" fmla="*/ 3480917 w 5278545"/>
                  <a:gd name="connsiteY335" fmla="*/ 626435 h 1425242"/>
                  <a:gd name="connsiteX336" fmla="*/ 3462060 w 5278545"/>
                  <a:gd name="connsiteY336" fmla="*/ 615347 h 1425242"/>
                  <a:gd name="connsiteX337" fmla="*/ 3460150 w 5278545"/>
                  <a:gd name="connsiteY337" fmla="*/ 614932 h 1425242"/>
                  <a:gd name="connsiteX338" fmla="*/ 3455882 w 5278545"/>
                  <a:gd name="connsiteY338" fmla="*/ 614932 h 1425242"/>
                  <a:gd name="connsiteX339" fmla="*/ 3437635 w 5278545"/>
                  <a:gd name="connsiteY339" fmla="*/ 604106 h 1425242"/>
                  <a:gd name="connsiteX340" fmla="*/ 3435766 w 5278545"/>
                  <a:gd name="connsiteY340" fmla="*/ 603692 h 1425242"/>
                  <a:gd name="connsiteX341" fmla="*/ 3431620 w 5278545"/>
                  <a:gd name="connsiteY341" fmla="*/ 603692 h 1425242"/>
                  <a:gd name="connsiteX342" fmla="*/ 3413942 w 5278545"/>
                  <a:gd name="connsiteY342" fmla="*/ 593193 h 1425242"/>
                  <a:gd name="connsiteX343" fmla="*/ 3412072 w 5278545"/>
                  <a:gd name="connsiteY343" fmla="*/ 592713 h 1425242"/>
                  <a:gd name="connsiteX344" fmla="*/ 3408008 w 5278545"/>
                  <a:gd name="connsiteY344" fmla="*/ 592713 h 1425242"/>
                  <a:gd name="connsiteX345" fmla="*/ 3390736 w 5278545"/>
                  <a:gd name="connsiteY345" fmla="*/ 582476 h 1425242"/>
                  <a:gd name="connsiteX346" fmla="*/ 3388867 w 5278545"/>
                  <a:gd name="connsiteY346" fmla="*/ 582062 h 1425242"/>
                  <a:gd name="connsiteX347" fmla="*/ 3384884 w 5278545"/>
                  <a:gd name="connsiteY347" fmla="*/ 582062 h 1425242"/>
                  <a:gd name="connsiteX348" fmla="*/ 3368141 w 5278545"/>
                  <a:gd name="connsiteY348" fmla="*/ 572087 h 1425242"/>
                  <a:gd name="connsiteX349" fmla="*/ 3366352 w 5278545"/>
                  <a:gd name="connsiteY349" fmla="*/ 571650 h 1425242"/>
                  <a:gd name="connsiteX350" fmla="*/ 3362370 w 5278545"/>
                  <a:gd name="connsiteY350" fmla="*/ 571607 h 1425242"/>
                  <a:gd name="connsiteX351" fmla="*/ 3346114 w 5278545"/>
                  <a:gd name="connsiteY351" fmla="*/ 561894 h 1425242"/>
                  <a:gd name="connsiteX352" fmla="*/ 3344204 w 5278545"/>
                  <a:gd name="connsiteY352" fmla="*/ 561479 h 1425242"/>
                  <a:gd name="connsiteX353" fmla="*/ 3340343 w 5278545"/>
                  <a:gd name="connsiteY353" fmla="*/ 561479 h 1425242"/>
                  <a:gd name="connsiteX354" fmla="*/ 3324575 w 5278545"/>
                  <a:gd name="connsiteY354" fmla="*/ 552006 h 1425242"/>
                  <a:gd name="connsiteX355" fmla="*/ 3322705 w 5278545"/>
                  <a:gd name="connsiteY355" fmla="*/ 551592 h 1425242"/>
                  <a:gd name="connsiteX356" fmla="*/ 3318926 w 5278545"/>
                  <a:gd name="connsiteY356" fmla="*/ 551592 h 1425242"/>
                  <a:gd name="connsiteX357" fmla="*/ 3303645 w 5278545"/>
                  <a:gd name="connsiteY357" fmla="*/ 542315 h 1425242"/>
                  <a:gd name="connsiteX358" fmla="*/ 3301775 w 5278545"/>
                  <a:gd name="connsiteY358" fmla="*/ 541879 h 1425242"/>
                  <a:gd name="connsiteX359" fmla="*/ 3297996 w 5278545"/>
                  <a:gd name="connsiteY359" fmla="*/ 541879 h 1425242"/>
                  <a:gd name="connsiteX360" fmla="*/ 3283122 w 5278545"/>
                  <a:gd name="connsiteY360" fmla="*/ 532886 h 1425242"/>
                  <a:gd name="connsiteX361" fmla="*/ 3281212 w 5278545"/>
                  <a:gd name="connsiteY361" fmla="*/ 532406 h 1425242"/>
                  <a:gd name="connsiteX362" fmla="*/ 3277554 w 5278545"/>
                  <a:gd name="connsiteY362" fmla="*/ 532406 h 1425242"/>
                  <a:gd name="connsiteX363" fmla="*/ 3263046 w 5278545"/>
                  <a:gd name="connsiteY363" fmla="*/ 523676 h 1425242"/>
                  <a:gd name="connsiteX364" fmla="*/ 3261135 w 5278545"/>
                  <a:gd name="connsiteY364" fmla="*/ 523195 h 1425242"/>
                  <a:gd name="connsiteX365" fmla="*/ 3257478 w 5278545"/>
                  <a:gd name="connsiteY365" fmla="*/ 523195 h 1425242"/>
                  <a:gd name="connsiteX366" fmla="*/ 3243498 w 5278545"/>
                  <a:gd name="connsiteY366" fmla="*/ 514618 h 1425242"/>
                  <a:gd name="connsiteX367" fmla="*/ 3241628 w 5278545"/>
                  <a:gd name="connsiteY367" fmla="*/ 514181 h 1425242"/>
                  <a:gd name="connsiteX368" fmla="*/ 3237971 w 5278545"/>
                  <a:gd name="connsiteY368" fmla="*/ 514181 h 1425242"/>
                  <a:gd name="connsiteX369" fmla="*/ 3224356 w 5278545"/>
                  <a:gd name="connsiteY369" fmla="*/ 505822 h 1425242"/>
                  <a:gd name="connsiteX370" fmla="*/ 3222487 w 5278545"/>
                  <a:gd name="connsiteY370" fmla="*/ 505341 h 1425242"/>
                  <a:gd name="connsiteX371" fmla="*/ 3218911 w 5278545"/>
                  <a:gd name="connsiteY371" fmla="*/ 505341 h 1425242"/>
                  <a:gd name="connsiteX372" fmla="*/ 3205621 w 5278545"/>
                  <a:gd name="connsiteY372" fmla="*/ 497178 h 1425242"/>
                  <a:gd name="connsiteX373" fmla="*/ 3203711 w 5278545"/>
                  <a:gd name="connsiteY373" fmla="*/ 496698 h 1425242"/>
                  <a:gd name="connsiteX374" fmla="*/ 3200257 w 5278545"/>
                  <a:gd name="connsiteY374" fmla="*/ 496698 h 1425242"/>
                  <a:gd name="connsiteX375" fmla="*/ 3187374 w 5278545"/>
                  <a:gd name="connsiteY375" fmla="*/ 488753 h 1425242"/>
                  <a:gd name="connsiteX376" fmla="*/ 3185464 w 5278545"/>
                  <a:gd name="connsiteY376" fmla="*/ 488273 h 1425242"/>
                  <a:gd name="connsiteX377" fmla="*/ 3181806 w 5278545"/>
                  <a:gd name="connsiteY377" fmla="*/ 488273 h 1425242"/>
                  <a:gd name="connsiteX378" fmla="*/ 3180018 w 5278545"/>
                  <a:gd name="connsiteY378" fmla="*/ 487465 h 1425242"/>
                  <a:gd name="connsiteX379" fmla="*/ 3176564 w 5278545"/>
                  <a:gd name="connsiteY379" fmla="*/ 484912 h 1425242"/>
                  <a:gd name="connsiteX380" fmla="*/ 3158601 w 5278545"/>
                  <a:gd name="connsiteY380" fmla="*/ 442328 h 1425242"/>
                  <a:gd name="connsiteX381" fmla="*/ 3147872 w 5278545"/>
                  <a:gd name="connsiteY381" fmla="*/ 425915 h 1425242"/>
                  <a:gd name="connsiteX382" fmla="*/ 3140516 w 5278545"/>
                  <a:gd name="connsiteY382" fmla="*/ 410505 h 1425242"/>
                  <a:gd name="connsiteX383" fmla="*/ 3138647 w 5278545"/>
                  <a:gd name="connsiteY383" fmla="*/ 409501 h 1425242"/>
                  <a:gd name="connsiteX384" fmla="*/ 3137874 w 5278545"/>
                  <a:gd name="connsiteY384" fmla="*/ 409392 h 1425242"/>
                  <a:gd name="connsiteX385" fmla="*/ 3137183 w 5278545"/>
                  <a:gd name="connsiteY385" fmla="*/ 409326 h 1425242"/>
                  <a:gd name="connsiteX386" fmla="*/ 3056432 w 5278545"/>
                  <a:gd name="connsiteY386" fmla="*/ 409588 h 1425242"/>
                  <a:gd name="connsiteX387" fmla="*/ 2972185 w 5278545"/>
                  <a:gd name="connsiteY387" fmla="*/ 415067 h 1425242"/>
                  <a:gd name="connsiteX388" fmla="*/ 2888223 w 5278545"/>
                  <a:gd name="connsiteY388" fmla="*/ 423601 h 1425242"/>
                  <a:gd name="connsiteX389" fmla="*/ 2803814 w 5278545"/>
                  <a:gd name="connsiteY389" fmla="*/ 430367 h 1425242"/>
                  <a:gd name="connsiteX390" fmla="*/ 2719567 w 5278545"/>
                  <a:gd name="connsiteY390" fmla="*/ 443965 h 1425242"/>
                  <a:gd name="connsiteX391" fmla="*/ 2636011 w 5278545"/>
                  <a:gd name="connsiteY391" fmla="*/ 463936 h 1425242"/>
                  <a:gd name="connsiteX392" fmla="*/ 2555137 w 5278545"/>
                  <a:gd name="connsiteY392" fmla="*/ 469153 h 1425242"/>
                  <a:gd name="connsiteX393" fmla="*/ 2232862 w 5278545"/>
                  <a:gd name="connsiteY393" fmla="*/ 484868 h 1425242"/>
                  <a:gd name="connsiteX394" fmla="*/ 2181778 w 5278545"/>
                  <a:gd name="connsiteY394" fmla="*/ 488971 h 1425242"/>
                  <a:gd name="connsiteX395" fmla="*/ 2153695 w 5278545"/>
                  <a:gd name="connsiteY395" fmla="*/ 493140 h 1425242"/>
                  <a:gd name="connsiteX396" fmla="*/ 1898923 w 5278545"/>
                  <a:gd name="connsiteY396" fmla="*/ 505669 h 1425242"/>
                  <a:gd name="connsiteX397" fmla="*/ 1812319 w 5278545"/>
                  <a:gd name="connsiteY397" fmla="*/ 509707 h 1425242"/>
                  <a:gd name="connsiteX398" fmla="*/ 1724415 w 5278545"/>
                  <a:gd name="connsiteY398" fmla="*/ 511518 h 1425242"/>
                  <a:gd name="connsiteX399" fmla="*/ 1548485 w 5278545"/>
                  <a:gd name="connsiteY399" fmla="*/ 508222 h 1425242"/>
                  <a:gd name="connsiteX400" fmla="*/ 1460987 w 5278545"/>
                  <a:gd name="connsiteY400" fmla="*/ 508113 h 1425242"/>
                  <a:gd name="connsiteX401" fmla="*/ 1373733 w 5278545"/>
                  <a:gd name="connsiteY401" fmla="*/ 506454 h 1425242"/>
                  <a:gd name="connsiteX402" fmla="*/ 1286357 w 5278545"/>
                  <a:gd name="connsiteY402" fmla="*/ 505385 h 1425242"/>
                  <a:gd name="connsiteX403" fmla="*/ 1198859 w 5278545"/>
                  <a:gd name="connsiteY403" fmla="*/ 504970 h 1425242"/>
                  <a:gd name="connsiteX404" fmla="*/ 1110995 w 5278545"/>
                  <a:gd name="connsiteY404" fmla="*/ 505298 h 1425242"/>
                  <a:gd name="connsiteX405" fmla="*/ 1026463 w 5278545"/>
                  <a:gd name="connsiteY405" fmla="*/ 506149 h 1425242"/>
                  <a:gd name="connsiteX406" fmla="*/ 1033169 w 5278545"/>
                  <a:gd name="connsiteY406" fmla="*/ 495869 h 1425242"/>
                  <a:gd name="connsiteX407" fmla="*/ 1041744 w 5278545"/>
                  <a:gd name="connsiteY407" fmla="*/ 481201 h 1425242"/>
                  <a:gd name="connsiteX408" fmla="*/ 1050685 w 5278545"/>
                  <a:gd name="connsiteY408" fmla="*/ 464635 h 1425242"/>
                  <a:gd name="connsiteX409" fmla="*/ 1059301 w 5278545"/>
                  <a:gd name="connsiteY409" fmla="*/ 447152 h 1425242"/>
                  <a:gd name="connsiteX410" fmla="*/ 1066982 w 5278545"/>
                  <a:gd name="connsiteY410" fmla="*/ 430214 h 1425242"/>
                  <a:gd name="connsiteX411" fmla="*/ 1073809 w 5278545"/>
                  <a:gd name="connsiteY411" fmla="*/ 396274 h 1425242"/>
                  <a:gd name="connsiteX412" fmla="*/ 1077670 w 5278545"/>
                  <a:gd name="connsiteY412" fmla="*/ 359453 h 1425242"/>
                  <a:gd name="connsiteX413" fmla="*/ 1077589 w 5278545"/>
                  <a:gd name="connsiteY413" fmla="*/ 325774 h 1425242"/>
                  <a:gd name="connsiteX414" fmla="*/ 1072428 w 5278545"/>
                  <a:gd name="connsiteY414" fmla="*/ 292947 h 1425242"/>
                  <a:gd name="connsiteX415" fmla="*/ 1064137 w 5278545"/>
                  <a:gd name="connsiteY415" fmla="*/ 263067 h 1425242"/>
                  <a:gd name="connsiteX416" fmla="*/ 1056009 w 5278545"/>
                  <a:gd name="connsiteY416" fmla="*/ 239189 h 1425242"/>
                  <a:gd name="connsiteX417" fmla="*/ 1054464 w 5278545"/>
                  <a:gd name="connsiteY417" fmla="*/ 238119 h 1425242"/>
                  <a:gd name="connsiteX418" fmla="*/ 965016 w 5278545"/>
                  <a:gd name="connsiteY418" fmla="*/ 218410 h 1425242"/>
                  <a:gd name="connsiteX419" fmla="*/ 961237 w 5278545"/>
                  <a:gd name="connsiteY419" fmla="*/ 209461 h 1425242"/>
                  <a:gd name="connsiteX420" fmla="*/ 959774 w 5278545"/>
                  <a:gd name="connsiteY420" fmla="*/ 208500 h 1425242"/>
                  <a:gd name="connsiteX421" fmla="*/ 873983 w 5278545"/>
                  <a:gd name="connsiteY421" fmla="*/ 187656 h 1425242"/>
                  <a:gd name="connsiteX422" fmla="*/ 871056 w 5278545"/>
                  <a:gd name="connsiteY422" fmla="*/ 172465 h 1425242"/>
                  <a:gd name="connsiteX423" fmla="*/ 869390 w 5278545"/>
                  <a:gd name="connsiteY423" fmla="*/ 146731 h 1425242"/>
                  <a:gd name="connsiteX424" fmla="*/ 868862 w 5278545"/>
                  <a:gd name="connsiteY424" fmla="*/ 114013 h 1425242"/>
                  <a:gd name="connsiteX425" fmla="*/ 869390 w 5278545"/>
                  <a:gd name="connsiteY425" fmla="*/ 81077 h 1425242"/>
                  <a:gd name="connsiteX426" fmla="*/ 874063 w 5278545"/>
                  <a:gd name="connsiteY426" fmla="*/ 51502 h 1425242"/>
                  <a:gd name="connsiteX427" fmla="*/ 873210 w 5278545"/>
                  <a:gd name="connsiteY427" fmla="*/ 50280 h 1425242"/>
                  <a:gd name="connsiteX428" fmla="*/ 860368 w 5278545"/>
                  <a:gd name="connsiteY428" fmla="*/ 44103 h 1425242"/>
                  <a:gd name="connsiteX429" fmla="*/ 810991 w 5278545"/>
                  <a:gd name="connsiteY429" fmla="*/ 28322 h 1425242"/>
                  <a:gd name="connsiteX430" fmla="*/ 804163 w 5278545"/>
                  <a:gd name="connsiteY430" fmla="*/ 24328 h 1425242"/>
                  <a:gd name="connsiteX431" fmla="*/ 801806 w 5278545"/>
                  <a:gd name="connsiteY431" fmla="*/ 23913 h 1425242"/>
                  <a:gd name="connsiteX432" fmla="*/ 795751 w 5278545"/>
                  <a:gd name="connsiteY432" fmla="*/ 24655 h 1425242"/>
                  <a:gd name="connsiteX433" fmla="*/ 770919 w 5278545"/>
                  <a:gd name="connsiteY433" fmla="*/ 22997 h 1425242"/>
                  <a:gd name="connsiteX434" fmla="*/ 732027 w 5278545"/>
                  <a:gd name="connsiteY434" fmla="*/ 10730 h 1425242"/>
                  <a:gd name="connsiteX435" fmla="*/ 690615 w 5278545"/>
                  <a:gd name="connsiteY435" fmla="*/ 122 h 1425242"/>
                  <a:gd name="connsiteX436" fmla="*/ 687851 w 5278545"/>
                  <a:gd name="connsiteY436" fmla="*/ 384 h 1425242"/>
                  <a:gd name="connsiteX437" fmla="*/ 679682 w 5278545"/>
                  <a:gd name="connsiteY437" fmla="*/ 4597 h 1425242"/>
                  <a:gd name="connsiteX438" fmla="*/ 673221 w 5278545"/>
                  <a:gd name="connsiteY438" fmla="*/ 6954 h 1425242"/>
                  <a:gd name="connsiteX439" fmla="*/ 672611 w 5278545"/>
                  <a:gd name="connsiteY439" fmla="*/ 7282 h 1425242"/>
                  <a:gd name="connsiteX440" fmla="*/ 665540 w 5278545"/>
                  <a:gd name="connsiteY440" fmla="*/ 12345 h 1425242"/>
                  <a:gd name="connsiteX441" fmla="*/ 658103 w 5278545"/>
                  <a:gd name="connsiteY441" fmla="*/ 16711 h 1425242"/>
                  <a:gd name="connsiteX442" fmla="*/ 650503 w 5278545"/>
                  <a:gd name="connsiteY442" fmla="*/ 20334 h 1425242"/>
                  <a:gd name="connsiteX443" fmla="*/ 649853 w 5278545"/>
                  <a:gd name="connsiteY443" fmla="*/ 20858 h 1425242"/>
                  <a:gd name="connsiteX444" fmla="*/ 642335 w 5278545"/>
                  <a:gd name="connsiteY444" fmla="*/ 30723 h 1425242"/>
                  <a:gd name="connsiteX445" fmla="*/ 635994 w 5278545"/>
                  <a:gd name="connsiteY445" fmla="*/ 43295 h 1425242"/>
                  <a:gd name="connsiteX446" fmla="*/ 631118 w 5278545"/>
                  <a:gd name="connsiteY446" fmla="*/ 58923 h 1425242"/>
                  <a:gd name="connsiteX447" fmla="*/ 627623 w 5278545"/>
                  <a:gd name="connsiteY447" fmla="*/ 77672 h 1425242"/>
                  <a:gd name="connsiteX448" fmla="*/ 625103 w 5278545"/>
                  <a:gd name="connsiteY448" fmla="*/ 98778 h 1425242"/>
                  <a:gd name="connsiteX449" fmla="*/ 619698 w 5278545"/>
                  <a:gd name="connsiteY449" fmla="*/ 167248 h 1425242"/>
                  <a:gd name="connsiteX450" fmla="*/ 618560 w 5278545"/>
                  <a:gd name="connsiteY450" fmla="*/ 187067 h 1425242"/>
                  <a:gd name="connsiteX451" fmla="*/ 617341 w 5278545"/>
                  <a:gd name="connsiteY451" fmla="*/ 210618 h 1425242"/>
                  <a:gd name="connsiteX452" fmla="*/ 616487 w 5278545"/>
                  <a:gd name="connsiteY452" fmla="*/ 219632 h 1425242"/>
                  <a:gd name="connsiteX453" fmla="*/ 616284 w 5278545"/>
                  <a:gd name="connsiteY453" fmla="*/ 243401 h 1425242"/>
                  <a:gd name="connsiteX454" fmla="*/ 617463 w 5278545"/>
                  <a:gd name="connsiteY454" fmla="*/ 244580 h 1425242"/>
                  <a:gd name="connsiteX455" fmla="*/ 705611 w 5278545"/>
                  <a:gd name="connsiteY455" fmla="*/ 275224 h 1425242"/>
                  <a:gd name="connsiteX456" fmla="*/ 704432 w 5278545"/>
                  <a:gd name="connsiteY456" fmla="*/ 300106 h 1425242"/>
                  <a:gd name="connsiteX457" fmla="*/ 701222 w 5278545"/>
                  <a:gd name="connsiteY457" fmla="*/ 325098 h 1425242"/>
                  <a:gd name="connsiteX458" fmla="*/ 702197 w 5278545"/>
                  <a:gd name="connsiteY458" fmla="*/ 326320 h 1425242"/>
                  <a:gd name="connsiteX459" fmla="*/ 789817 w 5278545"/>
                  <a:gd name="connsiteY459" fmla="*/ 362923 h 1425242"/>
                  <a:gd name="connsiteX460" fmla="*/ 783233 w 5278545"/>
                  <a:gd name="connsiteY460" fmla="*/ 405005 h 1425242"/>
                  <a:gd name="connsiteX461" fmla="*/ 774211 w 5278545"/>
                  <a:gd name="connsiteY461" fmla="*/ 453547 h 1425242"/>
                  <a:gd name="connsiteX462" fmla="*/ 764783 w 5278545"/>
                  <a:gd name="connsiteY462" fmla="*/ 489561 h 1425242"/>
                  <a:gd name="connsiteX463" fmla="*/ 757996 w 5278545"/>
                  <a:gd name="connsiteY463" fmla="*/ 498400 h 1425242"/>
                  <a:gd name="connsiteX464" fmla="*/ 674521 w 5278545"/>
                  <a:gd name="connsiteY464" fmla="*/ 481725 h 1425242"/>
                  <a:gd name="connsiteX465" fmla="*/ 592144 w 5278545"/>
                  <a:gd name="connsiteY465" fmla="*/ 416333 h 1425242"/>
                  <a:gd name="connsiteX466" fmla="*/ 601613 w 5278545"/>
                  <a:gd name="connsiteY466" fmla="*/ 375190 h 1425242"/>
                  <a:gd name="connsiteX467" fmla="*/ 600922 w 5278545"/>
                  <a:gd name="connsiteY467" fmla="*/ 374077 h 1425242"/>
                  <a:gd name="connsiteX468" fmla="*/ 516757 w 5278545"/>
                  <a:gd name="connsiteY468" fmla="*/ 325862 h 1425242"/>
                  <a:gd name="connsiteX469" fmla="*/ 431982 w 5278545"/>
                  <a:gd name="connsiteY469" fmla="*/ 273849 h 1425242"/>
                  <a:gd name="connsiteX470" fmla="*/ 345012 w 5278545"/>
                  <a:gd name="connsiteY470" fmla="*/ 223975 h 1425242"/>
                  <a:gd name="connsiteX471" fmla="*/ 344078 w 5278545"/>
                  <a:gd name="connsiteY471" fmla="*/ 223648 h 1425242"/>
                  <a:gd name="connsiteX472" fmla="*/ 254547 w 5278545"/>
                  <a:gd name="connsiteY472" fmla="*/ 205270 h 1425242"/>
                  <a:gd name="connsiteX473" fmla="*/ 163473 w 5278545"/>
                  <a:gd name="connsiteY473" fmla="*/ 196430 h 1425242"/>
                  <a:gd name="connsiteX474" fmla="*/ 70651 w 5278545"/>
                  <a:gd name="connsiteY474" fmla="*/ 186194 h 1425242"/>
                  <a:gd name="connsiteX475" fmla="*/ 68660 w 5278545"/>
                  <a:gd name="connsiteY475" fmla="*/ 186412 h 1425242"/>
                  <a:gd name="connsiteX476" fmla="*/ 61263 w 5278545"/>
                  <a:gd name="connsiteY476" fmla="*/ 189337 h 1425242"/>
                  <a:gd name="connsiteX477" fmla="*/ 60573 w 5278545"/>
                  <a:gd name="connsiteY477" fmla="*/ 189751 h 1425242"/>
                  <a:gd name="connsiteX478" fmla="*/ 52119 w 5278545"/>
                  <a:gd name="connsiteY478" fmla="*/ 197522 h 1425242"/>
                  <a:gd name="connsiteX479" fmla="*/ 43219 w 5278545"/>
                  <a:gd name="connsiteY479" fmla="*/ 209243 h 1425242"/>
                  <a:gd name="connsiteX480" fmla="*/ 33344 w 5278545"/>
                  <a:gd name="connsiteY480" fmla="*/ 220374 h 1425242"/>
                  <a:gd name="connsiteX481" fmla="*/ 22981 w 5278545"/>
                  <a:gd name="connsiteY481" fmla="*/ 234976 h 1425242"/>
                  <a:gd name="connsiteX482" fmla="*/ 11967 w 5278545"/>
                  <a:gd name="connsiteY482" fmla="*/ 249731 h 1425242"/>
                  <a:gd name="connsiteX483" fmla="*/ 60 w 5278545"/>
                  <a:gd name="connsiteY483" fmla="*/ 285330 h 1425242"/>
                  <a:gd name="connsiteX484" fmla="*/ 629 w 5278545"/>
                  <a:gd name="connsiteY484" fmla="*/ 286487 h 1425242"/>
                  <a:gd name="connsiteX485" fmla="*/ 88289 w 5278545"/>
                  <a:gd name="connsiteY485" fmla="*/ 340791 h 1425242"/>
                  <a:gd name="connsiteX486" fmla="*/ 769294 w 5278545"/>
                  <a:gd name="connsiteY486" fmla="*/ 490630 h 1425242"/>
                  <a:gd name="connsiteX487" fmla="*/ 769456 w 5278545"/>
                  <a:gd name="connsiteY487" fmla="*/ 490303 h 1425242"/>
                  <a:gd name="connsiteX488" fmla="*/ 778966 w 5278545"/>
                  <a:gd name="connsiteY488" fmla="*/ 454071 h 1425242"/>
                  <a:gd name="connsiteX489" fmla="*/ 787988 w 5278545"/>
                  <a:gd name="connsiteY489" fmla="*/ 405419 h 1425242"/>
                  <a:gd name="connsiteX490" fmla="*/ 794735 w 5278545"/>
                  <a:gd name="connsiteY490" fmla="*/ 362530 h 1425242"/>
                  <a:gd name="connsiteX491" fmla="*/ 793719 w 5278545"/>
                  <a:gd name="connsiteY491" fmla="*/ 361243 h 1425242"/>
                  <a:gd name="connsiteX492" fmla="*/ 706098 w 5278545"/>
                  <a:gd name="connsiteY492" fmla="*/ 324639 h 1425242"/>
                  <a:gd name="connsiteX493" fmla="*/ 709228 w 5278545"/>
                  <a:gd name="connsiteY493" fmla="*/ 300390 h 1425242"/>
                  <a:gd name="connsiteX494" fmla="*/ 710487 w 5278545"/>
                  <a:gd name="connsiteY494" fmla="*/ 274591 h 1425242"/>
                  <a:gd name="connsiteX495" fmla="*/ 709309 w 5278545"/>
                  <a:gd name="connsiteY495" fmla="*/ 273369 h 1425242"/>
                  <a:gd name="connsiteX496" fmla="*/ 621161 w 5278545"/>
                  <a:gd name="connsiteY496" fmla="*/ 242724 h 1425242"/>
                  <a:gd name="connsiteX497" fmla="*/ 621364 w 5278545"/>
                  <a:gd name="connsiteY497" fmla="*/ 219807 h 1425242"/>
                  <a:gd name="connsiteX498" fmla="*/ 624575 w 5278545"/>
                  <a:gd name="connsiteY498" fmla="*/ 167488 h 1425242"/>
                  <a:gd name="connsiteX499" fmla="*/ 629939 w 5278545"/>
                  <a:gd name="connsiteY499" fmla="*/ 99062 h 1425242"/>
                  <a:gd name="connsiteX500" fmla="*/ 632459 w 5278545"/>
                  <a:gd name="connsiteY500" fmla="*/ 78000 h 1425242"/>
                  <a:gd name="connsiteX501" fmla="*/ 635913 w 5278545"/>
                  <a:gd name="connsiteY501" fmla="*/ 59403 h 1425242"/>
                  <a:gd name="connsiteX502" fmla="*/ 640668 w 5278545"/>
                  <a:gd name="connsiteY502" fmla="*/ 44059 h 1425242"/>
                  <a:gd name="connsiteX503" fmla="*/ 646886 w 5278545"/>
                  <a:gd name="connsiteY503" fmla="*/ 31749 h 1425242"/>
                  <a:gd name="connsiteX504" fmla="*/ 654079 w 5278545"/>
                  <a:gd name="connsiteY504" fmla="*/ 22364 h 1425242"/>
                  <a:gd name="connsiteX505" fmla="*/ 661394 w 5278545"/>
                  <a:gd name="connsiteY505" fmla="*/ 18850 h 1425242"/>
                  <a:gd name="connsiteX506" fmla="*/ 669198 w 5278545"/>
                  <a:gd name="connsiteY506" fmla="*/ 14266 h 1425242"/>
                  <a:gd name="connsiteX507" fmla="*/ 676147 w 5278545"/>
                  <a:gd name="connsiteY507" fmla="*/ 9311 h 1425242"/>
                  <a:gd name="connsiteX508" fmla="*/ 682568 w 5278545"/>
                  <a:gd name="connsiteY508" fmla="*/ 6976 h 1425242"/>
                  <a:gd name="connsiteX509" fmla="*/ 689802 w 5278545"/>
                  <a:gd name="connsiteY509" fmla="*/ 3178 h 1425242"/>
                  <a:gd name="connsiteX510" fmla="*/ 729466 w 5278545"/>
                  <a:gd name="connsiteY510" fmla="*/ 13349 h 1425242"/>
                  <a:gd name="connsiteX511" fmla="*/ 767424 w 5278545"/>
                  <a:gd name="connsiteY511" fmla="*/ 25507 h 1425242"/>
                  <a:gd name="connsiteX512" fmla="*/ 768074 w 5278545"/>
                  <a:gd name="connsiteY512" fmla="*/ 25659 h 1425242"/>
                  <a:gd name="connsiteX513" fmla="*/ 769213 w 5278545"/>
                  <a:gd name="connsiteY513" fmla="*/ 25878 h 1425242"/>
                  <a:gd name="connsiteX514" fmla="*/ 795384 w 5278545"/>
                  <a:gd name="connsiteY514" fmla="*/ 27537 h 1425242"/>
                  <a:gd name="connsiteX515" fmla="*/ 796157 w 5278545"/>
                  <a:gd name="connsiteY515" fmla="*/ 27537 h 1425242"/>
                  <a:gd name="connsiteX516" fmla="*/ 801278 w 5278545"/>
                  <a:gd name="connsiteY516" fmla="*/ 26947 h 1425242"/>
                  <a:gd name="connsiteX517" fmla="*/ 807333 w 5278545"/>
                  <a:gd name="connsiteY517" fmla="*/ 30527 h 1425242"/>
                  <a:gd name="connsiteX518" fmla="*/ 807943 w 5278545"/>
                  <a:gd name="connsiteY518" fmla="*/ 30789 h 1425242"/>
                  <a:gd name="connsiteX519" fmla="*/ 852362 w 5278545"/>
                  <a:gd name="connsiteY519" fmla="*/ 45129 h 1425242"/>
                  <a:gd name="connsiteX520" fmla="*/ 857239 w 5278545"/>
                  <a:gd name="connsiteY520" fmla="*/ 46526 h 1425242"/>
                  <a:gd name="connsiteX521" fmla="*/ 868699 w 5278545"/>
                  <a:gd name="connsiteY521" fmla="*/ 52070 h 1425242"/>
                  <a:gd name="connsiteX522" fmla="*/ 864188 w 5278545"/>
                  <a:gd name="connsiteY522" fmla="*/ 81055 h 1425242"/>
                  <a:gd name="connsiteX523" fmla="*/ 863660 w 5278545"/>
                  <a:gd name="connsiteY523" fmla="*/ 114144 h 1425242"/>
                  <a:gd name="connsiteX524" fmla="*/ 864148 w 5278545"/>
                  <a:gd name="connsiteY524" fmla="*/ 146906 h 1425242"/>
                  <a:gd name="connsiteX525" fmla="*/ 865895 w 5278545"/>
                  <a:gd name="connsiteY525" fmla="*/ 172749 h 1425242"/>
                  <a:gd name="connsiteX526" fmla="*/ 868983 w 5278545"/>
                  <a:gd name="connsiteY526" fmla="*/ 188900 h 1425242"/>
                  <a:gd name="connsiteX527" fmla="*/ 870528 w 5278545"/>
                  <a:gd name="connsiteY527" fmla="*/ 190079 h 1425242"/>
                  <a:gd name="connsiteX528" fmla="*/ 956481 w 5278545"/>
                  <a:gd name="connsiteY528" fmla="*/ 210923 h 1425242"/>
                  <a:gd name="connsiteX529" fmla="*/ 960302 w 5278545"/>
                  <a:gd name="connsiteY529" fmla="*/ 219872 h 1425242"/>
                  <a:gd name="connsiteX530" fmla="*/ 961806 w 5278545"/>
                  <a:gd name="connsiteY530" fmla="*/ 220898 h 1425242"/>
                  <a:gd name="connsiteX531" fmla="*/ 1051132 w 5278545"/>
                  <a:gd name="connsiteY531" fmla="*/ 240607 h 1425242"/>
                  <a:gd name="connsiteX532" fmla="*/ 1059016 w 5278545"/>
                  <a:gd name="connsiteY532" fmla="*/ 263678 h 1425242"/>
                  <a:gd name="connsiteX533" fmla="*/ 1067266 w 5278545"/>
                  <a:gd name="connsiteY533" fmla="*/ 293406 h 1425242"/>
                  <a:gd name="connsiteX534" fmla="*/ 1072428 w 5278545"/>
                  <a:gd name="connsiteY534" fmla="*/ 326014 h 1425242"/>
                  <a:gd name="connsiteX535" fmla="*/ 1072509 w 5278545"/>
                  <a:gd name="connsiteY535" fmla="*/ 359540 h 1425242"/>
                  <a:gd name="connsiteX536" fmla="*/ 1068648 w 5278545"/>
                  <a:gd name="connsiteY536" fmla="*/ 396143 h 1425242"/>
                  <a:gd name="connsiteX537" fmla="*/ 1061902 w 5278545"/>
                  <a:gd name="connsiteY537" fmla="*/ 429822 h 1425242"/>
                  <a:gd name="connsiteX538" fmla="*/ 1054221 w 5278545"/>
                  <a:gd name="connsiteY538" fmla="*/ 446606 h 1425242"/>
                  <a:gd name="connsiteX539" fmla="*/ 1045646 w 5278545"/>
                  <a:gd name="connsiteY539" fmla="*/ 464024 h 1425242"/>
                  <a:gd name="connsiteX540" fmla="*/ 1036827 w 5278545"/>
                  <a:gd name="connsiteY540" fmla="*/ 480546 h 1425242"/>
                  <a:gd name="connsiteX541" fmla="*/ 1028252 w 5278545"/>
                  <a:gd name="connsiteY541" fmla="*/ 495105 h 1425242"/>
                  <a:gd name="connsiteX542" fmla="*/ 1020896 w 5278545"/>
                  <a:gd name="connsiteY542" fmla="*/ 506302 h 1425242"/>
                  <a:gd name="connsiteX543" fmla="*/ 934576 w 5278545"/>
                  <a:gd name="connsiteY543" fmla="*/ 506149 h 1425242"/>
                  <a:gd name="connsiteX544" fmla="*/ 846794 w 5278545"/>
                  <a:gd name="connsiteY544" fmla="*/ 503639 h 1425242"/>
                  <a:gd name="connsiteX545" fmla="*/ 762791 w 5278545"/>
                  <a:gd name="connsiteY545" fmla="*/ 499164 h 1425242"/>
                  <a:gd name="connsiteX546" fmla="*/ 769335 w 5278545"/>
                  <a:gd name="connsiteY546" fmla="*/ 490630 h 1425242"/>
                  <a:gd name="connsiteX547" fmla="*/ 760638 w 5278545"/>
                  <a:gd name="connsiteY547" fmla="*/ 501871 h 1425242"/>
                  <a:gd name="connsiteX548" fmla="*/ 846388 w 5278545"/>
                  <a:gd name="connsiteY548" fmla="*/ 506454 h 1425242"/>
                  <a:gd name="connsiteX549" fmla="*/ 934374 w 5278545"/>
                  <a:gd name="connsiteY549" fmla="*/ 508965 h 1425242"/>
                  <a:gd name="connsiteX550" fmla="*/ 1018864 w 5278545"/>
                  <a:gd name="connsiteY550" fmla="*/ 509117 h 1425242"/>
                  <a:gd name="connsiteX551" fmla="*/ 1013215 w 5278545"/>
                  <a:gd name="connsiteY551" fmla="*/ 516888 h 1425242"/>
                  <a:gd name="connsiteX552" fmla="*/ 1007526 w 5278545"/>
                  <a:gd name="connsiteY552" fmla="*/ 523872 h 1425242"/>
                  <a:gd name="connsiteX553" fmla="*/ 998910 w 5278545"/>
                  <a:gd name="connsiteY553" fmla="*/ 533257 h 1425242"/>
                  <a:gd name="connsiteX554" fmla="*/ 994967 w 5278545"/>
                  <a:gd name="connsiteY554" fmla="*/ 535964 h 1425242"/>
                  <a:gd name="connsiteX555" fmla="*/ 992082 w 5278545"/>
                  <a:gd name="connsiteY555" fmla="*/ 538627 h 1425242"/>
                  <a:gd name="connsiteX556" fmla="*/ 901740 w 5278545"/>
                  <a:gd name="connsiteY556" fmla="*/ 538692 h 1425242"/>
                  <a:gd name="connsiteX557" fmla="*/ 812332 w 5278545"/>
                  <a:gd name="connsiteY557" fmla="*/ 537143 h 1425242"/>
                  <a:gd name="connsiteX558" fmla="*/ 728613 w 5278545"/>
                  <a:gd name="connsiteY558" fmla="*/ 534218 h 1425242"/>
                  <a:gd name="connsiteX559" fmla="*/ 732108 w 5278545"/>
                  <a:gd name="connsiteY559" fmla="*/ 531708 h 1425242"/>
                  <a:gd name="connsiteX560" fmla="*/ 746251 w 5278545"/>
                  <a:gd name="connsiteY560" fmla="*/ 517739 h 1425242"/>
                  <a:gd name="connsiteX561" fmla="*/ 753850 w 5278545"/>
                  <a:gd name="connsiteY561" fmla="*/ 509750 h 1425242"/>
                  <a:gd name="connsiteX562" fmla="*/ 760638 w 5278545"/>
                  <a:gd name="connsiteY562" fmla="*/ 501871 h 1425242"/>
                  <a:gd name="connsiteX563" fmla="*/ 16438 w 5278545"/>
                  <a:gd name="connsiteY563" fmla="*/ 250735 h 1425242"/>
                  <a:gd name="connsiteX564" fmla="*/ 27288 w 5278545"/>
                  <a:gd name="connsiteY564" fmla="*/ 236242 h 1425242"/>
                  <a:gd name="connsiteX565" fmla="*/ 37611 w 5278545"/>
                  <a:gd name="connsiteY565" fmla="*/ 221684 h 1425242"/>
                  <a:gd name="connsiteX566" fmla="*/ 47446 w 5278545"/>
                  <a:gd name="connsiteY566" fmla="*/ 210596 h 1425242"/>
                  <a:gd name="connsiteX567" fmla="*/ 56305 w 5278545"/>
                  <a:gd name="connsiteY567" fmla="*/ 198984 h 1425242"/>
                  <a:gd name="connsiteX568" fmla="*/ 64231 w 5278545"/>
                  <a:gd name="connsiteY568" fmla="*/ 191585 h 1425242"/>
                  <a:gd name="connsiteX569" fmla="*/ 70286 w 5278545"/>
                  <a:gd name="connsiteY569" fmla="*/ 189228 h 1425242"/>
                  <a:gd name="connsiteX570" fmla="*/ 143153 w 5278545"/>
                  <a:gd name="connsiteY570" fmla="*/ 197282 h 1425242"/>
                  <a:gd name="connsiteX571" fmla="*/ 252840 w 5278545"/>
                  <a:gd name="connsiteY571" fmla="*/ 208151 h 1425242"/>
                  <a:gd name="connsiteX572" fmla="*/ 341395 w 5278545"/>
                  <a:gd name="connsiteY572" fmla="*/ 226333 h 1425242"/>
                  <a:gd name="connsiteX573" fmla="*/ 427877 w 5278545"/>
                  <a:gd name="connsiteY573" fmla="*/ 275944 h 1425242"/>
                  <a:gd name="connsiteX574" fmla="*/ 512652 w 5278545"/>
                  <a:gd name="connsiteY574" fmla="*/ 327957 h 1425242"/>
                  <a:gd name="connsiteX575" fmla="*/ 596086 w 5278545"/>
                  <a:gd name="connsiteY575" fmla="*/ 375714 h 1425242"/>
                  <a:gd name="connsiteX576" fmla="*/ 586617 w 5278545"/>
                  <a:gd name="connsiteY576" fmla="*/ 416704 h 1425242"/>
                  <a:gd name="connsiteX577" fmla="*/ 587023 w 5278545"/>
                  <a:gd name="connsiteY577" fmla="*/ 417708 h 1425242"/>
                  <a:gd name="connsiteX578" fmla="*/ 670457 w 5278545"/>
                  <a:gd name="connsiteY578" fmla="*/ 483886 h 1425242"/>
                  <a:gd name="connsiteX579" fmla="*/ 671677 w 5278545"/>
                  <a:gd name="connsiteY579" fmla="*/ 484410 h 1425242"/>
                  <a:gd name="connsiteX580" fmla="*/ 755558 w 5278545"/>
                  <a:gd name="connsiteY580" fmla="*/ 501151 h 1425242"/>
                  <a:gd name="connsiteX581" fmla="*/ 749217 w 5278545"/>
                  <a:gd name="connsiteY581" fmla="*/ 508506 h 1425242"/>
                  <a:gd name="connsiteX582" fmla="*/ 741740 w 5278545"/>
                  <a:gd name="connsiteY582" fmla="*/ 516451 h 1425242"/>
                  <a:gd name="connsiteX583" fmla="*/ 727841 w 5278545"/>
                  <a:gd name="connsiteY583" fmla="*/ 530158 h 1425242"/>
                  <a:gd name="connsiteX584" fmla="*/ 722436 w 5278545"/>
                  <a:gd name="connsiteY584" fmla="*/ 534043 h 1425242"/>
                  <a:gd name="connsiteX585" fmla="*/ 633312 w 5278545"/>
                  <a:gd name="connsiteY585" fmla="*/ 531162 h 1425242"/>
                  <a:gd name="connsiteX586" fmla="*/ 543538 w 5278545"/>
                  <a:gd name="connsiteY586" fmla="*/ 527954 h 1425242"/>
                  <a:gd name="connsiteX587" fmla="*/ 454090 w 5278545"/>
                  <a:gd name="connsiteY587" fmla="*/ 511758 h 1425242"/>
                  <a:gd name="connsiteX588" fmla="*/ 366145 w 5278545"/>
                  <a:gd name="connsiteY588" fmla="*/ 463849 h 1425242"/>
                  <a:gd name="connsiteX589" fmla="*/ 278931 w 5278545"/>
                  <a:gd name="connsiteY589" fmla="*/ 408803 h 1425242"/>
                  <a:gd name="connsiteX590" fmla="*/ 192653 w 5278545"/>
                  <a:gd name="connsiteY590" fmla="*/ 355131 h 1425242"/>
                  <a:gd name="connsiteX591" fmla="*/ 204763 w 5278545"/>
                  <a:gd name="connsiteY591" fmla="*/ 325185 h 1425242"/>
                  <a:gd name="connsiteX592" fmla="*/ 204072 w 5278545"/>
                  <a:gd name="connsiteY592" fmla="*/ 323897 h 1425242"/>
                  <a:gd name="connsiteX593" fmla="*/ 117022 w 5278545"/>
                  <a:gd name="connsiteY593" fmla="*/ 274176 h 1425242"/>
                  <a:gd name="connsiteX594" fmla="*/ 128279 w 5278545"/>
                  <a:gd name="connsiteY594" fmla="*/ 236504 h 1425242"/>
                  <a:gd name="connsiteX595" fmla="*/ 138723 w 5278545"/>
                  <a:gd name="connsiteY595" fmla="*/ 215398 h 1425242"/>
                  <a:gd name="connsiteX596" fmla="*/ 144657 w 5278545"/>
                  <a:gd name="connsiteY596" fmla="*/ 206863 h 1425242"/>
                  <a:gd name="connsiteX597" fmla="*/ 147908 w 5278545"/>
                  <a:gd name="connsiteY597" fmla="*/ 200359 h 1425242"/>
                  <a:gd name="connsiteX598" fmla="*/ 148314 w 5278545"/>
                  <a:gd name="connsiteY598" fmla="*/ 199988 h 1425242"/>
                  <a:gd name="connsiteX599" fmla="*/ 147583 w 5278545"/>
                  <a:gd name="connsiteY599" fmla="*/ 198067 h 1425242"/>
                  <a:gd name="connsiteX600" fmla="*/ 144047 w 5278545"/>
                  <a:gd name="connsiteY600" fmla="*/ 198482 h 1425242"/>
                  <a:gd name="connsiteX601" fmla="*/ 143397 w 5278545"/>
                  <a:gd name="connsiteY601" fmla="*/ 199006 h 1425242"/>
                  <a:gd name="connsiteX602" fmla="*/ 143112 w 5278545"/>
                  <a:gd name="connsiteY602" fmla="*/ 199377 h 1425242"/>
                  <a:gd name="connsiteX603" fmla="*/ 139821 w 5278545"/>
                  <a:gd name="connsiteY603" fmla="*/ 205990 h 1425242"/>
                  <a:gd name="connsiteX604" fmla="*/ 133887 w 5278545"/>
                  <a:gd name="connsiteY604" fmla="*/ 214525 h 1425242"/>
                  <a:gd name="connsiteX605" fmla="*/ 123280 w 5278545"/>
                  <a:gd name="connsiteY605" fmla="*/ 235827 h 1425242"/>
                  <a:gd name="connsiteX606" fmla="*/ 111779 w 5278545"/>
                  <a:gd name="connsiteY606" fmla="*/ 274417 h 1425242"/>
                  <a:gd name="connsiteX607" fmla="*/ 112470 w 5278545"/>
                  <a:gd name="connsiteY607" fmla="*/ 275595 h 1425242"/>
                  <a:gd name="connsiteX608" fmla="*/ 199480 w 5278545"/>
                  <a:gd name="connsiteY608" fmla="*/ 325272 h 1425242"/>
                  <a:gd name="connsiteX609" fmla="*/ 187369 w 5278545"/>
                  <a:gd name="connsiteY609" fmla="*/ 355218 h 1425242"/>
                  <a:gd name="connsiteX610" fmla="*/ 187979 w 5278545"/>
                  <a:gd name="connsiteY610" fmla="*/ 356506 h 1425242"/>
                  <a:gd name="connsiteX611" fmla="*/ 275152 w 5278545"/>
                  <a:gd name="connsiteY611" fmla="*/ 410658 h 1425242"/>
                  <a:gd name="connsiteX612" fmla="*/ 362447 w 5278545"/>
                  <a:gd name="connsiteY612" fmla="*/ 465748 h 1425242"/>
                  <a:gd name="connsiteX613" fmla="*/ 450920 w 5278545"/>
                  <a:gd name="connsiteY613" fmla="*/ 513985 h 1425242"/>
                  <a:gd name="connsiteX614" fmla="*/ 451895 w 5278545"/>
                  <a:gd name="connsiteY614" fmla="*/ 514290 h 1425242"/>
                  <a:gd name="connsiteX615" fmla="*/ 542522 w 5278545"/>
                  <a:gd name="connsiteY615" fmla="*/ 530660 h 1425242"/>
                  <a:gd name="connsiteX616" fmla="*/ 632946 w 5278545"/>
                  <a:gd name="connsiteY616" fmla="*/ 533956 h 1425242"/>
                  <a:gd name="connsiteX617" fmla="*/ 718778 w 5278545"/>
                  <a:gd name="connsiteY617" fmla="*/ 536728 h 1425242"/>
                  <a:gd name="connsiteX618" fmla="*/ 716543 w 5278545"/>
                  <a:gd name="connsiteY618" fmla="*/ 538430 h 1425242"/>
                  <a:gd name="connsiteX619" fmla="*/ 626526 w 5278545"/>
                  <a:gd name="connsiteY619" fmla="*/ 536837 h 1425242"/>
                  <a:gd name="connsiteX620" fmla="*/ 535492 w 5278545"/>
                  <a:gd name="connsiteY620" fmla="*/ 534982 h 1425242"/>
                  <a:gd name="connsiteX621" fmla="*/ 445311 w 5278545"/>
                  <a:gd name="connsiteY621" fmla="*/ 531097 h 1425242"/>
                  <a:gd name="connsiteX622" fmla="*/ 355863 w 5278545"/>
                  <a:gd name="connsiteY622" fmla="*/ 487029 h 1425242"/>
                  <a:gd name="connsiteX623" fmla="*/ 267186 w 5278545"/>
                  <a:gd name="connsiteY623" fmla="*/ 448505 h 1425242"/>
                  <a:gd name="connsiteX624" fmla="*/ 179323 w 5278545"/>
                  <a:gd name="connsiteY624" fmla="*/ 392716 h 1425242"/>
                  <a:gd name="connsiteX625" fmla="*/ 97839 w 5278545"/>
                  <a:gd name="connsiteY625" fmla="*/ 342886 h 1425242"/>
                  <a:gd name="connsiteX626" fmla="*/ 4855 w 5278545"/>
                  <a:gd name="connsiteY626" fmla="*/ 285395 h 1425242"/>
                  <a:gd name="connsiteX627" fmla="*/ 16438 w 5278545"/>
                  <a:gd name="connsiteY627" fmla="*/ 250757 h 142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Lst>
                <a:rect l="l" t="t" r="r" b="b"/>
                <a:pathLst>
                  <a:path w="5278545" h="1425242">
                    <a:moveTo>
                      <a:pt x="87923" y="341009"/>
                    </a:moveTo>
                    <a:lnTo>
                      <a:pt x="175543" y="394550"/>
                    </a:lnTo>
                    <a:lnTo>
                      <a:pt x="263732" y="450491"/>
                    </a:lnTo>
                    <a:lnTo>
                      <a:pt x="352693" y="489190"/>
                    </a:lnTo>
                    <a:lnTo>
                      <a:pt x="442589" y="533519"/>
                    </a:lnTo>
                    <a:cubicBezTo>
                      <a:pt x="443036" y="533672"/>
                      <a:pt x="443523" y="533847"/>
                      <a:pt x="444093" y="533847"/>
                    </a:cubicBezTo>
                    <a:lnTo>
                      <a:pt x="535329" y="537797"/>
                    </a:lnTo>
                    <a:lnTo>
                      <a:pt x="626404" y="539653"/>
                    </a:lnTo>
                    <a:lnTo>
                      <a:pt x="717844" y="541246"/>
                    </a:lnTo>
                    <a:cubicBezTo>
                      <a:pt x="718737" y="541290"/>
                      <a:pt x="719469" y="541028"/>
                      <a:pt x="719957" y="540657"/>
                    </a:cubicBezTo>
                    <a:lnTo>
                      <a:pt x="724915" y="536924"/>
                    </a:lnTo>
                    <a:lnTo>
                      <a:pt x="812087" y="539958"/>
                    </a:lnTo>
                    <a:lnTo>
                      <a:pt x="901699" y="541508"/>
                    </a:lnTo>
                    <a:lnTo>
                      <a:pt x="993586" y="541464"/>
                    </a:lnTo>
                    <a:cubicBezTo>
                      <a:pt x="994480" y="541464"/>
                      <a:pt x="995252" y="541202"/>
                      <a:pt x="995699" y="540766"/>
                    </a:cubicBezTo>
                    <a:lnTo>
                      <a:pt x="999113" y="537557"/>
                    </a:lnTo>
                    <a:lnTo>
                      <a:pt x="1003136" y="534785"/>
                    </a:lnTo>
                    <a:lnTo>
                      <a:pt x="1012159" y="525094"/>
                    </a:lnTo>
                    <a:lnTo>
                      <a:pt x="1017970" y="517957"/>
                    </a:lnTo>
                    <a:lnTo>
                      <a:pt x="1024431" y="509117"/>
                    </a:lnTo>
                    <a:lnTo>
                      <a:pt x="1110954" y="508266"/>
                    </a:lnTo>
                    <a:lnTo>
                      <a:pt x="1198736" y="507939"/>
                    </a:lnTo>
                    <a:lnTo>
                      <a:pt x="1286194" y="508353"/>
                    </a:lnTo>
                    <a:lnTo>
                      <a:pt x="1373448" y="509423"/>
                    </a:lnTo>
                    <a:lnTo>
                      <a:pt x="1460743" y="511082"/>
                    </a:lnTo>
                    <a:lnTo>
                      <a:pt x="1548240" y="511191"/>
                    </a:lnTo>
                    <a:lnTo>
                      <a:pt x="1724253" y="514487"/>
                    </a:lnTo>
                    <a:lnTo>
                      <a:pt x="1812441" y="512631"/>
                    </a:lnTo>
                    <a:lnTo>
                      <a:pt x="1899167" y="508572"/>
                    </a:lnTo>
                    <a:lnTo>
                      <a:pt x="2154468" y="496000"/>
                    </a:lnTo>
                    <a:lnTo>
                      <a:pt x="2182753" y="491896"/>
                    </a:lnTo>
                    <a:lnTo>
                      <a:pt x="2233350" y="487858"/>
                    </a:lnTo>
                    <a:lnTo>
                      <a:pt x="2555503" y="472078"/>
                    </a:lnTo>
                    <a:lnTo>
                      <a:pt x="2636864" y="466861"/>
                    </a:lnTo>
                    <a:cubicBezTo>
                      <a:pt x="2636864" y="466861"/>
                      <a:pt x="2637352" y="466796"/>
                      <a:pt x="2637555" y="466752"/>
                    </a:cubicBezTo>
                    <a:lnTo>
                      <a:pt x="2721192" y="446715"/>
                    </a:lnTo>
                    <a:lnTo>
                      <a:pt x="2804708" y="433226"/>
                    </a:lnTo>
                    <a:lnTo>
                      <a:pt x="2888832" y="426504"/>
                    </a:lnTo>
                    <a:lnTo>
                      <a:pt x="2972754" y="417992"/>
                    </a:lnTo>
                    <a:lnTo>
                      <a:pt x="3056472" y="412513"/>
                    </a:lnTo>
                    <a:lnTo>
                      <a:pt x="3135842" y="412295"/>
                    </a:lnTo>
                    <a:lnTo>
                      <a:pt x="3142792" y="426897"/>
                    </a:lnTo>
                    <a:lnTo>
                      <a:pt x="3153480" y="443245"/>
                    </a:lnTo>
                    <a:lnTo>
                      <a:pt x="3164697" y="469459"/>
                    </a:lnTo>
                    <a:lnTo>
                      <a:pt x="3171443" y="485916"/>
                    </a:lnTo>
                    <a:cubicBezTo>
                      <a:pt x="3171524" y="486134"/>
                      <a:pt x="3171727" y="486287"/>
                      <a:pt x="3171931" y="486461"/>
                    </a:cubicBezTo>
                    <a:lnTo>
                      <a:pt x="3176117" y="489495"/>
                    </a:lnTo>
                    <a:lnTo>
                      <a:pt x="3179002" y="490827"/>
                    </a:lnTo>
                    <a:cubicBezTo>
                      <a:pt x="3179490" y="491045"/>
                      <a:pt x="3180099" y="491198"/>
                      <a:pt x="3180668" y="491198"/>
                    </a:cubicBezTo>
                    <a:lnTo>
                      <a:pt x="3184041" y="491198"/>
                    </a:lnTo>
                    <a:lnTo>
                      <a:pt x="3197046" y="499143"/>
                    </a:lnTo>
                    <a:cubicBezTo>
                      <a:pt x="3197534" y="499470"/>
                      <a:pt x="3198143" y="499623"/>
                      <a:pt x="3198956" y="499623"/>
                    </a:cubicBezTo>
                    <a:lnTo>
                      <a:pt x="3202411" y="499623"/>
                    </a:lnTo>
                    <a:lnTo>
                      <a:pt x="3215700" y="507786"/>
                    </a:lnTo>
                    <a:cubicBezTo>
                      <a:pt x="3216188" y="508113"/>
                      <a:pt x="3216879" y="508266"/>
                      <a:pt x="3217610" y="508266"/>
                    </a:cubicBezTo>
                    <a:lnTo>
                      <a:pt x="3221105" y="508266"/>
                    </a:lnTo>
                    <a:lnTo>
                      <a:pt x="3234801" y="516626"/>
                    </a:lnTo>
                    <a:cubicBezTo>
                      <a:pt x="3235288" y="516888"/>
                      <a:pt x="3235979" y="517040"/>
                      <a:pt x="3236711" y="517040"/>
                    </a:cubicBezTo>
                    <a:lnTo>
                      <a:pt x="3240287" y="517040"/>
                    </a:lnTo>
                    <a:lnTo>
                      <a:pt x="3254389" y="525618"/>
                    </a:lnTo>
                    <a:cubicBezTo>
                      <a:pt x="3254877" y="525946"/>
                      <a:pt x="3255568" y="526098"/>
                      <a:pt x="3256299" y="526098"/>
                    </a:cubicBezTo>
                    <a:lnTo>
                      <a:pt x="3259957" y="526098"/>
                    </a:lnTo>
                    <a:lnTo>
                      <a:pt x="3274343" y="534851"/>
                    </a:lnTo>
                    <a:cubicBezTo>
                      <a:pt x="3274831" y="535178"/>
                      <a:pt x="3275522" y="535331"/>
                      <a:pt x="3276254" y="535331"/>
                    </a:cubicBezTo>
                    <a:lnTo>
                      <a:pt x="3280033" y="535331"/>
                    </a:lnTo>
                    <a:lnTo>
                      <a:pt x="3294907" y="544324"/>
                    </a:lnTo>
                    <a:cubicBezTo>
                      <a:pt x="3295395" y="544651"/>
                      <a:pt x="3296005" y="544804"/>
                      <a:pt x="3296695" y="544804"/>
                    </a:cubicBezTo>
                    <a:lnTo>
                      <a:pt x="3300556" y="544804"/>
                    </a:lnTo>
                    <a:lnTo>
                      <a:pt x="3315837" y="554015"/>
                    </a:lnTo>
                    <a:cubicBezTo>
                      <a:pt x="3316325" y="554276"/>
                      <a:pt x="3317015" y="554451"/>
                      <a:pt x="3317747" y="554451"/>
                    </a:cubicBezTo>
                    <a:lnTo>
                      <a:pt x="3321527" y="554451"/>
                    </a:lnTo>
                    <a:lnTo>
                      <a:pt x="3337295" y="563924"/>
                    </a:lnTo>
                    <a:cubicBezTo>
                      <a:pt x="3337783" y="564186"/>
                      <a:pt x="3338514" y="564338"/>
                      <a:pt x="3339205" y="564338"/>
                    </a:cubicBezTo>
                    <a:lnTo>
                      <a:pt x="3343066" y="564404"/>
                    </a:lnTo>
                    <a:lnTo>
                      <a:pt x="3359322" y="574095"/>
                    </a:lnTo>
                    <a:cubicBezTo>
                      <a:pt x="3359809" y="574357"/>
                      <a:pt x="3360419" y="574510"/>
                      <a:pt x="3361232" y="574510"/>
                    </a:cubicBezTo>
                    <a:lnTo>
                      <a:pt x="3365093" y="574510"/>
                    </a:lnTo>
                    <a:lnTo>
                      <a:pt x="3381836" y="584463"/>
                    </a:lnTo>
                    <a:cubicBezTo>
                      <a:pt x="3382324" y="584790"/>
                      <a:pt x="3383015" y="584943"/>
                      <a:pt x="3383706" y="584943"/>
                    </a:cubicBezTo>
                    <a:lnTo>
                      <a:pt x="3387648" y="584943"/>
                    </a:lnTo>
                    <a:lnTo>
                      <a:pt x="3404920" y="595179"/>
                    </a:lnTo>
                    <a:cubicBezTo>
                      <a:pt x="3405407" y="595441"/>
                      <a:pt x="3406017" y="595594"/>
                      <a:pt x="3406708" y="595594"/>
                    </a:cubicBezTo>
                    <a:lnTo>
                      <a:pt x="3410894" y="595594"/>
                    </a:lnTo>
                    <a:lnTo>
                      <a:pt x="3428654" y="606093"/>
                    </a:lnTo>
                    <a:cubicBezTo>
                      <a:pt x="3429060" y="606420"/>
                      <a:pt x="3429751" y="606573"/>
                      <a:pt x="3430442" y="606573"/>
                    </a:cubicBezTo>
                    <a:lnTo>
                      <a:pt x="3434587" y="606573"/>
                    </a:lnTo>
                    <a:lnTo>
                      <a:pt x="3452834" y="617333"/>
                    </a:lnTo>
                    <a:cubicBezTo>
                      <a:pt x="3453322" y="617595"/>
                      <a:pt x="3454054" y="617813"/>
                      <a:pt x="3454744" y="617813"/>
                    </a:cubicBezTo>
                    <a:lnTo>
                      <a:pt x="3459012" y="617813"/>
                    </a:lnTo>
                    <a:lnTo>
                      <a:pt x="3477869" y="628901"/>
                    </a:lnTo>
                    <a:cubicBezTo>
                      <a:pt x="3478356" y="629163"/>
                      <a:pt x="3478966" y="629316"/>
                      <a:pt x="3479657" y="629316"/>
                    </a:cubicBezTo>
                    <a:lnTo>
                      <a:pt x="3484046" y="629316"/>
                    </a:lnTo>
                    <a:lnTo>
                      <a:pt x="3503472" y="640731"/>
                    </a:lnTo>
                    <a:cubicBezTo>
                      <a:pt x="3503959" y="640993"/>
                      <a:pt x="3504569" y="641146"/>
                      <a:pt x="3505341" y="641146"/>
                    </a:cubicBezTo>
                    <a:lnTo>
                      <a:pt x="3509730" y="641146"/>
                    </a:lnTo>
                    <a:lnTo>
                      <a:pt x="3529766" y="652867"/>
                    </a:lnTo>
                    <a:cubicBezTo>
                      <a:pt x="3530254" y="653129"/>
                      <a:pt x="3530944" y="653303"/>
                      <a:pt x="3531635" y="653303"/>
                    </a:cubicBezTo>
                    <a:lnTo>
                      <a:pt x="3535984" y="653303"/>
                    </a:lnTo>
                    <a:lnTo>
                      <a:pt x="3556710" y="665352"/>
                    </a:lnTo>
                    <a:cubicBezTo>
                      <a:pt x="3557198" y="665614"/>
                      <a:pt x="3557889" y="665766"/>
                      <a:pt x="3558620" y="665766"/>
                    </a:cubicBezTo>
                    <a:lnTo>
                      <a:pt x="3563091" y="665766"/>
                    </a:lnTo>
                    <a:lnTo>
                      <a:pt x="3584507" y="678186"/>
                    </a:lnTo>
                    <a:cubicBezTo>
                      <a:pt x="3584996" y="678448"/>
                      <a:pt x="3585605" y="678600"/>
                      <a:pt x="3586296" y="678600"/>
                    </a:cubicBezTo>
                    <a:lnTo>
                      <a:pt x="3590970" y="678600"/>
                    </a:lnTo>
                    <a:lnTo>
                      <a:pt x="3612996" y="691325"/>
                    </a:lnTo>
                    <a:cubicBezTo>
                      <a:pt x="3613484" y="691653"/>
                      <a:pt x="3614175" y="691805"/>
                      <a:pt x="3614907" y="691805"/>
                    </a:cubicBezTo>
                    <a:lnTo>
                      <a:pt x="3619580" y="691805"/>
                    </a:lnTo>
                    <a:lnTo>
                      <a:pt x="3642379" y="704923"/>
                    </a:lnTo>
                    <a:cubicBezTo>
                      <a:pt x="3642867" y="705185"/>
                      <a:pt x="3643557" y="705338"/>
                      <a:pt x="3644249" y="705338"/>
                    </a:cubicBezTo>
                    <a:lnTo>
                      <a:pt x="3649004" y="705338"/>
                    </a:lnTo>
                    <a:lnTo>
                      <a:pt x="3672494" y="718870"/>
                    </a:lnTo>
                    <a:cubicBezTo>
                      <a:pt x="3672981" y="719132"/>
                      <a:pt x="3673672" y="719285"/>
                      <a:pt x="3674404" y="719285"/>
                    </a:cubicBezTo>
                    <a:lnTo>
                      <a:pt x="3679280" y="719285"/>
                    </a:lnTo>
                    <a:lnTo>
                      <a:pt x="3691879" y="726422"/>
                    </a:lnTo>
                    <a:lnTo>
                      <a:pt x="3703786" y="732403"/>
                    </a:lnTo>
                    <a:cubicBezTo>
                      <a:pt x="3703786" y="732403"/>
                      <a:pt x="3704355" y="732621"/>
                      <a:pt x="3704680" y="732665"/>
                    </a:cubicBezTo>
                    <a:lnTo>
                      <a:pt x="3709720" y="733516"/>
                    </a:lnTo>
                    <a:lnTo>
                      <a:pt x="3719920" y="736921"/>
                    </a:lnTo>
                    <a:cubicBezTo>
                      <a:pt x="3720408" y="737074"/>
                      <a:pt x="3720896" y="737183"/>
                      <a:pt x="3721424" y="737139"/>
                    </a:cubicBezTo>
                    <a:lnTo>
                      <a:pt x="3726179" y="736965"/>
                    </a:lnTo>
                    <a:lnTo>
                      <a:pt x="3741744" y="748009"/>
                    </a:lnTo>
                    <a:lnTo>
                      <a:pt x="3768525" y="763244"/>
                    </a:lnTo>
                    <a:cubicBezTo>
                      <a:pt x="3769014" y="763506"/>
                      <a:pt x="3769704" y="763658"/>
                      <a:pt x="3770314" y="763658"/>
                    </a:cubicBezTo>
                    <a:lnTo>
                      <a:pt x="3775475" y="763658"/>
                    </a:lnTo>
                    <a:lnTo>
                      <a:pt x="3802460" y="778959"/>
                    </a:lnTo>
                    <a:cubicBezTo>
                      <a:pt x="3802947" y="779221"/>
                      <a:pt x="3803680" y="779374"/>
                      <a:pt x="3804370" y="779374"/>
                    </a:cubicBezTo>
                    <a:lnTo>
                      <a:pt x="3809654" y="779374"/>
                    </a:lnTo>
                    <a:lnTo>
                      <a:pt x="3837532" y="795132"/>
                    </a:lnTo>
                    <a:cubicBezTo>
                      <a:pt x="3838020" y="795394"/>
                      <a:pt x="3838711" y="795503"/>
                      <a:pt x="3839402" y="795503"/>
                    </a:cubicBezTo>
                    <a:lnTo>
                      <a:pt x="3844766" y="795569"/>
                    </a:lnTo>
                    <a:lnTo>
                      <a:pt x="3873743" y="811808"/>
                    </a:lnTo>
                    <a:cubicBezTo>
                      <a:pt x="3874149" y="812070"/>
                      <a:pt x="3874840" y="812222"/>
                      <a:pt x="3875531" y="812222"/>
                    </a:cubicBezTo>
                    <a:lnTo>
                      <a:pt x="3880977" y="812222"/>
                    </a:lnTo>
                    <a:lnTo>
                      <a:pt x="3910928" y="829073"/>
                    </a:lnTo>
                    <a:cubicBezTo>
                      <a:pt x="3911416" y="829334"/>
                      <a:pt x="3912107" y="829444"/>
                      <a:pt x="3912716" y="829444"/>
                    </a:cubicBezTo>
                    <a:lnTo>
                      <a:pt x="3918284" y="829487"/>
                    </a:lnTo>
                    <a:lnTo>
                      <a:pt x="3949455" y="846818"/>
                    </a:lnTo>
                    <a:cubicBezTo>
                      <a:pt x="3949943" y="847079"/>
                      <a:pt x="3950634" y="847232"/>
                      <a:pt x="3951243" y="847232"/>
                    </a:cubicBezTo>
                    <a:lnTo>
                      <a:pt x="3957014" y="847276"/>
                    </a:lnTo>
                    <a:lnTo>
                      <a:pt x="3989282" y="865174"/>
                    </a:lnTo>
                    <a:cubicBezTo>
                      <a:pt x="3989770" y="865436"/>
                      <a:pt x="3990461" y="865610"/>
                      <a:pt x="3991070" y="865610"/>
                    </a:cubicBezTo>
                    <a:lnTo>
                      <a:pt x="3996923" y="865654"/>
                    </a:lnTo>
                    <a:lnTo>
                      <a:pt x="4030451" y="884206"/>
                    </a:lnTo>
                    <a:cubicBezTo>
                      <a:pt x="4030857" y="884468"/>
                      <a:pt x="4031547" y="884621"/>
                      <a:pt x="4032239" y="884621"/>
                    </a:cubicBezTo>
                    <a:lnTo>
                      <a:pt x="4038091" y="884621"/>
                    </a:lnTo>
                    <a:lnTo>
                      <a:pt x="4072920" y="903850"/>
                    </a:lnTo>
                    <a:cubicBezTo>
                      <a:pt x="4073407" y="904112"/>
                      <a:pt x="4074098" y="904265"/>
                      <a:pt x="4074708" y="904265"/>
                    </a:cubicBezTo>
                    <a:lnTo>
                      <a:pt x="4080763" y="904265"/>
                    </a:lnTo>
                    <a:lnTo>
                      <a:pt x="4116973" y="924193"/>
                    </a:lnTo>
                    <a:cubicBezTo>
                      <a:pt x="4117380" y="924455"/>
                      <a:pt x="4118070" y="924607"/>
                      <a:pt x="4118762" y="924607"/>
                    </a:cubicBezTo>
                    <a:lnTo>
                      <a:pt x="4124939" y="924607"/>
                    </a:lnTo>
                    <a:lnTo>
                      <a:pt x="4162531" y="945233"/>
                    </a:lnTo>
                    <a:cubicBezTo>
                      <a:pt x="4163018" y="945495"/>
                      <a:pt x="4163627" y="945648"/>
                      <a:pt x="4164319" y="945648"/>
                    </a:cubicBezTo>
                    <a:lnTo>
                      <a:pt x="4170578" y="945648"/>
                    </a:lnTo>
                    <a:lnTo>
                      <a:pt x="4209795" y="967060"/>
                    </a:lnTo>
                    <a:cubicBezTo>
                      <a:pt x="4210283" y="967322"/>
                      <a:pt x="4210892" y="967431"/>
                      <a:pt x="4211583" y="967431"/>
                    </a:cubicBezTo>
                    <a:lnTo>
                      <a:pt x="4217923" y="967496"/>
                    </a:lnTo>
                    <a:lnTo>
                      <a:pt x="4258685" y="989672"/>
                    </a:lnTo>
                    <a:cubicBezTo>
                      <a:pt x="4259172" y="989934"/>
                      <a:pt x="4259782" y="990087"/>
                      <a:pt x="4260473" y="990087"/>
                    </a:cubicBezTo>
                    <a:lnTo>
                      <a:pt x="4267016" y="990087"/>
                    </a:lnTo>
                    <a:lnTo>
                      <a:pt x="4309485" y="1013158"/>
                    </a:lnTo>
                    <a:cubicBezTo>
                      <a:pt x="4309972" y="1013419"/>
                      <a:pt x="4310582" y="1013572"/>
                      <a:pt x="4311273" y="1013572"/>
                    </a:cubicBezTo>
                    <a:lnTo>
                      <a:pt x="4317898" y="1013572"/>
                    </a:lnTo>
                    <a:lnTo>
                      <a:pt x="4362154" y="1037560"/>
                    </a:lnTo>
                    <a:cubicBezTo>
                      <a:pt x="4362643" y="1037778"/>
                      <a:pt x="4363252" y="1037931"/>
                      <a:pt x="4363942" y="1037931"/>
                    </a:cubicBezTo>
                    <a:lnTo>
                      <a:pt x="4370771" y="1037931"/>
                    </a:lnTo>
                    <a:lnTo>
                      <a:pt x="4416896" y="1062878"/>
                    </a:lnTo>
                    <a:cubicBezTo>
                      <a:pt x="4417384" y="1063097"/>
                      <a:pt x="4417994" y="1063250"/>
                      <a:pt x="4418684" y="1063250"/>
                    </a:cubicBezTo>
                    <a:lnTo>
                      <a:pt x="4425715" y="1063293"/>
                    </a:lnTo>
                    <a:lnTo>
                      <a:pt x="4473833" y="1089201"/>
                    </a:lnTo>
                    <a:cubicBezTo>
                      <a:pt x="4474321" y="1089463"/>
                      <a:pt x="4474930" y="1089572"/>
                      <a:pt x="4475621" y="1089572"/>
                    </a:cubicBezTo>
                    <a:lnTo>
                      <a:pt x="4482774" y="1089572"/>
                    </a:lnTo>
                    <a:lnTo>
                      <a:pt x="4533086" y="1116594"/>
                    </a:lnTo>
                    <a:cubicBezTo>
                      <a:pt x="4533574" y="1116855"/>
                      <a:pt x="4534265" y="1116965"/>
                      <a:pt x="4534874" y="1116965"/>
                    </a:cubicBezTo>
                    <a:lnTo>
                      <a:pt x="4542230" y="1117008"/>
                    </a:lnTo>
                    <a:lnTo>
                      <a:pt x="4567915" y="1130912"/>
                    </a:lnTo>
                    <a:lnTo>
                      <a:pt x="4594900" y="1145099"/>
                    </a:lnTo>
                    <a:cubicBezTo>
                      <a:pt x="4595307" y="1145317"/>
                      <a:pt x="4595875" y="1145470"/>
                      <a:pt x="4596606" y="1145470"/>
                    </a:cubicBezTo>
                    <a:lnTo>
                      <a:pt x="4604328" y="1145536"/>
                    </a:lnTo>
                    <a:lnTo>
                      <a:pt x="4633589" y="1156252"/>
                    </a:lnTo>
                    <a:lnTo>
                      <a:pt x="4641310" y="1158130"/>
                    </a:lnTo>
                    <a:lnTo>
                      <a:pt x="4655819" y="1160836"/>
                    </a:lnTo>
                    <a:lnTo>
                      <a:pt x="4660492" y="1161425"/>
                    </a:lnTo>
                    <a:lnTo>
                      <a:pt x="4702352" y="1163782"/>
                    </a:lnTo>
                    <a:lnTo>
                      <a:pt x="4724176" y="1164110"/>
                    </a:lnTo>
                    <a:lnTo>
                      <a:pt x="4735108" y="1165136"/>
                    </a:lnTo>
                    <a:lnTo>
                      <a:pt x="4764979" y="1172601"/>
                    </a:lnTo>
                    <a:lnTo>
                      <a:pt x="4795742" y="1182684"/>
                    </a:lnTo>
                    <a:cubicBezTo>
                      <a:pt x="4796149" y="1182837"/>
                      <a:pt x="4796515" y="1182903"/>
                      <a:pt x="4796921" y="1182903"/>
                    </a:cubicBezTo>
                    <a:lnTo>
                      <a:pt x="4804846" y="1183012"/>
                    </a:lnTo>
                    <a:lnTo>
                      <a:pt x="4836099" y="1204118"/>
                    </a:lnTo>
                    <a:lnTo>
                      <a:pt x="4860483" y="1219680"/>
                    </a:lnTo>
                    <a:lnTo>
                      <a:pt x="4868529" y="1223849"/>
                    </a:lnTo>
                    <a:cubicBezTo>
                      <a:pt x="4868529" y="1223849"/>
                      <a:pt x="4868935" y="1224002"/>
                      <a:pt x="4869220" y="1224111"/>
                    </a:cubicBezTo>
                    <a:lnTo>
                      <a:pt x="4870195" y="1224329"/>
                    </a:lnTo>
                    <a:cubicBezTo>
                      <a:pt x="4870520" y="1224439"/>
                      <a:pt x="4870804" y="1224482"/>
                      <a:pt x="4871170" y="1224482"/>
                    </a:cubicBezTo>
                    <a:lnTo>
                      <a:pt x="4878526" y="1224591"/>
                    </a:lnTo>
                    <a:lnTo>
                      <a:pt x="4911363" y="1242009"/>
                    </a:lnTo>
                    <a:lnTo>
                      <a:pt x="4945094" y="1258946"/>
                    </a:lnTo>
                    <a:cubicBezTo>
                      <a:pt x="4945501" y="1259208"/>
                      <a:pt x="4946070" y="1259317"/>
                      <a:pt x="4946802" y="1259317"/>
                    </a:cubicBezTo>
                    <a:lnTo>
                      <a:pt x="4955336" y="1259383"/>
                    </a:lnTo>
                    <a:lnTo>
                      <a:pt x="4989758" y="1276538"/>
                    </a:lnTo>
                    <a:lnTo>
                      <a:pt x="5025277" y="1295287"/>
                    </a:lnTo>
                    <a:cubicBezTo>
                      <a:pt x="5025684" y="1295549"/>
                      <a:pt x="5026374" y="1295659"/>
                      <a:pt x="5026984" y="1295659"/>
                    </a:cubicBezTo>
                    <a:lnTo>
                      <a:pt x="5035722" y="1295702"/>
                    </a:lnTo>
                    <a:lnTo>
                      <a:pt x="5076687" y="1314560"/>
                    </a:lnTo>
                    <a:lnTo>
                      <a:pt x="5114685" y="1334335"/>
                    </a:lnTo>
                    <a:lnTo>
                      <a:pt x="5152684" y="1359392"/>
                    </a:lnTo>
                    <a:cubicBezTo>
                      <a:pt x="5153171" y="1359698"/>
                      <a:pt x="5153862" y="1359916"/>
                      <a:pt x="5154675" y="1359916"/>
                    </a:cubicBezTo>
                    <a:lnTo>
                      <a:pt x="5163616" y="1359916"/>
                    </a:lnTo>
                    <a:lnTo>
                      <a:pt x="5207873" y="1387745"/>
                    </a:lnTo>
                    <a:lnTo>
                      <a:pt x="5253918" y="1415071"/>
                    </a:lnTo>
                    <a:lnTo>
                      <a:pt x="5271474" y="1425243"/>
                    </a:lnTo>
                    <a:lnTo>
                      <a:pt x="5278546" y="1425243"/>
                    </a:lnTo>
                    <a:lnTo>
                      <a:pt x="5257616" y="1413151"/>
                    </a:lnTo>
                    <a:lnTo>
                      <a:pt x="5211693" y="1385802"/>
                    </a:lnTo>
                    <a:lnTo>
                      <a:pt x="5166745" y="1357559"/>
                    </a:lnTo>
                    <a:cubicBezTo>
                      <a:pt x="5166258" y="1357231"/>
                      <a:pt x="5165566" y="1357078"/>
                      <a:pt x="5164835" y="1357078"/>
                    </a:cubicBezTo>
                    <a:lnTo>
                      <a:pt x="5155813" y="1357078"/>
                    </a:lnTo>
                    <a:lnTo>
                      <a:pt x="5118384" y="1332393"/>
                    </a:lnTo>
                    <a:lnTo>
                      <a:pt x="5082173" y="1313469"/>
                    </a:lnTo>
                    <a:lnTo>
                      <a:pt x="5038323" y="1293236"/>
                    </a:lnTo>
                    <a:cubicBezTo>
                      <a:pt x="5037916" y="1293017"/>
                      <a:pt x="5037347" y="1292908"/>
                      <a:pt x="5036738" y="1292908"/>
                    </a:cubicBezTo>
                    <a:lnTo>
                      <a:pt x="5028123" y="1292799"/>
                    </a:lnTo>
                    <a:lnTo>
                      <a:pt x="4993294" y="1274465"/>
                    </a:lnTo>
                    <a:lnTo>
                      <a:pt x="4958059" y="1256938"/>
                    </a:lnTo>
                    <a:cubicBezTo>
                      <a:pt x="4957652" y="1256676"/>
                      <a:pt x="4957083" y="1256567"/>
                      <a:pt x="4956392" y="1256567"/>
                    </a:cubicBezTo>
                    <a:lnTo>
                      <a:pt x="4947859" y="1256502"/>
                    </a:lnTo>
                    <a:lnTo>
                      <a:pt x="4914940" y="1239870"/>
                    </a:lnTo>
                    <a:lnTo>
                      <a:pt x="4881412" y="1222081"/>
                    </a:lnTo>
                    <a:cubicBezTo>
                      <a:pt x="4881005" y="1221863"/>
                      <a:pt x="4880436" y="1221710"/>
                      <a:pt x="4879705" y="1221710"/>
                    </a:cubicBezTo>
                    <a:lnTo>
                      <a:pt x="4871983" y="1221601"/>
                    </a:lnTo>
                    <a:lnTo>
                      <a:pt x="4864262" y="1217716"/>
                    </a:lnTo>
                    <a:lnTo>
                      <a:pt x="4840040" y="1202263"/>
                    </a:lnTo>
                    <a:lnTo>
                      <a:pt x="4808097" y="1180676"/>
                    </a:lnTo>
                    <a:cubicBezTo>
                      <a:pt x="4807691" y="1180349"/>
                      <a:pt x="4807000" y="1180196"/>
                      <a:pt x="4806228" y="1180131"/>
                    </a:cubicBezTo>
                    <a:lnTo>
                      <a:pt x="4797774" y="1180021"/>
                    </a:lnTo>
                    <a:lnTo>
                      <a:pt x="4767335" y="1170069"/>
                    </a:lnTo>
                    <a:lnTo>
                      <a:pt x="4736692" y="1162451"/>
                    </a:lnTo>
                    <a:lnTo>
                      <a:pt x="4724785" y="1161273"/>
                    </a:lnTo>
                    <a:lnTo>
                      <a:pt x="4702758" y="1160945"/>
                    </a:lnTo>
                    <a:lnTo>
                      <a:pt x="4670002" y="1159024"/>
                    </a:lnTo>
                    <a:lnTo>
                      <a:pt x="4661387" y="1158653"/>
                    </a:lnTo>
                    <a:lnTo>
                      <a:pt x="4657323" y="1158130"/>
                    </a:lnTo>
                    <a:lnTo>
                      <a:pt x="4643342" y="1155510"/>
                    </a:lnTo>
                    <a:lnTo>
                      <a:pt x="4636108" y="1153808"/>
                    </a:lnTo>
                    <a:lnTo>
                      <a:pt x="4606644" y="1142982"/>
                    </a:lnTo>
                    <a:cubicBezTo>
                      <a:pt x="4606238" y="1142829"/>
                      <a:pt x="4605750" y="1142720"/>
                      <a:pt x="4605263" y="1142720"/>
                    </a:cubicBezTo>
                    <a:lnTo>
                      <a:pt x="4597826" y="1142676"/>
                    </a:lnTo>
                    <a:lnTo>
                      <a:pt x="4571654" y="1128926"/>
                    </a:lnTo>
                    <a:lnTo>
                      <a:pt x="4545156" y="1114586"/>
                    </a:lnTo>
                    <a:cubicBezTo>
                      <a:pt x="4544750" y="1114324"/>
                      <a:pt x="4544059" y="1114215"/>
                      <a:pt x="4543450" y="1114215"/>
                    </a:cubicBezTo>
                    <a:lnTo>
                      <a:pt x="4536094" y="1114149"/>
                    </a:lnTo>
                    <a:lnTo>
                      <a:pt x="4485781" y="1087193"/>
                    </a:lnTo>
                    <a:cubicBezTo>
                      <a:pt x="4485294" y="1086975"/>
                      <a:pt x="4484603" y="1086822"/>
                      <a:pt x="4483993" y="1086822"/>
                    </a:cubicBezTo>
                    <a:lnTo>
                      <a:pt x="4476840" y="1086779"/>
                    </a:lnTo>
                    <a:lnTo>
                      <a:pt x="4428642" y="1060870"/>
                    </a:lnTo>
                    <a:cubicBezTo>
                      <a:pt x="4428154" y="1060609"/>
                      <a:pt x="4427544" y="1060499"/>
                      <a:pt x="4426853" y="1060499"/>
                    </a:cubicBezTo>
                    <a:lnTo>
                      <a:pt x="4419904" y="1060434"/>
                    </a:lnTo>
                    <a:lnTo>
                      <a:pt x="4373778" y="1035552"/>
                    </a:lnTo>
                    <a:cubicBezTo>
                      <a:pt x="4373290" y="1035290"/>
                      <a:pt x="4372599" y="1035181"/>
                      <a:pt x="4371989" y="1035181"/>
                    </a:cubicBezTo>
                    <a:lnTo>
                      <a:pt x="4365162" y="1035137"/>
                    </a:lnTo>
                    <a:lnTo>
                      <a:pt x="4320905" y="1011215"/>
                    </a:lnTo>
                    <a:cubicBezTo>
                      <a:pt x="4320417" y="1010953"/>
                      <a:pt x="4319808" y="1010800"/>
                      <a:pt x="4319116" y="1010800"/>
                    </a:cubicBezTo>
                    <a:lnTo>
                      <a:pt x="4312370" y="1010800"/>
                    </a:lnTo>
                    <a:lnTo>
                      <a:pt x="4270024" y="987730"/>
                    </a:lnTo>
                    <a:cubicBezTo>
                      <a:pt x="4269536" y="987468"/>
                      <a:pt x="4268845" y="987359"/>
                      <a:pt x="4268235" y="987359"/>
                    </a:cubicBezTo>
                    <a:lnTo>
                      <a:pt x="4261692" y="987293"/>
                    </a:lnTo>
                    <a:lnTo>
                      <a:pt x="4220930" y="965074"/>
                    </a:lnTo>
                    <a:cubicBezTo>
                      <a:pt x="4220443" y="964855"/>
                      <a:pt x="4219833" y="964703"/>
                      <a:pt x="4219142" y="964703"/>
                    </a:cubicBezTo>
                    <a:lnTo>
                      <a:pt x="4212680" y="964703"/>
                    </a:lnTo>
                    <a:lnTo>
                      <a:pt x="4173585" y="943291"/>
                    </a:lnTo>
                    <a:cubicBezTo>
                      <a:pt x="4173097" y="943029"/>
                      <a:pt x="4172488" y="942854"/>
                      <a:pt x="4171796" y="942854"/>
                    </a:cubicBezTo>
                    <a:lnTo>
                      <a:pt x="4165538" y="942854"/>
                    </a:lnTo>
                    <a:lnTo>
                      <a:pt x="4127824" y="922228"/>
                    </a:lnTo>
                    <a:cubicBezTo>
                      <a:pt x="4127336" y="921966"/>
                      <a:pt x="4126727" y="921813"/>
                      <a:pt x="4126035" y="921813"/>
                    </a:cubicBezTo>
                    <a:lnTo>
                      <a:pt x="4119899" y="921813"/>
                    </a:lnTo>
                    <a:lnTo>
                      <a:pt x="4083689" y="901886"/>
                    </a:lnTo>
                    <a:cubicBezTo>
                      <a:pt x="4083283" y="901624"/>
                      <a:pt x="4082592" y="901471"/>
                      <a:pt x="4081982" y="901471"/>
                    </a:cubicBezTo>
                    <a:lnTo>
                      <a:pt x="4075927" y="901471"/>
                    </a:lnTo>
                    <a:lnTo>
                      <a:pt x="4041098" y="882220"/>
                    </a:lnTo>
                    <a:cubicBezTo>
                      <a:pt x="4040611" y="881958"/>
                      <a:pt x="4040001" y="881849"/>
                      <a:pt x="4039310" y="881849"/>
                    </a:cubicBezTo>
                    <a:lnTo>
                      <a:pt x="4033336" y="881784"/>
                    </a:lnTo>
                    <a:lnTo>
                      <a:pt x="3999808" y="863253"/>
                    </a:lnTo>
                    <a:cubicBezTo>
                      <a:pt x="3999402" y="862991"/>
                      <a:pt x="3998711" y="862838"/>
                      <a:pt x="3998019" y="862838"/>
                    </a:cubicBezTo>
                    <a:lnTo>
                      <a:pt x="3992249" y="862773"/>
                    </a:lnTo>
                    <a:lnTo>
                      <a:pt x="3959900" y="844809"/>
                    </a:lnTo>
                    <a:cubicBezTo>
                      <a:pt x="3959493" y="844548"/>
                      <a:pt x="3958802" y="844438"/>
                      <a:pt x="3958112" y="844438"/>
                    </a:cubicBezTo>
                    <a:lnTo>
                      <a:pt x="3952462" y="844395"/>
                    </a:lnTo>
                    <a:lnTo>
                      <a:pt x="3921292" y="827065"/>
                    </a:lnTo>
                    <a:cubicBezTo>
                      <a:pt x="3920885" y="826737"/>
                      <a:pt x="3920194" y="826650"/>
                      <a:pt x="3919504" y="826650"/>
                    </a:cubicBezTo>
                    <a:lnTo>
                      <a:pt x="3913936" y="826650"/>
                    </a:lnTo>
                    <a:lnTo>
                      <a:pt x="3883984" y="809800"/>
                    </a:lnTo>
                    <a:cubicBezTo>
                      <a:pt x="3883496" y="809538"/>
                      <a:pt x="3882806" y="809385"/>
                      <a:pt x="3882195" y="809385"/>
                    </a:cubicBezTo>
                    <a:lnTo>
                      <a:pt x="3876750" y="809385"/>
                    </a:lnTo>
                    <a:lnTo>
                      <a:pt x="3847773" y="793124"/>
                    </a:lnTo>
                    <a:cubicBezTo>
                      <a:pt x="3847286" y="792862"/>
                      <a:pt x="3846595" y="792710"/>
                      <a:pt x="3845864" y="792710"/>
                    </a:cubicBezTo>
                    <a:lnTo>
                      <a:pt x="3840621" y="792710"/>
                    </a:lnTo>
                    <a:lnTo>
                      <a:pt x="3812661" y="776929"/>
                    </a:lnTo>
                    <a:cubicBezTo>
                      <a:pt x="3812173" y="776667"/>
                      <a:pt x="3811482" y="776492"/>
                      <a:pt x="3810751" y="776492"/>
                    </a:cubicBezTo>
                    <a:lnTo>
                      <a:pt x="3805590" y="776492"/>
                    </a:lnTo>
                    <a:lnTo>
                      <a:pt x="3778483" y="761214"/>
                    </a:lnTo>
                    <a:cubicBezTo>
                      <a:pt x="3778076" y="760952"/>
                      <a:pt x="3777386" y="760777"/>
                      <a:pt x="3776694" y="760777"/>
                    </a:cubicBezTo>
                    <a:lnTo>
                      <a:pt x="3771533" y="760777"/>
                    </a:lnTo>
                    <a:lnTo>
                      <a:pt x="3745646" y="746132"/>
                    </a:lnTo>
                    <a:lnTo>
                      <a:pt x="3729471" y="734629"/>
                    </a:lnTo>
                    <a:cubicBezTo>
                      <a:pt x="3728983" y="734258"/>
                      <a:pt x="3728170" y="734040"/>
                      <a:pt x="3727276" y="734105"/>
                    </a:cubicBezTo>
                    <a:lnTo>
                      <a:pt x="3722034" y="734258"/>
                    </a:lnTo>
                    <a:lnTo>
                      <a:pt x="3712402" y="731006"/>
                    </a:lnTo>
                    <a:cubicBezTo>
                      <a:pt x="3712402" y="731006"/>
                      <a:pt x="3711833" y="730853"/>
                      <a:pt x="3711711" y="730853"/>
                    </a:cubicBezTo>
                    <a:lnTo>
                      <a:pt x="3706875" y="730046"/>
                    </a:lnTo>
                    <a:lnTo>
                      <a:pt x="3695577" y="724349"/>
                    </a:lnTo>
                    <a:lnTo>
                      <a:pt x="3682288" y="716841"/>
                    </a:lnTo>
                    <a:cubicBezTo>
                      <a:pt x="3681800" y="716579"/>
                      <a:pt x="3681190" y="716426"/>
                      <a:pt x="3680500" y="716426"/>
                    </a:cubicBezTo>
                    <a:lnTo>
                      <a:pt x="3675623" y="716426"/>
                    </a:lnTo>
                    <a:lnTo>
                      <a:pt x="3652011" y="702893"/>
                    </a:lnTo>
                    <a:cubicBezTo>
                      <a:pt x="3651523" y="702631"/>
                      <a:pt x="3650914" y="702522"/>
                      <a:pt x="3650223" y="702479"/>
                    </a:cubicBezTo>
                    <a:lnTo>
                      <a:pt x="3645467" y="702479"/>
                    </a:lnTo>
                    <a:lnTo>
                      <a:pt x="3622547" y="689361"/>
                    </a:lnTo>
                    <a:cubicBezTo>
                      <a:pt x="3622140" y="689099"/>
                      <a:pt x="3621450" y="688946"/>
                      <a:pt x="3620759" y="688946"/>
                    </a:cubicBezTo>
                    <a:lnTo>
                      <a:pt x="3616085" y="688946"/>
                    </a:lnTo>
                    <a:lnTo>
                      <a:pt x="3593977" y="676156"/>
                    </a:lnTo>
                    <a:cubicBezTo>
                      <a:pt x="3593490" y="675894"/>
                      <a:pt x="3592880" y="675741"/>
                      <a:pt x="3592189" y="675741"/>
                    </a:cubicBezTo>
                    <a:lnTo>
                      <a:pt x="3587515" y="675741"/>
                    </a:lnTo>
                    <a:lnTo>
                      <a:pt x="3566179" y="663366"/>
                    </a:lnTo>
                    <a:cubicBezTo>
                      <a:pt x="3565692" y="663104"/>
                      <a:pt x="3565001" y="662951"/>
                      <a:pt x="3564269" y="662951"/>
                    </a:cubicBezTo>
                    <a:lnTo>
                      <a:pt x="3559799" y="662951"/>
                    </a:lnTo>
                    <a:lnTo>
                      <a:pt x="3539072" y="650903"/>
                    </a:lnTo>
                    <a:cubicBezTo>
                      <a:pt x="3538585" y="650575"/>
                      <a:pt x="3537894" y="650422"/>
                      <a:pt x="3537162" y="650422"/>
                    </a:cubicBezTo>
                    <a:lnTo>
                      <a:pt x="3532814" y="650422"/>
                    </a:lnTo>
                    <a:lnTo>
                      <a:pt x="3512656" y="638701"/>
                    </a:lnTo>
                    <a:cubicBezTo>
                      <a:pt x="3512169" y="638440"/>
                      <a:pt x="3511559" y="638265"/>
                      <a:pt x="3510868" y="638265"/>
                    </a:cubicBezTo>
                    <a:lnTo>
                      <a:pt x="3506520" y="638265"/>
                    </a:lnTo>
                    <a:lnTo>
                      <a:pt x="3487094" y="626915"/>
                    </a:lnTo>
                    <a:cubicBezTo>
                      <a:pt x="3486606" y="626588"/>
                      <a:pt x="3485915" y="626435"/>
                      <a:pt x="3485184" y="626435"/>
                    </a:cubicBezTo>
                    <a:lnTo>
                      <a:pt x="3480917" y="626435"/>
                    </a:lnTo>
                    <a:lnTo>
                      <a:pt x="3462060" y="615347"/>
                    </a:lnTo>
                    <a:cubicBezTo>
                      <a:pt x="3461572" y="615085"/>
                      <a:pt x="3460881" y="614932"/>
                      <a:pt x="3460150" y="614932"/>
                    </a:cubicBezTo>
                    <a:lnTo>
                      <a:pt x="3455882" y="614932"/>
                    </a:lnTo>
                    <a:lnTo>
                      <a:pt x="3437635" y="604106"/>
                    </a:lnTo>
                    <a:cubicBezTo>
                      <a:pt x="3437147" y="603844"/>
                      <a:pt x="3436456" y="603692"/>
                      <a:pt x="3435766" y="603692"/>
                    </a:cubicBezTo>
                    <a:lnTo>
                      <a:pt x="3431620" y="603692"/>
                    </a:lnTo>
                    <a:lnTo>
                      <a:pt x="3413942" y="593193"/>
                    </a:lnTo>
                    <a:cubicBezTo>
                      <a:pt x="3413454" y="592931"/>
                      <a:pt x="3412763" y="592713"/>
                      <a:pt x="3412072" y="592713"/>
                    </a:cubicBezTo>
                    <a:lnTo>
                      <a:pt x="3408008" y="592713"/>
                    </a:lnTo>
                    <a:lnTo>
                      <a:pt x="3390736" y="582476"/>
                    </a:lnTo>
                    <a:cubicBezTo>
                      <a:pt x="3390249" y="582214"/>
                      <a:pt x="3389558" y="582062"/>
                      <a:pt x="3388867" y="582062"/>
                    </a:cubicBezTo>
                    <a:lnTo>
                      <a:pt x="3384884" y="582062"/>
                    </a:lnTo>
                    <a:lnTo>
                      <a:pt x="3368141" y="572087"/>
                    </a:lnTo>
                    <a:cubicBezTo>
                      <a:pt x="3367653" y="571825"/>
                      <a:pt x="3367043" y="571650"/>
                      <a:pt x="3366352" y="571650"/>
                    </a:cubicBezTo>
                    <a:lnTo>
                      <a:pt x="3362370" y="571607"/>
                    </a:lnTo>
                    <a:lnTo>
                      <a:pt x="3346114" y="561894"/>
                    </a:lnTo>
                    <a:cubicBezTo>
                      <a:pt x="3345626" y="561632"/>
                      <a:pt x="3345016" y="561479"/>
                      <a:pt x="3344204" y="561479"/>
                    </a:cubicBezTo>
                    <a:lnTo>
                      <a:pt x="3340343" y="561479"/>
                    </a:lnTo>
                    <a:lnTo>
                      <a:pt x="3324575" y="552006"/>
                    </a:lnTo>
                    <a:cubicBezTo>
                      <a:pt x="3324168" y="551745"/>
                      <a:pt x="3323477" y="551592"/>
                      <a:pt x="3322705" y="551592"/>
                    </a:cubicBezTo>
                    <a:lnTo>
                      <a:pt x="3318926" y="551592"/>
                    </a:lnTo>
                    <a:lnTo>
                      <a:pt x="3303645" y="542315"/>
                    </a:lnTo>
                    <a:cubicBezTo>
                      <a:pt x="3303157" y="542054"/>
                      <a:pt x="3302466" y="541879"/>
                      <a:pt x="3301775" y="541879"/>
                    </a:cubicBezTo>
                    <a:lnTo>
                      <a:pt x="3297996" y="541879"/>
                    </a:lnTo>
                    <a:lnTo>
                      <a:pt x="3283122" y="532886"/>
                    </a:lnTo>
                    <a:cubicBezTo>
                      <a:pt x="3282634" y="532559"/>
                      <a:pt x="3281903" y="532406"/>
                      <a:pt x="3281212" y="532406"/>
                    </a:cubicBezTo>
                    <a:lnTo>
                      <a:pt x="3277554" y="532406"/>
                    </a:lnTo>
                    <a:lnTo>
                      <a:pt x="3263046" y="523676"/>
                    </a:lnTo>
                    <a:cubicBezTo>
                      <a:pt x="3262558" y="523348"/>
                      <a:pt x="3261867" y="523195"/>
                      <a:pt x="3261135" y="523195"/>
                    </a:cubicBezTo>
                    <a:lnTo>
                      <a:pt x="3257478" y="523195"/>
                    </a:lnTo>
                    <a:lnTo>
                      <a:pt x="3243498" y="514618"/>
                    </a:lnTo>
                    <a:cubicBezTo>
                      <a:pt x="3243010" y="514356"/>
                      <a:pt x="3242319" y="514181"/>
                      <a:pt x="3241628" y="514181"/>
                    </a:cubicBezTo>
                    <a:lnTo>
                      <a:pt x="3237971" y="514181"/>
                    </a:lnTo>
                    <a:lnTo>
                      <a:pt x="3224356" y="505822"/>
                    </a:lnTo>
                    <a:cubicBezTo>
                      <a:pt x="3223869" y="505494"/>
                      <a:pt x="3223178" y="505341"/>
                      <a:pt x="3222487" y="505341"/>
                    </a:cubicBezTo>
                    <a:lnTo>
                      <a:pt x="3218911" y="505341"/>
                    </a:lnTo>
                    <a:lnTo>
                      <a:pt x="3205621" y="497178"/>
                    </a:lnTo>
                    <a:cubicBezTo>
                      <a:pt x="3205134" y="496851"/>
                      <a:pt x="3204524" y="496698"/>
                      <a:pt x="3203711" y="496698"/>
                    </a:cubicBezTo>
                    <a:lnTo>
                      <a:pt x="3200257" y="496698"/>
                    </a:lnTo>
                    <a:lnTo>
                      <a:pt x="3187374" y="488753"/>
                    </a:lnTo>
                    <a:cubicBezTo>
                      <a:pt x="3186886" y="488426"/>
                      <a:pt x="3186195" y="488273"/>
                      <a:pt x="3185464" y="488273"/>
                    </a:cubicBezTo>
                    <a:lnTo>
                      <a:pt x="3181806" y="488273"/>
                    </a:lnTo>
                    <a:lnTo>
                      <a:pt x="3180018" y="487465"/>
                    </a:lnTo>
                    <a:lnTo>
                      <a:pt x="3176564" y="484912"/>
                    </a:lnTo>
                    <a:lnTo>
                      <a:pt x="3158601" y="442328"/>
                    </a:lnTo>
                    <a:lnTo>
                      <a:pt x="3147872" y="425915"/>
                    </a:lnTo>
                    <a:lnTo>
                      <a:pt x="3140516" y="410505"/>
                    </a:lnTo>
                    <a:cubicBezTo>
                      <a:pt x="3140231" y="410025"/>
                      <a:pt x="3139541" y="409654"/>
                      <a:pt x="3138647" y="409501"/>
                    </a:cubicBezTo>
                    <a:lnTo>
                      <a:pt x="3137874" y="409392"/>
                    </a:lnTo>
                    <a:cubicBezTo>
                      <a:pt x="3137549" y="409326"/>
                      <a:pt x="3137265" y="409392"/>
                      <a:pt x="3137183" y="409326"/>
                    </a:cubicBezTo>
                    <a:lnTo>
                      <a:pt x="3056432" y="409588"/>
                    </a:lnTo>
                    <a:lnTo>
                      <a:pt x="2972185" y="415067"/>
                    </a:lnTo>
                    <a:lnTo>
                      <a:pt x="2888223" y="423601"/>
                    </a:lnTo>
                    <a:lnTo>
                      <a:pt x="2803814" y="430367"/>
                    </a:lnTo>
                    <a:lnTo>
                      <a:pt x="2719567" y="443965"/>
                    </a:lnTo>
                    <a:lnTo>
                      <a:pt x="2636011" y="463936"/>
                    </a:lnTo>
                    <a:lnTo>
                      <a:pt x="2555137" y="469153"/>
                    </a:lnTo>
                    <a:lnTo>
                      <a:pt x="2232862" y="484868"/>
                    </a:lnTo>
                    <a:lnTo>
                      <a:pt x="2181778" y="488971"/>
                    </a:lnTo>
                    <a:lnTo>
                      <a:pt x="2153695" y="493140"/>
                    </a:lnTo>
                    <a:lnTo>
                      <a:pt x="1898923" y="505669"/>
                    </a:lnTo>
                    <a:lnTo>
                      <a:pt x="1812319" y="509707"/>
                    </a:lnTo>
                    <a:lnTo>
                      <a:pt x="1724415" y="511518"/>
                    </a:lnTo>
                    <a:lnTo>
                      <a:pt x="1548485" y="508222"/>
                    </a:lnTo>
                    <a:lnTo>
                      <a:pt x="1460987" y="508113"/>
                    </a:lnTo>
                    <a:lnTo>
                      <a:pt x="1373733" y="506454"/>
                    </a:lnTo>
                    <a:lnTo>
                      <a:pt x="1286357" y="505385"/>
                    </a:lnTo>
                    <a:lnTo>
                      <a:pt x="1198859" y="504970"/>
                    </a:lnTo>
                    <a:lnTo>
                      <a:pt x="1110995" y="505298"/>
                    </a:lnTo>
                    <a:lnTo>
                      <a:pt x="1026463" y="506149"/>
                    </a:lnTo>
                    <a:lnTo>
                      <a:pt x="1033169" y="495869"/>
                    </a:lnTo>
                    <a:lnTo>
                      <a:pt x="1041744" y="481201"/>
                    </a:lnTo>
                    <a:lnTo>
                      <a:pt x="1050685" y="464635"/>
                    </a:lnTo>
                    <a:lnTo>
                      <a:pt x="1059301" y="447152"/>
                    </a:lnTo>
                    <a:lnTo>
                      <a:pt x="1066982" y="430214"/>
                    </a:lnTo>
                    <a:lnTo>
                      <a:pt x="1073809" y="396274"/>
                    </a:lnTo>
                    <a:lnTo>
                      <a:pt x="1077670" y="359453"/>
                    </a:lnTo>
                    <a:lnTo>
                      <a:pt x="1077589" y="325774"/>
                    </a:lnTo>
                    <a:lnTo>
                      <a:pt x="1072428" y="292947"/>
                    </a:lnTo>
                    <a:lnTo>
                      <a:pt x="1064137" y="263067"/>
                    </a:lnTo>
                    <a:lnTo>
                      <a:pt x="1056009" y="239189"/>
                    </a:lnTo>
                    <a:cubicBezTo>
                      <a:pt x="1055887" y="238708"/>
                      <a:pt x="1055278" y="238337"/>
                      <a:pt x="1054464" y="238119"/>
                    </a:cubicBezTo>
                    <a:lnTo>
                      <a:pt x="965016" y="218410"/>
                    </a:lnTo>
                    <a:lnTo>
                      <a:pt x="961237" y="209461"/>
                    </a:lnTo>
                    <a:cubicBezTo>
                      <a:pt x="961033" y="209024"/>
                      <a:pt x="960505" y="208653"/>
                      <a:pt x="959774" y="208500"/>
                    </a:cubicBezTo>
                    <a:lnTo>
                      <a:pt x="873983" y="187656"/>
                    </a:lnTo>
                    <a:lnTo>
                      <a:pt x="871056" y="172465"/>
                    </a:lnTo>
                    <a:lnTo>
                      <a:pt x="869390" y="146731"/>
                    </a:lnTo>
                    <a:lnTo>
                      <a:pt x="868862" y="114013"/>
                    </a:lnTo>
                    <a:lnTo>
                      <a:pt x="869390" y="81077"/>
                    </a:lnTo>
                    <a:lnTo>
                      <a:pt x="874063" y="51502"/>
                    </a:lnTo>
                    <a:cubicBezTo>
                      <a:pt x="874104" y="51022"/>
                      <a:pt x="873820" y="50585"/>
                      <a:pt x="873210" y="50280"/>
                    </a:cubicBezTo>
                    <a:lnTo>
                      <a:pt x="860368" y="44103"/>
                    </a:lnTo>
                    <a:lnTo>
                      <a:pt x="810991" y="28322"/>
                    </a:lnTo>
                    <a:lnTo>
                      <a:pt x="804163" y="24328"/>
                    </a:lnTo>
                    <a:cubicBezTo>
                      <a:pt x="803594" y="23957"/>
                      <a:pt x="802618" y="23804"/>
                      <a:pt x="801806" y="23913"/>
                    </a:cubicBezTo>
                    <a:lnTo>
                      <a:pt x="795751" y="24655"/>
                    </a:lnTo>
                    <a:lnTo>
                      <a:pt x="770919" y="22997"/>
                    </a:lnTo>
                    <a:lnTo>
                      <a:pt x="732027" y="10730"/>
                    </a:lnTo>
                    <a:lnTo>
                      <a:pt x="690615" y="122"/>
                    </a:lnTo>
                    <a:cubicBezTo>
                      <a:pt x="689680" y="-96"/>
                      <a:pt x="688583" y="-30"/>
                      <a:pt x="687851" y="384"/>
                    </a:cubicBezTo>
                    <a:lnTo>
                      <a:pt x="679682" y="4597"/>
                    </a:lnTo>
                    <a:lnTo>
                      <a:pt x="673221" y="6954"/>
                    </a:lnTo>
                    <a:cubicBezTo>
                      <a:pt x="672977" y="6998"/>
                      <a:pt x="672774" y="7107"/>
                      <a:pt x="672611" y="7282"/>
                    </a:cubicBezTo>
                    <a:lnTo>
                      <a:pt x="665540" y="12345"/>
                    </a:lnTo>
                    <a:lnTo>
                      <a:pt x="658103" y="16711"/>
                    </a:lnTo>
                    <a:lnTo>
                      <a:pt x="650503" y="20334"/>
                    </a:lnTo>
                    <a:cubicBezTo>
                      <a:pt x="650218" y="20443"/>
                      <a:pt x="650015" y="20661"/>
                      <a:pt x="649853" y="20858"/>
                    </a:cubicBezTo>
                    <a:lnTo>
                      <a:pt x="642335" y="30723"/>
                    </a:lnTo>
                    <a:lnTo>
                      <a:pt x="635994" y="43295"/>
                    </a:lnTo>
                    <a:lnTo>
                      <a:pt x="631118" y="58923"/>
                    </a:lnTo>
                    <a:lnTo>
                      <a:pt x="627623" y="77672"/>
                    </a:lnTo>
                    <a:lnTo>
                      <a:pt x="625103" y="98778"/>
                    </a:lnTo>
                    <a:lnTo>
                      <a:pt x="619698" y="167248"/>
                    </a:lnTo>
                    <a:lnTo>
                      <a:pt x="618560" y="187067"/>
                    </a:lnTo>
                    <a:lnTo>
                      <a:pt x="617341" y="210618"/>
                    </a:lnTo>
                    <a:lnTo>
                      <a:pt x="616487" y="219632"/>
                    </a:lnTo>
                    <a:lnTo>
                      <a:pt x="616284" y="243401"/>
                    </a:lnTo>
                    <a:cubicBezTo>
                      <a:pt x="616284" y="243881"/>
                      <a:pt x="616731" y="244296"/>
                      <a:pt x="617463" y="244580"/>
                    </a:cubicBezTo>
                    <a:lnTo>
                      <a:pt x="705611" y="275224"/>
                    </a:lnTo>
                    <a:lnTo>
                      <a:pt x="704432" y="300106"/>
                    </a:lnTo>
                    <a:lnTo>
                      <a:pt x="701222" y="325098"/>
                    </a:lnTo>
                    <a:cubicBezTo>
                      <a:pt x="701181" y="325578"/>
                      <a:pt x="701506" y="326014"/>
                      <a:pt x="702197" y="326320"/>
                    </a:cubicBezTo>
                    <a:lnTo>
                      <a:pt x="789817" y="362923"/>
                    </a:lnTo>
                    <a:lnTo>
                      <a:pt x="783233" y="405005"/>
                    </a:lnTo>
                    <a:lnTo>
                      <a:pt x="774211" y="453547"/>
                    </a:lnTo>
                    <a:lnTo>
                      <a:pt x="764783" y="489561"/>
                    </a:lnTo>
                    <a:lnTo>
                      <a:pt x="757996" y="498400"/>
                    </a:lnTo>
                    <a:lnTo>
                      <a:pt x="674521" y="481725"/>
                    </a:lnTo>
                    <a:lnTo>
                      <a:pt x="592144" y="416333"/>
                    </a:lnTo>
                    <a:lnTo>
                      <a:pt x="601613" y="375190"/>
                    </a:lnTo>
                    <a:cubicBezTo>
                      <a:pt x="601695" y="374775"/>
                      <a:pt x="601491" y="374338"/>
                      <a:pt x="600922" y="374077"/>
                    </a:cubicBezTo>
                    <a:lnTo>
                      <a:pt x="516757" y="325862"/>
                    </a:lnTo>
                    <a:lnTo>
                      <a:pt x="431982" y="273849"/>
                    </a:lnTo>
                    <a:lnTo>
                      <a:pt x="345012" y="223975"/>
                    </a:lnTo>
                    <a:cubicBezTo>
                      <a:pt x="344768" y="223801"/>
                      <a:pt x="344402" y="223713"/>
                      <a:pt x="344078" y="223648"/>
                    </a:cubicBezTo>
                    <a:lnTo>
                      <a:pt x="254547" y="205270"/>
                    </a:lnTo>
                    <a:lnTo>
                      <a:pt x="163473" y="196430"/>
                    </a:lnTo>
                    <a:lnTo>
                      <a:pt x="70651" y="186194"/>
                    </a:lnTo>
                    <a:cubicBezTo>
                      <a:pt x="69960" y="186085"/>
                      <a:pt x="69270" y="186194"/>
                      <a:pt x="68660" y="186412"/>
                    </a:cubicBezTo>
                    <a:lnTo>
                      <a:pt x="61263" y="189337"/>
                    </a:lnTo>
                    <a:cubicBezTo>
                      <a:pt x="60979" y="189446"/>
                      <a:pt x="60735" y="189555"/>
                      <a:pt x="60573" y="189751"/>
                    </a:cubicBezTo>
                    <a:lnTo>
                      <a:pt x="52119" y="197522"/>
                    </a:lnTo>
                    <a:lnTo>
                      <a:pt x="43219" y="209243"/>
                    </a:lnTo>
                    <a:lnTo>
                      <a:pt x="33344" y="220374"/>
                    </a:lnTo>
                    <a:lnTo>
                      <a:pt x="22981" y="234976"/>
                    </a:lnTo>
                    <a:lnTo>
                      <a:pt x="11967" y="249731"/>
                    </a:lnTo>
                    <a:lnTo>
                      <a:pt x="60" y="285330"/>
                    </a:lnTo>
                    <a:cubicBezTo>
                      <a:pt x="-103" y="285745"/>
                      <a:pt x="60" y="286181"/>
                      <a:pt x="629" y="286487"/>
                    </a:cubicBezTo>
                    <a:lnTo>
                      <a:pt x="88289" y="340791"/>
                    </a:lnTo>
                    <a:close/>
                    <a:moveTo>
                      <a:pt x="769294" y="490630"/>
                    </a:moveTo>
                    <a:cubicBezTo>
                      <a:pt x="769294" y="490630"/>
                      <a:pt x="769375" y="490412"/>
                      <a:pt x="769456" y="490303"/>
                    </a:cubicBezTo>
                    <a:lnTo>
                      <a:pt x="778966" y="454071"/>
                    </a:lnTo>
                    <a:lnTo>
                      <a:pt x="787988" y="405419"/>
                    </a:lnTo>
                    <a:lnTo>
                      <a:pt x="794735" y="362530"/>
                    </a:lnTo>
                    <a:cubicBezTo>
                      <a:pt x="794775" y="362050"/>
                      <a:pt x="794450" y="361570"/>
                      <a:pt x="793719" y="361243"/>
                    </a:cubicBezTo>
                    <a:lnTo>
                      <a:pt x="706098" y="324639"/>
                    </a:lnTo>
                    <a:lnTo>
                      <a:pt x="709228" y="300390"/>
                    </a:lnTo>
                    <a:lnTo>
                      <a:pt x="710487" y="274591"/>
                    </a:lnTo>
                    <a:cubicBezTo>
                      <a:pt x="710528" y="274111"/>
                      <a:pt x="710081" y="273631"/>
                      <a:pt x="709309" y="273369"/>
                    </a:cubicBezTo>
                    <a:lnTo>
                      <a:pt x="621161" y="242724"/>
                    </a:lnTo>
                    <a:lnTo>
                      <a:pt x="621364" y="219807"/>
                    </a:lnTo>
                    <a:lnTo>
                      <a:pt x="624575" y="167488"/>
                    </a:lnTo>
                    <a:lnTo>
                      <a:pt x="629939" y="99062"/>
                    </a:lnTo>
                    <a:lnTo>
                      <a:pt x="632459" y="78000"/>
                    </a:lnTo>
                    <a:lnTo>
                      <a:pt x="635913" y="59403"/>
                    </a:lnTo>
                    <a:lnTo>
                      <a:pt x="640668" y="44059"/>
                    </a:lnTo>
                    <a:lnTo>
                      <a:pt x="646886" y="31749"/>
                    </a:lnTo>
                    <a:lnTo>
                      <a:pt x="654079" y="22364"/>
                    </a:lnTo>
                    <a:lnTo>
                      <a:pt x="661394" y="18850"/>
                    </a:lnTo>
                    <a:lnTo>
                      <a:pt x="669198" y="14266"/>
                    </a:lnTo>
                    <a:lnTo>
                      <a:pt x="676147" y="9311"/>
                    </a:lnTo>
                    <a:lnTo>
                      <a:pt x="682568" y="6976"/>
                    </a:lnTo>
                    <a:lnTo>
                      <a:pt x="689802" y="3178"/>
                    </a:lnTo>
                    <a:lnTo>
                      <a:pt x="729466" y="13349"/>
                    </a:lnTo>
                    <a:lnTo>
                      <a:pt x="767424" y="25507"/>
                    </a:lnTo>
                    <a:lnTo>
                      <a:pt x="768074" y="25659"/>
                    </a:lnTo>
                    <a:cubicBezTo>
                      <a:pt x="768399" y="25834"/>
                      <a:pt x="768806" y="25878"/>
                      <a:pt x="769213" y="25878"/>
                    </a:cubicBezTo>
                    <a:lnTo>
                      <a:pt x="795384" y="27537"/>
                    </a:lnTo>
                    <a:cubicBezTo>
                      <a:pt x="795629" y="27580"/>
                      <a:pt x="795913" y="27580"/>
                      <a:pt x="796157" y="27537"/>
                    </a:cubicBezTo>
                    <a:lnTo>
                      <a:pt x="801278" y="26947"/>
                    </a:lnTo>
                    <a:lnTo>
                      <a:pt x="807333" y="30527"/>
                    </a:lnTo>
                    <a:cubicBezTo>
                      <a:pt x="807333" y="30527"/>
                      <a:pt x="807698" y="30680"/>
                      <a:pt x="807943" y="30789"/>
                    </a:cubicBezTo>
                    <a:lnTo>
                      <a:pt x="852362" y="45129"/>
                    </a:lnTo>
                    <a:lnTo>
                      <a:pt x="857239" y="46526"/>
                    </a:lnTo>
                    <a:lnTo>
                      <a:pt x="868699" y="52070"/>
                    </a:lnTo>
                    <a:lnTo>
                      <a:pt x="864188" y="81055"/>
                    </a:lnTo>
                    <a:lnTo>
                      <a:pt x="863660" y="114144"/>
                    </a:lnTo>
                    <a:lnTo>
                      <a:pt x="864148" y="146906"/>
                    </a:lnTo>
                    <a:lnTo>
                      <a:pt x="865895" y="172749"/>
                    </a:lnTo>
                    <a:lnTo>
                      <a:pt x="868983" y="188900"/>
                    </a:lnTo>
                    <a:cubicBezTo>
                      <a:pt x="869065" y="189424"/>
                      <a:pt x="869674" y="189861"/>
                      <a:pt x="870528" y="190079"/>
                    </a:cubicBezTo>
                    <a:lnTo>
                      <a:pt x="956481" y="210923"/>
                    </a:lnTo>
                    <a:lnTo>
                      <a:pt x="960302" y="219872"/>
                    </a:lnTo>
                    <a:cubicBezTo>
                      <a:pt x="960464" y="220352"/>
                      <a:pt x="961033" y="220723"/>
                      <a:pt x="961806" y="220898"/>
                    </a:cubicBezTo>
                    <a:lnTo>
                      <a:pt x="1051132" y="240607"/>
                    </a:lnTo>
                    <a:lnTo>
                      <a:pt x="1059016" y="263678"/>
                    </a:lnTo>
                    <a:lnTo>
                      <a:pt x="1067266" y="293406"/>
                    </a:lnTo>
                    <a:lnTo>
                      <a:pt x="1072428" y="326014"/>
                    </a:lnTo>
                    <a:lnTo>
                      <a:pt x="1072509" y="359540"/>
                    </a:lnTo>
                    <a:lnTo>
                      <a:pt x="1068648" y="396143"/>
                    </a:lnTo>
                    <a:lnTo>
                      <a:pt x="1061902" y="429822"/>
                    </a:lnTo>
                    <a:lnTo>
                      <a:pt x="1054221" y="446606"/>
                    </a:lnTo>
                    <a:lnTo>
                      <a:pt x="1045646" y="464024"/>
                    </a:lnTo>
                    <a:lnTo>
                      <a:pt x="1036827" y="480546"/>
                    </a:lnTo>
                    <a:lnTo>
                      <a:pt x="1028252" y="495105"/>
                    </a:lnTo>
                    <a:lnTo>
                      <a:pt x="1020896" y="506302"/>
                    </a:lnTo>
                    <a:lnTo>
                      <a:pt x="934576" y="506149"/>
                    </a:lnTo>
                    <a:lnTo>
                      <a:pt x="846794" y="503639"/>
                    </a:lnTo>
                    <a:lnTo>
                      <a:pt x="762791" y="499164"/>
                    </a:lnTo>
                    <a:lnTo>
                      <a:pt x="769335" y="490630"/>
                    </a:lnTo>
                    <a:close/>
                    <a:moveTo>
                      <a:pt x="760638" y="501871"/>
                    </a:moveTo>
                    <a:lnTo>
                      <a:pt x="846388" y="506454"/>
                    </a:lnTo>
                    <a:lnTo>
                      <a:pt x="934374" y="508965"/>
                    </a:lnTo>
                    <a:lnTo>
                      <a:pt x="1018864" y="509117"/>
                    </a:lnTo>
                    <a:lnTo>
                      <a:pt x="1013215" y="516888"/>
                    </a:lnTo>
                    <a:lnTo>
                      <a:pt x="1007526" y="523872"/>
                    </a:lnTo>
                    <a:lnTo>
                      <a:pt x="998910" y="533257"/>
                    </a:lnTo>
                    <a:lnTo>
                      <a:pt x="994967" y="535964"/>
                    </a:lnTo>
                    <a:lnTo>
                      <a:pt x="992082" y="538627"/>
                    </a:lnTo>
                    <a:lnTo>
                      <a:pt x="901740" y="538692"/>
                    </a:lnTo>
                    <a:lnTo>
                      <a:pt x="812332" y="537143"/>
                    </a:lnTo>
                    <a:lnTo>
                      <a:pt x="728613" y="534218"/>
                    </a:lnTo>
                    <a:lnTo>
                      <a:pt x="732108" y="531708"/>
                    </a:lnTo>
                    <a:lnTo>
                      <a:pt x="746251" y="517739"/>
                    </a:lnTo>
                    <a:lnTo>
                      <a:pt x="753850" y="509750"/>
                    </a:lnTo>
                    <a:lnTo>
                      <a:pt x="760638" y="501871"/>
                    </a:lnTo>
                    <a:close/>
                    <a:moveTo>
                      <a:pt x="16438" y="250735"/>
                    </a:moveTo>
                    <a:lnTo>
                      <a:pt x="27288" y="236242"/>
                    </a:lnTo>
                    <a:lnTo>
                      <a:pt x="37611" y="221684"/>
                    </a:lnTo>
                    <a:lnTo>
                      <a:pt x="47446" y="210596"/>
                    </a:lnTo>
                    <a:lnTo>
                      <a:pt x="56305" y="198984"/>
                    </a:lnTo>
                    <a:lnTo>
                      <a:pt x="64231" y="191585"/>
                    </a:lnTo>
                    <a:lnTo>
                      <a:pt x="70286" y="189228"/>
                    </a:lnTo>
                    <a:lnTo>
                      <a:pt x="143153" y="197282"/>
                    </a:lnTo>
                    <a:lnTo>
                      <a:pt x="252840" y="208151"/>
                    </a:lnTo>
                    <a:lnTo>
                      <a:pt x="341395" y="226333"/>
                    </a:lnTo>
                    <a:lnTo>
                      <a:pt x="427877" y="275944"/>
                    </a:lnTo>
                    <a:lnTo>
                      <a:pt x="512652" y="327957"/>
                    </a:lnTo>
                    <a:lnTo>
                      <a:pt x="596086" y="375714"/>
                    </a:lnTo>
                    <a:lnTo>
                      <a:pt x="586617" y="416704"/>
                    </a:lnTo>
                    <a:cubicBezTo>
                      <a:pt x="586535" y="417075"/>
                      <a:pt x="586657" y="417446"/>
                      <a:pt x="587023" y="417708"/>
                    </a:cubicBezTo>
                    <a:lnTo>
                      <a:pt x="670457" y="483886"/>
                    </a:lnTo>
                    <a:cubicBezTo>
                      <a:pt x="670742" y="484148"/>
                      <a:pt x="671189" y="484301"/>
                      <a:pt x="671677" y="484410"/>
                    </a:cubicBezTo>
                    <a:lnTo>
                      <a:pt x="755558" y="501151"/>
                    </a:lnTo>
                    <a:lnTo>
                      <a:pt x="749217" y="508506"/>
                    </a:lnTo>
                    <a:lnTo>
                      <a:pt x="741740" y="516451"/>
                    </a:lnTo>
                    <a:lnTo>
                      <a:pt x="727841" y="530158"/>
                    </a:lnTo>
                    <a:lnTo>
                      <a:pt x="722436" y="534043"/>
                    </a:lnTo>
                    <a:lnTo>
                      <a:pt x="633312" y="531162"/>
                    </a:lnTo>
                    <a:lnTo>
                      <a:pt x="543538" y="527954"/>
                    </a:lnTo>
                    <a:lnTo>
                      <a:pt x="454090" y="511758"/>
                    </a:lnTo>
                    <a:lnTo>
                      <a:pt x="366145" y="463849"/>
                    </a:lnTo>
                    <a:lnTo>
                      <a:pt x="278931" y="408803"/>
                    </a:lnTo>
                    <a:lnTo>
                      <a:pt x="192653" y="355131"/>
                    </a:lnTo>
                    <a:lnTo>
                      <a:pt x="204763" y="325185"/>
                    </a:lnTo>
                    <a:cubicBezTo>
                      <a:pt x="204926" y="324705"/>
                      <a:pt x="204723" y="324225"/>
                      <a:pt x="204072" y="323897"/>
                    </a:cubicBezTo>
                    <a:lnTo>
                      <a:pt x="117022" y="274176"/>
                    </a:lnTo>
                    <a:lnTo>
                      <a:pt x="128279" y="236504"/>
                    </a:lnTo>
                    <a:lnTo>
                      <a:pt x="138723" y="215398"/>
                    </a:lnTo>
                    <a:lnTo>
                      <a:pt x="144657" y="206863"/>
                    </a:lnTo>
                    <a:lnTo>
                      <a:pt x="147908" y="200359"/>
                    </a:lnTo>
                    <a:lnTo>
                      <a:pt x="148314" y="199988"/>
                    </a:lnTo>
                    <a:cubicBezTo>
                      <a:pt x="149087" y="199355"/>
                      <a:pt x="148761" y="198482"/>
                      <a:pt x="147583" y="198067"/>
                    </a:cubicBezTo>
                    <a:cubicBezTo>
                      <a:pt x="146445" y="197653"/>
                      <a:pt x="144860" y="197805"/>
                      <a:pt x="144047" y="198482"/>
                    </a:cubicBezTo>
                    <a:lnTo>
                      <a:pt x="143397" y="199006"/>
                    </a:lnTo>
                    <a:cubicBezTo>
                      <a:pt x="143397" y="199006"/>
                      <a:pt x="143153" y="199224"/>
                      <a:pt x="143112" y="199377"/>
                    </a:cubicBezTo>
                    <a:lnTo>
                      <a:pt x="139821" y="205990"/>
                    </a:lnTo>
                    <a:lnTo>
                      <a:pt x="133887" y="214525"/>
                    </a:lnTo>
                    <a:lnTo>
                      <a:pt x="123280" y="235827"/>
                    </a:lnTo>
                    <a:lnTo>
                      <a:pt x="111779" y="274417"/>
                    </a:lnTo>
                    <a:cubicBezTo>
                      <a:pt x="111616" y="274831"/>
                      <a:pt x="111860" y="275268"/>
                      <a:pt x="112470" y="275595"/>
                    </a:cubicBezTo>
                    <a:lnTo>
                      <a:pt x="199480" y="325272"/>
                    </a:lnTo>
                    <a:lnTo>
                      <a:pt x="187369" y="355218"/>
                    </a:lnTo>
                    <a:cubicBezTo>
                      <a:pt x="187207" y="355655"/>
                      <a:pt x="187410" y="356135"/>
                      <a:pt x="187979" y="356506"/>
                    </a:cubicBezTo>
                    <a:lnTo>
                      <a:pt x="275152" y="410658"/>
                    </a:lnTo>
                    <a:lnTo>
                      <a:pt x="362447" y="465748"/>
                    </a:lnTo>
                    <a:lnTo>
                      <a:pt x="450920" y="513985"/>
                    </a:lnTo>
                    <a:cubicBezTo>
                      <a:pt x="451205" y="514137"/>
                      <a:pt x="451570" y="514247"/>
                      <a:pt x="451895" y="514290"/>
                    </a:cubicBezTo>
                    <a:lnTo>
                      <a:pt x="542522" y="530660"/>
                    </a:lnTo>
                    <a:lnTo>
                      <a:pt x="632946" y="533956"/>
                    </a:lnTo>
                    <a:lnTo>
                      <a:pt x="718778" y="536728"/>
                    </a:lnTo>
                    <a:lnTo>
                      <a:pt x="716543" y="538430"/>
                    </a:lnTo>
                    <a:lnTo>
                      <a:pt x="626526" y="536837"/>
                    </a:lnTo>
                    <a:lnTo>
                      <a:pt x="535492" y="534982"/>
                    </a:lnTo>
                    <a:lnTo>
                      <a:pt x="445311" y="531097"/>
                    </a:lnTo>
                    <a:lnTo>
                      <a:pt x="355863" y="487029"/>
                    </a:lnTo>
                    <a:lnTo>
                      <a:pt x="267186" y="448505"/>
                    </a:lnTo>
                    <a:lnTo>
                      <a:pt x="179323" y="392716"/>
                    </a:lnTo>
                    <a:lnTo>
                      <a:pt x="97839" y="342886"/>
                    </a:lnTo>
                    <a:lnTo>
                      <a:pt x="4855" y="285395"/>
                    </a:lnTo>
                    <a:lnTo>
                      <a:pt x="16438" y="25075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7" name="Freeform: Shape 556">
                <a:extLst>
                  <a:ext uri="{FF2B5EF4-FFF2-40B4-BE49-F238E27FC236}">
                    <a16:creationId xmlns:a16="http://schemas.microsoft.com/office/drawing/2014/main" id="{49DABC5A-AB22-4A4B-89BC-46E297E9AF5D}"/>
                  </a:ext>
                </a:extLst>
              </p:cNvPr>
              <p:cNvSpPr/>
              <p:nvPr/>
            </p:nvSpPr>
            <p:spPr>
              <a:xfrm>
                <a:off x="9917207" y="5710810"/>
                <a:ext cx="131973" cy="21831"/>
              </a:xfrm>
              <a:custGeom>
                <a:avLst/>
                <a:gdLst>
                  <a:gd name="connsiteX0" fmla="*/ 129366 w 131973"/>
                  <a:gd name="connsiteY0" fmla="*/ 21831 h 21831"/>
                  <a:gd name="connsiteX1" fmla="*/ 128391 w 131973"/>
                  <a:gd name="connsiteY1" fmla="*/ 21722 h 21831"/>
                  <a:gd name="connsiteX2" fmla="*/ 121361 w 131973"/>
                  <a:gd name="connsiteY2" fmla="*/ 19954 h 21831"/>
                  <a:gd name="connsiteX3" fmla="*/ 106080 w 131973"/>
                  <a:gd name="connsiteY3" fmla="*/ 16920 h 21831"/>
                  <a:gd name="connsiteX4" fmla="*/ 75721 w 131973"/>
                  <a:gd name="connsiteY4" fmla="*/ 12009 h 21831"/>
                  <a:gd name="connsiteX5" fmla="*/ 60847 w 131973"/>
                  <a:gd name="connsiteY5" fmla="*/ 9827 h 21831"/>
                  <a:gd name="connsiteX6" fmla="*/ 46054 w 131973"/>
                  <a:gd name="connsiteY6" fmla="*/ 8386 h 21831"/>
                  <a:gd name="connsiteX7" fmla="*/ 31180 w 131973"/>
                  <a:gd name="connsiteY7" fmla="*/ 6203 h 21831"/>
                  <a:gd name="connsiteX8" fmla="*/ 16509 w 131973"/>
                  <a:gd name="connsiteY8" fmla="*/ 4283 h 21831"/>
                  <a:gd name="connsiteX9" fmla="*/ 2041 w 131973"/>
                  <a:gd name="connsiteY9" fmla="*/ 2799 h 21831"/>
                  <a:gd name="connsiteX10" fmla="*/ 50 w 131973"/>
                  <a:gd name="connsiteY10" fmla="*/ 1140 h 21831"/>
                  <a:gd name="connsiteX11" fmla="*/ 3016 w 131973"/>
                  <a:gd name="connsiteY11" fmla="*/ 27 h 21831"/>
                  <a:gd name="connsiteX12" fmla="*/ 17484 w 131973"/>
                  <a:gd name="connsiteY12" fmla="*/ 1511 h 21831"/>
                  <a:gd name="connsiteX13" fmla="*/ 32358 w 131973"/>
                  <a:gd name="connsiteY13" fmla="*/ 3475 h 21831"/>
                  <a:gd name="connsiteX14" fmla="*/ 47152 w 131973"/>
                  <a:gd name="connsiteY14" fmla="*/ 5592 h 21831"/>
                  <a:gd name="connsiteX15" fmla="*/ 61944 w 131973"/>
                  <a:gd name="connsiteY15" fmla="*/ 7098 h 21831"/>
                  <a:gd name="connsiteX16" fmla="*/ 77144 w 131973"/>
                  <a:gd name="connsiteY16" fmla="*/ 9281 h 21831"/>
                  <a:gd name="connsiteX17" fmla="*/ 107705 w 131973"/>
                  <a:gd name="connsiteY17" fmla="*/ 14236 h 21831"/>
                  <a:gd name="connsiteX18" fmla="*/ 123270 w 131973"/>
                  <a:gd name="connsiteY18" fmla="*/ 17335 h 21831"/>
                  <a:gd name="connsiteX19" fmla="*/ 130505 w 131973"/>
                  <a:gd name="connsiteY19" fmla="*/ 19103 h 21831"/>
                  <a:gd name="connsiteX20" fmla="*/ 131804 w 131973"/>
                  <a:gd name="connsiteY20" fmla="*/ 20958 h 21831"/>
                  <a:gd name="connsiteX21" fmla="*/ 129448 w 131973"/>
                  <a:gd name="connsiteY21" fmla="*/ 21809 h 21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1973" h="21831">
                    <a:moveTo>
                      <a:pt x="129366" y="21831"/>
                    </a:moveTo>
                    <a:cubicBezTo>
                      <a:pt x="129082" y="21831"/>
                      <a:pt x="128675" y="21766"/>
                      <a:pt x="128391" y="21722"/>
                    </a:cubicBezTo>
                    <a:lnTo>
                      <a:pt x="121361" y="19954"/>
                    </a:lnTo>
                    <a:lnTo>
                      <a:pt x="106080" y="16920"/>
                    </a:lnTo>
                    <a:lnTo>
                      <a:pt x="75721" y="12009"/>
                    </a:lnTo>
                    <a:lnTo>
                      <a:pt x="60847" y="9827"/>
                    </a:lnTo>
                    <a:lnTo>
                      <a:pt x="46054" y="8386"/>
                    </a:lnTo>
                    <a:lnTo>
                      <a:pt x="31180" y="6203"/>
                    </a:lnTo>
                    <a:lnTo>
                      <a:pt x="16509" y="4283"/>
                    </a:lnTo>
                    <a:lnTo>
                      <a:pt x="2041" y="2799"/>
                    </a:lnTo>
                    <a:cubicBezTo>
                      <a:pt x="740" y="2624"/>
                      <a:pt x="-235" y="1947"/>
                      <a:pt x="50" y="1140"/>
                    </a:cubicBezTo>
                    <a:cubicBezTo>
                      <a:pt x="334" y="398"/>
                      <a:pt x="1553" y="-126"/>
                      <a:pt x="3016" y="27"/>
                    </a:cubicBezTo>
                    <a:lnTo>
                      <a:pt x="17484" y="1511"/>
                    </a:lnTo>
                    <a:lnTo>
                      <a:pt x="32358" y="3475"/>
                    </a:lnTo>
                    <a:lnTo>
                      <a:pt x="47152" y="5592"/>
                    </a:lnTo>
                    <a:lnTo>
                      <a:pt x="61944" y="7098"/>
                    </a:lnTo>
                    <a:lnTo>
                      <a:pt x="77144" y="9281"/>
                    </a:lnTo>
                    <a:lnTo>
                      <a:pt x="107705" y="14236"/>
                    </a:lnTo>
                    <a:lnTo>
                      <a:pt x="123270" y="17335"/>
                    </a:lnTo>
                    <a:lnTo>
                      <a:pt x="130505" y="19103"/>
                    </a:lnTo>
                    <a:cubicBezTo>
                      <a:pt x="131682" y="19430"/>
                      <a:pt x="132292" y="20282"/>
                      <a:pt x="131804" y="20958"/>
                    </a:cubicBezTo>
                    <a:cubicBezTo>
                      <a:pt x="131317" y="21482"/>
                      <a:pt x="130423" y="21809"/>
                      <a:pt x="129448" y="2180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8" name="Freeform: Shape 557">
                <a:extLst>
                  <a:ext uri="{FF2B5EF4-FFF2-40B4-BE49-F238E27FC236}">
                    <a16:creationId xmlns:a16="http://schemas.microsoft.com/office/drawing/2014/main" id="{54F4DADD-3A31-4310-BC8B-36406D0CF1B1}"/>
                  </a:ext>
                </a:extLst>
              </p:cNvPr>
              <p:cNvSpPr/>
              <p:nvPr/>
            </p:nvSpPr>
            <p:spPr>
              <a:xfrm>
                <a:off x="10370381" y="5693163"/>
                <a:ext cx="185261" cy="23609"/>
              </a:xfrm>
              <a:custGeom>
                <a:avLst/>
                <a:gdLst>
                  <a:gd name="connsiteX0" fmla="*/ 182729 w 185261"/>
                  <a:gd name="connsiteY0" fmla="*/ 23610 h 23609"/>
                  <a:gd name="connsiteX1" fmla="*/ 182242 w 185261"/>
                  <a:gd name="connsiteY1" fmla="*/ 23566 h 23609"/>
                  <a:gd name="connsiteX2" fmla="*/ 2044 w 185261"/>
                  <a:gd name="connsiteY2" fmla="*/ 2787 h 23609"/>
                  <a:gd name="connsiteX3" fmla="*/ 53 w 185261"/>
                  <a:gd name="connsiteY3" fmla="*/ 1129 h 23609"/>
                  <a:gd name="connsiteX4" fmla="*/ 3020 w 185261"/>
                  <a:gd name="connsiteY4" fmla="*/ 15 h 23609"/>
                  <a:gd name="connsiteX5" fmla="*/ 183218 w 185261"/>
                  <a:gd name="connsiteY5" fmla="*/ 20794 h 23609"/>
                  <a:gd name="connsiteX6" fmla="*/ 185209 w 185261"/>
                  <a:gd name="connsiteY6" fmla="*/ 22497 h 23609"/>
                  <a:gd name="connsiteX7" fmla="*/ 182729 w 185261"/>
                  <a:gd name="connsiteY7" fmla="*/ 23610 h 23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261" h="23609">
                    <a:moveTo>
                      <a:pt x="182729" y="23610"/>
                    </a:moveTo>
                    <a:cubicBezTo>
                      <a:pt x="182729" y="23610"/>
                      <a:pt x="182323" y="23566"/>
                      <a:pt x="182242" y="23566"/>
                    </a:cubicBezTo>
                    <a:lnTo>
                      <a:pt x="2044" y="2787"/>
                    </a:lnTo>
                    <a:cubicBezTo>
                      <a:pt x="662" y="2613"/>
                      <a:pt x="-232" y="1871"/>
                      <a:pt x="53" y="1129"/>
                    </a:cubicBezTo>
                    <a:cubicBezTo>
                      <a:pt x="338" y="386"/>
                      <a:pt x="1637" y="-94"/>
                      <a:pt x="3020" y="15"/>
                    </a:cubicBezTo>
                    <a:lnTo>
                      <a:pt x="183218" y="20794"/>
                    </a:lnTo>
                    <a:cubicBezTo>
                      <a:pt x="184599" y="20969"/>
                      <a:pt x="185493" y="21711"/>
                      <a:pt x="185209" y="22497"/>
                    </a:cubicBezTo>
                    <a:cubicBezTo>
                      <a:pt x="184924" y="23130"/>
                      <a:pt x="183908" y="23610"/>
                      <a:pt x="182729" y="2361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59" name="Freeform: Shape 558">
                <a:extLst>
                  <a:ext uri="{FF2B5EF4-FFF2-40B4-BE49-F238E27FC236}">
                    <a16:creationId xmlns:a16="http://schemas.microsoft.com/office/drawing/2014/main" id="{D15C71FB-03DE-40F9-8F1A-4B757F2D1340}"/>
                  </a:ext>
                </a:extLst>
              </p:cNvPr>
              <p:cNvSpPr/>
              <p:nvPr/>
            </p:nvSpPr>
            <p:spPr>
              <a:xfrm>
                <a:off x="1369382" y="5716104"/>
                <a:ext cx="662576" cy="193615"/>
              </a:xfrm>
              <a:custGeom>
                <a:avLst/>
                <a:gdLst>
                  <a:gd name="connsiteX0" fmla="*/ 2542 w 662576"/>
                  <a:gd name="connsiteY0" fmla="*/ 193616 h 193615"/>
                  <a:gd name="connsiteX1" fmla="*/ 510 w 662576"/>
                  <a:gd name="connsiteY1" fmla="*/ 193026 h 193615"/>
                  <a:gd name="connsiteX2" fmla="*/ 1039 w 662576"/>
                  <a:gd name="connsiteY2" fmla="*/ 191062 h 193615"/>
                  <a:gd name="connsiteX3" fmla="*/ 12946 w 662576"/>
                  <a:gd name="connsiteY3" fmla="*/ 186260 h 193615"/>
                  <a:gd name="connsiteX4" fmla="*/ 48100 w 662576"/>
                  <a:gd name="connsiteY4" fmla="*/ 172444 h 193615"/>
                  <a:gd name="connsiteX5" fmla="*/ 82563 w 662576"/>
                  <a:gd name="connsiteY5" fmla="*/ 154699 h 193615"/>
                  <a:gd name="connsiteX6" fmla="*/ 84635 w 662576"/>
                  <a:gd name="connsiteY6" fmla="*/ 154372 h 193615"/>
                  <a:gd name="connsiteX7" fmla="*/ 193510 w 662576"/>
                  <a:gd name="connsiteY7" fmla="*/ 162884 h 193615"/>
                  <a:gd name="connsiteX8" fmla="*/ 302425 w 662576"/>
                  <a:gd name="connsiteY8" fmla="*/ 170501 h 193615"/>
                  <a:gd name="connsiteX9" fmla="*/ 410080 w 662576"/>
                  <a:gd name="connsiteY9" fmla="*/ 176569 h 193615"/>
                  <a:gd name="connsiteX10" fmla="*/ 441251 w 662576"/>
                  <a:gd name="connsiteY10" fmla="*/ 155572 h 193615"/>
                  <a:gd name="connsiteX11" fmla="*/ 472910 w 662576"/>
                  <a:gd name="connsiteY11" fmla="*/ 135644 h 193615"/>
                  <a:gd name="connsiteX12" fmla="*/ 504040 w 662576"/>
                  <a:gd name="connsiteY12" fmla="*/ 114975 h 193615"/>
                  <a:gd name="connsiteX13" fmla="*/ 534683 w 662576"/>
                  <a:gd name="connsiteY13" fmla="*/ 90725 h 193615"/>
                  <a:gd name="connsiteX14" fmla="*/ 596415 w 662576"/>
                  <a:gd name="connsiteY14" fmla="*/ 44366 h 193615"/>
                  <a:gd name="connsiteX15" fmla="*/ 658025 w 662576"/>
                  <a:gd name="connsiteY15" fmla="*/ 560 h 193615"/>
                  <a:gd name="connsiteX16" fmla="*/ 661601 w 662576"/>
                  <a:gd name="connsiteY16" fmla="*/ 298 h 193615"/>
                  <a:gd name="connsiteX17" fmla="*/ 662048 w 662576"/>
                  <a:gd name="connsiteY17" fmla="*/ 2284 h 193615"/>
                  <a:gd name="connsiteX18" fmla="*/ 600479 w 662576"/>
                  <a:gd name="connsiteY18" fmla="*/ 46090 h 193615"/>
                  <a:gd name="connsiteX19" fmla="*/ 538787 w 662576"/>
                  <a:gd name="connsiteY19" fmla="*/ 92406 h 193615"/>
                  <a:gd name="connsiteX20" fmla="*/ 508023 w 662576"/>
                  <a:gd name="connsiteY20" fmla="*/ 116699 h 193615"/>
                  <a:gd name="connsiteX21" fmla="*/ 476771 w 662576"/>
                  <a:gd name="connsiteY21" fmla="*/ 137478 h 193615"/>
                  <a:gd name="connsiteX22" fmla="*/ 445112 w 662576"/>
                  <a:gd name="connsiteY22" fmla="*/ 157405 h 193615"/>
                  <a:gd name="connsiteX23" fmla="*/ 413169 w 662576"/>
                  <a:gd name="connsiteY23" fmla="*/ 178948 h 193615"/>
                  <a:gd name="connsiteX24" fmla="*/ 410934 w 662576"/>
                  <a:gd name="connsiteY24" fmla="*/ 179472 h 193615"/>
                  <a:gd name="connsiteX25" fmla="*/ 301897 w 662576"/>
                  <a:gd name="connsiteY25" fmla="*/ 173339 h 193615"/>
                  <a:gd name="connsiteX26" fmla="*/ 192860 w 662576"/>
                  <a:gd name="connsiteY26" fmla="*/ 165678 h 193615"/>
                  <a:gd name="connsiteX27" fmla="*/ 85164 w 662576"/>
                  <a:gd name="connsiteY27" fmla="*/ 157253 h 193615"/>
                  <a:gd name="connsiteX28" fmla="*/ 51270 w 662576"/>
                  <a:gd name="connsiteY28" fmla="*/ 174627 h 193615"/>
                  <a:gd name="connsiteX29" fmla="*/ 4046 w 662576"/>
                  <a:gd name="connsiteY29" fmla="*/ 193332 h 193615"/>
                  <a:gd name="connsiteX30" fmla="*/ 2502 w 662576"/>
                  <a:gd name="connsiteY30" fmla="*/ 193594 h 193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62576" h="193615">
                    <a:moveTo>
                      <a:pt x="2542" y="193616"/>
                    </a:moveTo>
                    <a:cubicBezTo>
                      <a:pt x="1811" y="193616"/>
                      <a:pt x="998" y="193397"/>
                      <a:pt x="510" y="193026"/>
                    </a:cubicBezTo>
                    <a:cubicBezTo>
                      <a:pt x="-343" y="192393"/>
                      <a:pt x="-99" y="191520"/>
                      <a:pt x="1039" y="191062"/>
                    </a:cubicBezTo>
                    <a:lnTo>
                      <a:pt x="12946" y="186260"/>
                    </a:lnTo>
                    <a:lnTo>
                      <a:pt x="48100" y="172444"/>
                    </a:lnTo>
                    <a:lnTo>
                      <a:pt x="82563" y="154699"/>
                    </a:lnTo>
                    <a:cubicBezTo>
                      <a:pt x="83132" y="154437"/>
                      <a:pt x="83904" y="154328"/>
                      <a:pt x="84635" y="154372"/>
                    </a:cubicBezTo>
                    <a:lnTo>
                      <a:pt x="193510" y="162884"/>
                    </a:lnTo>
                    <a:lnTo>
                      <a:pt x="302425" y="170501"/>
                    </a:lnTo>
                    <a:lnTo>
                      <a:pt x="410080" y="176569"/>
                    </a:lnTo>
                    <a:lnTo>
                      <a:pt x="441251" y="155572"/>
                    </a:lnTo>
                    <a:lnTo>
                      <a:pt x="472910" y="135644"/>
                    </a:lnTo>
                    <a:lnTo>
                      <a:pt x="504040" y="114975"/>
                    </a:lnTo>
                    <a:lnTo>
                      <a:pt x="534683" y="90725"/>
                    </a:lnTo>
                    <a:lnTo>
                      <a:pt x="596415" y="44366"/>
                    </a:lnTo>
                    <a:lnTo>
                      <a:pt x="658025" y="560"/>
                    </a:lnTo>
                    <a:cubicBezTo>
                      <a:pt x="658878" y="-73"/>
                      <a:pt x="660464" y="-182"/>
                      <a:pt x="661601" y="298"/>
                    </a:cubicBezTo>
                    <a:cubicBezTo>
                      <a:pt x="662699" y="778"/>
                      <a:pt x="662902" y="1695"/>
                      <a:pt x="662048" y="2284"/>
                    </a:cubicBezTo>
                    <a:lnTo>
                      <a:pt x="600479" y="46090"/>
                    </a:lnTo>
                    <a:lnTo>
                      <a:pt x="538787" y="92406"/>
                    </a:lnTo>
                    <a:lnTo>
                      <a:pt x="508023" y="116699"/>
                    </a:lnTo>
                    <a:lnTo>
                      <a:pt x="476771" y="137478"/>
                    </a:lnTo>
                    <a:lnTo>
                      <a:pt x="445112" y="157405"/>
                    </a:lnTo>
                    <a:lnTo>
                      <a:pt x="413169" y="178948"/>
                    </a:lnTo>
                    <a:cubicBezTo>
                      <a:pt x="412641" y="179319"/>
                      <a:pt x="411787" y="179538"/>
                      <a:pt x="410934" y="179472"/>
                    </a:cubicBezTo>
                    <a:lnTo>
                      <a:pt x="301897" y="173339"/>
                    </a:lnTo>
                    <a:lnTo>
                      <a:pt x="192860" y="165678"/>
                    </a:lnTo>
                    <a:lnTo>
                      <a:pt x="85164" y="157253"/>
                    </a:lnTo>
                    <a:lnTo>
                      <a:pt x="51270" y="174627"/>
                    </a:lnTo>
                    <a:lnTo>
                      <a:pt x="4046" y="193332"/>
                    </a:lnTo>
                    <a:cubicBezTo>
                      <a:pt x="3558" y="193507"/>
                      <a:pt x="3030" y="193594"/>
                      <a:pt x="2502" y="19359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0" name="Freeform: Shape 559">
                <a:extLst>
                  <a:ext uri="{FF2B5EF4-FFF2-40B4-BE49-F238E27FC236}">
                    <a16:creationId xmlns:a16="http://schemas.microsoft.com/office/drawing/2014/main" id="{652052CA-8C31-4D0E-BB48-DAC689B8C5E8}"/>
                  </a:ext>
                </a:extLst>
              </p:cNvPr>
              <p:cNvSpPr/>
              <p:nvPr/>
            </p:nvSpPr>
            <p:spPr>
              <a:xfrm>
                <a:off x="10314947" y="5693114"/>
                <a:ext cx="213953" cy="27064"/>
              </a:xfrm>
              <a:custGeom>
                <a:avLst/>
                <a:gdLst>
                  <a:gd name="connsiteX0" fmla="*/ 211381 w 213953"/>
                  <a:gd name="connsiteY0" fmla="*/ 27064 h 27064"/>
                  <a:gd name="connsiteX1" fmla="*/ 210893 w 213953"/>
                  <a:gd name="connsiteY1" fmla="*/ 27064 h 27064"/>
                  <a:gd name="connsiteX2" fmla="*/ 2044 w 213953"/>
                  <a:gd name="connsiteY2" fmla="*/ 2771 h 27064"/>
                  <a:gd name="connsiteX3" fmla="*/ 53 w 213953"/>
                  <a:gd name="connsiteY3" fmla="*/ 1112 h 27064"/>
                  <a:gd name="connsiteX4" fmla="*/ 3141 w 213953"/>
                  <a:gd name="connsiteY4" fmla="*/ 43 h 27064"/>
                  <a:gd name="connsiteX5" fmla="*/ 211991 w 213953"/>
                  <a:gd name="connsiteY5" fmla="*/ 24292 h 27064"/>
                  <a:gd name="connsiteX6" fmla="*/ 213901 w 213953"/>
                  <a:gd name="connsiteY6" fmla="*/ 25951 h 27064"/>
                  <a:gd name="connsiteX7" fmla="*/ 211421 w 213953"/>
                  <a:gd name="connsiteY7" fmla="*/ 27064 h 27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953" h="27064">
                    <a:moveTo>
                      <a:pt x="211381" y="27064"/>
                    </a:moveTo>
                    <a:lnTo>
                      <a:pt x="210893" y="27064"/>
                    </a:lnTo>
                    <a:lnTo>
                      <a:pt x="2044" y="2771"/>
                    </a:lnTo>
                    <a:cubicBezTo>
                      <a:pt x="663" y="2618"/>
                      <a:pt x="-231" y="1876"/>
                      <a:pt x="53" y="1112"/>
                    </a:cubicBezTo>
                    <a:cubicBezTo>
                      <a:pt x="337" y="348"/>
                      <a:pt x="1760" y="-154"/>
                      <a:pt x="3141" y="43"/>
                    </a:cubicBezTo>
                    <a:lnTo>
                      <a:pt x="211991" y="24292"/>
                    </a:lnTo>
                    <a:cubicBezTo>
                      <a:pt x="213292" y="24445"/>
                      <a:pt x="214185" y="25187"/>
                      <a:pt x="213901" y="25951"/>
                    </a:cubicBezTo>
                    <a:cubicBezTo>
                      <a:pt x="213697" y="26584"/>
                      <a:pt x="212600" y="27064"/>
                      <a:pt x="211421" y="270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1" name="Freeform: Shape 560">
                <a:extLst>
                  <a:ext uri="{FF2B5EF4-FFF2-40B4-BE49-F238E27FC236}">
                    <a16:creationId xmlns:a16="http://schemas.microsoft.com/office/drawing/2014/main" id="{A34A961C-2DFC-4102-8352-8958BB7B5E9E}"/>
                  </a:ext>
                </a:extLst>
              </p:cNvPr>
              <p:cNvSpPr/>
              <p:nvPr/>
            </p:nvSpPr>
            <p:spPr>
              <a:xfrm>
                <a:off x="-40" y="5648434"/>
                <a:ext cx="4055265" cy="453315"/>
              </a:xfrm>
              <a:custGeom>
                <a:avLst/>
                <a:gdLst>
                  <a:gd name="connsiteX0" fmla="*/ 4053881 w 4055265"/>
                  <a:gd name="connsiteY0" fmla="*/ 326350 h 453315"/>
                  <a:gd name="connsiteX1" fmla="*/ 3952890 w 4055265"/>
                  <a:gd name="connsiteY1" fmla="*/ 296775 h 453315"/>
                  <a:gd name="connsiteX2" fmla="*/ 3851737 w 4055265"/>
                  <a:gd name="connsiteY2" fmla="*/ 272111 h 453315"/>
                  <a:gd name="connsiteX3" fmla="*/ 3750666 w 4055265"/>
                  <a:gd name="connsiteY3" fmla="*/ 247011 h 453315"/>
                  <a:gd name="connsiteX4" fmla="*/ 3649675 w 4055265"/>
                  <a:gd name="connsiteY4" fmla="*/ 220208 h 453315"/>
                  <a:gd name="connsiteX5" fmla="*/ 3548726 w 4055265"/>
                  <a:gd name="connsiteY5" fmla="*/ 192554 h 453315"/>
                  <a:gd name="connsiteX6" fmla="*/ 3352922 w 4055265"/>
                  <a:gd name="connsiteY6" fmla="*/ 151629 h 453315"/>
                  <a:gd name="connsiteX7" fmla="*/ 3257581 w 4055265"/>
                  <a:gd name="connsiteY7" fmla="*/ 129606 h 453315"/>
                  <a:gd name="connsiteX8" fmla="*/ 3164149 w 4055265"/>
                  <a:gd name="connsiteY8" fmla="*/ 109307 h 453315"/>
                  <a:gd name="connsiteX9" fmla="*/ 3071815 w 4055265"/>
                  <a:gd name="connsiteY9" fmla="*/ 83617 h 453315"/>
                  <a:gd name="connsiteX10" fmla="*/ 2978993 w 4055265"/>
                  <a:gd name="connsiteY10" fmla="*/ 56269 h 453315"/>
                  <a:gd name="connsiteX11" fmla="*/ 2883611 w 4055265"/>
                  <a:gd name="connsiteY11" fmla="*/ 32456 h 453315"/>
                  <a:gd name="connsiteX12" fmla="*/ 2784734 w 4055265"/>
                  <a:gd name="connsiteY12" fmla="*/ 17745 h 453315"/>
                  <a:gd name="connsiteX13" fmla="*/ 2681996 w 4055265"/>
                  <a:gd name="connsiteY13" fmla="*/ 6395 h 453315"/>
                  <a:gd name="connsiteX14" fmla="*/ 2575845 w 4055265"/>
                  <a:gd name="connsiteY14" fmla="*/ 0 h 453315"/>
                  <a:gd name="connsiteX15" fmla="*/ 2467702 w 4055265"/>
                  <a:gd name="connsiteY15" fmla="*/ 1222 h 453315"/>
                  <a:gd name="connsiteX16" fmla="*/ 2359193 w 4055265"/>
                  <a:gd name="connsiteY16" fmla="*/ 8360 h 453315"/>
                  <a:gd name="connsiteX17" fmla="*/ 2357852 w 4055265"/>
                  <a:gd name="connsiteY17" fmla="*/ 8665 h 453315"/>
                  <a:gd name="connsiteX18" fmla="*/ 2331964 w 4055265"/>
                  <a:gd name="connsiteY18" fmla="*/ 20823 h 453315"/>
                  <a:gd name="connsiteX19" fmla="*/ 2223902 w 4055265"/>
                  <a:gd name="connsiteY19" fmla="*/ 23856 h 453315"/>
                  <a:gd name="connsiteX20" fmla="*/ 2128114 w 4055265"/>
                  <a:gd name="connsiteY20" fmla="*/ 36647 h 453315"/>
                  <a:gd name="connsiteX21" fmla="*/ 2106575 w 4055265"/>
                  <a:gd name="connsiteY21" fmla="*/ 39266 h 453315"/>
                  <a:gd name="connsiteX22" fmla="*/ 2097349 w 4055265"/>
                  <a:gd name="connsiteY22" fmla="*/ 40903 h 453315"/>
                  <a:gd name="connsiteX23" fmla="*/ 2088774 w 4055265"/>
                  <a:gd name="connsiteY23" fmla="*/ 41863 h 453315"/>
                  <a:gd name="connsiteX24" fmla="*/ 2071218 w 4055265"/>
                  <a:gd name="connsiteY24" fmla="*/ 42605 h 453315"/>
                  <a:gd name="connsiteX25" fmla="*/ 2056343 w 4055265"/>
                  <a:gd name="connsiteY25" fmla="*/ 44788 h 453315"/>
                  <a:gd name="connsiteX26" fmla="*/ 2049557 w 4055265"/>
                  <a:gd name="connsiteY26" fmla="*/ 45967 h 453315"/>
                  <a:gd name="connsiteX27" fmla="*/ 2027855 w 4055265"/>
                  <a:gd name="connsiteY27" fmla="*/ 47669 h 453315"/>
                  <a:gd name="connsiteX28" fmla="*/ 2019524 w 4055265"/>
                  <a:gd name="connsiteY28" fmla="*/ 47997 h 453315"/>
                  <a:gd name="connsiteX29" fmla="*/ 2016110 w 4055265"/>
                  <a:gd name="connsiteY29" fmla="*/ 47931 h 453315"/>
                  <a:gd name="connsiteX30" fmla="*/ 1982663 w 4055265"/>
                  <a:gd name="connsiteY30" fmla="*/ 51183 h 453315"/>
                  <a:gd name="connsiteX31" fmla="*/ 1972341 w 4055265"/>
                  <a:gd name="connsiteY31" fmla="*/ 51816 h 453315"/>
                  <a:gd name="connsiteX32" fmla="*/ 1952752 w 4055265"/>
                  <a:gd name="connsiteY32" fmla="*/ 54261 h 453315"/>
                  <a:gd name="connsiteX33" fmla="*/ 1922841 w 4055265"/>
                  <a:gd name="connsiteY33" fmla="*/ 60285 h 453315"/>
                  <a:gd name="connsiteX34" fmla="*/ 1921947 w 4055265"/>
                  <a:gd name="connsiteY34" fmla="*/ 60612 h 453315"/>
                  <a:gd name="connsiteX35" fmla="*/ 1891182 w 4055265"/>
                  <a:gd name="connsiteY35" fmla="*/ 76437 h 453315"/>
                  <a:gd name="connsiteX36" fmla="*/ 1861068 w 4055265"/>
                  <a:gd name="connsiteY36" fmla="*/ 97019 h 453315"/>
                  <a:gd name="connsiteX37" fmla="*/ 1757965 w 4055265"/>
                  <a:gd name="connsiteY37" fmla="*/ 88921 h 453315"/>
                  <a:gd name="connsiteX38" fmla="*/ 1653195 w 4055265"/>
                  <a:gd name="connsiteY38" fmla="*/ 81828 h 453315"/>
                  <a:gd name="connsiteX39" fmla="*/ 1548669 w 4055265"/>
                  <a:gd name="connsiteY39" fmla="*/ 80824 h 453315"/>
                  <a:gd name="connsiteX40" fmla="*/ 1546474 w 4055265"/>
                  <a:gd name="connsiteY40" fmla="*/ 81457 h 453315"/>
                  <a:gd name="connsiteX41" fmla="*/ 1513718 w 4055265"/>
                  <a:gd name="connsiteY41" fmla="*/ 108783 h 453315"/>
                  <a:gd name="connsiteX42" fmla="*/ 1480475 w 4055265"/>
                  <a:gd name="connsiteY42" fmla="*/ 131265 h 453315"/>
                  <a:gd name="connsiteX43" fmla="*/ 1447597 w 4055265"/>
                  <a:gd name="connsiteY43" fmla="*/ 153222 h 453315"/>
                  <a:gd name="connsiteX44" fmla="*/ 1342177 w 4055265"/>
                  <a:gd name="connsiteY44" fmla="*/ 148748 h 453315"/>
                  <a:gd name="connsiteX45" fmla="*/ 1235659 w 4055265"/>
                  <a:gd name="connsiteY45" fmla="*/ 147373 h 453315"/>
                  <a:gd name="connsiteX46" fmla="*/ 1129142 w 4055265"/>
                  <a:gd name="connsiteY46" fmla="*/ 142418 h 453315"/>
                  <a:gd name="connsiteX47" fmla="*/ 1127029 w 4055265"/>
                  <a:gd name="connsiteY47" fmla="*/ 142898 h 453315"/>
                  <a:gd name="connsiteX48" fmla="*/ 1090696 w 4055265"/>
                  <a:gd name="connsiteY48" fmla="*/ 165860 h 453315"/>
                  <a:gd name="connsiteX49" fmla="*/ 1053755 w 4055265"/>
                  <a:gd name="connsiteY49" fmla="*/ 186901 h 453315"/>
                  <a:gd name="connsiteX50" fmla="*/ 1016650 w 4055265"/>
                  <a:gd name="connsiteY50" fmla="*/ 210146 h 453315"/>
                  <a:gd name="connsiteX51" fmla="*/ 979140 w 4055265"/>
                  <a:gd name="connsiteY51" fmla="*/ 226145 h 453315"/>
                  <a:gd name="connsiteX52" fmla="*/ 941588 w 4055265"/>
                  <a:gd name="connsiteY52" fmla="*/ 238280 h 453315"/>
                  <a:gd name="connsiteX53" fmla="*/ 832185 w 4055265"/>
                  <a:gd name="connsiteY53" fmla="*/ 233478 h 453315"/>
                  <a:gd name="connsiteX54" fmla="*/ 722092 w 4055265"/>
                  <a:gd name="connsiteY54" fmla="*/ 225905 h 453315"/>
                  <a:gd name="connsiteX55" fmla="*/ 612079 w 4055265"/>
                  <a:gd name="connsiteY55" fmla="*/ 216148 h 453315"/>
                  <a:gd name="connsiteX56" fmla="*/ 610210 w 4055265"/>
                  <a:gd name="connsiteY56" fmla="*/ 216410 h 453315"/>
                  <a:gd name="connsiteX57" fmla="*/ 569123 w 4055265"/>
                  <a:gd name="connsiteY57" fmla="*/ 232605 h 453315"/>
                  <a:gd name="connsiteX58" fmla="*/ 555752 w 4055265"/>
                  <a:gd name="connsiteY58" fmla="*/ 236971 h 453315"/>
                  <a:gd name="connsiteX59" fmla="*/ 458419 w 4055265"/>
                  <a:gd name="connsiteY59" fmla="*/ 233348 h 453315"/>
                  <a:gd name="connsiteX60" fmla="*/ 348651 w 4055265"/>
                  <a:gd name="connsiteY60" fmla="*/ 228764 h 453315"/>
                  <a:gd name="connsiteX61" fmla="*/ 346740 w 4055265"/>
                  <a:gd name="connsiteY61" fmla="*/ 229135 h 453315"/>
                  <a:gd name="connsiteX62" fmla="*/ 334142 w 4055265"/>
                  <a:gd name="connsiteY62" fmla="*/ 235421 h 453315"/>
                  <a:gd name="connsiteX63" fmla="*/ 315041 w 4055265"/>
                  <a:gd name="connsiteY63" fmla="*/ 241336 h 453315"/>
                  <a:gd name="connsiteX64" fmla="*/ 292120 w 4055265"/>
                  <a:gd name="connsiteY64" fmla="*/ 247295 h 453315"/>
                  <a:gd name="connsiteX65" fmla="*/ 291023 w 4055265"/>
                  <a:gd name="connsiteY65" fmla="*/ 247819 h 453315"/>
                  <a:gd name="connsiteX66" fmla="*/ 243393 w 4055265"/>
                  <a:gd name="connsiteY66" fmla="*/ 290402 h 453315"/>
                  <a:gd name="connsiteX67" fmla="*/ 195235 w 4055265"/>
                  <a:gd name="connsiteY67" fmla="*/ 328402 h 453315"/>
                  <a:gd name="connsiteX68" fmla="*/ 146345 w 4055265"/>
                  <a:gd name="connsiteY68" fmla="*/ 360225 h 453315"/>
                  <a:gd name="connsiteX69" fmla="*/ 96723 w 4055265"/>
                  <a:gd name="connsiteY69" fmla="*/ 391983 h 453315"/>
                  <a:gd name="connsiteX70" fmla="*/ 46370 w 4055265"/>
                  <a:gd name="connsiteY70" fmla="*/ 422147 h 453315"/>
                  <a:gd name="connsiteX71" fmla="*/ 0 w 4055265"/>
                  <a:gd name="connsiteY71" fmla="*/ 449212 h 453315"/>
                  <a:gd name="connsiteX72" fmla="*/ 0 w 4055265"/>
                  <a:gd name="connsiteY72" fmla="*/ 453315 h 453315"/>
                  <a:gd name="connsiteX73" fmla="*/ 50109 w 4055265"/>
                  <a:gd name="connsiteY73" fmla="*/ 424068 h 453315"/>
                  <a:gd name="connsiteX74" fmla="*/ 100543 w 4055265"/>
                  <a:gd name="connsiteY74" fmla="*/ 393860 h 453315"/>
                  <a:gd name="connsiteX75" fmla="*/ 150205 w 4055265"/>
                  <a:gd name="connsiteY75" fmla="*/ 362037 h 453315"/>
                  <a:gd name="connsiteX76" fmla="*/ 199217 w 4055265"/>
                  <a:gd name="connsiteY76" fmla="*/ 330170 h 453315"/>
                  <a:gd name="connsiteX77" fmla="*/ 247579 w 4055265"/>
                  <a:gd name="connsiteY77" fmla="*/ 291952 h 453315"/>
                  <a:gd name="connsiteX78" fmla="*/ 294884 w 4055265"/>
                  <a:gd name="connsiteY78" fmla="*/ 249696 h 453315"/>
                  <a:gd name="connsiteX79" fmla="*/ 317317 w 4055265"/>
                  <a:gd name="connsiteY79" fmla="*/ 243846 h 453315"/>
                  <a:gd name="connsiteX80" fmla="*/ 337028 w 4055265"/>
                  <a:gd name="connsiteY80" fmla="*/ 237713 h 453315"/>
                  <a:gd name="connsiteX81" fmla="*/ 349301 w 4055265"/>
                  <a:gd name="connsiteY81" fmla="*/ 231645 h 453315"/>
                  <a:gd name="connsiteX82" fmla="*/ 458053 w 4055265"/>
                  <a:gd name="connsiteY82" fmla="*/ 236185 h 453315"/>
                  <a:gd name="connsiteX83" fmla="*/ 556199 w 4055265"/>
                  <a:gd name="connsiteY83" fmla="*/ 239874 h 453315"/>
                  <a:gd name="connsiteX84" fmla="*/ 557703 w 4055265"/>
                  <a:gd name="connsiteY84" fmla="*/ 239655 h 453315"/>
                  <a:gd name="connsiteX85" fmla="*/ 571886 w 4055265"/>
                  <a:gd name="connsiteY85" fmla="*/ 234963 h 453315"/>
                  <a:gd name="connsiteX86" fmla="*/ 612323 w 4055265"/>
                  <a:gd name="connsiteY86" fmla="*/ 219029 h 453315"/>
                  <a:gd name="connsiteX87" fmla="*/ 721401 w 4055265"/>
                  <a:gd name="connsiteY87" fmla="*/ 228677 h 453315"/>
                  <a:gd name="connsiteX88" fmla="*/ 831698 w 4055265"/>
                  <a:gd name="connsiteY88" fmla="*/ 236294 h 453315"/>
                  <a:gd name="connsiteX89" fmla="*/ 941995 w 4055265"/>
                  <a:gd name="connsiteY89" fmla="*/ 241140 h 453315"/>
                  <a:gd name="connsiteX90" fmla="*/ 943458 w 4055265"/>
                  <a:gd name="connsiteY90" fmla="*/ 240921 h 453315"/>
                  <a:gd name="connsiteX91" fmla="*/ 981984 w 4055265"/>
                  <a:gd name="connsiteY91" fmla="*/ 228437 h 453315"/>
                  <a:gd name="connsiteX92" fmla="*/ 1020145 w 4055265"/>
                  <a:gd name="connsiteY92" fmla="*/ 212132 h 453315"/>
                  <a:gd name="connsiteX93" fmla="*/ 1057494 w 4055265"/>
                  <a:gd name="connsiteY93" fmla="*/ 188800 h 453315"/>
                  <a:gd name="connsiteX94" fmla="*/ 1094476 w 4055265"/>
                  <a:gd name="connsiteY94" fmla="*/ 167737 h 453315"/>
                  <a:gd name="connsiteX95" fmla="*/ 1130036 w 4055265"/>
                  <a:gd name="connsiteY95" fmla="*/ 145190 h 453315"/>
                  <a:gd name="connsiteX96" fmla="*/ 1235456 w 4055265"/>
                  <a:gd name="connsiteY96" fmla="*/ 150145 h 453315"/>
                  <a:gd name="connsiteX97" fmla="*/ 1341974 w 4055265"/>
                  <a:gd name="connsiteY97" fmla="*/ 151542 h 453315"/>
                  <a:gd name="connsiteX98" fmla="*/ 1448572 w 4055265"/>
                  <a:gd name="connsiteY98" fmla="*/ 156016 h 453315"/>
                  <a:gd name="connsiteX99" fmla="*/ 1450686 w 4055265"/>
                  <a:gd name="connsiteY99" fmla="*/ 155536 h 453315"/>
                  <a:gd name="connsiteX100" fmla="*/ 1484417 w 4055265"/>
                  <a:gd name="connsiteY100" fmla="*/ 133055 h 453315"/>
                  <a:gd name="connsiteX101" fmla="*/ 1517823 w 4055265"/>
                  <a:gd name="connsiteY101" fmla="*/ 110399 h 453315"/>
                  <a:gd name="connsiteX102" fmla="*/ 1549969 w 4055265"/>
                  <a:gd name="connsiteY102" fmla="*/ 83596 h 453315"/>
                  <a:gd name="connsiteX103" fmla="*/ 1652870 w 4055265"/>
                  <a:gd name="connsiteY103" fmla="*/ 84556 h 453315"/>
                  <a:gd name="connsiteX104" fmla="*/ 1757314 w 4055265"/>
                  <a:gd name="connsiteY104" fmla="*/ 91650 h 453315"/>
                  <a:gd name="connsiteX105" fmla="*/ 1861840 w 4055265"/>
                  <a:gd name="connsiteY105" fmla="*/ 99900 h 453315"/>
                  <a:gd name="connsiteX106" fmla="*/ 1864198 w 4055265"/>
                  <a:gd name="connsiteY106" fmla="*/ 99376 h 453315"/>
                  <a:gd name="connsiteX107" fmla="*/ 1894881 w 4055265"/>
                  <a:gd name="connsiteY107" fmla="*/ 78335 h 453315"/>
                  <a:gd name="connsiteX108" fmla="*/ 1925117 w 4055265"/>
                  <a:gd name="connsiteY108" fmla="*/ 62839 h 453315"/>
                  <a:gd name="connsiteX109" fmla="*/ 1954174 w 4055265"/>
                  <a:gd name="connsiteY109" fmla="*/ 56924 h 453315"/>
                  <a:gd name="connsiteX110" fmla="*/ 1973235 w 4055265"/>
                  <a:gd name="connsiteY110" fmla="*/ 54566 h 453315"/>
                  <a:gd name="connsiteX111" fmla="*/ 1983395 w 4055265"/>
                  <a:gd name="connsiteY111" fmla="*/ 53933 h 453315"/>
                  <a:gd name="connsiteX112" fmla="*/ 2016476 w 4055265"/>
                  <a:gd name="connsiteY112" fmla="*/ 50725 h 453315"/>
                  <a:gd name="connsiteX113" fmla="*/ 2019605 w 4055265"/>
                  <a:gd name="connsiteY113" fmla="*/ 50769 h 453315"/>
                  <a:gd name="connsiteX114" fmla="*/ 2028424 w 4055265"/>
                  <a:gd name="connsiteY114" fmla="*/ 50397 h 453315"/>
                  <a:gd name="connsiteX115" fmla="*/ 2050654 w 4055265"/>
                  <a:gd name="connsiteY115" fmla="*/ 48630 h 453315"/>
                  <a:gd name="connsiteX116" fmla="*/ 2072112 w 4055265"/>
                  <a:gd name="connsiteY116" fmla="*/ 45334 h 453315"/>
                  <a:gd name="connsiteX117" fmla="*/ 2089506 w 4055265"/>
                  <a:gd name="connsiteY117" fmla="*/ 44635 h 453315"/>
                  <a:gd name="connsiteX118" fmla="*/ 2098690 w 4055265"/>
                  <a:gd name="connsiteY118" fmla="*/ 43566 h 453315"/>
                  <a:gd name="connsiteX119" fmla="*/ 2107916 w 4055265"/>
                  <a:gd name="connsiteY119" fmla="*/ 41972 h 453315"/>
                  <a:gd name="connsiteX120" fmla="*/ 2117872 w 4055265"/>
                  <a:gd name="connsiteY120" fmla="*/ 40859 h 453315"/>
                  <a:gd name="connsiteX121" fmla="*/ 2224674 w 4055265"/>
                  <a:gd name="connsiteY121" fmla="*/ 26585 h 453315"/>
                  <a:gd name="connsiteX122" fmla="*/ 2318959 w 4055265"/>
                  <a:gd name="connsiteY122" fmla="*/ 23922 h 453315"/>
                  <a:gd name="connsiteX123" fmla="*/ 2332980 w 4055265"/>
                  <a:gd name="connsiteY123" fmla="*/ 23551 h 453315"/>
                  <a:gd name="connsiteX124" fmla="*/ 2334565 w 4055265"/>
                  <a:gd name="connsiteY124" fmla="*/ 23223 h 453315"/>
                  <a:gd name="connsiteX125" fmla="*/ 2360534 w 4055265"/>
                  <a:gd name="connsiteY125" fmla="*/ 11022 h 453315"/>
                  <a:gd name="connsiteX126" fmla="*/ 2468067 w 4055265"/>
                  <a:gd name="connsiteY126" fmla="*/ 3994 h 453315"/>
                  <a:gd name="connsiteX127" fmla="*/ 2575560 w 4055265"/>
                  <a:gd name="connsiteY127" fmla="*/ 2706 h 453315"/>
                  <a:gd name="connsiteX128" fmla="*/ 2681224 w 4055265"/>
                  <a:gd name="connsiteY128" fmla="*/ 9102 h 453315"/>
                  <a:gd name="connsiteX129" fmla="*/ 2783596 w 4055265"/>
                  <a:gd name="connsiteY129" fmla="*/ 20451 h 453315"/>
                  <a:gd name="connsiteX130" fmla="*/ 2881904 w 4055265"/>
                  <a:gd name="connsiteY130" fmla="*/ 35053 h 453315"/>
                  <a:gd name="connsiteX131" fmla="*/ 2976718 w 4055265"/>
                  <a:gd name="connsiteY131" fmla="*/ 58713 h 453315"/>
                  <a:gd name="connsiteX132" fmla="*/ 3069458 w 4055265"/>
                  <a:gd name="connsiteY132" fmla="*/ 85997 h 453315"/>
                  <a:gd name="connsiteX133" fmla="*/ 3162036 w 4055265"/>
                  <a:gd name="connsiteY133" fmla="*/ 111796 h 453315"/>
                  <a:gd name="connsiteX134" fmla="*/ 3255630 w 4055265"/>
                  <a:gd name="connsiteY134" fmla="*/ 132160 h 453315"/>
                  <a:gd name="connsiteX135" fmla="*/ 3350971 w 4055265"/>
                  <a:gd name="connsiteY135" fmla="*/ 154226 h 453315"/>
                  <a:gd name="connsiteX136" fmla="*/ 3546653 w 4055265"/>
                  <a:gd name="connsiteY136" fmla="*/ 195107 h 453315"/>
                  <a:gd name="connsiteX137" fmla="*/ 3647399 w 4055265"/>
                  <a:gd name="connsiteY137" fmla="*/ 222718 h 453315"/>
                  <a:gd name="connsiteX138" fmla="*/ 3748512 w 4055265"/>
                  <a:gd name="connsiteY138" fmla="*/ 249521 h 453315"/>
                  <a:gd name="connsiteX139" fmla="*/ 3849624 w 4055265"/>
                  <a:gd name="connsiteY139" fmla="*/ 274622 h 453315"/>
                  <a:gd name="connsiteX140" fmla="*/ 3950655 w 4055265"/>
                  <a:gd name="connsiteY140" fmla="*/ 299307 h 453315"/>
                  <a:gd name="connsiteX141" fmla="*/ 4051564 w 4055265"/>
                  <a:gd name="connsiteY141" fmla="*/ 328817 h 453315"/>
                  <a:gd name="connsiteX142" fmla="*/ 4054978 w 4055265"/>
                  <a:gd name="connsiteY142" fmla="*/ 328184 h 453315"/>
                  <a:gd name="connsiteX143" fmla="*/ 4053881 w 4055265"/>
                  <a:gd name="connsiteY143" fmla="*/ 326329 h 45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055265" h="453315">
                    <a:moveTo>
                      <a:pt x="4053881" y="326350"/>
                    </a:moveTo>
                    <a:lnTo>
                      <a:pt x="3952890" y="296775"/>
                    </a:lnTo>
                    <a:lnTo>
                      <a:pt x="3851737" y="272111"/>
                    </a:lnTo>
                    <a:lnTo>
                      <a:pt x="3750666" y="247011"/>
                    </a:lnTo>
                    <a:lnTo>
                      <a:pt x="3649675" y="220208"/>
                    </a:lnTo>
                    <a:lnTo>
                      <a:pt x="3548726" y="192554"/>
                    </a:lnTo>
                    <a:lnTo>
                      <a:pt x="3352922" y="151629"/>
                    </a:lnTo>
                    <a:lnTo>
                      <a:pt x="3257581" y="129606"/>
                    </a:lnTo>
                    <a:lnTo>
                      <a:pt x="3164149" y="109307"/>
                    </a:lnTo>
                    <a:lnTo>
                      <a:pt x="3071815" y="83617"/>
                    </a:lnTo>
                    <a:lnTo>
                      <a:pt x="2978993" y="56269"/>
                    </a:lnTo>
                    <a:lnTo>
                      <a:pt x="2883611" y="32456"/>
                    </a:lnTo>
                    <a:lnTo>
                      <a:pt x="2784734" y="17745"/>
                    </a:lnTo>
                    <a:lnTo>
                      <a:pt x="2681996" y="6395"/>
                    </a:lnTo>
                    <a:lnTo>
                      <a:pt x="2575845" y="0"/>
                    </a:lnTo>
                    <a:lnTo>
                      <a:pt x="2467702" y="1222"/>
                    </a:lnTo>
                    <a:lnTo>
                      <a:pt x="2359193" y="8360"/>
                    </a:lnTo>
                    <a:cubicBezTo>
                      <a:pt x="2358705" y="8360"/>
                      <a:pt x="2358217" y="8469"/>
                      <a:pt x="2357852" y="8665"/>
                    </a:cubicBezTo>
                    <a:lnTo>
                      <a:pt x="2331964" y="20823"/>
                    </a:lnTo>
                    <a:lnTo>
                      <a:pt x="2223902" y="23856"/>
                    </a:lnTo>
                    <a:lnTo>
                      <a:pt x="2128114" y="36647"/>
                    </a:lnTo>
                    <a:lnTo>
                      <a:pt x="2106575" y="39266"/>
                    </a:lnTo>
                    <a:lnTo>
                      <a:pt x="2097349" y="40903"/>
                    </a:lnTo>
                    <a:lnTo>
                      <a:pt x="2088774" y="41863"/>
                    </a:lnTo>
                    <a:lnTo>
                      <a:pt x="2071218" y="42605"/>
                    </a:lnTo>
                    <a:lnTo>
                      <a:pt x="2056343" y="44788"/>
                    </a:lnTo>
                    <a:lnTo>
                      <a:pt x="2049557" y="45967"/>
                    </a:lnTo>
                    <a:lnTo>
                      <a:pt x="2027855" y="47669"/>
                    </a:lnTo>
                    <a:lnTo>
                      <a:pt x="2019524" y="47997"/>
                    </a:lnTo>
                    <a:lnTo>
                      <a:pt x="2016110" y="47931"/>
                    </a:lnTo>
                    <a:lnTo>
                      <a:pt x="1982663" y="51183"/>
                    </a:lnTo>
                    <a:lnTo>
                      <a:pt x="1972341" y="51816"/>
                    </a:lnTo>
                    <a:lnTo>
                      <a:pt x="1952752" y="54261"/>
                    </a:lnTo>
                    <a:lnTo>
                      <a:pt x="1922841" y="60285"/>
                    </a:lnTo>
                    <a:cubicBezTo>
                      <a:pt x="1922475" y="60350"/>
                      <a:pt x="1922191" y="60438"/>
                      <a:pt x="1921947" y="60612"/>
                    </a:cubicBezTo>
                    <a:lnTo>
                      <a:pt x="1891182" y="76437"/>
                    </a:lnTo>
                    <a:lnTo>
                      <a:pt x="1861068" y="97019"/>
                    </a:lnTo>
                    <a:lnTo>
                      <a:pt x="1757965" y="88921"/>
                    </a:lnTo>
                    <a:lnTo>
                      <a:pt x="1653195" y="81828"/>
                    </a:lnTo>
                    <a:lnTo>
                      <a:pt x="1548669" y="80824"/>
                    </a:lnTo>
                    <a:cubicBezTo>
                      <a:pt x="1547774" y="80758"/>
                      <a:pt x="1547002" y="81042"/>
                      <a:pt x="1546474" y="81457"/>
                    </a:cubicBezTo>
                    <a:lnTo>
                      <a:pt x="1513718" y="108783"/>
                    </a:lnTo>
                    <a:lnTo>
                      <a:pt x="1480475" y="131265"/>
                    </a:lnTo>
                    <a:lnTo>
                      <a:pt x="1447597" y="153222"/>
                    </a:lnTo>
                    <a:lnTo>
                      <a:pt x="1342177" y="148748"/>
                    </a:lnTo>
                    <a:lnTo>
                      <a:pt x="1235659" y="147373"/>
                    </a:lnTo>
                    <a:lnTo>
                      <a:pt x="1129142" y="142418"/>
                    </a:lnTo>
                    <a:cubicBezTo>
                      <a:pt x="1128370" y="142353"/>
                      <a:pt x="1127557" y="142527"/>
                      <a:pt x="1127029" y="142898"/>
                    </a:cubicBezTo>
                    <a:lnTo>
                      <a:pt x="1090696" y="165860"/>
                    </a:lnTo>
                    <a:lnTo>
                      <a:pt x="1053755" y="186901"/>
                    </a:lnTo>
                    <a:lnTo>
                      <a:pt x="1016650" y="210146"/>
                    </a:lnTo>
                    <a:lnTo>
                      <a:pt x="979140" y="226145"/>
                    </a:lnTo>
                    <a:lnTo>
                      <a:pt x="941588" y="238280"/>
                    </a:lnTo>
                    <a:lnTo>
                      <a:pt x="832185" y="233478"/>
                    </a:lnTo>
                    <a:lnTo>
                      <a:pt x="722092" y="225905"/>
                    </a:lnTo>
                    <a:lnTo>
                      <a:pt x="612079" y="216148"/>
                    </a:lnTo>
                    <a:cubicBezTo>
                      <a:pt x="611429" y="216105"/>
                      <a:pt x="610738" y="216192"/>
                      <a:pt x="610210" y="216410"/>
                    </a:cubicBezTo>
                    <a:lnTo>
                      <a:pt x="569123" y="232605"/>
                    </a:lnTo>
                    <a:lnTo>
                      <a:pt x="555752" y="236971"/>
                    </a:lnTo>
                    <a:lnTo>
                      <a:pt x="458419" y="233348"/>
                    </a:lnTo>
                    <a:lnTo>
                      <a:pt x="348651" y="228764"/>
                    </a:lnTo>
                    <a:cubicBezTo>
                      <a:pt x="348000" y="228764"/>
                      <a:pt x="347269" y="228873"/>
                      <a:pt x="346740" y="229135"/>
                    </a:cubicBezTo>
                    <a:lnTo>
                      <a:pt x="334142" y="235421"/>
                    </a:lnTo>
                    <a:lnTo>
                      <a:pt x="315041" y="241336"/>
                    </a:lnTo>
                    <a:lnTo>
                      <a:pt x="292120" y="247295"/>
                    </a:lnTo>
                    <a:cubicBezTo>
                      <a:pt x="291673" y="247404"/>
                      <a:pt x="291267" y="247622"/>
                      <a:pt x="291023" y="247819"/>
                    </a:cubicBezTo>
                    <a:lnTo>
                      <a:pt x="243393" y="290402"/>
                    </a:lnTo>
                    <a:lnTo>
                      <a:pt x="195235" y="328402"/>
                    </a:lnTo>
                    <a:lnTo>
                      <a:pt x="146345" y="360225"/>
                    </a:lnTo>
                    <a:lnTo>
                      <a:pt x="96723" y="391983"/>
                    </a:lnTo>
                    <a:lnTo>
                      <a:pt x="46370" y="422147"/>
                    </a:lnTo>
                    <a:lnTo>
                      <a:pt x="0" y="449212"/>
                    </a:lnTo>
                    <a:lnTo>
                      <a:pt x="0" y="453315"/>
                    </a:lnTo>
                    <a:lnTo>
                      <a:pt x="50109" y="424068"/>
                    </a:lnTo>
                    <a:lnTo>
                      <a:pt x="100543" y="393860"/>
                    </a:lnTo>
                    <a:lnTo>
                      <a:pt x="150205" y="362037"/>
                    </a:lnTo>
                    <a:lnTo>
                      <a:pt x="199217" y="330170"/>
                    </a:lnTo>
                    <a:lnTo>
                      <a:pt x="247579" y="291952"/>
                    </a:lnTo>
                    <a:lnTo>
                      <a:pt x="294884" y="249696"/>
                    </a:lnTo>
                    <a:lnTo>
                      <a:pt x="317317" y="243846"/>
                    </a:lnTo>
                    <a:lnTo>
                      <a:pt x="337028" y="237713"/>
                    </a:lnTo>
                    <a:lnTo>
                      <a:pt x="349301" y="231645"/>
                    </a:lnTo>
                    <a:lnTo>
                      <a:pt x="458053" y="236185"/>
                    </a:lnTo>
                    <a:lnTo>
                      <a:pt x="556199" y="239874"/>
                    </a:lnTo>
                    <a:cubicBezTo>
                      <a:pt x="556687" y="239874"/>
                      <a:pt x="557256" y="239765"/>
                      <a:pt x="557703" y="239655"/>
                    </a:cubicBezTo>
                    <a:lnTo>
                      <a:pt x="571886" y="234963"/>
                    </a:lnTo>
                    <a:lnTo>
                      <a:pt x="612323" y="219029"/>
                    </a:lnTo>
                    <a:lnTo>
                      <a:pt x="721401" y="228677"/>
                    </a:lnTo>
                    <a:lnTo>
                      <a:pt x="831698" y="236294"/>
                    </a:lnTo>
                    <a:lnTo>
                      <a:pt x="941995" y="241140"/>
                    </a:lnTo>
                    <a:cubicBezTo>
                      <a:pt x="942482" y="241140"/>
                      <a:pt x="943051" y="241096"/>
                      <a:pt x="943458" y="240921"/>
                    </a:cubicBezTo>
                    <a:lnTo>
                      <a:pt x="981984" y="228437"/>
                    </a:lnTo>
                    <a:lnTo>
                      <a:pt x="1020145" y="212132"/>
                    </a:lnTo>
                    <a:lnTo>
                      <a:pt x="1057494" y="188800"/>
                    </a:lnTo>
                    <a:lnTo>
                      <a:pt x="1094476" y="167737"/>
                    </a:lnTo>
                    <a:lnTo>
                      <a:pt x="1130036" y="145190"/>
                    </a:lnTo>
                    <a:lnTo>
                      <a:pt x="1235456" y="150145"/>
                    </a:lnTo>
                    <a:lnTo>
                      <a:pt x="1341974" y="151542"/>
                    </a:lnTo>
                    <a:lnTo>
                      <a:pt x="1448572" y="156016"/>
                    </a:lnTo>
                    <a:cubicBezTo>
                      <a:pt x="1449344" y="156060"/>
                      <a:pt x="1450198" y="155863"/>
                      <a:pt x="1450686" y="155536"/>
                    </a:cubicBezTo>
                    <a:lnTo>
                      <a:pt x="1484417" y="133055"/>
                    </a:lnTo>
                    <a:lnTo>
                      <a:pt x="1517823" y="110399"/>
                    </a:lnTo>
                    <a:lnTo>
                      <a:pt x="1549969" y="83596"/>
                    </a:lnTo>
                    <a:lnTo>
                      <a:pt x="1652870" y="84556"/>
                    </a:lnTo>
                    <a:lnTo>
                      <a:pt x="1757314" y="91650"/>
                    </a:lnTo>
                    <a:lnTo>
                      <a:pt x="1861840" y="99900"/>
                    </a:lnTo>
                    <a:cubicBezTo>
                      <a:pt x="1862734" y="99944"/>
                      <a:pt x="1863588" y="99791"/>
                      <a:pt x="1864198" y="99376"/>
                    </a:cubicBezTo>
                    <a:lnTo>
                      <a:pt x="1894881" y="78335"/>
                    </a:lnTo>
                    <a:lnTo>
                      <a:pt x="1925117" y="62839"/>
                    </a:lnTo>
                    <a:lnTo>
                      <a:pt x="1954174" y="56924"/>
                    </a:lnTo>
                    <a:lnTo>
                      <a:pt x="1973235" y="54566"/>
                    </a:lnTo>
                    <a:lnTo>
                      <a:pt x="1983395" y="53933"/>
                    </a:lnTo>
                    <a:lnTo>
                      <a:pt x="2016476" y="50725"/>
                    </a:lnTo>
                    <a:lnTo>
                      <a:pt x="2019605" y="50769"/>
                    </a:lnTo>
                    <a:lnTo>
                      <a:pt x="2028424" y="50397"/>
                    </a:lnTo>
                    <a:lnTo>
                      <a:pt x="2050654" y="48630"/>
                    </a:lnTo>
                    <a:lnTo>
                      <a:pt x="2072112" y="45334"/>
                    </a:lnTo>
                    <a:lnTo>
                      <a:pt x="2089506" y="44635"/>
                    </a:lnTo>
                    <a:lnTo>
                      <a:pt x="2098690" y="43566"/>
                    </a:lnTo>
                    <a:lnTo>
                      <a:pt x="2107916" y="41972"/>
                    </a:lnTo>
                    <a:lnTo>
                      <a:pt x="2117872" y="40859"/>
                    </a:lnTo>
                    <a:lnTo>
                      <a:pt x="2224674" y="26585"/>
                    </a:lnTo>
                    <a:lnTo>
                      <a:pt x="2318959" y="23922"/>
                    </a:lnTo>
                    <a:lnTo>
                      <a:pt x="2332980" y="23551"/>
                    </a:lnTo>
                    <a:cubicBezTo>
                      <a:pt x="2333590" y="23551"/>
                      <a:pt x="2334118" y="23442"/>
                      <a:pt x="2334565" y="23223"/>
                    </a:cubicBezTo>
                    <a:lnTo>
                      <a:pt x="2360534" y="11022"/>
                    </a:lnTo>
                    <a:lnTo>
                      <a:pt x="2468067" y="3994"/>
                    </a:lnTo>
                    <a:lnTo>
                      <a:pt x="2575560" y="2706"/>
                    </a:lnTo>
                    <a:lnTo>
                      <a:pt x="2681224" y="9102"/>
                    </a:lnTo>
                    <a:lnTo>
                      <a:pt x="2783596" y="20451"/>
                    </a:lnTo>
                    <a:lnTo>
                      <a:pt x="2881904" y="35053"/>
                    </a:lnTo>
                    <a:lnTo>
                      <a:pt x="2976718" y="58713"/>
                    </a:lnTo>
                    <a:lnTo>
                      <a:pt x="3069458" y="85997"/>
                    </a:lnTo>
                    <a:lnTo>
                      <a:pt x="3162036" y="111796"/>
                    </a:lnTo>
                    <a:lnTo>
                      <a:pt x="3255630" y="132160"/>
                    </a:lnTo>
                    <a:lnTo>
                      <a:pt x="3350971" y="154226"/>
                    </a:lnTo>
                    <a:lnTo>
                      <a:pt x="3546653" y="195107"/>
                    </a:lnTo>
                    <a:lnTo>
                      <a:pt x="3647399" y="222718"/>
                    </a:lnTo>
                    <a:lnTo>
                      <a:pt x="3748512" y="249521"/>
                    </a:lnTo>
                    <a:lnTo>
                      <a:pt x="3849624" y="274622"/>
                    </a:lnTo>
                    <a:lnTo>
                      <a:pt x="3950655" y="299307"/>
                    </a:lnTo>
                    <a:lnTo>
                      <a:pt x="4051564" y="328817"/>
                    </a:lnTo>
                    <a:cubicBezTo>
                      <a:pt x="4052743" y="329144"/>
                      <a:pt x="4054328" y="328882"/>
                      <a:pt x="4054978" y="328184"/>
                    </a:cubicBezTo>
                    <a:cubicBezTo>
                      <a:pt x="4055628" y="327551"/>
                      <a:pt x="4055141" y="326700"/>
                      <a:pt x="4053881" y="32632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2" name="Freeform: Shape 561">
                <a:extLst>
                  <a:ext uri="{FF2B5EF4-FFF2-40B4-BE49-F238E27FC236}">
                    <a16:creationId xmlns:a16="http://schemas.microsoft.com/office/drawing/2014/main" id="{D49B4434-9E9A-4C93-9238-974D55FD800A}"/>
                  </a:ext>
                </a:extLst>
              </p:cNvPr>
              <p:cNvSpPr/>
              <p:nvPr/>
            </p:nvSpPr>
            <p:spPr>
              <a:xfrm>
                <a:off x="0" y="5984356"/>
                <a:ext cx="1453583" cy="72671"/>
              </a:xfrm>
              <a:custGeom>
                <a:avLst/>
                <a:gdLst>
                  <a:gd name="connsiteX0" fmla="*/ 1450523 w 1453583"/>
                  <a:gd name="connsiteY0" fmla="*/ 76 h 72671"/>
                  <a:gd name="connsiteX1" fmla="*/ 1326896 w 1453583"/>
                  <a:gd name="connsiteY1" fmla="*/ 14198 h 72671"/>
                  <a:gd name="connsiteX2" fmla="*/ 1203472 w 1453583"/>
                  <a:gd name="connsiteY2" fmla="*/ 34868 h 72671"/>
                  <a:gd name="connsiteX3" fmla="*/ 1080333 w 1453583"/>
                  <a:gd name="connsiteY3" fmla="*/ 51543 h 72671"/>
                  <a:gd name="connsiteX4" fmla="*/ 957357 w 1453583"/>
                  <a:gd name="connsiteY4" fmla="*/ 61343 h 72671"/>
                  <a:gd name="connsiteX5" fmla="*/ 834380 w 1453583"/>
                  <a:gd name="connsiteY5" fmla="*/ 64705 h 72671"/>
                  <a:gd name="connsiteX6" fmla="*/ 711485 w 1453583"/>
                  <a:gd name="connsiteY6" fmla="*/ 67848 h 72671"/>
                  <a:gd name="connsiteX7" fmla="*/ 588752 w 1453583"/>
                  <a:gd name="connsiteY7" fmla="*/ 69878 h 72671"/>
                  <a:gd name="connsiteX8" fmla="*/ 466181 w 1453583"/>
                  <a:gd name="connsiteY8" fmla="*/ 69616 h 72671"/>
                  <a:gd name="connsiteX9" fmla="*/ 343692 w 1453583"/>
                  <a:gd name="connsiteY9" fmla="*/ 66626 h 72671"/>
                  <a:gd name="connsiteX10" fmla="*/ 221204 w 1453583"/>
                  <a:gd name="connsiteY10" fmla="*/ 60492 h 72671"/>
                  <a:gd name="connsiteX11" fmla="*/ 98877 w 1453583"/>
                  <a:gd name="connsiteY11" fmla="*/ 55690 h 72671"/>
                  <a:gd name="connsiteX12" fmla="*/ 0 w 1453583"/>
                  <a:gd name="connsiteY12" fmla="*/ 49710 h 72671"/>
                  <a:gd name="connsiteX13" fmla="*/ 0 w 1453583"/>
                  <a:gd name="connsiteY13" fmla="*/ 52526 h 72671"/>
                  <a:gd name="connsiteX14" fmla="*/ 98430 w 1453583"/>
                  <a:gd name="connsiteY14" fmla="*/ 58441 h 72671"/>
                  <a:gd name="connsiteX15" fmla="*/ 220797 w 1453583"/>
                  <a:gd name="connsiteY15" fmla="*/ 63242 h 72671"/>
                  <a:gd name="connsiteX16" fmla="*/ 343327 w 1453583"/>
                  <a:gd name="connsiteY16" fmla="*/ 69376 h 72671"/>
                  <a:gd name="connsiteX17" fmla="*/ 466019 w 1453583"/>
                  <a:gd name="connsiteY17" fmla="*/ 72410 h 72671"/>
                  <a:gd name="connsiteX18" fmla="*/ 588874 w 1453583"/>
                  <a:gd name="connsiteY18" fmla="*/ 72671 h 72671"/>
                  <a:gd name="connsiteX19" fmla="*/ 711688 w 1453583"/>
                  <a:gd name="connsiteY19" fmla="*/ 70642 h 72671"/>
                  <a:gd name="connsiteX20" fmla="*/ 834624 w 1453583"/>
                  <a:gd name="connsiteY20" fmla="*/ 67499 h 72671"/>
                  <a:gd name="connsiteX21" fmla="*/ 957844 w 1453583"/>
                  <a:gd name="connsiteY21" fmla="*/ 64137 h 72671"/>
                  <a:gd name="connsiteX22" fmla="*/ 1081268 w 1453583"/>
                  <a:gd name="connsiteY22" fmla="*/ 54272 h 72671"/>
                  <a:gd name="connsiteX23" fmla="*/ 1204813 w 1453583"/>
                  <a:gd name="connsiteY23" fmla="*/ 37553 h 72671"/>
                  <a:gd name="connsiteX24" fmla="*/ 1328156 w 1453583"/>
                  <a:gd name="connsiteY24" fmla="*/ 16883 h 72671"/>
                  <a:gd name="connsiteX25" fmla="*/ 1451539 w 1453583"/>
                  <a:gd name="connsiteY25" fmla="*/ 2805 h 72671"/>
                  <a:gd name="connsiteX26" fmla="*/ 1453530 w 1453583"/>
                  <a:gd name="connsiteY26" fmla="*/ 1146 h 72671"/>
                  <a:gd name="connsiteX27" fmla="*/ 1450564 w 1453583"/>
                  <a:gd name="connsiteY27" fmla="*/ 33 h 7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53583" h="72671">
                    <a:moveTo>
                      <a:pt x="1450523" y="76"/>
                    </a:moveTo>
                    <a:lnTo>
                      <a:pt x="1326896" y="14198"/>
                    </a:lnTo>
                    <a:lnTo>
                      <a:pt x="1203472" y="34868"/>
                    </a:lnTo>
                    <a:lnTo>
                      <a:pt x="1080333" y="51543"/>
                    </a:lnTo>
                    <a:lnTo>
                      <a:pt x="957357" y="61343"/>
                    </a:lnTo>
                    <a:lnTo>
                      <a:pt x="834380" y="64705"/>
                    </a:lnTo>
                    <a:lnTo>
                      <a:pt x="711485" y="67848"/>
                    </a:lnTo>
                    <a:lnTo>
                      <a:pt x="588752" y="69878"/>
                    </a:lnTo>
                    <a:lnTo>
                      <a:pt x="466181" y="69616"/>
                    </a:lnTo>
                    <a:lnTo>
                      <a:pt x="343692" y="66626"/>
                    </a:lnTo>
                    <a:lnTo>
                      <a:pt x="221204" y="60492"/>
                    </a:lnTo>
                    <a:lnTo>
                      <a:pt x="98877" y="55690"/>
                    </a:lnTo>
                    <a:lnTo>
                      <a:pt x="0" y="49710"/>
                    </a:lnTo>
                    <a:lnTo>
                      <a:pt x="0" y="52526"/>
                    </a:lnTo>
                    <a:lnTo>
                      <a:pt x="98430" y="58441"/>
                    </a:lnTo>
                    <a:lnTo>
                      <a:pt x="220797" y="63242"/>
                    </a:lnTo>
                    <a:lnTo>
                      <a:pt x="343327" y="69376"/>
                    </a:lnTo>
                    <a:lnTo>
                      <a:pt x="466019" y="72410"/>
                    </a:lnTo>
                    <a:lnTo>
                      <a:pt x="588874" y="72671"/>
                    </a:lnTo>
                    <a:lnTo>
                      <a:pt x="711688" y="70642"/>
                    </a:lnTo>
                    <a:lnTo>
                      <a:pt x="834624" y="67499"/>
                    </a:lnTo>
                    <a:lnTo>
                      <a:pt x="957844" y="64137"/>
                    </a:lnTo>
                    <a:lnTo>
                      <a:pt x="1081268" y="54272"/>
                    </a:lnTo>
                    <a:lnTo>
                      <a:pt x="1204813" y="37553"/>
                    </a:lnTo>
                    <a:lnTo>
                      <a:pt x="1328156" y="16883"/>
                    </a:lnTo>
                    <a:lnTo>
                      <a:pt x="1451539" y="2805"/>
                    </a:lnTo>
                    <a:cubicBezTo>
                      <a:pt x="1452921" y="2652"/>
                      <a:pt x="1453815" y="1888"/>
                      <a:pt x="1453530" y="1146"/>
                    </a:cubicBezTo>
                    <a:cubicBezTo>
                      <a:pt x="1453286" y="404"/>
                      <a:pt x="1451905" y="-142"/>
                      <a:pt x="1450564" y="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3" name="Freeform: Shape 562">
                <a:extLst>
                  <a:ext uri="{FF2B5EF4-FFF2-40B4-BE49-F238E27FC236}">
                    <a16:creationId xmlns:a16="http://schemas.microsoft.com/office/drawing/2014/main" id="{B7503263-CF02-4B3B-9A9D-128623746076}"/>
                  </a:ext>
                </a:extLst>
              </p:cNvPr>
              <p:cNvSpPr/>
              <p:nvPr/>
            </p:nvSpPr>
            <p:spPr>
              <a:xfrm>
                <a:off x="4152027" y="5545456"/>
                <a:ext cx="678029" cy="472763"/>
              </a:xfrm>
              <a:custGeom>
                <a:avLst/>
                <a:gdLst>
                  <a:gd name="connsiteX0" fmla="*/ 555223 w 678029"/>
                  <a:gd name="connsiteY0" fmla="*/ 472763 h 472763"/>
                  <a:gd name="connsiteX1" fmla="*/ 553962 w 678029"/>
                  <a:gd name="connsiteY1" fmla="*/ 472611 h 472763"/>
                  <a:gd name="connsiteX2" fmla="*/ 552987 w 678029"/>
                  <a:gd name="connsiteY2" fmla="*/ 470690 h 472763"/>
                  <a:gd name="connsiteX3" fmla="*/ 559977 w 678029"/>
                  <a:gd name="connsiteY3" fmla="*/ 463662 h 472763"/>
                  <a:gd name="connsiteX4" fmla="*/ 570056 w 678029"/>
                  <a:gd name="connsiteY4" fmla="*/ 454757 h 472763"/>
                  <a:gd name="connsiteX5" fmla="*/ 570787 w 678029"/>
                  <a:gd name="connsiteY5" fmla="*/ 454342 h 472763"/>
                  <a:gd name="connsiteX6" fmla="*/ 580297 w 678029"/>
                  <a:gd name="connsiteY6" fmla="*/ 450871 h 472763"/>
                  <a:gd name="connsiteX7" fmla="*/ 589767 w 678029"/>
                  <a:gd name="connsiteY7" fmla="*/ 443887 h 472763"/>
                  <a:gd name="connsiteX8" fmla="*/ 599154 w 678029"/>
                  <a:gd name="connsiteY8" fmla="*/ 431948 h 472763"/>
                  <a:gd name="connsiteX9" fmla="*/ 609071 w 678029"/>
                  <a:gd name="connsiteY9" fmla="*/ 418306 h 472763"/>
                  <a:gd name="connsiteX10" fmla="*/ 619231 w 678029"/>
                  <a:gd name="connsiteY10" fmla="*/ 403268 h 472763"/>
                  <a:gd name="connsiteX11" fmla="*/ 619718 w 678029"/>
                  <a:gd name="connsiteY11" fmla="*/ 402853 h 472763"/>
                  <a:gd name="connsiteX12" fmla="*/ 629472 w 678029"/>
                  <a:gd name="connsiteY12" fmla="*/ 396785 h 472763"/>
                  <a:gd name="connsiteX13" fmla="*/ 639591 w 678029"/>
                  <a:gd name="connsiteY13" fmla="*/ 381921 h 472763"/>
                  <a:gd name="connsiteX14" fmla="*/ 649792 w 678029"/>
                  <a:gd name="connsiteY14" fmla="*/ 364438 h 472763"/>
                  <a:gd name="connsiteX15" fmla="*/ 661089 w 678029"/>
                  <a:gd name="connsiteY15" fmla="*/ 338072 h 472763"/>
                  <a:gd name="connsiteX16" fmla="*/ 672794 w 678029"/>
                  <a:gd name="connsiteY16" fmla="*/ 308824 h 472763"/>
                  <a:gd name="connsiteX17" fmla="*/ 585784 w 678029"/>
                  <a:gd name="connsiteY17" fmla="*/ 257139 h 472763"/>
                  <a:gd name="connsiteX18" fmla="*/ 585134 w 678029"/>
                  <a:gd name="connsiteY18" fmla="*/ 255917 h 472763"/>
                  <a:gd name="connsiteX19" fmla="*/ 597610 w 678029"/>
                  <a:gd name="connsiteY19" fmla="*/ 218288 h 472763"/>
                  <a:gd name="connsiteX20" fmla="*/ 510559 w 678029"/>
                  <a:gd name="connsiteY20" fmla="*/ 164835 h 472763"/>
                  <a:gd name="connsiteX21" fmla="*/ 421233 w 678029"/>
                  <a:gd name="connsiteY21" fmla="*/ 144536 h 472763"/>
                  <a:gd name="connsiteX22" fmla="*/ 331377 w 678029"/>
                  <a:gd name="connsiteY22" fmla="*/ 121247 h 472763"/>
                  <a:gd name="connsiteX23" fmla="*/ 245098 w 678029"/>
                  <a:gd name="connsiteY23" fmla="*/ 94815 h 472763"/>
                  <a:gd name="connsiteX24" fmla="*/ 160811 w 678029"/>
                  <a:gd name="connsiteY24" fmla="*/ 70304 h 472763"/>
                  <a:gd name="connsiteX25" fmla="*/ 79368 w 678029"/>
                  <a:gd name="connsiteY25" fmla="*/ 40773 h 472763"/>
                  <a:gd name="connsiteX26" fmla="*/ 852 w 678029"/>
                  <a:gd name="connsiteY26" fmla="*/ 2467 h 472763"/>
                  <a:gd name="connsiteX27" fmla="*/ 649 w 678029"/>
                  <a:gd name="connsiteY27" fmla="*/ 481 h 472763"/>
                  <a:gd name="connsiteX28" fmla="*/ 4225 w 678029"/>
                  <a:gd name="connsiteY28" fmla="*/ 328 h 472763"/>
                  <a:gd name="connsiteX29" fmla="*/ 82457 w 678029"/>
                  <a:gd name="connsiteY29" fmla="*/ 38546 h 472763"/>
                  <a:gd name="connsiteX30" fmla="*/ 163412 w 678029"/>
                  <a:gd name="connsiteY30" fmla="*/ 67859 h 472763"/>
                  <a:gd name="connsiteX31" fmla="*/ 247537 w 678029"/>
                  <a:gd name="connsiteY31" fmla="*/ 92371 h 472763"/>
                  <a:gd name="connsiteX32" fmla="*/ 333694 w 678029"/>
                  <a:gd name="connsiteY32" fmla="*/ 118737 h 472763"/>
                  <a:gd name="connsiteX33" fmla="*/ 423224 w 678029"/>
                  <a:gd name="connsiteY33" fmla="*/ 141917 h 472763"/>
                  <a:gd name="connsiteX34" fmla="*/ 513038 w 678029"/>
                  <a:gd name="connsiteY34" fmla="*/ 162325 h 472763"/>
                  <a:gd name="connsiteX35" fmla="*/ 513973 w 678029"/>
                  <a:gd name="connsiteY35" fmla="*/ 162696 h 472763"/>
                  <a:gd name="connsiteX36" fmla="*/ 602202 w 678029"/>
                  <a:gd name="connsiteY36" fmla="*/ 216891 h 472763"/>
                  <a:gd name="connsiteX37" fmla="*/ 602852 w 678029"/>
                  <a:gd name="connsiteY37" fmla="*/ 218113 h 472763"/>
                  <a:gd name="connsiteX38" fmla="*/ 590336 w 678029"/>
                  <a:gd name="connsiteY38" fmla="*/ 255742 h 472763"/>
                  <a:gd name="connsiteX39" fmla="*/ 677345 w 678029"/>
                  <a:gd name="connsiteY39" fmla="*/ 307427 h 472763"/>
                  <a:gd name="connsiteX40" fmla="*/ 677996 w 678029"/>
                  <a:gd name="connsiteY40" fmla="*/ 308715 h 472763"/>
                  <a:gd name="connsiteX41" fmla="*/ 666007 w 678029"/>
                  <a:gd name="connsiteY41" fmla="*/ 338705 h 472763"/>
                  <a:gd name="connsiteX42" fmla="*/ 654628 w 678029"/>
                  <a:gd name="connsiteY42" fmla="*/ 365180 h 472763"/>
                  <a:gd name="connsiteX43" fmla="*/ 644264 w 678029"/>
                  <a:gd name="connsiteY43" fmla="*/ 382860 h 472763"/>
                  <a:gd name="connsiteX44" fmla="*/ 633942 w 678029"/>
                  <a:gd name="connsiteY44" fmla="*/ 398008 h 472763"/>
                  <a:gd name="connsiteX45" fmla="*/ 633495 w 678029"/>
                  <a:gd name="connsiteY45" fmla="*/ 398422 h 472763"/>
                  <a:gd name="connsiteX46" fmla="*/ 623701 w 678029"/>
                  <a:gd name="connsiteY46" fmla="*/ 404556 h 472763"/>
                  <a:gd name="connsiteX47" fmla="*/ 613704 w 678029"/>
                  <a:gd name="connsiteY47" fmla="*/ 419310 h 472763"/>
                  <a:gd name="connsiteX48" fmla="*/ 603746 w 678029"/>
                  <a:gd name="connsiteY48" fmla="*/ 433061 h 472763"/>
                  <a:gd name="connsiteX49" fmla="*/ 594033 w 678029"/>
                  <a:gd name="connsiteY49" fmla="*/ 445328 h 472763"/>
                  <a:gd name="connsiteX50" fmla="*/ 583995 w 678029"/>
                  <a:gd name="connsiteY50" fmla="*/ 452727 h 472763"/>
                  <a:gd name="connsiteX51" fmla="*/ 583345 w 678029"/>
                  <a:gd name="connsiteY51" fmla="*/ 453054 h 472763"/>
                  <a:gd name="connsiteX52" fmla="*/ 573917 w 678029"/>
                  <a:gd name="connsiteY52" fmla="*/ 456525 h 472763"/>
                  <a:gd name="connsiteX53" fmla="*/ 564204 w 678029"/>
                  <a:gd name="connsiteY53" fmla="*/ 465102 h 472763"/>
                  <a:gd name="connsiteX54" fmla="*/ 557295 w 678029"/>
                  <a:gd name="connsiteY54" fmla="*/ 472021 h 472763"/>
                  <a:gd name="connsiteX55" fmla="*/ 555060 w 678029"/>
                  <a:gd name="connsiteY55" fmla="*/ 472763 h 47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78029" h="472763">
                    <a:moveTo>
                      <a:pt x="555223" y="472763"/>
                    </a:moveTo>
                    <a:cubicBezTo>
                      <a:pt x="554776" y="472763"/>
                      <a:pt x="554369" y="472720"/>
                      <a:pt x="553962" y="472611"/>
                    </a:cubicBezTo>
                    <a:cubicBezTo>
                      <a:pt x="552744" y="472196"/>
                      <a:pt x="552297" y="471323"/>
                      <a:pt x="552987" y="470690"/>
                    </a:cubicBezTo>
                    <a:lnTo>
                      <a:pt x="559977" y="463662"/>
                    </a:lnTo>
                    <a:lnTo>
                      <a:pt x="570056" y="454757"/>
                    </a:lnTo>
                    <a:cubicBezTo>
                      <a:pt x="570259" y="454604"/>
                      <a:pt x="570503" y="454429"/>
                      <a:pt x="570787" y="454342"/>
                    </a:cubicBezTo>
                    <a:lnTo>
                      <a:pt x="580297" y="450871"/>
                    </a:lnTo>
                    <a:lnTo>
                      <a:pt x="589767" y="443887"/>
                    </a:lnTo>
                    <a:lnTo>
                      <a:pt x="599154" y="431948"/>
                    </a:lnTo>
                    <a:lnTo>
                      <a:pt x="609071" y="418306"/>
                    </a:lnTo>
                    <a:lnTo>
                      <a:pt x="619231" y="403268"/>
                    </a:lnTo>
                    <a:cubicBezTo>
                      <a:pt x="619393" y="403093"/>
                      <a:pt x="619515" y="403006"/>
                      <a:pt x="619718" y="402853"/>
                    </a:cubicBezTo>
                    <a:lnTo>
                      <a:pt x="629472" y="396785"/>
                    </a:lnTo>
                    <a:lnTo>
                      <a:pt x="639591" y="381921"/>
                    </a:lnTo>
                    <a:lnTo>
                      <a:pt x="649792" y="364438"/>
                    </a:lnTo>
                    <a:lnTo>
                      <a:pt x="661089" y="338072"/>
                    </a:lnTo>
                    <a:lnTo>
                      <a:pt x="672794" y="308824"/>
                    </a:lnTo>
                    <a:lnTo>
                      <a:pt x="585784" y="257139"/>
                    </a:lnTo>
                    <a:cubicBezTo>
                      <a:pt x="585256" y="256812"/>
                      <a:pt x="585011" y="256332"/>
                      <a:pt x="585134" y="255917"/>
                    </a:cubicBezTo>
                    <a:lnTo>
                      <a:pt x="597610" y="218288"/>
                    </a:lnTo>
                    <a:lnTo>
                      <a:pt x="510559" y="164835"/>
                    </a:lnTo>
                    <a:lnTo>
                      <a:pt x="421233" y="144536"/>
                    </a:lnTo>
                    <a:lnTo>
                      <a:pt x="331377" y="121247"/>
                    </a:lnTo>
                    <a:lnTo>
                      <a:pt x="245098" y="94815"/>
                    </a:lnTo>
                    <a:lnTo>
                      <a:pt x="160811" y="70304"/>
                    </a:lnTo>
                    <a:lnTo>
                      <a:pt x="79368" y="40773"/>
                    </a:lnTo>
                    <a:lnTo>
                      <a:pt x="852" y="2467"/>
                    </a:lnTo>
                    <a:cubicBezTo>
                      <a:pt x="-205" y="1921"/>
                      <a:pt x="-286" y="1070"/>
                      <a:pt x="649" y="481"/>
                    </a:cubicBezTo>
                    <a:cubicBezTo>
                      <a:pt x="1543" y="-108"/>
                      <a:pt x="3169" y="-152"/>
                      <a:pt x="4225" y="328"/>
                    </a:cubicBezTo>
                    <a:lnTo>
                      <a:pt x="82457" y="38546"/>
                    </a:lnTo>
                    <a:lnTo>
                      <a:pt x="163412" y="67859"/>
                    </a:lnTo>
                    <a:lnTo>
                      <a:pt x="247537" y="92371"/>
                    </a:lnTo>
                    <a:lnTo>
                      <a:pt x="333694" y="118737"/>
                    </a:lnTo>
                    <a:lnTo>
                      <a:pt x="423224" y="141917"/>
                    </a:lnTo>
                    <a:lnTo>
                      <a:pt x="513038" y="162325"/>
                    </a:lnTo>
                    <a:cubicBezTo>
                      <a:pt x="513363" y="162368"/>
                      <a:pt x="513729" y="162543"/>
                      <a:pt x="513973" y="162696"/>
                    </a:cubicBezTo>
                    <a:lnTo>
                      <a:pt x="602202" y="216891"/>
                    </a:lnTo>
                    <a:cubicBezTo>
                      <a:pt x="602730" y="217218"/>
                      <a:pt x="602934" y="217699"/>
                      <a:pt x="602852" y="218113"/>
                    </a:cubicBezTo>
                    <a:lnTo>
                      <a:pt x="590336" y="255742"/>
                    </a:lnTo>
                    <a:lnTo>
                      <a:pt x="677345" y="307427"/>
                    </a:lnTo>
                    <a:cubicBezTo>
                      <a:pt x="677914" y="307799"/>
                      <a:pt x="678118" y="308279"/>
                      <a:pt x="677996" y="308715"/>
                    </a:cubicBezTo>
                    <a:lnTo>
                      <a:pt x="666007" y="338705"/>
                    </a:lnTo>
                    <a:lnTo>
                      <a:pt x="654628" y="365180"/>
                    </a:lnTo>
                    <a:lnTo>
                      <a:pt x="644264" y="382860"/>
                    </a:lnTo>
                    <a:lnTo>
                      <a:pt x="633942" y="398008"/>
                    </a:lnTo>
                    <a:cubicBezTo>
                      <a:pt x="633861" y="398160"/>
                      <a:pt x="633698" y="398335"/>
                      <a:pt x="633495" y="398422"/>
                    </a:cubicBezTo>
                    <a:lnTo>
                      <a:pt x="623701" y="404556"/>
                    </a:lnTo>
                    <a:lnTo>
                      <a:pt x="613704" y="419310"/>
                    </a:lnTo>
                    <a:lnTo>
                      <a:pt x="603746" y="433061"/>
                    </a:lnTo>
                    <a:lnTo>
                      <a:pt x="594033" y="445328"/>
                    </a:lnTo>
                    <a:lnTo>
                      <a:pt x="583995" y="452727"/>
                    </a:lnTo>
                    <a:cubicBezTo>
                      <a:pt x="583793" y="452901"/>
                      <a:pt x="583589" y="452989"/>
                      <a:pt x="583345" y="453054"/>
                    </a:cubicBezTo>
                    <a:lnTo>
                      <a:pt x="573917" y="456525"/>
                    </a:lnTo>
                    <a:lnTo>
                      <a:pt x="564204" y="465102"/>
                    </a:lnTo>
                    <a:lnTo>
                      <a:pt x="557295" y="472021"/>
                    </a:lnTo>
                    <a:cubicBezTo>
                      <a:pt x="556808" y="472502"/>
                      <a:pt x="555954" y="472763"/>
                      <a:pt x="555060" y="4727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4" name="Freeform: Shape 563">
                <a:extLst>
                  <a:ext uri="{FF2B5EF4-FFF2-40B4-BE49-F238E27FC236}">
                    <a16:creationId xmlns:a16="http://schemas.microsoft.com/office/drawing/2014/main" id="{E51528DC-CEC5-4BEF-8664-BB08BD96D1BE}"/>
                  </a:ext>
                </a:extLst>
              </p:cNvPr>
              <p:cNvSpPr/>
              <p:nvPr/>
            </p:nvSpPr>
            <p:spPr>
              <a:xfrm>
                <a:off x="11203472" y="5729018"/>
                <a:ext cx="318901" cy="3470"/>
              </a:xfrm>
              <a:custGeom>
                <a:avLst/>
                <a:gdLst>
                  <a:gd name="connsiteX0" fmla="*/ 316301 w 318901"/>
                  <a:gd name="connsiteY0" fmla="*/ 3470 h 3470"/>
                  <a:gd name="connsiteX1" fmla="*/ 316301 w 318901"/>
                  <a:gd name="connsiteY1" fmla="*/ 3470 h 3470"/>
                  <a:gd name="connsiteX2" fmla="*/ 2479 w 318901"/>
                  <a:gd name="connsiteY2" fmla="*/ 2837 h 3470"/>
                  <a:gd name="connsiteX3" fmla="*/ 0 w 318901"/>
                  <a:gd name="connsiteY3" fmla="*/ 1441 h 3470"/>
                  <a:gd name="connsiteX4" fmla="*/ 2479 w 318901"/>
                  <a:gd name="connsiteY4" fmla="*/ 0 h 3470"/>
                  <a:gd name="connsiteX5" fmla="*/ 2479 w 318901"/>
                  <a:gd name="connsiteY5" fmla="*/ 0 h 3470"/>
                  <a:gd name="connsiteX6" fmla="*/ 316301 w 318901"/>
                  <a:gd name="connsiteY6" fmla="*/ 633 h 3470"/>
                  <a:gd name="connsiteX7" fmla="*/ 318902 w 318901"/>
                  <a:gd name="connsiteY7" fmla="*/ 2074 h 3470"/>
                  <a:gd name="connsiteX8" fmla="*/ 316301 w 318901"/>
                  <a:gd name="connsiteY8" fmla="*/ 3470 h 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901" h="3470">
                    <a:moveTo>
                      <a:pt x="316301" y="3470"/>
                    </a:moveTo>
                    <a:lnTo>
                      <a:pt x="316301" y="3470"/>
                    </a:lnTo>
                    <a:lnTo>
                      <a:pt x="2479" y="2837"/>
                    </a:lnTo>
                    <a:cubicBezTo>
                      <a:pt x="1097" y="2837"/>
                      <a:pt x="0" y="2183"/>
                      <a:pt x="0" y="1441"/>
                    </a:cubicBezTo>
                    <a:cubicBezTo>
                      <a:pt x="0" y="633"/>
                      <a:pt x="1097" y="0"/>
                      <a:pt x="2479" y="0"/>
                    </a:cubicBezTo>
                    <a:lnTo>
                      <a:pt x="2479" y="0"/>
                    </a:lnTo>
                    <a:lnTo>
                      <a:pt x="316301" y="633"/>
                    </a:lnTo>
                    <a:cubicBezTo>
                      <a:pt x="317683" y="633"/>
                      <a:pt x="318902" y="1266"/>
                      <a:pt x="318902" y="2074"/>
                    </a:cubicBezTo>
                    <a:cubicBezTo>
                      <a:pt x="318902" y="2816"/>
                      <a:pt x="317723" y="3470"/>
                      <a:pt x="316301" y="347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5" name="Freeform: Shape 564">
                <a:extLst>
                  <a:ext uri="{FF2B5EF4-FFF2-40B4-BE49-F238E27FC236}">
                    <a16:creationId xmlns:a16="http://schemas.microsoft.com/office/drawing/2014/main" id="{4B6E9190-A4F5-403E-9738-37E07BF5129F}"/>
                  </a:ext>
                </a:extLst>
              </p:cNvPr>
              <p:cNvSpPr/>
              <p:nvPr/>
            </p:nvSpPr>
            <p:spPr>
              <a:xfrm>
                <a:off x="9791505" y="5710240"/>
                <a:ext cx="204996" cy="25281"/>
              </a:xfrm>
              <a:custGeom>
                <a:avLst/>
                <a:gdLst>
                  <a:gd name="connsiteX0" fmla="*/ 202399 w 204996"/>
                  <a:gd name="connsiteY0" fmla="*/ 25282 h 25281"/>
                  <a:gd name="connsiteX1" fmla="*/ 201221 w 204996"/>
                  <a:gd name="connsiteY1" fmla="*/ 25063 h 25281"/>
                  <a:gd name="connsiteX2" fmla="*/ 197157 w 204996"/>
                  <a:gd name="connsiteY2" fmla="*/ 23841 h 25281"/>
                  <a:gd name="connsiteX3" fmla="*/ 167001 w 204996"/>
                  <a:gd name="connsiteY3" fmla="*/ 16813 h 25281"/>
                  <a:gd name="connsiteX4" fmla="*/ 152127 w 204996"/>
                  <a:gd name="connsiteY4" fmla="*/ 14150 h 25281"/>
                  <a:gd name="connsiteX5" fmla="*/ 137456 w 204996"/>
                  <a:gd name="connsiteY5" fmla="*/ 12077 h 25281"/>
                  <a:gd name="connsiteX6" fmla="*/ 122582 w 204996"/>
                  <a:gd name="connsiteY6" fmla="*/ 9719 h 25281"/>
                  <a:gd name="connsiteX7" fmla="*/ 108114 w 204996"/>
                  <a:gd name="connsiteY7" fmla="*/ 8017 h 25281"/>
                  <a:gd name="connsiteX8" fmla="*/ 45122 w 204996"/>
                  <a:gd name="connsiteY8" fmla="*/ 7973 h 25281"/>
                  <a:gd name="connsiteX9" fmla="*/ 2044 w 204996"/>
                  <a:gd name="connsiteY9" fmla="*/ 2800 h 25281"/>
                  <a:gd name="connsiteX10" fmla="*/ 53 w 204996"/>
                  <a:gd name="connsiteY10" fmla="*/ 1098 h 25281"/>
                  <a:gd name="connsiteX11" fmla="*/ 3142 w 204996"/>
                  <a:gd name="connsiteY11" fmla="*/ 28 h 25281"/>
                  <a:gd name="connsiteX12" fmla="*/ 45610 w 204996"/>
                  <a:gd name="connsiteY12" fmla="*/ 5201 h 25281"/>
                  <a:gd name="connsiteX13" fmla="*/ 108602 w 204996"/>
                  <a:gd name="connsiteY13" fmla="*/ 5245 h 25281"/>
                  <a:gd name="connsiteX14" fmla="*/ 123761 w 204996"/>
                  <a:gd name="connsiteY14" fmla="*/ 7013 h 25281"/>
                  <a:gd name="connsiteX15" fmla="*/ 138757 w 204996"/>
                  <a:gd name="connsiteY15" fmla="*/ 9370 h 25281"/>
                  <a:gd name="connsiteX16" fmla="*/ 153631 w 204996"/>
                  <a:gd name="connsiteY16" fmla="*/ 11444 h 25281"/>
                  <a:gd name="connsiteX17" fmla="*/ 168831 w 204996"/>
                  <a:gd name="connsiteY17" fmla="*/ 14150 h 25281"/>
                  <a:gd name="connsiteX18" fmla="*/ 199391 w 204996"/>
                  <a:gd name="connsiteY18" fmla="*/ 21353 h 25281"/>
                  <a:gd name="connsiteX19" fmla="*/ 203740 w 204996"/>
                  <a:gd name="connsiteY19" fmla="*/ 22619 h 25281"/>
                  <a:gd name="connsiteX20" fmla="*/ 204715 w 204996"/>
                  <a:gd name="connsiteY20" fmla="*/ 24540 h 25281"/>
                  <a:gd name="connsiteX21" fmla="*/ 202439 w 204996"/>
                  <a:gd name="connsiteY21" fmla="*/ 25282 h 25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4996" h="25281">
                    <a:moveTo>
                      <a:pt x="202399" y="25282"/>
                    </a:moveTo>
                    <a:cubicBezTo>
                      <a:pt x="201993" y="25282"/>
                      <a:pt x="201627" y="25238"/>
                      <a:pt x="201221" y="25063"/>
                    </a:cubicBezTo>
                    <a:lnTo>
                      <a:pt x="197157" y="23841"/>
                    </a:lnTo>
                    <a:lnTo>
                      <a:pt x="167001" y="16813"/>
                    </a:lnTo>
                    <a:lnTo>
                      <a:pt x="152127" y="14150"/>
                    </a:lnTo>
                    <a:lnTo>
                      <a:pt x="137456" y="12077"/>
                    </a:lnTo>
                    <a:lnTo>
                      <a:pt x="122582" y="9719"/>
                    </a:lnTo>
                    <a:lnTo>
                      <a:pt x="108114" y="8017"/>
                    </a:lnTo>
                    <a:lnTo>
                      <a:pt x="45122" y="7973"/>
                    </a:lnTo>
                    <a:lnTo>
                      <a:pt x="2044" y="2800"/>
                    </a:lnTo>
                    <a:cubicBezTo>
                      <a:pt x="662" y="2648"/>
                      <a:pt x="-232" y="1840"/>
                      <a:pt x="53" y="1098"/>
                    </a:cubicBezTo>
                    <a:cubicBezTo>
                      <a:pt x="377" y="356"/>
                      <a:pt x="1637" y="-124"/>
                      <a:pt x="3142" y="28"/>
                    </a:cubicBezTo>
                    <a:lnTo>
                      <a:pt x="45610" y="5201"/>
                    </a:lnTo>
                    <a:lnTo>
                      <a:pt x="108602" y="5245"/>
                    </a:lnTo>
                    <a:lnTo>
                      <a:pt x="123761" y="7013"/>
                    </a:lnTo>
                    <a:lnTo>
                      <a:pt x="138757" y="9370"/>
                    </a:lnTo>
                    <a:lnTo>
                      <a:pt x="153631" y="11444"/>
                    </a:lnTo>
                    <a:lnTo>
                      <a:pt x="168831" y="14150"/>
                    </a:lnTo>
                    <a:lnTo>
                      <a:pt x="199391" y="21353"/>
                    </a:lnTo>
                    <a:lnTo>
                      <a:pt x="203740" y="22619"/>
                    </a:lnTo>
                    <a:cubicBezTo>
                      <a:pt x="204919" y="22990"/>
                      <a:pt x="205326" y="23841"/>
                      <a:pt x="204715" y="24540"/>
                    </a:cubicBezTo>
                    <a:cubicBezTo>
                      <a:pt x="204228" y="25020"/>
                      <a:pt x="203334" y="25282"/>
                      <a:pt x="202439" y="2528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6" name="Freeform: Shape 565">
                <a:extLst>
                  <a:ext uri="{FF2B5EF4-FFF2-40B4-BE49-F238E27FC236}">
                    <a16:creationId xmlns:a16="http://schemas.microsoft.com/office/drawing/2014/main" id="{A3AE450F-4B03-4B71-A8E5-629C1FA12C15}"/>
                  </a:ext>
                </a:extLst>
              </p:cNvPr>
              <p:cNvSpPr/>
              <p:nvPr/>
            </p:nvSpPr>
            <p:spPr>
              <a:xfrm>
                <a:off x="10259455" y="5693063"/>
                <a:ext cx="242335" cy="30301"/>
              </a:xfrm>
              <a:custGeom>
                <a:avLst/>
                <a:gdLst>
                  <a:gd name="connsiteX0" fmla="*/ 239766 w 242335"/>
                  <a:gd name="connsiteY0" fmla="*/ 30302 h 30301"/>
                  <a:gd name="connsiteX1" fmla="*/ 239279 w 242335"/>
                  <a:gd name="connsiteY1" fmla="*/ 30302 h 30301"/>
                  <a:gd name="connsiteX2" fmla="*/ 1941 w 242335"/>
                  <a:gd name="connsiteY2" fmla="*/ 2757 h 30301"/>
                  <a:gd name="connsiteX3" fmla="*/ 71 w 242335"/>
                  <a:gd name="connsiteY3" fmla="*/ 1098 h 30301"/>
                  <a:gd name="connsiteX4" fmla="*/ 3038 w 242335"/>
                  <a:gd name="connsiteY4" fmla="*/ 28 h 30301"/>
                  <a:gd name="connsiteX5" fmla="*/ 118253 w 242335"/>
                  <a:gd name="connsiteY5" fmla="*/ 13604 h 30301"/>
                  <a:gd name="connsiteX6" fmla="*/ 163120 w 242335"/>
                  <a:gd name="connsiteY6" fmla="*/ 18668 h 30301"/>
                  <a:gd name="connsiteX7" fmla="*/ 240295 w 242335"/>
                  <a:gd name="connsiteY7" fmla="*/ 27508 h 30301"/>
                  <a:gd name="connsiteX8" fmla="*/ 242286 w 242335"/>
                  <a:gd name="connsiteY8" fmla="*/ 29167 h 30301"/>
                  <a:gd name="connsiteX9" fmla="*/ 239807 w 242335"/>
                  <a:gd name="connsiteY9" fmla="*/ 30280 h 3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335" h="30301">
                    <a:moveTo>
                      <a:pt x="239766" y="30302"/>
                    </a:moveTo>
                    <a:lnTo>
                      <a:pt x="239279" y="30302"/>
                    </a:lnTo>
                    <a:lnTo>
                      <a:pt x="1941" y="2757"/>
                    </a:lnTo>
                    <a:cubicBezTo>
                      <a:pt x="560" y="2604"/>
                      <a:pt x="-254" y="1840"/>
                      <a:pt x="71" y="1098"/>
                    </a:cubicBezTo>
                    <a:cubicBezTo>
                      <a:pt x="356" y="356"/>
                      <a:pt x="1656" y="-124"/>
                      <a:pt x="3038" y="28"/>
                    </a:cubicBezTo>
                    <a:lnTo>
                      <a:pt x="118253" y="13604"/>
                    </a:lnTo>
                    <a:lnTo>
                      <a:pt x="163120" y="18668"/>
                    </a:lnTo>
                    <a:lnTo>
                      <a:pt x="240295" y="27508"/>
                    </a:lnTo>
                    <a:cubicBezTo>
                      <a:pt x="241595" y="27661"/>
                      <a:pt x="242570" y="28403"/>
                      <a:pt x="242286" y="29167"/>
                    </a:cubicBezTo>
                    <a:cubicBezTo>
                      <a:pt x="242002" y="29865"/>
                      <a:pt x="240986" y="30280"/>
                      <a:pt x="239807" y="302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7" name="Freeform: Shape 566">
                <a:extLst>
                  <a:ext uri="{FF2B5EF4-FFF2-40B4-BE49-F238E27FC236}">
                    <a16:creationId xmlns:a16="http://schemas.microsoft.com/office/drawing/2014/main" id="{1BFF75E0-E9A5-4259-B7BF-2D4A451A9025}"/>
                  </a:ext>
                </a:extLst>
              </p:cNvPr>
              <p:cNvSpPr/>
              <p:nvPr/>
            </p:nvSpPr>
            <p:spPr>
              <a:xfrm>
                <a:off x="10204001" y="5693019"/>
                <a:ext cx="300693" cy="31742"/>
              </a:xfrm>
              <a:custGeom>
                <a:avLst/>
                <a:gdLst>
                  <a:gd name="connsiteX0" fmla="*/ 251980 w 300693"/>
                  <a:gd name="connsiteY0" fmla="*/ 31742 h 31742"/>
                  <a:gd name="connsiteX1" fmla="*/ 189964 w 300693"/>
                  <a:gd name="connsiteY1" fmla="*/ 24867 h 31742"/>
                  <a:gd name="connsiteX2" fmla="*/ 2044 w 300693"/>
                  <a:gd name="connsiteY2" fmla="*/ 2757 h 31742"/>
                  <a:gd name="connsiteX3" fmla="*/ 53 w 300693"/>
                  <a:gd name="connsiteY3" fmla="*/ 1098 h 31742"/>
                  <a:gd name="connsiteX4" fmla="*/ 3142 w 300693"/>
                  <a:gd name="connsiteY4" fmla="*/ 28 h 31742"/>
                  <a:gd name="connsiteX5" fmla="*/ 116527 w 300693"/>
                  <a:gd name="connsiteY5" fmla="*/ 13561 h 31742"/>
                  <a:gd name="connsiteX6" fmla="*/ 252345 w 300693"/>
                  <a:gd name="connsiteY6" fmla="*/ 28905 h 31742"/>
                  <a:gd name="connsiteX7" fmla="*/ 292132 w 300693"/>
                  <a:gd name="connsiteY7" fmla="*/ 28316 h 31742"/>
                  <a:gd name="connsiteX8" fmla="*/ 297782 w 300693"/>
                  <a:gd name="connsiteY8" fmla="*/ 27901 h 31742"/>
                  <a:gd name="connsiteX9" fmla="*/ 300667 w 300693"/>
                  <a:gd name="connsiteY9" fmla="*/ 29079 h 31742"/>
                  <a:gd name="connsiteX10" fmla="*/ 298472 w 300693"/>
                  <a:gd name="connsiteY10" fmla="*/ 30673 h 31742"/>
                  <a:gd name="connsiteX11" fmla="*/ 292620 w 300693"/>
                  <a:gd name="connsiteY11" fmla="*/ 31153 h 31742"/>
                  <a:gd name="connsiteX12" fmla="*/ 251940 w 300693"/>
                  <a:gd name="connsiteY12" fmla="*/ 31742 h 3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0693" h="31742">
                    <a:moveTo>
                      <a:pt x="251980" y="31742"/>
                    </a:moveTo>
                    <a:lnTo>
                      <a:pt x="189964" y="24867"/>
                    </a:lnTo>
                    <a:lnTo>
                      <a:pt x="2044" y="2757"/>
                    </a:lnTo>
                    <a:cubicBezTo>
                      <a:pt x="662" y="2604"/>
                      <a:pt x="-232" y="1840"/>
                      <a:pt x="53" y="1098"/>
                    </a:cubicBezTo>
                    <a:cubicBezTo>
                      <a:pt x="337" y="356"/>
                      <a:pt x="1759" y="-124"/>
                      <a:pt x="3142" y="28"/>
                    </a:cubicBezTo>
                    <a:lnTo>
                      <a:pt x="116527" y="13561"/>
                    </a:lnTo>
                    <a:lnTo>
                      <a:pt x="252345" y="28905"/>
                    </a:lnTo>
                    <a:lnTo>
                      <a:pt x="292132" y="28316"/>
                    </a:lnTo>
                    <a:lnTo>
                      <a:pt x="297782" y="27901"/>
                    </a:lnTo>
                    <a:cubicBezTo>
                      <a:pt x="299163" y="27792"/>
                      <a:pt x="300463" y="28316"/>
                      <a:pt x="300667" y="29079"/>
                    </a:cubicBezTo>
                    <a:cubicBezTo>
                      <a:pt x="300870" y="29822"/>
                      <a:pt x="299895" y="30564"/>
                      <a:pt x="298472" y="30673"/>
                    </a:cubicBezTo>
                    <a:lnTo>
                      <a:pt x="292620" y="31153"/>
                    </a:lnTo>
                    <a:lnTo>
                      <a:pt x="251940" y="3174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8" name="Freeform: Shape 567">
                <a:extLst>
                  <a:ext uri="{FF2B5EF4-FFF2-40B4-BE49-F238E27FC236}">
                    <a16:creationId xmlns:a16="http://schemas.microsoft.com/office/drawing/2014/main" id="{6E866EA3-F7B7-406A-B015-190FD40F7502}"/>
                  </a:ext>
                </a:extLst>
              </p:cNvPr>
              <p:cNvSpPr/>
              <p:nvPr/>
            </p:nvSpPr>
            <p:spPr>
              <a:xfrm>
                <a:off x="4360508" y="5539624"/>
                <a:ext cx="278805" cy="17575"/>
              </a:xfrm>
              <a:custGeom>
                <a:avLst/>
                <a:gdLst>
                  <a:gd name="connsiteX0" fmla="*/ 2561 w 278805"/>
                  <a:gd name="connsiteY0" fmla="*/ 17553 h 17575"/>
                  <a:gd name="connsiteX1" fmla="*/ 1 w 278805"/>
                  <a:gd name="connsiteY1" fmla="*/ 16222 h 17575"/>
                  <a:gd name="connsiteX2" fmla="*/ 2480 w 278805"/>
                  <a:gd name="connsiteY2" fmla="*/ 14738 h 17575"/>
                  <a:gd name="connsiteX3" fmla="*/ 158213 w 278805"/>
                  <a:gd name="connsiteY3" fmla="*/ 11376 h 17575"/>
                  <a:gd name="connsiteX4" fmla="*/ 228845 w 278805"/>
                  <a:gd name="connsiteY4" fmla="*/ 5309 h 17575"/>
                  <a:gd name="connsiteX5" fmla="*/ 275784 w 278805"/>
                  <a:gd name="connsiteY5" fmla="*/ 27 h 17575"/>
                  <a:gd name="connsiteX6" fmla="*/ 278751 w 278805"/>
                  <a:gd name="connsiteY6" fmla="*/ 1140 h 17575"/>
                  <a:gd name="connsiteX7" fmla="*/ 276760 w 278805"/>
                  <a:gd name="connsiteY7" fmla="*/ 2799 h 17575"/>
                  <a:gd name="connsiteX8" fmla="*/ 229739 w 278805"/>
                  <a:gd name="connsiteY8" fmla="*/ 8081 h 17575"/>
                  <a:gd name="connsiteX9" fmla="*/ 158701 w 278805"/>
                  <a:gd name="connsiteY9" fmla="*/ 14214 h 17575"/>
                  <a:gd name="connsiteX10" fmla="*/ 2643 w 278805"/>
                  <a:gd name="connsiteY10" fmla="*/ 17575 h 17575"/>
                  <a:gd name="connsiteX11" fmla="*/ 2602 w 278805"/>
                  <a:gd name="connsiteY11" fmla="*/ 17575 h 17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8805" h="17575">
                    <a:moveTo>
                      <a:pt x="2561" y="17553"/>
                    </a:moveTo>
                    <a:cubicBezTo>
                      <a:pt x="1180" y="17553"/>
                      <a:pt x="42" y="16964"/>
                      <a:pt x="1" y="16222"/>
                    </a:cubicBezTo>
                    <a:cubicBezTo>
                      <a:pt x="-40" y="15414"/>
                      <a:pt x="1017" y="14781"/>
                      <a:pt x="2480" y="14738"/>
                    </a:cubicBezTo>
                    <a:lnTo>
                      <a:pt x="158213" y="11376"/>
                    </a:lnTo>
                    <a:lnTo>
                      <a:pt x="228845" y="5309"/>
                    </a:lnTo>
                    <a:lnTo>
                      <a:pt x="275784" y="27"/>
                    </a:lnTo>
                    <a:cubicBezTo>
                      <a:pt x="277166" y="-126"/>
                      <a:pt x="278507" y="398"/>
                      <a:pt x="278751" y="1140"/>
                    </a:cubicBezTo>
                    <a:cubicBezTo>
                      <a:pt x="279036" y="1882"/>
                      <a:pt x="278182" y="2646"/>
                      <a:pt x="276760" y="2799"/>
                    </a:cubicBezTo>
                    <a:lnTo>
                      <a:pt x="229739" y="8081"/>
                    </a:lnTo>
                    <a:lnTo>
                      <a:pt x="158701" y="14214"/>
                    </a:lnTo>
                    <a:lnTo>
                      <a:pt x="2643" y="17575"/>
                    </a:lnTo>
                    <a:lnTo>
                      <a:pt x="2602" y="175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69" name="Freeform: Shape 568">
                <a:extLst>
                  <a:ext uri="{FF2B5EF4-FFF2-40B4-BE49-F238E27FC236}">
                    <a16:creationId xmlns:a16="http://schemas.microsoft.com/office/drawing/2014/main" id="{B8416339-8BFB-471A-BF70-23444A3E35B5}"/>
                  </a:ext>
                </a:extLst>
              </p:cNvPr>
              <p:cNvSpPr/>
              <p:nvPr/>
            </p:nvSpPr>
            <p:spPr>
              <a:xfrm>
                <a:off x="10148589" y="5692955"/>
                <a:ext cx="358434" cy="30474"/>
              </a:xfrm>
              <a:custGeom>
                <a:avLst/>
                <a:gdLst>
                  <a:gd name="connsiteX0" fmla="*/ 355875 w 358434"/>
                  <a:gd name="connsiteY0" fmla="*/ 30475 h 30474"/>
                  <a:gd name="connsiteX1" fmla="*/ 355875 w 358434"/>
                  <a:gd name="connsiteY1" fmla="*/ 30475 h 30474"/>
                  <a:gd name="connsiteX2" fmla="*/ 232939 w 358434"/>
                  <a:gd name="connsiteY2" fmla="*/ 29776 h 30474"/>
                  <a:gd name="connsiteX3" fmla="*/ 71110 w 358434"/>
                  <a:gd name="connsiteY3" fmla="*/ 11289 h 30474"/>
                  <a:gd name="connsiteX4" fmla="*/ 1941 w 358434"/>
                  <a:gd name="connsiteY4" fmla="*/ 2777 h 30474"/>
                  <a:gd name="connsiteX5" fmla="*/ 71 w 358434"/>
                  <a:gd name="connsiteY5" fmla="*/ 1118 h 30474"/>
                  <a:gd name="connsiteX6" fmla="*/ 3038 w 358434"/>
                  <a:gd name="connsiteY6" fmla="*/ 49 h 30474"/>
                  <a:gd name="connsiteX7" fmla="*/ 114839 w 358434"/>
                  <a:gd name="connsiteY7" fmla="*/ 13537 h 30474"/>
                  <a:gd name="connsiteX8" fmla="*/ 233386 w 358434"/>
                  <a:gd name="connsiteY8" fmla="*/ 26961 h 30474"/>
                  <a:gd name="connsiteX9" fmla="*/ 355834 w 358434"/>
                  <a:gd name="connsiteY9" fmla="*/ 27659 h 30474"/>
                  <a:gd name="connsiteX10" fmla="*/ 358435 w 358434"/>
                  <a:gd name="connsiteY10" fmla="*/ 29100 h 30474"/>
                  <a:gd name="connsiteX11" fmla="*/ 355834 w 358434"/>
                  <a:gd name="connsiteY11" fmla="*/ 30475 h 3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434" h="30474">
                    <a:moveTo>
                      <a:pt x="355875" y="30475"/>
                    </a:moveTo>
                    <a:lnTo>
                      <a:pt x="355875" y="30475"/>
                    </a:lnTo>
                    <a:lnTo>
                      <a:pt x="232939" y="29776"/>
                    </a:lnTo>
                    <a:lnTo>
                      <a:pt x="71110" y="11289"/>
                    </a:lnTo>
                    <a:lnTo>
                      <a:pt x="1941" y="2777"/>
                    </a:lnTo>
                    <a:cubicBezTo>
                      <a:pt x="560" y="2602"/>
                      <a:pt x="-254" y="1860"/>
                      <a:pt x="71" y="1118"/>
                    </a:cubicBezTo>
                    <a:cubicBezTo>
                      <a:pt x="356" y="376"/>
                      <a:pt x="1657" y="-170"/>
                      <a:pt x="3038" y="49"/>
                    </a:cubicBezTo>
                    <a:lnTo>
                      <a:pt x="114839" y="13537"/>
                    </a:lnTo>
                    <a:lnTo>
                      <a:pt x="233386" y="26961"/>
                    </a:lnTo>
                    <a:lnTo>
                      <a:pt x="355834" y="27659"/>
                    </a:lnTo>
                    <a:cubicBezTo>
                      <a:pt x="357216" y="27659"/>
                      <a:pt x="358435" y="28292"/>
                      <a:pt x="358435" y="29100"/>
                    </a:cubicBezTo>
                    <a:cubicBezTo>
                      <a:pt x="358435" y="29842"/>
                      <a:pt x="357257" y="30475"/>
                      <a:pt x="355834" y="304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0" name="Freeform: Shape 569">
                <a:extLst>
                  <a:ext uri="{FF2B5EF4-FFF2-40B4-BE49-F238E27FC236}">
                    <a16:creationId xmlns:a16="http://schemas.microsoft.com/office/drawing/2014/main" id="{C0253803-3B06-4818-83F2-3E6DD7DDA3D0}"/>
                  </a:ext>
                </a:extLst>
              </p:cNvPr>
              <p:cNvSpPr/>
              <p:nvPr/>
            </p:nvSpPr>
            <p:spPr>
              <a:xfrm>
                <a:off x="81" y="5636713"/>
                <a:ext cx="2019039" cy="67400"/>
              </a:xfrm>
              <a:custGeom>
                <a:avLst/>
                <a:gdLst>
                  <a:gd name="connsiteX0" fmla="*/ 2016963 w 2019039"/>
                  <a:gd name="connsiteY0" fmla="*/ 59696 h 67400"/>
                  <a:gd name="connsiteX1" fmla="*/ 1952833 w 2019039"/>
                  <a:gd name="connsiteY1" fmla="*/ 50965 h 67400"/>
                  <a:gd name="connsiteX2" fmla="*/ 1951045 w 2019039"/>
                  <a:gd name="connsiteY2" fmla="*/ 51074 h 67400"/>
                  <a:gd name="connsiteX3" fmla="*/ 1926946 w 2019039"/>
                  <a:gd name="connsiteY3" fmla="*/ 58102 h 67400"/>
                  <a:gd name="connsiteX4" fmla="*/ 1839610 w 2019039"/>
                  <a:gd name="connsiteY4" fmla="*/ 47604 h 67400"/>
                  <a:gd name="connsiteX5" fmla="*/ 1837741 w 2019039"/>
                  <a:gd name="connsiteY5" fmla="*/ 47822 h 67400"/>
                  <a:gd name="connsiteX6" fmla="*/ 1812382 w 2019039"/>
                  <a:gd name="connsiteY6" fmla="*/ 56618 h 67400"/>
                  <a:gd name="connsiteX7" fmla="*/ 1786697 w 2019039"/>
                  <a:gd name="connsiteY7" fmla="*/ 59063 h 67400"/>
                  <a:gd name="connsiteX8" fmla="*/ 1761663 w 2019039"/>
                  <a:gd name="connsiteY8" fmla="*/ 62860 h 67400"/>
                  <a:gd name="connsiteX9" fmla="*/ 1710903 w 2019039"/>
                  <a:gd name="connsiteY9" fmla="*/ 61202 h 67400"/>
                  <a:gd name="connsiteX10" fmla="*/ 1671076 w 2019039"/>
                  <a:gd name="connsiteY10" fmla="*/ 60503 h 67400"/>
                  <a:gd name="connsiteX11" fmla="*/ 1657299 w 2019039"/>
                  <a:gd name="connsiteY11" fmla="*/ 62053 h 67400"/>
                  <a:gd name="connsiteX12" fmla="*/ 1634988 w 2019039"/>
                  <a:gd name="connsiteY12" fmla="*/ 62468 h 67400"/>
                  <a:gd name="connsiteX13" fmla="*/ 1605524 w 2019039"/>
                  <a:gd name="connsiteY13" fmla="*/ 62140 h 67400"/>
                  <a:gd name="connsiteX14" fmla="*/ 1526398 w 2019039"/>
                  <a:gd name="connsiteY14" fmla="*/ 58561 h 67400"/>
                  <a:gd name="connsiteX15" fmla="*/ 1502095 w 2019039"/>
                  <a:gd name="connsiteY15" fmla="*/ 57011 h 67400"/>
                  <a:gd name="connsiteX16" fmla="*/ 1435242 w 2019039"/>
                  <a:gd name="connsiteY16" fmla="*/ 50245 h 67400"/>
                  <a:gd name="connsiteX17" fmla="*/ 1406876 w 2019039"/>
                  <a:gd name="connsiteY17" fmla="*/ 50987 h 67400"/>
                  <a:gd name="connsiteX18" fmla="*/ 1403584 w 2019039"/>
                  <a:gd name="connsiteY18" fmla="*/ 50507 h 67400"/>
                  <a:gd name="connsiteX19" fmla="*/ 1377330 w 2019039"/>
                  <a:gd name="connsiteY19" fmla="*/ 48542 h 67400"/>
                  <a:gd name="connsiteX20" fmla="*/ 1376396 w 2019039"/>
                  <a:gd name="connsiteY20" fmla="*/ 48542 h 67400"/>
                  <a:gd name="connsiteX21" fmla="*/ 1364773 w 2019039"/>
                  <a:gd name="connsiteY21" fmla="*/ 50092 h 67400"/>
                  <a:gd name="connsiteX22" fmla="*/ 1348842 w 2019039"/>
                  <a:gd name="connsiteY22" fmla="*/ 49677 h 67400"/>
                  <a:gd name="connsiteX23" fmla="*/ 1282192 w 2019039"/>
                  <a:gd name="connsiteY23" fmla="*/ 39397 h 67400"/>
                  <a:gd name="connsiteX24" fmla="*/ 1256792 w 2019039"/>
                  <a:gd name="connsiteY24" fmla="*/ 37171 h 67400"/>
                  <a:gd name="connsiteX25" fmla="*/ 1190630 w 2019039"/>
                  <a:gd name="connsiteY25" fmla="*/ 25013 h 67400"/>
                  <a:gd name="connsiteX26" fmla="*/ 1172342 w 2019039"/>
                  <a:gd name="connsiteY26" fmla="*/ 22241 h 67400"/>
                  <a:gd name="connsiteX27" fmla="*/ 1102726 w 2019039"/>
                  <a:gd name="connsiteY27" fmla="*/ 13729 h 67400"/>
                  <a:gd name="connsiteX28" fmla="*/ 1071718 w 2019039"/>
                  <a:gd name="connsiteY28" fmla="*/ 13554 h 67400"/>
                  <a:gd name="connsiteX29" fmla="*/ 1070702 w 2019039"/>
                  <a:gd name="connsiteY29" fmla="*/ 13729 h 67400"/>
                  <a:gd name="connsiteX30" fmla="*/ 1039165 w 2019039"/>
                  <a:gd name="connsiteY30" fmla="*/ 21565 h 67400"/>
                  <a:gd name="connsiteX31" fmla="*/ 1007994 w 2019039"/>
                  <a:gd name="connsiteY31" fmla="*/ 28811 h 67400"/>
                  <a:gd name="connsiteX32" fmla="*/ 915375 w 2019039"/>
                  <a:gd name="connsiteY32" fmla="*/ 15650 h 67400"/>
                  <a:gd name="connsiteX33" fmla="*/ 821903 w 2019039"/>
                  <a:gd name="connsiteY33" fmla="*/ 7814 h 67400"/>
                  <a:gd name="connsiteX34" fmla="*/ 791748 w 2019039"/>
                  <a:gd name="connsiteY34" fmla="*/ 6788 h 67400"/>
                  <a:gd name="connsiteX35" fmla="*/ 749076 w 2019039"/>
                  <a:gd name="connsiteY35" fmla="*/ 6417 h 67400"/>
                  <a:gd name="connsiteX36" fmla="*/ 715508 w 2019039"/>
                  <a:gd name="connsiteY36" fmla="*/ 6002 h 67400"/>
                  <a:gd name="connsiteX37" fmla="*/ 630530 w 2019039"/>
                  <a:gd name="connsiteY37" fmla="*/ 3339 h 67400"/>
                  <a:gd name="connsiteX38" fmla="*/ 600862 w 2019039"/>
                  <a:gd name="connsiteY38" fmla="*/ 2816 h 67400"/>
                  <a:gd name="connsiteX39" fmla="*/ 570057 w 2019039"/>
                  <a:gd name="connsiteY39" fmla="*/ 1899 h 67400"/>
                  <a:gd name="connsiteX40" fmla="*/ 568635 w 2019039"/>
                  <a:gd name="connsiteY40" fmla="*/ 2052 h 67400"/>
                  <a:gd name="connsiteX41" fmla="*/ 564571 w 2019039"/>
                  <a:gd name="connsiteY41" fmla="*/ 3492 h 67400"/>
                  <a:gd name="connsiteX42" fmla="*/ 545511 w 2019039"/>
                  <a:gd name="connsiteY42" fmla="*/ 6788 h 67400"/>
                  <a:gd name="connsiteX43" fmla="*/ 529824 w 2019039"/>
                  <a:gd name="connsiteY43" fmla="*/ 6570 h 67400"/>
                  <a:gd name="connsiteX44" fmla="*/ 507797 w 2019039"/>
                  <a:gd name="connsiteY44" fmla="*/ 6526 h 67400"/>
                  <a:gd name="connsiteX45" fmla="*/ 494142 w 2019039"/>
                  <a:gd name="connsiteY45" fmla="*/ 6046 h 67400"/>
                  <a:gd name="connsiteX46" fmla="*/ 480121 w 2019039"/>
                  <a:gd name="connsiteY46" fmla="*/ 3754 h 67400"/>
                  <a:gd name="connsiteX47" fmla="*/ 458907 w 2019039"/>
                  <a:gd name="connsiteY47" fmla="*/ 1943 h 67400"/>
                  <a:gd name="connsiteX48" fmla="*/ 453055 w 2019039"/>
                  <a:gd name="connsiteY48" fmla="*/ 1877 h 67400"/>
                  <a:gd name="connsiteX49" fmla="*/ 419527 w 2019039"/>
                  <a:gd name="connsiteY49" fmla="*/ 2248 h 67400"/>
                  <a:gd name="connsiteX50" fmla="*/ 418470 w 2019039"/>
                  <a:gd name="connsiteY50" fmla="*/ 2357 h 67400"/>
                  <a:gd name="connsiteX51" fmla="*/ 384617 w 2019039"/>
                  <a:gd name="connsiteY51" fmla="*/ 11088 h 67400"/>
                  <a:gd name="connsiteX52" fmla="*/ 287772 w 2019039"/>
                  <a:gd name="connsiteY52" fmla="*/ 0 h 67400"/>
                  <a:gd name="connsiteX53" fmla="*/ 190317 w 2019039"/>
                  <a:gd name="connsiteY53" fmla="*/ 960 h 67400"/>
                  <a:gd name="connsiteX54" fmla="*/ 189667 w 2019039"/>
                  <a:gd name="connsiteY54" fmla="*/ 1026 h 67400"/>
                  <a:gd name="connsiteX55" fmla="*/ 160284 w 2019039"/>
                  <a:gd name="connsiteY55" fmla="*/ 5653 h 67400"/>
                  <a:gd name="connsiteX56" fmla="*/ 137851 w 2019039"/>
                  <a:gd name="connsiteY56" fmla="*/ 8163 h 67400"/>
                  <a:gd name="connsiteX57" fmla="*/ 136185 w 2019039"/>
                  <a:gd name="connsiteY57" fmla="*/ 8796 h 67400"/>
                  <a:gd name="connsiteX58" fmla="*/ 131714 w 2019039"/>
                  <a:gd name="connsiteY58" fmla="*/ 12943 h 67400"/>
                  <a:gd name="connsiteX59" fmla="*/ 106964 w 2019039"/>
                  <a:gd name="connsiteY59" fmla="*/ 21936 h 67400"/>
                  <a:gd name="connsiteX60" fmla="*/ 101600 w 2019039"/>
                  <a:gd name="connsiteY60" fmla="*/ 25144 h 67400"/>
                  <a:gd name="connsiteX61" fmla="*/ 70348 w 2019039"/>
                  <a:gd name="connsiteY61" fmla="*/ 37825 h 67400"/>
                  <a:gd name="connsiteX62" fmla="*/ 60391 w 2019039"/>
                  <a:gd name="connsiteY62" fmla="*/ 39593 h 67400"/>
                  <a:gd name="connsiteX63" fmla="*/ 59822 w 2019039"/>
                  <a:gd name="connsiteY63" fmla="*/ 39702 h 67400"/>
                  <a:gd name="connsiteX64" fmla="*/ 25034 w 2019039"/>
                  <a:gd name="connsiteY64" fmla="*/ 51794 h 67400"/>
                  <a:gd name="connsiteX65" fmla="*/ 0 w 2019039"/>
                  <a:gd name="connsiteY65" fmla="*/ 63734 h 67400"/>
                  <a:gd name="connsiteX66" fmla="*/ 0 w 2019039"/>
                  <a:gd name="connsiteY66" fmla="*/ 67400 h 67400"/>
                  <a:gd name="connsiteX67" fmla="*/ 28042 w 2019039"/>
                  <a:gd name="connsiteY67" fmla="*/ 54021 h 67400"/>
                  <a:gd name="connsiteX68" fmla="*/ 62260 w 2019039"/>
                  <a:gd name="connsiteY68" fmla="*/ 42191 h 67400"/>
                  <a:gd name="connsiteX69" fmla="*/ 72339 w 2019039"/>
                  <a:gd name="connsiteY69" fmla="*/ 40423 h 67400"/>
                  <a:gd name="connsiteX70" fmla="*/ 73071 w 2019039"/>
                  <a:gd name="connsiteY70" fmla="*/ 40204 h 67400"/>
                  <a:gd name="connsiteX71" fmla="*/ 105014 w 2019039"/>
                  <a:gd name="connsiteY71" fmla="*/ 27261 h 67400"/>
                  <a:gd name="connsiteX72" fmla="*/ 110256 w 2019039"/>
                  <a:gd name="connsiteY72" fmla="*/ 24053 h 67400"/>
                  <a:gd name="connsiteX73" fmla="*/ 135006 w 2019039"/>
                  <a:gd name="connsiteY73" fmla="*/ 15104 h 67400"/>
                  <a:gd name="connsiteX74" fmla="*/ 135778 w 2019039"/>
                  <a:gd name="connsiteY74" fmla="*/ 14624 h 67400"/>
                  <a:gd name="connsiteX75" fmla="*/ 139924 w 2019039"/>
                  <a:gd name="connsiteY75" fmla="*/ 10782 h 67400"/>
                  <a:gd name="connsiteX76" fmla="*/ 161463 w 2019039"/>
                  <a:gd name="connsiteY76" fmla="*/ 8381 h 67400"/>
                  <a:gd name="connsiteX77" fmla="*/ 190724 w 2019039"/>
                  <a:gd name="connsiteY77" fmla="*/ 3754 h 67400"/>
                  <a:gd name="connsiteX78" fmla="*/ 287284 w 2019039"/>
                  <a:gd name="connsiteY78" fmla="*/ 2794 h 67400"/>
                  <a:gd name="connsiteX79" fmla="*/ 384373 w 2019039"/>
                  <a:gd name="connsiteY79" fmla="*/ 13925 h 67400"/>
                  <a:gd name="connsiteX80" fmla="*/ 385958 w 2019039"/>
                  <a:gd name="connsiteY80" fmla="*/ 13816 h 67400"/>
                  <a:gd name="connsiteX81" fmla="*/ 420096 w 2019039"/>
                  <a:gd name="connsiteY81" fmla="*/ 5020 h 67400"/>
                  <a:gd name="connsiteX82" fmla="*/ 452973 w 2019039"/>
                  <a:gd name="connsiteY82" fmla="*/ 4649 h 67400"/>
                  <a:gd name="connsiteX83" fmla="*/ 458379 w 2019039"/>
                  <a:gd name="connsiteY83" fmla="*/ 4715 h 67400"/>
                  <a:gd name="connsiteX84" fmla="*/ 478983 w 2019039"/>
                  <a:gd name="connsiteY84" fmla="*/ 6482 h 67400"/>
                  <a:gd name="connsiteX85" fmla="*/ 493248 w 2019039"/>
                  <a:gd name="connsiteY85" fmla="*/ 8774 h 67400"/>
                  <a:gd name="connsiteX86" fmla="*/ 507634 w 2019039"/>
                  <a:gd name="connsiteY86" fmla="*/ 9298 h 67400"/>
                  <a:gd name="connsiteX87" fmla="*/ 529702 w 2019039"/>
                  <a:gd name="connsiteY87" fmla="*/ 9364 h 67400"/>
                  <a:gd name="connsiteX88" fmla="*/ 545755 w 2019039"/>
                  <a:gd name="connsiteY88" fmla="*/ 9582 h 67400"/>
                  <a:gd name="connsiteX89" fmla="*/ 546527 w 2019039"/>
                  <a:gd name="connsiteY89" fmla="*/ 9516 h 67400"/>
                  <a:gd name="connsiteX90" fmla="*/ 566562 w 2019039"/>
                  <a:gd name="connsiteY90" fmla="*/ 6002 h 67400"/>
                  <a:gd name="connsiteX91" fmla="*/ 570545 w 2019039"/>
                  <a:gd name="connsiteY91" fmla="*/ 4671 h 67400"/>
                  <a:gd name="connsiteX92" fmla="*/ 600578 w 2019039"/>
                  <a:gd name="connsiteY92" fmla="*/ 5588 h 67400"/>
                  <a:gd name="connsiteX93" fmla="*/ 630286 w 2019039"/>
                  <a:gd name="connsiteY93" fmla="*/ 6111 h 67400"/>
                  <a:gd name="connsiteX94" fmla="*/ 695757 w 2019039"/>
                  <a:gd name="connsiteY94" fmla="*/ 8403 h 67400"/>
                  <a:gd name="connsiteX95" fmla="*/ 707380 w 2019039"/>
                  <a:gd name="connsiteY95" fmla="*/ 8665 h 67400"/>
                  <a:gd name="connsiteX96" fmla="*/ 791505 w 2019039"/>
                  <a:gd name="connsiteY96" fmla="*/ 9582 h 67400"/>
                  <a:gd name="connsiteX97" fmla="*/ 821375 w 2019039"/>
                  <a:gd name="connsiteY97" fmla="*/ 10542 h 67400"/>
                  <a:gd name="connsiteX98" fmla="*/ 914359 w 2019039"/>
                  <a:gd name="connsiteY98" fmla="*/ 18312 h 67400"/>
                  <a:gd name="connsiteX99" fmla="*/ 1007547 w 2019039"/>
                  <a:gd name="connsiteY99" fmla="*/ 31627 h 67400"/>
                  <a:gd name="connsiteX100" fmla="*/ 1009132 w 2019039"/>
                  <a:gd name="connsiteY100" fmla="*/ 31518 h 67400"/>
                  <a:gd name="connsiteX101" fmla="*/ 1041197 w 2019039"/>
                  <a:gd name="connsiteY101" fmla="*/ 24118 h 67400"/>
                  <a:gd name="connsiteX102" fmla="*/ 1072286 w 2019039"/>
                  <a:gd name="connsiteY102" fmla="*/ 16326 h 67400"/>
                  <a:gd name="connsiteX103" fmla="*/ 1102198 w 2019039"/>
                  <a:gd name="connsiteY103" fmla="*/ 16435 h 67400"/>
                  <a:gd name="connsiteX104" fmla="*/ 1161044 w 2019039"/>
                  <a:gd name="connsiteY104" fmla="*/ 23638 h 67400"/>
                  <a:gd name="connsiteX105" fmla="*/ 1167018 w 2019039"/>
                  <a:gd name="connsiteY105" fmla="*/ 24555 h 67400"/>
                  <a:gd name="connsiteX106" fmla="*/ 1171286 w 2019039"/>
                  <a:gd name="connsiteY106" fmla="*/ 24970 h 67400"/>
                  <a:gd name="connsiteX107" fmla="*/ 1189208 w 2019039"/>
                  <a:gd name="connsiteY107" fmla="*/ 27676 h 67400"/>
                  <a:gd name="connsiteX108" fmla="*/ 1255654 w 2019039"/>
                  <a:gd name="connsiteY108" fmla="*/ 39877 h 67400"/>
                  <a:gd name="connsiteX109" fmla="*/ 1281217 w 2019039"/>
                  <a:gd name="connsiteY109" fmla="*/ 42125 h 67400"/>
                  <a:gd name="connsiteX110" fmla="*/ 1348151 w 2019039"/>
                  <a:gd name="connsiteY110" fmla="*/ 52406 h 67400"/>
                  <a:gd name="connsiteX111" fmla="*/ 1364976 w 2019039"/>
                  <a:gd name="connsiteY111" fmla="*/ 52886 h 67400"/>
                  <a:gd name="connsiteX112" fmla="*/ 1365707 w 2019039"/>
                  <a:gd name="connsiteY112" fmla="*/ 52886 h 67400"/>
                  <a:gd name="connsiteX113" fmla="*/ 1377208 w 2019039"/>
                  <a:gd name="connsiteY113" fmla="*/ 51336 h 67400"/>
                  <a:gd name="connsiteX114" fmla="*/ 1402730 w 2019039"/>
                  <a:gd name="connsiteY114" fmla="*/ 53257 h 67400"/>
                  <a:gd name="connsiteX115" fmla="*/ 1406103 w 2019039"/>
                  <a:gd name="connsiteY115" fmla="*/ 53737 h 67400"/>
                  <a:gd name="connsiteX116" fmla="*/ 1406835 w 2019039"/>
                  <a:gd name="connsiteY116" fmla="*/ 53781 h 67400"/>
                  <a:gd name="connsiteX117" fmla="*/ 1434958 w 2019039"/>
                  <a:gd name="connsiteY117" fmla="*/ 53038 h 67400"/>
                  <a:gd name="connsiteX118" fmla="*/ 1501445 w 2019039"/>
                  <a:gd name="connsiteY118" fmla="*/ 59761 h 67400"/>
                  <a:gd name="connsiteX119" fmla="*/ 1524975 w 2019039"/>
                  <a:gd name="connsiteY119" fmla="*/ 61311 h 67400"/>
                  <a:gd name="connsiteX120" fmla="*/ 1590568 w 2019039"/>
                  <a:gd name="connsiteY120" fmla="*/ 64345 h 67400"/>
                  <a:gd name="connsiteX121" fmla="*/ 1605402 w 2019039"/>
                  <a:gd name="connsiteY121" fmla="*/ 64868 h 67400"/>
                  <a:gd name="connsiteX122" fmla="*/ 1635150 w 2019039"/>
                  <a:gd name="connsiteY122" fmla="*/ 65240 h 67400"/>
                  <a:gd name="connsiteX123" fmla="*/ 1658031 w 2019039"/>
                  <a:gd name="connsiteY123" fmla="*/ 64759 h 67400"/>
                  <a:gd name="connsiteX124" fmla="*/ 1671605 w 2019039"/>
                  <a:gd name="connsiteY124" fmla="*/ 63210 h 67400"/>
                  <a:gd name="connsiteX125" fmla="*/ 1710863 w 2019039"/>
                  <a:gd name="connsiteY125" fmla="*/ 63952 h 67400"/>
                  <a:gd name="connsiteX126" fmla="*/ 1753575 w 2019039"/>
                  <a:gd name="connsiteY126" fmla="*/ 65392 h 67400"/>
                  <a:gd name="connsiteX127" fmla="*/ 1761988 w 2019039"/>
                  <a:gd name="connsiteY127" fmla="*/ 65611 h 67400"/>
                  <a:gd name="connsiteX128" fmla="*/ 1762719 w 2019039"/>
                  <a:gd name="connsiteY128" fmla="*/ 65567 h 67400"/>
                  <a:gd name="connsiteX129" fmla="*/ 1787916 w 2019039"/>
                  <a:gd name="connsiteY129" fmla="*/ 61725 h 67400"/>
                  <a:gd name="connsiteX130" fmla="*/ 1813845 w 2019039"/>
                  <a:gd name="connsiteY130" fmla="*/ 59325 h 67400"/>
                  <a:gd name="connsiteX131" fmla="*/ 1814779 w 2019039"/>
                  <a:gd name="connsiteY131" fmla="*/ 59106 h 67400"/>
                  <a:gd name="connsiteX132" fmla="*/ 1839692 w 2019039"/>
                  <a:gd name="connsiteY132" fmla="*/ 50419 h 67400"/>
                  <a:gd name="connsiteX133" fmla="*/ 1926864 w 2019039"/>
                  <a:gd name="connsiteY133" fmla="*/ 60852 h 67400"/>
                  <a:gd name="connsiteX134" fmla="*/ 1928612 w 2019039"/>
                  <a:gd name="connsiteY134" fmla="*/ 60743 h 67400"/>
                  <a:gd name="connsiteX135" fmla="*/ 1952711 w 2019039"/>
                  <a:gd name="connsiteY135" fmla="*/ 53759 h 67400"/>
                  <a:gd name="connsiteX136" fmla="*/ 2015866 w 2019039"/>
                  <a:gd name="connsiteY136" fmla="*/ 62380 h 67400"/>
                  <a:gd name="connsiteX137" fmla="*/ 2018955 w 2019039"/>
                  <a:gd name="connsiteY137" fmla="*/ 61311 h 67400"/>
                  <a:gd name="connsiteX138" fmla="*/ 2017126 w 2019039"/>
                  <a:gd name="connsiteY138" fmla="*/ 59608 h 6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2019039" h="67400">
                    <a:moveTo>
                      <a:pt x="2016963" y="59696"/>
                    </a:moveTo>
                    <a:lnTo>
                      <a:pt x="1952833" y="50965"/>
                    </a:lnTo>
                    <a:cubicBezTo>
                      <a:pt x="1952224" y="50899"/>
                      <a:pt x="1951614" y="50899"/>
                      <a:pt x="1951045" y="51074"/>
                    </a:cubicBezTo>
                    <a:lnTo>
                      <a:pt x="1926946" y="58102"/>
                    </a:lnTo>
                    <a:lnTo>
                      <a:pt x="1839610" y="47604"/>
                    </a:lnTo>
                    <a:cubicBezTo>
                      <a:pt x="1838960" y="47538"/>
                      <a:pt x="1838269" y="47604"/>
                      <a:pt x="1837741" y="47822"/>
                    </a:cubicBezTo>
                    <a:lnTo>
                      <a:pt x="1812382" y="56618"/>
                    </a:lnTo>
                    <a:lnTo>
                      <a:pt x="1786697" y="59063"/>
                    </a:lnTo>
                    <a:lnTo>
                      <a:pt x="1761663" y="62860"/>
                    </a:lnTo>
                    <a:lnTo>
                      <a:pt x="1710903" y="61202"/>
                    </a:lnTo>
                    <a:lnTo>
                      <a:pt x="1671076" y="60503"/>
                    </a:lnTo>
                    <a:lnTo>
                      <a:pt x="1657299" y="62053"/>
                    </a:lnTo>
                    <a:lnTo>
                      <a:pt x="1634988" y="62468"/>
                    </a:lnTo>
                    <a:lnTo>
                      <a:pt x="1605524" y="62140"/>
                    </a:lnTo>
                    <a:lnTo>
                      <a:pt x="1526398" y="58561"/>
                    </a:lnTo>
                    <a:lnTo>
                      <a:pt x="1502095" y="57011"/>
                    </a:lnTo>
                    <a:lnTo>
                      <a:pt x="1435242" y="50245"/>
                    </a:lnTo>
                    <a:lnTo>
                      <a:pt x="1406876" y="50987"/>
                    </a:lnTo>
                    <a:lnTo>
                      <a:pt x="1403584" y="50507"/>
                    </a:lnTo>
                    <a:lnTo>
                      <a:pt x="1377330" y="48542"/>
                    </a:lnTo>
                    <a:cubicBezTo>
                      <a:pt x="1377046" y="48499"/>
                      <a:pt x="1376680" y="48499"/>
                      <a:pt x="1376396" y="48542"/>
                    </a:cubicBezTo>
                    <a:lnTo>
                      <a:pt x="1364773" y="50092"/>
                    </a:lnTo>
                    <a:lnTo>
                      <a:pt x="1348842" y="49677"/>
                    </a:lnTo>
                    <a:lnTo>
                      <a:pt x="1282192" y="39397"/>
                    </a:lnTo>
                    <a:lnTo>
                      <a:pt x="1256792" y="37171"/>
                    </a:lnTo>
                    <a:lnTo>
                      <a:pt x="1190630" y="25013"/>
                    </a:lnTo>
                    <a:lnTo>
                      <a:pt x="1172342" y="22241"/>
                    </a:lnTo>
                    <a:lnTo>
                      <a:pt x="1102726" y="13729"/>
                    </a:lnTo>
                    <a:lnTo>
                      <a:pt x="1071718" y="13554"/>
                    </a:lnTo>
                    <a:cubicBezTo>
                      <a:pt x="1071230" y="13598"/>
                      <a:pt x="1070986" y="13598"/>
                      <a:pt x="1070702" y="13729"/>
                    </a:cubicBezTo>
                    <a:lnTo>
                      <a:pt x="1039165" y="21565"/>
                    </a:lnTo>
                    <a:lnTo>
                      <a:pt x="1007994" y="28811"/>
                    </a:lnTo>
                    <a:lnTo>
                      <a:pt x="915375" y="15650"/>
                    </a:lnTo>
                    <a:lnTo>
                      <a:pt x="821903" y="7814"/>
                    </a:lnTo>
                    <a:lnTo>
                      <a:pt x="791748" y="6788"/>
                    </a:lnTo>
                    <a:lnTo>
                      <a:pt x="749076" y="6417"/>
                    </a:lnTo>
                    <a:lnTo>
                      <a:pt x="715508" y="6002"/>
                    </a:lnTo>
                    <a:lnTo>
                      <a:pt x="630530" y="3339"/>
                    </a:lnTo>
                    <a:lnTo>
                      <a:pt x="600862" y="2816"/>
                    </a:lnTo>
                    <a:lnTo>
                      <a:pt x="570057" y="1899"/>
                    </a:lnTo>
                    <a:cubicBezTo>
                      <a:pt x="569570" y="1855"/>
                      <a:pt x="569082" y="1964"/>
                      <a:pt x="568635" y="2052"/>
                    </a:cubicBezTo>
                    <a:lnTo>
                      <a:pt x="564571" y="3492"/>
                    </a:lnTo>
                    <a:lnTo>
                      <a:pt x="545511" y="6788"/>
                    </a:lnTo>
                    <a:lnTo>
                      <a:pt x="529824" y="6570"/>
                    </a:lnTo>
                    <a:lnTo>
                      <a:pt x="507797" y="6526"/>
                    </a:lnTo>
                    <a:lnTo>
                      <a:pt x="494142" y="6046"/>
                    </a:lnTo>
                    <a:lnTo>
                      <a:pt x="480121" y="3754"/>
                    </a:lnTo>
                    <a:lnTo>
                      <a:pt x="458907" y="1943"/>
                    </a:lnTo>
                    <a:lnTo>
                      <a:pt x="453055" y="1877"/>
                    </a:lnTo>
                    <a:lnTo>
                      <a:pt x="419527" y="2248"/>
                    </a:lnTo>
                    <a:cubicBezTo>
                      <a:pt x="419161" y="2248"/>
                      <a:pt x="418836" y="2292"/>
                      <a:pt x="418470" y="2357"/>
                    </a:cubicBezTo>
                    <a:lnTo>
                      <a:pt x="384617" y="11088"/>
                    </a:lnTo>
                    <a:lnTo>
                      <a:pt x="287772" y="0"/>
                    </a:lnTo>
                    <a:lnTo>
                      <a:pt x="190317" y="960"/>
                    </a:lnTo>
                    <a:cubicBezTo>
                      <a:pt x="190317" y="960"/>
                      <a:pt x="189870" y="960"/>
                      <a:pt x="189667" y="1026"/>
                    </a:cubicBezTo>
                    <a:lnTo>
                      <a:pt x="160284" y="5653"/>
                    </a:lnTo>
                    <a:lnTo>
                      <a:pt x="137851" y="8163"/>
                    </a:lnTo>
                    <a:cubicBezTo>
                      <a:pt x="137160" y="8272"/>
                      <a:pt x="136510" y="8491"/>
                      <a:pt x="136185" y="8796"/>
                    </a:cubicBezTo>
                    <a:lnTo>
                      <a:pt x="131714" y="12943"/>
                    </a:lnTo>
                    <a:lnTo>
                      <a:pt x="106964" y="21936"/>
                    </a:lnTo>
                    <a:lnTo>
                      <a:pt x="101600" y="25144"/>
                    </a:lnTo>
                    <a:lnTo>
                      <a:pt x="70348" y="37825"/>
                    </a:lnTo>
                    <a:lnTo>
                      <a:pt x="60391" y="39593"/>
                    </a:lnTo>
                    <a:cubicBezTo>
                      <a:pt x="60391" y="39593"/>
                      <a:pt x="59985" y="39659"/>
                      <a:pt x="59822" y="39702"/>
                    </a:cubicBezTo>
                    <a:lnTo>
                      <a:pt x="25034" y="51794"/>
                    </a:lnTo>
                    <a:lnTo>
                      <a:pt x="0" y="63734"/>
                    </a:lnTo>
                    <a:lnTo>
                      <a:pt x="0" y="67400"/>
                    </a:lnTo>
                    <a:lnTo>
                      <a:pt x="28042" y="54021"/>
                    </a:lnTo>
                    <a:lnTo>
                      <a:pt x="62260" y="42191"/>
                    </a:lnTo>
                    <a:lnTo>
                      <a:pt x="72339" y="40423"/>
                    </a:lnTo>
                    <a:cubicBezTo>
                      <a:pt x="72624" y="40379"/>
                      <a:pt x="72908" y="40314"/>
                      <a:pt x="73071" y="40204"/>
                    </a:cubicBezTo>
                    <a:lnTo>
                      <a:pt x="105014" y="27261"/>
                    </a:lnTo>
                    <a:lnTo>
                      <a:pt x="110256" y="24053"/>
                    </a:lnTo>
                    <a:lnTo>
                      <a:pt x="135006" y="15104"/>
                    </a:lnTo>
                    <a:cubicBezTo>
                      <a:pt x="135372" y="14951"/>
                      <a:pt x="135616" y="14842"/>
                      <a:pt x="135778" y="14624"/>
                    </a:cubicBezTo>
                    <a:lnTo>
                      <a:pt x="139924" y="10782"/>
                    </a:lnTo>
                    <a:lnTo>
                      <a:pt x="161463" y="8381"/>
                    </a:lnTo>
                    <a:lnTo>
                      <a:pt x="190724" y="3754"/>
                    </a:lnTo>
                    <a:lnTo>
                      <a:pt x="287284" y="2794"/>
                    </a:lnTo>
                    <a:lnTo>
                      <a:pt x="384373" y="13925"/>
                    </a:lnTo>
                    <a:cubicBezTo>
                      <a:pt x="384942" y="13969"/>
                      <a:pt x="385470" y="13925"/>
                      <a:pt x="385958" y="13816"/>
                    </a:cubicBezTo>
                    <a:lnTo>
                      <a:pt x="420096" y="5020"/>
                    </a:lnTo>
                    <a:lnTo>
                      <a:pt x="452973" y="4649"/>
                    </a:lnTo>
                    <a:lnTo>
                      <a:pt x="458379" y="4715"/>
                    </a:lnTo>
                    <a:lnTo>
                      <a:pt x="478983" y="6482"/>
                    </a:lnTo>
                    <a:lnTo>
                      <a:pt x="493248" y="8774"/>
                    </a:lnTo>
                    <a:lnTo>
                      <a:pt x="507634" y="9298"/>
                    </a:lnTo>
                    <a:lnTo>
                      <a:pt x="529702" y="9364"/>
                    </a:lnTo>
                    <a:lnTo>
                      <a:pt x="545755" y="9582"/>
                    </a:lnTo>
                    <a:cubicBezTo>
                      <a:pt x="546039" y="9582"/>
                      <a:pt x="546283" y="9516"/>
                      <a:pt x="546527" y="9516"/>
                    </a:cubicBezTo>
                    <a:lnTo>
                      <a:pt x="566562" y="6002"/>
                    </a:lnTo>
                    <a:lnTo>
                      <a:pt x="570545" y="4671"/>
                    </a:lnTo>
                    <a:lnTo>
                      <a:pt x="600578" y="5588"/>
                    </a:lnTo>
                    <a:lnTo>
                      <a:pt x="630286" y="6111"/>
                    </a:lnTo>
                    <a:lnTo>
                      <a:pt x="695757" y="8403"/>
                    </a:lnTo>
                    <a:lnTo>
                      <a:pt x="707380" y="8665"/>
                    </a:lnTo>
                    <a:lnTo>
                      <a:pt x="791505" y="9582"/>
                    </a:lnTo>
                    <a:lnTo>
                      <a:pt x="821375" y="10542"/>
                    </a:lnTo>
                    <a:lnTo>
                      <a:pt x="914359" y="18312"/>
                    </a:lnTo>
                    <a:lnTo>
                      <a:pt x="1007547" y="31627"/>
                    </a:lnTo>
                    <a:cubicBezTo>
                      <a:pt x="1008075" y="31692"/>
                      <a:pt x="1008644" y="31692"/>
                      <a:pt x="1009132" y="31518"/>
                    </a:cubicBezTo>
                    <a:lnTo>
                      <a:pt x="1041197" y="24118"/>
                    </a:lnTo>
                    <a:lnTo>
                      <a:pt x="1072286" y="16326"/>
                    </a:lnTo>
                    <a:lnTo>
                      <a:pt x="1102198" y="16435"/>
                    </a:lnTo>
                    <a:lnTo>
                      <a:pt x="1161044" y="23638"/>
                    </a:lnTo>
                    <a:lnTo>
                      <a:pt x="1167018" y="24555"/>
                    </a:lnTo>
                    <a:lnTo>
                      <a:pt x="1171286" y="24970"/>
                    </a:lnTo>
                    <a:lnTo>
                      <a:pt x="1189208" y="27676"/>
                    </a:lnTo>
                    <a:lnTo>
                      <a:pt x="1255654" y="39877"/>
                    </a:lnTo>
                    <a:lnTo>
                      <a:pt x="1281217" y="42125"/>
                    </a:lnTo>
                    <a:lnTo>
                      <a:pt x="1348151" y="52406"/>
                    </a:lnTo>
                    <a:lnTo>
                      <a:pt x="1364976" y="52886"/>
                    </a:lnTo>
                    <a:lnTo>
                      <a:pt x="1365707" y="52886"/>
                    </a:lnTo>
                    <a:lnTo>
                      <a:pt x="1377208" y="51336"/>
                    </a:lnTo>
                    <a:lnTo>
                      <a:pt x="1402730" y="53257"/>
                    </a:lnTo>
                    <a:lnTo>
                      <a:pt x="1406103" y="53737"/>
                    </a:lnTo>
                    <a:cubicBezTo>
                      <a:pt x="1406347" y="53737"/>
                      <a:pt x="1406591" y="53781"/>
                      <a:pt x="1406835" y="53781"/>
                    </a:cubicBezTo>
                    <a:lnTo>
                      <a:pt x="1434958" y="53038"/>
                    </a:lnTo>
                    <a:lnTo>
                      <a:pt x="1501445" y="59761"/>
                    </a:lnTo>
                    <a:lnTo>
                      <a:pt x="1524975" y="61311"/>
                    </a:lnTo>
                    <a:lnTo>
                      <a:pt x="1590568" y="64345"/>
                    </a:lnTo>
                    <a:lnTo>
                      <a:pt x="1605402" y="64868"/>
                    </a:lnTo>
                    <a:lnTo>
                      <a:pt x="1635150" y="65240"/>
                    </a:lnTo>
                    <a:lnTo>
                      <a:pt x="1658031" y="64759"/>
                    </a:lnTo>
                    <a:lnTo>
                      <a:pt x="1671605" y="63210"/>
                    </a:lnTo>
                    <a:lnTo>
                      <a:pt x="1710863" y="63952"/>
                    </a:lnTo>
                    <a:lnTo>
                      <a:pt x="1753575" y="65392"/>
                    </a:lnTo>
                    <a:lnTo>
                      <a:pt x="1761988" y="65611"/>
                    </a:lnTo>
                    <a:cubicBezTo>
                      <a:pt x="1762232" y="65567"/>
                      <a:pt x="1762476" y="65567"/>
                      <a:pt x="1762719" y="65567"/>
                    </a:cubicBezTo>
                    <a:lnTo>
                      <a:pt x="1787916" y="61725"/>
                    </a:lnTo>
                    <a:lnTo>
                      <a:pt x="1813845" y="59325"/>
                    </a:lnTo>
                    <a:cubicBezTo>
                      <a:pt x="1814210" y="59281"/>
                      <a:pt x="1814495" y="59215"/>
                      <a:pt x="1814779" y="59106"/>
                    </a:cubicBezTo>
                    <a:lnTo>
                      <a:pt x="1839692" y="50419"/>
                    </a:lnTo>
                    <a:lnTo>
                      <a:pt x="1926864" y="60852"/>
                    </a:lnTo>
                    <a:cubicBezTo>
                      <a:pt x="1927474" y="60962"/>
                      <a:pt x="1928084" y="60918"/>
                      <a:pt x="1928612" y="60743"/>
                    </a:cubicBezTo>
                    <a:lnTo>
                      <a:pt x="1952711" y="53759"/>
                    </a:lnTo>
                    <a:lnTo>
                      <a:pt x="2015866" y="62380"/>
                    </a:lnTo>
                    <a:cubicBezTo>
                      <a:pt x="2017207" y="62555"/>
                      <a:pt x="2018589" y="62118"/>
                      <a:pt x="2018955" y="61311"/>
                    </a:cubicBezTo>
                    <a:cubicBezTo>
                      <a:pt x="2019320" y="60569"/>
                      <a:pt x="2018467" y="59827"/>
                      <a:pt x="2017126" y="5960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1" name="Freeform: Shape 570">
                <a:extLst>
                  <a:ext uri="{FF2B5EF4-FFF2-40B4-BE49-F238E27FC236}">
                    <a16:creationId xmlns:a16="http://schemas.microsoft.com/office/drawing/2014/main" id="{DD66B8B5-30B8-4B7D-A91D-5E2ED707EEC3}"/>
                  </a:ext>
                </a:extLst>
              </p:cNvPr>
              <p:cNvSpPr/>
              <p:nvPr/>
            </p:nvSpPr>
            <p:spPr>
              <a:xfrm>
                <a:off x="10093161" y="5692910"/>
                <a:ext cx="438739" cy="28752"/>
              </a:xfrm>
              <a:custGeom>
                <a:avLst/>
                <a:gdLst>
                  <a:gd name="connsiteX0" fmla="*/ 390495 w 438739"/>
                  <a:gd name="connsiteY0" fmla="*/ 28752 h 28752"/>
                  <a:gd name="connsiteX1" fmla="*/ 217775 w 438739"/>
                  <a:gd name="connsiteY1" fmla="*/ 27683 h 28752"/>
                  <a:gd name="connsiteX2" fmla="*/ 199407 w 438739"/>
                  <a:gd name="connsiteY2" fmla="*/ 26089 h 28752"/>
                  <a:gd name="connsiteX3" fmla="*/ 42536 w 438739"/>
                  <a:gd name="connsiteY3" fmla="*/ 7864 h 28752"/>
                  <a:gd name="connsiteX4" fmla="*/ 1936 w 438739"/>
                  <a:gd name="connsiteY4" fmla="*/ 2800 h 28752"/>
                  <a:gd name="connsiteX5" fmla="*/ 67 w 438739"/>
                  <a:gd name="connsiteY5" fmla="*/ 1098 h 28752"/>
                  <a:gd name="connsiteX6" fmla="*/ 3156 w 438739"/>
                  <a:gd name="connsiteY6" fmla="*/ 28 h 28752"/>
                  <a:gd name="connsiteX7" fmla="*/ 113290 w 438739"/>
                  <a:gd name="connsiteY7" fmla="*/ 13452 h 28752"/>
                  <a:gd name="connsiteX8" fmla="*/ 200301 w 438739"/>
                  <a:gd name="connsiteY8" fmla="*/ 23295 h 28752"/>
                  <a:gd name="connsiteX9" fmla="*/ 218263 w 438739"/>
                  <a:gd name="connsiteY9" fmla="*/ 24889 h 28752"/>
                  <a:gd name="connsiteX10" fmla="*/ 273331 w 438739"/>
                  <a:gd name="connsiteY10" fmla="*/ 25303 h 28752"/>
                  <a:gd name="connsiteX11" fmla="*/ 390415 w 438739"/>
                  <a:gd name="connsiteY11" fmla="*/ 25936 h 28752"/>
                  <a:gd name="connsiteX12" fmla="*/ 429023 w 438739"/>
                  <a:gd name="connsiteY12" fmla="*/ 25238 h 28752"/>
                  <a:gd name="connsiteX13" fmla="*/ 435850 w 438739"/>
                  <a:gd name="connsiteY13" fmla="*/ 24758 h 28752"/>
                  <a:gd name="connsiteX14" fmla="*/ 438735 w 438739"/>
                  <a:gd name="connsiteY14" fmla="*/ 25980 h 28752"/>
                  <a:gd name="connsiteX15" fmla="*/ 436459 w 438739"/>
                  <a:gd name="connsiteY15" fmla="*/ 27530 h 28752"/>
                  <a:gd name="connsiteX16" fmla="*/ 429428 w 438739"/>
                  <a:gd name="connsiteY16" fmla="*/ 28010 h 28752"/>
                  <a:gd name="connsiteX17" fmla="*/ 390536 w 438739"/>
                  <a:gd name="connsiteY17" fmla="*/ 28708 h 2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8739" h="28752">
                    <a:moveTo>
                      <a:pt x="390495" y="28752"/>
                    </a:moveTo>
                    <a:lnTo>
                      <a:pt x="217775" y="27683"/>
                    </a:lnTo>
                    <a:lnTo>
                      <a:pt x="199407" y="26089"/>
                    </a:lnTo>
                    <a:lnTo>
                      <a:pt x="42536" y="7864"/>
                    </a:lnTo>
                    <a:lnTo>
                      <a:pt x="1936" y="2800"/>
                    </a:lnTo>
                    <a:cubicBezTo>
                      <a:pt x="636" y="2582"/>
                      <a:pt x="-258" y="1840"/>
                      <a:pt x="67" y="1098"/>
                    </a:cubicBezTo>
                    <a:cubicBezTo>
                      <a:pt x="351" y="356"/>
                      <a:pt x="1733" y="-124"/>
                      <a:pt x="3156" y="28"/>
                    </a:cubicBezTo>
                    <a:lnTo>
                      <a:pt x="113290" y="13452"/>
                    </a:lnTo>
                    <a:lnTo>
                      <a:pt x="200301" y="23295"/>
                    </a:lnTo>
                    <a:lnTo>
                      <a:pt x="218263" y="24889"/>
                    </a:lnTo>
                    <a:lnTo>
                      <a:pt x="273331" y="25303"/>
                    </a:lnTo>
                    <a:lnTo>
                      <a:pt x="390415" y="25936"/>
                    </a:lnTo>
                    <a:lnTo>
                      <a:pt x="429023" y="25238"/>
                    </a:lnTo>
                    <a:lnTo>
                      <a:pt x="435850" y="24758"/>
                    </a:lnTo>
                    <a:cubicBezTo>
                      <a:pt x="437353" y="24583"/>
                      <a:pt x="438532" y="25173"/>
                      <a:pt x="438735" y="25980"/>
                    </a:cubicBezTo>
                    <a:cubicBezTo>
                      <a:pt x="438817" y="26722"/>
                      <a:pt x="437841" y="27421"/>
                      <a:pt x="436459" y="27530"/>
                    </a:cubicBezTo>
                    <a:lnTo>
                      <a:pt x="429428" y="28010"/>
                    </a:lnTo>
                    <a:lnTo>
                      <a:pt x="390536" y="2870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2" name="Freeform: Shape 571">
                <a:extLst>
                  <a:ext uri="{FF2B5EF4-FFF2-40B4-BE49-F238E27FC236}">
                    <a16:creationId xmlns:a16="http://schemas.microsoft.com/office/drawing/2014/main" id="{D5DFCABE-9655-4675-A5CD-3C305039755C}"/>
                  </a:ext>
                </a:extLst>
              </p:cNvPr>
              <p:cNvSpPr/>
              <p:nvPr/>
            </p:nvSpPr>
            <p:spPr>
              <a:xfrm>
                <a:off x="4488573" y="5932176"/>
                <a:ext cx="428371" cy="94446"/>
              </a:xfrm>
              <a:custGeom>
                <a:avLst/>
                <a:gdLst>
                  <a:gd name="connsiteX0" fmla="*/ 425859 w 428371"/>
                  <a:gd name="connsiteY0" fmla="*/ 94447 h 94446"/>
                  <a:gd name="connsiteX1" fmla="*/ 424884 w 428371"/>
                  <a:gd name="connsiteY1" fmla="*/ 94338 h 94446"/>
                  <a:gd name="connsiteX2" fmla="*/ 350960 w 428371"/>
                  <a:gd name="connsiteY2" fmla="*/ 77488 h 94446"/>
                  <a:gd name="connsiteX3" fmla="*/ 254480 w 428371"/>
                  <a:gd name="connsiteY3" fmla="*/ 59306 h 94446"/>
                  <a:gd name="connsiteX4" fmla="*/ 157595 w 428371"/>
                  <a:gd name="connsiteY4" fmla="*/ 31172 h 94446"/>
                  <a:gd name="connsiteX5" fmla="*/ 62131 w 428371"/>
                  <a:gd name="connsiteY5" fmla="*/ 2928 h 94446"/>
                  <a:gd name="connsiteX6" fmla="*/ 52622 w 428371"/>
                  <a:gd name="connsiteY6" fmla="*/ 4325 h 94446"/>
                  <a:gd name="connsiteX7" fmla="*/ 42421 w 428371"/>
                  <a:gd name="connsiteY7" fmla="*/ 9171 h 94446"/>
                  <a:gd name="connsiteX8" fmla="*/ 31367 w 428371"/>
                  <a:gd name="connsiteY8" fmla="*/ 22659 h 94446"/>
                  <a:gd name="connsiteX9" fmla="*/ 20028 w 428371"/>
                  <a:gd name="connsiteY9" fmla="*/ 39400 h 94446"/>
                  <a:gd name="connsiteX10" fmla="*/ 8365 w 428371"/>
                  <a:gd name="connsiteY10" fmla="*/ 53522 h 94446"/>
                  <a:gd name="connsiteX11" fmla="*/ 4991 w 428371"/>
                  <a:gd name="connsiteY11" fmla="*/ 60659 h 94446"/>
                  <a:gd name="connsiteX12" fmla="*/ 1862 w 428371"/>
                  <a:gd name="connsiteY12" fmla="*/ 61663 h 94446"/>
                  <a:gd name="connsiteX13" fmla="*/ 74 w 428371"/>
                  <a:gd name="connsiteY13" fmla="*/ 59895 h 94446"/>
                  <a:gd name="connsiteX14" fmla="*/ 3610 w 428371"/>
                  <a:gd name="connsiteY14" fmla="*/ 52540 h 94446"/>
                  <a:gd name="connsiteX15" fmla="*/ 15314 w 428371"/>
                  <a:gd name="connsiteY15" fmla="*/ 38309 h 94446"/>
                  <a:gd name="connsiteX16" fmla="*/ 26734 w 428371"/>
                  <a:gd name="connsiteY16" fmla="*/ 21568 h 94446"/>
                  <a:gd name="connsiteX17" fmla="*/ 38072 w 428371"/>
                  <a:gd name="connsiteY17" fmla="*/ 7708 h 94446"/>
                  <a:gd name="connsiteX18" fmla="*/ 38723 w 428371"/>
                  <a:gd name="connsiteY18" fmla="*/ 7228 h 94446"/>
                  <a:gd name="connsiteX19" fmla="*/ 49777 w 428371"/>
                  <a:gd name="connsiteY19" fmla="*/ 1946 h 94446"/>
                  <a:gd name="connsiteX20" fmla="*/ 50793 w 428371"/>
                  <a:gd name="connsiteY20" fmla="*/ 1619 h 94446"/>
                  <a:gd name="connsiteX21" fmla="*/ 61847 w 428371"/>
                  <a:gd name="connsiteY21" fmla="*/ 25 h 94446"/>
                  <a:gd name="connsiteX22" fmla="*/ 63676 w 428371"/>
                  <a:gd name="connsiteY22" fmla="*/ 178 h 94446"/>
                  <a:gd name="connsiteX23" fmla="*/ 159952 w 428371"/>
                  <a:gd name="connsiteY23" fmla="*/ 28684 h 94446"/>
                  <a:gd name="connsiteX24" fmla="*/ 256431 w 428371"/>
                  <a:gd name="connsiteY24" fmla="*/ 56709 h 94446"/>
                  <a:gd name="connsiteX25" fmla="*/ 352667 w 428371"/>
                  <a:gd name="connsiteY25" fmla="*/ 74825 h 94446"/>
                  <a:gd name="connsiteX26" fmla="*/ 426794 w 428371"/>
                  <a:gd name="connsiteY26" fmla="*/ 91675 h 94446"/>
                  <a:gd name="connsiteX27" fmla="*/ 428176 w 428371"/>
                  <a:gd name="connsiteY27" fmla="*/ 93487 h 94446"/>
                  <a:gd name="connsiteX28" fmla="*/ 425859 w 428371"/>
                  <a:gd name="connsiteY28" fmla="*/ 94403 h 94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28371" h="94446">
                    <a:moveTo>
                      <a:pt x="425859" y="94447"/>
                    </a:moveTo>
                    <a:cubicBezTo>
                      <a:pt x="425534" y="94447"/>
                      <a:pt x="425209" y="94381"/>
                      <a:pt x="424884" y="94338"/>
                    </a:cubicBezTo>
                    <a:lnTo>
                      <a:pt x="350960" y="77488"/>
                    </a:lnTo>
                    <a:lnTo>
                      <a:pt x="254480" y="59306"/>
                    </a:lnTo>
                    <a:lnTo>
                      <a:pt x="157595" y="31172"/>
                    </a:lnTo>
                    <a:lnTo>
                      <a:pt x="62131" y="2928"/>
                    </a:lnTo>
                    <a:lnTo>
                      <a:pt x="52622" y="4325"/>
                    </a:lnTo>
                    <a:lnTo>
                      <a:pt x="42421" y="9171"/>
                    </a:lnTo>
                    <a:lnTo>
                      <a:pt x="31367" y="22659"/>
                    </a:lnTo>
                    <a:lnTo>
                      <a:pt x="20028" y="39400"/>
                    </a:lnTo>
                    <a:lnTo>
                      <a:pt x="8365" y="53522"/>
                    </a:lnTo>
                    <a:lnTo>
                      <a:pt x="4991" y="60659"/>
                    </a:lnTo>
                    <a:cubicBezTo>
                      <a:pt x="4666" y="61402"/>
                      <a:pt x="3244" y="61838"/>
                      <a:pt x="1862" y="61663"/>
                    </a:cubicBezTo>
                    <a:cubicBezTo>
                      <a:pt x="521" y="61445"/>
                      <a:pt x="-251" y="60659"/>
                      <a:pt x="74" y="59895"/>
                    </a:cubicBezTo>
                    <a:lnTo>
                      <a:pt x="3610" y="52540"/>
                    </a:lnTo>
                    <a:lnTo>
                      <a:pt x="15314" y="38309"/>
                    </a:lnTo>
                    <a:lnTo>
                      <a:pt x="26734" y="21568"/>
                    </a:lnTo>
                    <a:lnTo>
                      <a:pt x="38072" y="7708"/>
                    </a:lnTo>
                    <a:cubicBezTo>
                      <a:pt x="38235" y="7490"/>
                      <a:pt x="38398" y="7337"/>
                      <a:pt x="38723" y="7228"/>
                    </a:cubicBezTo>
                    <a:lnTo>
                      <a:pt x="49777" y="1946"/>
                    </a:lnTo>
                    <a:cubicBezTo>
                      <a:pt x="50061" y="1793"/>
                      <a:pt x="50427" y="1684"/>
                      <a:pt x="50793" y="1619"/>
                    </a:cubicBezTo>
                    <a:lnTo>
                      <a:pt x="61847" y="25"/>
                    </a:lnTo>
                    <a:cubicBezTo>
                      <a:pt x="62456" y="-40"/>
                      <a:pt x="63147" y="25"/>
                      <a:pt x="63676" y="178"/>
                    </a:cubicBezTo>
                    <a:lnTo>
                      <a:pt x="159952" y="28684"/>
                    </a:lnTo>
                    <a:lnTo>
                      <a:pt x="256431" y="56709"/>
                    </a:lnTo>
                    <a:lnTo>
                      <a:pt x="352667" y="74825"/>
                    </a:lnTo>
                    <a:lnTo>
                      <a:pt x="426794" y="91675"/>
                    </a:lnTo>
                    <a:cubicBezTo>
                      <a:pt x="428135" y="91937"/>
                      <a:pt x="428704" y="92788"/>
                      <a:pt x="428176" y="93487"/>
                    </a:cubicBezTo>
                    <a:cubicBezTo>
                      <a:pt x="427769" y="94076"/>
                      <a:pt x="426835" y="94403"/>
                      <a:pt x="425859" y="9440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3" name="Freeform: Shape 572">
                <a:extLst>
                  <a:ext uri="{FF2B5EF4-FFF2-40B4-BE49-F238E27FC236}">
                    <a16:creationId xmlns:a16="http://schemas.microsoft.com/office/drawing/2014/main" id="{7167A6CB-6072-4EF6-AAB1-0E6773B702B1}"/>
                  </a:ext>
                </a:extLst>
              </p:cNvPr>
              <p:cNvSpPr/>
              <p:nvPr/>
            </p:nvSpPr>
            <p:spPr>
              <a:xfrm>
                <a:off x="7140012" y="5548275"/>
                <a:ext cx="76499" cy="395362"/>
              </a:xfrm>
              <a:custGeom>
                <a:avLst/>
                <a:gdLst>
                  <a:gd name="connsiteX0" fmla="*/ 73994 w 76499"/>
                  <a:gd name="connsiteY0" fmla="*/ 395341 h 395362"/>
                  <a:gd name="connsiteX1" fmla="*/ 71434 w 76499"/>
                  <a:gd name="connsiteY1" fmla="*/ 394119 h 395362"/>
                  <a:gd name="connsiteX2" fmla="*/ 61599 w 76499"/>
                  <a:gd name="connsiteY2" fmla="*/ 356010 h 395362"/>
                  <a:gd name="connsiteX3" fmla="*/ 56844 w 76499"/>
                  <a:gd name="connsiteY3" fmla="*/ 342957 h 395362"/>
                  <a:gd name="connsiteX4" fmla="*/ 52292 w 76499"/>
                  <a:gd name="connsiteY4" fmla="*/ 326849 h 395362"/>
                  <a:gd name="connsiteX5" fmla="*/ 48838 w 76499"/>
                  <a:gd name="connsiteY5" fmla="*/ 308952 h 395362"/>
                  <a:gd name="connsiteX6" fmla="*/ 46156 w 76499"/>
                  <a:gd name="connsiteY6" fmla="*/ 284484 h 395362"/>
                  <a:gd name="connsiteX7" fmla="*/ 44489 w 76499"/>
                  <a:gd name="connsiteY7" fmla="*/ 259013 h 395362"/>
                  <a:gd name="connsiteX8" fmla="*/ 43595 w 76499"/>
                  <a:gd name="connsiteY8" fmla="*/ 229961 h 395362"/>
                  <a:gd name="connsiteX9" fmla="*/ 42986 w 76499"/>
                  <a:gd name="connsiteY9" fmla="*/ 166075 h 395362"/>
                  <a:gd name="connsiteX10" fmla="*/ 42092 w 76499"/>
                  <a:gd name="connsiteY10" fmla="*/ 131393 h 395362"/>
                  <a:gd name="connsiteX11" fmla="*/ 39694 w 76499"/>
                  <a:gd name="connsiteY11" fmla="*/ 97300 h 395362"/>
                  <a:gd name="connsiteX12" fmla="*/ 35712 w 76499"/>
                  <a:gd name="connsiteY12" fmla="*/ 65062 h 395362"/>
                  <a:gd name="connsiteX13" fmla="*/ 29859 w 76499"/>
                  <a:gd name="connsiteY13" fmla="*/ 35924 h 395362"/>
                  <a:gd name="connsiteX14" fmla="*/ 23438 w 76499"/>
                  <a:gd name="connsiteY14" fmla="*/ 22020 h 395362"/>
                  <a:gd name="connsiteX15" fmla="*/ 16286 w 76499"/>
                  <a:gd name="connsiteY15" fmla="*/ 15254 h 395362"/>
                  <a:gd name="connsiteX16" fmla="*/ 8360 w 76499"/>
                  <a:gd name="connsiteY16" fmla="*/ 8313 h 395362"/>
                  <a:gd name="connsiteX17" fmla="*/ 436 w 76499"/>
                  <a:gd name="connsiteY17" fmla="*/ 2245 h 395362"/>
                  <a:gd name="connsiteX18" fmla="*/ 1046 w 76499"/>
                  <a:gd name="connsiteY18" fmla="*/ 281 h 395362"/>
                  <a:gd name="connsiteX19" fmla="*/ 4622 w 76499"/>
                  <a:gd name="connsiteY19" fmla="*/ 608 h 395362"/>
                  <a:gd name="connsiteX20" fmla="*/ 12668 w 76499"/>
                  <a:gd name="connsiteY20" fmla="*/ 6741 h 395362"/>
                  <a:gd name="connsiteX21" fmla="*/ 20715 w 76499"/>
                  <a:gd name="connsiteY21" fmla="*/ 13813 h 395362"/>
                  <a:gd name="connsiteX22" fmla="*/ 28071 w 76499"/>
                  <a:gd name="connsiteY22" fmla="*/ 20754 h 395362"/>
                  <a:gd name="connsiteX23" fmla="*/ 28355 w 76499"/>
                  <a:gd name="connsiteY23" fmla="*/ 21125 h 395362"/>
                  <a:gd name="connsiteX24" fmla="*/ 34898 w 76499"/>
                  <a:gd name="connsiteY24" fmla="*/ 35465 h 395362"/>
                  <a:gd name="connsiteX25" fmla="*/ 40832 w 76499"/>
                  <a:gd name="connsiteY25" fmla="*/ 64822 h 395362"/>
                  <a:gd name="connsiteX26" fmla="*/ 44896 w 76499"/>
                  <a:gd name="connsiteY26" fmla="*/ 97234 h 395362"/>
                  <a:gd name="connsiteX27" fmla="*/ 47172 w 76499"/>
                  <a:gd name="connsiteY27" fmla="*/ 131327 h 395362"/>
                  <a:gd name="connsiteX28" fmla="*/ 48147 w 76499"/>
                  <a:gd name="connsiteY28" fmla="*/ 166119 h 395362"/>
                  <a:gd name="connsiteX29" fmla="*/ 48757 w 76499"/>
                  <a:gd name="connsiteY29" fmla="*/ 229961 h 395362"/>
                  <a:gd name="connsiteX30" fmla="*/ 49529 w 76499"/>
                  <a:gd name="connsiteY30" fmla="*/ 259013 h 395362"/>
                  <a:gd name="connsiteX31" fmla="*/ 51195 w 76499"/>
                  <a:gd name="connsiteY31" fmla="*/ 284375 h 395362"/>
                  <a:gd name="connsiteX32" fmla="*/ 53878 w 76499"/>
                  <a:gd name="connsiteY32" fmla="*/ 308733 h 395362"/>
                  <a:gd name="connsiteX33" fmla="*/ 57250 w 76499"/>
                  <a:gd name="connsiteY33" fmla="*/ 326522 h 395362"/>
                  <a:gd name="connsiteX34" fmla="*/ 61802 w 76499"/>
                  <a:gd name="connsiteY34" fmla="*/ 342521 h 395362"/>
                  <a:gd name="connsiteX35" fmla="*/ 66639 w 76499"/>
                  <a:gd name="connsiteY35" fmla="*/ 355573 h 395362"/>
                  <a:gd name="connsiteX36" fmla="*/ 76473 w 76499"/>
                  <a:gd name="connsiteY36" fmla="*/ 393726 h 395362"/>
                  <a:gd name="connsiteX37" fmla="*/ 74279 w 76499"/>
                  <a:gd name="connsiteY37" fmla="*/ 395319 h 395362"/>
                  <a:gd name="connsiteX38" fmla="*/ 73994 w 76499"/>
                  <a:gd name="connsiteY38" fmla="*/ 395363 h 39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76499" h="395362">
                    <a:moveTo>
                      <a:pt x="73994" y="395341"/>
                    </a:moveTo>
                    <a:cubicBezTo>
                      <a:pt x="72694" y="395341"/>
                      <a:pt x="71637" y="394817"/>
                      <a:pt x="71434" y="394119"/>
                    </a:cubicBezTo>
                    <a:lnTo>
                      <a:pt x="61599" y="356010"/>
                    </a:lnTo>
                    <a:lnTo>
                      <a:pt x="56844" y="342957"/>
                    </a:lnTo>
                    <a:lnTo>
                      <a:pt x="52292" y="326849"/>
                    </a:lnTo>
                    <a:lnTo>
                      <a:pt x="48838" y="308952"/>
                    </a:lnTo>
                    <a:lnTo>
                      <a:pt x="46156" y="284484"/>
                    </a:lnTo>
                    <a:lnTo>
                      <a:pt x="44489" y="259013"/>
                    </a:lnTo>
                    <a:lnTo>
                      <a:pt x="43595" y="229961"/>
                    </a:lnTo>
                    <a:lnTo>
                      <a:pt x="42986" y="166075"/>
                    </a:lnTo>
                    <a:lnTo>
                      <a:pt x="42092" y="131393"/>
                    </a:lnTo>
                    <a:lnTo>
                      <a:pt x="39694" y="97300"/>
                    </a:lnTo>
                    <a:lnTo>
                      <a:pt x="35712" y="65062"/>
                    </a:lnTo>
                    <a:lnTo>
                      <a:pt x="29859" y="35924"/>
                    </a:lnTo>
                    <a:lnTo>
                      <a:pt x="23438" y="22020"/>
                    </a:lnTo>
                    <a:lnTo>
                      <a:pt x="16286" y="15254"/>
                    </a:lnTo>
                    <a:lnTo>
                      <a:pt x="8360" y="8313"/>
                    </a:lnTo>
                    <a:lnTo>
                      <a:pt x="436" y="2245"/>
                    </a:lnTo>
                    <a:cubicBezTo>
                      <a:pt x="-336" y="1612"/>
                      <a:pt x="-52" y="761"/>
                      <a:pt x="1046" y="281"/>
                    </a:cubicBezTo>
                    <a:cubicBezTo>
                      <a:pt x="2143" y="-199"/>
                      <a:pt x="3809" y="-47"/>
                      <a:pt x="4622" y="608"/>
                    </a:cubicBezTo>
                    <a:lnTo>
                      <a:pt x="12668" y="6741"/>
                    </a:lnTo>
                    <a:lnTo>
                      <a:pt x="20715" y="13813"/>
                    </a:lnTo>
                    <a:lnTo>
                      <a:pt x="28071" y="20754"/>
                    </a:lnTo>
                    <a:cubicBezTo>
                      <a:pt x="28071" y="20754"/>
                      <a:pt x="28274" y="21016"/>
                      <a:pt x="28355" y="21125"/>
                    </a:cubicBezTo>
                    <a:lnTo>
                      <a:pt x="34898" y="35465"/>
                    </a:lnTo>
                    <a:lnTo>
                      <a:pt x="40832" y="64822"/>
                    </a:lnTo>
                    <a:lnTo>
                      <a:pt x="44896" y="97234"/>
                    </a:lnTo>
                    <a:lnTo>
                      <a:pt x="47172" y="131327"/>
                    </a:lnTo>
                    <a:lnTo>
                      <a:pt x="48147" y="166119"/>
                    </a:lnTo>
                    <a:lnTo>
                      <a:pt x="48757" y="229961"/>
                    </a:lnTo>
                    <a:lnTo>
                      <a:pt x="49529" y="259013"/>
                    </a:lnTo>
                    <a:lnTo>
                      <a:pt x="51195" y="284375"/>
                    </a:lnTo>
                    <a:lnTo>
                      <a:pt x="53878" y="308733"/>
                    </a:lnTo>
                    <a:lnTo>
                      <a:pt x="57250" y="326522"/>
                    </a:lnTo>
                    <a:lnTo>
                      <a:pt x="61802" y="342521"/>
                    </a:lnTo>
                    <a:lnTo>
                      <a:pt x="66639" y="355573"/>
                    </a:lnTo>
                    <a:lnTo>
                      <a:pt x="76473" y="393726"/>
                    </a:lnTo>
                    <a:cubicBezTo>
                      <a:pt x="76676" y="394534"/>
                      <a:pt x="75701" y="395232"/>
                      <a:pt x="74279" y="395319"/>
                    </a:cubicBezTo>
                    <a:cubicBezTo>
                      <a:pt x="74198" y="395363"/>
                      <a:pt x="74075" y="395363"/>
                      <a:pt x="73994" y="3953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4" name="Freeform: Shape 573">
                <a:extLst>
                  <a:ext uri="{FF2B5EF4-FFF2-40B4-BE49-F238E27FC236}">
                    <a16:creationId xmlns:a16="http://schemas.microsoft.com/office/drawing/2014/main" id="{36E86D2B-3D61-4584-92F0-92FF3B3996BC}"/>
                  </a:ext>
                </a:extLst>
              </p:cNvPr>
              <p:cNvSpPr/>
              <p:nvPr/>
            </p:nvSpPr>
            <p:spPr>
              <a:xfrm>
                <a:off x="10037805" y="5692888"/>
                <a:ext cx="496610" cy="27333"/>
              </a:xfrm>
              <a:custGeom>
                <a:avLst/>
                <a:gdLst>
                  <a:gd name="connsiteX0" fmla="*/ 494173 w 496610"/>
                  <a:gd name="connsiteY0" fmla="*/ 27290 h 27333"/>
                  <a:gd name="connsiteX1" fmla="*/ 494173 w 496610"/>
                  <a:gd name="connsiteY1" fmla="*/ 27290 h 27333"/>
                  <a:gd name="connsiteX2" fmla="*/ 196810 w 496610"/>
                  <a:gd name="connsiteY2" fmla="*/ 25849 h 27333"/>
                  <a:gd name="connsiteX3" fmla="*/ 165151 w 496610"/>
                  <a:gd name="connsiteY3" fmla="*/ 24103 h 27333"/>
                  <a:gd name="connsiteX4" fmla="*/ 164257 w 496610"/>
                  <a:gd name="connsiteY4" fmla="*/ 23994 h 27333"/>
                  <a:gd name="connsiteX5" fmla="*/ 152349 w 496610"/>
                  <a:gd name="connsiteY5" fmla="*/ 20807 h 27333"/>
                  <a:gd name="connsiteX6" fmla="*/ 15148 w 496610"/>
                  <a:gd name="connsiteY6" fmla="*/ 4503 h 27333"/>
                  <a:gd name="connsiteX7" fmla="*/ 1940 w 496610"/>
                  <a:gd name="connsiteY7" fmla="*/ 2800 h 27333"/>
                  <a:gd name="connsiteX8" fmla="*/ 71 w 496610"/>
                  <a:gd name="connsiteY8" fmla="*/ 1098 h 27333"/>
                  <a:gd name="connsiteX9" fmla="*/ 3038 w 496610"/>
                  <a:gd name="connsiteY9" fmla="*/ 28 h 27333"/>
                  <a:gd name="connsiteX10" fmla="*/ 97689 w 496610"/>
                  <a:gd name="connsiteY10" fmla="*/ 11815 h 27333"/>
                  <a:gd name="connsiteX11" fmla="*/ 154057 w 496610"/>
                  <a:gd name="connsiteY11" fmla="*/ 18166 h 27333"/>
                  <a:gd name="connsiteX12" fmla="*/ 166045 w 496610"/>
                  <a:gd name="connsiteY12" fmla="*/ 21375 h 27333"/>
                  <a:gd name="connsiteX13" fmla="*/ 197094 w 496610"/>
                  <a:gd name="connsiteY13" fmla="*/ 23077 h 27333"/>
                  <a:gd name="connsiteX14" fmla="*/ 494132 w 496610"/>
                  <a:gd name="connsiteY14" fmla="*/ 24518 h 27333"/>
                  <a:gd name="connsiteX15" fmla="*/ 496610 w 496610"/>
                  <a:gd name="connsiteY15" fmla="*/ 25958 h 27333"/>
                  <a:gd name="connsiteX16" fmla="*/ 494132 w 496610"/>
                  <a:gd name="connsiteY16" fmla="*/ 27333 h 27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6610" h="27333">
                    <a:moveTo>
                      <a:pt x="494173" y="27290"/>
                    </a:moveTo>
                    <a:lnTo>
                      <a:pt x="494173" y="27290"/>
                    </a:lnTo>
                    <a:lnTo>
                      <a:pt x="196810" y="25849"/>
                    </a:lnTo>
                    <a:lnTo>
                      <a:pt x="165151" y="24103"/>
                    </a:lnTo>
                    <a:cubicBezTo>
                      <a:pt x="164826" y="24103"/>
                      <a:pt x="164541" y="24038"/>
                      <a:pt x="164257" y="23994"/>
                    </a:cubicBezTo>
                    <a:lnTo>
                      <a:pt x="152349" y="20807"/>
                    </a:lnTo>
                    <a:lnTo>
                      <a:pt x="15148" y="4503"/>
                    </a:lnTo>
                    <a:lnTo>
                      <a:pt x="1940" y="2800"/>
                    </a:lnTo>
                    <a:cubicBezTo>
                      <a:pt x="559" y="2582"/>
                      <a:pt x="-253" y="1840"/>
                      <a:pt x="71" y="1098"/>
                    </a:cubicBezTo>
                    <a:cubicBezTo>
                      <a:pt x="356" y="356"/>
                      <a:pt x="1657" y="-124"/>
                      <a:pt x="3038" y="28"/>
                    </a:cubicBezTo>
                    <a:lnTo>
                      <a:pt x="97689" y="11815"/>
                    </a:lnTo>
                    <a:lnTo>
                      <a:pt x="154057" y="18166"/>
                    </a:lnTo>
                    <a:lnTo>
                      <a:pt x="166045" y="21375"/>
                    </a:lnTo>
                    <a:lnTo>
                      <a:pt x="197094" y="23077"/>
                    </a:lnTo>
                    <a:lnTo>
                      <a:pt x="494132" y="24518"/>
                    </a:lnTo>
                    <a:cubicBezTo>
                      <a:pt x="495514" y="24583"/>
                      <a:pt x="496610" y="25151"/>
                      <a:pt x="496610" y="25958"/>
                    </a:cubicBezTo>
                    <a:cubicBezTo>
                      <a:pt x="496610" y="26766"/>
                      <a:pt x="495514" y="27333"/>
                      <a:pt x="494132" y="273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5" name="Freeform: Shape 574">
                <a:extLst>
                  <a:ext uri="{FF2B5EF4-FFF2-40B4-BE49-F238E27FC236}">
                    <a16:creationId xmlns:a16="http://schemas.microsoft.com/office/drawing/2014/main" id="{32A25D4D-CB78-4BE4-8213-AC0908898422}"/>
                  </a:ext>
                </a:extLst>
              </p:cNvPr>
              <p:cNvSpPr/>
              <p:nvPr/>
            </p:nvSpPr>
            <p:spPr>
              <a:xfrm>
                <a:off x="9982372" y="5692823"/>
                <a:ext cx="577549" cy="25587"/>
              </a:xfrm>
              <a:custGeom>
                <a:avLst/>
                <a:gdLst>
                  <a:gd name="connsiteX0" fmla="*/ 528351 w 577549"/>
                  <a:gd name="connsiteY0" fmla="*/ 25544 h 25587"/>
                  <a:gd name="connsiteX1" fmla="*/ 179619 w 577549"/>
                  <a:gd name="connsiteY1" fmla="*/ 24038 h 25587"/>
                  <a:gd name="connsiteX2" fmla="*/ 148854 w 577549"/>
                  <a:gd name="connsiteY2" fmla="*/ 22335 h 25587"/>
                  <a:gd name="connsiteX3" fmla="*/ 148082 w 577549"/>
                  <a:gd name="connsiteY3" fmla="*/ 22226 h 25587"/>
                  <a:gd name="connsiteX4" fmla="*/ 136460 w 577549"/>
                  <a:gd name="connsiteY4" fmla="*/ 19083 h 25587"/>
                  <a:gd name="connsiteX5" fmla="*/ 81717 w 577549"/>
                  <a:gd name="connsiteY5" fmla="*/ 12862 h 25587"/>
                  <a:gd name="connsiteX6" fmla="*/ 1941 w 577549"/>
                  <a:gd name="connsiteY6" fmla="*/ 2800 h 25587"/>
                  <a:gd name="connsiteX7" fmla="*/ 72 w 577549"/>
                  <a:gd name="connsiteY7" fmla="*/ 1098 h 25587"/>
                  <a:gd name="connsiteX8" fmla="*/ 3120 w 577549"/>
                  <a:gd name="connsiteY8" fmla="*/ 28 h 25587"/>
                  <a:gd name="connsiteX9" fmla="*/ 110003 w 577549"/>
                  <a:gd name="connsiteY9" fmla="*/ 13343 h 25587"/>
                  <a:gd name="connsiteX10" fmla="*/ 137759 w 577549"/>
                  <a:gd name="connsiteY10" fmla="*/ 16376 h 25587"/>
                  <a:gd name="connsiteX11" fmla="*/ 138370 w 577549"/>
                  <a:gd name="connsiteY11" fmla="*/ 16486 h 25587"/>
                  <a:gd name="connsiteX12" fmla="*/ 149870 w 577549"/>
                  <a:gd name="connsiteY12" fmla="*/ 19585 h 25587"/>
                  <a:gd name="connsiteX13" fmla="*/ 179944 w 577549"/>
                  <a:gd name="connsiteY13" fmla="*/ 21244 h 25587"/>
                  <a:gd name="connsiteX14" fmla="*/ 528392 w 577549"/>
                  <a:gd name="connsiteY14" fmla="*/ 22793 h 25587"/>
                  <a:gd name="connsiteX15" fmla="*/ 567405 w 577549"/>
                  <a:gd name="connsiteY15" fmla="*/ 22008 h 25587"/>
                  <a:gd name="connsiteX16" fmla="*/ 574843 w 577549"/>
                  <a:gd name="connsiteY16" fmla="*/ 21637 h 25587"/>
                  <a:gd name="connsiteX17" fmla="*/ 577525 w 577549"/>
                  <a:gd name="connsiteY17" fmla="*/ 22924 h 25587"/>
                  <a:gd name="connsiteX18" fmla="*/ 575250 w 577549"/>
                  <a:gd name="connsiteY18" fmla="*/ 24474 h 25587"/>
                  <a:gd name="connsiteX19" fmla="*/ 567731 w 577549"/>
                  <a:gd name="connsiteY19" fmla="*/ 24845 h 25587"/>
                  <a:gd name="connsiteX20" fmla="*/ 528432 w 577549"/>
                  <a:gd name="connsiteY20" fmla="*/ 25587 h 2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7549" h="25587">
                    <a:moveTo>
                      <a:pt x="528351" y="25544"/>
                    </a:moveTo>
                    <a:lnTo>
                      <a:pt x="179619" y="24038"/>
                    </a:lnTo>
                    <a:lnTo>
                      <a:pt x="148854" y="22335"/>
                    </a:lnTo>
                    <a:cubicBezTo>
                      <a:pt x="148570" y="22335"/>
                      <a:pt x="148367" y="22270"/>
                      <a:pt x="148082" y="22226"/>
                    </a:cubicBezTo>
                    <a:lnTo>
                      <a:pt x="136460" y="19083"/>
                    </a:lnTo>
                    <a:lnTo>
                      <a:pt x="81717" y="12862"/>
                    </a:lnTo>
                    <a:lnTo>
                      <a:pt x="1941" y="2800"/>
                    </a:lnTo>
                    <a:cubicBezTo>
                      <a:pt x="559" y="2582"/>
                      <a:pt x="-254" y="1840"/>
                      <a:pt x="72" y="1098"/>
                    </a:cubicBezTo>
                    <a:cubicBezTo>
                      <a:pt x="355" y="356"/>
                      <a:pt x="1737" y="-124"/>
                      <a:pt x="3120" y="28"/>
                    </a:cubicBezTo>
                    <a:lnTo>
                      <a:pt x="110003" y="13343"/>
                    </a:lnTo>
                    <a:lnTo>
                      <a:pt x="137759" y="16376"/>
                    </a:lnTo>
                    <a:cubicBezTo>
                      <a:pt x="137759" y="16376"/>
                      <a:pt x="138166" y="16442"/>
                      <a:pt x="138370" y="16486"/>
                    </a:cubicBezTo>
                    <a:lnTo>
                      <a:pt x="149870" y="19585"/>
                    </a:lnTo>
                    <a:lnTo>
                      <a:pt x="179944" y="21244"/>
                    </a:lnTo>
                    <a:lnTo>
                      <a:pt x="528392" y="22793"/>
                    </a:lnTo>
                    <a:lnTo>
                      <a:pt x="567405" y="22008"/>
                    </a:lnTo>
                    <a:lnTo>
                      <a:pt x="574843" y="21637"/>
                    </a:lnTo>
                    <a:cubicBezTo>
                      <a:pt x="576144" y="21593"/>
                      <a:pt x="577404" y="22117"/>
                      <a:pt x="577525" y="22924"/>
                    </a:cubicBezTo>
                    <a:cubicBezTo>
                      <a:pt x="577728" y="23666"/>
                      <a:pt x="576631" y="24365"/>
                      <a:pt x="575250" y="24474"/>
                    </a:cubicBezTo>
                    <a:lnTo>
                      <a:pt x="567731" y="24845"/>
                    </a:lnTo>
                    <a:lnTo>
                      <a:pt x="528432" y="2558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6" name="Freeform: Shape 575">
                <a:extLst>
                  <a:ext uri="{FF2B5EF4-FFF2-40B4-BE49-F238E27FC236}">
                    <a16:creationId xmlns:a16="http://schemas.microsoft.com/office/drawing/2014/main" id="{C0D62033-2D4A-4966-A3A3-0BCE523F3113}"/>
                  </a:ext>
                </a:extLst>
              </p:cNvPr>
              <p:cNvSpPr/>
              <p:nvPr/>
            </p:nvSpPr>
            <p:spPr>
              <a:xfrm>
                <a:off x="9952794" y="5696169"/>
                <a:ext cx="152435" cy="20276"/>
              </a:xfrm>
              <a:custGeom>
                <a:avLst/>
                <a:gdLst>
                  <a:gd name="connsiteX0" fmla="*/ 149862 w 152435"/>
                  <a:gd name="connsiteY0" fmla="*/ 20277 h 20276"/>
                  <a:gd name="connsiteX1" fmla="*/ 149375 w 152435"/>
                  <a:gd name="connsiteY1" fmla="*/ 20277 h 20276"/>
                  <a:gd name="connsiteX2" fmla="*/ 108898 w 152435"/>
                  <a:gd name="connsiteY2" fmla="*/ 15649 h 20276"/>
                  <a:gd name="connsiteX3" fmla="*/ 67648 w 152435"/>
                  <a:gd name="connsiteY3" fmla="*/ 13358 h 20276"/>
                  <a:gd name="connsiteX4" fmla="*/ 66632 w 152435"/>
                  <a:gd name="connsiteY4" fmla="*/ 13205 h 20276"/>
                  <a:gd name="connsiteX5" fmla="*/ 54440 w 152435"/>
                  <a:gd name="connsiteY5" fmla="*/ 9472 h 20276"/>
                  <a:gd name="connsiteX6" fmla="*/ 14247 w 152435"/>
                  <a:gd name="connsiteY6" fmla="*/ 6962 h 20276"/>
                  <a:gd name="connsiteX7" fmla="*/ 13150 w 152435"/>
                  <a:gd name="connsiteY7" fmla="*/ 6744 h 20276"/>
                  <a:gd name="connsiteX8" fmla="*/ 1161 w 152435"/>
                  <a:gd name="connsiteY8" fmla="*/ 2597 h 20276"/>
                  <a:gd name="connsiteX9" fmla="*/ 389 w 152435"/>
                  <a:gd name="connsiteY9" fmla="*/ 676 h 20276"/>
                  <a:gd name="connsiteX10" fmla="*/ 3843 w 152435"/>
                  <a:gd name="connsiteY10" fmla="*/ 196 h 20276"/>
                  <a:gd name="connsiteX11" fmla="*/ 15344 w 152435"/>
                  <a:gd name="connsiteY11" fmla="*/ 4190 h 20276"/>
                  <a:gd name="connsiteX12" fmla="*/ 55456 w 152435"/>
                  <a:gd name="connsiteY12" fmla="*/ 6700 h 20276"/>
                  <a:gd name="connsiteX13" fmla="*/ 56431 w 152435"/>
                  <a:gd name="connsiteY13" fmla="*/ 6853 h 20276"/>
                  <a:gd name="connsiteX14" fmla="*/ 68745 w 152435"/>
                  <a:gd name="connsiteY14" fmla="*/ 10586 h 20276"/>
                  <a:gd name="connsiteX15" fmla="*/ 109710 w 152435"/>
                  <a:gd name="connsiteY15" fmla="*/ 12877 h 20276"/>
                  <a:gd name="connsiteX16" fmla="*/ 150391 w 152435"/>
                  <a:gd name="connsiteY16" fmla="*/ 17505 h 20276"/>
                  <a:gd name="connsiteX17" fmla="*/ 152382 w 152435"/>
                  <a:gd name="connsiteY17" fmla="*/ 19142 h 20276"/>
                  <a:gd name="connsiteX18" fmla="*/ 149903 w 152435"/>
                  <a:gd name="connsiteY18" fmla="*/ 20255 h 2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2435" h="20276">
                    <a:moveTo>
                      <a:pt x="149862" y="20277"/>
                    </a:moveTo>
                    <a:lnTo>
                      <a:pt x="149375" y="20277"/>
                    </a:lnTo>
                    <a:lnTo>
                      <a:pt x="108898" y="15649"/>
                    </a:lnTo>
                    <a:lnTo>
                      <a:pt x="67648" y="13358"/>
                    </a:lnTo>
                    <a:cubicBezTo>
                      <a:pt x="67323" y="13314"/>
                      <a:pt x="66957" y="13248"/>
                      <a:pt x="66632" y="13205"/>
                    </a:cubicBezTo>
                    <a:lnTo>
                      <a:pt x="54440" y="9472"/>
                    </a:lnTo>
                    <a:lnTo>
                      <a:pt x="14247" y="6962"/>
                    </a:lnTo>
                    <a:cubicBezTo>
                      <a:pt x="13840" y="6919"/>
                      <a:pt x="13475" y="6853"/>
                      <a:pt x="13150" y="6744"/>
                    </a:cubicBezTo>
                    <a:lnTo>
                      <a:pt x="1161" y="2597"/>
                    </a:lnTo>
                    <a:cubicBezTo>
                      <a:pt x="-18" y="2182"/>
                      <a:pt x="-343" y="1331"/>
                      <a:pt x="389" y="676"/>
                    </a:cubicBezTo>
                    <a:cubicBezTo>
                      <a:pt x="1161" y="-22"/>
                      <a:pt x="2746" y="-175"/>
                      <a:pt x="3843" y="196"/>
                    </a:cubicBezTo>
                    <a:lnTo>
                      <a:pt x="15344" y="4190"/>
                    </a:lnTo>
                    <a:lnTo>
                      <a:pt x="55456" y="6700"/>
                    </a:lnTo>
                    <a:cubicBezTo>
                      <a:pt x="55862" y="6700"/>
                      <a:pt x="56147" y="6744"/>
                      <a:pt x="56431" y="6853"/>
                    </a:cubicBezTo>
                    <a:lnTo>
                      <a:pt x="68745" y="10586"/>
                    </a:lnTo>
                    <a:lnTo>
                      <a:pt x="109710" y="12877"/>
                    </a:lnTo>
                    <a:lnTo>
                      <a:pt x="150391" y="17505"/>
                    </a:lnTo>
                    <a:cubicBezTo>
                      <a:pt x="151773" y="17657"/>
                      <a:pt x="152667" y="18399"/>
                      <a:pt x="152382" y="19142"/>
                    </a:cubicBezTo>
                    <a:cubicBezTo>
                      <a:pt x="152057" y="19840"/>
                      <a:pt x="151082" y="20255"/>
                      <a:pt x="149903" y="202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7" name="Freeform: Shape 576">
                <a:extLst>
                  <a:ext uri="{FF2B5EF4-FFF2-40B4-BE49-F238E27FC236}">
                    <a16:creationId xmlns:a16="http://schemas.microsoft.com/office/drawing/2014/main" id="{FE48AECE-F29C-4EE0-BAEE-0FA09349995D}"/>
                  </a:ext>
                </a:extLst>
              </p:cNvPr>
              <p:cNvSpPr/>
              <p:nvPr/>
            </p:nvSpPr>
            <p:spPr>
              <a:xfrm>
                <a:off x="11313757" y="5762886"/>
                <a:ext cx="878242" cy="92834"/>
              </a:xfrm>
              <a:custGeom>
                <a:avLst/>
                <a:gdLst>
                  <a:gd name="connsiteX0" fmla="*/ 878243 w 878242"/>
                  <a:gd name="connsiteY0" fmla="*/ 89866 h 92834"/>
                  <a:gd name="connsiteX1" fmla="*/ 848779 w 878242"/>
                  <a:gd name="connsiteY1" fmla="*/ 87836 h 92834"/>
                  <a:gd name="connsiteX2" fmla="*/ 825655 w 878242"/>
                  <a:gd name="connsiteY2" fmla="*/ 84999 h 92834"/>
                  <a:gd name="connsiteX3" fmla="*/ 800661 w 878242"/>
                  <a:gd name="connsiteY3" fmla="*/ 81376 h 92834"/>
                  <a:gd name="connsiteX4" fmla="*/ 770709 w 878242"/>
                  <a:gd name="connsiteY4" fmla="*/ 80525 h 92834"/>
                  <a:gd name="connsiteX5" fmla="*/ 769531 w 878242"/>
                  <a:gd name="connsiteY5" fmla="*/ 80634 h 92834"/>
                  <a:gd name="connsiteX6" fmla="*/ 763760 w 878242"/>
                  <a:gd name="connsiteY6" fmla="*/ 82140 h 92834"/>
                  <a:gd name="connsiteX7" fmla="*/ 722469 w 878242"/>
                  <a:gd name="connsiteY7" fmla="*/ 79521 h 92834"/>
                  <a:gd name="connsiteX8" fmla="*/ 697842 w 878242"/>
                  <a:gd name="connsiteY8" fmla="*/ 76116 h 92834"/>
                  <a:gd name="connsiteX9" fmla="*/ 673539 w 878242"/>
                  <a:gd name="connsiteY9" fmla="*/ 75701 h 92834"/>
                  <a:gd name="connsiteX10" fmla="*/ 652813 w 878242"/>
                  <a:gd name="connsiteY10" fmla="*/ 76770 h 92834"/>
                  <a:gd name="connsiteX11" fmla="*/ 630989 w 878242"/>
                  <a:gd name="connsiteY11" fmla="*/ 73365 h 92834"/>
                  <a:gd name="connsiteX12" fmla="*/ 606077 w 878242"/>
                  <a:gd name="connsiteY12" fmla="*/ 68411 h 92834"/>
                  <a:gd name="connsiteX13" fmla="*/ 543572 w 878242"/>
                  <a:gd name="connsiteY13" fmla="*/ 66665 h 92834"/>
                  <a:gd name="connsiteX14" fmla="*/ 541175 w 878242"/>
                  <a:gd name="connsiteY14" fmla="*/ 67472 h 92834"/>
                  <a:gd name="connsiteX15" fmla="*/ 540281 w 878242"/>
                  <a:gd name="connsiteY15" fmla="*/ 68389 h 92834"/>
                  <a:gd name="connsiteX16" fmla="*/ 521749 w 878242"/>
                  <a:gd name="connsiteY16" fmla="*/ 68978 h 92834"/>
                  <a:gd name="connsiteX17" fmla="*/ 498625 w 878242"/>
                  <a:gd name="connsiteY17" fmla="*/ 67167 h 92834"/>
                  <a:gd name="connsiteX18" fmla="*/ 474606 w 878242"/>
                  <a:gd name="connsiteY18" fmla="*/ 67909 h 92834"/>
                  <a:gd name="connsiteX19" fmla="*/ 451767 w 878242"/>
                  <a:gd name="connsiteY19" fmla="*/ 65923 h 92834"/>
                  <a:gd name="connsiteX20" fmla="*/ 445427 w 878242"/>
                  <a:gd name="connsiteY20" fmla="*/ 64548 h 92834"/>
                  <a:gd name="connsiteX21" fmla="*/ 420839 w 878242"/>
                  <a:gd name="connsiteY21" fmla="*/ 61252 h 92834"/>
                  <a:gd name="connsiteX22" fmla="*/ 393245 w 878242"/>
                  <a:gd name="connsiteY22" fmla="*/ 54267 h 92834"/>
                  <a:gd name="connsiteX23" fmla="*/ 367357 w 878242"/>
                  <a:gd name="connsiteY23" fmla="*/ 48985 h 92834"/>
                  <a:gd name="connsiteX24" fmla="*/ 343136 w 878242"/>
                  <a:gd name="connsiteY24" fmla="*/ 45733 h 92834"/>
                  <a:gd name="connsiteX25" fmla="*/ 319036 w 878242"/>
                  <a:gd name="connsiteY25" fmla="*/ 41957 h 92834"/>
                  <a:gd name="connsiteX26" fmla="*/ 294937 w 878242"/>
                  <a:gd name="connsiteY26" fmla="*/ 37919 h 92834"/>
                  <a:gd name="connsiteX27" fmla="*/ 271325 w 878242"/>
                  <a:gd name="connsiteY27" fmla="*/ 35147 h 92834"/>
                  <a:gd name="connsiteX28" fmla="*/ 247916 w 878242"/>
                  <a:gd name="connsiteY28" fmla="*/ 32048 h 92834"/>
                  <a:gd name="connsiteX29" fmla="*/ 201261 w 878242"/>
                  <a:gd name="connsiteY29" fmla="*/ 25129 h 92834"/>
                  <a:gd name="connsiteX30" fmla="*/ 156314 w 878242"/>
                  <a:gd name="connsiteY30" fmla="*/ 20611 h 92834"/>
                  <a:gd name="connsiteX31" fmla="*/ 134571 w 878242"/>
                  <a:gd name="connsiteY31" fmla="*/ 16136 h 92834"/>
                  <a:gd name="connsiteX32" fmla="*/ 124939 w 878242"/>
                  <a:gd name="connsiteY32" fmla="*/ 12688 h 92834"/>
                  <a:gd name="connsiteX33" fmla="*/ 124167 w 878242"/>
                  <a:gd name="connsiteY33" fmla="*/ 12469 h 92834"/>
                  <a:gd name="connsiteX34" fmla="*/ 108277 w 878242"/>
                  <a:gd name="connsiteY34" fmla="*/ 10330 h 92834"/>
                  <a:gd name="connsiteX35" fmla="*/ 90599 w 878242"/>
                  <a:gd name="connsiteY35" fmla="*/ 8519 h 92834"/>
                  <a:gd name="connsiteX36" fmla="*/ 81089 w 878242"/>
                  <a:gd name="connsiteY36" fmla="*/ 8301 h 92834"/>
                  <a:gd name="connsiteX37" fmla="*/ 80195 w 878242"/>
                  <a:gd name="connsiteY37" fmla="*/ 8257 h 92834"/>
                  <a:gd name="connsiteX38" fmla="*/ 79504 w 878242"/>
                  <a:gd name="connsiteY38" fmla="*/ 8257 h 92834"/>
                  <a:gd name="connsiteX39" fmla="*/ 67393 w 878242"/>
                  <a:gd name="connsiteY39" fmla="*/ 9326 h 92834"/>
                  <a:gd name="connsiteX40" fmla="*/ 47358 w 878242"/>
                  <a:gd name="connsiteY40" fmla="*/ 6816 h 92834"/>
                  <a:gd name="connsiteX41" fmla="*/ 38011 w 878242"/>
                  <a:gd name="connsiteY41" fmla="*/ 4219 h 92834"/>
                  <a:gd name="connsiteX42" fmla="*/ 37117 w 878242"/>
                  <a:gd name="connsiteY42" fmla="*/ 4066 h 92834"/>
                  <a:gd name="connsiteX43" fmla="*/ 16471 w 878242"/>
                  <a:gd name="connsiteY43" fmla="*/ 2691 h 92834"/>
                  <a:gd name="connsiteX44" fmla="*/ 15659 w 878242"/>
                  <a:gd name="connsiteY44" fmla="*/ 1993 h 92834"/>
                  <a:gd name="connsiteX45" fmla="*/ 13952 w 878242"/>
                  <a:gd name="connsiteY45" fmla="*/ 1360 h 92834"/>
                  <a:gd name="connsiteX46" fmla="*/ 3141 w 878242"/>
                  <a:gd name="connsiteY46" fmla="*/ 28 h 92834"/>
                  <a:gd name="connsiteX47" fmla="*/ 53 w 878242"/>
                  <a:gd name="connsiteY47" fmla="*/ 1141 h 92834"/>
                  <a:gd name="connsiteX48" fmla="*/ 2044 w 878242"/>
                  <a:gd name="connsiteY48" fmla="*/ 2800 h 92834"/>
                  <a:gd name="connsiteX49" fmla="*/ 11839 w 878242"/>
                  <a:gd name="connsiteY49" fmla="*/ 4023 h 92834"/>
                  <a:gd name="connsiteX50" fmla="*/ 12733 w 878242"/>
                  <a:gd name="connsiteY50" fmla="*/ 4765 h 92834"/>
                  <a:gd name="connsiteX51" fmla="*/ 14521 w 878242"/>
                  <a:gd name="connsiteY51" fmla="*/ 5398 h 92834"/>
                  <a:gd name="connsiteX52" fmla="*/ 36060 w 878242"/>
                  <a:gd name="connsiteY52" fmla="*/ 6838 h 92834"/>
                  <a:gd name="connsiteX53" fmla="*/ 45611 w 878242"/>
                  <a:gd name="connsiteY53" fmla="*/ 9457 h 92834"/>
                  <a:gd name="connsiteX54" fmla="*/ 66621 w 878242"/>
                  <a:gd name="connsiteY54" fmla="*/ 12186 h 92834"/>
                  <a:gd name="connsiteX55" fmla="*/ 67597 w 878242"/>
                  <a:gd name="connsiteY55" fmla="*/ 12186 h 92834"/>
                  <a:gd name="connsiteX56" fmla="*/ 79911 w 878242"/>
                  <a:gd name="connsiteY56" fmla="*/ 11116 h 92834"/>
                  <a:gd name="connsiteX57" fmla="*/ 89949 w 878242"/>
                  <a:gd name="connsiteY57" fmla="*/ 11334 h 92834"/>
                  <a:gd name="connsiteX58" fmla="*/ 107099 w 878242"/>
                  <a:gd name="connsiteY58" fmla="*/ 13146 h 92834"/>
                  <a:gd name="connsiteX59" fmla="*/ 122461 w 878242"/>
                  <a:gd name="connsiteY59" fmla="*/ 15176 h 92834"/>
                  <a:gd name="connsiteX60" fmla="*/ 132173 w 878242"/>
                  <a:gd name="connsiteY60" fmla="*/ 18646 h 92834"/>
                  <a:gd name="connsiteX61" fmla="*/ 154810 w 878242"/>
                  <a:gd name="connsiteY61" fmla="*/ 23383 h 92834"/>
                  <a:gd name="connsiteX62" fmla="*/ 200043 w 878242"/>
                  <a:gd name="connsiteY62" fmla="*/ 27923 h 92834"/>
                  <a:gd name="connsiteX63" fmla="*/ 246453 w 878242"/>
                  <a:gd name="connsiteY63" fmla="*/ 34842 h 92834"/>
                  <a:gd name="connsiteX64" fmla="*/ 270065 w 878242"/>
                  <a:gd name="connsiteY64" fmla="*/ 37985 h 92834"/>
                  <a:gd name="connsiteX65" fmla="*/ 293474 w 878242"/>
                  <a:gd name="connsiteY65" fmla="*/ 40713 h 92834"/>
                  <a:gd name="connsiteX66" fmla="*/ 317370 w 878242"/>
                  <a:gd name="connsiteY66" fmla="*/ 44707 h 92834"/>
                  <a:gd name="connsiteX67" fmla="*/ 341673 w 878242"/>
                  <a:gd name="connsiteY67" fmla="*/ 48549 h 92834"/>
                  <a:gd name="connsiteX68" fmla="*/ 365772 w 878242"/>
                  <a:gd name="connsiteY68" fmla="*/ 51801 h 92834"/>
                  <a:gd name="connsiteX69" fmla="*/ 391172 w 878242"/>
                  <a:gd name="connsiteY69" fmla="*/ 56908 h 92834"/>
                  <a:gd name="connsiteX70" fmla="*/ 418929 w 878242"/>
                  <a:gd name="connsiteY70" fmla="*/ 64002 h 92834"/>
                  <a:gd name="connsiteX71" fmla="*/ 443720 w 878242"/>
                  <a:gd name="connsiteY71" fmla="*/ 67298 h 92834"/>
                  <a:gd name="connsiteX72" fmla="*/ 450181 w 878242"/>
                  <a:gd name="connsiteY72" fmla="*/ 68738 h 92834"/>
                  <a:gd name="connsiteX73" fmla="*/ 474078 w 878242"/>
                  <a:gd name="connsiteY73" fmla="*/ 70812 h 92834"/>
                  <a:gd name="connsiteX74" fmla="*/ 498177 w 878242"/>
                  <a:gd name="connsiteY74" fmla="*/ 70070 h 92834"/>
                  <a:gd name="connsiteX75" fmla="*/ 521179 w 878242"/>
                  <a:gd name="connsiteY75" fmla="*/ 71881 h 92834"/>
                  <a:gd name="connsiteX76" fmla="*/ 541703 w 878242"/>
                  <a:gd name="connsiteY76" fmla="*/ 71248 h 92834"/>
                  <a:gd name="connsiteX77" fmla="*/ 543897 w 878242"/>
                  <a:gd name="connsiteY77" fmla="*/ 70506 h 92834"/>
                  <a:gd name="connsiteX78" fmla="*/ 544669 w 878242"/>
                  <a:gd name="connsiteY78" fmla="*/ 69655 h 92834"/>
                  <a:gd name="connsiteX79" fmla="*/ 603597 w 878242"/>
                  <a:gd name="connsiteY79" fmla="*/ 71205 h 92834"/>
                  <a:gd name="connsiteX80" fmla="*/ 629201 w 878242"/>
                  <a:gd name="connsiteY80" fmla="*/ 76225 h 92834"/>
                  <a:gd name="connsiteX81" fmla="*/ 651512 w 878242"/>
                  <a:gd name="connsiteY81" fmla="*/ 79673 h 92834"/>
                  <a:gd name="connsiteX82" fmla="*/ 652487 w 878242"/>
                  <a:gd name="connsiteY82" fmla="*/ 79739 h 92834"/>
                  <a:gd name="connsiteX83" fmla="*/ 673418 w 878242"/>
                  <a:gd name="connsiteY83" fmla="*/ 78669 h 92834"/>
                  <a:gd name="connsiteX84" fmla="*/ 696826 w 878242"/>
                  <a:gd name="connsiteY84" fmla="*/ 79040 h 92834"/>
                  <a:gd name="connsiteX85" fmla="*/ 721251 w 878242"/>
                  <a:gd name="connsiteY85" fmla="*/ 82402 h 92834"/>
                  <a:gd name="connsiteX86" fmla="*/ 763516 w 878242"/>
                  <a:gd name="connsiteY86" fmla="*/ 85130 h 92834"/>
                  <a:gd name="connsiteX87" fmla="*/ 764898 w 878242"/>
                  <a:gd name="connsiteY87" fmla="*/ 85021 h 92834"/>
                  <a:gd name="connsiteX88" fmla="*/ 770750 w 878242"/>
                  <a:gd name="connsiteY88" fmla="*/ 83515 h 92834"/>
                  <a:gd name="connsiteX89" fmla="*/ 799523 w 878242"/>
                  <a:gd name="connsiteY89" fmla="*/ 84257 h 92834"/>
                  <a:gd name="connsiteX90" fmla="*/ 824151 w 878242"/>
                  <a:gd name="connsiteY90" fmla="*/ 87924 h 92834"/>
                  <a:gd name="connsiteX91" fmla="*/ 847641 w 878242"/>
                  <a:gd name="connsiteY91" fmla="*/ 90761 h 92834"/>
                  <a:gd name="connsiteX92" fmla="*/ 877917 w 878242"/>
                  <a:gd name="connsiteY92" fmla="*/ 92835 h 92834"/>
                  <a:gd name="connsiteX93" fmla="*/ 877917 w 878242"/>
                  <a:gd name="connsiteY93" fmla="*/ 90019 h 92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878242" h="92834">
                    <a:moveTo>
                      <a:pt x="878243" y="89866"/>
                    </a:moveTo>
                    <a:lnTo>
                      <a:pt x="848779" y="87836"/>
                    </a:lnTo>
                    <a:lnTo>
                      <a:pt x="825655" y="84999"/>
                    </a:lnTo>
                    <a:lnTo>
                      <a:pt x="800661" y="81376"/>
                    </a:lnTo>
                    <a:lnTo>
                      <a:pt x="770709" y="80525"/>
                    </a:lnTo>
                    <a:cubicBezTo>
                      <a:pt x="770425" y="80481"/>
                      <a:pt x="769938" y="80525"/>
                      <a:pt x="769531" y="80634"/>
                    </a:cubicBezTo>
                    <a:lnTo>
                      <a:pt x="763760" y="82140"/>
                    </a:lnTo>
                    <a:lnTo>
                      <a:pt x="722469" y="79521"/>
                    </a:lnTo>
                    <a:lnTo>
                      <a:pt x="697842" y="76116"/>
                    </a:lnTo>
                    <a:lnTo>
                      <a:pt x="673539" y="75701"/>
                    </a:lnTo>
                    <a:lnTo>
                      <a:pt x="652813" y="76770"/>
                    </a:lnTo>
                    <a:lnTo>
                      <a:pt x="630989" y="73365"/>
                    </a:lnTo>
                    <a:lnTo>
                      <a:pt x="606077" y="68411"/>
                    </a:lnTo>
                    <a:lnTo>
                      <a:pt x="543572" y="66665"/>
                    </a:lnTo>
                    <a:cubicBezTo>
                      <a:pt x="542597" y="66665"/>
                      <a:pt x="541581" y="66927"/>
                      <a:pt x="541175" y="67472"/>
                    </a:cubicBezTo>
                    <a:lnTo>
                      <a:pt x="540281" y="68389"/>
                    </a:lnTo>
                    <a:lnTo>
                      <a:pt x="521749" y="68978"/>
                    </a:lnTo>
                    <a:lnTo>
                      <a:pt x="498625" y="67167"/>
                    </a:lnTo>
                    <a:lnTo>
                      <a:pt x="474606" y="67909"/>
                    </a:lnTo>
                    <a:lnTo>
                      <a:pt x="451767" y="65923"/>
                    </a:lnTo>
                    <a:lnTo>
                      <a:pt x="445427" y="64548"/>
                    </a:lnTo>
                    <a:lnTo>
                      <a:pt x="420839" y="61252"/>
                    </a:lnTo>
                    <a:lnTo>
                      <a:pt x="393245" y="54267"/>
                    </a:lnTo>
                    <a:lnTo>
                      <a:pt x="367357" y="48985"/>
                    </a:lnTo>
                    <a:lnTo>
                      <a:pt x="343136" y="45733"/>
                    </a:lnTo>
                    <a:lnTo>
                      <a:pt x="319036" y="41957"/>
                    </a:lnTo>
                    <a:lnTo>
                      <a:pt x="294937" y="37919"/>
                    </a:lnTo>
                    <a:lnTo>
                      <a:pt x="271325" y="35147"/>
                    </a:lnTo>
                    <a:lnTo>
                      <a:pt x="247916" y="32048"/>
                    </a:lnTo>
                    <a:lnTo>
                      <a:pt x="201261" y="25129"/>
                    </a:lnTo>
                    <a:lnTo>
                      <a:pt x="156314" y="20611"/>
                    </a:lnTo>
                    <a:lnTo>
                      <a:pt x="134571" y="16136"/>
                    </a:lnTo>
                    <a:lnTo>
                      <a:pt x="124939" y="12688"/>
                    </a:lnTo>
                    <a:cubicBezTo>
                      <a:pt x="124655" y="12579"/>
                      <a:pt x="124452" y="12513"/>
                      <a:pt x="124167" y="12469"/>
                    </a:cubicBezTo>
                    <a:lnTo>
                      <a:pt x="108277" y="10330"/>
                    </a:lnTo>
                    <a:lnTo>
                      <a:pt x="90599" y="8519"/>
                    </a:lnTo>
                    <a:lnTo>
                      <a:pt x="81089" y="8301"/>
                    </a:lnTo>
                    <a:lnTo>
                      <a:pt x="80195" y="8257"/>
                    </a:lnTo>
                    <a:lnTo>
                      <a:pt x="79504" y="8257"/>
                    </a:lnTo>
                    <a:lnTo>
                      <a:pt x="67393" y="9326"/>
                    </a:lnTo>
                    <a:lnTo>
                      <a:pt x="47358" y="6816"/>
                    </a:lnTo>
                    <a:lnTo>
                      <a:pt x="38011" y="4219"/>
                    </a:lnTo>
                    <a:cubicBezTo>
                      <a:pt x="37685" y="4110"/>
                      <a:pt x="37523" y="4066"/>
                      <a:pt x="37117" y="4066"/>
                    </a:cubicBezTo>
                    <a:lnTo>
                      <a:pt x="16471" y="2691"/>
                    </a:lnTo>
                    <a:lnTo>
                      <a:pt x="15659" y="1993"/>
                    </a:lnTo>
                    <a:cubicBezTo>
                      <a:pt x="15252" y="1665"/>
                      <a:pt x="14683" y="1469"/>
                      <a:pt x="13952" y="1360"/>
                    </a:cubicBezTo>
                    <a:lnTo>
                      <a:pt x="3141" y="28"/>
                    </a:lnTo>
                    <a:cubicBezTo>
                      <a:pt x="1760" y="-125"/>
                      <a:pt x="378" y="356"/>
                      <a:pt x="53" y="1141"/>
                    </a:cubicBezTo>
                    <a:cubicBezTo>
                      <a:pt x="-231" y="1884"/>
                      <a:pt x="663" y="2626"/>
                      <a:pt x="2044" y="2800"/>
                    </a:cubicBezTo>
                    <a:lnTo>
                      <a:pt x="11839" y="4023"/>
                    </a:lnTo>
                    <a:lnTo>
                      <a:pt x="12733" y="4765"/>
                    </a:lnTo>
                    <a:cubicBezTo>
                      <a:pt x="13139" y="5136"/>
                      <a:pt x="13708" y="5354"/>
                      <a:pt x="14521" y="5398"/>
                    </a:cubicBezTo>
                    <a:lnTo>
                      <a:pt x="36060" y="6838"/>
                    </a:lnTo>
                    <a:lnTo>
                      <a:pt x="45611" y="9457"/>
                    </a:lnTo>
                    <a:lnTo>
                      <a:pt x="66621" y="12186"/>
                    </a:lnTo>
                    <a:cubicBezTo>
                      <a:pt x="67027" y="12229"/>
                      <a:pt x="67312" y="12229"/>
                      <a:pt x="67597" y="12186"/>
                    </a:cubicBezTo>
                    <a:lnTo>
                      <a:pt x="79911" y="11116"/>
                    </a:lnTo>
                    <a:lnTo>
                      <a:pt x="89949" y="11334"/>
                    </a:lnTo>
                    <a:lnTo>
                      <a:pt x="107099" y="13146"/>
                    </a:lnTo>
                    <a:lnTo>
                      <a:pt x="122461" y="15176"/>
                    </a:lnTo>
                    <a:lnTo>
                      <a:pt x="132173" y="18646"/>
                    </a:lnTo>
                    <a:lnTo>
                      <a:pt x="154810" y="23383"/>
                    </a:lnTo>
                    <a:lnTo>
                      <a:pt x="200043" y="27923"/>
                    </a:lnTo>
                    <a:lnTo>
                      <a:pt x="246453" y="34842"/>
                    </a:lnTo>
                    <a:lnTo>
                      <a:pt x="270065" y="37985"/>
                    </a:lnTo>
                    <a:lnTo>
                      <a:pt x="293474" y="40713"/>
                    </a:lnTo>
                    <a:lnTo>
                      <a:pt x="317370" y="44707"/>
                    </a:lnTo>
                    <a:lnTo>
                      <a:pt x="341673" y="48549"/>
                    </a:lnTo>
                    <a:lnTo>
                      <a:pt x="365772" y="51801"/>
                    </a:lnTo>
                    <a:lnTo>
                      <a:pt x="391172" y="56908"/>
                    </a:lnTo>
                    <a:lnTo>
                      <a:pt x="418929" y="64002"/>
                    </a:lnTo>
                    <a:lnTo>
                      <a:pt x="443720" y="67298"/>
                    </a:lnTo>
                    <a:lnTo>
                      <a:pt x="450181" y="68738"/>
                    </a:lnTo>
                    <a:lnTo>
                      <a:pt x="474078" y="70812"/>
                    </a:lnTo>
                    <a:lnTo>
                      <a:pt x="498177" y="70070"/>
                    </a:lnTo>
                    <a:lnTo>
                      <a:pt x="521179" y="71881"/>
                    </a:lnTo>
                    <a:lnTo>
                      <a:pt x="541703" y="71248"/>
                    </a:lnTo>
                    <a:cubicBezTo>
                      <a:pt x="542678" y="71248"/>
                      <a:pt x="543491" y="70921"/>
                      <a:pt x="543897" y="70506"/>
                    </a:cubicBezTo>
                    <a:lnTo>
                      <a:pt x="544669" y="69655"/>
                    </a:lnTo>
                    <a:lnTo>
                      <a:pt x="603597" y="71205"/>
                    </a:lnTo>
                    <a:lnTo>
                      <a:pt x="629201" y="76225"/>
                    </a:lnTo>
                    <a:lnTo>
                      <a:pt x="651512" y="79673"/>
                    </a:lnTo>
                    <a:cubicBezTo>
                      <a:pt x="651797" y="79739"/>
                      <a:pt x="652122" y="79782"/>
                      <a:pt x="652487" y="79739"/>
                    </a:cubicBezTo>
                    <a:lnTo>
                      <a:pt x="673418" y="78669"/>
                    </a:lnTo>
                    <a:lnTo>
                      <a:pt x="696826" y="79040"/>
                    </a:lnTo>
                    <a:lnTo>
                      <a:pt x="721251" y="82402"/>
                    </a:lnTo>
                    <a:lnTo>
                      <a:pt x="763516" y="85130"/>
                    </a:lnTo>
                    <a:cubicBezTo>
                      <a:pt x="764003" y="85130"/>
                      <a:pt x="764491" y="85130"/>
                      <a:pt x="764898" y="85021"/>
                    </a:cubicBezTo>
                    <a:lnTo>
                      <a:pt x="770750" y="83515"/>
                    </a:lnTo>
                    <a:lnTo>
                      <a:pt x="799523" y="84257"/>
                    </a:lnTo>
                    <a:lnTo>
                      <a:pt x="824151" y="87924"/>
                    </a:lnTo>
                    <a:lnTo>
                      <a:pt x="847641" y="90761"/>
                    </a:lnTo>
                    <a:lnTo>
                      <a:pt x="877917" y="92835"/>
                    </a:lnTo>
                    <a:lnTo>
                      <a:pt x="877917" y="9001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8" name="Freeform: Shape 577">
                <a:extLst>
                  <a:ext uri="{FF2B5EF4-FFF2-40B4-BE49-F238E27FC236}">
                    <a16:creationId xmlns:a16="http://schemas.microsoft.com/office/drawing/2014/main" id="{402A4671-F071-4270-9A0E-5CA3C18BC01B}"/>
                  </a:ext>
                </a:extLst>
              </p:cNvPr>
              <p:cNvSpPr/>
              <p:nvPr/>
            </p:nvSpPr>
            <p:spPr>
              <a:xfrm>
                <a:off x="9939794" y="5694462"/>
                <a:ext cx="623972" cy="22311"/>
              </a:xfrm>
              <a:custGeom>
                <a:avLst/>
                <a:gdLst>
                  <a:gd name="connsiteX0" fmla="*/ 621526 w 623972"/>
                  <a:gd name="connsiteY0" fmla="*/ 22311 h 22311"/>
                  <a:gd name="connsiteX1" fmla="*/ 621526 w 623972"/>
                  <a:gd name="connsiteY1" fmla="*/ 22311 h 22311"/>
                  <a:gd name="connsiteX2" fmla="*/ 150061 w 623972"/>
                  <a:gd name="connsiteY2" fmla="*/ 20609 h 22311"/>
                  <a:gd name="connsiteX3" fmla="*/ 107877 w 623972"/>
                  <a:gd name="connsiteY3" fmla="*/ 18208 h 22311"/>
                  <a:gd name="connsiteX4" fmla="*/ 66790 w 623972"/>
                  <a:gd name="connsiteY4" fmla="*/ 13472 h 22311"/>
                  <a:gd name="connsiteX5" fmla="*/ 66099 w 623972"/>
                  <a:gd name="connsiteY5" fmla="*/ 13363 h 22311"/>
                  <a:gd name="connsiteX6" fmla="*/ 53989 w 623972"/>
                  <a:gd name="connsiteY6" fmla="*/ 9521 h 22311"/>
                  <a:gd name="connsiteX7" fmla="*/ 14121 w 623972"/>
                  <a:gd name="connsiteY7" fmla="*/ 7011 h 22311"/>
                  <a:gd name="connsiteX8" fmla="*/ 13023 w 623972"/>
                  <a:gd name="connsiteY8" fmla="*/ 6793 h 22311"/>
                  <a:gd name="connsiteX9" fmla="*/ 1197 w 623972"/>
                  <a:gd name="connsiteY9" fmla="*/ 2580 h 22311"/>
                  <a:gd name="connsiteX10" fmla="*/ 424 w 623972"/>
                  <a:gd name="connsiteY10" fmla="*/ 659 h 22311"/>
                  <a:gd name="connsiteX11" fmla="*/ 3879 w 623972"/>
                  <a:gd name="connsiteY11" fmla="*/ 245 h 22311"/>
                  <a:gd name="connsiteX12" fmla="*/ 15177 w 623972"/>
                  <a:gd name="connsiteY12" fmla="*/ 4239 h 22311"/>
                  <a:gd name="connsiteX13" fmla="*/ 55086 w 623972"/>
                  <a:gd name="connsiteY13" fmla="*/ 6749 h 22311"/>
                  <a:gd name="connsiteX14" fmla="*/ 56061 w 623972"/>
                  <a:gd name="connsiteY14" fmla="*/ 6924 h 22311"/>
                  <a:gd name="connsiteX15" fmla="*/ 68253 w 623972"/>
                  <a:gd name="connsiteY15" fmla="*/ 10809 h 22311"/>
                  <a:gd name="connsiteX16" fmla="*/ 108649 w 623972"/>
                  <a:gd name="connsiteY16" fmla="*/ 15392 h 22311"/>
                  <a:gd name="connsiteX17" fmla="*/ 150305 w 623972"/>
                  <a:gd name="connsiteY17" fmla="*/ 17793 h 22311"/>
                  <a:gd name="connsiteX18" fmla="*/ 621485 w 623972"/>
                  <a:gd name="connsiteY18" fmla="*/ 19496 h 22311"/>
                  <a:gd name="connsiteX19" fmla="*/ 623965 w 623972"/>
                  <a:gd name="connsiteY19" fmla="*/ 20936 h 22311"/>
                  <a:gd name="connsiteX20" fmla="*/ 621485 w 623972"/>
                  <a:gd name="connsiteY20" fmla="*/ 22311 h 2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23972" h="22311">
                    <a:moveTo>
                      <a:pt x="621526" y="22311"/>
                    </a:moveTo>
                    <a:lnTo>
                      <a:pt x="621526" y="22311"/>
                    </a:lnTo>
                    <a:lnTo>
                      <a:pt x="150061" y="20609"/>
                    </a:lnTo>
                    <a:lnTo>
                      <a:pt x="107877" y="18208"/>
                    </a:lnTo>
                    <a:lnTo>
                      <a:pt x="66790" y="13472"/>
                    </a:lnTo>
                    <a:cubicBezTo>
                      <a:pt x="66790" y="13472"/>
                      <a:pt x="66302" y="13406"/>
                      <a:pt x="66099" y="13363"/>
                    </a:cubicBezTo>
                    <a:lnTo>
                      <a:pt x="53989" y="9521"/>
                    </a:lnTo>
                    <a:lnTo>
                      <a:pt x="14121" y="7011"/>
                    </a:lnTo>
                    <a:cubicBezTo>
                      <a:pt x="13714" y="6967"/>
                      <a:pt x="13349" y="6902"/>
                      <a:pt x="13023" y="6793"/>
                    </a:cubicBezTo>
                    <a:lnTo>
                      <a:pt x="1197" y="2580"/>
                    </a:lnTo>
                    <a:cubicBezTo>
                      <a:pt x="19" y="2166"/>
                      <a:pt x="-388" y="1292"/>
                      <a:pt x="424" y="659"/>
                    </a:cubicBezTo>
                    <a:cubicBezTo>
                      <a:pt x="1197" y="-39"/>
                      <a:pt x="2823" y="-192"/>
                      <a:pt x="3879" y="245"/>
                    </a:cubicBezTo>
                    <a:lnTo>
                      <a:pt x="15177" y="4239"/>
                    </a:lnTo>
                    <a:lnTo>
                      <a:pt x="55086" y="6749"/>
                    </a:lnTo>
                    <a:cubicBezTo>
                      <a:pt x="55492" y="6749"/>
                      <a:pt x="55777" y="6793"/>
                      <a:pt x="56061" y="6924"/>
                    </a:cubicBezTo>
                    <a:lnTo>
                      <a:pt x="68253" y="10809"/>
                    </a:lnTo>
                    <a:lnTo>
                      <a:pt x="108649" y="15392"/>
                    </a:lnTo>
                    <a:lnTo>
                      <a:pt x="150305" y="17793"/>
                    </a:lnTo>
                    <a:lnTo>
                      <a:pt x="621485" y="19496"/>
                    </a:lnTo>
                    <a:cubicBezTo>
                      <a:pt x="622867" y="19496"/>
                      <a:pt x="624086" y="20129"/>
                      <a:pt x="623965" y="20936"/>
                    </a:cubicBezTo>
                    <a:cubicBezTo>
                      <a:pt x="623965" y="21678"/>
                      <a:pt x="622867" y="22311"/>
                      <a:pt x="621485" y="2231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79" name="Freeform: Shape 578">
                <a:extLst>
                  <a:ext uri="{FF2B5EF4-FFF2-40B4-BE49-F238E27FC236}">
                    <a16:creationId xmlns:a16="http://schemas.microsoft.com/office/drawing/2014/main" id="{9B947A85-CF03-4F6C-8745-924C753BF753}"/>
                  </a:ext>
                </a:extLst>
              </p:cNvPr>
              <p:cNvSpPr/>
              <p:nvPr/>
            </p:nvSpPr>
            <p:spPr>
              <a:xfrm>
                <a:off x="8145892" y="5657953"/>
                <a:ext cx="4046107" cy="962067"/>
              </a:xfrm>
              <a:custGeom>
                <a:avLst/>
                <a:gdLst>
                  <a:gd name="connsiteX0" fmla="*/ 4046107 w 4046107"/>
                  <a:gd name="connsiteY0" fmla="*/ 959208 h 962067"/>
                  <a:gd name="connsiteX1" fmla="*/ 3978726 w 4046107"/>
                  <a:gd name="connsiteY1" fmla="*/ 958990 h 962067"/>
                  <a:gd name="connsiteX2" fmla="*/ 3919392 w 4046107"/>
                  <a:gd name="connsiteY2" fmla="*/ 949299 h 962067"/>
                  <a:gd name="connsiteX3" fmla="*/ 3861155 w 4046107"/>
                  <a:gd name="connsiteY3" fmla="*/ 940786 h 962067"/>
                  <a:gd name="connsiteX4" fmla="*/ 3803731 w 4046107"/>
                  <a:gd name="connsiteY4" fmla="*/ 926817 h 962067"/>
                  <a:gd name="connsiteX5" fmla="*/ 3802756 w 4046107"/>
                  <a:gd name="connsiteY5" fmla="*/ 926708 h 962067"/>
                  <a:gd name="connsiteX6" fmla="*/ 3644706 w 4046107"/>
                  <a:gd name="connsiteY6" fmla="*/ 926337 h 962067"/>
                  <a:gd name="connsiteX7" fmla="*/ 3590451 w 4046107"/>
                  <a:gd name="connsiteY7" fmla="*/ 912739 h 962067"/>
                  <a:gd name="connsiteX8" fmla="*/ 3589476 w 4046107"/>
                  <a:gd name="connsiteY8" fmla="*/ 912630 h 962067"/>
                  <a:gd name="connsiteX9" fmla="*/ 3433012 w 4046107"/>
                  <a:gd name="connsiteY9" fmla="*/ 912259 h 962067"/>
                  <a:gd name="connsiteX10" fmla="*/ 1725563 w 4046107"/>
                  <a:gd name="connsiteY10" fmla="*/ 472847 h 962067"/>
                  <a:gd name="connsiteX11" fmla="*/ 1724466 w 4046107"/>
                  <a:gd name="connsiteY11" fmla="*/ 472694 h 962067"/>
                  <a:gd name="connsiteX12" fmla="*/ 1619290 w 4046107"/>
                  <a:gd name="connsiteY12" fmla="*/ 472542 h 962067"/>
                  <a:gd name="connsiteX13" fmla="*/ 1037163 w 4046107"/>
                  <a:gd name="connsiteY13" fmla="*/ 318228 h 962067"/>
                  <a:gd name="connsiteX14" fmla="*/ 1021272 w 4046107"/>
                  <a:gd name="connsiteY14" fmla="*/ 313535 h 962067"/>
                  <a:gd name="connsiteX15" fmla="*/ 1005504 w 4046107"/>
                  <a:gd name="connsiteY15" fmla="*/ 308057 h 962067"/>
                  <a:gd name="connsiteX16" fmla="*/ 990142 w 4046107"/>
                  <a:gd name="connsiteY16" fmla="*/ 302360 h 962067"/>
                  <a:gd name="connsiteX17" fmla="*/ 975065 w 4046107"/>
                  <a:gd name="connsiteY17" fmla="*/ 290094 h 962067"/>
                  <a:gd name="connsiteX18" fmla="*/ 959499 w 4046107"/>
                  <a:gd name="connsiteY18" fmla="*/ 265102 h 962067"/>
                  <a:gd name="connsiteX19" fmla="*/ 944015 w 4046107"/>
                  <a:gd name="connsiteY19" fmla="*/ 236313 h 962067"/>
                  <a:gd name="connsiteX20" fmla="*/ 913576 w 4046107"/>
                  <a:gd name="connsiteY20" fmla="*/ 184410 h 962067"/>
                  <a:gd name="connsiteX21" fmla="*/ 898499 w 4046107"/>
                  <a:gd name="connsiteY21" fmla="*/ 158196 h 962067"/>
                  <a:gd name="connsiteX22" fmla="*/ 883503 w 4046107"/>
                  <a:gd name="connsiteY22" fmla="*/ 128293 h 962067"/>
                  <a:gd name="connsiteX23" fmla="*/ 868709 w 4046107"/>
                  <a:gd name="connsiteY23" fmla="*/ 105921 h 962067"/>
                  <a:gd name="connsiteX24" fmla="*/ 868303 w 4046107"/>
                  <a:gd name="connsiteY24" fmla="*/ 105507 h 962067"/>
                  <a:gd name="connsiteX25" fmla="*/ 853795 w 4046107"/>
                  <a:gd name="connsiteY25" fmla="*/ 95859 h 962067"/>
                  <a:gd name="connsiteX26" fmla="*/ 839530 w 4046107"/>
                  <a:gd name="connsiteY26" fmla="*/ 87500 h 962067"/>
                  <a:gd name="connsiteX27" fmla="*/ 837254 w 4046107"/>
                  <a:gd name="connsiteY27" fmla="*/ 87129 h 962067"/>
                  <a:gd name="connsiteX28" fmla="*/ 757478 w 4046107"/>
                  <a:gd name="connsiteY28" fmla="*/ 94702 h 962067"/>
                  <a:gd name="connsiteX29" fmla="*/ 745773 w 4046107"/>
                  <a:gd name="connsiteY29" fmla="*/ 88787 h 962067"/>
                  <a:gd name="connsiteX30" fmla="*/ 743701 w 4046107"/>
                  <a:gd name="connsiteY30" fmla="*/ 88416 h 962067"/>
                  <a:gd name="connsiteX31" fmla="*/ 665713 w 4046107"/>
                  <a:gd name="connsiteY31" fmla="*/ 96252 h 962067"/>
                  <a:gd name="connsiteX32" fmla="*/ 589838 w 4046107"/>
                  <a:gd name="connsiteY32" fmla="*/ 96951 h 962067"/>
                  <a:gd name="connsiteX33" fmla="*/ 580613 w 4046107"/>
                  <a:gd name="connsiteY33" fmla="*/ 89180 h 962067"/>
                  <a:gd name="connsiteX34" fmla="*/ 570412 w 4046107"/>
                  <a:gd name="connsiteY34" fmla="*/ 78791 h 962067"/>
                  <a:gd name="connsiteX35" fmla="*/ 568624 w 4046107"/>
                  <a:gd name="connsiteY35" fmla="*/ 78092 h 962067"/>
                  <a:gd name="connsiteX36" fmla="*/ 559886 w 4046107"/>
                  <a:gd name="connsiteY36" fmla="*/ 77132 h 962067"/>
                  <a:gd name="connsiteX37" fmla="*/ 539851 w 4046107"/>
                  <a:gd name="connsiteY37" fmla="*/ 76324 h 962067"/>
                  <a:gd name="connsiteX38" fmla="*/ 495391 w 4046107"/>
                  <a:gd name="connsiteY38" fmla="*/ 73662 h 962067"/>
                  <a:gd name="connsiteX39" fmla="*/ 422970 w 4046107"/>
                  <a:gd name="connsiteY39" fmla="*/ 65499 h 962067"/>
                  <a:gd name="connsiteX40" fmla="*/ 351159 w 4046107"/>
                  <a:gd name="connsiteY40" fmla="*/ 55480 h 962067"/>
                  <a:gd name="connsiteX41" fmla="*/ 344088 w 4046107"/>
                  <a:gd name="connsiteY41" fmla="*/ 44283 h 962067"/>
                  <a:gd name="connsiteX42" fmla="*/ 342299 w 4046107"/>
                  <a:gd name="connsiteY42" fmla="*/ 43432 h 962067"/>
                  <a:gd name="connsiteX43" fmla="*/ 267888 w 4046107"/>
                  <a:gd name="connsiteY43" fmla="*/ 33414 h 962067"/>
                  <a:gd name="connsiteX44" fmla="*/ 197337 w 4046107"/>
                  <a:gd name="connsiteY44" fmla="*/ 25425 h 962067"/>
                  <a:gd name="connsiteX45" fmla="*/ 143164 w 4046107"/>
                  <a:gd name="connsiteY45" fmla="*/ 18921 h 962067"/>
                  <a:gd name="connsiteX46" fmla="*/ 113984 w 4046107"/>
                  <a:gd name="connsiteY46" fmla="*/ 13377 h 962067"/>
                  <a:gd name="connsiteX47" fmla="*/ 108620 w 4046107"/>
                  <a:gd name="connsiteY47" fmla="*/ 11674 h 962067"/>
                  <a:gd name="connsiteX48" fmla="*/ 107522 w 4046107"/>
                  <a:gd name="connsiteY48" fmla="*/ 11521 h 962067"/>
                  <a:gd name="connsiteX49" fmla="*/ 22585 w 4046107"/>
                  <a:gd name="connsiteY49" fmla="*/ 8160 h 962067"/>
                  <a:gd name="connsiteX50" fmla="*/ 14741 w 4046107"/>
                  <a:gd name="connsiteY50" fmla="*/ 4493 h 962067"/>
                  <a:gd name="connsiteX51" fmla="*/ 4012 w 4046107"/>
                  <a:gd name="connsiteY51" fmla="*/ 281 h 962067"/>
                  <a:gd name="connsiteX52" fmla="*/ 436 w 4046107"/>
                  <a:gd name="connsiteY52" fmla="*/ 608 h 962067"/>
                  <a:gd name="connsiteX53" fmla="*/ 1046 w 4046107"/>
                  <a:gd name="connsiteY53" fmla="*/ 2573 h 962067"/>
                  <a:gd name="connsiteX54" fmla="*/ 11653 w 4046107"/>
                  <a:gd name="connsiteY54" fmla="*/ 6676 h 962067"/>
                  <a:gd name="connsiteX55" fmla="*/ 19903 w 4046107"/>
                  <a:gd name="connsiteY55" fmla="*/ 10627 h 962067"/>
                  <a:gd name="connsiteX56" fmla="*/ 21406 w 4046107"/>
                  <a:gd name="connsiteY56" fmla="*/ 10954 h 962067"/>
                  <a:gd name="connsiteX57" fmla="*/ 106628 w 4046107"/>
                  <a:gd name="connsiteY57" fmla="*/ 14315 h 962067"/>
                  <a:gd name="connsiteX58" fmla="*/ 111871 w 4046107"/>
                  <a:gd name="connsiteY58" fmla="*/ 15974 h 962067"/>
                  <a:gd name="connsiteX59" fmla="*/ 141741 w 4046107"/>
                  <a:gd name="connsiteY59" fmla="*/ 21671 h 962067"/>
                  <a:gd name="connsiteX60" fmla="*/ 196321 w 4046107"/>
                  <a:gd name="connsiteY60" fmla="*/ 28219 h 962067"/>
                  <a:gd name="connsiteX61" fmla="*/ 266750 w 4046107"/>
                  <a:gd name="connsiteY61" fmla="*/ 36164 h 962067"/>
                  <a:gd name="connsiteX62" fmla="*/ 339658 w 4046107"/>
                  <a:gd name="connsiteY62" fmla="*/ 45964 h 962067"/>
                  <a:gd name="connsiteX63" fmla="*/ 346689 w 4046107"/>
                  <a:gd name="connsiteY63" fmla="*/ 57139 h 962067"/>
                  <a:gd name="connsiteX64" fmla="*/ 348477 w 4046107"/>
                  <a:gd name="connsiteY64" fmla="*/ 58056 h 962067"/>
                  <a:gd name="connsiteX65" fmla="*/ 421710 w 4046107"/>
                  <a:gd name="connsiteY65" fmla="*/ 68292 h 962067"/>
                  <a:gd name="connsiteX66" fmla="*/ 494537 w 4046107"/>
                  <a:gd name="connsiteY66" fmla="*/ 76455 h 962067"/>
                  <a:gd name="connsiteX67" fmla="*/ 539364 w 4046107"/>
                  <a:gd name="connsiteY67" fmla="*/ 79162 h 962067"/>
                  <a:gd name="connsiteX68" fmla="*/ 559195 w 4046107"/>
                  <a:gd name="connsiteY68" fmla="*/ 79904 h 962067"/>
                  <a:gd name="connsiteX69" fmla="*/ 566429 w 4046107"/>
                  <a:gd name="connsiteY69" fmla="*/ 80712 h 962067"/>
                  <a:gd name="connsiteX70" fmla="*/ 576142 w 4046107"/>
                  <a:gd name="connsiteY70" fmla="*/ 90621 h 962067"/>
                  <a:gd name="connsiteX71" fmla="*/ 586261 w 4046107"/>
                  <a:gd name="connsiteY71" fmla="*/ 99155 h 962067"/>
                  <a:gd name="connsiteX72" fmla="*/ 588334 w 4046107"/>
                  <a:gd name="connsiteY72" fmla="*/ 99788 h 962067"/>
                  <a:gd name="connsiteX73" fmla="*/ 588456 w 4046107"/>
                  <a:gd name="connsiteY73" fmla="*/ 99788 h 962067"/>
                  <a:gd name="connsiteX74" fmla="*/ 666119 w 4046107"/>
                  <a:gd name="connsiteY74" fmla="*/ 99090 h 962067"/>
                  <a:gd name="connsiteX75" fmla="*/ 743213 w 4046107"/>
                  <a:gd name="connsiteY75" fmla="*/ 91297 h 962067"/>
                  <a:gd name="connsiteX76" fmla="*/ 754917 w 4046107"/>
                  <a:gd name="connsiteY76" fmla="*/ 97278 h 962067"/>
                  <a:gd name="connsiteX77" fmla="*/ 757112 w 4046107"/>
                  <a:gd name="connsiteY77" fmla="*/ 97605 h 962067"/>
                  <a:gd name="connsiteX78" fmla="*/ 836767 w 4046107"/>
                  <a:gd name="connsiteY78" fmla="*/ 90032 h 962067"/>
                  <a:gd name="connsiteX79" fmla="*/ 849853 w 4046107"/>
                  <a:gd name="connsiteY79" fmla="*/ 97758 h 962067"/>
                  <a:gd name="connsiteX80" fmla="*/ 864036 w 4046107"/>
                  <a:gd name="connsiteY80" fmla="*/ 107144 h 962067"/>
                  <a:gd name="connsiteX81" fmla="*/ 878504 w 4046107"/>
                  <a:gd name="connsiteY81" fmla="*/ 129210 h 962067"/>
                  <a:gd name="connsiteX82" fmla="*/ 893500 w 4046107"/>
                  <a:gd name="connsiteY82" fmla="*/ 159091 h 962067"/>
                  <a:gd name="connsiteX83" fmla="*/ 939017 w 4046107"/>
                  <a:gd name="connsiteY83" fmla="*/ 237208 h 962067"/>
                  <a:gd name="connsiteX84" fmla="*/ 954623 w 4046107"/>
                  <a:gd name="connsiteY84" fmla="*/ 266041 h 962067"/>
                  <a:gd name="connsiteX85" fmla="*/ 970187 w 4046107"/>
                  <a:gd name="connsiteY85" fmla="*/ 291250 h 962067"/>
                  <a:gd name="connsiteX86" fmla="*/ 970594 w 4046107"/>
                  <a:gd name="connsiteY86" fmla="*/ 291578 h 962067"/>
                  <a:gd name="connsiteX87" fmla="*/ 986159 w 4046107"/>
                  <a:gd name="connsiteY87" fmla="*/ 304215 h 962067"/>
                  <a:gd name="connsiteX88" fmla="*/ 986850 w 4046107"/>
                  <a:gd name="connsiteY88" fmla="*/ 304586 h 962067"/>
                  <a:gd name="connsiteX89" fmla="*/ 1002619 w 4046107"/>
                  <a:gd name="connsiteY89" fmla="*/ 310458 h 962067"/>
                  <a:gd name="connsiteX90" fmla="*/ 1018590 w 4046107"/>
                  <a:gd name="connsiteY90" fmla="*/ 316045 h 962067"/>
                  <a:gd name="connsiteX91" fmla="*/ 1034765 w 4046107"/>
                  <a:gd name="connsiteY91" fmla="*/ 320782 h 962067"/>
                  <a:gd name="connsiteX92" fmla="*/ 1617501 w 4046107"/>
                  <a:gd name="connsiteY92" fmla="*/ 475270 h 962067"/>
                  <a:gd name="connsiteX93" fmla="*/ 1618599 w 4046107"/>
                  <a:gd name="connsiteY93" fmla="*/ 475423 h 962067"/>
                  <a:gd name="connsiteX94" fmla="*/ 1723775 w 4046107"/>
                  <a:gd name="connsiteY94" fmla="*/ 475576 h 962067"/>
                  <a:gd name="connsiteX95" fmla="*/ 3431346 w 4046107"/>
                  <a:gd name="connsiteY95" fmla="*/ 914987 h 962067"/>
                  <a:gd name="connsiteX96" fmla="*/ 3432362 w 4046107"/>
                  <a:gd name="connsiteY96" fmla="*/ 915162 h 962067"/>
                  <a:gd name="connsiteX97" fmla="*/ 3588826 w 4046107"/>
                  <a:gd name="connsiteY97" fmla="*/ 915533 h 962067"/>
                  <a:gd name="connsiteX98" fmla="*/ 3643081 w 4046107"/>
                  <a:gd name="connsiteY98" fmla="*/ 929066 h 962067"/>
                  <a:gd name="connsiteX99" fmla="*/ 3644097 w 4046107"/>
                  <a:gd name="connsiteY99" fmla="*/ 929218 h 962067"/>
                  <a:gd name="connsiteX100" fmla="*/ 3802145 w 4046107"/>
                  <a:gd name="connsiteY100" fmla="*/ 929589 h 962067"/>
                  <a:gd name="connsiteX101" fmla="*/ 3859489 w 4046107"/>
                  <a:gd name="connsiteY101" fmla="*/ 943493 h 962067"/>
                  <a:gd name="connsiteX102" fmla="*/ 3918010 w 4046107"/>
                  <a:gd name="connsiteY102" fmla="*/ 952071 h 962067"/>
                  <a:gd name="connsiteX103" fmla="*/ 3977629 w 4046107"/>
                  <a:gd name="connsiteY103" fmla="*/ 961762 h 962067"/>
                  <a:gd name="connsiteX104" fmla="*/ 3978320 w 4046107"/>
                  <a:gd name="connsiteY104" fmla="*/ 961805 h 962067"/>
                  <a:gd name="connsiteX105" fmla="*/ 4046067 w 4046107"/>
                  <a:gd name="connsiteY105" fmla="*/ 962067 h 962067"/>
                  <a:gd name="connsiteX106" fmla="*/ 4046067 w 4046107"/>
                  <a:gd name="connsiteY106" fmla="*/ 959252 h 96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4046107" h="962067">
                    <a:moveTo>
                      <a:pt x="4046107" y="959208"/>
                    </a:moveTo>
                    <a:lnTo>
                      <a:pt x="3978726" y="958990"/>
                    </a:lnTo>
                    <a:lnTo>
                      <a:pt x="3919392" y="949299"/>
                    </a:lnTo>
                    <a:lnTo>
                      <a:pt x="3861155" y="940786"/>
                    </a:lnTo>
                    <a:lnTo>
                      <a:pt x="3803731" y="926817"/>
                    </a:lnTo>
                    <a:cubicBezTo>
                      <a:pt x="3803406" y="926774"/>
                      <a:pt x="3803039" y="926708"/>
                      <a:pt x="3802756" y="926708"/>
                    </a:cubicBezTo>
                    <a:lnTo>
                      <a:pt x="3644706" y="926337"/>
                    </a:lnTo>
                    <a:lnTo>
                      <a:pt x="3590451" y="912739"/>
                    </a:lnTo>
                    <a:cubicBezTo>
                      <a:pt x="3590168" y="912696"/>
                      <a:pt x="3589761" y="912630"/>
                      <a:pt x="3589476" y="912630"/>
                    </a:cubicBezTo>
                    <a:lnTo>
                      <a:pt x="3433012" y="912259"/>
                    </a:lnTo>
                    <a:lnTo>
                      <a:pt x="1725563" y="472847"/>
                    </a:lnTo>
                    <a:cubicBezTo>
                      <a:pt x="1725157" y="472738"/>
                      <a:pt x="1724873" y="472694"/>
                      <a:pt x="1724466" y="472694"/>
                    </a:cubicBezTo>
                    <a:lnTo>
                      <a:pt x="1619290" y="472542"/>
                    </a:lnTo>
                    <a:lnTo>
                      <a:pt x="1037163" y="318228"/>
                    </a:lnTo>
                    <a:lnTo>
                      <a:pt x="1021272" y="313535"/>
                    </a:lnTo>
                    <a:lnTo>
                      <a:pt x="1005504" y="308057"/>
                    </a:lnTo>
                    <a:lnTo>
                      <a:pt x="990142" y="302360"/>
                    </a:lnTo>
                    <a:lnTo>
                      <a:pt x="975065" y="290094"/>
                    </a:lnTo>
                    <a:lnTo>
                      <a:pt x="959499" y="265102"/>
                    </a:lnTo>
                    <a:lnTo>
                      <a:pt x="944015" y="236313"/>
                    </a:lnTo>
                    <a:lnTo>
                      <a:pt x="913576" y="184410"/>
                    </a:lnTo>
                    <a:lnTo>
                      <a:pt x="898499" y="158196"/>
                    </a:lnTo>
                    <a:lnTo>
                      <a:pt x="883503" y="128293"/>
                    </a:lnTo>
                    <a:lnTo>
                      <a:pt x="868709" y="105921"/>
                    </a:lnTo>
                    <a:cubicBezTo>
                      <a:pt x="868587" y="105768"/>
                      <a:pt x="868507" y="105594"/>
                      <a:pt x="868303" y="105507"/>
                    </a:cubicBezTo>
                    <a:lnTo>
                      <a:pt x="853795" y="95859"/>
                    </a:lnTo>
                    <a:lnTo>
                      <a:pt x="839530" y="87500"/>
                    </a:lnTo>
                    <a:cubicBezTo>
                      <a:pt x="838921" y="87172"/>
                      <a:pt x="838148" y="87019"/>
                      <a:pt x="837254" y="87129"/>
                    </a:cubicBezTo>
                    <a:lnTo>
                      <a:pt x="757478" y="94702"/>
                    </a:lnTo>
                    <a:lnTo>
                      <a:pt x="745773" y="88787"/>
                    </a:lnTo>
                    <a:cubicBezTo>
                      <a:pt x="745286" y="88460"/>
                      <a:pt x="744473" y="88373"/>
                      <a:pt x="743701" y="88416"/>
                    </a:cubicBezTo>
                    <a:lnTo>
                      <a:pt x="665713" y="96252"/>
                    </a:lnTo>
                    <a:lnTo>
                      <a:pt x="589838" y="96951"/>
                    </a:lnTo>
                    <a:lnTo>
                      <a:pt x="580613" y="89180"/>
                    </a:lnTo>
                    <a:lnTo>
                      <a:pt x="570412" y="78791"/>
                    </a:lnTo>
                    <a:cubicBezTo>
                      <a:pt x="570005" y="78420"/>
                      <a:pt x="569437" y="78202"/>
                      <a:pt x="568624" y="78092"/>
                    </a:cubicBezTo>
                    <a:lnTo>
                      <a:pt x="559886" y="77132"/>
                    </a:lnTo>
                    <a:lnTo>
                      <a:pt x="539851" y="76324"/>
                    </a:lnTo>
                    <a:lnTo>
                      <a:pt x="495391" y="73662"/>
                    </a:lnTo>
                    <a:lnTo>
                      <a:pt x="422970" y="65499"/>
                    </a:lnTo>
                    <a:lnTo>
                      <a:pt x="351159" y="55480"/>
                    </a:lnTo>
                    <a:lnTo>
                      <a:pt x="344088" y="44283"/>
                    </a:lnTo>
                    <a:cubicBezTo>
                      <a:pt x="343803" y="43868"/>
                      <a:pt x="343113" y="43541"/>
                      <a:pt x="342299" y="43432"/>
                    </a:cubicBezTo>
                    <a:lnTo>
                      <a:pt x="267888" y="33414"/>
                    </a:lnTo>
                    <a:lnTo>
                      <a:pt x="197337" y="25425"/>
                    </a:lnTo>
                    <a:lnTo>
                      <a:pt x="143164" y="18921"/>
                    </a:lnTo>
                    <a:lnTo>
                      <a:pt x="113984" y="13377"/>
                    </a:lnTo>
                    <a:lnTo>
                      <a:pt x="108620" y="11674"/>
                    </a:lnTo>
                    <a:cubicBezTo>
                      <a:pt x="108335" y="11565"/>
                      <a:pt x="107929" y="11521"/>
                      <a:pt x="107522" y="11521"/>
                    </a:cubicBezTo>
                    <a:lnTo>
                      <a:pt x="22585" y="8160"/>
                    </a:lnTo>
                    <a:lnTo>
                      <a:pt x="14741" y="4493"/>
                    </a:lnTo>
                    <a:lnTo>
                      <a:pt x="4012" y="281"/>
                    </a:lnTo>
                    <a:cubicBezTo>
                      <a:pt x="2834" y="-199"/>
                      <a:pt x="1330" y="-47"/>
                      <a:pt x="436" y="608"/>
                    </a:cubicBezTo>
                    <a:cubicBezTo>
                      <a:pt x="-336" y="1241"/>
                      <a:pt x="-52" y="2158"/>
                      <a:pt x="1046" y="2573"/>
                    </a:cubicBezTo>
                    <a:lnTo>
                      <a:pt x="11653" y="6676"/>
                    </a:lnTo>
                    <a:lnTo>
                      <a:pt x="19903" y="10627"/>
                    </a:lnTo>
                    <a:cubicBezTo>
                      <a:pt x="20390" y="10779"/>
                      <a:pt x="20919" y="10954"/>
                      <a:pt x="21406" y="10954"/>
                    </a:cubicBezTo>
                    <a:lnTo>
                      <a:pt x="106628" y="14315"/>
                    </a:lnTo>
                    <a:lnTo>
                      <a:pt x="111871" y="15974"/>
                    </a:lnTo>
                    <a:lnTo>
                      <a:pt x="141741" y="21671"/>
                    </a:lnTo>
                    <a:lnTo>
                      <a:pt x="196321" y="28219"/>
                    </a:lnTo>
                    <a:lnTo>
                      <a:pt x="266750" y="36164"/>
                    </a:lnTo>
                    <a:lnTo>
                      <a:pt x="339658" y="45964"/>
                    </a:lnTo>
                    <a:lnTo>
                      <a:pt x="346689" y="57139"/>
                    </a:lnTo>
                    <a:cubicBezTo>
                      <a:pt x="346973" y="57575"/>
                      <a:pt x="347664" y="57947"/>
                      <a:pt x="348477" y="58056"/>
                    </a:cubicBezTo>
                    <a:lnTo>
                      <a:pt x="421710" y="68292"/>
                    </a:lnTo>
                    <a:lnTo>
                      <a:pt x="494537" y="76455"/>
                    </a:lnTo>
                    <a:lnTo>
                      <a:pt x="539364" y="79162"/>
                    </a:lnTo>
                    <a:lnTo>
                      <a:pt x="559195" y="79904"/>
                    </a:lnTo>
                    <a:lnTo>
                      <a:pt x="566429" y="80712"/>
                    </a:lnTo>
                    <a:lnTo>
                      <a:pt x="576142" y="90621"/>
                    </a:lnTo>
                    <a:lnTo>
                      <a:pt x="586261" y="99155"/>
                    </a:lnTo>
                    <a:cubicBezTo>
                      <a:pt x="586668" y="99570"/>
                      <a:pt x="587562" y="99788"/>
                      <a:pt x="588334" y="99788"/>
                    </a:cubicBezTo>
                    <a:lnTo>
                      <a:pt x="588456" y="99788"/>
                    </a:lnTo>
                    <a:lnTo>
                      <a:pt x="666119" y="99090"/>
                    </a:lnTo>
                    <a:lnTo>
                      <a:pt x="743213" y="91297"/>
                    </a:lnTo>
                    <a:lnTo>
                      <a:pt x="754917" y="97278"/>
                    </a:lnTo>
                    <a:cubicBezTo>
                      <a:pt x="755527" y="97540"/>
                      <a:pt x="756299" y="97693"/>
                      <a:pt x="757112" y="97605"/>
                    </a:cubicBezTo>
                    <a:lnTo>
                      <a:pt x="836767" y="90032"/>
                    </a:lnTo>
                    <a:lnTo>
                      <a:pt x="849853" y="97758"/>
                    </a:lnTo>
                    <a:lnTo>
                      <a:pt x="864036" y="107144"/>
                    </a:lnTo>
                    <a:lnTo>
                      <a:pt x="878504" y="129210"/>
                    </a:lnTo>
                    <a:lnTo>
                      <a:pt x="893500" y="159091"/>
                    </a:lnTo>
                    <a:lnTo>
                      <a:pt x="939017" y="237208"/>
                    </a:lnTo>
                    <a:lnTo>
                      <a:pt x="954623" y="266041"/>
                    </a:lnTo>
                    <a:lnTo>
                      <a:pt x="970187" y="291250"/>
                    </a:lnTo>
                    <a:cubicBezTo>
                      <a:pt x="970187" y="291250"/>
                      <a:pt x="970391" y="291469"/>
                      <a:pt x="970594" y="291578"/>
                    </a:cubicBezTo>
                    <a:lnTo>
                      <a:pt x="986159" y="304215"/>
                    </a:lnTo>
                    <a:cubicBezTo>
                      <a:pt x="986363" y="304368"/>
                      <a:pt x="986565" y="304477"/>
                      <a:pt x="986850" y="304586"/>
                    </a:cubicBezTo>
                    <a:lnTo>
                      <a:pt x="1002619" y="310458"/>
                    </a:lnTo>
                    <a:lnTo>
                      <a:pt x="1018590" y="316045"/>
                    </a:lnTo>
                    <a:lnTo>
                      <a:pt x="1034765" y="320782"/>
                    </a:lnTo>
                    <a:lnTo>
                      <a:pt x="1617501" y="475270"/>
                    </a:lnTo>
                    <a:cubicBezTo>
                      <a:pt x="1617908" y="475379"/>
                      <a:pt x="1618193" y="475423"/>
                      <a:pt x="1618599" y="475423"/>
                    </a:cubicBezTo>
                    <a:lnTo>
                      <a:pt x="1723775" y="475576"/>
                    </a:lnTo>
                    <a:lnTo>
                      <a:pt x="3431346" y="914987"/>
                    </a:lnTo>
                    <a:cubicBezTo>
                      <a:pt x="3431631" y="915096"/>
                      <a:pt x="3432037" y="915162"/>
                      <a:pt x="3432362" y="915162"/>
                    </a:cubicBezTo>
                    <a:lnTo>
                      <a:pt x="3588826" y="915533"/>
                    </a:lnTo>
                    <a:lnTo>
                      <a:pt x="3643081" y="929066"/>
                    </a:lnTo>
                    <a:cubicBezTo>
                      <a:pt x="3643365" y="929175"/>
                      <a:pt x="3643690" y="929218"/>
                      <a:pt x="3644097" y="929218"/>
                    </a:cubicBezTo>
                    <a:lnTo>
                      <a:pt x="3802145" y="929589"/>
                    </a:lnTo>
                    <a:lnTo>
                      <a:pt x="3859489" y="943493"/>
                    </a:lnTo>
                    <a:lnTo>
                      <a:pt x="3918010" y="952071"/>
                    </a:lnTo>
                    <a:lnTo>
                      <a:pt x="3977629" y="961762"/>
                    </a:lnTo>
                    <a:cubicBezTo>
                      <a:pt x="3977913" y="961805"/>
                      <a:pt x="3978117" y="961805"/>
                      <a:pt x="3978320" y="961805"/>
                    </a:cubicBezTo>
                    <a:lnTo>
                      <a:pt x="4046067" y="962067"/>
                    </a:lnTo>
                    <a:lnTo>
                      <a:pt x="4046067" y="95925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0" name="Freeform: Shape 579">
                <a:extLst>
                  <a:ext uri="{FF2B5EF4-FFF2-40B4-BE49-F238E27FC236}">
                    <a16:creationId xmlns:a16="http://schemas.microsoft.com/office/drawing/2014/main" id="{B8B6863F-BBCE-45A6-AE0F-BFA607345AB6}"/>
                  </a:ext>
                </a:extLst>
              </p:cNvPr>
              <p:cNvSpPr/>
              <p:nvPr/>
            </p:nvSpPr>
            <p:spPr>
              <a:xfrm>
                <a:off x="203" y="6339069"/>
                <a:ext cx="6902837" cy="519056"/>
              </a:xfrm>
              <a:custGeom>
                <a:avLst/>
                <a:gdLst>
                  <a:gd name="connsiteX0" fmla="*/ 6900672 w 6902837"/>
                  <a:gd name="connsiteY0" fmla="*/ 19600 h 519056"/>
                  <a:gd name="connsiteX1" fmla="*/ 6757416 w 6902837"/>
                  <a:gd name="connsiteY1" fmla="*/ 3034 h 519056"/>
                  <a:gd name="connsiteX2" fmla="*/ 6611356 w 6902837"/>
                  <a:gd name="connsiteY2" fmla="*/ 0 h 519056"/>
                  <a:gd name="connsiteX3" fmla="*/ 6463426 w 6902837"/>
                  <a:gd name="connsiteY3" fmla="*/ 13271 h 519056"/>
                  <a:gd name="connsiteX4" fmla="*/ 6314318 w 6902837"/>
                  <a:gd name="connsiteY4" fmla="*/ 28942 h 519056"/>
                  <a:gd name="connsiteX5" fmla="*/ 6164763 w 6902837"/>
                  <a:gd name="connsiteY5" fmla="*/ 40554 h 519056"/>
                  <a:gd name="connsiteX6" fmla="*/ 6015736 w 6902837"/>
                  <a:gd name="connsiteY6" fmla="*/ 45137 h 519056"/>
                  <a:gd name="connsiteX7" fmla="*/ 5867725 w 6902837"/>
                  <a:gd name="connsiteY7" fmla="*/ 43478 h 519056"/>
                  <a:gd name="connsiteX8" fmla="*/ 5721015 w 6902837"/>
                  <a:gd name="connsiteY8" fmla="*/ 38633 h 519056"/>
                  <a:gd name="connsiteX9" fmla="*/ 5575361 w 6902837"/>
                  <a:gd name="connsiteY9" fmla="*/ 31496 h 519056"/>
                  <a:gd name="connsiteX10" fmla="*/ 5431049 w 6902837"/>
                  <a:gd name="connsiteY10" fmla="*/ 26694 h 519056"/>
                  <a:gd name="connsiteX11" fmla="*/ 5287630 w 6902837"/>
                  <a:gd name="connsiteY11" fmla="*/ 23922 h 519056"/>
                  <a:gd name="connsiteX12" fmla="*/ 5144211 w 6902837"/>
                  <a:gd name="connsiteY12" fmla="*/ 19382 h 519056"/>
                  <a:gd name="connsiteX13" fmla="*/ 5000955 w 6902837"/>
                  <a:gd name="connsiteY13" fmla="*/ 16719 h 519056"/>
                  <a:gd name="connsiteX14" fmla="*/ 4857740 w 6902837"/>
                  <a:gd name="connsiteY14" fmla="*/ 13423 h 519056"/>
                  <a:gd name="connsiteX15" fmla="*/ 4714484 w 6902837"/>
                  <a:gd name="connsiteY15" fmla="*/ 10499 h 519056"/>
                  <a:gd name="connsiteX16" fmla="*/ 4571513 w 6902837"/>
                  <a:gd name="connsiteY16" fmla="*/ 12354 h 519056"/>
                  <a:gd name="connsiteX17" fmla="*/ 4428460 w 6902837"/>
                  <a:gd name="connsiteY17" fmla="*/ 10106 h 519056"/>
                  <a:gd name="connsiteX18" fmla="*/ 4285529 w 6902837"/>
                  <a:gd name="connsiteY18" fmla="*/ 10149 h 519056"/>
                  <a:gd name="connsiteX19" fmla="*/ 4142639 w 6902837"/>
                  <a:gd name="connsiteY19" fmla="*/ 9997 h 519056"/>
                  <a:gd name="connsiteX20" fmla="*/ 3999830 w 6902837"/>
                  <a:gd name="connsiteY20" fmla="*/ 10411 h 519056"/>
                  <a:gd name="connsiteX21" fmla="*/ 3857102 w 6902837"/>
                  <a:gd name="connsiteY21" fmla="*/ 12594 h 519056"/>
                  <a:gd name="connsiteX22" fmla="*/ 3714537 w 6902837"/>
                  <a:gd name="connsiteY22" fmla="*/ 13882 h 519056"/>
                  <a:gd name="connsiteX23" fmla="*/ 3572012 w 6902837"/>
                  <a:gd name="connsiteY23" fmla="*/ 13249 h 519056"/>
                  <a:gd name="connsiteX24" fmla="*/ 3571972 w 6902837"/>
                  <a:gd name="connsiteY24" fmla="*/ 13249 h 519056"/>
                  <a:gd name="connsiteX25" fmla="*/ 3569899 w 6902837"/>
                  <a:gd name="connsiteY25" fmla="*/ 13882 h 519056"/>
                  <a:gd name="connsiteX26" fmla="*/ 3544662 w 6902837"/>
                  <a:gd name="connsiteY26" fmla="*/ 35032 h 519056"/>
                  <a:gd name="connsiteX27" fmla="*/ 3519099 w 6902837"/>
                  <a:gd name="connsiteY27" fmla="*/ 51773 h 519056"/>
                  <a:gd name="connsiteX28" fmla="*/ 3492805 w 6902837"/>
                  <a:gd name="connsiteY28" fmla="*/ 64083 h 519056"/>
                  <a:gd name="connsiteX29" fmla="*/ 3466145 w 6902837"/>
                  <a:gd name="connsiteY29" fmla="*/ 76873 h 519056"/>
                  <a:gd name="connsiteX30" fmla="*/ 3438876 w 6902837"/>
                  <a:gd name="connsiteY30" fmla="*/ 88114 h 519056"/>
                  <a:gd name="connsiteX31" fmla="*/ 3410956 w 6902837"/>
                  <a:gd name="connsiteY31" fmla="*/ 99944 h 519056"/>
                  <a:gd name="connsiteX32" fmla="*/ 3382549 w 6902837"/>
                  <a:gd name="connsiteY32" fmla="*/ 113323 h 519056"/>
                  <a:gd name="connsiteX33" fmla="*/ 3353613 w 6902837"/>
                  <a:gd name="connsiteY33" fmla="*/ 128340 h 519056"/>
                  <a:gd name="connsiteX34" fmla="*/ 3324880 w 6902837"/>
                  <a:gd name="connsiteY34" fmla="*/ 142833 h 519056"/>
                  <a:gd name="connsiteX35" fmla="*/ 3170692 w 6902837"/>
                  <a:gd name="connsiteY35" fmla="*/ 138097 h 519056"/>
                  <a:gd name="connsiteX36" fmla="*/ 3168904 w 6902837"/>
                  <a:gd name="connsiteY36" fmla="*/ 138424 h 519056"/>
                  <a:gd name="connsiteX37" fmla="*/ 3137164 w 6902837"/>
                  <a:gd name="connsiteY37" fmla="*/ 153724 h 519056"/>
                  <a:gd name="connsiteX38" fmla="*/ 3104977 w 6902837"/>
                  <a:gd name="connsiteY38" fmla="*/ 170509 h 519056"/>
                  <a:gd name="connsiteX39" fmla="*/ 3071937 w 6902837"/>
                  <a:gd name="connsiteY39" fmla="*/ 185264 h 519056"/>
                  <a:gd name="connsiteX40" fmla="*/ 3038247 w 6902837"/>
                  <a:gd name="connsiteY40" fmla="*/ 201263 h 519056"/>
                  <a:gd name="connsiteX41" fmla="*/ 2968752 w 6902837"/>
                  <a:gd name="connsiteY41" fmla="*/ 233435 h 519056"/>
                  <a:gd name="connsiteX42" fmla="*/ 2932948 w 6902837"/>
                  <a:gd name="connsiteY42" fmla="*/ 249739 h 519056"/>
                  <a:gd name="connsiteX43" fmla="*/ 2896047 w 6902837"/>
                  <a:gd name="connsiteY43" fmla="*/ 265629 h 519056"/>
                  <a:gd name="connsiteX44" fmla="*/ 2859268 w 6902837"/>
                  <a:gd name="connsiteY44" fmla="*/ 286844 h 519056"/>
                  <a:gd name="connsiteX45" fmla="*/ 2519599 w 6902837"/>
                  <a:gd name="connsiteY45" fmla="*/ 282588 h 519056"/>
                  <a:gd name="connsiteX46" fmla="*/ 2349399 w 6902837"/>
                  <a:gd name="connsiteY46" fmla="*/ 280733 h 519056"/>
                  <a:gd name="connsiteX47" fmla="*/ 2179320 w 6902837"/>
                  <a:gd name="connsiteY47" fmla="*/ 278223 h 519056"/>
                  <a:gd name="connsiteX48" fmla="*/ 2009242 w 6902837"/>
                  <a:gd name="connsiteY48" fmla="*/ 274709 h 519056"/>
                  <a:gd name="connsiteX49" fmla="*/ 1839366 w 6902837"/>
                  <a:gd name="connsiteY49" fmla="*/ 273858 h 519056"/>
                  <a:gd name="connsiteX50" fmla="*/ 1669491 w 6902837"/>
                  <a:gd name="connsiteY50" fmla="*/ 272199 h 519056"/>
                  <a:gd name="connsiteX51" fmla="*/ 1330107 w 6902837"/>
                  <a:gd name="connsiteY51" fmla="*/ 273050 h 519056"/>
                  <a:gd name="connsiteX52" fmla="*/ 1160597 w 6902837"/>
                  <a:gd name="connsiteY52" fmla="*/ 273116 h 519056"/>
                  <a:gd name="connsiteX53" fmla="*/ 1159459 w 6902837"/>
                  <a:gd name="connsiteY53" fmla="*/ 273268 h 519056"/>
                  <a:gd name="connsiteX54" fmla="*/ 1102076 w 6902837"/>
                  <a:gd name="connsiteY54" fmla="*/ 289267 h 519056"/>
                  <a:gd name="connsiteX55" fmla="*/ 983813 w 6902837"/>
                  <a:gd name="connsiteY55" fmla="*/ 338770 h 519056"/>
                  <a:gd name="connsiteX56" fmla="*/ 922609 w 6902837"/>
                  <a:gd name="connsiteY56" fmla="*/ 362692 h 519056"/>
                  <a:gd name="connsiteX57" fmla="*/ 859983 w 6902837"/>
                  <a:gd name="connsiteY57" fmla="*/ 388120 h 519056"/>
                  <a:gd name="connsiteX58" fmla="*/ 795934 w 6902837"/>
                  <a:gd name="connsiteY58" fmla="*/ 414704 h 519056"/>
                  <a:gd name="connsiteX59" fmla="*/ 730423 w 6902837"/>
                  <a:gd name="connsiteY59" fmla="*/ 440438 h 519056"/>
                  <a:gd name="connsiteX60" fmla="*/ 663936 w 6902837"/>
                  <a:gd name="connsiteY60" fmla="*/ 464949 h 519056"/>
                  <a:gd name="connsiteX61" fmla="*/ 479146 w 6902837"/>
                  <a:gd name="connsiteY61" fmla="*/ 464250 h 519056"/>
                  <a:gd name="connsiteX62" fmla="*/ 477723 w 6902837"/>
                  <a:gd name="connsiteY62" fmla="*/ 464469 h 519056"/>
                  <a:gd name="connsiteX63" fmla="*/ 407375 w 6902837"/>
                  <a:gd name="connsiteY63" fmla="*/ 489897 h 519056"/>
                  <a:gd name="connsiteX64" fmla="*/ 220391 w 6902837"/>
                  <a:gd name="connsiteY64" fmla="*/ 490071 h 519056"/>
                  <a:gd name="connsiteX65" fmla="*/ 219050 w 6902837"/>
                  <a:gd name="connsiteY65" fmla="*/ 490290 h 519056"/>
                  <a:gd name="connsiteX66" fmla="*/ 144597 w 6902837"/>
                  <a:gd name="connsiteY66" fmla="*/ 515979 h 519056"/>
                  <a:gd name="connsiteX67" fmla="*/ 0 w 6902837"/>
                  <a:gd name="connsiteY67" fmla="*/ 516241 h 519056"/>
                  <a:gd name="connsiteX68" fmla="*/ 0 w 6902837"/>
                  <a:gd name="connsiteY68" fmla="*/ 519057 h 519056"/>
                  <a:gd name="connsiteX69" fmla="*/ 145369 w 6902837"/>
                  <a:gd name="connsiteY69" fmla="*/ 518795 h 519056"/>
                  <a:gd name="connsiteX70" fmla="*/ 146710 w 6902837"/>
                  <a:gd name="connsiteY70" fmla="*/ 518577 h 519056"/>
                  <a:gd name="connsiteX71" fmla="*/ 221204 w 6902837"/>
                  <a:gd name="connsiteY71" fmla="*/ 492843 h 519056"/>
                  <a:gd name="connsiteX72" fmla="*/ 408188 w 6902837"/>
                  <a:gd name="connsiteY72" fmla="*/ 492690 h 519056"/>
                  <a:gd name="connsiteX73" fmla="*/ 409570 w 6902837"/>
                  <a:gd name="connsiteY73" fmla="*/ 492472 h 519056"/>
                  <a:gd name="connsiteX74" fmla="*/ 479918 w 6902837"/>
                  <a:gd name="connsiteY74" fmla="*/ 467110 h 519056"/>
                  <a:gd name="connsiteX75" fmla="*/ 664789 w 6902837"/>
                  <a:gd name="connsiteY75" fmla="*/ 467808 h 519056"/>
                  <a:gd name="connsiteX76" fmla="*/ 664789 w 6902837"/>
                  <a:gd name="connsiteY76" fmla="*/ 467808 h 519056"/>
                  <a:gd name="connsiteX77" fmla="*/ 666212 w 6902837"/>
                  <a:gd name="connsiteY77" fmla="*/ 467590 h 519056"/>
                  <a:gd name="connsiteX78" fmla="*/ 733389 w 6902837"/>
                  <a:gd name="connsiteY78" fmla="*/ 442751 h 519056"/>
                  <a:gd name="connsiteX79" fmla="*/ 799023 w 6902837"/>
                  <a:gd name="connsiteY79" fmla="*/ 417018 h 519056"/>
                  <a:gd name="connsiteX80" fmla="*/ 863112 w 6902837"/>
                  <a:gd name="connsiteY80" fmla="*/ 390368 h 519056"/>
                  <a:gd name="connsiteX81" fmla="*/ 925657 w 6902837"/>
                  <a:gd name="connsiteY81" fmla="*/ 365005 h 519056"/>
                  <a:gd name="connsiteX82" fmla="*/ 986861 w 6902837"/>
                  <a:gd name="connsiteY82" fmla="*/ 341018 h 519056"/>
                  <a:gd name="connsiteX83" fmla="*/ 1104839 w 6902837"/>
                  <a:gd name="connsiteY83" fmla="*/ 291668 h 519056"/>
                  <a:gd name="connsiteX84" fmla="*/ 1161288 w 6902837"/>
                  <a:gd name="connsiteY84" fmla="*/ 275953 h 519056"/>
                  <a:gd name="connsiteX85" fmla="*/ 1330229 w 6902837"/>
                  <a:gd name="connsiteY85" fmla="*/ 275909 h 519056"/>
                  <a:gd name="connsiteX86" fmla="*/ 1669532 w 6902837"/>
                  <a:gd name="connsiteY86" fmla="*/ 275058 h 519056"/>
                  <a:gd name="connsiteX87" fmla="*/ 1839326 w 6902837"/>
                  <a:gd name="connsiteY87" fmla="*/ 276717 h 519056"/>
                  <a:gd name="connsiteX88" fmla="*/ 2009201 w 6902837"/>
                  <a:gd name="connsiteY88" fmla="*/ 277568 h 519056"/>
                  <a:gd name="connsiteX89" fmla="*/ 2179198 w 6902837"/>
                  <a:gd name="connsiteY89" fmla="*/ 281082 h 519056"/>
                  <a:gd name="connsiteX90" fmla="*/ 2349317 w 6902837"/>
                  <a:gd name="connsiteY90" fmla="*/ 283592 h 519056"/>
                  <a:gd name="connsiteX91" fmla="*/ 2519518 w 6902837"/>
                  <a:gd name="connsiteY91" fmla="*/ 285404 h 519056"/>
                  <a:gd name="connsiteX92" fmla="*/ 2860284 w 6902837"/>
                  <a:gd name="connsiteY92" fmla="*/ 289726 h 519056"/>
                  <a:gd name="connsiteX93" fmla="*/ 2862194 w 6902837"/>
                  <a:gd name="connsiteY93" fmla="*/ 289245 h 519056"/>
                  <a:gd name="connsiteX94" fmla="*/ 2899461 w 6902837"/>
                  <a:gd name="connsiteY94" fmla="*/ 267768 h 519056"/>
                  <a:gd name="connsiteX95" fmla="*/ 2936159 w 6902837"/>
                  <a:gd name="connsiteY95" fmla="*/ 252009 h 519056"/>
                  <a:gd name="connsiteX96" fmla="*/ 3041579 w 6902837"/>
                  <a:gd name="connsiteY96" fmla="*/ 203467 h 519056"/>
                  <a:gd name="connsiteX97" fmla="*/ 3075229 w 6902837"/>
                  <a:gd name="connsiteY97" fmla="*/ 187534 h 519056"/>
                  <a:gd name="connsiteX98" fmla="*/ 3108391 w 6902837"/>
                  <a:gd name="connsiteY98" fmla="*/ 172735 h 519056"/>
                  <a:gd name="connsiteX99" fmla="*/ 3140619 w 6902837"/>
                  <a:gd name="connsiteY99" fmla="*/ 155885 h 519056"/>
                  <a:gd name="connsiteX100" fmla="*/ 3171505 w 6902837"/>
                  <a:gd name="connsiteY100" fmla="*/ 141021 h 519056"/>
                  <a:gd name="connsiteX101" fmla="*/ 3325693 w 6902837"/>
                  <a:gd name="connsiteY101" fmla="*/ 145758 h 519056"/>
                  <a:gd name="connsiteX102" fmla="*/ 3327563 w 6902837"/>
                  <a:gd name="connsiteY102" fmla="*/ 145430 h 519056"/>
                  <a:gd name="connsiteX103" fmla="*/ 3357067 w 6902837"/>
                  <a:gd name="connsiteY103" fmla="*/ 130501 h 519056"/>
                  <a:gd name="connsiteX104" fmla="*/ 3385922 w 6902837"/>
                  <a:gd name="connsiteY104" fmla="*/ 115484 h 519056"/>
                  <a:gd name="connsiteX105" fmla="*/ 3414167 w 6902837"/>
                  <a:gd name="connsiteY105" fmla="*/ 102214 h 519056"/>
                  <a:gd name="connsiteX106" fmla="*/ 3441924 w 6902837"/>
                  <a:gd name="connsiteY106" fmla="*/ 90427 h 519056"/>
                  <a:gd name="connsiteX107" fmla="*/ 3469356 w 6902837"/>
                  <a:gd name="connsiteY107" fmla="*/ 79187 h 519056"/>
                  <a:gd name="connsiteX108" fmla="*/ 3496097 w 6902837"/>
                  <a:gd name="connsiteY108" fmla="*/ 66287 h 519056"/>
                  <a:gd name="connsiteX109" fmla="*/ 3522675 w 6902837"/>
                  <a:gd name="connsiteY109" fmla="*/ 53868 h 519056"/>
                  <a:gd name="connsiteX110" fmla="*/ 3548685 w 6902837"/>
                  <a:gd name="connsiteY110" fmla="*/ 36821 h 519056"/>
                  <a:gd name="connsiteX111" fmla="*/ 3573394 w 6902837"/>
                  <a:gd name="connsiteY111" fmla="*/ 16152 h 519056"/>
                  <a:gd name="connsiteX112" fmla="*/ 3714577 w 6902837"/>
                  <a:gd name="connsiteY112" fmla="*/ 16785 h 519056"/>
                  <a:gd name="connsiteX113" fmla="*/ 3857305 w 6902837"/>
                  <a:gd name="connsiteY113" fmla="*/ 15497 h 519056"/>
                  <a:gd name="connsiteX114" fmla="*/ 3999992 w 6902837"/>
                  <a:gd name="connsiteY114" fmla="*/ 13314 h 519056"/>
                  <a:gd name="connsiteX115" fmla="*/ 4142720 w 6902837"/>
                  <a:gd name="connsiteY115" fmla="*/ 12878 h 519056"/>
                  <a:gd name="connsiteX116" fmla="*/ 4285610 w 6902837"/>
                  <a:gd name="connsiteY116" fmla="*/ 13052 h 519056"/>
                  <a:gd name="connsiteX117" fmla="*/ 4428460 w 6902837"/>
                  <a:gd name="connsiteY117" fmla="*/ 12987 h 519056"/>
                  <a:gd name="connsiteX118" fmla="*/ 4571594 w 6902837"/>
                  <a:gd name="connsiteY118" fmla="*/ 15235 h 519056"/>
                  <a:gd name="connsiteX119" fmla="*/ 4714525 w 6902837"/>
                  <a:gd name="connsiteY119" fmla="*/ 13380 h 519056"/>
                  <a:gd name="connsiteX120" fmla="*/ 4857659 w 6902837"/>
                  <a:gd name="connsiteY120" fmla="*/ 16261 h 519056"/>
                  <a:gd name="connsiteX121" fmla="*/ 5000874 w 6902837"/>
                  <a:gd name="connsiteY121" fmla="*/ 19622 h 519056"/>
                  <a:gd name="connsiteX122" fmla="*/ 5144130 w 6902837"/>
                  <a:gd name="connsiteY122" fmla="*/ 22285 h 519056"/>
                  <a:gd name="connsiteX123" fmla="*/ 5287508 w 6902837"/>
                  <a:gd name="connsiteY123" fmla="*/ 26825 h 519056"/>
                  <a:gd name="connsiteX124" fmla="*/ 5430927 w 6902837"/>
                  <a:gd name="connsiteY124" fmla="*/ 29597 h 519056"/>
                  <a:gd name="connsiteX125" fmla="*/ 5575077 w 6902837"/>
                  <a:gd name="connsiteY125" fmla="*/ 34399 h 519056"/>
                  <a:gd name="connsiteX126" fmla="*/ 5720730 w 6902837"/>
                  <a:gd name="connsiteY126" fmla="*/ 41536 h 519056"/>
                  <a:gd name="connsiteX127" fmla="*/ 5867603 w 6902837"/>
                  <a:gd name="connsiteY127" fmla="*/ 46381 h 519056"/>
                  <a:gd name="connsiteX128" fmla="*/ 6015899 w 6902837"/>
                  <a:gd name="connsiteY128" fmla="*/ 48040 h 519056"/>
                  <a:gd name="connsiteX129" fmla="*/ 6165373 w 6902837"/>
                  <a:gd name="connsiteY129" fmla="*/ 43413 h 519056"/>
                  <a:gd name="connsiteX130" fmla="*/ 6315253 w 6902837"/>
                  <a:gd name="connsiteY130" fmla="*/ 31845 h 519056"/>
                  <a:gd name="connsiteX131" fmla="*/ 6464483 w 6902837"/>
                  <a:gd name="connsiteY131" fmla="*/ 16130 h 519056"/>
                  <a:gd name="connsiteX132" fmla="*/ 6611803 w 6902837"/>
                  <a:gd name="connsiteY132" fmla="*/ 2925 h 519056"/>
                  <a:gd name="connsiteX133" fmla="*/ 6756969 w 6902837"/>
                  <a:gd name="connsiteY133" fmla="*/ 5915 h 519056"/>
                  <a:gd name="connsiteX134" fmla="*/ 6899819 w 6902837"/>
                  <a:gd name="connsiteY134" fmla="*/ 22438 h 519056"/>
                  <a:gd name="connsiteX135" fmla="*/ 6902785 w 6902837"/>
                  <a:gd name="connsiteY135" fmla="*/ 21368 h 519056"/>
                  <a:gd name="connsiteX136" fmla="*/ 6900794 w 6902837"/>
                  <a:gd name="connsiteY136" fmla="*/ 19709 h 519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6902837" h="519056">
                    <a:moveTo>
                      <a:pt x="6900672" y="19600"/>
                    </a:moveTo>
                    <a:lnTo>
                      <a:pt x="6757416" y="3034"/>
                    </a:lnTo>
                    <a:lnTo>
                      <a:pt x="6611356" y="0"/>
                    </a:lnTo>
                    <a:lnTo>
                      <a:pt x="6463426" y="13271"/>
                    </a:lnTo>
                    <a:lnTo>
                      <a:pt x="6314318" y="28942"/>
                    </a:lnTo>
                    <a:lnTo>
                      <a:pt x="6164763" y="40554"/>
                    </a:lnTo>
                    <a:lnTo>
                      <a:pt x="6015736" y="45137"/>
                    </a:lnTo>
                    <a:lnTo>
                      <a:pt x="5867725" y="43478"/>
                    </a:lnTo>
                    <a:lnTo>
                      <a:pt x="5721015" y="38633"/>
                    </a:lnTo>
                    <a:lnTo>
                      <a:pt x="5575361" y="31496"/>
                    </a:lnTo>
                    <a:lnTo>
                      <a:pt x="5431049" y="26694"/>
                    </a:lnTo>
                    <a:lnTo>
                      <a:pt x="5287630" y="23922"/>
                    </a:lnTo>
                    <a:lnTo>
                      <a:pt x="5144211" y="19382"/>
                    </a:lnTo>
                    <a:lnTo>
                      <a:pt x="5000955" y="16719"/>
                    </a:lnTo>
                    <a:lnTo>
                      <a:pt x="4857740" y="13423"/>
                    </a:lnTo>
                    <a:lnTo>
                      <a:pt x="4714484" y="10499"/>
                    </a:lnTo>
                    <a:lnTo>
                      <a:pt x="4571513" y="12354"/>
                    </a:lnTo>
                    <a:lnTo>
                      <a:pt x="4428460" y="10106"/>
                    </a:lnTo>
                    <a:lnTo>
                      <a:pt x="4285529" y="10149"/>
                    </a:lnTo>
                    <a:lnTo>
                      <a:pt x="4142639" y="9997"/>
                    </a:lnTo>
                    <a:lnTo>
                      <a:pt x="3999830" y="10411"/>
                    </a:lnTo>
                    <a:lnTo>
                      <a:pt x="3857102" y="12594"/>
                    </a:lnTo>
                    <a:lnTo>
                      <a:pt x="3714537" y="13882"/>
                    </a:lnTo>
                    <a:lnTo>
                      <a:pt x="3572012" y="13249"/>
                    </a:lnTo>
                    <a:lnTo>
                      <a:pt x="3571972" y="13249"/>
                    </a:lnTo>
                    <a:cubicBezTo>
                      <a:pt x="3571118" y="13249"/>
                      <a:pt x="3570346" y="13511"/>
                      <a:pt x="3569899" y="13882"/>
                    </a:cubicBezTo>
                    <a:lnTo>
                      <a:pt x="3544662" y="35032"/>
                    </a:lnTo>
                    <a:lnTo>
                      <a:pt x="3519099" y="51773"/>
                    </a:lnTo>
                    <a:lnTo>
                      <a:pt x="3492805" y="64083"/>
                    </a:lnTo>
                    <a:lnTo>
                      <a:pt x="3466145" y="76873"/>
                    </a:lnTo>
                    <a:lnTo>
                      <a:pt x="3438876" y="88114"/>
                    </a:lnTo>
                    <a:lnTo>
                      <a:pt x="3410956" y="99944"/>
                    </a:lnTo>
                    <a:lnTo>
                      <a:pt x="3382549" y="113323"/>
                    </a:lnTo>
                    <a:lnTo>
                      <a:pt x="3353613" y="128340"/>
                    </a:lnTo>
                    <a:lnTo>
                      <a:pt x="3324880" y="142833"/>
                    </a:lnTo>
                    <a:lnTo>
                      <a:pt x="3170692" y="138097"/>
                    </a:lnTo>
                    <a:cubicBezTo>
                      <a:pt x="3170042" y="138097"/>
                      <a:pt x="3169392" y="138206"/>
                      <a:pt x="3168904" y="138424"/>
                    </a:cubicBezTo>
                    <a:lnTo>
                      <a:pt x="3137164" y="153724"/>
                    </a:lnTo>
                    <a:lnTo>
                      <a:pt x="3104977" y="170509"/>
                    </a:lnTo>
                    <a:lnTo>
                      <a:pt x="3071937" y="185264"/>
                    </a:lnTo>
                    <a:lnTo>
                      <a:pt x="3038247" y="201263"/>
                    </a:lnTo>
                    <a:lnTo>
                      <a:pt x="2968752" y="233435"/>
                    </a:lnTo>
                    <a:lnTo>
                      <a:pt x="2932948" y="249739"/>
                    </a:lnTo>
                    <a:lnTo>
                      <a:pt x="2896047" y="265629"/>
                    </a:lnTo>
                    <a:lnTo>
                      <a:pt x="2859268" y="286844"/>
                    </a:lnTo>
                    <a:lnTo>
                      <a:pt x="2519599" y="282588"/>
                    </a:lnTo>
                    <a:lnTo>
                      <a:pt x="2349399" y="280733"/>
                    </a:lnTo>
                    <a:lnTo>
                      <a:pt x="2179320" y="278223"/>
                    </a:lnTo>
                    <a:lnTo>
                      <a:pt x="2009242" y="274709"/>
                    </a:lnTo>
                    <a:lnTo>
                      <a:pt x="1839366" y="273858"/>
                    </a:lnTo>
                    <a:lnTo>
                      <a:pt x="1669491" y="272199"/>
                    </a:lnTo>
                    <a:lnTo>
                      <a:pt x="1330107" y="273050"/>
                    </a:lnTo>
                    <a:lnTo>
                      <a:pt x="1160597" y="273116"/>
                    </a:lnTo>
                    <a:cubicBezTo>
                      <a:pt x="1160191" y="273116"/>
                      <a:pt x="1159825" y="273159"/>
                      <a:pt x="1159459" y="273268"/>
                    </a:cubicBezTo>
                    <a:lnTo>
                      <a:pt x="1102076" y="289267"/>
                    </a:lnTo>
                    <a:lnTo>
                      <a:pt x="983813" y="338770"/>
                    </a:lnTo>
                    <a:lnTo>
                      <a:pt x="922609" y="362692"/>
                    </a:lnTo>
                    <a:lnTo>
                      <a:pt x="859983" y="388120"/>
                    </a:lnTo>
                    <a:lnTo>
                      <a:pt x="795934" y="414704"/>
                    </a:lnTo>
                    <a:lnTo>
                      <a:pt x="730423" y="440438"/>
                    </a:lnTo>
                    <a:lnTo>
                      <a:pt x="663936" y="464949"/>
                    </a:lnTo>
                    <a:lnTo>
                      <a:pt x="479146" y="464250"/>
                    </a:lnTo>
                    <a:cubicBezTo>
                      <a:pt x="478861" y="464141"/>
                      <a:pt x="478170" y="464316"/>
                      <a:pt x="477723" y="464469"/>
                    </a:cubicBezTo>
                    <a:lnTo>
                      <a:pt x="407375" y="489897"/>
                    </a:lnTo>
                    <a:lnTo>
                      <a:pt x="220391" y="490071"/>
                    </a:lnTo>
                    <a:cubicBezTo>
                      <a:pt x="219903" y="490071"/>
                      <a:pt x="219456" y="490115"/>
                      <a:pt x="219050" y="490290"/>
                    </a:cubicBezTo>
                    <a:lnTo>
                      <a:pt x="144597" y="515979"/>
                    </a:lnTo>
                    <a:lnTo>
                      <a:pt x="0" y="516241"/>
                    </a:lnTo>
                    <a:lnTo>
                      <a:pt x="0" y="519057"/>
                    </a:lnTo>
                    <a:lnTo>
                      <a:pt x="145369" y="518795"/>
                    </a:lnTo>
                    <a:cubicBezTo>
                      <a:pt x="145857" y="518795"/>
                      <a:pt x="146304" y="518686"/>
                      <a:pt x="146710" y="518577"/>
                    </a:cubicBezTo>
                    <a:lnTo>
                      <a:pt x="221204" y="492843"/>
                    </a:lnTo>
                    <a:lnTo>
                      <a:pt x="408188" y="492690"/>
                    </a:lnTo>
                    <a:cubicBezTo>
                      <a:pt x="408676" y="492690"/>
                      <a:pt x="409164" y="492625"/>
                      <a:pt x="409570" y="492472"/>
                    </a:cubicBezTo>
                    <a:lnTo>
                      <a:pt x="479918" y="467110"/>
                    </a:lnTo>
                    <a:lnTo>
                      <a:pt x="664789" y="467808"/>
                    </a:lnTo>
                    <a:lnTo>
                      <a:pt x="664789" y="467808"/>
                    </a:lnTo>
                    <a:cubicBezTo>
                      <a:pt x="665277" y="467808"/>
                      <a:pt x="665764" y="467765"/>
                      <a:pt x="666212" y="467590"/>
                    </a:cubicBezTo>
                    <a:lnTo>
                      <a:pt x="733389" y="442751"/>
                    </a:lnTo>
                    <a:lnTo>
                      <a:pt x="799023" y="417018"/>
                    </a:lnTo>
                    <a:lnTo>
                      <a:pt x="863112" y="390368"/>
                    </a:lnTo>
                    <a:lnTo>
                      <a:pt x="925657" y="365005"/>
                    </a:lnTo>
                    <a:lnTo>
                      <a:pt x="986861" y="341018"/>
                    </a:lnTo>
                    <a:lnTo>
                      <a:pt x="1104839" y="291668"/>
                    </a:lnTo>
                    <a:lnTo>
                      <a:pt x="1161288" y="275953"/>
                    </a:lnTo>
                    <a:lnTo>
                      <a:pt x="1330229" y="275909"/>
                    </a:lnTo>
                    <a:lnTo>
                      <a:pt x="1669532" y="275058"/>
                    </a:lnTo>
                    <a:lnTo>
                      <a:pt x="1839326" y="276717"/>
                    </a:lnTo>
                    <a:lnTo>
                      <a:pt x="2009201" y="277568"/>
                    </a:lnTo>
                    <a:lnTo>
                      <a:pt x="2179198" y="281082"/>
                    </a:lnTo>
                    <a:lnTo>
                      <a:pt x="2349317" y="283592"/>
                    </a:lnTo>
                    <a:lnTo>
                      <a:pt x="2519518" y="285404"/>
                    </a:lnTo>
                    <a:lnTo>
                      <a:pt x="2860284" y="289726"/>
                    </a:lnTo>
                    <a:cubicBezTo>
                      <a:pt x="2860894" y="289726"/>
                      <a:pt x="2861666" y="289573"/>
                      <a:pt x="2862194" y="289245"/>
                    </a:cubicBezTo>
                    <a:lnTo>
                      <a:pt x="2899461" y="267768"/>
                    </a:lnTo>
                    <a:lnTo>
                      <a:pt x="2936159" y="252009"/>
                    </a:lnTo>
                    <a:lnTo>
                      <a:pt x="3041579" y="203467"/>
                    </a:lnTo>
                    <a:lnTo>
                      <a:pt x="3075229" y="187534"/>
                    </a:lnTo>
                    <a:lnTo>
                      <a:pt x="3108391" y="172735"/>
                    </a:lnTo>
                    <a:lnTo>
                      <a:pt x="3140619" y="155885"/>
                    </a:lnTo>
                    <a:lnTo>
                      <a:pt x="3171505" y="141021"/>
                    </a:lnTo>
                    <a:lnTo>
                      <a:pt x="3325693" y="145758"/>
                    </a:lnTo>
                    <a:cubicBezTo>
                      <a:pt x="3326384" y="145758"/>
                      <a:pt x="3327075" y="145649"/>
                      <a:pt x="3327563" y="145430"/>
                    </a:cubicBezTo>
                    <a:lnTo>
                      <a:pt x="3357067" y="130501"/>
                    </a:lnTo>
                    <a:lnTo>
                      <a:pt x="3385922" y="115484"/>
                    </a:lnTo>
                    <a:lnTo>
                      <a:pt x="3414167" y="102214"/>
                    </a:lnTo>
                    <a:lnTo>
                      <a:pt x="3441924" y="90427"/>
                    </a:lnTo>
                    <a:lnTo>
                      <a:pt x="3469356" y="79187"/>
                    </a:lnTo>
                    <a:lnTo>
                      <a:pt x="3496097" y="66287"/>
                    </a:lnTo>
                    <a:lnTo>
                      <a:pt x="3522675" y="53868"/>
                    </a:lnTo>
                    <a:lnTo>
                      <a:pt x="3548685" y="36821"/>
                    </a:lnTo>
                    <a:lnTo>
                      <a:pt x="3573394" y="16152"/>
                    </a:lnTo>
                    <a:lnTo>
                      <a:pt x="3714577" y="16785"/>
                    </a:lnTo>
                    <a:lnTo>
                      <a:pt x="3857305" y="15497"/>
                    </a:lnTo>
                    <a:lnTo>
                      <a:pt x="3999992" y="13314"/>
                    </a:lnTo>
                    <a:lnTo>
                      <a:pt x="4142720" y="12878"/>
                    </a:lnTo>
                    <a:lnTo>
                      <a:pt x="4285610" y="13052"/>
                    </a:lnTo>
                    <a:lnTo>
                      <a:pt x="4428460" y="12987"/>
                    </a:lnTo>
                    <a:lnTo>
                      <a:pt x="4571594" y="15235"/>
                    </a:lnTo>
                    <a:lnTo>
                      <a:pt x="4714525" y="13380"/>
                    </a:lnTo>
                    <a:lnTo>
                      <a:pt x="4857659" y="16261"/>
                    </a:lnTo>
                    <a:lnTo>
                      <a:pt x="5000874" y="19622"/>
                    </a:lnTo>
                    <a:lnTo>
                      <a:pt x="5144130" y="22285"/>
                    </a:lnTo>
                    <a:lnTo>
                      <a:pt x="5287508" y="26825"/>
                    </a:lnTo>
                    <a:lnTo>
                      <a:pt x="5430927" y="29597"/>
                    </a:lnTo>
                    <a:lnTo>
                      <a:pt x="5575077" y="34399"/>
                    </a:lnTo>
                    <a:lnTo>
                      <a:pt x="5720730" y="41536"/>
                    </a:lnTo>
                    <a:lnTo>
                      <a:pt x="5867603" y="46381"/>
                    </a:lnTo>
                    <a:lnTo>
                      <a:pt x="6015899" y="48040"/>
                    </a:lnTo>
                    <a:lnTo>
                      <a:pt x="6165373" y="43413"/>
                    </a:lnTo>
                    <a:lnTo>
                      <a:pt x="6315253" y="31845"/>
                    </a:lnTo>
                    <a:lnTo>
                      <a:pt x="6464483" y="16130"/>
                    </a:lnTo>
                    <a:lnTo>
                      <a:pt x="6611803" y="2925"/>
                    </a:lnTo>
                    <a:lnTo>
                      <a:pt x="6756969" y="5915"/>
                    </a:lnTo>
                    <a:lnTo>
                      <a:pt x="6899819" y="22438"/>
                    </a:lnTo>
                    <a:cubicBezTo>
                      <a:pt x="6901119" y="22590"/>
                      <a:pt x="6902501" y="22110"/>
                      <a:pt x="6902785" y="21368"/>
                    </a:cubicBezTo>
                    <a:cubicBezTo>
                      <a:pt x="6903070" y="20626"/>
                      <a:pt x="6902176" y="19884"/>
                      <a:pt x="6900794" y="1970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1" name="Freeform: Shape 580">
                <a:extLst>
                  <a:ext uri="{FF2B5EF4-FFF2-40B4-BE49-F238E27FC236}">
                    <a16:creationId xmlns:a16="http://schemas.microsoft.com/office/drawing/2014/main" id="{6F14C9BE-B2A7-4898-B5E1-421AAECA14A8}"/>
                  </a:ext>
                </a:extLst>
              </p:cNvPr>
              <p:cNvSpPr/>
              <p:nvPr/>
            </p:nvSpPr>
            <p:spPr>
              <a:xfrm>
                <a:off x="11122111" y="5708785"/>
                <a:ext cx="1069888" cy="26235"/>
              </a:xfrm>
              <a:custGeom>
                <a:avLst/>
                <a:gdLst>
                  <a:gd name="connsiteX0" fmla="*/ 1069889 w 1069888"/>
                  <a:gd name="connsiteY0" fmla="*/ 23442 h 26235"/>
                  <a:gd name="connsiteX1" fmla="*/ 904688 w 1069888"/>
                  <a:gd name="connsiteY1" fmla="*/ 8840 h 26235"/>
                  <a:gd name="connsiteX2" fmla="*/ 729773 w 1069888"/>
                  <a:gd name="connsiteY2" fmla="*/ 8687 h 26235"/>
                  <a:gd name="connsiteX3" fmla="*/ 668243 w 1069888"/>
                  <a:gd name="connsiteY3" fmla="*/ 3143 h 26235"/>
                  <a:gd name="connsiteX4" fmla="*/ 264323 w 1069888"/>
                  <a:gd name="connsiteY4" fmla="*/ 2772 h 26235"/>
                  <a:gd name="connsiteX5" fmla="*/ 229007 w 1069888"/>
                  <a:gd name="connsiteY5" fmla="*/ 960 h 26235"/>
                  <a:gd name="connsiteX6" fmla="*/ 190886 w 1069888"/>
                  <a:gd name="connsiteY6" fmla="*/ 0 h 26235"/>
                  <a:gd name="connsiteX7" fmla="*/ 130577 w 1069888"/>
                  <a:gd name="connsiteY7" fmla="*/ 851 h 26235"/>
                  <a:gd name="connsiteX8" fmla="*/ 2601 w 1069888"/>
                  <a:gd name="connsiteY8" fmla="*/ 742 h 26235"/>
                  <a:gd name="connsiteX9" fmla="*/ 0 w 1069888"/>
                  <a:gd name="connsiteY9" fmla="*/ 2139 h 26235"/>
                  <a:gd name="connsiteX10" fmla="*/ 2601 w 1069888"/>
                  <a:gd name="connsiteY10" fmla="*/ 3514 h 26235"/>
                  <a:gd name="connsiteX11" fmla="*/ 130577 w 1069888"/>
                  <a:gd name="connsiteY11" fmla="*/ 3667 h 26235"/>
                  <a:gd name="connsiteX12" fmla="*/ 190805 w 1069888"/>
                  <a:gd name="connsiteY12" fmla="*/ 2816 h 26235"/>
                  <a:gd name="connsiteX13" fmla="*/ 228600 w 1069888"/>
                  <a:gd name="connsiteY13" fmla="*/ 3711 h 26235"/>
                  <a:gd name="connsiteX14" fmla="*/ 264038 w 1069888"/>
                  <a:gd name="connsiteY14" fmla="*/ 5566 h 26235"/>
                  <a:gd name="connsiteX15" fmla="*/ 667878 w 1069888"/>
                  <a:gd name="connsiteY15" fmla="*/ 5893 h 26235"/>
                  <a:gd name="connsiteX16" fmla="*/ 729366 w 1069888"/>
                  <a:gd name="connsiteY16" fmla="*/ 11481 h 26235"/>
                  <a:gd name="connsiteX17" fmla="*/ 904281 w 1069888"/>
                  <a:gd name="connsiteY17" fmla="*/ 11590 h 26235"/>
                  <a:gd name="connsiteX18" fmla="*/ 1069889 w 1069888"/>
                  <a:gd name="connsiteY18" fmla="*/ 26236 h 26235"/>
                  <a:gd name="connsiteX19" fmla="*/ 1069889 w 1069888"/>
                  <a:gd name="connsiteY19" fmla="*/ 23420 h 2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69888" h="26235">
                    <a:moveTo>
                      <a:pt x="1069889" y="23442"/>
                    </a:moveTo>
                    <a:lnTo>
                      <a:pt x="904688" y="8840"/>
                    </a:lnTo>
                    <a:lnTo>
                      <a:pt x="729773" y="8687"/>
                    </a:lnTo>
                    <a:lnTo>
                      <a:pt x="668243" y="3143"/>
                    </a:lnTo>
                    <a:lnTo>
                      <a:pt x="264323" y="2772"/>
                    </a:lnTo>
                    <a:lnTo>
                      <a:pt x="229007" y="960"/>
                    </a:lnTo>
                    <a:lnTo>
                      <a:pt x="190886" y="0"/>
                    </a:lnTo>
                    <a:lnTo>
                      <a:pt x="130577" y="851"/>
                    </a:lnTo>
                    <a:lnTo>
                      <a:pt x="2601" y="742"/>
                    </a:lnTo>
                    <a:cubicBezTo>
                      <a:pt x="1097" y="742"/>
                      <a:pt x="0" y="1331"/>
                      <a:pt x="0" y="2139"/>
                    </a:cubicBezTo>
                    <a:cubicBezTo>
                      <a:pt x="0" y="2947"/>
                      <a:pt x="1097" y="3514"/>
                      <a:pt x="2601" y="3514"/>
                    </a:cubicBezTo>
                    <a:lnTo>
                      <a:pt x="130577" y="3667"/>
                    </a:lnTo>
                    <a:lnTo>
                      <a:pt x="190805" y="2816"/>
                    </a:lnTo>
                    <a:lnTo>
                      <a:pt x="228600" y="3711"/>
                    </a:lnTo>
                    <a:lnTo>
                      <a:pt x="264038" y="5566"/>
                    </a:lnTo>
                    <a:lnTo>
                      <a:pt x="667878" y="5893"/>
                    </a:lnTo>
                    <a:lnTo>
                      <a:pt x="729366" y="11481"/>
                    </a:lnTo>
                    <a:lnTo>
                      <a:pt x="904281" y="11590"/>
                    </a:lnTo>
                    <a:lnTo>
                      <a:pt x="1069889" y="26236"/>
                    </a:lnTo>
                    <a:lnTo>
                      <a:pt x="1069889" y="2342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2" name="Freeform: Shape 581">
                <a:extLst>
                  <a:ext uri="{FF2B5EF4-FFF2-40B4-BE49-F238E27FC236}">
                    <a16:creationId xmlns:a16="http://schemas.microsoft.com/office/drawing/2014/main" id="{57F5259C-9545-45C1-96B3-1F7F37575F35}"/>
                  </a:ext>
                </a:extLst>
              </p:cNvPr>
              <p:cNvSpPr/>
              <p:nvPr/>
            </p:nvSpPr>
            <p:spPr>
              <a:xfrm>
                <a:off x="0" y="5970856"/>
                <a:ext cx="3758112" cy="341781"/>
              </a:xfrm>
              <a:custGeom>
                <a:avLst/>
                <a:gdLst>
                  <a:gd name="connsiteX0" fmla="*/ 3755461 w 3758112"/>
                  <a:gd name="connsiteY0" fmla="*/ 26105 h 341781"/>
                  <a:gd name="connsiteX1" fmla="*/ 3671458 w 3758112"/>
                  <a:gd name="connsiteY1" fmla="*/ 30055 h 341781"/>
                  <a:gd name="connsiteX2" fmla="*/ 3616960 w 3758112"/>
                  <a:gd name="connsiteY2" fmla="*/ 33853 h 341781"/>
                  <a:gd name="connsiteX3" fmla="*/ 3579856 w 3758112"/>
                  <a:gd name="connsiteY3" fmla="*/ 29750 h 341781"/>
                  <a:gd name="connsiteX4" fmla="*/ 3500567 w 3758112"/>
                  <a:gd name="connsiteY4" fmla="*/ 23878 h 341781"/>
                  <a:gd name="connsiteX5" fmla="*/ 3493414 w 3758112"/>
                  <a:gd name="connsiteY5" fmla="*/ 23398 h 341781"/>
                  <a:gd name="connsiteX6" fmla="*/ 3483133 w 3758112"/>
                  <a:gd name="connsiteY6" fmla="*/ 21586 h 341781"/>
                  <a:gd name="connsiteX7" fmla="*/ 3466226 w 3758112"/>
                  <a:gd name="connsiteY7" fmla="*/ 20888 h 341781"/>
                  <a:gd name="connsiteX8" fmla="*/ 3449930 w 3758112"/>
                  <a:gd name="connsiteY8" fmla="*/ 19229 h 341781"/>
                  <a:gd name="connsiteX9" fmla="*/ 3366862 w 3758112"/>
                  <a:gd name="connsiteY9" fmla="*/ 13467 h 341781"/>
                  <a:gd name="connsiteX10" fmla="*/ 3366171 w 3758112"/>
                  <a:gd name="connsiteY10" fmla="*/ 13467 h 341781"/>
                  <a:gd name="connsiteX11" fmla="*/ 3360440 w 3758112"/>
                  <a:gd name="connsiteY11" fmla="*/ 13947 h 341781"/>
                  <a:gd name="connsiteX12" fmla="*/ 3359059 w 3758112"/>
                  <a:gd name="connsiteY12" fmla="*/ 14056 h 341781"/>
                  <a:gd name="connsiteX13" fmla="*/ 3337682 w 3758112"/>
                  <a:gd name="connsiteY13" fmla="*/ 15868 h 341781"/>
                  <a:gd name="connsiteX14" fmla="*/ 3273349 w 3758112"/>
                  <a:gd name="connsiteY14" fmla="*/ 8360 h 341781"/>
                  <a:gd name="connsiteX15" fmla="*/ 3272495 w 3758112"/>
                  <a:gd name="connsiteY15" fmla="*/ 8360 h 341781"/>
                  <a:gd name="connsiteX16" fmla="*/ 3253801 w 3758112"/>
                  <a:gd name="connsiteY16" fmla="*/ 9582 h 341781"/>
                  <a:gd name="connsiteX17" fmla="*/ 3204220 w 3758112"/>
                  <a:gd name="connsiteY17" fmla="*/ 44 h 341781"/>
                  <a:gd name="connsiteX18" fmla="*/ 3203164 w 3758112"/>
                  <a:gd name="connsiteY18" fmla="*/ 0 h 341781"/>
                  <a:gd name="connsiteX19" fmla="*/ 3180365 w 3758112"/>
                  <a:gd name="connsiteY19" fmla="*/ 851 h 341781"/>
                  <a:gd name="connsiteX20" fmla="*/ 3178576 w 3758112"/>
                  <a:gd name="connsiteY20" fmla="*/ 1331 h 341781"/>
                  <a:gd name="connsiteX21" fmla="*/ 3155615 w 3758112"/>
                  <a:gd name="connsiteY21" fmla="*/ 16414 h 341781"/>
                  <a:gd name="connsiteX22" fmla="*/ 3131759 w 3758112"/>
                  <a:gd name="connsiteY22" fmla="*/ 26432 h 341781"/>
                  <a:gd name="connsiteX23" fmla="*/ 3083560 w 3758112"/>
                  <a:gd name="connsiteY23" fmla="*/ 51118 h 341781"/>
                  <a:gd name="connsiteX24" fmla="*/ 3059461 w 3758112"/>
                  <a:gd name="connsiteY24" fmla="*/ 60590 h 341781"/>
                  <a:gd name="connsiteX25" fmla="*/ 2941279 w 3758112"/>
                  <a:gd name="connsiteY25" fmla="*/ 63624 h 341781"/>
                  <a:gd name="connsiteX26" fmla="*/ 2822326 w 3758112"/>
                  <a:gd name="connsiteY26" fmla="*/ 61223 h 341781"/>
                  <a:gd name="connsiteX27" fmla="*/ 2821026 w 3758112"/>
                  <a:gd name="connsiteY27" fmla="*/ 61376 h 341781"/>
                  <a:gd name="connsiteX28" fmla="*/ 2794366 w 3758112"/>
                  <a:gd name="connsiteY28" fmla="*/ 69474 h 341781"/>
                  <a:gd name="connsiteX29" fmla="*/ 2739705 w 3758112"/>
                  <a:gd name="connsiteY29" fmla="*/ 80671 h 341781"/>
                  <a:gd name="connsiteX30" fmla="*/ 2711867 w 3758112"/>
                  <a:gd name="connsiteY30" fmla="*/ 83879 h 341781"/>
                  <a:gd name="connsiteX31" fmla="*/ 2683378 w 3758112"/>
                  <a:gd name="connsiteY31" fmla="*/ 85320 h 341781"/>
                  <a:gd name="connsiteX32" fmla="*/ 2654564 w 3758112"/>
                  <a:gd name="connsiteY32" fmla="*/ 86237 h 341781"/>
                  <a:gd name="connsiteX33" fmla="*/ 2529962 w 3758112"/>
                  <a:gd name="connsiteY33" fmla="*/ 84381 h 341781"/>
                  <a:gd name="connsiteX34" fmla="*/ 2528011 w 3758112"/>
                  <a:gd name="connsiteY34" fmla="*/ 84862 h 341781"/>
                  <a:gd name="connsiteX35" fmla="*/ 2497166 w 3758112"/>
                  <a:gd name="connsiteY35" fmla="*/ 104091 h 341781"/>
                  <a:gd name="connsiteX36" fmla="*/ 2465913 w 3758112"/>
                  <a:gd name="connsiteY36" fmla="*/ 124171 h 341781"/>
                  <a:gd name="connsiteX37" fmla="*/ 2434377 w 3758112"/>
                  <a:gd name="connsiteY37" fmla="*/ 143422 h 341781"/>
                  <a:gd name="connsiteX38" fmla="*/ 2370166 w 3758112"/>
                  <a:gd name="connsiteY38" fmla="*/ 170858 h 341781"/>
                  <a:gd name="connsiteX39" fmla="*/ 2241581 w 3758112"/>
                  <a:gd name="connsiteY39" fmla="*/ 162695 h 341781"/>
                  <a:gd name="connsiteX40" fmla="*/ 2239589 w 3758112"/>
                  <a:gd name="connsiteY40" fmla="*/ 163066 h 341781"/>
                  <a:gd name="connsiteX41" fmla="*/ 2205289 w 3758112"/>
                  <a:gd name="connsiteY41" fmla="*/ 179414 h 341781"/>
                  <a:gd name="connsiteX42" fmla="*/ 2170339 w 3758112"/>
                  <a:gd name="connsiteY42" fmla="*/ 193230 h 341781"/>
                  <a:gd name="connsiteX43" fmla="*/ 2135022 w 3758112"/>
                  <a:gd name="connsiteY43" fmla="*/ 205912 h 341781"/>
                  <a:gd name="connsiteX44" fmla="*/ 2098853 w 3758112"/>
                  <a:gd name="connsiteY44" fmla="*/ 215559 h 341781"/>
                  <a:gd name="connsiteX45" fmla="*/ 2097959 w 3758112"/>
                  <a:gd name="connsiteY45" fmla="*/ 215995 h 341781"/>
                  <a:gd name="connsiteX46" fmla="*/ 2061505 w 3758112"/>
                  <a:gd name="connsiteY46" fmla="*/ 242100 h 341781"/>
                  <a:gd name="connsiteX47" fmla="*/ 1926905 w 3758112"/>
                  <a:gd name="connsiteY47" fmla="*/ 252118 h 341781"/>
                  <a:gd name="connsiteX48" fmla="*/ 1791493 w 3758112"/>
                  <a:gd name="connsiteY48" fmla="*/ 261919 h 341781"/>
                  <a:gd name="connsiteX49" fmla="*/ 1656121 w 3758112"/>
                  <a:gd name="connsiteY49" fmla="*/ 267877 h 341781"/>
                  <a:gd name="connsiteX50" fmla="*/ 1520749 w 3758112"/>
                  <a:gd name="connsiteY50" fmla="*/ 272417 h 341781"/>
                  <a:gd name="connsiteX51" fmla="*/ 1385255 w 3758112"/>
                  <a:gd name="connsiteY51" fmla="*/ 278659 h 341781"/>
                  <a:gd name="connsiteX52" fmla="*/ 1249965 w 3758112"/>
                  <a:gd name="connsiteY52" fmla="*/ 290599 h 341781"/>
                  <a:gd name="connsiteX53" fmla="*/ 1114633 w 3758112"/>
                  <a:gd name="connsiteY53" fmla="*/ 299438 h 341781"/>
                  <a:gd name="connsiteX54" fmla="*/ 986455 w 3758112"/>
                  <a:gd name="connsiteY54" fmla="*/ 310352 h 341781"/>
                  <a:gd name="connsiteX55" fmla="*/ 844459 w 3758112"/>
                  <a:gd name="connsiteY55" fmla="*/ 318820 h 341781"/>
                  <a:gd name="connsiteX56" fmla="*/ 709412 w 3758112"/>
                  <a:gd name="connsiteY56" fmla="*/ 323513 h 341781"/>
                  <a:gd name="connsiteX57" fmla="*/ 574365 w 3758112"/>
                  <a:gd name="connsiteY57" fmla="*/ 329865 h 341781"/>
                  <a:gd name="connsiteX58" fmla="*/ 439644 w 3758112"/>
                  <a:gd name="connsiteY58" fmla="*/ 337045 h 341781"/>
                  <a:gd name="connsiteX59" fmla="*/ 305003 w 3758112"/>
                  <a:gd name="connsiteY59" fmla="*/ 338966 h 341781"/>
                  <a:gd name="connsiteX60" fmla="*/ 170485 w 3758112"/>
                  <a:gd name="connsiteY60" fmla="*/ 338006 h 341781"/>
                  <a:gd name="connsiteX61" fmla="*/ 36007 w 3758112"/>
                  <a:gd name="connsiteY61" fmla="*/ 334208 h 341781"/>
                  <a:gd name="connsiteX62" fmla="*/ 0 w 3758112"/>
                  <a:gd name="connsiteY62" fmla="*/ 333619 h 341781"/>
                  <a:gd name="connsiteX63" fmla="*/ 0 w 3758112"/>
                  <a:gd name="connsiteY63" fmla="*/ 336456 h 341781"/>
                  <a:gd name="connsiteX64" fmla="*/ 35804 w 3758112"/>
                  <a:gd name="connsiteY64" fmla="*/ 336980 h 341781"/>
                  <a:gd name="connsiteX65" fmla="*/ 170363 w 3758112"/>
                  <a:gd name="connsiteY65" fmla="*/ 340821 h 341781"/>
                  <a:gd name="connsiteX66" fmla="*/ 305003 w 3758112"/>
                  <a:gd name="connsiteY66" fmla="*/ 341782 h 341781"/>
                  <a:gd name="connsiteX67" fmla="*/ 439928 w 3758112"/>
                  <a:gd name="connsiteY67" fmla="*/ 339861 h 341781"/>
                  <a:gd name="connsiteX68" fmla="*/ 574812 w 3758112"/>
                  <a:gd name="connsiteY68" fmla="*/ 332615 h 341781"/>
                  <a:gd name="connsiteX69" fmla="*/ 709737 w 3758112"/>
                  <a:gd name="connsiteY69" fmla="*/ 326329 h 341781"/>
                  <a:gd name="connsiteX70" fmla="*/ 844824 w 3758112"/>
                  <a:gd name="connsiteY70" fmla="*/ 321636 h 341781"/>
                  <a:gd name="connsiteX71" fmla="*/ 983651 w 3758112"/>
                  <a:gd name="connsiteY71" fmla="*/ 313495 h 341781"/>
                  <a:gd name="connsiteX72" fmla="*/ 1115324 w 3758112"/>
                  <a:gd name="connsiteY72" fmla="*/ 302254 h 341781"/>
                  <a:gd name="connsiteX73" fmla="*/ 1250655 w 3758112"/>
                  <a:gd name="connsiteY73" fmla="*/ 293349 h 341781"/>
                  <a:gd name="connsiteX74" fmla="*/ 1385824 w 3758112"/>
                  <a:gd name="connsiteY74" fmla="*/ 281410 h 341781"/>
                  <a:gd name="connsiteX75" fmla="*/ 1521115 w 3758112"/>
                  <a:gd name="connsiteY75" fmla="*/ 275233 h 341781"/>
                  <a:gd name="connsiteX76" fmla="*/ 1656486 w 3758112"/>
                  <a:gd name="connsiteY76" fmla="*/ 270715 h 341781"/>
                  <a:gd name="connsiteX77" fmla="*/ 1792021 w 3758112"/>
                  <a:gd name="connsiteY77" fmla="*/ 264690 h 341781"/>
                  <a:gd name="connsiteX78" fmla="*/ 1927555 w 3758112"/>
                  <a:gd name="connsiteY78" fmla="*/ 254890 h 341781"/>
                  <a:gd name="connsiteX79" fmla="*/ 2063171 w 3758112"/>
                  <a:gd name="connsiteY79" fmla="*/ 244828 h 341781"/>
                  <a:gd name="connsiteX80" fmla="*/ 2064837 w 3758112"/>
                  <a:gd name="connsiteY80" fmla="*/ 244304 h 341781"/>
                  <a:gd name="connsiteX81" fmla="*/ 2101535 w 3758112"/>
                  <a:gd name="connsiteY81" fmla="*/ 217982 h 341781"/>
                  <a:gd name="connsiteX82" fmla="*/ 2137461 w 3758112"/>
                  <a:gd name="connsiteY82" fmla="*/ 208334 h 341781"/>
                  <a:gd name="connsiteX83" fmla="*/ 2173102 w 3758112"/>
                  <a:gd name="connsiteY83" fmla="*/ 195609 h 341781"/>
                  <a:gd name="connsiteX84" fmla="*/ 2208337 w 3758112"/>
                  <a:gd name="connsiteY84" fmla="*/ 181706 h 341781"/>
                  <a:gd name="connsiteX85" fmla="*/ 2241987 w 3758112"/>
                  <a:gd name="connsiteY85" fmla="*/ 165620 h 341781"/>
                  <a:gd name="connsiteX86" fmla="*/ 2370531 w 3758112"/>
                  <a:gd name="connsiteY86" fmla="*/ 173783 h 341781"/>
                  <a:gd name="connsiteX87" fmla="*/ 2372360 w 3758112"/>
                  <a:gd name="connsiteY87" fmla="*/ 173456 h 341781"/>
                  <a:gd name="connsiteX88" fmla="*/ 2437750 w 3758112"/>
                  <a:gd name="connsiteY88" fmla="*/ 145474 h 341781"/>
                  <a:gd name="connsiteX89" fmla="*/ 2469612 w 3758112"/>
                  <a:gd name="connsiteY89" fmla="*/ 126070 h 341781"/>
                  <a:gd name="connsiteX90" fmla="*/ 2500904 w 3758112"/>
                  <a:gd name="connsiteY90" fmla="*/ 105990 h 341781"/>
                  <a:gd name="connsiteX91" fmla="*/ 2530937 w 3758112"/>
                  <a:gd name="connsiteY91" fmla="*/ 87241 h 341781"/>
                  <a:gd name="connsiteX92" fmla="*/ 2654605 w 3758112"/>
                  <a:gd name="connsiteY92" fmla="*/ 89096 h 341781"/>
                  <a:gd name="connsiteX93" fmla="*/ 2683662 w 3758112"/>
                  <a:gd name="connsiteY93" fmla="*/ 88179 h 341781"/>
                  <a:gd name="connsiteX94" fmla="*/ 2712517 w 3758112"/>
                  <a:gd name="connsiteY94" fmla="*/ 86739 h 341781"/>
                  <a:gd name="connsiteX95" fmla="*/ 2741006 w 3758112"/>
                  <a:gd name="connsiteY95" fmla="*/ 83443 h 341781"/>
                  <a:gd name="connsiteX96" fmla="*/ 2796398 w 3758112"/>
                  <a:gd name="connsiteY96" fmla="*/ 72049 h 341781"/>
                  <a:gd name="connsiteX97" fmla="*/ 2822733 w 3758112"/>
                  <a:gd name="connsiteY97" fmla="*/ 64105 h 341781"/>
                  <a:gd name="connsiteX98" fmla="*/ 2941198 w 3758112"/>
                  <a:gd name="connsiteY98" fmla="*/ 66506 h 341781"/>
                  <a:gd name="connsiteX99" fmla="*/ 3060314 w 3758112"/>
                  <a:gd name="connsiteY99" fmla="*/ 63472 h 341781"/>
                  <a:gd name="connsiteX100" fmla="*/ 3061655 w 3758112"/>
                  <a:gd name="connsiteY100" fmla="*/ 63210 h 341781"/>
                  <a:gd name="connsiteX101" fmla="*/ 3086649 w 3758112"/>
                  <a:gd name="connsiteY101" fmla="*/ 53344 h 341781"/>
                  <a:gd name="connsiteX102" fmla="*/ 3134929 w 3758112"/>
                  <a:gd name="connsiteY102" fmla="*/ 28680 h 341781"/>
                  <a:gd name="connsiteX103" fmla="*/ 3158988 w 3758112"/>
                  <a:gd name="connsiteY103" fmla="*/ 18487 h 341781"/>
                  <a:gd name="connsiteX104" fmla="*/ 3181665 w 3758112"/>
                  <a:gd name="connsiteY104" fmla="*/ 3689 h 341781"/>
                  <a:gd name="connsiteX105" fmla="*/ 3202960 w 3758112"/>
                  <a:gd name="connsiteY105" fmla="*/ 2881 h 341781"/>
                  <a:gd name="connsiteX106" fmla="*/ 3250347 w 3758112"/>
                  <a:gd name="connsiteY106" fmla="*/ 12157 h 341781"/>
                  <a:gd name="connsiteX107" fmla="*/ 3253070 w 3758112"/>
                  <a:gd name="connsiteY107" fmla="*/ 12485 h 341781"/>
                  <a:gd name="connsiteX108" fmla="*/ 3253923 w 3758112"/>
                  <a:gd name="connsiteY108" fmla="*/ 12485 h 341781"/>
                  <a:gd name="connsiteX109" fmla="*/ 3272617 w 3758112"/>
                  <a:gd name="connsiteY109" fmla="*/ 11263 h 341781"/>
                  <a:gd name="connsiteX110" fmla="*/ 3336950 w 3758112"/>
                  <a:gd name="connsiteY110" fmla="*/ 18771 h 341781"/>
                  <a:gd name="connsiteX111" fmla="*/ 3337885 w 3758112"/>
                  <a:gd name="connsiteY111" fmla="*/ 18771 h 341781"/>
                  <a:gd name="connsiteX112" fmla="*/ 3359993 w 3758112"/>
                  <a:gd name="connsiteY112" fmla="*/ 16916 h 341781"/>
                  <a:gd name="connsiteX113" fmla="*/ 3360237 w 3758112"/>
                  <a:gd name="connsiteY113" fmla="*/ 16872 h 341781"/>
                  <a:gd name="connsiteX114" fmla="*/ 3360644 w 3758112"/>
                  <a:gd name="connsiteY114" fmla="*/ 16872 h 341781"/>
                  <a:gd name="connsiteX115" fmla="*/ 3366496 w 3758112"/>
                  <a:gd name="connsiteY115" fmla="*/ 16392 h 341781"/>
                  <a:gd name="connsiteX116" fmla="*/ 3449036 w 3758112"/>
                  <a:gd name="connsiteY116" fmla="*/ 22088 h 341781"/>
                  <a:gd name="connsiteX117" fmla="*/ 3465535 w 3758112"/>
                  <a:gd name="connsiteY117" fmla="*/ 23747 h 341781"/>
                  <a:gd name="connsiteX118" fmla="*/ 3482076 w 3758112"/>
                  <a:gd name="connsiteY118" fmla="*/ 24380 h 341781"/>
                  <a:gd name="connsiteX119" fmla="*/ 3492236 w 3758112"/>
                  <a:gd name="connsiteY119" fmla="*/ 26192 h 341781"/>
                  <a:gd name="connsiteX120" fmla="*/ 3576767 w 3758112"/>
                  <a:gd name="connsiteY120" fmla="*/ 32325 h 341781"/>
                  <a:gd name="connsiteX121" fmla="*/ 3616229 w 3758112"/>
                  <a:gd name="connsiteY121" fmla="*/ 36690 h 341781"/>
                  <a:gd name="connsiteX122" fmla="*/ 3617082 w 3758112"/>
                  <a:gd name="connsiteY122" fmla="*/ 36690 h 341781"/>
                  <a:gd name="connsiteX123" fmla="*/ 3664712 w 3758112"/>
                  <a:gd name="connsiteY123" fmla="*/ 33438 h 341781"/>
                  <a:gd name="connsiteX124" fmla="*/ 3755786 w 3758112"/>
                  <a:gd name="connsiteY124" fmla="*/ 29007 h 341781"/>
                  <a:gd name="connsiteX125" fmla="*/ 3758103 w 3758112"/>
                  <a:gd name="connsiteY125" fmla="*/ 27523 h 341781"/>
                  <a:gd name="connsiteX126" fmla="*/ 3755339 w 3758112"/>
                  <a:gd name="connsiteY126" fmla="*/ 26192 h 341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758112" h="341781">
                    <a:moveTo>
                      <a:pt x="3755461" y="26105"/>
                    </a:moveTo>
                    <a:lnTo>
                      <a:pt x="3671458" y="30055"/>
                    </a:lnTo>
                    <a:lnTo>
                      <a:pt x="3616960" y="33853"/>
                    </a:lnTo>
                    <a:lnTo>
                      <a:pt x="3579856" y="29750"/>
                    </a:lnTo>
                    <a:lnTo>
                      <a:pt x="3500567" y="23878"/>
                    </a:lnTo>
                    <a:lnTo>
                      <a:pt x="3493414" y="23398"/>
                    </a:lnTo>
                    <a:lnTo>
                      <a:pt x="3483133" y="21586"/>
                    </a:lnTo>
                    <a:lnTo>
                      <a:pt x="3466226" y="20888"/>
                    </a:lnTo>
                    <a:lnTo>
                      <a:pt x="3449930" y="19229"/>
                    </a:lnTo>
                    <a:lnTo>
                      <a:pt x="3366862" y="13467"/>
                    </a:lnTo>
                    <a:cubicBezTo>
                      <a:pt x="3366618" y="13423"/>
                      <a:pt x="3366374" y="13423"/>
                      <a:pt x="3366171" y="13467"/>
                    </a:cubicBezTo>
                    <a:lnTo>
                      <a:pt x="3360440" y="13947"/>
                    </a:lnTo>
                    <a:cubicBezTo>
                      <a:pt x="3359993" y="13947"/>
                      <a:pt x="3359506" y="14013"/>
                      <a:pt x="3359059" y="14056"/>
                    </a:cubicBezTo>
                    <a:lnTo>
                      <a:pt x="3337682" y="15868"/>
                    </a:lnTo>
                    <a:lnTo>
                      <a:pt x="3273349" y="8360"/>
                    </a:lnTo>
                    <a:cubicBezTo>
                      <a:pt x="3273105" y="8360"/>
                      <a:pt x="3272780" y="8294"/>
                      <a:pt x="3272495" y="8360"/>
                    </a:cubicBezTo>
                    <a:lnTo>
                      <a:pt x="3253801" y="9582"/>
                    </a:lnTo>
                    <a:lnTo>
                      <a:pt x="3204220" y="44"/>
                    </a:lnTo>
                    <a:cubicBezTo>
                      <a:pt x="3203854" y="0"/>
                      <a:pt x="3203570" y="0"/>
                      <a:pt x="3203164" y="0"/>
                    </a:cubicBezTo>
                    <a:lnTo>
                      <a:pt x="3180365" y="851"/>
                    </a:lnTo>
                    <a:cubicBezTo>
                      <a:pt x="3179674" y="851"/>
                      <a:pt x="3179023" y="1070"/>
                      <a:pt x="3178576" y="1331"/>
                    </a:cubicBezTo>
                    <a:lnTo>
                      <a:pt x="3155615" y="16414"/>
                    </a:lnTo>
                    <a:lnTo>
                      <a:pt x="3131759" y="26432"/>
                    </a:lnTo>
                    <a:lnTo>
                      <a:pt x="3083560" y="51118"/>
                    </a:lnTo>
                    <a:lnTo>
                      <a:pt x="3059461" y="60590"/>
                    </a:lnTo>
                    <a:lnTo>
                      <a:pt x="2941279" y="63624"/>
                    </a:lnTo>
                    <a:lnTo>
                      <a:pt x="2822326" y="61223"/>
                    </a:lnTo>
                    <a:cubicBezTo>
                      <a:pt x="2821798" y="61223"/>
                      <a:pt x="2821432" y="61289"/>
                      <a:pt x="2821026" y="61376"/>
                    </a:cubicBezTo>
                    <a:lnTo>
                      <a:pt x="2794366" y="69474"/>
                    </a:lnTo>
                    <a:lnTo>
                      <a:pt x="2739705" y="80671"/>
                    </a:lnTo>
                    <a:lnTo>
                      <a:pt x="2711867" y="83879"/>
                    </a:lnTo>
                    <a:lnTo>
                      <a:pt x="2683378" y="85320"/>
                    </a:lnTo>
                    <a:lnTo>
                      <a:pt x="2654564" y="86237"/>
                    </a:lnTo>
                    <a:lnTo>
                      <a:pt x="2529962" y="84381"/>
                    </a:lnTo>
                    <a:cubicBezTo>
                      <a:pt x="2529068" y="84338"/>
                      <a:pt x="2528499" y="84556"/>
                      <a:pt x="2528011" y="84862"/>
                    </a:cubicBezTo>
                    <a:lnTo>
                      <a:pt x="2497166" y="104091"/>
                    </a:lnTo>
                    <a:lnTo>
                      <a:pt x="2465913" y="124171"/>
                    </a:lnTo>
                    <a:lnTo>
                      <a:pt x="2434377" y="143422"/>
                    </a:lnTo>
                    <a:lnTo>
                      <a:pt x="2370166" y="170858"/>
                    </a:lnTo>
                    <a:lnTo>
                      <a:pt x="2241581" y="162695"/>
                    </a:lnTo>
                    <a:cubicBezTo>
                      <a:pt x="2240890" y="162695"/>
                      <a:pt x="2240118" y="162804"/>
                      <a:pt x="2239589" y="163066"/>
                    </a:cubicBezTo>
                    <a:lnTo>
                      <a:pt x="2205289" y="179414"/>
                    </a:lnTo>
                    <a:lnTo>
                      <a:pt x="2170339" y="193230"/>
                    </a:lnTo>
                    <a:lnTo>
                      <a:pt x="2135022" y="205912"/>
                    </a:lnTo>
                    <a:lnTo>
                      <a:pt x="2098853" y="215559"/>
                    </a:lnTo>
                    <a:cubicBezTo>
                      <a:pt x="2098487" y="215668"/>
                      <a:pt x="2098203" y="215821"/>
                      <a:pt x="2097959" y="215995"/>
                    </a:cubicBezTo>
                    <a:lnTo>
                      <a:pt x="2061505" y="242100"/>
                    </a:lnTo>
                    <a:lnTo>
                      <a:pt x="1926905" y="252118"/>
                    </a:lnTo>
                    <a:lnTo>
                      <a:pt x="1791493" y="261919"/>
                    </a:lnTo>
                    <a:lnTo>
                      <a:pt x="1656121" y="267877"/>
                    </a:lnTo>
                    <a:lnTo>
                      <a:pt x="1520749" y="272417"/>
                    </a:lnTo>
                    <a:lnTo>
                      <a:pt x="1385255" y="278659"/>
                    </a:lnTo>
                    <a:lnTo>
                      <a:pt x="1249965" y="290599"/>
                    </a:lnTo>
                    <a:lnTo>
                      <a:pt x="1114633" y="299438"/>
                    </a:lnTo>
                    <a:lnTo>
                      <a:pt x="986455" y="310352"/>
                    </a:lnTo>
                    <a:lnTo>
                      <a:pt x="844459" y="318820"/>
                    </a:lnTo>
                    <a:lnTo>
                      <a:pt x="709412" y="323513"/>
                    </a:lnTo>
                    <a:lnTo>
                      <a:pt x="574365" y="329865"/>
                    </a:lnTo>
                    <a:lnTo>
                      <a:pt x="439644" y="337045"/>
                    </a:lnTo>
                    <a:lnTo>
                      <a:pt x="305003" y="338966"/>
                    </a:lnTo>
                    <a:lnTo>
                      <a:pt x="170485" y="338006"/>
                    </a:lnTo>
                    <a:lnTo>
                      <a:pt x="36007" y="334208"/>
                    </a:lnTo>
                    <a:lnTo>
                      <a:pt x="0" y="333619"/>
                    </a:lnTo>
                    <a:lnTo>
                      <a:pt x="0" y="336456"/>
                    </a:lnTo>
                    <a:lnTo>
                      <a:pt x="35804" y="336980"/>
                    </a:lnTo>
                    <a:lnTo>
                      <a:pt x="170363" y="340821"/>
                    </a:lnTo>
                    <a:lnTo>
                      <a:pt x="305003" y="341782"/>
                    </a:lnTo>
                    <a:lnTo>
                      <a:pt x="439928" y="339861"/>
                    </a:lnTo>
                    <a:lnTo>
                      <a:pt x="574812" y="332615"/>
                    </a:lnTo>
                    <a:lnTo>
                      <a:pt x="709737" y="326329"/>
                    </a:lnTo>
                    <a:lnTo>
                      <a:pt x="844824" y="321636"/>
                    </a:lnTo>
                    <a:lnTo>
                      <a:pt x="983651" y="313495"/>
                    </a:lnTo>
                    <a:lnTo>
                      <a:pt x="1115324" y="302254"/>
                    </a:lnTo>
                    <a:lnTo>
                      <a:pt x="1250655" y="293349"/>
                    </a:lnTo>
                    <a:lnTo>
                      <a:pt x="1385824" y="281410"/>
                    </a:lnTo>
                    <a:lnTo>
                      <a:pt x="1521115" y="275233"/>
                    </a:lnTo>
                    <a:lnTo>
                      <a:pt x="1656486" y="270715"/>
                    </a:lnTo>
                    <a:lnTo>
                      <a:pt x="1792021" y="264690"/>
                    </a:lnTo>
                    <a:lnTo>
                      <a:pt x="1927555" y="254890"/>
                    </a:lnTo>
                    <a:lnTo>
                      <a:pt x="2063171" y="244828"/>
                    </a:lnTo>
                    <a:cubicBezTo>
                      <a:pt x="2063821" y="244763"/>
                      <a:pt x="2064431" y="244610"/>
                      <a:pt x="2064837" y="244304"/>
                    </a:cubicBezTo>
                    <a:lnTo>
                      <a:pt x="2101535" y="217982"/>
                    </a:lnTo>
                    <a:lnTo>
                      <a:pt x="2137461" y="208334"/>
                    </a:lnTo>
                    <a:lnTo>
                      <a:pt x="2173102" y="195609"/>
                    </a:lnTo>
                    <a:lnTo>
                      <a:pt x="2208337" y="181706"/>
                    </a:lnTo>
                    <a:lnTo>
                      <a:pt x="2241987" y="165620"/>
                    </a:lnTo>
                    <a:lnTo>
                      <a:pt x="2370531" y="173783"/>
                    </a:lnTo>
                    <a:cubicBezTo>
                      <a:pt x="2371182" y="173783"/>
                      <a:pt x="2371872" y="173739"/>
                      <a:pt x="2372360" y="173456"/>
                    </a:cubicBezTo>
                    <a:lnTo>
                      <a:pt x="2437750" y="145474"/>
                    </a:lnTo>
                    <a:lnTo>
                      <a:pt x="2469612" y="126070"/>
                    </a:lnTo>
                    <a:lnTo>
                      <a:pt x="2500904" y="105990"/>
                    </a:lnTo>
                    <a:lnTo>
                      <a:pt x="2530937" y="87241"/>
                    </a:lnTo>
                    <a:lnTo>
                      <a:pt x="2654605" y="89096"/>
                    </a:lnTo>
                    <a:lnTo>
                      <a:pt x="2683662" y="88179"/>
                    </a:lnTo>
                    <a:lnTo>
                      <a:pt x="2712517" y="86739"/>
                    </a:lnTo>
                    <a:lnTo>
                      <a:pt x="2741006" y="83443"/>
                    </a:lnTo>
                    <a:lnTo>
                      <a:pt x="2796398" y="72049"/>
                    </a:lnTo>
                    <a:lnTo>
                      <a:pt x="2822733" y="64105"/>
                    </a:lnTo>
                    <a:lnTo>
                      <a:pt x="2941198" y="66506"/>
                    </a:lnTo>
                    <a:lnTo>
                      <a:pt x="3060314" y="63472"/>
                    </a:lnTo>
                    <a:cubicBezTo>
                      <a:pt x="3060761" y="63406"/>
                      <a:pt x="3061249" y="63362"/>
                      <a:pt x="3061655" y="63210"/>
                    </a:cubicBezTo>
                    <a:lnTo>
                      <a:pt x="3086649" y="53344"/>
                    </a:lnTo>
                    <a:lnTo>
                      <a:pt x="3134929" y="28680"/>
                    </a:lnTo>
                    <a:lnTo>
                      <a:pt x="3158988" y="18487"/>
                    </a:lnTo>
                    <a:lnTo>
                      <a:pt x="3181665" y="3689"/>
                    </a:lnTo>
                    <a:lnTo>
                      <a:pt x="3202960" y="2881"/>
                    </a:lnTo>
                    <a:lnTo>
                      <a:pt x="3250347" y="12157"/>
                    </a:lnTo>
                    <a:lnTo>
                      <a:pt x="3253070" y="12485"/>
                    </a:lnTo>
                    <a:cubicBezTo>
                      <a:pt x="3253354" y="12550"/>
                      <a:pt x="3253679" y="12550"/>
                      <a:pt x="3253923" y="12485"/>
                    </a:cubicBezTo>
                    <a:lnTo>
                      <a:pt x="3272617" y="11263"/>
                    </a:lnTo>
                    <a:lnTo>
                      <a:pt x="3336950" y="18771"/>
                    </a:lnTo>
                    <a:cubicBezTo>
                      <a:pt x="3337316" y="18814"/>
                      <a:pt x="3337601" y="18814"/>
                      <a:pt x="3337885" y="18771"/>
                    </a:cubicBezTo>
                    <a:lnTo>
                      <a:pt x="3359993" y="16916"/>
                    </a:lnTo>
                    <a:cubicBezTo>
                      <a:pt x="3359993" y="16916"/>
                      <a:pt x="3360115" y="16916"/>
                      <a:pt x="3360237" y="16872"/>
                    </a:cubicBezTo>
                    <a:lnTo>
                      <a:pt x="3360644" y="16872"/>
                    </a:lnTo>
                    <a:lnTo>
                      <a:pt x="3366496" y="16392"/>
                    </a:lnTo>
                    <a:lnTo>
                      <a:pt x="3449036" y="22088"/>
                    </a:lnTo>
                    <a:lnTo>
                      <a:pt x="3465535" y="23747"/>
                    </a:lnTo>
                    <a:lnTo>
                      <a:pt x="3482076" y="24380"/>
                    </a:lnTo>
                    <a:lnTo>
                      <a:pt x="3492236" y="26192"/>
                    </a:lnTo>
                    <a:lnTo>
                      <a:pt x="3576767" y="32325"/>
                    </a:lnTo>
                    <a:lnTo>
                      <a:pt x="3616229" y="36690"/>
                    </a:lnTo>
                    <a:cubicBezTo>
                      <a:pt x="3616554" y="36756"/>
                      <a:pt x="3616798" y="36756"/>
                      <a:pt x="3617082" y="36690"/>
                    </a:cubicBezTo>
                    <a:lnTo>
                      <a:pt x="3664712" y="33438"/>
                    </a:lnTo>
                    <a:lnTo>
                      <a:pt x="3755786" y="29007"/>
                    </a:lnTo>
                    <a:cubicBezTo>
                      <a:pt x="3757168" y="28942"/>
                      <a:pt x="3758225" y="28265"/>
                      <a:pt x="3758103" y="27523"/>
                    </a:cubicBezTo>
                    <a:cubicBezTo>
                      <a:pt x="3757981" y="26716"/>
                      <a:pt x="3756721" y="26126"/>
                      <a:pt x="3755339" y="2619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3" name="Freeform: Shape 582">
                <a:extLst>
                  <a:ext uri="{FF2B5EF4-FFF2-40B4-BE49-F238E27FC236}">
                    <a16:creationId xmlns:a16="http://schemas.microsoft.com/office/drawing/2014/main" id="{B79CB49F-8842-470E-AF11-16D5219FA755}"/>
                  </a:ext>
                </a:extLst>
              </p:cNvPr>
              <p:cNvSpPr/>
              <p:nvPr/>
            </p:nvSpPr>
            <p:spPr>
              <a:xfrm>
                <a:off x="0" y="5637061"/>
                <a:ext cx="182524" cy="22003"/>
              </a:xfrm>
              <a:custGeom>
                <a:avLst/>
                <a:gdLst>
                  <a:gd name="connsiteX0" fmla="*/ 178979 w 182524"/>
                  <a:gd name="connsiteY0" fmla="*/ 46 h 22003"/>
                  <a:gd name="connsiteX1" fmla="*/ 156383 w 182524"/>
                  <a:gd name="connsiteY1" fmla="*/ 5175 h 22003"/>
                  <a:gd name="connsiteX2" fmla="*/ 149840 w 182524"/>
                  <a:gd name="connsiteY2" fmla="*/ 6877 h 22003"/>
                  <a:gd name="connsiteX3" fmla="*/ 138826 w 182524"/>
                  <a:gd name="connsiteY3" fmla="*/ 7314 h 22003"/>
                  <a:gd name="connsiteX4" fmla="*/ 134762 w 182524"/>
                  <a:gd name="connsiteY4" fmla="*/ 6244 h 22003"/>
                  <a:gd name="connsiteX5" fmla="*/ 132933 w 182524"/>
                  <a:gd name="connsiteY5" fmla="*/ 6135 h 22003"/>
                  <a:gd name="connsiteX6" fmla="*/ 122977 w 182524"/>
                  <a:gd name="connsiteY6" fmla="*/ 7729 h 22003"/>
                  <a:gd name="connsiteX7" fmla="*/ 73315 w 182524"/>
                  <a:gd name="connsiteY7" fmla="*/ 8427 h 22003"/>
                  <a:gd name="connsiteX8" fmla="*/ 0 w 182524"/>
                  <a:gd name="connsiteY8" fmla="*/ 19122 h 22003"/>
                  <a:gd name="connsiteX9" fmla="*/ 0 w 182524"/>
                  <a:gd name="connsiteY9" fmla="*/ 22003 h 22003"/>
                  <a:gd name="connsiteX10" fmla="*/ 67381 w 182524"/>
                  <a:gd name="connsiteY10" fmla="*/ 12203 h 22003"/>
                  <a:gd name="connsiteX11" fmla="*/ 73965 w 182524"/>
                  <a:gd name="connsiteY11" fmla="*/ 11177 h 22003"/>
                  <a:gd name="connsiteX12" fmla="*/ 123383 w 182524"/>
                  <a:gd name="connsiteY12" fmla="*/ 10544 h 22003"/>
                  <a:gd name="connsiteX13" fmla="*/ 124033 w 182524"/>
                  <a:gd name="connsiteY13" fmla="*/ 10501 h 22003"/>
                  <a:gd name="connsiteX14" fmla="*/ 133462 w 182524"/>
                  <a:gd name="connsiteY14" fmla="*/ 9016 h 22003"/>
                  <a:gd name="connsiteX15" fmla="*/ 137241 w 182524"/>
                  <a:gd name="connsiteY15" fmla="*/ 10042 h 22003"/>
                  <a:gd name="connsiteX16" fmla="*/ 138542 w 182524"/>
                  <a:gd name="connsiteY16" fmla="*/ 10151 h 22003"/>
                  <a:gd name="connsiteX17" fmla="*/ 150734 w 182524"/>
                  <a:gd name="connsiteY17" fmla="*/ 9671 h 22003"/>
                  <a:gd name="connsiteX18" fmla="*/ 151790 w 182524"/>
                  <a:gd name="connsiteY18" fmla="*/ 9518 h 22003"/>
                  <a:gd name="connsiteX19" fmla="*/ 180970 w 182524"/>
                  <a:gd name="connsiteY19" fmla="*/ 2709 h 22003"/>
                  <a:gd name="connsiteX20" fmla="*/ 182352 w 182524"/>
                  <a:gd name="connsiteY20" fmla="*/ 897 h 22003"/>
                  <a:gd name="connsiteX21" fmla="*/ 179019 w 182524"/>
                  <a:gd name="connsiteY21" fmla="*/ 89 h 2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2524" h="22003">
                    <a:moveTo>
                      <a:pt x="178979" y="46"/>
                    </a:moveTo>
                    <a:lnTo>
                      <a:pt x="156383" y="5175"/>
                    </a:lnTo>
                    <a:lnTo>
                      <a:pt x="149840" y="6877"/>
                    </a:lnTo>
                    <a:lnTo>
                      <a:pt x="138826" y="7314"/>
                    </a:lnTo>
                    <a:lnTo>
                      <a:pt x="134762" y="6244"/>
                    </a:lnTo>
                    <a:cubicBezTo>
                      <a:pt x="134193" y="6092"/>
                      <a:pt x="133543" y="6026"/>
                      <a:pt x="132933" y="6135"/>
                    </a:cubicBezTo>
                    <a:lnTo>
                      <a:pt x="122977" y="7729"/>
                    </a:lnTo>
                    <a:lnTo>
                      <a:pt x="73315" y="8427"/>
                    </a:lnTo>
                    <a:lnTo>
                      <a:pt x="0" y="19122"/>
                    </a:lnTo>
                    <a:lnTo>
                      <a:pt x="0" y="22003"/>
                    </a:lnTo>
                    <a:lnTo>
                      <a:pt x="67381" y="12203"/>
                    </a:lnTo>
                    <a:lnTo>
                      <a:pt x="73965" y="11177"/>
                    </a:lnTo>
                    <a:lnTo>
                      <a:pt x="123383" y="10544"/>
                    </a:lnTo>
                    <a:cubicBezTo>
                      <a:pt x="123627" y="10544"/>
                      <a:pt x="123830" y="10544"/>
                      <a:pt x="124033" y="10501"/>
                    </a:cubicBezTo>
                    <a:lnTo>
                      <a:pt x="133462" y="9016"/>
                    </a:lnTo>
                    <a:lnTo>
                      <a:pt x="137241" y="10042"/>
                    </a:lnTo>
                    <a:cubicBezTo>
                      <a:pt x="137648" y="10151"/>
                      <a:pt x="138095" y="10195"/>
                      <a:pt x="138542" y="10151"/>
                    </a:cubicBezTo>
                    <a:lnTo>
                      <a:pt x="150734" y="9671"/>
                    </a:lnTo>
                    <a:cubicBezTo>
                      <a:pt x="151100" y="9671"/>
                      <a:pt x="151425" y="9628"/>
                      <a:pt x="151790" y="9518"/>
                    </a:cubicBezTo>
                    <a:lnTo>
                      <a:pt x="180970" y="2709"/>
                    </a:lnTo>
                    <a:cubicBezTo>
                      <a:pt x="182270" y="2381"/>
                      <a:pt x="182839" y="1595"/>
                      <a:pt x="182352" y="897"/>
                    </a:cubicBezTo>
                    <a:cubicBezTo>
                      <a:pt x="181823" y="155"/>
                      <a:pt x="180320" y="-173"/>
                      <a:pt x="179019" y="8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4" name="Freeform: Shape 583">
                <a:extLst>
                  <a:ext uri="{FF2B5EF4-FFF2-40B4-BE49-F238E27FC236}">
                    <a16:creationId xmlns:a16="http://schemas.microsoft.com/office/drawing/2014/main" id="{94319BA2-B519-41F2-9428-A67347E53D5C}"/>
                  </a:ext>
                </a:extLst>
              </p:cNvPr>
              <p:cNvSpPr/>
              <p:nvPr/>
            </p:nvSpPr>
            <p:spPr>
              <a:xfrm>
                <a:off x="1943647" y="5686058"/>
                <a:ext cx="179224" cy="7731"/>
              </a:xfrm>
              <a:custGeom>
                <a:avLst/>
                <a:gdLst>
                  <a:gd name="connsiteX0" fmla="*/ 78680 w 179224"/>
                  <a:gd name="connsiteY0" fmla="*/ 7688 h 7731"/>
                  <a:gd name="connsiteX1" fmla="*/ 35805 w 179224"/>
                  <a:gd name="connsiteY1" fmla="*/ 6837 h 7731"/>
                  <a:gd name="connsiteX2" fmla="*/ 17151 w 179224"/>
                  <a:gd name="connsiteY2" fmla="*/ 4283 h 7731"/>
                  <a:gd name="connsiteX3" fmla="*/ 2480 w 179224"/>
                  <a:gd name="connsiteY3" fmla="*/ 4021 h 7731"/>
                  <a:gd name="connsiteX4" fmla="*/ 1 w 179224"/>
                  <a:gd name="connsiteY4" fmla="*/ 2580 h 7731"/>
                  <a:gd name="connsiteX5" fmla="*/ 2643 w 179224"/>
                  <a:gd name="connsiteY5" fmla="*/ 1205 h 7731"/>
                  <a:gd name="connsiteX6" fmla="*/ 17923 w 179224"/>
                  <a:gd name="connsiteY6" fmla="*/ 1533 h 7731"/>
                  <a:gd name="connsiteX7" fmla="*/ 36577 w 179224"/>
                  <a:gd name="connsiteY7" fmla="*/ 4086 h 7731"/>
                  <a:gd name="connsiteX8" fmla="*/ 78314 w 179224"/>
                  <a:gd name="connsiteY8" fmla="*/ 4938 h 7731"/>
                  <a:gd name="connsiteX9" fmla="*/ 107575 w 179224"/>
                  <a:gd name="connsiteY9" fmla="*/ 1642 h 7731"/>
                  <a:gd name="connsiteX10" fmla="*/ 162155 w 179224"/>
                  <a:gd name="connsiteY10" fmla="*/ 1642 h 7731"/>
                  <a:gd name="connsiteX11" fmla="*/ 176175 w 179224"/>
                  <a:gd name="connsiteY11" fmla="*/ 49 h 7731"/>
                  <a:gd name="connsiteX12" fmla="*/ 179183 w 179224"/>
                  <a:gd name="connsiteY12" fmla="*/ 1118 h 7731"/>
                  <a:gd name="connsiteX13" fmla="*/ 177191 w 179224"/>
                  <a:gd name="connsiteY13" fmla="*/ 2777 h 7731"/>
                  <a:gd name="connsiteX14" fmla="*/ 162602 w 179224"/>
                  <a:gd name="connsiteY14" fmla="*/ 4436 h 7731"/>
                  <a:gd name="connsiteX15" fmla="*/ 108022 w 179224"/>
                  <a:gd name="connsiteY15" fmla="*/ 4436 h 7731"/>
                  <a:gd name="connsiteX16" fmla="*/ 78639 w 179224"/>
                  <a:gd name="connsiteY16" fmla="*/ 7732 h 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9224" h="7731">
                    <a:moveTo>
                      <a:pt x="78680" y="7688"/>
                    </a:moveTo>
                    <a:lnTo>
                      <a:pt x="35805" y="6837"/>
                    </a:lnTo>
                    <a:lnTo>
                      <a:pt x="17151" y="4283"/>
                    </a:lnTo>
                    <a:lnTo>
                      <a:pt x="2480" y="4021"/>
                    </a:lnTo>
                    <a:cubicBezTo>
                      <a:pt x="1098" y="4021"/>
                      <a:pt x="-40" y="3323"/>
                      <a:pt x="1" y="2580"/>
                    </a:cubicBezTo>
                    <a:cubicBezTo>
                      <a:pt x="42" y="1773"/>
                      <a:pt x="1220" y="1140"/>
                      <a:pt x="2643" y="1205"/>
                    </a:cubicBezTo>
                    <a:lnTo>
                      <a:pt x="17923" y="1533"/>
                    </a:lnTo>
                    <a:lnTo>
                      <a:pt x="36577" y="4086"/>
                    </a:lnTo>
                    <a:lnTo>
                      <a:pt x="78314" y="4938"/>
                    </a:lnTo>
                    <a:lnTo>
                      <a:pt x="107575" y="1642"/>
                    </a:lnTo>
                    <a:lnTo>
                      <a:pt x="162155" y="1642"/>
                    </a:lnTo>
                    <a:lnTo>
                      <a:pt x="176175" y="49"/>
                    </a:lnTo>
                    <a:cubicBezTo>
                      <a:pt x="177557" y="-170"/>
                      <a:pt x="178898" y="376"/>
                      <a:pt x="179183" y="1118"/>
                    </a:cubicBezTo>
                    <a:cubicBezTo>
                      <a:pt x="179427" y="1860"/>
                      <a:pt x="178573" y="2602"/>
                      <a:pt x="177191" y="2777"/>
                    </a:cubicBezTo>
                    <a:lnTo>
                      <a:pt x="162602" y="4436"/>
                    </a:lnTo>
                    <a:lnTo>
                      <a:pt x="108022" y="4436"/>
                    </a:lnTo>
                    <a:lnTo>
                      <a:pt x="78639" y="77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5" name="Freeform: Shape 584">
                <a:extLst>
                  <a:ext uri="{FF2B5EF4-FFF2-40B4-BE49-F238E27FC236}">
                    <a16:creationId xmlns:a16="http://schemas.microsoft.com/office/drawing/2014/main" id="{5BB52FA6-8F2B-418F-9079-AAF83FACD855}"/>
                  </a:ext>
                </a:extLst>
              </p:cNvPr>
              <p:cNvSpPr/>
              <p:nvPr/>
            </p:nvSpPr>
            <p:spPr>
              <a:xfrm>
                <a:off x="9816208" y="5692667"/>
                <a:ext cx="150900" cy="14502"/>
              </a:xfrm>
              <a:custGeom>
                <a:avLst/>
                <a:gdLst>
                  <a:gd name="connsiteX0" fmla="*/ 148313 w 150900"/>
                  <a:gd name="connsiteY0" fmla="*/ 14502 h 14502"/>
                  <a:gd name="connsiteX1" fmla="*/ 147826 w 150900"/>
                  <a:gd name="connsiteY1" fmla="*/ 14437 h 14502"/>
                  <a:gd name="connsiteX2" fmla="*/ 121532 w 150900"/>
                  <a:gd name="connsiteY2" fmla="*/ 11184 h 14502"/>
                  <a:gd name="connsiteX3" fmla="*/ 65692 w 150900"/>
                  <a:gd name="connsiteY3" fmla="*/ 11184 h 14502"/>
                  <a:gd name="connsiteX4" fmla="*/ 1888 w 150900"/>
                  <a:gd name="connsiteY4" fmla="*/ 2759 h 14502"/>
                  <a:gd name="connsiteX5" fmla="*/ 99 w 150900"/>
                  <a:gd name="connsiteY5" fmla="*/ 1057 h 14502"/>
                  <a:gd name="connsiteX6" fmla="*/ 3187 w 150900"/>
                  <a:gd name="connsiteY6" fmla="*/ 53 h 14502"/>
                  <a:gd name="connsiteX7" fmla="*/ 66301 w 150900"/>
                  <a:gd name="connsiteY7" fmla="*/ 8369 h 14502"/>
                  <a:gd name="connsiteX8" fmla="*/ 122181 w 150900"/>
                  <a:gd name="connsiteY8" fmla="*/ 8434 h 14502"/>
                  <a:gd name="connsiteX9" fmla="*/ 148964 w 150900"/>
                  <a:gd name="connsiteY9" fmla="*/ 11730 h 14502"/>
                  <a:gd name="connsiteX10" fmla="*/ 150833 w 150900"/>
                  <a:gd name="connsiteY10" fmla="*/ 13389 h 14502"/>
                  <a:gd name="connsiteX11" fmla="*/ 148353 w 150900"/>
                  <a:gd name="connsiteY11" fmla="*/ 14502 h 1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900" h="14502">
                    <a:moveTo>
                      <a:pt x="148313" y="14502"/>
                    </a:moveTo>
                    <a:cubicBezTo>
                      <a:pt x="148313" y="14502"/>
                      <a:pt x="147988" y="14502"/>
                      <a:pt x="147826" y="14437"/>
                    </a:cubicBezTo>
                    <a:lnTo>
                      <a:pt x="121532" y="11184"/>
                    </a:lnTo>
                    <a:lnTo>
                      <a:pt x="65692" y="11184"/>
                    </a:lnTo>
                    <a:lnTo>
                      <a:pt x="1888" y="2759"/>
                    </a:lnTo>
                    <a:cubicBezTo>
                      <a:pt x="587" y="2541"/>
                      <a:pt x="-307" y="1799"/>
                      <a:pt x="99" y="1057"/>
                    </a:cubicBezTo>
                    <a:cubicBezTo>
                      <a:pt x="383" y="315"/>
                      <a:pt x="1684" y="-165"/>
                      <a:pt x="3187" y="53"/>
                    </a:cubicBezTo>
                    <a:lnTo>
                      <a:pt x="66301" y="8369"/>
                    </a:lnTo>
                    <a:lnTo>
                      <a:pt x="122181" y="8434"/>
                    </a:lnTo>
                    <a:lnTo>
                      <a:pt x="148964" y="11730"/>
                    </a:lnTo>
                    <a:cubicBezTo>
                      <a:pt x="150263" y="11905"/>
                      <a:pt x="151158" y="12625"/>
                      <a:pt x="150833" y="13389"/>
                    </a:cubicBezTo>
                    <a:cubicBezTo>
                      <a:pt x="150629" y="14022"/>
                      <a:pt x="149532" y="14502"/>
                      <a:pt x="148353" y="1450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6" name="Freeform: Shape 585">
                <a:extLst>
                  <a:ext uri="{FF2B5EF4-FFF2-40B4-BE49-F238E27FC236}">
                    <a16:creationId xmlns:a16="http://schemas.microsoft.com/office/drawing/2014/main" id="{ED8317B4-DD80-443C-BED9-088D76B527DE}"/>
                  </a:ext>
                </a:extLst>
              </p:cNvPr>
              <p:cNvSpPr/>
              <p:nvPr/>
            </p:nvSpPr>
            <p:spPr>
              <a:xfrm>
                <a:off x="11427124" y="5799814"/>
                <a:ext cx="764875" cy="78301"/>
              </a:xfrm>
              <a:custGeom>
                <a:avLst/>
                <a:gdLst>
                  <a:gd name="connsiteX0" fmla="*/ 764876 w 764875"/>
                  <a:gd name="connsiteY0" fmla="*/ 75485 h 78301"/>
                  <a:gd name="connsiteX1" fmla="*/ 760608 w 764875"/>
                  <a:gd name="connsiteY1" fmla="*/ 75267 h 78301"/>
                  <a:gd name="connsiteX2" fmla="*/ 700177 w 764875"/>
                  <a:gd name="connsiteY2" fmla="*/ 67060 h 78301"/>
                  <a:gd name="connsiteX3" fmla="*/ 670103 w 764875"/>
                  <a:gd name="connsiteY3" fmla="*/ 63961 h 78301"/>
                  <a:gd name="connsiteX4" fmla="*/ 589920 w 764875"/>
                  <a:gd name="connsiteY4" fmla="*/ 61626 h 78301"/>
                  <a:gd name="connsiteX5" fmla="*/ 524652 w 764875"/>
                  <a:gd name="connsiteY5" fmla="*/ 57828 h 78301"/>
                  <a:gd name="connsiteX6" fmla="*/ 429595 w 764875"/>
                  <a:gd name="connsiteY6" fmla="*/ 54837 h 78301"/>
                  <a:gd name="connsiteX7" fmla="*/ 423947 w 764875"/>
                  <a:gd name="connsiteY7" fmla="*/ 53244 h 78301"/>
                  <a:gd name="connsiteX8" fmla="*/ 423255 w 764875"/>
                  <a:gd name="connsiteY8" fmla="*/ 53135 h 78301"/>
                  <a:gd name="connsiteX9" fmla="*/ 398749 w 764875"/>
                  <a:gd name="connsiteY9" fmla="*/ 50952 h 78301"/>
                  <a:gd name="connsiteX10" fmla="*/ 375057 w 764875"/>
                  <a:gd name="connsiteY10" fmla="*/ 51542 h 78301"/>
                  <a:gd name="connsiteX11" fmla="*/ 346568 w 764875"/>
                  <a:gd name="connsiteY11" fmla="*/ 50276 h 78301"/>
                  <a:gd name="connsiteX12" fmla="*/ 327507 w 764875"/>
                  <a:gd name="connsiteY12" fmla="*/ 48988 h 78301"/>
                  <a:gd name="connsiteX13" fmla="*/ 321940 w 764875"/>
                  <a:gd name="connsiteY13" fmla="*/ 47504 h 78301"/>
                  <a:gd name="connsiteX14" fmla="*/ 290892 w 764875"/>
                  <a:gd name="connsiteY14" fmla="*/ 41523 h 78301"/>
                  <a:gd name="connsiteX15" fmla="*/ 263216 w 764875"/>
                  <a:gd name="connsiteY15" fmla="*/ 35761 h 78301"/>
                  <a:gd name="connsiteX16" fmla="*/ 239807 w 764875"/>
                  <a:gd name="connsiteY16" fmla="*/ 31658 h 78301"/>
                  <a:gd name="connsiteX17" fmla="*/ 237409 w 764875"/>
                  <a:gd name="connsiteY17" fmla="*/ 30217 h 78301"/>
                  <a:gd name="connsiteX18" fmla="*/ 236230 w 764875"/>
                  <a:gd name="connsiteY18" fmla="*/ 29802 h 78301"/>
                  <a:gd name="connsiteX19" fmla="*/ 209936 w 764875"/>
                  <a:gd name="connsiteY19" fmla="*/ 25634 h 78301"/>
                  <a:gd name="connsiteX20" fmla="*/ 184617 w 764875"/>
                  <a:gd name="connsiteY20" fmla="*/ 22272 h 78301"/>
                  <a:gd name="connsiteX21" fmla="*/ 159502 w 764875"/>
                  <a:gd name="connsiteY21" fmla="*/ 19129 h 78301"/>
                  <a:gd name="connsiteX22" fmla="*/ 134387 w 764875"/>
                  <a:gd name="connsiteY22" fmla="*/ 16576 h 78301"/>
                  <a:gd name="connsiteX23" fmla="*/ 114432 w 764875"/>
                  <a:gd name="connsiteY23" fmla="*/ 15877 h 78301"/>
                  <a:gd name="connsiteX24" fmla="*/ 61641 w 764875"/>
                  <a:gd name="connsiteY24" fmla="*/ 13214 h 78301"/>
                  <a:gd name="connsiteX25" fmla="*/ 38842 w 764875"/>
                  <a:gd name="connsiteY25" fmla="*/ 6186 h 78301"/>
                  <a:gd name="connsiteX26" fmla="*/ 14336 w 764875"/>
                  <a:gd name="connsiteY26" fmla="*/ 1646 h 78301"/>
                  <a:gd name="connsiteX27" fmla="*/ 3242 w 764875"/>
                  <a:gd name="connsiteY27" fmla="*/ 53 h 78301"/>
                  <a:gd name="connsiteX28" fmla="*/ 72 w 764875"/>
                  <a:gd name="connsiteY28" fmla="*/ 1079 h 78301"/>
                  <a:gd name="connsiteX29" fmla="*/ 1941 w 764875"/>
                  <a:gd name="connsiteY29" fmla="*/ 2781 h 78301"/>
                  <a:gd name="connsiteX30" fmla="*/ 12954 w 764875"/>
                  <a:gd name="connsiteY30" fmla="*/ 4374 h 78301"/>
                  <a:gd name="connsiteX31" fmla="*/ 36770 w 764875"/>
                  <a:gd name="connsiteY31" fmla="*/ 8740 h 78301"/>
                  <a:gd name="connsiteX32" fmla="*/ 59690 w 764875"/>
                  <a:gd name="connsiteY32" fmla="*/ 15833 h 78301"/>
                  <a:gd name="connsiteX33" fmla="*/ 60665 w 764875"/>
                  <a:gd name="connsiteY33" fmla="*/ 15986 h 78301"/>
                  <a:gd name="connsiteX34" fmla="*/ 114026 w 764875"/>
                  <a:gd name="connsiteY34" fmla="*/ 18693 h 78301"/>
                  <a:gd name="connsiteX35" fmla="*/ 133777 w 764875"/>
                  <a:gd name="connsiteY35" fmla="*/ 19391 h 78301"/>
                  <a:gd name="connsiteX36" fmla="*/ 158486 w 764875"/>
                  <a:gd name="connsiteY36" fmla="*/ 21901 h 78301"/>
                  <a:gd name="connsiteX37" fmla="*/ 208596 w 764875"/>
                  <a:gd name="connsiteY37" fmla="*/ 28362 h 78301"/>
                  <a:gd name="connsiteX38" fmla="*/ 234117 w 764875"/>
                  <a:gd name="connsiteY38" fmla="*/ 32400 h 78301"/>
                  <a:gd name="connsiteX39" fmla="*/ 236474 w 764875"/>
                  <a:gd name="connsiteY39" fmla="*/ 33840 h 78301"/>
                  <a:gd name="connsiteX40" fmla="*/ 237571 w 764875"/>
                  <a:gd name="connsiteY40" fmla="*/ 34211 h 78301"/>
                  <a:gd name="connsiteX41" fmla="*/ 261508 w 764875"/>
                  <a:gd name="connsiteY41" fmla="*/ 38424 h 78301"/>
                  <a:gd name="connsiteX42" fmla="*/ 289184 w 764875"/>
                  <a:gd name="connsiteY42" fmla="*/ 44186 h 78301"/>
                  <a:gd name="connsiteX43" fmla="*/ 320030 w 764875"/>
                  <a:gd name="connsiteY43" fmla="*/ 50101 h 78301"/>
                  <a:gd name="connsiteX44" fmla="*/ 325679 w 764875"/>
                  <a:gd name="connsiteY44" fmla="*/ 51607 h 78301"/>
                  <a:gd name="connsiteX45" fmla="*/ 326452 w 764875"/>
                  <a:gd name="connsiteY45" fmla="*/ 51760 h 78301"/>
                  <a:gd name="connsiteX46" fmla="*/ 345999 w 764875"/>
                  <a:gd name="connsiteY46" fmla="*/ 53091 h 78301"/>
                  <a:gd name="connsiteX47" fmla="*/ 374854 w 764875"/>
                  <a:gd name="connsiteY47" fmla="*/ 54379 h 78301"/>
                  <a:gd name="connsiteX48" fmla="*/ 398384 w 764875"/>
                  <a:gd name="connsiteY48" fmla="*/ 53746 h 78301"/>
                  <a:gd name="connsiteX49" fmla="*/ 421995 w 764875"/>
                  <a:gd name="connsiteY49" fmla="*/ 55929 h 78301"/>
                  <a:gd name="connsiteX50" fmla="*/ 427726 w 764875"/>
                  <a:gd name="connsiteY50" fmla="*/ 57522 h 78301"/>
                  <a:gd name="connsiteX51" fmla="*/ 428702 w 764875"/>
                  <a:gd name="connsiteY51" fmla="*/ 57631 h 78301"/>
                  <a:gd name="connsiteX52" fmla="*/ 524165 w 764875"/>
                  <a:gd name="connsiteY52" fmla="*/ 60621 h 78301"/>
                  <a:gd name="connsiteX53" fmla="*/ 589433 w 764875"/>
                  <a:gd name="connsiteY53" fmla="*/ 64463 h 78301"/>
                  <a:gd name="connsiteX54" fmla="*/ 669412 w 764875"/>
                  <a:gd name="connsiteY54" fmla="*/ 66755 h 78301"/>
                  <a:gd name="connsiteX55" fmla="*/ 698958 w 764875"/>
                  <a:gd name="connsiteY55" fmla="*/ 69789 h 78301"/>
                  <a:gd name="connsiteX56" fmla="*/ 759673 w 764875"/>
                  <a:gd name="connsiteY56" fmla="*/ 78039 h 78301"/>
                  <a:gd name="connsiteX57" fmla="*/ 764753 w 764875"/>
                  <a:gd name="connsiteY57" fmla="*/ 78301 h 78301"/>
                  <a:gd name="connsiteX58" fmla="*/ 764753 w 764875"/>
                  <a:gd name="connsiteY58" fmla="*/ 75485 h 78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764875" h="78301">
                    <a:moveTo>
                      <a:pt x="764876" y="75485"/>
                    </a:moveTo>
                    <a:lnTo>
                      <a:pt x="760608" y="75267"/>
                    </a:lnTo>
                    <a:lnTo>
                      <a:pt x="700177" y="67060"/>
                    </a:lnTo>
                    <a:lnTo>
                      <a:pt x="670103" y="63961"/>
                    </a:lnTo>
                    <a:lnTo>
                      <a:pt x="589920" y="61626"/>
                    </a:lnTo>
                    <a:lnTo>
                      <a:pt x="524652" y="57828"/>
                    </a:lnTo>
                    <a:lnTo>
                      <a:pt x="429595" y="54837"/>
                    </a:lnTo>
                    <a:lnTo>
                      <a:pt x="423947" y="53244"/>
                    </a:lnTo>
                    <a:cubicBezTo>
                      <a:pt x="423947" y="53244"/>
                      <a:pt x="423459" y="53135"/>
                      <a:pt x="423255" y="53135"/>
                    </a:cubicBezTo>
                    <a:lnTo>
                      <a:pt x="398749" y="50952"/>
                    </a:lnTo>
                    <a:lnTo>
                      <a:pt x="375057" y="51542"/>
                    </a:lnTo>
                    <a:lnTo>
                      <a:pt x="346568" y="50276"/>
                    </a:lnTo>
                    <a:lnTo>
                      <a:pt x="327507" y="48988"/>
                    </a:lnTo>
                    <a:lnTo>
                      <a:pt x="321940" y="47504"/>
                    </a:lnTo>
                    <a:lnTo>
                      <a:pt x="290892" y="41523"/>
                    </a:lnTo>
                    <a:lnTo>
                      <a:pt x="263216" y="35761"/>
                    </a:lnTo>
                    <a:lnTo>
                      <a:pt x="239807" y="31658"/>
                    </a:lnTo>
                    <a:lnTo>
                      <a:pt x="237409" y="30217"/>
                    </a:lnTo>
                    <a:cubicBezTo>
                      <a:pt x="237124" y="29999"/>
                      <a:pt x="236718" y="29846"/>
                      <a:pt x="236230" y="29802"/>
                    </a:cubicBezTo>
                    <a:lnTo>
                      <a:pt x="209936" y="25634"/>
                    </a:lnTo>
                    <a:lnTo>
                      <a:pt x="184617" y="22272"/>
                    </a:lnTo>
                    <a:lnTo>
                      <a:pt x="159502" y="19129"/>
                    </a:lnTo>
                    <a:lnTo>
                      <a:pt x="134387" y="16576"/>
                    </a:lnTo>
                    <a:lnTo>
                      <a:pt x="114432" y="15877"/>
                    </a:lnTo>
                    <a:lnTo>
                      <a:pt x="61641" y="13214"/>
                    </a:lnTo>
                    <a:lnTo>
                      <a:pt x="38842" y="6186"/>
                    </a:lnTo>
                    <a:lnTo>
                      <a:pt x="14336" y="1646"/>
                    </a:lnTo>
                    <a:lnTo>
                      <a:pt x="3242" y="53"/>
                    </a:lnTo>
                    <a:cubicBezTo>
                      <a:pt x="1737" y="-165"/>
                      <a:pt x="477" y="315"/>
                      <a:pt x="72" y="1079"/>
                    </a:cubicBezTo>
                    <a:cubicBezTo>
                      <a:pt x="-254" y="1821"/>
                      <a:pt x="559" y="2563"/>
                      <a:pt x="1941" y="2781"/>
                    </a:cubicBezTo>
                    <a:lnTo>
                      <a:pt x="12954" y="4374"/>
                    </a:lnTo>
                    <a:lnTo>
                      <a:pt x="36770" y="8740"/>
                    </a:lnTo>
                    <a:lnTo>
                      <a:pt x="59690" y="15833"/>
                    </a:lnTo>
                    <a:cubicBezTo>
                      <a:pt x="59975" y="15943"/>
                      <a:pt x="60299" y="15986"/>
                      <a:pt x="60665" y="15986"/>
                    </a:cubicBezTo>
                    <a:lnTo>
                      <a:pt x="114026" y="18693"/>
                    </a:lnTo>
                    <a:lnTo>
                      <a:pt x="133777" y="19391"/>
                    </a:lnTo>
                    <a:lnTo>
                      <a:pt x="158486" y="21901"/>
                    </a:lnTo>
                    <a:lnTo>
                      <a:pt x="208596" y="28362"/>
                    </a:lnTo>
                    <a:lnTo>
                      <a:pt x="234117" y="32400"/>
                    </a:lnTo>
                    <a:lnTo>
                      <a:pt x="236474" y="33840"/>
                    </a:lnTo>
                    <a:cubicBezTo>
                      <a:pt x="236759" y="33993"/>
                      <a:pt x="237165" y="34168"/>
                      <a:pt x="237571" y="34211"/>
                    </a:cubicBezTo>
                    <a:lnTo>
                      <a:pt x="261508" y="38424"/>
                    </a:lnTo>
                    <a:lnTo>
                      <a:pt x="289184" y="44186"/>
                    </a:lnTo>
                    <a:lnTo>
                      <a:pt x="320030" y="50101"/>
                    </a:lnTo>
                    <a:lnTo>
                      <a:pt x="325679" y="51607"/>
                    </a:lnTo>
                    <a:cubicBezTo>
                      <a:pt x="326004" y="51716"/>
                      <a:pt x="326167" y="51716"/>
                      <a:pt x="326452" y="51760"/>
                    </a:cubicBezTo>
                    <a:lnTo>
                      <a:pt x="345999" y="53091"/>
                    </a:lnTo>
                    <a:lnTo>
                      <a:pt x="374854" y="54379"/>
                    </a:lnTo>
                    <a:lnTo>
                      <a:pt x="398384" y="53746"/>
                    </a:lnTo>
                    <a:lnTo>
                      <a:pt x="421995" y="55929"/>
                    </a:lnTo>
                    <a:lnTo>
                      <a:pt x="427726" y="57522"/>
                    </a:lnTo>
                    <a:cubicBezTo>
                      <a:pt x="428011" y="57566"/>
                      <a:pt x="428335" y="57631"/>
                      <a:pt x="428702" y="57631"/>
                    </a:cubicBezTo>
                    <a:lnTo>
                      <a:pt x="524165" y="60621"/>
                    </a:lnTo>
                    <a:lnTo>
                      <a:pt x="589433" y="64463"/>
                    </a:lnTo>
                    <a:lnTo>
                      <a:pt x="669412" y="66755"/>
                    </a:lnTo>
                    <a:lnTo>
                      <a:pt x="698958" y="69789"/>
                    </a:lnTo>
                    <a:lnTo>
                      <a:pt x="759673" y="78039"/>
                    </a:lnTo>
                    <a:lnTo>
                      <a:pt x="764753" y="78301"/>
                    </a:lnTo>
                    <a:lnTo>
                      <a:pt x="764753" y="754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7" name="Freeform: Shape 586">
                <a:extLst>
                  <a:ext uri="{FF2B5EF4-FFF2-40B4-BE49-F238E27FC236}">
                    <a16:creationId xmlns:a16="http://schemas.microsoft.com/office/drawing/2014/main" id="{6406523F-67EA-4500-820E-4984B33AEC7A}"/>
                  </a:ext>
                </a:extLst>
              </p:cNvPr>
              <p:cNvSpPr/>
              <p:nvPr/>
            </p:nvSpPr>
            <p:spPr>
              <a:xfrm>
                <a:off x="9760884" y="5692624"/>
                <a:ext cx="150795" cy="20940"/>
              </a:xfrm>
              <a:custGeom>
                <a:avLst/>
                <a:gdLst>
                  <a:gd name="connsiteX0" fmla="*/ 148286 w 150795"/>
                  <a:gd name="connsiteY0" fmla="*/ 20941 h 20940"/>
                  <a:gd name="connsiteX1" fmla="*/ 147675 w 150795"/>
                  <a:gd name="connsiteY1" fmla="*/ 20941 h 20940"/>
                  <a:gd name="connsiteX2" fmla="*/ 51440 w 150795"/>
                  <a:gd name="connsiteY2" fmla="*/ 9482 h 20940"/>
                  <a:gd name="connsiteX3" fmla="*/ 1941 w 150795"/>
                  <a:gd name="connsiteY3" fmla="*/ 2759 h 20940"/>
                  <a:gd name="connsiteX4" fmla="*/ 72 w 150795"/>
                  <a:gd name="connsiteY4" fmla="*/ 1057 h 20940"/>
                  <a:gd name="connsiteX5" fmla="*/ 3120 w 150795"/>
                  <a:gd name="connsiteY5" fmla="*/ 53 h 20940"/>
                  <a:gd name="connsiteX6" fmla="*/ 77937 w 150795"/>
                  <a:gd name="connsiteY6" fmla="*/ 9962 h 20940"/>
                  <a:gd name="connsiteX7" fmla="*/ 116545 w 150795"/>
                  <a:gd name="connsiteY7" fmla="*/ 14589 h 20940"/>
                  <a:gd name="connsiteX8" fmla="*/ 148773 w 150795"/>
                  <a:gd name="connsiteY8" fmla="*/ 18169 h 20940"/>
                  <a:gd name="connsiteX9" fmla="*/ 150764 w 150795"/>
                  <a:gd name="connsiteY9" fmla="*/ 19828 h 20940"/>
                  <a:gd name="connsiteX10" fmla="*/ 148286 w 150795"/>
                  <a:gd name="connsiteY10" fmla="*/ 20941 h 20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795" h="20940">
                    <a:moveTo>
                      <a:pt x="148286" y="20941"/>
                    </a:moveTo>
                    <a:lnTo>
                      <a:pt x="147675" y="20941"/>
                    </a:lnTo>
                    <a:lnTo>
                      <a:pt x="51440" y="9482"/>
                    </a:lnTo>
                    <a:lnTo>
                      <a:pt x="1941" y="2759"/>
                    </a:lnTo>
                    <a:cubicBezTo>
                      <a:pt x="559" y="2541"/>
                      <a:pt x="-254" y="1799"/>
                      <a:pt x="72" y="1057"/>
                    </a:cubicBezTo>
                    <a:cubicBezTo>
                      <a:pt x="477" y="315"/>
                      <a:pt x="1778" y="-165"/>
                      <a:pt x="3120" y="53"/>
                    </a:cubicBezTo>
                    <a:lnTo>
                      <a:pt x="77937" y="9962"/>
                    </a:lnTo>
                    <a:lnTo>
                      <a:pt x="116545" y="14589"/>
                    </a:lnTo>
                    <a:lnTo>
                      <a:pt x="148773" y="18169"/>
                    </a:lnTo>
                    <a:cubicBezTo>
                      <a:pt x="150155" y="18322"/>
                      <a:pt x="150967" y="19064"/>
                      <a:pt x="150764" y="19828"/>
                    </a:cubicBezTo>
                    <a:cubicBezTo>
                      <a:pt x="150440" y="20526"/>
                      <a:pt x="149383" y="20941"/>
                      <a:pt x="148286" y="2094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8" name="Freeform: Shape 587">
                <a:extLst>
                  <a:ext uri="{FF2B5EF4-FFF2-40B4-BE49-F238E27FC236}">
                    <a16:creationId xmlns:a16="http://schemas.microsoft.com/office/drawing/2014/main" id="{ACBD0A4A-6106-4A52-95AD-5B0D8D306C07}"/>
                  </a:ext>
                </a:extLst>
              </p:cNvPr>
              <p:cNvSpPr/>
              <p:nvPr/>
            </p:nvSpPr>
            <p:spPr>
              <a:xfrm>
                <a:off x="9705458" y="5692567"/>
                <a:ext cx="266756" cy="21586"/>
              </a:xfrm>
              <a:custGeom>
                <a:avLst/>
                <a:gdLst>
                  <a:gd name="connsiteX0" fmla="*/ 264224 w 266756"/>
                  <a:gd name="connsiteY0" fmla="*/ 21587 h 21586"/>
                  <a:gd name="connsiteX1" fmla="*/ 263737 w 266756"/>
                  <a:gd name="connsiteY1" fmla="*/ 21543 h 21586"/>
                  <a:gd name="connsiteX2" fmla="*/ 254796 w 266756"/>
                  <a:gd name="connsiteY2" fmla="*/ 20517 h 21586"/>
                  <a:gd name="connsiteX3" fmla="*/ 137915 w 266756"/>
                  <a:gd name="connsiteY3" fmla="*/ 19884 h 21586"/>
                  <a:gd name="connsiteX4" fmla="*/ 88293 w 266756"/>
                  <a:gd name="connsiteY4" fmla="*/ 14231 h 21586"/>
                  <a:gd name="connsiteX5" fmla="*/ 1893 w 266756"/>
                  <a:gd name="connsiteY5" fmla="*/ 2772 h 21586"/>
                  <a:gd name="connsiteX6" fmla="*/ 105 w 266756"/>
                  <a:gd name="connsiteY6" fmla="*/ 1070 h 21586"/>
                  <a:gd name="connsiteX7" fmla="*/ 3193 w 266756"/>
                  <a:gd name="connsiteY7" fmla="*/ 44 h 21586"/>
                  <a:gd name="connsiteX8" fmla="*/ 76793 w 266756"/>
                  <a:gd name="connsiteY8" fmla="*/ 9910 h 21586"/>
                  <a:gd name="connsiteX9" fmla="*/ 114791 w 266756"/>
                  <a:gd name="connsiteY9" fmla="*/ 14450 h 21586"/>
                  <a:gd name="connsiteX10" fmla="*/ 138606 w 266756"/>
                  <a:gd name="connsiteY10" fmla="*/ 17047 h 21586"/>
                  <a:gd name="connsiteX11" fmla="*/ 142061 w 266756"/>
                  <a:gd name="connsiteY11" fmla="*/ 17156 h 21586"/>
                  <a:gd name="connsiteX12" fmla="*/ 255283 w 266756"/>
                  <a:gd name="connsiteY12" fmla="*/ 17745 h 21586"/>
                  <a:gd name="connsiteX13" fmla="*/ 264793 w 266756"/>
                  <a:gd name="connsiteY13" fmla="*/ 18815 h 21586"/>
                  <a:gd name="connsiteX14" fmla="*/ 266703 w 266756"/>
                  <a:gd name="connsiteY14" fmla="*/ 20452 h 21586"/>
                  <a:gd name="connsiteX15" fmla="*/ 264224 w 266756"/>
                  <a:gd name="connsiteY15" fmla="*/ 21565 h 2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6756" h="21586">
                    <a:moveTo>
                      <a:pt x="264224" y="21587"/>
                    </a:moveTo>
                    <a:cubicBezTo>
                      <a:pt x="264224" y="21587"/>
                      <a:pt x="263940" y="21587"/>
                      <a:pt x="263737" y="21543"/>
                    </a:cubicBezTo>
                    <a:lnTo>
                      <a:pt x="254796" y="20517"/>
                    </a:lnTo>
                    <a:lnTo>
                      <a:pt x="137915" y="19884"/>
                    </a:lnTo>
                    <a:lnTo>
                      <a:pt x="88293" y="14231"/>
                    </a:lnTo>
                    <a:lnTo>
                      <a:pt x="1893" y="2772"/>
                    </a:lnTo>
                    <a:cubicBezTo>
                      <a:pt x="511" y="2620"/>
                      <a:pt x="-301" y="1812"/>
                      <a:pt x="105" y="1070"/>
                    </a:cubicBezTo>
                    <a:cubicBezTo>
                      <a:pt x="430" y="328"/>
                      <a:pt x="1812" y="-152"/>
                      <a:pt x="3193" y="44"/>
                    </a:cubicBezTo>
                    <a:lnTo>
                      <a:pt x="76793" y="9910"/>
                    </a:lnTo>
                    <a:lnTo>
                      <a:pt x="114791" y="14450"/>
                    </a:lnTo>
                    <a:lnTo>
                      <a:pt x="138606" y="17047"/>
                    </a:lnTo>
                    <a:lnTo>
                      <a:pt x="142061" y="17156"/>
                    </a:lnTo>
                    <a:lnTo>
                      <a:pt x="255283" y="17745"/>
                    </a:lnTo>
                    <a:lnTo>
                      <a:pt x="264793" y="18815"/>
                    </a:lnTo>
                    <a:cubicBezTo>
                      <a:pt x="266093" y="18924"/>
                      <a:pt x="266988" y="19710"/>
                      <a:pt x="266703" y="20452"/>
                    </a:cubicBezTo>
                    <a:cubicBezTo>
                      <a:pt x="266500" y="21107"/>
                      <a:pt x="265403" y="21565"/>
                      <a:pt x="264224" y="2156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89" name="Freeform: Shape 588">
                <a:extLst>
                  <a:ext uri="{FF2B5EF4-FFF2-40B4-BE49-F238E27FC236}">
                    <a16:creationId xmlns:a16="http://schemas.microsoft.com/office/drawing/2014/main" id="{4A20DD26-F205-4EF5-AA74-793AB3D97126}"/>
                  </a:ext>
                </a:extLst>
              </p:cNvPr>
              <p:cNvSpPr/>
              <p:nvPr/>
            </p:nvSpPr>
            <p:spPr>
              <a:xfrm>
                <a:off x="1559518" y="5669017"/>
                <a:ext cx="132082" cy="4758"/>
              </a:xfrm>
              <a:custGeom>
                <a:avLst/>
                <a:gdLst>
                  <a:gd name="connsiteX0" fmla="*/ 2521 w 132082"/>
                  <a:gd name="connsiteY0" fmla="*/ 4736 h 4758"/>
                  <a:gd name="connsiteX1" fmla="*/ 1 w 132082"/>
                  <a:gd name="connsiteY1" fmla="*/ 3405 h 4758"/>
                  <a:gd name="connsiteX2" fmla="*/ 2440 w 132082"/>
                  <a:gd name="connsiteY2" fmla="*/ 1921 h 4758"/>
                  <a:gd name="connsiteX3" fmla="*/ 14753 w 132082"/>
                  <a:gd name="connsiteY3" fmla="*/ 1550 h 4758"/>
                  <a:gd name="connsiteX4" fmla="*/ 129440 w 132082"/>
                  <a:gd name="connsiteY4" fmla="*/ 0 h 4758"/>
                  <a:gd name="connsiteX5" fmla="*/ 129561 w 132082"/>
                  <a:gd name="connsiteY5" fmla="*/ 0 h 4758"/>
                  <a:gd name="connsiteX6" fmla="*/ 132081 w 132082"/>
                  <a:gd name="connsiteY6" fmla="*/ 1397 h 4758"/>
                  <a:gd name="connsiteX7" fmla="*/ 129602 w 132082"/>
                  <a:gd name="connsiteY7" fmla="*/ 2837 h 4758"/>
                  <a:gd name="connsiteX8" fmla="*/ 14957 w 132082"/>
                  <a:gd name="connsiteY8" fmla="*/ 4387 h 4758"/>
                  <a:gd name="connsiteX9" fmla="*/ 2724 w 132082"/>
                  <a:gd name="connsiteY9" fmla="*/ 4758 h 4758"/>
                  <a:gd name="connsiteX10" fmla="*/ 2561 w 132082"/>
                  <a:gd name="connsiteY10" fmla="*/ 4758 h 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82" h="4758">
                    <a:moveTo>
                      <a:pt x="2521" y="4736"/>
                    </a:moveTo>
                    <a:cubicBezTo>
                      <a:pt x="1180" y="4736"/>
                      <a:pt x="82" y="4147"/>
                      <a:pt x="1" y="3405"/>
                    </a:cubicBezTo>
                    <a:cubicBezTo>
                      <a:pt x="-39" y="2597"/>
                      <a:pt x="1058" y="1964"/>
                      <a:pt x="2440" y="1921"/>
                    </a:cubicBezTo>
                    <a:lnTo>
                      <a:pt x="14753" y="1550"/>
                    </a:lnTo>
                    <a:lnTo>
                      <a:pt x="129440" y="0"/>
                    </a:lnTo>
                    <a:lnTo>
                      <a:pt x="129561" y="0"/>
                    </a:lnTo>
                    <a:cubicBezTo>
                      <a:pt x="130903" y="0"/>
                      <a:pt x="132041" y="589"/>
                      <a:pt x="132081" y="1397"/>
                    </a:cubicBezTo>
                    <a:cubicBezTo>
                      <a:pt x="132122" y="2139"/>
                      <a:pt x="130984" y="2772"/>
                      <a:pt x="129602" y="2837"/>
                    </a:cubicBezTo>
                    <a:lnTo>
                      <a:pt x="14957" y="4387"/>
                    </a:lnTo>
                    <a:lnTo>
                      <a:pt x="2724" y="4758"/>
                    </a:lnTo>
                    <a:lnTo>
                      <a:pt x="2561" y="475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0" name="Freeform: Shape 589">
                <a:extLst>
                  <a:ext uri="{FF2B5EF4-FFF2-40B4-BE49-F238E27FC236}">
                    <a16:creationId xmlns:a16="http://schemas.microsoft.com/office/drawing/2014/main" id="{AD3C677A-193B-4E85-9ADA-9BF7A67766D1}"/>
                  </a:ext>
                </a:extLst>
              </p:cNvPr>
              <p:cNvSpPr/>
              <p:nvPr/>
            </p:nvSpPr>
            <p:spPr>
              <a:xfrm>
                <a:off x="9650114" y="5692523"/>
                <a:ext cx="137794" cy="19600"/>
              </a:xfrm>
              <a:custGeom>
                <a:avLst/>
                <a:gdLst>
                  <a:gd name="connsiteX0" fmla="*/ 135429 w 137794"/>
                  <a:gd name="connsiteY0" fmla="*/ 19601 h 19600"/>
                  <a:gd name="connsiteX1" fmla="*/ 134941 w 137794"/>
                  <a:gd name="connsiteY1" fmla="*/ 19557 h 19600"/>
                  <a:gd name="connsiteX2" fmla="*/ 62195 w 137794"/>
                  <a:gd name="connsiteY2" fmla="*/ 11023 h 19600"/>
                  <a:gd name="connsiteX3" fmla="*/ 1967 w 137794"/>
                  <a:gd name="connsiteY3" fmla="*/ 2772 h 19600"/>
                  <a:gd name="connsiteX4" fmla="*/ 57 w 137794"/>
                  <a:gd name="connsiteY4" fmla="*/ 1070 h 19600"/>
                  <a:gd name="connsiteX5" fmla="*/ 3227 w 137794"/>
                  <a:gd name="connsiteY5" fmla="*/ 44 h 19600"/>
                  <a:gd name="connsiteX6" fmla="*/ 63252 w 137794"/>
                  <a:gd name="connsiteY6" fmla="*/ 8251 h 19600"/>
                  <a:gd name="connsiteX7" fmla="*/ 100356 w 137794"/>
                  <a:gd name="connsiteY7" fmla="*/ 12834 h 19600"/>
                  <a:gd name="connsiteX8" fmla="*/ 135672 w 137794"/>
                  <a:gd name="connsiteY8" fmla="*/ 16785 h 19600"/>
                  <a:gd name="connsiteX9" fmla="*/ 137744 w 137794"/>
                  <a:gd name="connsiteY9" fmla="*/ 18444 h 19600"/>
                  <a:gd name="connsiteX10" fmla="*/ 135388 w 137794"/>
                  <a:gd name="connsiteY10" fmla="*/ 19601 h 1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794" h="19600">
                    <a:moveTo>
                      <a:pt x="135429" y="19601"/>
                    </a:moveTo>
                    <a:cubicBezTo>
                      <a:pt x="135429" y="19601"/>
                      <a:pt x="135103" y="19557"/>
                      <a:pt x="134941" y="19557"/>
                    </a:cubicBezTo>
                    <a:lnTo>
                      <a:pt x="62195" y="11023"/>
                    </a:lnTo>
                    <a:lnTo>
                      <a:pt x="1967" y="2772"/>
                    </a:lnTo>
                    <a:cubicBezTo>
                      <a:pt x="584" y="2620"/>
                      <a:pt x="-228" y="1812"/>
                      <a:pt x="57" y="1070"/>
                    </a:cubicBezTo>
                    <a:cubicBezTo>
                      <a:pt x="462" y="328"/>
                      <a:pt x="1763" y="-152"/>
                      <a:pt x="3227" y="44"/>
                    </a:cubicBezTo>
                    <a:lnTo>
                      <a:pt x="63252" y="8251"/>
                    </a:lnTo>
                    <a:lnTo>
                      <a:pt x="100356" y="12834"/>
                    </a:lnTo>
                    <a:lnTo>
                      <a:pt x="135672" y="16785"/>
                    </a:lnTo>
                    <a:cubicBezTo>
                      <a:pt x="137054" y="16938"/>
                      <a:pt x="138029" y="17702"/>
                      <a:pt x="137744" y="18444"/>
                    </a:cubicBezTo>
                    <a:cubicBezTo>
                      <a:pt x="137541" y="19142"/>
                      <a:pt x="136566" y="19601"/>
                      <a:pt x="135388" y="1960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1" name="Freeform: Shape 590">
                <a:extLst>
                  <a:ext uri="{FF2B5EF4-FFF2-40B4-BE49-F238E27FC236}">
                    <a16:creationId xmlns:a16="http://schemas.microsoft.com/office/drawing/2014/main" id="{FA9B95FB-4703-4B26-809E-49FDBFDAF0E0}"/>
                  </a:ext>
                </a:extLst>
              </p:cNvPr>
              <p:cNvSpPr/>
              <p:nvPr/>
            </p:nvSpPr>
            <p:spPr>
              <a:xfrm>
                <a:off x="5725769" y="5472968"/>
                <a:ext cx="61976" cy="100644"/>
              </a:xfrm>
              <a:custGeom>
                <a:avLst/>
                <a:gdLst>
                  <a:gd name="connsiteX0" fmla="*/ 2561 w 61976"/>
                  <a:gd name="connsiteY0" fmla="*/ 100623 h 100644"/>
                  <a:gd name="connsiteX1" fmla="*/ 325 w 61976"/>
                  <a:gd name="connsiteY1" fmla="*/ 99881 h 100644"/>
                  <a:gd name="connsiteX2" fmla="*/ 1301 w 61976"/>
                  <a:gd name="connsiteY2" fmla="*/ 97960 h 100644"/>
                  <a:gd name="connsiteX3" fmla="*/ 12030 w 61976"/>
                  <a:gd name="connsiteY3" fmla="*/ 94708 h 100644"/>
                  <a:gd name="connsiteX4" fmla="*/ 22759 w 61976"/>
                  <a:gd name="connsiteY4" fmla="*/ 89906 h 100644"/>
                  <a:gd name="connsiteX5" fmla="*/ 33203 w 61976"/>
                  <a:gd name="connsiteY5" fmla="*/ 83467 h 100644"/>
                  <a:gd name="connsiteX6" fmla="*/ 42469 w 61976"/>
                  <a:gd name="connsiteY6" fmla="*/ 74780 h 100644"/>
                  <a:gd name="connsiteX7" fmla="*/ 49947 w 61976"/>
                  <a:gd name="connsiteY7" fmla="*/ 62906 h 100644"/>
                  <a:gd name="connsiteX8" fmla="*/ 55434 w 61976"/>
                  <a:gd name="connsiteY8" fmla="*/ 52299 h 100644"/>
                  <a:gd name="connsiteX9" fmla="*/ 56978 w 61976"/>
                  <a:gd name="connsiteY9" fmla="*/ 34663 h 100644"/>
                  <a:gd name="connsiteX10" fmla="*/ 56815 w 61976"/>
                  <a:gd name="connsiteY10" fmla="*/ 19253 h 100644"/>
                  <a:gd name="connsiteX11" fmla="*/ 54946 w 61976"/>
                  <a:gd name="connsiteY11" fmla="*/ 1508 h 100644"/>
                  <a:gd name="connsiteX12" fmla="*/ 57303 w 61976"/>
                  <a:gd name="connsiteY12" fmla="*/ 2 h 100644"/>
                  <a:gd name="connsiteX13" fmla="*/ 59985 w 61976"/>
                  <a:gd name="connsiteY13" fmla="*/ 1334 h 100644"/>
                  <a:gd name="connsiteX14" fmla="*/ 61895 w 61976"/>
                  <a:gd name="connsiteY14" fmla="*/ 19144 h 100644"/>
                  <a:gd name="connsiteX15" fmla="*/ 61977 w 61976"/>
                  <a:gd name="connsiteY15" fmla="*/ 34706 h 100644"/>
                  <a:gd name="connsiteX16" fmla="*/ 60351 w 61976"/>
                  <a:gd name="connsiteY16" fmla="*/ 52779 h 100644"/>
                  <a:gd name="connsiteX17" fmla="*/ 54742 w 61976"/>
                  <a:gd name="connsiteY17" fmla="*/ 63758 h 100644"/>
                  <a:gd name="connsiteX18" fmla="*/ 46939 w 61976"/>
                  <a:gd name="connsiteY18" fmla="*/ 75959 h 100644"/>
                  <a:gd name="connsiteX19" fmla="*/ 37186 w 61976"/>
                  <a:gd name="connsiteY19" fmla="*/ 85191 h 100644"/>
                  <a:gd name="connsiteX20" fmla="*/ 26132 w 61976"/>
                  <a:gd name="connsiteY20" fmla="*/ 91957 h 100644"/>
                  <a:gd name="connsiteX21" fmla="*/ 14712 w 61976"/>
                  <a:gd name="connsiteY21" fmla="*/ 97065 h 100644"/>
                  <a:gd name="connsiteX22" fmla="*/ 3658 w 61976"/>
                  <a:gd name="connsiteY22" fmla="*/ 100426 h 100644"/>
                  <a:gd name="connsiteX23" fmla="*/ 2480 w 61976"/>
                  <a:gd name="connsiteY23" fmla="*/ 100644 h 100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1976" h="100644">
                    <a:moveTo>
                      <a:pt x="2561" y="100623"/>
                    </a:moveTo>
                    <a:cubicBezTo>
                      <a:pt x="1626" y="100623"/>
                      <a:pt x="772" y="100361"/>
                      <a:pt x="325" y="99881"/>
                    </a:cubicBezTo>
                    <a:cubicBezTo>
                      <a:pt x="-365" y="99182"/>
                      <a:pt x="82" y="98331"/>
                      <a:pt x="1301" y="97960"/>
                    </a:cubicBezTo>
                    <a:lnTo>
                      <a:pt x="12030" y="94708"/>
                    </a:lnTo>
                    <a:lnTo>
                      <a:pt x="22759" y="89906"/>
                    </a:lnTo>
                    <a:lnTo>
                      <a:pt x="33203" y="83467"/>
                    </a:lnTo>
                    <a:lnTo>
                      <a:pt x="42469" y="74780"/>
                    </a:lnTo>
                    <a:lnTo>
                      <a:pt x="49947" y="62906"/>
                    </a:lnTo>
                    <a:lnTo>
                      <a:pt x="55434" y="52299"/>
                    </a:lnTo>
                    <a:lnTo>
                      <a:pt x="56978" y="34663"/>
                    </a:lnTo>
                    <a:lnTo>
                      <a:pt x="56815" y="19253"/>
                    </a:lnTo>
                    <a:lnTo>
                      <a:pt x="54946" y="1508"/>
                    </a:lnTo>
                    <a:cubicBezTo>
                      <a:pt x="54865" y="701"/>
                      <a:pt x="55921" y="68"/>
                      <a:pt x="57303" y="2"/>
                    </a:cubicBezTo>
                    <a:cubicBezTo>
                      <a:pt x="58725" y="-41"/>
                      <a:pt x="59945" y="548"/>
                      <a:pt x="59985" y="1334"/>
                    </a:cubicBezTo>
                    <a:lnTo>
                      <a:pt x="61895" y="19144"/>
                    </a:lnTo>
                    <a:lnTo>
                      <a:pt x="61977" y="34706"/>
                    </a:lnTo>
                    <a:lnTo>
                      <a:pt x="60351" y="52779"/>
                    </a:lnTo>
                    <a:lnTo>
                      <a:pt x="54742" y="63758"/>
                    </a:lnTo>
                    <a:lnTo>
                      <a:pt x="46939" y="75959"/>
                    </a:lnTo>
                    <a:lnTo>
                      <a:pt x="37186" y="85191"/>
                    </a:lnTo>
                    <a:lnTo>
                      <a:pt x="26132" y="91957"/>
                    </a:lnTo>
                    <a:lnTo>
                      <a:pt x="14712" y="97065"/>
                    </a:lnTo>
                    <a:lnTo>
                      <a:pt x="3658" y="100426"/>
                    </a:lnTo>
                    <a:cubicBezTo>
                      <a:pt x="3251" y="100579"/>
                      <a:pt x="2886" y="100644"/>
                      <a:pt x="2480" y="10064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2" name="Freeform: Shape 591">
                <a:extLst>
                  <a:ext uri="{FF2B5EF4-FFF2-40B4-BE49-F238E27FC236}">
                    <a16:creationId xmlns:a16="http://schemas.microsoft.com/office/drawing/2014/main" id="{922E8118-D55E-4AE7-B11C-0F8369F75C8E}"/>
                  </a:ext>
                </a:extLst>
              </p:cNvPr>
              <p:cNvSpPr/>
              <p:nvPr/>
            </p:nvSpPr>
            <p:spPr>
              <a:xfrm>
                <a:off x="6600325" y="6324985"/>
                <a:ext cx="87758" cy="577929"/>
              </a:xfrm>
              <a:custGeom>
                <a:avLst/>
                <a:gdLst>
                  <a:gd name="connsiteX0" fmla="*/ 5341 w 87758"/>
                  <a:gd name="connsiteY0" fmla="*/ 7842 h 577929"/>
                  <a:gd name="connsiteX1" fmla="*/ 8998 w 87758"/>
                  <a:gd name="connsiteY1" fmla="*/ 15634 h 577929"/>
                  <a:gd name="connsiteX2" fmla="*/ 11070 w 87758"/>
                  <a:gd name="connsiteY2" fmla="*/ 31567 h 577929"/>
                  <a:gd name="connsiteX3" fmla="*/ 11355 w 87758"/>
                  <a:gd name="connsiteY3" fmla="*/ 56253 h 577929"/>
                  <a:gd name="connsiteX4" fmla="*/ 10380 w 87758"/>
                  <a:gd name="connsiteY4" fmla="*/ 83951 h 577929"/>
                  <a:gd name="connsiteX5" fmla="*/ 6926 w 87758"/>
                  <a:gd name="connsiteY5" fmla="*/ 137339 h 577929"/>
                  <a:gd name="connsiteX6" fmla="*/ 5462 w 87758"/>
                  <a:gd name="connsiteY6" fmla="*/ 164207 h 577929"/>
                  <a:gd name="connsiteX7" fmla="*/ 4772 w 87758"/>
                  <a:gd name="connsiteY7" fmla="*/ 191054 h 577929"/>
                  <a:gd name="connsiteX8" fmla="*/ 4974 w 87758"/>
                  <a:gd name="connsiteY8" fmla="*/ 211091 h 577929"/>
                  <a:gd name="connsiteX9" fmla="*/ 5950 w 87758"/>
                  <a:gd name="connsiteY9" fmla="*/ 230647 h 577929"/>
                  <a:gd name="connsiteX10" fmla="*/ 7738 w 87758"/>
                  <a:gd name="connsiteY10" fmla="*/ 249025 h 577929"/>
                  <a:gd name="connsiteX11" fmla="*/ 10623 w 87758"/>
                  <a:gd name="connsiteY11" fmla="*/ 264260 h 577929"/>
                  <a:gd name="connsiteX12" fmla="*/ 20662 w 87758"/>
                  <a:gd name="connsiteY12" fmla="*/ 302457 h 577929"/>
                  <a:gd name="connsiteX13" fmla="*/ 24035 w 87758"/>
                  <a:gd name="connsiteY13" fmla="*/ 313064 h 577929"/>
                  <a:gd name="connsiteX14" fmla="*/ 31188 w 87758"/>
                  <a:gd name="connsiteY14" fmla="*/ 339824 h 577929"/>
                  <a:gd name="connsiteX15" fmla="*/ 42486 w 87758"/>
                  <a:gd name="connsiteY15" fmla="*/ 375947 h 577929"/>
                  <a:gd name="connsiteX16" fmla="*/ 50451 w 87758"/>
                  <a:gd name="connsiteY16" fmla="*/ 404627 h 577929"/>
                  <a:gd name="connsiteX17" fmla="*/ 54637 w 87758"/>
                  <a:gd name="connsiteY17" fmla="*/ 421629 h 577929"/>
                  <a:gd name="connsiteX18" fmla="*/ 58904 w 87758"/>
                  <a:gd name="connsiteY18" fmla="*/ 446621 h 577929"/>
                  <a:gd name="connsiteX19" fmla="*/ 63253 w 87758"/>
                  <a:gd name="connsiteY19" fmla="*/ 470019 h 577929"/>
                  <a:gd name="connsiteX20" fmla="*/ 67723 w 87758"/>
                  <a:gd name="connsiteY20" fmla="*/ 491824 h 577929"/>
                  <a:gd name="connsiteX21" fmla="*/ 72274 w 87758"/>
                  <a:gd name="connsiteY21" fmla="*/ 517775 h 577929"/>
                  <a:gd name="connsiteX22" fmla="*/ 82394 w 87758"/>
                  <a:gd name="connsiteY22" fmla="*/ 577929 h 577929"/>
                  <a:gd name="connsiteX23" fmla="*/ 87758 w 87758"/>
                  <a:gd name="connsiteY23" fmla="*/ 577929 h 577929"/>
                  <a:gd name="connsiteX24" fmla="*/ 86864 w 87758"/>
                  <a:gd name="connsiteY24" fmla="*/ 572538 h 577929"/>
                  <a:gd name="connsiteX25" fmla="*/ 72762 w 87758"/>
                  <a:gd name="connsiteY25" fmla="*/ 491474 h 577929"/>
                  <a:gd name="connsiteX26" fmla="*/ 68292 w 87758"/>
                  <a:gd name="connsiteY26" fmla="*/ 469692 h 577929"/>
                  <a:gd name="connsiteX27" fmla="*/ 63943 w 87758"/>
                  <a:gd name="connsiteY27" fmla="*/ 446359 h 577929"/>
                  <a:gd name="connsiteX28" fmla="*/ 59676 w 87758"/>
                  <a:gd name="connsiteY28" fmla="*/ 421302 h 577929"/>
                  <a:gd name="connsiteX29" fmla="*/ 55531 w 87758"/>
                  <a:gd name="connsiteY29" fmla="*/ 404190 h 577929"/>
                  <a:gd name="connsiteX30" fmla="*/ 36268 w 87758"/>
                  <a:gd name="connsiteY30" fmla="*/ 339387 h 577929"/>
                  <a:gd name="connsiteX31" fmla="*/ 29115 w 87758"/>
                  <a:gd name="connsiteY31" fmla="*/ 312628 h 577929"/>
                  <a:gd name="connsiteX32" fmla="*/ 25620 w 87758"/>
                  <a:gd name="connsiteY32" fmla="*/ 302020 h 577929"/>
                  <a:gd name="connsiteX33" fmla="*/ 15703 w 87758"/>
                  <a:gd name="connsiteY33" fmla="*/ 263867 h 577929"/>
                  <a:gd name="connsiteX34" fmla="*/ 12818 w 87758"/>
                  <a:gd name="connsiteY34" fmla="*/ 248785 h 577929"/>
                  <a:gd name="connsiteX35" fmla="*/ 11030 w 87758"/>
                  <a:gd name="connsiteY35" fmla="*/ 230494 h 577929"/>
                  <a:gd name="connsiteX36" fmla="*/ 10054 w 87758"/>
                  <a:gd name="connsiteY36" fmla="*/ 211047 h 577929"/>
                  <a:gd name="connsiteX37" fmla="*/ 9852 w 87758"/>
                  <a:gd name="connsiteY37" fmla="*/ 191010 h 577929"/>
                  <a:gd name="connsiteX38" fmla="*/ 10664 w 87758"/>
                  <a:gd name="connsiteY38" fmla="*/ 164207 h 577929"/>
                  <a:gd name="connsiteX39" fmla="*/ 12046 w 87758"/>
                  <a:gd name="connsiteY39" fmla="*/ 137404 h 577929"/>
                  <a:gd name="connsiteX40" fmla="*/ 15501 w 87758"/>
                  <a:gd name="connsiteY40" fmla="*/ 84017 h 577929"/>
                  <a:gd name="connsiteX41" fmla="*/ 16517 w 87758"/>
                  <a:gd name="connsiteY41" fmla="*/ 56210 h 577929"/>
                  <a:gd name="connsiteX42" fmla="*/ 16191 w 87758"/>
                  <a:gd name="connsiteY42" fmla="*/ 31436 h 577929"/>
                  <a:gd name="connsiteX43" fmla="*/ 14118 w 87758"/>
                  <a:gd name="connsiteY43" fmla="*/ 15132 h 577929"/>
                  <a:gd name="connsiteX44" fmla="*/ 10176 w 87758"/>
                  <a:gd name="connsiteY44" fmla="*/ 6816 h 577929"/>
                  <a:gd name="connsiteX45" fmla="*/ 4812 w 87758"/>
                  <a:gd name="connsiteY45" fmla="*/ 792 h 577929"/>
                  <a:gd name="connsiteX46" fmla="*/ 1439 w 87758"/>
                  <a:gd name="connsiteY46" fmla="*/ 159 h 577929"/>
                  <a:gd name="connsiteX47" fmla="*/ 261 w 87758"/>
                  <a:gd name="connsiteY47" fmla="*/ 2014 h 577929"/>
                  <a:gd name="connsiteX48" fmla="*/ 5422 w 87758"/>
                  <a:gd name="connsiteY48" fmla="*/ 7820 h 577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7758" h="577929">
                    <a:moveTo>
                      <a:pt x="5341" y="7842"/>
                    </a:moveTo>
                    <a:lnTo>
                      <a:pt x="8998" y="15634"/>
                    </a:lnTo>
                    <a:lnTo>
                      <a:pt x="11070" y="31567"/>
                    </a:lnTo>
                    <a:lnTo>
                      <a:pt x="11355" y="56253"/>
                    </a:lnTo>
                    <a:lnTo>
                      <a:pt x="10380" y="83951"/>
                    </a:lnTo>
                    <a:lnTo>
                      <a:pt x="6926" y="137339"/>
                    </a:lnTo>
                    <a:lnTo>
                      <a:pt x="5462" y="164207"/>
                    </a:lnTo>
                    <a:lnTo>
                      <a:pt x="4772" y="191054"/>
                    </a:lnTo>
                    <a:lnTo>
                      <a:pt x="4974" y="211091"/>
                    </a:lnTo>
                    <a:lnTo>
                      <a:pt x="5950" y="230647"/>
                    </a:lnTo>
                    <a:lnTo>
                      <a:pt x="7738" y="249025"/>
                    </a:lnTo>
                    <a:lnTo>
                      <a:pt x="10623" y="264260"/>
                    </a:lnTo>
                    <a:lnTo>
                      <a:pt x="20662" y="302457"/>
                    </a:lnTo>
                    <a:lnTo>
                      <a:pt x="24035" y="313064"/>
                    </a:lnTo>
                    <a:lnTo>
                      <a:pt x="31188" y="339824"/>
                    </a:lnTo>
                    <a:lnTo>
                      <a:pt x="42486" y="375947"/>
                    </a:lnTo>
                    <a:lnTo>
                      <a:pt x="50451" y="404627"/>
                    </a:lnTo>
                    <a:lnTo>
                      <a:pt x="54637" y="421629"/>
                    </a:lnTo>
                    <a:lnTo>
                      <a:pt x="58904" y="446621"/>
                    </a:lnTo>
                    <a:lnTo>
                      <a:pt x="63253" y="470019"/>
                    </a:lnTo>
                    <a:lnTo>
                      <a:pt x="67723" y="491824"/>
                    </a:lnTo>
                    <a:lnTo>
                      <a:pt x="72274" y="517775"/>
                    </a:lnTo>
                    <a:lnTo>
                      <a:pt x="82394" y="577929"/>
                    </a:lnTo>
                    <a:lnTo>
                      <a:pt x="87758" y="577929"/>
                    </a:lnTo>
                    <a:lnTo>
                      <a:pt x="86864" y="572538"/>
                    </a:lnTo>
                    <a:lnTo>
                      <a:pt x="72762" y="491474"/>
                    </a:lnTo>
                    <a:lnTo>
                      <a:pt x="68292" y="469692"/>
                    </a:lnTo>
                    <a:lnTo>
                      <a:pt x="63943" y="446359"/>
                    </a:lnTo>
                    <a:lnTo>
                      <a:pt x="59676" y="421302"/>
                    </a:lnTo>
                    <a:lnTo>
                      <a:pt x="55531" y="404190"/>
                    </a:lnTo>
                    <a:lnTo>
                      <a:pt x="36268" y="339387"/>
                    </a:lnTo>
                    <a:lnTo>
                      <a:pt x="29115" y="312628"/>
                    </a:lnTo>
                    <a:lnTo>
                      <a:pt x="25620" y="302020"/>
                    </a:lnTo>
                    <a:lnTo>
                      <a:pt x="15703" y="263867"/>
                    </a:lnTo>
                    <a:lnTo>
                      <a:pt x="12818" y="248785"/>
                    </a:lnTo>
                    <a:lnTo>
                      <a:pt x="11030" y="230494"/>
                    </a:lnTo>
                    <a:lnTo>
                      <a:pt x="10054" y="211047"/>
                    </a:lnTo>
                    <a:lnTo>
                      <a:pt x="9852" y="191010"/>
                    </a:lnTo>
                    <a:lnTo>
                      <a:pt x="10664" y="164207"/>
                    </a:lnTo>
                    <a:lnTo>
                      <a:pt x="12046" y="137404"/>
                    </a:lnTo>
                    <a:lnTo>
                      <a:pt x="15501" y="84017"/>
                    </a:lnTo>
                    <a:lnTo>
                      <a:pt x="16517" y="56210"/>
                    </a:lnTo>
                    <a:lnTo>
                      <a:pt x="16191" y="31436"/>
                    </a:lnTo>
                    <a:lnTo>
                      <a:pt x="14118" y="15132"/>
                    </a:lnTo>
                    <a:lnTo>
                      <a:pt x="10176" y="6816"/>
                    </a:lnTo>
                    <a:lnTo>
                      <a:pt x="4812" y="792"/>
                    </a:lnTo>
                    <a:cubicBezTo>
                      <a:pt x="4243" y="94"/>
                      <a:pt x="2658" y="-212"/>
                      <a:pt x="1439" y="159"/>
                    </a:cubicBezTo>
                    <a:cubicBezTo>
                      <a:pt x="138" y="486"/>
                      <a:pt x="-349" y="1338"/>
                      <a:pt x="261" y="2014"/>
                    </a:cubicBezTo>
                    <a:lnTo>
                      <a:pt x="5422" y="782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3" name="Freeform: Shape 592">
                <a:extLst>
                  <a:ext uri="{FF2B5EF4-FFF2-40B4-BE49-F238E27FC236}">
                    <a16:creationId xmlns:a16="http://schemas.microsoft.com/office/drawing/2014/main" id="{D6DC4E59-1344-46C6-AA99-AEBB6F98E537}"/>
                  </a:ext>
                </a:extLst>
              </p:cNvPr>
              <p:cNvSpPr/>
              <p:nvPr/>
            </p:nvSpPr>
            <p:spPr>
              <a:xfrm>
                <a:off x="5039091" y="5727414"/>
                <a:ext cx="149973" cy="330333"/>
              </a:xfrm>
              <a:custGeom>
                <a:avLst/>
                <a:gdLst>
                  <a:gd name="connsiteX0" fmla="*/ 2545 w 149973"/>
                  <a:gd name="connsiteY0" fmla="*/ 330333 h 330333"/>
                  <a:gd name="connsiteX1" fmla="*/ 919 w 149973"/>
                  <a:gd name="connsiteY1" fmla="*/ 330006 h 330333"/>
                  <a:gd name="connsiteX2" fmla="*/ 593 w 149973"/>
                  <a:gd name="connsiteY2" fmla="*/ 328042 h 330333"/>
                  <a:gd name="connsiteX3" fmla="*/ 23271 w 149973"/>
                  <a:gd name="connsiteY3" fmla="*/ 312850 h 330333"/>
                  <a:gd name="connsiteX4" fmla="*/ 30586 w 149973"/>
                  <a:gd name="connsiteY4" fmla="*/ 302614 h 330333"/>
                  <a:gd name="connsiteX5" fmla="*/ 31399 w 149973"/>
                  <a:gd name="connsiteY5" fmla="*/ 302024 h 330333"/>
                  <a:gd name="connsiteX6" fmla="*/ 38348 w 149973"/>
                  <a:gd name="connsiteY6" fmla="*/ 298991 h 330333"/>
                  <a:gd name="connsiteX7" fmla="*/ 45379 w 149973"/>
                  <a:gd name="connsiteY7" fmla="*/ 290827 h 330333"/>
                  <a:gd name="connsiteX8" fmla="*/ 53710 w 149973"/>
                  <a:gd name="connsiteY8" fmla="*/ 268171 h 330333"/>
                  <a:gd name="connsiteX9" fmla="*/ 63098 w 149973"/>
                  <a:gd name="connsiteY9" fmla="*/ 237964 h 330333"/>
                  <a:gd name="connsiteX10" fmla="*/ 83581 w 149973"/>
                  <a:gd name="connsiteY10" fmla="*/ 189967 h 330333"/>
                  <a:gd name="connsiteX11" fmla="*/ 95366 w 149973"/>
                  <a:gd name="connsiteY11" fmla="*/ 154695 h 330333"/>
                  <a:gd name="connsiteX12" fmla="*/ 107599 w 149973"/>
                  <a:gd name="connsiteY12" fmla="*/ 116215 h 330333"/>
                  <a:gd name="connsiteX13" fmla="*/ 119141 w 149973"/>
                  <a:gd name="connsiteY13" fmla="*/ 85374 h 330333"/>
                  <a:gd name="connsiteX14" fmla="*/ 129707 w 149973"/>
                  <a:gd name="connsiteY14" fmla="*/ 53507 h 330333"/>
                  <a:gd name="connsiteX15" fmla="*/ 138445 w 149973"/>
                  <a:gd name="connsiteY15" fmla="*/ 24849 h 330333"/>
                  <a:gd name="connsiteX16" fmla="*/ 144906 w 149973"/>
                  <a:gd name="connsiteY16" fmla="*/ 1189 h 330333"/>
                  <a:gd name="connsiteX17" fmla="*/ 147833 w 149973"/>
                  <a:gd name="connsiteY17" fmla="*/ 11 h 330333"/>
                  <a:gd name="connsiteX18" fmla="*/ 149945 w 149973"/>
                  <a:gd name="connsiteY18" fmla="*/ 1604 h 330333"/>
                  <a:gd name="connsiteX19" fmla="*/ 143525 w 149973"/>
                  <a:gd name="connsiteY19" fmla="*/ 25264 h 330333"/>
                  <a:gd name="connsiteX20" fmla="*/ 134746 w 149973"/>
                  <a:gd name="connsiteY20" fmla="*/ 54031 h 330333"/>
                  <a:gd name="connsiteX21" fmla="*/ 124139 w 149973"/>
                  <a:gd name="connsiteY21" fmla="*/ 85898 h 330333"/>
                  <a:gd name="connsiteX22" fmla="*/ 112638 w 149973"/>
                  <a:gd name="connsiteY22" fmla="*/ 116761 h 330333"/>
                  <a:gd name="connsiteX23" fmla="*/ 100365 w 149973"/>
                  <a:gd name="connsiteY23" fmla="*/ 155219 h 330333"/>
                  <a:gd name="connsiteX24" fmla="*/ 88538 w 149973"/>
                  <a:gd name="connsiteY24" fmla="*/ 190556 h 330333"/>
                  <a:gd name="connsiteX25" fmla="*/ 68096 w 149973"/>
                  <a:gd name="connsiteY25" fmla="*/ 238509 h 330333"/>
                  <a:gd name="connsiteX26" fmla="*/ 58709 w 149973"/>
                  <a:gd name="connsiteY26" fmla="*/ 268717 h 330333"/>
                  <a:gd name="connsiteX27" fmla="*/ 50134 w 149973"/>
                  <a:gd name="connsiteY27" fmla="*/ 291744 h 330333"/>
                  <a:gd name="connsiteX28" fmla="*/ 42656 w 149973"/>
                  <a:gd name="connsiteY28" fmla="*/ 300540 h 330333"/>
                  <a:gd name="connsiteX29" fmla="*/ 41925 w 149973"/>
                  <a:gd name="connsiteY29" fmla="*/ 301020 h 330333"/>
                  <a:gd name="connsiteX30" fmla="*/ 35137 w 149973"/>
                  <a:gd name="connsiteY30" fmla="*/ 304011 h 330333"/>
                  <a:gd name="connsiteX31" fmla="*/ 27904 w 149973"/>
                  <a:gd name="connsiteY31" fmla="*/ 314095 h 330333"/>
                  <a:gd name="connsiteX32" fmla="*/ 27497 w 149973"/>
                  <a:gd name="connsiteY32" fmla="*/ 314466 h 330333"/>
                  <a:gd name="connsiteX33" fmla="*/ 4536 w 149973"/>
                  <a:gd name="connsiteY33" fmla="*/ 329810 h 330333"/>
                  <a:gd name="connsiteX34" fmla="*/ 2625 w 149973"/>
                  <a:gd name="connsiteY34" fmla="*/ 330333 h 330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49973" h="330333">
                    <a:moveTo>
                      <a:pt x="2545" y="330333"/>
                    </a:moveTo>
                    <a:cubicBezTo>
                      <a:pt x="1935" y="330333"/>
                      <a:pt x="1407" y="330224"/>
                      <a:pt x="919" y="330006"/>
                    </a:cubicBezTo>
                    <a:cubicBezTo>
                      <a:pt x="-178" y="329526"/>
                      <a:pt x="-301" y="328631"/>
                      <a:pt x="593" y="328042"/>
                    </a:cubicBezTo>
                    <a:lnTo>
                      <a:pt x="23271" y="312850"/>
                    </a:lnTo>
                    <a:lnTo>
                      <a:pt x="30586" y="302614"/>
                    </a:lnTo>
                    <a:cubicBezTo>
                      <a:pt x="30789" y="302352"/>
                      <a:pt x="31033" y="302199"/>
                      <a:pt x="31399" y="302024"/>
                    </a:cubicBezTo>
                    <a:lnTo>
                      <a:pt x="38348" y="298991"/>
                    </a:lnTo>
                    <a:lnTo>
                      <a:pt x="45379" y="290827"/>
                    </a:lnTo>
                    <a:lnTo>
                      <a:pt x="53710" y="268171"/>
                    </a:lnTo>
                    <a:lnTo>
                      <a:pt x="63098" y="237964"/>
                    </a:lnTo>
                    <a:lnTo>
                      <a:pt x="83581" y="189967"/>
                    </a:lnTo>
                    <a:lnTo>
                      <a:pt x="95366" y="154695"/>
                    </a:lnTo>
                    <a:lnTo>
                      <a:pt x="107599" y="116215"/>
                    </a:lnTo>
                    <a:lnTo>
                      <a:pt x="119141" y="85374"/>
                    </a:lnTo>
                    <a:lnTo>
                      <a:pt x="129707" y="53507"/>
                    </a:lnTo>
                    <a:lnTo>
                      <a:pt x="138445" y="24849"/>
                    </a:lnTo>
                    <a:lnTo>
                      <a:pt x="144906" y="1189"/>
                    </a:lnTo>
                    <a:cubicBezTo>
                      <a:pt x="145150" y="382"/>
                      <a:pt x="146450" y="-77"/>
                      <a:pt x="147833" y="11"/>
                    </a:cubicBezTo>
                    <a:cubicBezTo>
                      <a:pt x="149214" y="120"/>
                      <a:pt x="150149" y="818"/>
                      <a:pt x="149945" y="1604"/>
                    </a:cubicBezTo>
                    <a:lnTo>
                      <a:pt x="143525" y="25264"/>
                    </a:lnTo>
                    <a:lnTo>
                      <a:pt x="134746" y="54031"/>
                    </a:lnTo>
                    <a:lnTo>
                      <a:pt x="124139" y="85898"/>
                    </a:lnTo>
                    <a:lnTo>
                      <a:pt x="112638" y="116761"/>
                    </a:lnTo>
                    <a:lnTo>
                      <a:pt x="100365" y="155219"/>
                    </a:lnTo>
                    <a:lnTo>
                      <a:pt x="88538" y="190556"/>
                    </a:lnTo>
                    <a:lnTo>
                      <a:pt x="68096" y="238509"/>
                    </a:lnTo>
                    <a:lnTo>
                      <a:pt x="58709" y="268717"/>
                    </a:lnTo>
                    <a:lnTo>
                      <a:pt x="50134" y="291744"/>
                    </a:lnTo>
                    <a:lnTo>
                      <a:pt x="42656" y="300540"/>
                    </a:lnTo>
                    <a:cubicBezTo>
                      <a:pt x="42453" y="300693"/>
                      <a:pt x="42209" y="300911"/>
                      <a:pt x="41925" y="301020"/>
                    </a:cubicBezTo>
                    <a:lnTo>
                      <a:pt x="35137" y="304011"/>
                    </a:lnTo>
                    <a:lnTo>
                      <a:pt x="27904" y="314095"/>
                    </a:lnTo>
                    <a:cubicBezTo>
                      <a:pt x="27823" y="314247"/>
                      <a:pt x="27660" y="314356"/>
                      <a:pt x="27497" y="314466"/>
                    </a:cubicBezTo>
                    <a:lnTo>
                      <a:pt x="4536" y="329810"/>
                    </a:lnTo>
                    <a:cubicBezTo>
                      <a:pt x="4048" y="330181"/>
                      <a:pt x="3357" y="330333"/>
                      <a:pt x="2625" y="3303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4" name="Freeform: Shape 593">
                <a:extLst>
                  <a:ext uri="{FF2B5EF4-FFF2-40B4-BE49-F238E27FC236}">
                    <a16:creationId xmlns:a16="http://schemas.microsoft.com/office/drawing/2014/main" id="{85999AAA-5AC7-49AE-9456-0B62DD685BD3}"/>
                  </a:ext>
                </a:extLst>
              </p:cNvPr>
              <p:cNvSpPr/>
              <p:nvPr/>
            </p:nvSpPr>
            <p:spPr>
              <a:xfrm>
                <a:off x="7213933" y="5540353"/>
                <a:ext cx="91490" cy="407257"/>
              </a:xfrm>
              <a:custGeom>
                <a:avLst/>
                <a:gdLst>
                  <a:gd name="connsiteX0" fmla="*/ 88953 w 91490"/>
                  <a:gd name="connsiteY0" fmla="*/ 407257 h 407257"/>
                  <a:gd name="connsiteX1" fmla="*/ 86474 w 91490"/>
                  <a:gd name="connsiteY1" fmla="*/ 406188 h 407257"/>
                  <a:gd name="connsiteX2" fmla="*/ 81110 w 91490"/>
                  <a:gd name="connsiteY2" fmla="*/ 394620 h 407257"/>
                  <a:gd name="connsiteX3" fmla="*/ 75542 w 91490"/>
                  <a:gd name="connsiteY3" fmla="*/ 374146 h 407257"/>
                  <a:gd name="connsiteX4" fmla="*/ 70299 w 91490"/>
                  <a:gd name="connsiteY4" fmla="*/ 355485 h 407257"/>
                  <a:gd name="connsiteX5" fmla="*/ 59895 w 91490"/>
                  <a:gd name="connsiteY5" fmla="*/ 333374 h 407257"/>
                  <a:gd name="connsiteX6" fmla="*/ 55628 w 91490"/>
                  <a:gd name="connsiteY6" fmla="*/ 314625 h 407257"/>
                  <a:gd name="connsiteX7" fmla="*/ 52255 w 91490"/>
                  <a:gd name="connsiteY7" fmla="*/ 290005 h 407257"/>
                  <a:gd name="connsiteX8" fmla="*/ 49492 w 91490"/>
                  <a:gd name="connsiteY8" fmla="*/ 266563 h 407257"/>
                  <a:gd name="connsiteX9" fmla="*/ 47500 w 91490"/>
                  <a:gd name="connsiteY9" fmla="*/ 239869 h 407257"/>
                  <a:gd name="connsiteX10" fmla="*/ 44615 w 91490"/>
                  <a:gd name="connsiteY10" fmla="*/ 165419 h 407257"/>
                  <a:gd name="connsiteX11" fmla="*/ 42420 w 91490"/>
                  <a:gd name="connsiteY11" fmla="*/ 127201 h 407257"/>
                  <a:gd name="connsiteX12" fmla="*/ 39047 w 91490"/>
                  <a:gd name="connsiteY12" fmla="*/ 92256 h 407257"/>
                  <a:gd name="connsiteX13" fmla="*/ 34374 w 91490"/>
                  <a:gd name="connsiteY13" fmla="*/ 59167 h 407257"/>
                  <a:gd name="connsiteX14" fmla="*/ 28440 w 91490"/>
                  <a:gd name="connsiteY14" fmla="*/ 31841 h 407257"/>
                  <a:gd name="connsiteX15" fmla="*/ 22384 w 91490"/>
                  <a:gd name="connsiteY15" fmla="*/ 22521 h 407257"/>
                  <a:gd name="connsiteX16" fmla="*/ 15557 w 91490"/>
                  <a:gd name="connsiteY16" fmla="*/ 15645 h 407257"/>
                  <a:gd name="connsiteX17" fmla="*/ 7917 w 91490"/>
                  <a:gd name="connsiteY17" fmla="*/ 7220 h 407257"/>
                  <a:gd name="connsiteX18" fmla="*/ 561 w 91490"/>
                  <a:gd name="connsiteY18" fmla="*/ 2331 h 407257"/>
                  <a:gd name="connsiteX19" fmla="*/ 967 w 91490"/>
                  <a:gd name="connsiteY19" fmla="*/ 301 h 407257"/>
                  <a:gd name="connsiteX20" fmla="*/ 4543 w 91490"/>
                  <a:gd name="connsiteY20" fmla="*/ 520 h 407257"/>
                  <a:gd name="connsiteX21" fmla="*/ 12184 w 91490"/>
                  <a:gd name="connsiteY21" fmla="*/ 5736 h 407257"/>
                  <a:gd name="connsiteX22" fmla="*/ 20109 w 91490"/>
                  <a:gd name="connsiteY22" fmla="*/ 14379 h 407257"/>
                  <a:gd name="connsiteX23" fmla="*/ 27058 w 91490"/>
                  <a:gd name="connsiteY23" fmla="*/ 21364 h 407257"/>
                  <a:gd name="connsiteX24" fmla="*/ 33398 w 91490"/>
                  <a:gd name="connsiteY24" fmla="*/ 31229 h 407257"/>
                  <a:gd name="connsiteX25" fmla="*/ 39454 w 91490"/>
                  <a:gd name="connsiteY25" fmla="*/ 58927 h 407257"/>
                  <a:gd name="connsiteX26" fmla="*/ 44127 w 91490"/>
                  <a:gd name="connsiteY26" fmla="*/ 92126 h 407257"/>
                  <a:gd name="connsiteX27" fmla="*/ 47500 w 91490"/>
                  <a:gd name="connsiteY27" fmla="*/ 127135 h 407257"/>
                  <a:gd name="connsiteX28" fmla="*/ 49695 w 91490"/>
                  <a:gd name="connsiteY28" fmla="*/ 165397 h 407257"/>
                  <a:gd name="connsiteX29" fmla="*/ 52580 w 91490"/>
                  <a:gd name="connsiteY29" fmla="*/ 239782 h 407257"/>
                  <a:gd name="connsiteX30" fmla="*/ 54572 w 91490"/>
                  <a:gd name="connsiteY30" fmla="*/ 266432 h 407257"/>
                  <a:gd name="connsiteX31" fmla="*/ 57335 w 91490"/>
                  <a:gd name="connsiteY31" fmla="*/ 289830 h 407257"/>
                  <a:gd name="connsiteX32" fmla="*/ 60708 w 91490"/>
                  <a:gd name="connsiteY32" fmla="*/ 314385 h 407257"/>
                  <a:gd name="connsiteX33" fmla="*/ 64854 w 91490"/>
                  <a:gd name="connsiteY33" fmla="*/ 332872 h 407257"/>
                  <a:gd name="connsiteX34" fmla="*/ 75257 w 91490"/>
                  <a:gd name="connsiteY34" fmla="*/ 354939 h 407257"/>
                  <a:gd name="connsiteX35" fmla="*/ 80622 w 91490"/>
                  <a:gd name="connsiteY35" fmla="*/ 373753 h 407257"/>
                  <a:gd name="connsiteX36" fmla="*/ 86068 w 91490"/>
                  <a:gd name="connsiteY36" fmla="*/ 394118 h 407257"/>
                  <a:gd name="connsiteX37" fmla="*/ 91432 w 91490"/>
                  <a:gd name="connsiteY37" fmla="*/ 405511 h 407257"/>
                  <a:gd name="connsiteX38" fmla="*/ 89563 w 91490"/>
                  <a:gd name="connsiteY38" fmla="*/ 407213 h 407257"/>
                  <a:gd name="connsiteX39" fmla="*/ 88953 w 91490"/>
                  <a:gd name="connsiteY39" fmla="*/ 407257 h 40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91490" h="407257">
                    <a:moveTo>
                      <a:pt x="88953" y="407257"/>
                    </a:moveTo>
                    <a:cubicBezTo>
                      <a:pt x="87775" y="407257"/>
                      <a:pt x="86759" y="406842"/>
                      <a:pt x="86474" y="406188"/>
                    </a:cubicBezTo>
                    <a:lnTo>
                      <a:pt x="81110" y="394620"/>
                    </a:lnTo>
                    <a:lnTo>
                      <a:pt x="75542" y="374146"/>
                    </a:lnTo>
                    <a:lnTo>
                      <a:pt x="70299" y="355485"/>
                    </a:lnTo>
                    <a:lnTo>
                      <a:pt x="59895" y="333374"/>
                    </a:lnTo>
                    <a:lnTo>
                      <a:pt x="55628" y="314625"/>
                    </a:lnTo>
                    <a:lnTo>
                      <a:pt x="52255" y="290005"/>
                    </a:lnTo>
                    <a:lnTo>
                      <a:pt x="49492" y="266563"/>
                    </a:lnTo>
                    <a:lnTo>
                      <a:pt x="47500" y="239869"/>
                    </a:lnTo>
                    <a:lnTo>
                      <a:pt x="44615" y="165419"/>
                    </a:lnTo>
                    <a:lnTo>
                      <a:pt x="42420" y="127201"/>
                    </a:lnTo>
                    <a:lnTo>
                      <a:pt x="39047" y="92256"/>
                    </a:lnTo>
                    <a:lnTo>
                      <a:pt x="34374" y="59167"/>
                    </a:lnTo>
                    <a:lnTo>
                      <a:pt x="28440" y="31841"/>
                    </a:lnTo>
                    <a:lnTo>
                      <a:pt x="22384" y="22521"/>
                    </a:lnTo>
                    <a:lnTo>
                      <a:pt x="15557" y="15645"/>
                    </a:lnTo>
                    <a:lnTo>
                      <a:pt x="7917" y="7220"/>
                    </a:lnTo>
                    <a:lnTo>
                      <a:pt x="561" y="2331"/>
                    </a:lnTo>
                    <a:cubicBezTo>
                      <a:pt x="-333" y="1698"/>
                      <a:pt x="-130" y="825"/>
                      <a:pt x="967" y="301"/>
                    </a:cubicBezTo>
                    <a:cubicBezTo>
                      <a:pt x="2064" y="-179"/>
                      <a:pt x="3650" y="-70"/>
                      <a:pt x="4543" y="520"/>
                    </a:cubicBezTo>
                    <a:lnTo>
                      <a:pt x="12184" y="5736"/>
                    </a:lnTo>
                    <a:lnTo>
                      <a:pt x="20109" y="14379"/>
                    </a:lnTo>
                    <a:lnTo>
                      <a:pt x="27058" y="21364"/>
                    </a:lnTo>
                    <a:lnTo>
                      <a:pt x="33398" y="31229"/>
                    </a:lnTo>
                    <a:lnTo>
                      <a:pt x="39454" y="58927"/>
                    </a:lnTo>
                    <a:lnTo>
                      <a:pt x="44127" y="92126"/>
                    </a:lnTo>
                    <a:lnTo>
                      <a:pt x="47500" y="127135"/>
                    </a:lnTo>
                    <a:lnTo>
                      <a:pt x="49695" y="165397"/>
                    </a:lnTo>
                    <a:lnTo>
                      <a:pt x="52580" y="239782"/>
                    </a:lnTo>
                    <a:lnTo>
                      <a:pt x="54572" y="266432"/>
                    </a:lnTo>
                    <a:lnTo>
                      <a:pt x="57335" y="289830"/>
                    </a:lnTo>
                    <a:lnTo>
                      <a:pt x="60708" y="314385"/>
                    </a:lnTo>
                    <a:lnTo>
                      <a:pt x="64854" y="332872"/>
                    </a:lnTo>
                    <a:lnTo>
                      <a:pt x="75257" y="354939"/>
                    </a:lnTo>
                    <a:lnTo>
                      <a:pt x="80622" y="373753"/>
                    </a:lnTo>
                    <a:lnTo>
                      <a:pt x="86068" y="394118"/>
                    </a:lnTo>
                    <a:lnTo>
                      <a:pt x="91432" y="405511"/>
                    </a:lnTo>
                    <a:cubicBezTo>
                      <a:pt x="91717" y="406253"/>
                      <a:pt x="90944" y="407061"/>
                      <a:pt x="89563" y="407213"/>
                    </a:cubicBezTo>
                    <a:cubicBezTo>
                      <a:pt x="89359" y="407257"/>
                      <a:pt x="89156" y="407257"/>
                      <a:pt x="88953" y="40725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5" name="Freeform: Shape 594">
                <a:extLst>
                  <a:ext uri="{FF2B5EF4-FFF2-40B4-BE49-F238E27FC236}">
                    <a16:creationId xmlns:a16="http://schemas.microsoft.com/office/drawing/2014/main" id="{9BC985DF-D089-41DB-99E1-0CC30B5E5A55}"/>
                  </a:ext>
                </a:extLst>
              </p:cNvPr>
              <p:cNvSpPr/>
              <p:nvPr/>
            </p:nvSpPr>
            <p:spPr>
              <a:xfrm>
                <a:off x="9594836" y="5692471"/>
                <a:ext cx="135529" cy="19303"/>
              </a:xfrm>
              <a:custGeom>
                <a:avLst/>
                <a:gdLst>
                  <a:gd name="connsiteX0" fmla="*/ 132957 w 135529"/>
                  <a:gd name="connsiteY0" fmla="*/ 19282 h 19303"/>
                  <a:gd name="connsiteX1" fmla="*/ 132469 w 135529"/>
                  <a:gd name="connsiteY1" fmla="*/ 19217 h 19303"/>
                  <a:gd name="connsiteX2" fmla="*/ 73216 w 135529"/>
                  <a:gd name="connsiteY2" fmla="*/ 12560 h 19303"/>
                  <a:gd name="connsiteX3" fmla="*/ 13597 w 135529"/>
                  <a:gd name="connsiteY3" fmla="*/ 4462 h 19303"/>
                  <a:gd name="connsiteX4" fmla="*/ 1893 w 135529"/>
                  <a:gd name="connsiteY4" fmla="*/ 2759 h 19303"/>
                  <a:gd name="connsiteX5" fmla="*/ 105 w 135529"/>
                  <a:gd name="connsiteY5" fmla="*/ 1057 h 19303"/>
                  <a:gd name="connsiteX6" fmla="*/ 3193 w 135529"/>
                  <a:gd name="connsiteY6" fmla="*/ 53 h 19303"/>
                  <a:gd name="connsiteX7" fmla="*/ 62325 w 135529"/>
                  <a:gd name="connsiteY7" fmla="*/ 8260 h 19303"/>
                  <a:gd name="connsiteX8" fmla="*/ 98738 w 135529"/>
                  <a:gd name="connsiteY8" fmla="*/ 12800 h 19303"/>
                  <a:gd name="connsiteX9" fmla="*/ 133485 w 135529"/>
                  <a:gd name="connsiteY9" fmla="*/ 16532 h 19303"/>
                  <a:gd name="connsiteX10" fmla="*/ 135477 w 135529"/>
                  <a:gd name="connsiteY10" fmla="*/ 18191 h 19303"/>
                  <a:gd name="connsiteX11" fmla="*/ 132997 w 135529"/>
                  <a:gd name="connsiteY11" fmla="*/ 19304 h 19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529" h="19303">
                    <a:moveTo>
                      <a:pt x="132957" y="19282"/>
                    </a:moveTo>
                    <a:cubicBezTo>
                      <a:pt x="132957" y="19282"/>
                      <a:pt x="132673" y="19282"/>
                      <a:pt x="132469" y="19217"/>
                    </a:cubicBezTo>
                    <a:lnTo>
                      <a:pt x="73216" y="12560"/>
                    </a:lnTo>
                    <a:lnTo>
                      <a:pt x="13597" y="4462"/>
                    </a:lnTo>
                    <a:lnTo>
                      <a:pt x="1893" y="2759"/>
                    </a:lnTo>
                    <a:cubicBezTo>
                      <a:pt x="511" y="2541"/>
                      <a:pt x="-301" y="1799"/>
                      <a:pt x="105" y="1057"/>
                    </a:cubicBezTo>
                    <a:cubicBezTo>
                      <a:pt x="389" y="315"/>
                      <a:pt x="1811" y="-165"/>
                      <a:pt x="3193" y="53"/>
                    </a:cubicBezTo>
                    <a:lnTo>
                      <a:pt x="62325" y="8260"/>
                    </a:lnTo>
                    <a:lnTo>
                      <a:pt x="98738" y="12800"/>
                    </a:lnTo>
                    <a:lnTo>
                      <a:pt x="133485" y="16532"/>
                    </a:lnTo>
                    <a:cubicBezTo>
                      <a:pt x="134867" y="16641"/>
                      <a:pt x="135761" y="17383"/>
                      <a:pt x="135477" y="18191"/>
                    </a:cubicBezTo>
                    <a:cubicBezTo>
                      <a:pt x="135273" y="18824"/>
                      <a:pt x="134176" y="19304"/>
                      <a:pt x="132997" y="1930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6" name="Freeform: Shape 595">
                <a:extLst>
                  <a:ext uri="{FF2B5EF4-FFF2-40B4-BE49-F238E27FC236}">
                    <a16:creationId xmlns:a16="http://schemas.microsoft.com/office/drawing/2014/main" id="{2C4E49E2-D539-4AC4-9D94-78E48A48EFFB}"/>
                  </a:ext>
                </a:extLst>
              </p:cNvPr>
              <p:cNvSpPr/>
              <p:nvPr/>
            </p:nvSpPr>
            <p:spPr>
              <a:xfrm>
                <a:off x="8058704" y="5658046"/>
                <a:ext cx="4133295" cy="913214"/>
              </a:xfrm>
              <a:custGeom>
                <a:avLst/>
                <a:gdLst>
                  <a:gd name="connsiteX0" fmla="*/ 4133295 w 4133295"/>
                  <a:gd name="connsiteY0" fmla="*/ 910202 h 913214"/>
                  <a:gd name="connsiteX1" fmla="*/ 2106172 w 4133295"/>
                  <a:gd name="connsiteY1" fmla="*/ 443507 h 913214"/>
                  <a:gd name="connsiteX2" fmla="*/ 2081464 w 4133295"/>
                  <a:gd name="connsiteY2" fmla="*/ 431350 h 913214"/>
                  <a:gd name="connsiteX3" fmla="*/ 2080487 w 4133295"/>
                  <a:gd name="connsiteY3" fmla="*/ 431022 h 913214"/>
                  <a:gd name="connsiteX4" fmla="*/ 2056064 w 4133295"/>
                  <a:gd name="connsiteY4" fmla="*/ 426984 h 913214"/>
                  <a:gd name="connsiteX5" fmla="*/ 2031841 w 4133295"/>
                  <a:gd name="connsiteY5" fmla="*/ 421113 h 913214"/>
                  <a:gd name="connsiteX6" fmla="*/ 2007742 w 4133295"/>
                  <a:gd name="connsiteY6" fmla="*/ 413452 h 913214"/>
                  <a:gd name="connsiteX7" fmla="*/ 1983846 w 4133295"/>
                  <a:gd name="connsiteY7" fmla="*/ 405289 h 913214"/>
                  <a:gd name="connsiteX8" fmla="*/ 1960599 w 4133295"/>
                  <a:gd name="connsiteY8" fmla="*/ 398675 h 913214"/>
                  <a:gd name="connsiteX9" fmla="*/ 1937394 w 4133295"/>
                  <a:gd name="connsiteY9" fmla="*/ 388177 h 913214"/>
                  <a:gd name="connsiteX10" fmla="*/ 1935199 w 4133295"/>
                  <a:gd name="connsiteY10" fmla="*/ 387849 h 913214"/>
                  <a:gd name="connsiteX11" fmla="*/ 1838558 w 4133295"/>
                  <a:gd name="connsiteY11" fmla="*/ 399898 h 913214"/>
                  <a:gd name="connsiteX12" fmla="*/ 1794991 w 4133295"/>
                  <a:gd name="connsiteY12" fmla="*/ 383375 h 913214"/>
                  <a:gd name="connsiteX13" fmla="*/ 1793081 w 4133295"/>
                  <a:gd name="connsiteY13" fmla="*/ 383157 h 913214"/>
                  <a:gd name="connsiteX14" fmla="*/ 1697049 w 4133295"/>
                  <a:gd name="connsiteY14" fmla="*/ 393655 h 913214"/>
                  <a:gd name="connsiteX15" fmla="*/ 1311091 w 4133295"/>
                  <a:gd name="connsiteY15" fmla="*/ 393066 h 913214"/>
                  <a:gd name="connsiteX16" fmla="*/ 1020881 w 4133295"/>
                  <a:gd name="connsiteY16" fmla="*/ 313726 h 913214"/>
                  <a:gd name="connsiteX17" fmla="*/ 1005600 w 4133295"/>
                  <a:gd name="connsiteY17" fmla="*/ 308924 h 913214"/>
                  <a:gd name="connsiteX18" fmla="*/ 990523 w 4133295"/>
                  <a:gd name="connsiteY18" fmla="*/ 303708 h 913214"/>
                  <a:gd name="connsiteX19" fmla="*/ 975527 w 4133295"/>
                  <a:gd name="connsiteY19" fmla="*/ 297313 h 913214"/>
                  <a:gd name="connsiteX20" fmla="*/ 973820 w 4133295"/>
                  <a:gd name="connsiteY20" fmla="*/ 297051 h 913214"/>
                  <a:gd name="connsiteX21" fmla="*/ 887988 w 4133295"/>
                  <a:gd name="connsiteY21" fmla="*/ 299648 h 913214"/>
                  <a:gd name="connsiteX22" fmla="*/ 802157 w 4133295"/>
                  <a:gd name="connsiteY22" fmla="*/ 300827 h 913214"/>
                  <a:gd name="connsiteX23" fmla="*/ 631021 w 4133295"/>
                  <a:gd name="connsiteY23" fmla="*/ 300565 h 913214"/>
                  <a:gd name="connsiteX24" fmla="*/ 619520 w 4133295"/>
                  <a:gd name="connsiteY24" fmla="*/ 296985 h 913214"/>
                  <a:gd name="connsiteX25" fmla="*/ 606719 w 4133295"/>
                  <a:gd name="connsiteY25" fmla="*/ 276054 h 913214"/>
                  <a:gd name="connsiteX26" fmla="*/ 593714 w 4133295"/>
                  <a:gd name="connsiteY26" fmla="*/ 251914 h 913214"/>
                  <a:gd name="connsiteX27" fmla="*/ 580832 w 4133295"/>
                  <a:gd name="connsiteY27" fmla="*/ 224696 h 913214"/>
                  <a:gd name="connsiteX28" fmla="*/ 568233 w 4133295"/>
                  <a:gd name="connsiteY28" fmla="*/ 193833 h 913214"/>
                  <a:gd name="connsiteX29" fmla="*/ 557707 w 4133295"/>
                  <a:gd name="connsiteY29" fmla="*/ 158016 h 913214"/>
                  <a:gd name="connsiteX30" fmla="*/ 548359 w 4133295"/>
                  <a:gd name="connsiteY30" fmla="*/ 134399 h 913214"/>
                  <a:gd name="connsiteX31" fmla="*/ 540151 w 4133295"/>
                  <a:gd name="connsiteY31" fmla="*/ 109364 h 913214"/>
                  <a:gd name="connsiteX32" fmla="*/ 532917 w 4133295"/>
                  <a:gd name="connsiteY32" fmla="*/ 88891 h 913214"/>
                  <a:gd name="connsiteX33" fmla="*/ 532510 w 4133295"/>
                  <a:gd name="connsiteY33" fmla="*/ 88367 h 913214"/>
                  <a:gd name="connsiteX34" fmla="*/ 525764 w 4133295"/>
                  <a:gd name="connsiteY34" fmla="*/ 82889 h 913214"/>
                  <a:gd name="connsiteX35" fmla="*/ 519017 w 4133295"/>
                  <a:gd name="connsiteY35" fmla="*/ 76865 h 913214"/>
                  <a:gd name="connsiteX36" fmla="*/ 511783 w 4133295"/>
                  <a:gd name="connsiteY36" fmla="*/ 66257 h 913214"/>
                  <a:gd name="connsiteX37" fmla="*/ 503168 w 4133295"/>
                  <a:gd name="connsiteY37" fmla="*/ 52659 h 913214"/>
                  <a:gd name="connsiteX38" fmla="*/ 501299 w 4133295"/>
                  <a:gd name="connsiteY38" fmla="*/ 51742 h 913214"/>
                  <a:gd name="connsiteX39" fmla="*/ 430544 w 4133295"/>
                  <a:gd name="connsiteY39" fmla="*/ 43383 h 913214"/>
                  <a:gd name="connsiteX40" fmla="*/ 421319 w 4133295"/>
                  <a:gd name="connsiteY40" fmla="*/ 30963 h 913214"/>
                  <a:gd name="connsiteX41" fmla="*/ 419449 w 4133295"/>
                  <a:gd name="connsiteY41" fmla="*/ 30112 h 913214"/>
                  <a:gd name="connsiteX42" fmla="*/ 345525 w 4133295"/>
                  <a:gd name="connsiteY42" fmla="*/ 22277 h 913214"/>
                  <a:gd name="connsiteX43" fmla="*/ 268228 w 4133295"/>
                  <a:gd name="connsiteY43" fmla="*/ 15619 h 913214"/>
                  <a:gd name="connsiteX44" fmla="*/ 185973 w 4133295"/>
                  <a:gd name="connsiteY44" fmla="*/ 6234 h 913214"/>
                  <a:gd name="connsiteX45" fmla="*/ 100426 w 4133295"/>
                  <a:gd name="connsiteY45" fmla="*/ 4051 h 913214"/>
                  <a:gd name="connsiteX46" fmla="*/ 13334 w 4133295"/>
                  <a:gd name="connsiteY46" fmla="*/ 3637 h 913214"/>
                  <a:gd name="connsiteX47" fmla="*/ 3987 w 4133295"/>
                  <a:gd name="connsiteY47" fmla="*/ 232 h 913214"/>
                  <a:gd name="connsiteX48" fmla="*/ 411 w 4133295"/>
                  <a:gd name="connsiteY48" fmla="*/ 603 h 913214"/>
                  <a:gd name="connsiteX49" fmla="*/ 1101 w 4133295"/>
                  <a:gd name="connsiteY49" fmla="*/ 2589 h 913214"/>
                  <a:gd name="connsiteX50" fmla="*/ 11139 w 4133295"/>
                  <a:gd name="connsiteY50" fmla="*/ 6256 h 913214"/>
                  <a:gd name="connsiteX51" fmla="*/ 12521 w 4133295"/>
                  <a:gd name="connsiteY51" fmla="*/ 6474 h 913214"/>
                  <a:gd name="connsiteX52" fmla="*/ 100222 w 4133295"/>
                  <a:gd name="connsiteY52" fmla="*/ 6889 h 913214"/>
                  <a:gd name="connsiteX53" fmla="*/ 185363 w 4133295"/>
                  <a:gd name="connsiteY53" fmla="*/ 9028 h 913214"/>
                  <a:gd name="connsiteX54" fmla="*/ 267131 w 4133295"/>
                  <a:gd name="connsiteY54" fmla="*/ 18348 h 913214"/>
                  <a:gd name="connsiteX55" fmla="*/ 267822 w 4133295"/>
                  <a:gd name="connsiteY55" fmla="*/ 18457 h 913214"/>
                  <a:gd name="connsiteX56" fmla="*/ 344713 w 4133295"/>
                  <a:gd name="connsiteY56" fmla="*/ 25070 h 913214"/>
                  <a:gd name="connsiteX57" fmla="*/ 417133 w 4133295"/>
                  <a:gd name="connsiteY57" fmla="*/ 32731 h 913214"/>
                  <a:gd name="connsiteX58" fmla="*/ 426359 w 4133295"/>
                  <a:gd name="connsiteY58" fmla="*/ 45151 h 913214"/>
                  <a:gd name="connsiteX59" fmla="*/ 428147 w 4133295"/>
                  <a:gd name="connsiteY59" fmla="*/ 46002 h 913214"/>
                  <a:gd name="connsiteX60" fmla="*/ 498779 w 4133295"/>
                  <a:gd name="connsiteY60" fmla="*/ 54318 h 913214"/>
                  <a:gd name="connsiteX61" fmla="*/ 506907 w 4133295"/>
                  <a:gd name="connsiteY61" fmla="*/ 67261 h 913214"/>
                  <a:gd name="connsiteX62" fmla="*/ 514547 w 4133295"/>
                  <a:gd name="connsiteY62" fmla="*/ 78087 h 913214"/>
                  <a:gd name="connsiteX63" fmla="*/ 521497 w 4133295"/>
                  <a:gd name="connsiteY63" fmla="*/ 84439 h 913214"/>
                  <a:gd name="connsiteX64" fmla="*/ 528039 w 4133295"/>
                  <a:gd name="connsiteY64" fmla="*/ 89764 h 913214"/>
                  <a:gd name="connsiteX65" fmla="*/ 535112 w 4133295"/>
                  <a:gd name="connsiteY65" fmla="*/ 109910 h 913214"/>
                  <a:gd name="connsiteX66" fmla="*/ 543361 w 4133295"/>
                  <a:gd name="connsiteY66" fmla="*/ 135011 h 913214"/>
                  <a:gd name="connsiteX67" fmla="*/ 552667 w 4133295"/>
                  <a:gd name="connsiteY67" fmla="*/ 158561 h 913214"/>
                  <a:gd name="connsiteX68" fmla="*/ 563275 w 4133295"/>
                  <a:gd name="connsiteY68" fmla="*/ 194357 h 913214"/>
                  <a:gd name="connsiteX69" fmla="*/ 575873 w 4133295"/>
                  <a:gd name="connsiteY69" fmla="*/ 225329 h 913214"/>
                  <a:gd name="connsiteX70" fmla="*/ 588878 w 4133295"/>
                  <a:gd name="connsiteY70" fmla="*/ 252656 h 913214"/>
                  <a:gd name="connsiteX71" fmla="*/ 601883 w 4133295"/>
                  <a:gd name="connsiteY71" fmla="*/ 276905 h 913214"/>
                  <a:gd name="connsiteX72" fmla="*/ 614969 w 4133295"/>
                  <a:gd name="connsiteY72" fmla="*/ 298382 h 913214"/>
                  <a:gd name="connsiteX73" fmla="*/ 616147 w 4133295"/>
                  <a:gd name="connsiteY73" fmla="*/ 299124 h 913214"/>
                  <a:gd name="connsiteX74" fmla="*/ 629152 w 4133295"/>
                  <a:gd name="connsiteY74" fmla="*/ 303228 h 913214"/>
                  <a:gd name="connsiteX75" fmla="*/ 630453 w 4133295"/>
                  <a:gd name="connsiteY75" fmla="*/ 303381 h 913214"/>
                  <a:gd name="connsiteX76" fmla="*/ 802197 w 4133295"/>
                  <a:gd name="connsiteY76" fmla="*/ 303642 h 913214"/>
                  <a:gd name="connsiteX77" fmla="*/ 888232 w 4133295"/>
                  <a:gd name="connsiteY77" fmla="*/ 302420 h 913214"/>
                  <a:gd name="connsiteX78" fmla="*/ 973169 w 4133295"/>
                  <a:gd name="connsiteY78" fmla="*/ 299866 h 913214"/>
                  <a:gd name="connsiteX79" fmla="*/ 987637 w 4133295"/>
                  <a:gd name="connsiteY79" fmla="*/ 306000 h 913214"/>
                  <a:gd name="connsiteX80" fmla="*/ 1002999 w 4133295"/>
                  <a:gd name="connsiteY80" fmla="*/ 311325 h 913214"/>
                  <a:gd name="connsiteX81" fmla="*/ 1018483 w 4133295"/>
                  <a:gd name="connsiteY81" fmla="*/ 316215 h 913214"/>
                  <a:gd name="connsiteX82" fmla="*/ 1309304 w 4133295"/>
                  <a:gd name="connsiteY82" fmla="*/ 395729 h 913214"/>
                  <a:gd name="connsiteX83" fmla="*/ 1310481 w 4133295"/>
                  <a:gd name="connsiteY83" fmla="*/ 395881 h 913214"/>
                  <a:gd name="connsiteX84" fmla="*/ 1697537 w 4133295"/>
                  <a:gd name="connsiteY84" fmla="*/ 396405 h 913214"/>
                  <a:gd name="connsiteX85" fmla="*/ 1792959 w 4133295"/>
                  <a:gd name="connsiteY85" fmla="*/ 386016 h 913214"/>
                  <a:gd name="connsiteX86" fmla="*/ 1836526 w 4133295"/>
                  <a:gd name="connsiteY86" fmla="*/ 402538 h 913214"/>
                  <a:gd name="connsiteX87" fmla="*/ 1838518 w 4133295"/>
                  <a:gd name="connsiteY87" fmla="*/ 402757 h 913214"/>
                  <a:gd name="connsiteX88" fmla="*/ 1935078 w 4133295"/>
                  <a:gd name="connsiteY88" fmla="*/ 390774 h 913214"/>
                  <a:gd name="connsiteX89" fmla="*/ 1957795 w 4133295"/>
                  <a:gd name="connsiteY89" fmla="*/ 401011 h 913214"/>
                  <a:gd name="connsiteX90" fmla="*/ 1981204 w 4133295"/>
                  <a:gd name="connsiteY90" fmla="*/ 407733 h 913214"/>
                  <a:gd name="connsiteX91" fmla="*/ 2005101 w 4133295"/>
                  <a:gd name="connsiteY91" fmla="*/ 415831 h 913214"/>
                  <a:gd name="connsiteX92" fmla="*/ 2029526 w 4133295"/>
                  <a:gd name="connsiteY92" fmla="*/ 423601 h 913214"/>
                  <a:gd name="connsiteX93" fmla="*/ 2054234 w 4133295"/>
                  <a:gd name="connsiteY93" fmla="*/ 429582 h 913214"/>
                  <a:gd name="connsiteX94" fmla="*/ 2078455 w 4133295"/>
                  <a:gd name="connsiteY94" fmla="*/ 433619 h 913214"/>
                  <a:gd name="connsiteX95" fmla="*/ 2103165 w 4133295"/>
                  <a:gd name="connsiteY95" fmla="*/ 445777 h 913214"/>
                  <a:gd name="connsiteX96" fmla="*/ 2103855 w 4133295"/>
                  <a:gd name="connsiteY96" fmla="*/ 445995 h 913214"/>
                  <a:gd name="connsiteX97" fmla="*/ 4133295 w 4133295"/>
                  <a:gd name="connsiteY97" fmla="*/ 913214 h 913214"/>
                  <a:gd name="connsiteX98" fmla="*/ 4133295 w 4133295"/>
                  <a:gd name="connsiteY98" fmla="*/ 910180 h 913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4133295" h="913214">
                    <a:moveTo>
                      <a:pt x="4133295" y="910202"/>
                    </a:moveTo>
                    <a:lnTo>
                      <a:pt x="2106172" y="443507"/>
                    </a:lnTo>
                    <a:lnTo>
                      <a:pt x="2081464" y="431350"/>
                    </a:lnTo>
                    <a:cubicBezTo>
                      <a:pt x="2081179" y="431197"/>
                      <a:pt x="2080772" y="431088"/>
                      <a:pt x="2080487" y="431022"/>
                    </a:cubicBezTo>
                    <a:lnTo>
                      <a:pt x="2056064" y="426984"/>
                    </a:lnTo>
                    <a:lnTo>
                      <a:pt x="2031841" y="421113"/>
                    </a:lnTo>
                    <a:lnTo>
                      <a:pt x="2007742" y="413452"/>
                    </a:lnTo>
                    <a:lnTo>
                      <a:pt x="1983846" y="405289"/>
                    </a:lnTo>
                    <a:lnTo>
                      <a:pt x="1960599" y="398675"/>
                    </a:lnTo>
                    <a:lnTo>
                      <a:pt x="1937394" y="388177"/>
                    </a:lnTo>
                    <a:cubicBezTo>
                      <a:pt x="1936785" y="387915"/>
                      <a:pt x="1935891" y="387806"/>
                      <a:pt x="1935199" y="387849"/>
                    </a:cubicBezTo>
                    <a:lnTo>
                      <a:pt x="1838558" y="399898"/>
                    </a:lnTo>
                    <a:lnTo>
                      <a:pt x="1794991" y="383375"/>
                    </a:lnTo>
                    <a:cubicBezTo>
                      <a:pt x="1794382" y="383157"/>
                      <a:pt x="1793773" y="383113"/>
                      <a:pt x="1793081" y="383157"/>
                    </a:cubicBezTo>
                    <a:lnTo>
                      <a:pt x="1697049" y="393655"/>
                    </a:lnTo>
                    <a:lnTo>
                      <a:pt x="1311091" y="393066"/>
                    </a:lnTo>
                    <a:lnTo>
                      <a:pt x="1020881" y="313726"/>
                    </a:lnTo>
                    <a:lnTo>
                      <a:pt x="1005600" y="308924"/>
                    </a:lnTo>
                    <a:lnTo>
                      <a:pt x="990523" y="303708"/>
                    </a:lnTo>
                    <a:lnTo>
                      <a:pt x="975527" y="297313"/>
                    </a:lnTo>
                    <a:cubicBezTo>
                      <a:pt x="975040" y="297094"/>
                      <a:pt x="974429" y="296985"/>
                      <a:pt x="973820" y="297051"/>
                    </a:cubicBezTo>
                    <a:lnTo>
                      <a:pt x="887988" y="299648"/>
                    </a:lnTo>
                    <a:lnTo>
                      <a:pt x="802157" y="300827"/>
                    </a:lnTo>
                    <a:lnTo>
                      <a:pt x="631021" y="300565"/>
                    </a:lnTo>
                    <a:lnTo>
                      <a:pt x="619520" y="296985"/>
                    </a:lnTo>
                    <a:lnTo>
                      <a:pt x="606719" y="276054"/>
                    </a:lnTo>
                    <a:lnTo>
                      <a:pt x="593714" y="251914"/>
                    </a:lnTo>
                    <a:lnTo>
                      <a:pt x="580832" y="224696"/>
                    </a:lnTo>
                    <a:lnTo>
                      <a:pt x="568233" y="193833"/>
                    </a:lnTo>
                    <a:lnTo>
                      <a:pt x="557707" y="158016"/>
                    </a:lnTo>
                    <a:lnTo>
                      <a:pt x="548359" y="134399"/>
                    </a:lnTo>
                    <a:lnTo>
                      <a:pt x="540151" y="109364"/>
                    </a:lnTo>
                    <a:lnTo>
                      <a:pt x="532917" y="88891"/>
                    </a:lnTo>
                    <a:cubicBezTo>
                      <a:pt x="532795" y="88673"/>
                      <a:pt x="532713" y="88520"/>
                      <a:pt x="532510" y="88367"/>
                    </a:cubicBezTo>
                    <a:lnTo>
                      <a:pt x="525764" y="82889"/>
                    </a:lnTo>
                    <a:lnTo>
                      <a:pt x="519017" y="76865"/>
                    </a:lnTo>
                    <a:lnTo>
                      <a:pt x="511783" y="66257"/>
                    </a:lnTo>
                    <a:lnTo>
                      <a:pt x="503168" y="52659"/>
                    </a:lnTo>
                    <a:cubicBezTo>
                      <a:pt x="502883" y="52179"/>
                      <a:pt x="502193" y="51851"/>
                      <a:pt x="501299" y="51742"/>
                    </a:cubicBezTo>
                    <a:lnTo>
                      <a:pt x="430544" y="43383"/>
                    </a:lnTo>
                    <a:lnTo>
                      <a:pt x="421319" y="30963"/>
                    </a:lnTo>
                    <a:cubicBezTo>
                      <a:pt x="421035" y="30549"/>
                      <a:pt x="420343" y="30221"/>
                      <a:pt x="419449" y="30112"/>
                    </a:cubicBezTo>
                    <a:lnTo>
                      <a:pt x="345525" y="22277"/>
                    </a:lnTo>
                    <a:lnTo>
                      <a:pt x="268228" y="15619"/>
                    </a:lnTo>
                    <a:lnTo>
                      <a:pt x="185973" y="6234"/>
                    </a:lnTo>
                    <a:lnTo>
                      <a:pt x="100426" y="4051"/>
                    </a:lnTo>
                    <a:lnTo>
                      <a:pt x="13334" y="3637"/>
                    </a:lnTo>
                    <a:lnTo>
                      <a:pt x="3987" y="232"/>
                    </a:lnTo>
                    <a:cubicBezTo>
                      <a:pt x="2808" y="-183"/>
                      <a:pt x="1223" y="-30"/>
                      <a:pt x="411" y="603"/>
                    </a:cubicBezTo>
                    <a:cubicBezTo>
                      <a:pt x="-362" y="1301"/>
                      <a:pt x="4" y="2152"/>
                      <a:pt x="1101" y="2589"/>
                    </a:cubicBezTo>
                    <a:lnTo>
                      <a:pt x="11139" y="6256"/>
                    </a:lnTo>
                    <a:cubicBezTo>
                      <a:pt x="11627" y="6365"/>
                      <a:pt x="12034" y="6474"/>
                      <a:pt x="12521" y="6474"/>
                    </a:cubicBezTo>
                    <a:lnTo>
                      <a:pt x="100222" y="6889"/>
                    </a:lnTo>
                    <a:lnTo>
                      <a:pt x="185363" y="9028"/>
                    </a:lnTo>
                    <a:lnTo>
                      <a:pt x="267131" y="18348"/>
                    </a:lnTo>
                    <a:cubicBezTo>
                      <a:pt x="267131" y="18348"/>
                      <a:pt x="267822" y="18457"/>
                      <a:pt x="267822" y="18457"/>
                    </a:cubicBezTo>
                    <a:lnTo>
                      <a:pt x="344713" y="25070"/>
                    </a:lnTo>
                    <a:lnTo>
                      <a:pt x="417133" y="32731"/>
                    </a:lnTo>
                    <a:lnTo>
                      <a:pt x="426359" y="45151"/>
                    </a:lnTo>
                    <a:cubicBezTo>
                      <a:pt x="426683" y="45587"/>
                      <a:pt x="427334" y="45893"/>
                      <a:pt x="428147" y="46002"/>
                    </a:cubicBezTo>
                    <a:lnTo>
                      <a:pt x="498779" y="54318"/>
                    </a:lnTo>
                    <a:lnTo>
                      <a:pt x="506907" y="67261"/>
                    </a:lnTo>
                    <a:lnTo>
                      <a:pt x="514547" y="78087"/>
                    </a:lnTo>
                    <a:lnTo>
                      <a:pt x="521497" y="84439"/>
                    </a:lnTo>
                    <a:lnTo>
                      <a:pt x="528039" y="89764"/>
                    </a:lnTo>
                    <a:lnTo>
                      <a:pt x="535112" y="109910"/>
                    </a:lnTo>
                    <a:lnTo>
                      <a:pt x="543361" y="135011"/>
                    </a:lnTo>
                    <a:lnTo>
                      <a:pt x="552667" y="158561"/>
                    </a:lnTo>
                    <a:lnTo>
                      <a:pt x="563275" y="194357"/>
                    </a:lnTo>
                    <a:lnTo>
                      <a:pt x="575873" y="225329"/>
                    </a:lnTo>
                    <a:lnTo>
                      <a:pt x="588878" y="252656"/>
                    </a:lnTo>
                    <a:lnTo>
                      <a:pt x="601883" y="276905"/>
                    </a:lnTo>
                    <a:lnTo>
                      <a:pt x="614969" y="298382"/>
                    </a:lnTo>
                    <a:cubicBezTo>
                      <a:pt x="615172" y="298710"/>
                      <a:pt x="615578" y="298972"/>
                      <a:pt x="616147" y="299124"/>
                    </a:cubicBezTo>
                    <a:lnTo>
                      <a:pt x="629152" y="303228"/>
                    </a:lnTo>
                    <a:cubicBezTo>
                      <a:pt x="629559" y="303337"/>
                      <a:pt x="629965" y="303381"/>
                      <a:pt x="630453" y="303381"/>
                    </a:cubicBezTo>
                    <a:lnTo>
                      <a:pt x="802197" y="303642"/>
                    </a:lnTo>
                    <a:lnTo>
                      <a:pt x="888232" y="302420"/>
                    </a:lnTo>
                    <a:lnTo>
                      <a:pt x="973169" y="299866"/>
                    </a:lnTo>
                    <a:lnTo>
                      <a:pt x="987637" y="306000"/>
                    </a:lnTo>
                    <a:lnTo>
                      <a:pt x="1002999" y="311325"/>
                    </a:lnTo>
                    <a:lnTo>
                      <a:pt x="1018483" y="316215"/>
                    </a:lnTo>
                    <a:lnTo>
                      <a:pt x="1309304" y="395729"/>
                    </a:lnTo>
                    <a:cubicBezTo>
                      <a:pt x="1309709" y="395838"/>
                      <a:pt x="1310075" y="395881"/>
                      <a:pt x="1310481" y="395881"/>
                    </a:cubicBezTo>
                    <a:lnTo>
                      <a:pt x="1697537" y="396405"/>
                    </a:lnTo>
                    <a:lnTo>
                      <a:pt x="1792959" y="386016"/>
                    </a:lnTo>
                    <a:lnTo>
                      <a:pt x="1836526" y="402538"/>
                    </a:lnTo>
                    <a:cubicBezTo>
                      <a:pt x="1837135" y="402800"/>
                      <a:pt x="1837826" y="402866"/>
                      <a:pt x="1838518" y="402757"/>
                    </a:cubicBezTo>
                    <a:lnTo>
                      <a:pt x="1935078" y="390774"/>
                    </a:lnTo>
                    <a:lnTo>
                      <a:pt x="1957795" y="401011"/>
                    </a:lnTo>
                    <a:lnTo>
                      <a:pt x="1981204" y="407733"/>
                    </a:lnTo>
                    <a:lnTo>
                      <a:pt x="2005101" y="415831"/>
                    </a:lnTo>
                    <a:lnTo>
                      <a:pt x="2029526" y="423601"/>
                    </a:lnTo>
                    <a:lnTo>
                      <a:pt x="2054234" y="429582"/>
                    </a:lnTo>
                    <a:lnTo>
                      <a:pt x="2078455" y="433619"/>
                    </a:lnTo>
                    <a:lnTo>
                      <a:pt x="2103165" y="445777"/>
                    </a:lnTo>
                    <a:cubicBezTo>
                      <a:pt x="2103165" y="445777"/>
                      <a:pt x="2103572" y="445952"/>
                      <a:pt x="2103855" y="445995"/>
                    </a:cubicBezTo>
                    <a:lnTo>
                      <a:pt x="4133295" y="913214"/>
                    </a:lnTo>
                    <a:lnTo>
                      <a:pt x="4133295" y="91018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7" name="Freeform: Shape 596">
                <a:extLst>
                  <a:ext uri="{FF2B5EF4-FFF2-40B4-BE49-F238E27FC236}">
                    <a16:creationId xmlns:a16="http://schemas.microsoft.com/office/drawing/2014/main" id="{BF36F601-FC49-4BDC-AAB7-366E35CE9D05}"/>
                  </a:ext>
                </a:extLst>
              </p:cNvPr>
              <p:cNvSpPr/>
              <p:nvPr/>
            </p:nvSpPr>
            <p:spPr>
              <a:xfrm>
                <a:off x="9539490" y="5692427"/>
                <a:ext cx="1039304" cy="22643"/>
              </a:xfrm>
              <a:custGeom>
                <a:avLst/>
                <a:gdLst>
                  <a:gd name="connsiteX0" fmla="*/ 1036744 w 1039304"/>
                  <a:gd name="connsiteY0" fmla="*/ 22578 h 22643"/>
                  <a:gd name="connsiteX1" fmla="*/ 1036744 w 1039304"/>
                  <a:gd name="connsiteY1" fmla="*/ 22578 h 22643"/>
                  <a:gd name="connsiteX2" fmla="*/ 536466 w 1039304"/>
                  <a:gd name="connsiteY2" fmla="*/ 21028 h 22643"/>
                  <a:gd name="connsiteX3" fmla="*/ 493306 w 1039304"/>
                  <a:gd name="connsiteY3" fmla="*/ 21683 h 22643"/>
                  <a:gd name="connsiteX4" fmla="*/ 478636 w 1039304"/>
                  <a:gd name="connsiteY4" fmla="*/ 20875 h 22643"/>
                  <a:gd name="connsiteX5" fmla="*/ 421292 w 1039304"/>
                  <a:gd name="connsiteY5" fmla="*/ 20723 h 22643"/>
                  <a:gd name="connsiteX6" fmla="*/ 407394 w 1039304"/>
                  <a:gd name="connsiteY6" fmla="*/ 19173 h 22643"/>
                  <a:gd name="connsiteX7" fmla="*/ 121044 w 1039304"/>
                  <a:gd name="connsiteY7" fmla="*/ 18147 h 22643"/>
                  <a:gd name="connsiteX8" fmla="*/ 84021 w 1039304"/>
                  <a:gd name="connsiteY8" fmla="*/ 13978 h 22643"/>
                  <a:gd name="connsiteX9" fmla="*/ 36594 w 1039304"/>
                  <a:gd name="connsiteY9" fmla="*/ 7758 h 22643"/>
                  <a:gd name="connsiteX10" fmla="*/ 1847 w 1039304"/>
                  <a:gd name="connsiteY10" fmla="*/ 2759 h 22643"/>
                  <a:gd name="connsiteX11" fmla="*/ 59 w 1039304"/>
                  <a:gd name="connsiteY11" fmla="*/ 1057 h 22643"/>
                  <a:gd name="connsiteX12" fmla="*/ 3148 w 1039304"/>
                  <a:gd name="connsiteY12" fmla="*/ 53 h 22643"/>
                  <a:gd name="connsiteX13" fmla="*/ 61303 w 1039304"/>
                  <a:gd name="connsiteY13" fmla="*/ 8216 h 22643"/>
                  <a:gd name="connsiteX14" fmla="*/ 97107 w 1039304"/>
                  <a:gd name="connsiteY14" fmla="*/ 12691 h 22643"/>
                  <a:gd name="connsiteX15" fmla="*/ 121531 w 1039304"/>
                  <a:gd name="connsiteY15" fmla="*/ 15419 h 22643"/>
                  <a:gd name="connsiteX16" fmla="*/ 178387 w 1039304"/>
                  <a:gd name="connsiteY16" fmla="*/ 15419 h 22643"/>
                  <a:gd name="connsiteX17" fmla="*/ 407881 w 1039304"/>
                  <a:gd name="connsiteY17" fmla="*/ 16379 h 22643"/>
                  <a:gd name="connsiteX18" fmla="*/ 421780 w 1039304"/>
                  <a:gd name="connsiteY18" fmla="*/ 17929 h 22643"/>
                  <a:gd name="connsiteX19" fmla="*/ 478838 w 1039304"/>
                  <a:gd name="connsiteY19" fmla="*/ 18104 h 22643"/>
                  <a:gd name="connsiteX20" fmla="*/ 493509 w 1039304"/>
                  <a:gd name="connsiteY20" fmla="*/ 18889 h 22643"/>
                  <a:gd name="connsiteX21" fmla="*/ 536466 w 1039304"/>
                  <a:gd name="connsiteY21" fmla="*/ 18256 h 22643"/>
                  <a:gd name="connsiteX22" fmla="*/ 1036825 w 1039304"/>
                  <a:gd name="connsiteY22" fmla="*/ 19806 h 22643"/>
                  <a:gd name="connsiteX23" fmla="*/ 1039305 w 1039304"/>
                  <a:gd name="connsiteY23" fmla="*/ 21203 h 22643"/>
                  <a:gd name="connsiteX24" fmla="*/ 1036744 w 1039304"/>
                  <a:gd name="connsiteY24" fmla="*/ 22643 h 2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39304" h="22643">
                    <a:moveTo>
                      <a:pt x="1036744" y="22578"/>
                    </a:moveTo>
                    <a:lnTo>
                      <a:pt x="1036744" y="22578"/>
                    </a:lnTo>
                    <a:lnTo>
                      <a:pt x="536466" y="21028"/>
                    </a:lnTo>
                    <a:lnTo>
                      <a:pt x="493306" y="21683"/>
                    </a:lnTo>
                    <a:lnTo>
                      <a:pt x="478636" y="20875"/>
                    </a:lnTo>
                    <a:lnTo>
                      <a:pt x="421292" y="20723"/>
                    </a:lnTo>
                    <a:lnTo>
                      <a:pt x="407394" y="19173"/>
                    </a:lnTo>
                    <a:lnTo>
                      <a:pt x="121044" y="18147"/>
                    </a:lnTo>
                    <a:lnTo>
                      <a:pt x="84021" y="13978"/>
                    </a:lnTo>
                    <a:lnTo>
                      <a:pt x="36594" y="7758"/>
                    </a:lnTo>
                    <a:lnTo>
                      <a:pt x="1847" y="2759"/>
                    </a:lnTo>
                    <a:cubicBezTo>
                      <a:pt x="546" y="2607"/>
                      <a:pt x="-226" y="1799"/>
                      <a:pt x="59" y="1057"/>
                    </a:cubicBezTo>
                    <a:cubicBezTo>
                      <a:pt x="465" y="315"/>
                      <a:pt x="1765" y="-165"/>
                      <a:pt x="3148" y="53"/>
                    </a:cubicBezTo>
                    <a:lnTo>
                      <a:pt x="61303" y="8216"/>
                    </a:lnTo>
                    <a:lnTo>
                      <a:pt x="97107" y="12691"/>
                    </a:lnTo>
                    <a:lnTo>
                      <a:pt x="121531" y="15419"/>
                    </a:lnTo>
                    <a:lnTo>
                      <a:pt x="178387" y="15419"/>
                    </a:lnTo>
                    <a:lnTo>
                      <a:pt x="407881" y="16379"/>
                    </a:lnTo>
                    <a:lnTo>
                      <a:pt x="421780" y="17929"/>
                    </a:lnTo>
                    <a:lnTo>
                      <a:pt x="478838" y="18104"/>
                    </a:lnTo>
                    <a:lnTo>
                      <a:pt x="493509" y="18889"/>
                    </a:lnTo>
                    <a:lnTo>
                      <a:pt x="536466" y="18256"/>
                    </a:lnTo>
                    <a:lnTo>
                      <a:pt x="1036825" y="19806"/>
                    </a:lnTo>
                    <a:cubicBezTo>
                      <a:pt x="1038208" y="19806"/>
                      <a:pt x="1039305" y="20439"/>
                      <a:pt x="1039305" y="21203"/>
                    </a:cubicBezTo>
                    <a:cubicBezTo>
                      <a:pt x="1039305" y="22010"/>
                      <a:pt x="1038208" y="22643"/>
                      <a:pt x="1036744" y="226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8" name="Freeform: Shape 597">
                <a:extLst>
                  <a:ext uri="{FF2B5EF4-FFF2-40B4-BE49-F238E27FC236}">
                    <a16:creationId xmlns:a16="http://schemas.microsoft.com/office/drawing/2014/main" id="{11A742C5-A2A8-4F4E-BC57-2DEA2394A949}"/>
                  </a:ext>
                </a:extLst>
              </p:cNvPr>
              <p:cNvSpPr/>
              <p:nvPr/>
            </p:nvSpPr>
            <p:spPr>
              <a:xfrm>
                <a:off x="9496539" y="5701837"/>
                <a:ext cx="1091533" cy="12905"/>
              </a:xfrm>
              <a:custGeom>
                <a:avLst/>
                <a:gdLst>
                  <a:gd name="connsiteX0" fmla="*/ 549059 w 1091533"/>
                  <a:gd name="connsiteY0" fmla="*/ 12906 h 12905"/>
                  <a:gd name="connsiteX1" fmla="*/ 547758 w 1091533"/>
                  <a:gd name="connsiteY1" fmla="*/ 12688 h 12905"/>
                  <a:gd name="connsiteX2" fmla="*/ 536867 w 1091533"/>
                  <a:gd name="connsiteY2" fmla="*/ 9217 h 12905"/>
                  <a:gd name="connsiteX3" fmla="*/ 495373 w 1091533"/>
                  <a:gd name="connsiteY3" fmla="*/ 7668 h 12905"/>
                  <a:gd name="connsiteX4" fmla="*/ 437542 w 1091533"/>
                  <a:gd name="connsiteY4" fmla="*/ 8301 h 12905"/>
                  <a:gd name="connsiteX5" fmla="*/ 94541 w 1091533"/>
                  <a:gd name="connsiteY5" fmla="*/ 7231 h 12905"/>
                  <a:gd name="connsiteX6" fmla="*/ 82146 w 1091533"/>
                  <a:gd name="connsiteY6" fmla="*/ 5790 h 12905"/>
                  <a:gd name="connsiteX7" fmla="*/ 25778 w 1091533"/>
                  <a:gd name="connsiteY7" fmla="*/ 5681 h 12905"/>
                  <a:gd name="connsiteX8" fmla="*/ 1963 w 1091533"/>
                  <a:gd name="connsiteY8" fmla="*/ 2800 h 12905"/>
                  <a:gd name="connsiteX9" fmla="*/ 53 w 1091533"/>
                  <a:gd name="connsiteY9" fmla="*/ 1141 h 12905"/>
                  <a:gd name="connsiteX10" fmla="*/ 3142 w 1091533"/>
                  <a:gd name="connsiteY10" fmla="*/ 28 h 12905"/>
                  <a:gd name="connsiteX11" fmla="*/ 26266 w 1091533"/>
                  <a:gd name="connsiteY11" fmla="*/ 2909 h 12905"/>
                  <a:gd name="connsiteX12" fmla="*/ 82634 w 1091533"/>
                  <a:gd name="connsiteY12" fmla="*/ 3019 h 12905"/>
                  <a:gd name="connsiteX13" fmla="*/ 95150 w 1091533"/>
                  <a:gd name="connsiteY13" fmla="*/ 4459 h 12905"/>
                  <a:gd name="connsiteX14" fmla="*/ 437542 w 1091533"/>
                  <a:gd name="connsiteY14" fmla="*/ 5463 h 12905"/>
                  <a:gd name="connsiteX15" fmla="*/ 495495 w 1091533"/>
                  <a:gd name="connsiteY15" fmla="*/ 4830 h 12905"/>
                  <a:gd name="connsiteX16" fmla="*/ 537843 w 1091533"/>
                  <a:gd name="connsiteY16" fmla="*/ 6423 h 12905"/>
                  <a:gd name="connsiteX17" fmla="*/ 538940 w 1091533"/>
                  <a:gd name="connsiteY17" fmla="*/ 6598 h 12905"/>
                  <a:gd name="connsiteX18" fmla="*/ 548164 w 1091533"/>
                  <a:gd name="connsiteY18" fmla="*/ 9588 h 12905"/>
                  <a:gd name="connsiteX19" fmla="*/ 549262 w 1091533"/>
                  <a:gd name="connsiteY19" fmla="*/ 8628 h 12905"/>
                  <a:gd name="connsiteX20" fmla="*/ 551132 w 1091533"/>
                  <a:gd name="connsiteY20" fmla="*/ 7973 h 12905"/>
                  <a:gd name="connsiteX21" fmla="*/ 565315 w 1091533"/>
                  <a:gd name="connsiteY21" fmla="*/ 7187 h 12905"/>
                  <a:gd name="connsiteX22" fmla="*/ 1082946 w 1091533"/>
                  <a:gd name="connsiteY22" fmla="*/ 8562 h 12905"/>
                  <a:gd name="connsiteX23" fmla="*/ 1089490 w 1091533"/>
                  <a:gd name="connsiteY23" fmla="*/ 9261 h 12905"/>
                  <a:gd name="connsiteX24" fmla="*/ 1091481 w 1091533"/>
                  <a:gd name="connsiteY24" fmla="*/ 10920 h 12905"/>
                  <a:gd name="connsiteX25" fmla="*/ 1088515 w 1091533"/>
                  <a:gd name="connsiteY25" fmla="*/ 12033 h 12905"/>
                  <a:gd name="connsiteX26" fmla="*/ 1082459 w 1091533"/>
                  <a:gd name="connsiteY26" fmla="*/ 11334 h 12905"/>
                  <a:gd name="connsiteX27" fmla="*/ 565640 w 1091533"/>
                  <a:gd name="connsiteY27" fmla="*/ 9959 h 12905"/>
                  <a:gd name="connsiteX28" fmla="*/ 552960 w 1091533"/>
                  <a:gd name="connsiteY28" fmla="*/ 10701 h 12905"/>
                  <a:gd name="connsiteX29" fmla="*/ 551253 w 1091533"/>
                  <a:gd name="connsiteY29" fmla="*/ 12186 h 12905"/>
                  <a:gd name="connsiteX30" fmla="*/ 549059 w 1091533"/>
                  <a:gd name="connsiteY30" fmla="*/ 12884 h 1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1533" h="12905">
                    <a:moveTo>
                      <a:pt x="549059" y="12906"/>
                    </a:moveTo>
                    <a:cubicBezTo>
                      <a:pt x="548571" y="12906"/>
                      <a:pt x="548164" y="12840"/>
                      <a:pt x="547758" y="12688"/>
                    </a:cubicBezTo>
                    <a:lnTo>
                      <a:pt x="536867" y="9217"/>
                    </a:lnTo>
                    <a:lnTo>
                      <a:pt x="495373" y="7668"/>
                    </a:lnTo>
                    <a:lnTo>
                      <a:pt x="437542" y="8301"/>
                    </a:lnTo>
                    <a:lnTo>
                      <a:pt x="94541" y="7231"/>
                    </a:lnTo>
                    <a:lnTo>
                      <a:pt x="82146" y="5790"/>
                    </a:lnTo>
                    <a:lnTo>
                      <a:pt x="25778" y="5681"/>
                    </a:lnTo>
                    <a:lnTo>
                      <a:pt x="1963" y="2800"/>
                    </a:lnTo>
                    <a:cubicBezTo>
                      <a:pt x="662" y="2647"/>
                      <a:pt x="-232" y="1905"/>
                      <a:pt x="53" y="1141"/>
                    </a:cubicBezTo>
                    <a:cubicBezTo>
                      <a:pt x="338" y="356"/>
                      <a:pt x="1638" y="-125"/>
                      <a:pt x="3142" y="28"/>
                    </a:cubicBezTo>
                    <a:lnTo>
                      <a:pt x="26266" y="2909"/>
                    </a:lnTo>
                    <a:lnTo>
                      <a:pt x="82634" y="3019"/>
                    </a:lnTo>
                    <a:lnTo>
                      <a:pt x="95150" y="4459"/>
                    </a:lnTo>
                    <a:lnTo>
                      <a:pt x="437542" y="5463"/>
                    </a:lnTo>
                    <a:lnTo>
                      <a:pt x="495495" y="4830"/>
                    </a:lnTo>
                    <a:lnTo>
                      <a:pt x="537843" y="6423"/>
                    </a:lnTo>
                    <a:cubicBezTo>
                      <a:pt x="538248" y="6423"/>
                      <a:pt x="538614" y="6489"/>
                      <a:pt x="538940" y="6598"/>
                    </a:cubicBezTo>
                    <a:lnTo>
                      <a:pt x="548164" y="9588"/>
                    </a:lnTo>
                    <a:lnTo>
                      <a:pt x="549262" y="8628"/>
                    </a:lnTo>
                    <a:cubicBezTo>
                      <a:pt x="549668" y="8257"/>
                      <a:pt x="550359" y="8039"/>
                      <a:pt x="551132" y="7973"/>
                    </a:cubicBezTo>
                    <a:lnTo>
                      <a:pt x="565315" y="7187"/>
                    </a:lnTo>
                    <a:lnTo>
                      <a:pt x="1082946" y="8562"/>
                    </a:lnTo>
                    <a:lnTo>
                      <a:pt x="1089490" y="9261"/>
                    </a:lnTo>
                    <a:cubicBezTo>
                      <a:pt x="1090871" y="9414"/>
                      <a:pt x="1091765" y="10178"/>
                      <a:pt x="1091481" y="10920"/>
                    </a:cubicBezTo>
                    <a:cubicBezTo>
                      <a:pt x="1091196" y="11727"/>
                      <a:pt x="1089896" y="12186"/>
                      <a:pt x="1088515" y="12033"/>
                    </a:cubicBezTo>
                    <a:lnTo>
                      <a:pt x="1082459" y="11334"/>
                    </a:lnTo>
                    <a:lnTo>
                      <a:pt x="565640" y="9959"/>
                    </a:lnTo>
                    <a:lnTo>
                      <a:pt x="552960" y="10701"/>
                    </a:lnTo>
                    <a:lnTo>
                      <a:pt x="551253" y="12186"/>
                    </a:lnTo>
                    <a:cubicBezTo>
                      <a:pt x="550766" y="12600"/>
                      <a:pt x="549872" y="12884"/>
                      <a:pt x="549059" y="1288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599" name="Freeform: Shape 598">
                <a:extLst>
                  <a:ext uri="{FF2B5EF4-FFF2-40B4-BE49-F238E27FC236}">
                    <a16:creationId xmlns:a16="http://schemas.microsoft.com/office/drawing/2014/main" id="{0A86686E-18B3-4FD9-873D-076ECC595109}"/>
                  </a:ext>
                </a:extLst>
              </p:cNvPr>
              <p:cNvSpPr/>
              <p:nvPr/>
            </p:nvSpPr>
            <p:spPr>
              <a:xfrm>
                <a:off x="8920046" y="5692240"/>
                <a:ext cx="444727" cy="16850"/>
              </a:xfrm>
              <a:custGeom>
                <a:avLst/>
                <a:gdLst>
                  <a:gd name="connsiteX0" fmla="*/ 2587 w 444727"/>
                  <a:gd name="connsiteY0" fmla="*/ 16850 h 16850"/>
                  <a:gd name="connsiteX1" fmla="*/ 27 w 444727"/>
                  <a:gd name="connsiteY1" fmla="*/ 15628 h 16850"/>
                  <a:gd name="connsiteX2" fmla="*/ 2221 w 444727"/>
                  <a:gd name="connsiteY2" fmla="*/ 14078 h 16850"/>
                  <a:gd name="connsiteX3" fmla="*/ 13804 w 444727"/>
                  <a:gd name="connsiteY3" fmla="*/ 13227 h 16850"/>
                  <a:gd name="connsiteX4" fmla="*/ 69074 w 444727"/>
                  <a:gd name="connsiteY4" fmla="*/ 9495 h 16850"/>
                  <a:gd name="connsiteX5" fmla="*/ 124345 w 444727"/>
                  <a:gd name="connsiteY5" fmla="*/ 6090 h 16850"/>
                  <a:gd name="connsiteX6" fmla="*/ 179615 w 444727"/>
                  <a:gd name="connsiteY6" fmla="*/ 3318 h 16850"/>
                  <a:gd name="connsiteX7" fmla="*/ 234967 w 444727"/>
                  <a:gd name="connsiteY7" fmla="*/ 1397 h 16850"/>
                  <a:gd name="connsiteX8" fmla="*/ 290237 w 444727"/>
                  <a:gd name="connsiteY8" fmla="*/ 109 h 16850"/>
                  <a:gd name="connsiteX9" fmla="*/ 328439 w 444727"/>
                  <a:gd name="connsiteY9" fmla="*/ 0 h 16850"/>
                  <a:gd name="connsiteX10" fmla="*/ 356318 w 444727"/>
                  <a:gd name="connsiteY10" fmla="*/ 1593 h 16850"/>
                  <a:gd name="connsiteX11" fmla="*/ 367047 w 444727"/>
                  <a:gd name="connsiteY11" fmla="*/ 3252 h 16850"/>
                  <a:gd name="connsiteX12" fmla="*/ 422317 w 444727"/>
                  <a:gd name="connsiteY12" fmla="*/ 3296 h 16850"/>
                  <a:gd name="connsiteX13" fmla="*/ 423008 w 444727"/>
                  <a:gd name="connsiteY13" fmla="*/ 3361 h 16850"/>
                  <a:gd name="connsiteX14" fmla="*/ 442841 w 444727"/>
                  <a:gd name="connsiteY14" fmla="*/ 6242 h 16850"/>
                  <a:gd name="connsiteX15" fmla="*/ 444629 w 444727"/>
                  <a:gd name="connsiteY15" fmla="*/ 7945 h 16850"/>
                  <a:gd name="connsiteX16" fmla="*/ 441540 w 444727"/>
                  <a:gd name="connsiteY16" fmla="*/ 8949 h 16850"/>
                  <a:gd name="connsiteX17" fmla="*/ 421992 w 444727"/>
                  <a:gd name="connsiteY17" fmla="*/ 6133 h 16850"/>
                  <a:gd name="connsiteX18" fmla="*/ 366641 w 444727"/>
                  <a:gd name="connsiteY18" fmla="*/ 6068 h 16850"/>
                  <a:gd name="connsiteX19" fmla="*/ 365949 w 444727"/>
                  <a:gd name="connsiteY19" fmla="*/ 6002 h 16850"/>
                  <a:gd name="connsiteX20" fmla="*/ 355424 w 444727"/>
                  <a:gd name="connsiteY20" fmla="*/ 4365 h 16850"/>
                  <a:gd name="connsiteX21" fmla="*/ 328154 w 444727"/>
                  <a:gd name="connsiteY21" fmla="*/ 2816 h 16850"/>
                  <a:gd name="connsiteX22" fmla="*/ 290360 w 444727"/>
                  <a:gd name="connsiteY22" fmla="*/ 2925 h 16850"/>
                  <a:gd name="connsiteX23" fmla="*/ 235292 w 444727"/>
                  <a:gd name="connsiteY23" fmla="*/ 4147 h 16850"/>
                  <a:gd name="connsiteX24" fmla="*/ 180021 w 444727"/>
                  <a:gd name="connsiteY24" fmla="*/ 6133 h 16850"/>
                  <a:gd name="connsiteX25" fmla="*/ 124833 w 444727"/>
                  <a:gd name="connsiteY25" fmla="*/ 8840 h 16850"/>
                  <a:gd name="connsiteX26" fmla="*/ 69643 w 444727"/>
                  <a:gd name="connsiteY26" fmla="*/ 12245 h 16850"/>
                  <a:gd name="connsiteX27" fmla="*/ 2872 w 444727"/>
                  <a:gd name="connsiteY27" fmla="*/ 16828 h 16850"/>
                  <a:gd name="connsiteX28" fmla="*/ 2587 w 444727"/>
                  <a:gd name="connsiteY28" fmla="*/ 16828 h 1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44727" h="16850">
                    <a:moveTo>
                      <a:pt x="2587" y="16850"/>
                    </a:moveTo>
                    <a:cubicBezTo>
                      <a:pt x="1287" y="16850"/>
                      <a:pt x="230" y="16370"/>
                      <a:pt x="27" y="15628"/>
                    </a:cubicBezTo>
                    <a:cubicBezTo>
                      <a:pt x="-176" y="14886"/>
                      <a:pt x="799" y="14187"/>
                      <a:pt x="2221" y="14078"/>
                    </a:cubicBezTo>
                    <a:lnTo>
                      <a:pt x="13804" y="13227"/>
                    </a:lnTo>
                    <a:lnTo>
                      <a:pt x="69074" y="9495"/>
                    </a:lnTo>
                    <a:lnTo>
                      <a:pt x="124345" y="6090"/>
                    </a:lnTo>
                    <a:lnTo>
                      <a:pt x="179615" y="3318"/>
                    </a:lnTo>
                    <a:lnTo>
                      <a:pt x="234967" y="1397"/>
                    </a:lnTo>
                    <a:lnTo>
                      <a:pt x="290237" y="109"/>
                    </a:lnTo>
                    <a:lnTo>
                      <a:pt x="328439" y="0"/>
                    </a:lnTo>
                    <a:lnTo>
                      <a:pt x="356318" y="1593"/>
                    </a:lnTo>
                    <a:lnTo>
                      <a:pt x="367047" y="3252"/>
                    </a:lnTo>
                    <a:lnTo>
                      <a:pt x="422317" y="3296"/>
                    </a:lnTo>
                    <a:cubicBezTo>
                      <a:pt x="422317" y="3296"/>
                      <a:pt x="422805" y="3296"/>
                      <a:pt x="423008" y="3361"/>
                    </a:cubicBezTo>
                    <a:lnTo>
                      <a:pt x="442841" y="6242"/>
                    </a:lnTo>
                    <a:cubicBezTo>
                      <a:pt x="444141" y="6417"/>
                      <a:pt x="445035" y="7203"/>
                      <a:pt x="444629" y="7945"/>
                    </a:cubicBezTo>
                    <a:cubicBezTo>
                      <a:pt x="444303" y="8687"/>
                      <a:pt x="442962" y="9167"/>
                      <a:pt x="441540" y="8949"/>
                    </a:cubicBezTo>
                    <a:lnTo>
                      <a:pt x="421992" y="6133"/>
                    </a:lnTo>
                    <a:lnTo>
                      <a:pt x="366641" y="6068"/>
                    </a:lnTo>
                    <a:cubicBezTo>
                      <a:pt x="366641" y="6068"/>
                      <a:pt x="366234" y="6068"/>
                      <a:pt x="365949" y="6002"/>
                    </a:cubicBezTo>
                    <a:lnTo>
                      <a:pt x="355424" y="4365"/>
                    </a:lnTo>
                    <a:lnTo>
                      <a:pt x="328154" y="2816"/>
                    </a:lnTo>
                    <a:lnTo>
                      <a:pt x="290360" y="2925"/>
                    </a:lnTo>
                    <a:lnTo>
                      <a:pt x="235292" y="4147"/>
                    </a:lnTo>
                    <a:lnTo>
                      <a:pt x="180021" y="6133"/>
                    </a:lnTo>
                    <a:lnTo>
                      <a:pt x="124833" y="8840"/>
                    </a:lnTo>
                    <a:lnTo>
                      <a:pt x="69643" y="12245"/>
                    </a:lnTo>
                    <a:lnTo>
                      <a:pt x="2872" y="16828"/>
                    </a:lnTo>
                    <a:lnTo>
                      <a:pt x="2587" y="168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0" name="Freeform: Shape 599">
                <a:extLst>
                  <a:ext uri="{FF2B5EF4-FFF2-40B4-BE49-F238E27FC236}">
                    <a16:creationId xmlns:a16="http://schemas.microsoft.com/office/drawing/2014/main" id="{9C67AF33-3974-48EC-A842-0B1DD6F7DBFF}"/>
                  </a:ext>
                </a:extLst>
              </p:cNvPr>
              <p:cNvSpPr/>
              <p:nvPr/>
            </p:nvSpPr>
            <p:spPr>
              <a:xfrm>
                <a:off x="9484295" y="5692341"/>
                <a:ext cx="1157776" cy="19412"/>
              </a:xfrm>
              <a:custGeom>
                <a:avLst/>
                <a:gdLst>
                  <a:gd name="connsiteX0" fmla="*/ 535618 w 1157776"/>
                  <a:gd name="connsiteY0" fmla="*/ 19412 h 19412"/>
                  <a:gd name="connsiteX1" fmla="*/ 535334 w 1157776"/>
                  <a:gd name="connsiteY1" fmla="*/ 19412 h 19412"/>
                  <a:gd name="connsiteX2" fmla="*/ 520947 w 1157776"/>
                  <a:gd name="connsiteY2" fmla="*/ 18670 h 19412"/>
                  <a:gd name="connsiteX3" fmla="*/ 508349 w 1157776"/>
                  <a:gd name="connsiteY3" fmla="*/ 16422 h 19412"/>
                  <a:gd name="connsiteX4" fmla="*/ 506682 w 1157776"/>
                  <a:gd name="connsiteY4" fmla="*/ 14982 h 19412"/>
                  <a:gd name="connsiteX5" fmla="*/ 506764 w 1157776"/>
                  <a:gd name="connsiteY5" fmla="*/ 13759 h 19412"/>
                  <a:gd name="connsiteX6" fmla="*/ 497742 w 1157776"/>
                  <a:gd name="connsiteY6" fmla="*/ 12646 h 19412"/>
                  <a:gd name="connsiteX7" fmla="*/ 496766 w 1157776"/>
                  <a:gd name="connsiteY7" fmla="*/ 13912 h 19412"/>
                  <a:gd name="connsiteX8" fmla="*/ 495182 w 1157776"/>
                  <a:gd name="connsiteY8" fmla="*/ 14654 h 19412"/>
                  <a:gd name="connsiteX9" fmla="*/ 493109 w 1157776"/>
                  <a:gd name="connsiteY9" fmla="*/ 14501 h 19412"/>
                  <a:gd name="connsiteX10" fmla="*/ 482176 w 1157776"/>
                  <a:gd name="connsiteY10" fmla="*/ 10704 h 19412"/>
                  <a:gd name="connsiteX11" fmla="*/ 443690 w 1157776"/>
                  <a:gd name="connsiteY11" fmla="*/ 8303 h 19412"/>
                  <a:gd name="connsiteX12" fmla="*/ 443122 w 1157776"/>
                  <a:gd name="connsiteY12" fmla="*/ 8630 h 19412"/>
                  <a:gd name="connsiteX13" fmla="*/ 441415 w 1157776"/>
                  <a:gd name="connsiteY13" fmla="*/ 9001 h 19412"/>
                  <a:gd name="connsiteX14" fmla="*/ 384966 w 1157776"/>
                  <a:gd name="connsiteY14" fmla="*/ 9852 h 19412"/>
                  <a:gd name="connsiteX15" fmla="*/ 48142 w 1157776"/>
                  <a:gd name="connsiteY15" fmla="*/ 9372 h 19412"/>
                  <a:gd name="connsiteX16" fmla="*/ 1893 w 1157776"/>
                  <a:gd name="connsiteY16" fmla="*/ 2759 h 19412"/>
                  <a:gd name="connsiteX17" fmla="*/ 105 w 1157776"/>
                  <a:gd name="connsiteY17" fmla="*/ 1056 h 19412"/>
                  <a:gd name="connsiteX18" fmla="*/ 3194 w 1157776"/>
                  <a:gd name="connsiteY18" fmla="*/ 30 h 19412"/>
                  <a:gd name="connsiteX19" fmla="*/ 48751 w 1157776"/>
                  <a:gd name="connsiteY19" fmla="*/ 6578 h 19412"/>
                  <a:gd name="connsiteX20" fmla="*/ 384925 w 1157776"/>
                  <a:gd name="connsiteY20" fmla="*/ 6993 h 19412"/>
                  <a:gd name="connsiteX21" fmla="*/ 440399 w 1157776"/>
                  <a:gd name="connsiteY21" fmla="*/ 6207 h 19412"/>
                  <a:gd name="connsiteX22" fmla="*/ 441090 w 1157776"/>
                  <a:gd name="connsiteY22" fmla="*/ 5836 h 19412"/>
                  <a:gd name="connsiteX23" fmla="*/ 443162 w 1157776"/>
                  <a:gd name="connsiteY23" fmla="*/ 5400 h 19412"/>
                  <a:gd name="connsiteX24" fmla="*/ 483436 w 1157776"/>
                  <a:gd name="connsiteY24" fmla="*/ 7910 h 19412"/>
                  <a:gd name="connsiteX25" fmla="*/ 484412 w 1157776"/>
                  <a:gd name="connsiteY25" fmla="*/ 8128 h 19412"/>
                  <a:gd name="connsiteX26" fmla="*/ 493352 w 1157776"/>
                  <a:gd name="connsiteY26" fmla="*/ 11227 h 19412"/>
                  <a:gd name="connsiteX27" fmla="*/ 493962 w 1157776"/>
                  <a:gd name="connsiteY27" fmla="*/ 10420 h 19412"/>
                  <a:gd name="connsiteX28" fmla="*/ 496929 w 1157776"/>
                  <a:gd name="connsiteY28" fmla="*/ 9634 h 19412"/>
                  <a:gd name="connsiteX29" fmla="*/ 510096 w 1157776"/>
                  <a:gd name="connsiteY29" fmla="*/ 11227 h 19412"/>
                  <a:gd name="connsiteX30" fmla="*/ 512088 w 1157776"/>
                  <a:gd name="connsiteY30" fmla="*/ 12712 h 19412"/>
                  <a:gd name="connsiteX31" fmla="*/ 511884 w 1157776"/>
                  <a:gd name="connsiteY31" fmla="*/ 14043 h 19412"/>
                  <a:gd name="connsiteX32" fmla="*/ 522004 w 1157776"/>
                  <a:gd name="connsiteY32" fmla="*/ 15855 h 19412"/>
                  <a:gd name="connsiteX33" fmla="*/ 533627 w 1157776"/>
                  <a:gd name="connsiteY33" fmla="*/ 16444 h 19412"/>
                  <a:gd name="connsiteX34" fmla="*/ 534033 w 1157776"/>
                  <a:gd name="connsiteY34" fmla="*/ 15418 h 19412"/>
                  <a:gd name="connsiteX35" fmla="*/ 536309 w 1157776"/>
                  <a:gd name="connsiteY35" fmla="*/ 14305 h 19412"/>
                  <a:gd name="connsiteX36" fmla="*/ 593856 w 1157776"/>
                  <a:gd name="connsiteY36" fmla="*/ 12122 h 19412"/>
                  <a:gd name="connsiteX37" fmla="*/ 1105798 w 1157776"/>
                  <a:gd name="connsiteY37" fmla="*/ 12908 h 19412"/>
                  <a:gd name="connsiteX38" fmla="*/ 1147778 w 1157776"/>
                  <a:gd name="connsiteY38" fmla="*/ 12122 h 19412"/>
                  <a:gd name="connsiteX39" fmla="*/ 1155216 w 1157776"/>
                  <a:gd name="connsiteY39" fmla="*/ 12188 h 19412"/>
                  <a:gd name="connsiteX40" fmla="*/ 1157776 w 1157776"/>
                  <a:gd name="connsiteY40" fmla="*/ 13563 h 19412"/>
                  <a:gd name="connsiteX41" fmla="*/ 1155216 w 1157776"/>
                  <a:gd name="connsiteY41" fmla="*/ 15003 h 19412"/>
                  <a:gd name="connsiteX42" fmla="*/ 1155216 w 1157776"/>
                  <a:gd name="connsiteY42" fmla="*/ 15003 h 19412"/>
                  <a:gd name="connsiteX43" fmla="*/ 1147860 w 1157776"/>
                  <a:gd name="connsiteY43" fmla="*/ 14938 h 19412"/>
                  <a:gd name="connsiteX44" fmla="*/ 1105879 w 1157776"/>
                  <a:gd name="connsiteY44" fmla="*/ 15745 h 19412"/>
                  <a:gd name="connsiteX45" fmla="*/ 594017 w 1157776"/>
                  <a:gd name="connsiteY45" fmla="*/ 14938 h 19412"/>
                  <a:gd name="connsiteX46" fmla="*/ 538544 w 1157776"/>
                  <a:gd name="connsiteY46" fmla="*/ 17011 h 19412"/>
                  <a:gd name="connsiteX47" fmla="*/ 538137 w 1157776"/>
                  <a:gd name="connsiteY47" fmla="*/ 18234 h 19412"/>
                  <a:gd name="connsiteX48" fmla="*/ 535659 w 1157776"/>
                  <a:gd name="connsiteY48" fmla="*/ 19347 h 1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57776" h="19412">
                    <a:moveTo>
                      <a:pt x="535618" y="19412"/>
                    </a:moveTo>
                    <a:lnTo>
                      <a:pt x="535334" y="19412"/>
                    </a:lnTo>
                    <a:lnTo>
                      <a:pt x="520947" y="18670"/>
                    </a:lnTo>
                    <a:lnTo>
                      <a:pt x="508349" y="16422"/>
                    </a:lnTo>
                    <a:cubicBezTo>
                      <a:pt x="507252" y="16204"/>
                      <a:pt x="506560" y="15636"/>
                      <a:pt x="506682" y="14982"/>
                    </a:cubicBezTo>
                    <a:lnTo>
                      <a:pt x="506764" y="13759"/>
                    </a:lnTo>
                    <a:lnTo>
                      <a:pt x="497742" y="12646"/>
                    </a:lnTo>
                    <a:lnTo>
                      <a:pt x="496766" y="13912"/>
                    </a:lnTo>
                    <a:cubicBezTo>
                      <a:pt x="496481" y="14283"/>
                      <a:pt x="495872" y="14545"/>
                      <a:pt x="495182" y="14654"/>
                    </a:cubicBezTo>
                    <a:cubicBezTo>
                      <a:pt x="494490" y="14763"/>
                      <a:pt x="493678" y="14720"/>
                      <a:pt x="493109" y="14501"/>
                    </a:cubicBezTo>
                    <a:lnTo>
                      <a:pt x="482176" y="10704"/>
                    </a:lnTo>
                    <a:lnTo>
                      <a:pt x="443690" y="8303"/>
                    </a:lnTo>
                    <a:lnTo>
                      <a:pt x="443122" y="8630"/>
                    </a:lnTo>
                    <a:cubicBezTo>
                      <a:pt x="442715" y="8848"/>
                      <a:pt x="442106" y="9001"/>
                      <a:pt x="441415" y="9001"/>
                    </a:cubicBezTo>
                    <a:lnTo>
                      <a:pt x="384966" y="9852"/>
                    </a:lnTo>
                    <a:lnTo>
                      <a:pt x="48142" y="9372"/>
                    </a:lnTo>
                    <a:lnTo>
                      <a:pt x="1893" y="2759"/>
                    </a:lnTo>
                    <a:cubicBezTo>
                      <a:pt x="512" y="2606"/>
                      <a:pt x="-302" y="1798"/>
                      <a:pt x="105" y="1056"/>
                    </a:cubicBezTo>
                    <a:cubicBezTo>
                      <a:pt x="512" y="314"/>
                      <a:pt x="1812" y="-122"/>
                      <a:pt x="3194" y="30"/>
                    </a:cubicBezTo>
                    <a:lnTo>
                      <a:pt x="48751" y="6578"/>
                    </a:lnTo>
                    <a:lnTo>
                      <a:pt x="384925" y="6993"/>
                    </a:lnTo>
                    <a:lnTo>
                      <a:pt x="440399" y="6207"/>
                    </a:lnTo>
                    <a:lnTo>
                      <a:pt x="441090" y="5836"/>
                    </a:lnTo>
                    <a:cubicBezTo>
                      <a:pt x="441699" y="5509"/>
                      <a:pt x="442350" y="5356"/>
                      <a:pt x="443162" y="5400"/>
                    </a:cubicBezTo>
                    <a:lnTo>
                      <a:pt x="483436" y="7910"/>
                    </a:lnTo>
                    <a:cubicBezTo>
                      <a:pt x="483721" y="7975"/>
                      <a:pt x="484128" y="8019"/>
                      <a:pt x="484412" y="8128"/>
                    </a:cubicBezTo>
                    <a:lnTo>
                      <a:pt x="493352" y="11227"/>
                    </a:lnTo>
                    <a:lnTo>
                      <a:pt x="493962" y="10420"/>
                    </a:lnTo>
                    <a:cubicBezTo>
                      <a:pt x="494449" y="9787"/>
                      <a:pt x="495628" y="9459"/>
                      <a:pt x="496929" y="9634"/>
                    </a:cubicBezTo>
                    <a:lnTo>
                      <a:pt x="510096" y="11227"/>
                    </a:lnTo>
                    <a:cubicBezTo>
                      <a:pt x="511316" y="11380"/>
                      <a:pt x="512169" y="12035"/>
                      <a:pt x="512088" y="12712"/>
                    </a:cubicBezTo>
                    <a:lnTo>
                      <a:pt x="511884" y="14043"/>
                    </a:lnTo>
                    <a:lnTo>
                      <a:pt x="522004" y="15855"/>
                    </a:lnTo>
                    <a:lnTo>
                      <a:pt x="533627" y="16444"/>
                    </a:lnTo>
                    <a:lnTo>
                      <a:pt x="534033" y="15418"/>
                    </a:lnTo>
                    <a:cubicBezTo>
                      <a:pt x="534236" y="14829"/>
                      <a:pt x="535130" y="14349"/>
                      <a:pt x="536309" y="14305"/>
                    </a:cubicBezTo>
                    <a:lnTo>
                      <a:pt x="593856" y="12122"/>
                    </a:lnTo>
                    <a:lnTo>
                      <a:pt x="1105798" y="12908"/>
                    </a:lnTo>
                    <a:lnTo>
                      <a:pt x="1147778" y="12122"/>
                    </a:lnTo>
                    <a:lnTo>
                      <a:pt x="1155216" y="12188"/>
                    </a:lnTo>
                    <a:cubicBezTo>
                      <a:pt x="1156598" y="12188"/>
                      <a:pt x="1157776" y="12821"/>
                      <a:pt x="1157776" y="13563"/>
                    </a:cubicBezTo>
                    <a:cubicBezTo>
                      <a:pt x="1157695" y="14370"/>
                      <a:pt x="1156598" y="15003"/>
                      <a:pt x="1155216" y="15003"/>
                    </a:cubicBezTo>
                    <a:lnTo>
                      <a:pt x="1155216" y="15003"/>
                    </a:lnTo>
                    <a:lnTo>
                      <a:pt x="1147860" y="14938"/>
                    </a:lnTo>
                    <a:lnTo>
                      <a:pt x="1105879" y="15745"/>
                    </a:lnTo>
                    <a:lnTo>
                      <a:pt x="594017" y="14938"/>
                    </a:lnTo>
                    <a:lnTo>
                      <a:pt x="538544" y="17011"/>
                    </a:lnTo>
                    <a:lnTo>
                      <a:pt x="538137" y="18234"/>
                    </a:lnTo>
                    <a:cubicBezTo>
                      <a:pt x="537854" y="18867"/>
                      <a:pt x="536838" y="19347"/>
                      <a:pt x="535659" y="1934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1" name="Freeform: Shape 600">
                <a:extLst>
                  <a:ext uri="{FF2B5EF4-FFF2-40B4-BE49-F238E27FC236}">
                    <a16:creationId xmlns:a16="http://schemas.microsoft.com/office/drawing/2014/main" id="{51B32782-64D4-4B15-B446-02A16819EAFA}"/>
                  </a:ext>
                </a:extLst>
              </p:cNvPr>
              <p:cNvSpPr/>
              <p:nvPr/>
            </p:nvSpPr>
            <p:spPr>
              <a:xfrm>
                <a:off x="11364281" y="5779633"/>
                <a:ext cx="827718" cy="11699"/>
              </a:xfrm>
              <a:custGeom>
                <a:avLst/>
                <a:gdLst>
                  <a:gd name="connsiteX0" fmla="*/ 827719 w 827718"/>
                  <a:gd name="connsiteY0" fmla="*/ 8971 h 11699"/>
                  <a:gd name="connsiteX1" fmla="*/ 760174 w 827718"/>
                  <a:gd name="connsiteY1" fmla="*/ 8818 h 11699"/>
                  <a:gd name="connsiteX2" fmla="*/ 692509 w 827718"/>
                  <a:gd name="connsiteY2" fmla="*/ 7792 h 11699"/>
                  <a:gd name="connsiteX3" fmla="*/ 354100 w 827718"/>
                  <a:gd name="connsiteY3" fmla="*/ 1768 h 11699"/>
                  <a:gd name="connsiteX4" fmla="*/ 219379 w 827718"/>
                  <a:gd name="connsiteY4" fmla="*/ 4213 h 11699"/>
                  <a:gd name="connsiteX5" fmla="*/ 148137 w 827718"/>
                  <a:gd name="connsiteY5" fmla="*/ 2990 h 11699"/>
                  <a:gd name="connsiteX6" fmla="*/ 140009 w 827718"/>
                  <a:gd name="connsiteY6" fmla="*/ 2619 h 11699"/>
                  <a:gd name="connsiteX7" fmla="*/ 14187 w 827718"/>
                  <a:gd name="connsiteY7" fmla="*/ 262 h 11699"/>
                  <a:gd name="connsiteX8" fmla="*/ 2686 w 827718"/>
                  <a:gd name="connsiteY8" fmla="*/ 0 h 11699"/>
                  <a:gd name="connsiteX9" fmla="*/ 4 w 827718"/>
                  <a:gd name="connsiteY9" fmla="*/ 1331 h 11699"/>
                  <a:gd name="connsiteX10" fmla="*/ 2482 w 827718"/>
                  <a:gd name="connsiteY10" fmla="*/ 2816 h 11699"/>
                  <a:gd name="connsiteX11" fmla="*/ 139887 w 827718"/>
                  <a:gd name="connsiteY11" fmla="*/ 5413 h 11699"/>
                  <a:gd name="connsiteX12" fmla="*/ 147811 w 827718"/>
                  <a:gd name="connsiteY12" fmla="*/ 5784 h 11699"/>
                  <a:gd name="connsiteX13" fmla="*/ 219338 w 827718"/>
                  <a:gd name="connsiteY13" fmla="*/ 6963 h 11699"/>
                  <a:gd name="connsiteX14" fmla="*/ 354059 w 827718"/>
                  <a:gd name="connsiteY14" fmla="*/ 4562 h 11699"/>
                  <a:gd name="connsiteX15" fmla="*/ 489309 w 827718"/>
                  <a:gd name="connsiteY15" fmla="*/ 6854 h 11699"/>
                  <a:gd name="connsiteX16" fmla="*/ 624641 w 827718"/>
                  <a:gd name="connsiteY16" fmla="*/ 9516 h 11699"/>
                  <a:gd name="connsiteX17" fmla="*/ 760174 w 827718"/>
                  <a:gd name="connsiteY17" fmla="*/ 11590 h 11699"/>
                  <a:gd name="connsiteX18" fmla="*/ 827719 w 827718"/>
                  <a:gd name="connsiteY18" fmla="*/ 11699 h 11699"/>
                  <a:gd name="connsiteX19" fmla="*/ 827719 w 827718"/>
                  <a:gd name="connsiteY19" fmla="*/ 8927 h 11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27718" h="11699">
                    <a:moveTo>
                      <a:pt x="827719" y="8971"/>
                    </a:moveTo>
                    <a:lnTo>
                      <a:pt x="760174" y="8818"/>
                    </a:lnTo>
                    <a:lnTo>
                      <a:pt x="692509" y="7792"/>
                    </a:lnTo>
                    <a:lnTo>
                      <a:pt x="354100" y="1768"/>
                    </a:lnTo>
                    <a:lnTo>
                      <a:pt x="219379" y="4213"/>
                    </a:lnTo>
                    <a:lnTo>
                      <a:pt x="148137" y="2990"/>
                    </a:lnTo>
                    <a:lnTo>
                      <a:pt x="140009" y="2619"/>
                    </a:lnTo>
                    <a:lnTo>
                      <a:pt x="14187" y="262"/>
                    </a:lnTo>
                    <a:lnTo>
                      <a:pt x="2686" y="0"/>
                    </a:lnTo>
                    <a:cubicBezTo>
                      <a:pt x="1101" y="44"/>
                      <a:pt x="85" y="589"/>
                      <a:pt x="4" y="1331"/>
                    </a:cubicBezTo>
                    <a:cubicBezTo>
                      <a:pt x="-77" y="2139"/>
                      <a:pt x="1101" y="2772"/>
                      <a:pt x="2482" y="2816"/>
                    </a:cubicBezTo>
                    <a:lnTo>
                      <a:pt x="139887" y="5413"/>
                    </a:lnTo>
                    <a:lnTo>
                      <a:pt x="147811" y="5784"/>
                    </a:lnTo>
                    <a:lnTo>
                      <a:pt x="219338" y="6963"/>
                    </a:lnTo>
                    <a:lnTo>
                      <a:pt x="354059" y="4562"/>
                    </a:lnTo>
                    <a:lnTo>
                      <a:pt x="489309" y="6854"/>
                    </a:lnTo>
                    <a:lnTo>
                      <a:pt x="624641" y="9516"/>
                    </a:lnTo>
                    <a:lnTo>
                      <a:pt x="760174" y="11590"/>
                    </a:lnTo>
                    <a:lnTo>
                      <a:pt x="827719" y="11699"/>
                    </a:lnTo>
                    <a:lnTo>
                      <a:pt x="827719" y="892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2" name="Freeform: Shape 601">
                <a:extLst>
                  <a:ext uri="{FF2B5EF4-FFF2-40B4-BE49-F238E27FC236}">
                    <a16:creationId xmlns:a16="http://schemas.microsoft.com/office/drawing/2014/main" id="{405E6A03-2FFE-4120-BE80-6F676460B2B0}"/>
                  </a:ext>
                </a:extLst>
              </p:cNvPr>
              <p:cNvSpPr/>
              <p:nvPr/>
            </p:nvSpPr>
            <p:spPr>
              <a:xfrm>
                <a:off x="9428958" y="5692358"/>
                <a:ext cx="1239345" cy="14025"/>
              </a:xfrm>
              <a:custGeom>
                <a:avLst/>
                <a:gdLst>
                  <a:gd name="connsiteX0" fmla="*/ 564743 w 1239345"/>
                  <a:gd name="connsiteY0" fmla="*/ 14025 h 14025"/>
                  <a:gd name="connsiteX1" fmla="*/ 564255 w 1239345"/>
                  <a:gd name="connsiteY1" fmla="*/ 14025 h 14025"/>
                  <a:gd name="connsiteX2" fmla="*/ 511667 w 1239345"/>
                  <a:gd name="connsiteY2" fmla="*/ 7412 h 14025"/>
                  <a:gd name="connsiteX3" fmla="*/ 473466 w 1239345"/>
                  <a:gd name="connsiteY3" fmla="*/ 4967 h 14025"/>
                  <a:gd name="connsiteX4" fmla="*/ 472978 w 1239345"/>
                  <a:gd name="connsiteY4" fmla="*/ 5229 h 14025"/>
                  <a:gd name="connsiteX5" fmla="*/ 471190 w 1239345"/>
                  <a:gd name="connsiteY5" fmla="*/ 5644 h 14025"/>
                  <a:gd name="connsiteX6" fmla="*/ 414822 w 1239345"/>
                  <a:gd name="connsiteY6" fmla="*/ 6495 h 14025"/>
                  <a:gd name="connsiteX7" fmla="*/ 24718 w 1239345"/>
                  <a:gd name="connsiteY7" fmla="*/ 6124 h 14025"/>
                  <a:gd name="connsiteX8" fmla="*/ 24109 w 1239345"/>
                  <a:gd name="connsiteY8" fmla="*/ 6080 h 14025"/>
                  <a:gd name="connsiteX9" fmla="*/ 1879 w 1239345"/>
                  <a:gd name="connsiteY9" fmla="*/ 2785 h 14025"/>
                  <a:gd name="connsiteX10" fmla="*/ 90 w 1239345"/>
                  <a:gd name="connsiteY10" fmla="*/ 1017 h 14025"/>
                  <a:gd name="connsiteX11" fmla="*/ 3179 w 1239345"/>
                  <a:gd name="connsiteY11" fmla="*/ 56 h 14025"/>
                  <a:gd name="connsiteX12" fmla="*/ 25125 w 1239345"/>
                  <a:gd name="connsiteY12" fmla="*/ 3308 h 14025"/>
                  <a:gd name="connsiteX13" fmla="*/ 414862 w 1239345"/>
                  <a:gd name="connsiteY13" fmla="*/ 3680 h 14025"/>
                  <a:gd name="connsiteX14" fmla="*/ 470052 w 1239345"/>
                  <a:gd name="connsiteY14" fmla="*/ 2872 h 14025"/>
                  <a:gd name="connsiteX15" fmla="*/ 470661 w 1239345"/>
                  <a:gd name="connsiteY15" fmla="*/ 2501 h 14025"/>
                  <a:gd name="connsiteX16" fmla="*/ 472856 w 1239345"/>
                  <a:gd name="connsiteY16" fmla="*/ 2086 h 14025"/>
                  <a:gd name="connsiteX17" fmla="*/ 512520 w 1239345"/>
                  <a:gd name="connsiteY17" fmla="*/ 4640 h 14025"/>
                  <a:gd name="connsiteX18" fmla="*/ 565027 w 1239345"/>
                  <a:gd name="connsiteY18" fmla="*/ 11188 h 14025"/>
                  <a:gd name="connsiteX19" fmla="*/ 621964 w 1239345"/>
                  <a:gd name="connsiteY19" fmla="*/ 8896 h 14025"/>
                  <a:gd name="connsiteX20" fmla="*/ 1130167 w 1239345"/>
                  <a:gd name="connsiteY20" fmla="*/ 9485 h 14025"/>
                  <a:gd name="connsiteX21" fmla="*/ 1227500 w 1239345"/>
                  <a:gd name="connsiteY21" fmla="*/ 7892 h 14025"/>
                  <a:gd name="connsiteX22" fmla="*/ 1237213 w 1239345"/>
                  <a:gd name="connsiteY22" fmla="*/ 8896 h 14025"/>
                  <a:gd name="connsiteX23" fmla="*/ 1239327 w 1239345"/>
                  <a:gd name="connsiteY23" fmla="*/ 10555 h 14025"/>
                  <a:gd name="connsiteX24" fmla="*/ 1236238 w 1239345"/>
                  <a:gd name="connsiteY24" fmla="*/ 11668 h 14025"/>
                  <a:gd name="connsiteX25" fmla="*/ 1227094 w 1239345"/>
                  <a:gd name="connsiteY25" fmla="*/ 10642 h 14025"/>
                  <a:gd name="connsiteX26" fmla="*/ 1130248 w 1239345"/>
                  <a:gd name="connsiteY26" fmla="*/ 12301 h 14025"/>
                  <a:gd name="connsiteX27" fmla="*/ 622126 w 1239345"/>
                  <a:gd name="connsiteY27" fmla="*/ 11712 h 14025"/>
                  <a:gd name="connsiteX28" fmla="*/ 564986 w 1239345"/>
                  <a:gd name="connsiteY28" fmla="*/ 14003 h 14025"/>
                  <a:gd name="connsiteX29" fmla="*/ 564784 w 1239345"/>
                  <a:gd name="connsiteY29" fmla="*/ 14003 h 14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39345" h="14025">
                    <a:moveTo>
                      <a:pt x="564743" y="14025"/>
                    </a:moveTo>
                    <a:lnTo>
                      <a:pt x="564255" y="14025"/>
                    </a:lnTo>
                    <a:lnTo>
                      <a:pt x="511667" y="7412"/>
                    </a:lnTo>
                    <a:lnTo>
                      <a:pt x="473466" y="4967"/>
                    </a:lnTo>
                    <a:lnTo>
                      <a:pt x="472978" y="5229"/>
                    </a:lnTo>
                    <a:cubicBezTo>
                      <a:pt x="472490" y="5491"/>
                      <a:pt x="471880" y="5644"/>
                      <a:pt x="471190" y="5644"/>
                    </a:cubicBezTo>
                    <a:lnTo>
                      <a:pt x="414822" y="6495"/>
                    </a:lnTo>
                    <a:lnTo>
                      <a:pt x="24718" y="6124"/>
                    </a:lnTo>
                    <a:cubicBezTo>
                      <a:pt x="24718" y="6124"/>
                      <a:pt x="24313" y="6080"/>
                      <a:pt x="24109" y="6080"/>
                    </a:cubicBezTo>
                    <a:lnTo>
                      <a:pt x="1879" y="2785"/>
                    </a:lnTo>
                    <a:cubicBezTo>
                      <a:pt x="497" y="2566"/>
                      <a:pt x="-275" y="1781"/>
                      <a:pt x="90" y="1017"/>
                    </a:cubicBezTo>
                    <a:cubicBezTo>
                      <a:pt x="375" y="275"/>
                      <a:pt x="1798" y="-162"/>
                      <a:pt x="3179" y="56"/>
                    </a:cubicBezTo>
                    <a:lnTo>
                      <a:pt x="25125" y="3308"/>
                    </a:lnTo>
                    <a:lnTo>
                      <a:pt x="414862" y="3680"/>
                    </a:lnTo>
                    <a:lnTo>
                      <a:pt x="470052" y="2872"/>
                    </a:lnTo>
                    <a:lnTo>
                      <a:pt x="470661" y="2501"/>
                    </a:lnTo>
                    <a:cubicBezTo>
                      <a:pt x="471271" y="2195"/>
                      <a:pt x="472043" y="2021"/>
                      <a:pt x="472856" y="2086"/>
                    </a:cubicBezTo>
                    <a:lnTo>
                      <a:pt x="512520" y="4640"/>
                    </a:lnTo>
                    <a:lnTo>
                      <a:pt x="565027" y="11188"/>
                    </a:lnTo>
                    <a:lnTo>
                      <a:pt x="621964" y="8896"/>
                    </a:lnTo>
                    <a:lnTo>
                      <a:pt x="1130167" y="9485"/>
                    </a:lnTo>
                    <a:lnTo>
                      <a:pt x="1227500" y="7892"/>
                    </a:lnTo>
                    <a:lnTo>
                      <a:pt x="1237213" y="8896"/>
                    </a:lnTo>
                    <a:cubicBezTo>
                      <a:pt x="1238594" y="9049"/>
                      <a:pt x="1239489" y="9813"/>
                      <a:pt x="1239327" y="10555"/>
                    </a:cubicBezTo>
                    <a:cubicBezTo>
                      <a:pt x="1239042" y="11362"/>
                      <a:pt x="1237741" y="11843"/>
                      <a:pt x="1236238" y="11668"/>
                    </a:cubicBezTo>
                    <a:lnTo>
                      <a:pt x="1227094" y="10642"/>
                    </a:lnTo>
                    <a:lnTo>
                      <a:pt x="1130248" y="12301"/>
                    </a:lnTo>
                    <a:lnTo>
                      <a:pt x="622126" y="11712"/>
                    </a:lnTo>
                    <a:lnTo>
                      <a:pt x="564986" y="14003"/>
                    </a:lnTo>
                    <a:lnTo>
                      <a:pt x="564784" y="1400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3" name="Freeform: Shape 602">
                <a:extLst>
                  <a:ext uri="{FF2B5EF4-FFF2-40B4-BE49-F238E27FC236}">
                    <a16:creationId xmlns:a16="http://schemas.microsoft.com/office/drawing/2014/main" id="{A9389702-D220-4E86-8781-A8D54D3E8C62}"/>
                  </a:ext>
                </a:extLst>
              </p:cNvPr>
              <p:cNvSpPr/>
              <p:nvPr/>
            </p:nvSpPr>
            <p:spPr>
              <a:xfrm>
                <a:off x="8986924" y="5701722"/>
                <a:ext cx="242722" cy="11013"/>
              </a:xfrm>
              <a:custGeom>
                <a:avLst/>
                <a:gdLst>
                  <a:gd name="connsiteX0" fmla="*/ 156669 w 242722"/>
                  <a:gd name="connsiteY0" fmla="*/ 10992 h 11013"/>
                  <a:gd name="connsiteX1" fmla="*/ 156588 w 242722"/>
                  <a:gd name="connsiteY1" fmla="*/ 10992 h 11013"/>
                  <a:gd name="connsiteX2" fmla="*/ 127734 w 242722"/>
                  <a:gd name="connsiteY2" fmla="*/ 9878 h 11013"/>
                  <a:gd name="connsiteX3" fmla="*/ 75146 w 242722"/>
                  <a:gd name="connsiteY3" fmla="*/ 6735 h 11013"/>
                  <a:gd name="connsiteX4" fmla="*/ 26053 w 242722"/>
                  <a:gd name="connsiteY4" fmla="*/ 8656 h 11013"/>
                  <a:gd name="connsiteX5" fmla="*/ 18981 w 242722"/>
                  <a:gd name="connsiteY5" fmla="*/ 8394 h 11013"/>
                  <a:gd name="connsiteX6" fmla="*/ 18291 w 242722"/>
                  <a:gd name="connsiteY6" fmla="*/ 8285 h 11013"/>
                  <a:gd name="connsiteX7" fmla="*/ 13048 w 242722"/>
                  <a:gd name="connsiteY7" fmla="*/ 7106 h 11013"/>
                  <a:gd name="connsiteX8" fmla="*/ 1140 w 242722"/>
                  <a:gd name="connsiteY8" fmla="*/ 2566 h 11013"/>
                  <a:gd name="connsiteX9" fmla="*/ 449 w 242722"/>
                  <a:gd name="connsiteY9" fmla="*/ 602 h 11013"/>
                  <a:gd name="connsiteX10" fmla="*/ 4026 w 242722"/>
                  <a:gd name="connsiteY10" fmla="*/ 275 h 11013"/>
                  <a:gd name="connsiteX11" fmla="*/ 15445 w 242722"/>
                  <a:gd name="connsiteY11" fmla="*/ 4640 h 11013"/>
                  <a:gd name="connsiteX12" fmla="*/ 19794 w 242722"/>
                  <a:gd name="connsiteY12" fmla="*/ 5600 h 11013"/>
                  <a:gd name="connsiteX13" fmla="*/ 26053 w 242722"/>
                  <a:gd name="connsiteY13" fmla="*/ 5862 h 11013"/>
                  <a:gd name="connsiteX14" fmla="*/ 75268 w 242722"/>
                  <a:gd name="connsiteY14" fmla="*/ 3898 h 11013"/>
                  <a:gd name="connsiteX15" fmla="*/ 128262 w 242722"/>
                  <a:gd name="connsiteY15" fmla="*/ 7041 h 11013"/>
                  <a:gd name="connsiteX16" fmla="*/ 155044 w 242722"/>
                  <a:gd name="connsiteY16" fmla="*/ 8067 h 11013"/>
                  <a:gd name="connsiteX17" fmla="*/ 155329 w 242722"/>
                  <a:gd name="connsiteY17" fmla="*/ 7696 h 11013"/>
                  <a:gd name="connsiteX18" fmla="*/ 156101 w 242722"/>
                  <a:gd name="connsiteY18" fmla="*/ 7063 h 11013"/>
                  <a:gd name="connsiteX19" fmla="*/ 162644 w 242722"/>
                  <a:gd name="connsiteY19" fmla="*/ 4247 h 11013"/>
                  <a:gd name="connsiteX20" fmla="*/ 163822 w 242722"/>
                  <a:gd name="connsiteY20" fmla="*/ 3920 h 11013"/>
                  <a:gd name="connsiteX21" fmla="*/ 173047 w 242722"/>
                  <a:gd name="connsiteY21" fmla="*/ 3178 h 11013"/>
                  <a:gd name="connsiteX22" fmla="*/ 229700 w 242722"/>
                  <a:gd name="connsiteY22" fmla="*/ 1257 h 11013"/>
                  <a:gd name="connsiteX23" fmla="*/ 240510 w 242722"/>
                  <a:gd name="connsiteY23" fmla="*/ 2064 h 11013"/>
                  <a:gd name="connsiteX24" fmla="*/ 242705 w 242722"/>
                  <a:gd name="connsiteY24" fmla="*/ 3614 h 11013"/>
                  <a:gd name="connsiteX25" fmla="*/ 239819 w 242722"/>
                  <a:gd name="connsiteY25" fmla="*/ 4836 h 11013"/>
                  <a:gd name="connsiteX26" fmla="*/ 229497 w 242722"/>
                  <a:gd name="connsiteY26" fmla="*/ 4029 h 11013"/>
                  <a:gd name="connsiteX27" fmla="*/ 173535 w 242722"/>
                  <a:gd name="connsiteY27" fmla="*/ 5993 h 11013"/>
                  <a:gd name="connsiteX28" fmla="*/ 165204 w 242722"/>
                  <a:gd name="connsiteY28" fmla="*/ 6692 h 11013"/>
                  <a:gd name="connsiteX29" fmla="*/ 159758 w 242722"/>
                  <a:gd name="connsiteY29" fmla="*/ 9027 h 11013"/>
                  <a:gd name="connsiteX30" fmla="*/ 159067 w 242722"/>
                  <a:gd name="connsiteY30" fmla="*/ 10053 h 11013"/>
                  <a:gd name="connsiteX31" fmla="*/ 156669 w 242722"/>
                  <a:gd name="connsiteY31" fmla="*/ 11013 h 1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42722" h="11013">
                    <a:moveTo>
                      <a:pt x="156669" y="10992"/>
                    </a:moveTo>
                    <a:lnTo>
                      <a:pt x="156588" y="10992"/>
                    </a:lnTo>
                    <a:lnTo>
                      <a:pt x="127734" y="9878"/>
                    </a:lnTo>
                    <a:lnTo>
                      <a:pt x="75146" y="6735"/>
                    </a:lnTo>
                    <a:lnTo>
                      <a:pt x="26053" y="8656"/>
                    </a:lnTo>
                    <a:lnTo>
                      <a:pt x="18981" y="8394"/>
                    </a:lnTo>
                    <a:cubicBezTo>
                      <a:pt x="18981" y="8394"/>
                      <a:pt x="18493" y="8329"/>
                      <a:pt x="18291" y="8285"/>
                    </a:cubicBezTo>
                    <a:lnTo>
                      <a:pt x="13048" y="7106"/>
                    </a:lnTo>
                    <a:lnTo>
                      <a:pt x="1140" y="2566"/>
                    </a:lnTo>
                    <a:cubicBezTo>
                      <a:pt x="-38" y="2152"/>
                      <a:pt x="-363" y="1235"/>
                      <a:pt x="449" y="602"/>
                    </a:cubicBezTo>
                    <a:cubicBezTo>
                      <a:pt x="1221" y="-31"/>
                      <a:pt x="2807" y="-206"/>
                      <a:pt x="4026" y="275"/>
                    </a:cubicBezTo>
                    <a:lnTo>
                      <a:pt x="15445" y="4640"/>
                    </a:lnTo>
                    <a:lnTo>
                      <a:pt x="19794" y="5600"/>
                    </a:lnTo>
                    <a:lnTo>
                      <a:pt x="26053" y="5862"/>
                    </a:lnTo>
                    <a:lnTo>
                      <a:pt x="75268" y="3898"/>
                    </a:lnTo>
                    <a:lnTo>
                      <a:pt x="128262" y="7041"/>
                    </a:lnTo>
                    <a:lnTo>
                      <a:pt x="155044" y="8067"/>
                    </a:lnTo>
                    <a:lnTo>
                      <a:pt x="155329" y="7696"/>
                    </a:lnTo>
                    <a:cubicBezTo>
                      <a:pt x="155532" y="7477"/>
                      <a:pt x="155734" y="7216"/>
                      <a:pt x="156101" y="7063"/>
                    </a:cubicBezTo>
                    <a:lnTo>
                      <a:pt x="162644" y="4247"/>
                    </a:lnTo>
                    <a:cubicBezTo>
                      <a:pt x="162928" y="4072"/>
                      <a:pt x="163335" y="3985"/>
                      <a:pt x="163822" y="3920"/>
                    </a:cubicBezTo>
                    <a:lnTo>
                      <a:pt x="173047" y="3178"/>
                    </a:lnTo>
                    <a:lnTo>
                      <a:pt x="229700" y="1257"/>
                    </a:lnTo>
                    <a:lnTo>
                      <a:pt x="240510" y="2064"/>
                    </a:lnTo>
                    <a:cubicBezTo>
                      <a:pt x="241892" y="2174"/>
                      <a:pt x="242867" y="2872"/>
                      <a:pt x="242705" y="3614"/>
                    </a:cubicBezTo>
                    <a:cubicBezTo>
                      <a:pt x="242501" y="4422"/>
                      <a:pt x="241323" y="4946"/>
                      <a:pt x="239819" y="4836"/>
                    </a:cubicBezTo>
                    <a:lnTo>
                      <a:pt x="229497" y="4029"/>
                    </a:lnTo>
                    <a:lnTo>
                      <a:pt x="173535" y="5993"/>
                    </a:lnTo>
                    <a:lnTo>
                      <a:pt x="165204" y="6692"/>
                    </a:lnTo>
                    <a:lnTo>
                      <a:pt x="159758" y="9027"/>
                    </a:lnTo>
                    <a:lnTo>
                      <a:pt x="159067" y="10053"/>
                    </a:lnTo>
                    <a:cubicBezTo>
                      <a:pt x="158782" y="10642"/>
                      <a:pt x="157766" y="11013"/>
                      <a:pt x="156669" y="1101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4" name="Freeform: Shape 603">
                <a:extLst>
                  <a:ext uri="{FF2B5EF4-FFF2-40B4-BE49-F238E27FC236}">
                    <a16:creationId xmlns:a16="http://schemas.microsoft.com/office/drawing/2014/main" id="{F1E52634-9A35-43E6-9E04-3F28F6C154EE}"/>
                  </a:ext>
                </a:extLst>
              </p:cNvPr>
              <p:cNvSpPr/>
              <p:nvPr/>
            </p:nvSpPr>
            <p:spPr>
              <a:xfrm>
                <a:off x="11384783" y="5786351"/>
                <a:ext cx="807216" cy="22507"/>
              </a:xfrm>
              <a:custGeom>
                <a:avLst/>
                <a:gdLst>
                  <a:gd name="connsiteX0" fmla="*/ 807216 w 807216"/>
                  <a:gd name="connsiteY0" fmla="*/ 19670 h 22507"/>
                  <a:gd name="connsiteX1" fmla="*/ 710859 w 807216"/>
                  <a:gd name="connsiteY1" fmla="*/ 17706 h 22507"/>
                  <a:gd name="connsiteX2" fmla="*/ 571138 w 807216"/>
                  <a:gd name="connsiteY2" fmla="*/ 13930 h 22507"/>
                  <a:gd name="connsiteX3" fmla="*/ 431824 w 807216"/>
                  <a:gd name="connsiteY3" fmla="*/ 12118 h 22507"/>
                  <a:gd name="connsiteX4" fmla="*/ 292429 w 807216"/>
                  <a:gd name="connsiteY4" fmla="*/ 9303 h 22507"/>
                  <a:gd name="connsiteX5" fmla="*/ 153034 w 807216"/>
                  <a:gd name="connsiteY5" fmla="*/ 5090 h 22507"/>
                  <a:gd name="connsiteX6" fmla="*/ 14045 w 807216"/>
                  <a:gd name="connsiteY6" fmla="*/ 1205 h 22507"/>
                  <a:gd name="connsiteX7" fmla="*/ 3032 w 807216"/>
                  <a:gd name="connsiteY7" fmla="*/ 27 h 22507"/>
                  <a:gd name="connsiteX8" fmla="*/ 65 w 807216"/>
                  <a:gd name="connsiteY8" fmla="*/ 1140 h 22507"/>
                  <a:gd name="connsiteX9" fmla="*/ 2056 w 807216"/>
                  <a:gd name="connsiteY9" fmla="*/ 2799 h 22507"/>
                  <a:gd name="connsiteX10" fmla="*/ 13476 w 807216"/>
                  <a:gd name="connsiteY10" fmla="*/ 4021 h 22507"/>
                  <a:gd name="connsiteX11" fmla="*/ 292267 w 807216"/>
                  <a:gd name="connsiteY11" fmla="*/ 12118 h 22507"/>
                  <a:gd name="connsiteX12" fmla="*/ 431662 w 807216"/>
                  <a:gd name="connsiteY12" fmla="*/ 14890 h 22507"/>
                  <a:gd name="connsiteX13" fmla="*/ 570976 w 807216"/>
                  <a:gd name="connsiteY13" fmla="*/ 16746 h 22507"/>
                  <a:gd name="connsiteX14" fmla="*/ 710696 w 807216"/>
                  <a:gd name="connsiteY14" fmla="*/ 20544 h 22507"/>
                  <a:gd name="connsiteX15" fmla="*/ 780434 w 807216"/>
                  <a:gd name="connsiteY15" fmla="*/ 22028 h 22507"/>
                  <a:gd name="connsiteX16" fmla="*/ 807216 w 807216"/>
                  <a:gd name="connsiteY16" fmla="*/ 22508 h 22507"/>
                  <a:gd name="connsiteX17" fmla="*/ 807216 w 807216"/>
                  <a:gd name="connsiteY17" fmla="*/ 19692 h 2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07216" h="22507">
                    <a:moveTo>
                      <a:pt x="807216" y="19670"/>
                    </a:moveTo>
                    <a:lnTo>
                      <a:pt x="710859" y="17706"/>
                    </a:lnTo>
                    <a:lnTo>
                      <a:pt x="571138" y="13930"/>
                    </a:lnTo>
                    <a:lnTo>
                      <a:pt x="431824" y="12118"/>
                    </a:lnTo>
                    <a:lnTo>
                      <a:pt x="292429" y="9303"/>
                    </a:lnTo>
                    <a:lnTo>
                      <a:pt x="153034" y="5090"/>
                    </a:lnTo>
                    <a:lnTo>
                      <a:pt x="14045" y="1205"/>
                    </a:lnTo>
                    <a:lnTo>
                      <a:pt x="3032" y="27"/>
                    </a:lnTo>
                    <a:cubicBezTo>
                      <a:pt x="1528" y="-126"/>
                      <a:pt x="227" y="398"/>
                      <a:pt x="65" y="1140"/>
                    </a:cubicBezTo>
                    <a:cubicBezTo>
                      <a:pt x="-260" y="1882"/>
                      <a:pt x="675" y="2624"/>
                      <a:pt x="2056" y="2799"/>
                    </a:cubicBezTo>
                    <a:lnTo>
                      <a:pt x="13476" y="4021"/>
                    </a:lnTo>
                    <a:lnTo>
                      <a:pt x="292267" y="12118"/>
                    </a:lnTo>
                    <a:lnTo>
                      <a:pt x="431662" y="14890"/>
                    </a:lnTo>
                    <a:lnTo>
                      <a:pt x="570976" y="16746"/>
                    </a:lnTo>
                    <a:lnTo>
                      <a:pt x="710696" y="20544"/>
                    </a:lnTo>
                    <a:lnTo>
                      <a:pt x="780434" y="22028"/>
                    </a:lnTo>
                    <a:lnTo>
                      <a:pt x="807216" y="22508"/>
                    </a:lnTo>
                    <a:lnTo>
                      <a:pt x="807216" y="1969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5" name="Freeform: Shape 604">
                <a:extLst>
                  <a:ext uri="{FF2B5EF4-FFF2-40B4-BE49-F238E27FC236}">
                    <a16:creationId xmlns:a16="http://schemas.microsoft.com/office/drawing/2014/main" id="{8EFB9540-8E1F-45FC-98FE-672D9EC4F497}"/>
                  </a:ext>
                </a:extLst>
              </p:cNvPr>
              <p:cNvSpPr/>
              <p:nvPr/>
            </p:nvSpPr>
            <p:spPr>
              <a:xfrm>
                <a:off x="9373557" y="5692358"/>
                <a:ext cx="1302575" cy="22515"/>
              </a:xfrm>
              <a:custGeom>
                <a:avLst/>
                <a:gdLst>
                  <a:gd name="connsiteX0" fmla="*/ 658549 w 1302575"/>
                  <a:gd name="connsiteY0" fmla="*/ 22494 h 22515"/>
                  <a:gd name="connsiteX1" fmla="*/ 658264 w 1302575"/>
                  <a:gd name="connsiteY1" fmla="*/ 22494 h 22515"/>
                  <a:gd name="connsiteX2" fmla="*/ 627297 w 1302575"/>
                  <a:gd name="connsiteY2" fmla="*/ 20901 h 22515"/>
                  <a:gd name="connsiteX3" fmla="*/ 625996 w 1302575"/>
                  <a:gd name="connsiteY3" fmla="*/ 20639 h 22515"/>
                  <a:gd name="connsiteX4" fmla="*/ 617543 w 1302575"/>
                  <a:gd name="connsiteY4" fmla="*/ 17125 h 22515"/>
                  <a:gd name="connsiteX5" fmla="*/ 604051 w 1302575"/>
                  <a:gd name="connsiteY5" fmla="*/ 16383 h 22515"/>
                  <a:gd name="connsiteX6" fmla="*/ 547276 w 1302575"/>
                  <a:gd name="connsiteY6" fmla="*/ 16339 h 22515"/>
                  <a:gd name="connsiteX7" fmla="*/ 533662 w 1302575"/>
                  <a:gd name="connsiteY7" fmla="*/ 14680 h 22515"/>
                  <a:gd name="connsiteX8" fmla="*/ 136975 w 1302575"/>
                  <a:gd name="connsiteY8" fmla="*/ 13829 h 22515"/>
                  <a:gd name="connsiteX9" fmla="*/ 123767 w 1302575"/>
                  <a:gd name="connsiteY9" fmla="*/ 13087 h 22515"/>
                  <a:gd name="connsiteX10" fmla="*/ 123076 w 1302575"/>
                  <a:gd name="connsiteY10" fmla="*/ 12978 h 22515"/>
                  <a:gd name="connsiteX11" fmla="*/ 113038 w 1302575"/>
                  <a:gd name="connsiteY11" fmla="*/ 10795 h 22515"/>
                  <a:gd name="connsiteX12" fmla="*/ 79714 w 1302575"/>
                  <a:gd name="connsiteY12" fmla="*/ 6168 h 22515"/>
                  <a:gd name="connsiteX13" fmla="*/ 24362 w 1302575"/>
                  <a:gd name="connsiteY13" fmla="*/ 6124 h 22515"/>
                  <a:gd name="connsiteX14" fmla="*/ 23671 w 1302575"/>
                  <a:gd name="connsiteY14" fmla="*/ 6080 h 22515"/>
                  <a:gd name="connsiteX15" fmla="*/ 1847 w 1302575"/>
                  <a:gd name="connsiteY15" fmla="*/ 2719 h 22515"/>
                  <a:gd name="connsiteX16" fmla="*/ 59 w 1302575"/>
                  <a:gd name="connsiteY16" fmla="*/ 1017 h 22515"/>
                  <a:gd name="connsiteX17" fmla="*/ 3229 w 1302575"/>
                  <a:gd name="connsiteY17" fmla="*/ 56 h 22515"/>
                  <a:gd name="connsiteX18" fmla="*/ 24768 w 1302575"/>
                  <a:gd name="connsiteY18" fmla="*/ 3308 h 22515"/>
                  <a:gd name="connsiteX19" fmla="*/ 80038 w 1302575"/>
                  <a:gd name="connsiteY19" fmla="*/ 3352 h 22515"/>
                  <a:gd name="connsiteX20" fmla="*/ 80730 w 1302575"/>
                  <a:gd name="connsiteY20" fmla="*/ 3418 h 22515"/>
                  <a:gd name="connsiteX21" fmla="*/ 114582 w 1302575"/>
                  <a:gd name="connsiteY21" fmla="*/ 8110 h 22515"/>
                  <a:gd name="connsiteX22" fmla="*/ 124701 w 1302575"/>
                  <a:gd name="connsiteY22" fmla="*/ 10293 h 22515"/>
                  <a:gd name="connsiteX23" fmla="*/ 137300 w 1302575"/>
                  <a:gd name="connsiteY23" fmla="*/ 11035 h 22515"/>
                  <a:gd name="connsiteX24" fmla="*/ 534190 w 1302575"/>
                  <a:gd name="connsiteY24" fmla="*/ 11930 h 22515"/>
                  <a:gd name="connsiteX25" fmla="*/ 547886 w 1302575"/>
                  <a:gd name="connsiteY25" fmla="*/ 13523 h 22515"/>
                  <a:gd name="connsiteX26" fmla="*/ 604253 w 1302575"/>
                  <a:gd name="connsiteY26" fmla="*/ 13632 h 22515"/>
                  <a:gd name="connsiteX27" fmla="*/ 618722 w 1302575"/>
                  <a:gd name="connsiteY27" fmla="*/ 14375 h 22515"/>
                  <a:gd name="connsiteX28" fmla="*/ 620022 w 1302575"/>
                  <a:gd name="connsiteY28" fmla="*/ 14636 h 22515"/>
                  <a:gd name="connsiteX29" fmla="*/ 628475 w 1302575"/>
                  <a:gd name="connsiteY29" fmla="*/ 18150 h 22515"/>
                  <a:gd name="connsiteX30" fmla="*/ 658346 w 1302575"/>
                  <a:gd name="connsiteY30" fmla="*/ 19700 h 22515"/>
                  <a:gd name="connsiteX31" fmla="*/ 673708 w 1302575"/>
                  <a:gd name="connsiteY31" fmla="*/ 17561 h 22515"/>
                  <a:gd name="connsiteX32" fmla="*/ 731945 w 1302575"/>
                  <a:gd name="connsiteY32" fmla="*/ 15313 h 22515"/>
                  <a:gd name="connsiteX33" fmla="*/ 1190445 w 1302575"/>
                  <a:gd name="connsiteY33" fmla="*/ 16273 h 22515"/>
                  <a:gd name="connsiteX34" fmla="*/ 1205725 w 1302575"/>
                  <a:gd name="connsiteY34" fmla="*/ 18041 h 22515"/>
                  <a:gd name="connsiteX35" fmla="*/ 1231614 w 1302575"/>
                  <a:gd name="connsiteY35" fmla="*/ 12236 h 22515"/>
                  <a:gd name="connsiteX36" fmla="*/ 1244700 w 1302575"/>
                  <a:gd name="connsiteY36" fmla="*/ 10468 h 22515"/>
                  <a:gd name="connsiteX37" fmla="*/ 1284486 w 1302575"/>
                  <a:gd name="connsiteY37" fmla="*/ 8765 h 22515"/>
                  <a:gd name="connsiteX38" fmla="*/ 1299767 w 1302575"/>
                  <a:gd name="connsiteY38" fmla="*/ 7914 h 22515"/>
                  <a:gd name="connsiteX39" fmla="*/ 1302571 w 1302575"/>
                  <a:gd name="connsiteY39" fmla="*/ 9180 h 22515"/>
                  <a:gd name="connsiteX40" fmla="*/ 1300295 w 1302575"/>
                  <a:gd name="connsiteY40" fmla="*/ 10729 h 22515"/>
                  <a:gd name="connsiteX41" fmla="*/ 1284933 w 1302575"/>
                  <a:gd name="connsiteY41" fmla="*/ 11581 h 22515"/>
                  <a:gd name="connsiteX42" fmla="*/ 1245553 w 1302575"/>
                  <a:gd name="connsiteY42" fmla="*/ 13240 h 22515"/>
                  <a:gd name="connsiteX43" fmla="*/ 1233239 w 1302575"/>
                  <a:gd name="connsiteY43" fmla="*/ 14898 h 22515"/>
                  <a:gd name="connsiteX44" fmla="*/ 1206945 w 1302575"/>
                  <a:gd name="connsiteY44" fmla="*/ 20813 h 22515"/>
                  <a:gd name="connsiteX45" fmla="*/ 1205442 w 1302575"/>
                  <a:gd name="connsiteY45" fmla="*/ 20879 h 22515"/>
                  <a:gd name="connsiteX46" fmla="*/ 1189876 w 1302575"/>
                  <a:gd name="connsiteY46" fmla="*/ 19067 h 22515"/>
                  <a:gd name="connsiteX47" fmla="*/ 732067 w 1302575"/>
                  <a:gd name="connsiteY47" fmla="*/ 18150 h 22515"/>
                  <a:gd name="connsiteX48" fmla="*/ 674520 w 1302575"/>
                  <a:gd name="connsiteY48" fmla="*/ 20333 h 22515"/>
                  <a:gd name="connsiteX49" fmla="*/ 659158 w 1302575"/>
                  <a:gd name="connsiteY49" fmla="*/ 22516 h 22515"/>
                  <a:gd name="connsiteX50" fmla="*/ 658549 w 1302575"/>
                  <a:gd name="connsiteY50" fmla="*/ 22516 h 22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02575" h="22515">
                    <a:moveTo>
                      <a:pt x="658549" y="22494"/>
                    </a:moveTo>
                    <a:lnTo>
                      <a:pt x="658264" y="22494"/>
                    </a:lnTo>
                    <a:lnTo>
                      <a:pt x="627297" y="20901"/>
                    </a:lnTo>
                    <a:cubicBezTo>
                      <a:pt x="626809" y="20857"/>
                      <a:pt x="626322" y="20748"/>
                      <a:pt x="625996" y="20639"/>
                    </a:cubicBezTo>
                    <a:lnTo>
                      <a:pt x="617543" y="17125"/>
                    </a:lnTo>
                    <a:lnTo>
                      <a:pt x="604051" y="16383"/>
                    </a:lnTo>
                    <a:lnTo>
                      <a:pt x="547276" y="16339"/>
                    </a:lnTo>
                    <a:lnTo>
                      <a:pt x="533662" y="14680"/>
                    </a:lnTo>
                    <a:lnTo>
                      <a:pt x="136975" y="13829"/>
                    </a:lnTo>
                    <a:lnTo>
                      <a:pt x="123767" y="13087"/>
                    </a:lnTo>
                    <a:cubicBezTo>
                      <a:pt x="123767" y="13087"/>
                      <a:pt x="123361" y="13021"/>
                      <a:pt x="123076" y="12978"/>
                    </a:cubicBezTo>
                    <a:lnTo>
                      <a:pt x="113038" y="10795"/>
                    </a:lnTo>
                    <a:lnTo>
                      <a:pt x="79714" y="6168"/>
                    </a:lnTo>
                    <a:lnTo>
                      <a:pt x="24362" y="6124"/>
                    </a:lnTo>
                    <a:cubicBezTo>
                      <a:pt x="24362" y="6124"/>
                      <a:pt x="23955" y="6124"/>
                      <a:pt x="23671" y="6080"/>
                    </a:cubicBezTo>
                    <a:lnTo>
                      <a:pt x="1847" y="2719"/>
                    </a:lnTo>
                    <a:cubicBezTo>
                      <a:pt x="547" y="2545"/>
                      <a:pt x="-226" y="1759"/>
                      <a:pt x="59" y="1017"/>
                    </a:cubicBezTo>
                    <a:cubicBezTo>
                      <a:pt x="466" y="275"/>
                      <a:pt x="1969" y="-162"/>
                      <a:pt x="3229" y="56"/>
                    </a:cubicBezTo>
                    <a:lnTo>
                      <a:pt x="24768" y="3308"/>
                    </a:lnTo>
                    <a:lnTo>
                      <a:pt x="80038" y="3352"/>
                    </a:lnTo>
                    <a:cubicBezTo>
                      <a:pt x="80323" y="3352"/>
                      <a:pt x="80526" y="3352"/>
                      <a:pt x="80730" y="3418"/>
                    </a:cubicBezTo>
                    <a:lnTo>
                      <a:pt x="114582" y="8110"/>
                    </a:lnTo>
                    <a:lnTo>
                      <a:pt x="124701" y="10293"/>
                    </a:lnTo>
                    <a:lnTo>
                      <a:pt x="137300" y="11035"/>
                    </a:lnTo>
                    <a:lnTo>
                      <a:pt x="534190" y="11930"/>
                    </a:lnTo>
                    <a:lnTo>
                      <a:pt x="547886" y="13523"/>
                    </a:lnTo>
                    <a:lnTo>
                      <a:pt x="604253" y="13632"/>
                    </a:lnTo>
                    <a:lnTo>
                      <a:pt x="618722" y="14375"/>
                    </a:lnTo>
                    <a:cubicBezTo>
                      <a:pt x="619210" y="14440"/>
                      <a:pt x="619615" y="14549"/>
                      <a:pt x="620022" y="14636"/>
                    </a:cubicBezTo>
                    <a:lnTo>
                      <a:pt x="628475" y="18150"/>
                    </a:lnTo>
                    <a:lnTo>
                      <a:pt x="658346" y="19700"/>
                    </a:lnTo>
                    <a:lnTo>
                      <a:pt x="673708" y="17561"/>
                    </a:lnTo>
                    <a:lnTo>
                      <a:pt x="731945" y="15313"/>
                    </a:lnTo>
                    <a:lnTo>
                      <a:pt x="1190445" y="16273"/>
                    </a:lnTo>
                    <a:lnTo>
                      <a:pt x="1205725" y="18041"/>
                    </a:lnTo>
                    <a:lnTo>
                      <a:pt x="1231614" y="12236"/>
                    </a:lnTo>
                    <a:lnTo>
                      <a:pt x="1244700" y="10468"/>
                    </a:lnTo>
                    <a:lnTo>
                      <a:pt x="1284486" y="8765"/>
                    </a:lnTo>
                    <a:lnTo>
                      <a:pt x="1299767" y="7914"/>
                    </a:lnTo>
                    <a:cubicBezTo>
                      <a:pt x="1301270" y="7805"/>
                      <a:pt x="1302368" y="8394"/>
                      <a:pt x="1302571" y="9180"/>
                    </a:cubicBezTo>
                    <a:cubicBezTo>
                      <a:pt x="1302652" y="9922"/>
                      <a:pt x="1301677" y="10620"/>
                      <a:pt x="1300295" y="10729"/>
                    </a:cubicBezTo>
                    <a:lnTo>
                      <a:pt x="1284933" y="11581"/>
                    </a:lnTo>
                    <a:lnTo>
                      <a:pt x="1245553" y="13240"/>
                    </a:lnTo>
                    <a:lnTo>
                      <a:pt x="1233239" y="14898"/>
                    </a:lnTo>
                    <a:lnTo>
                      <a:pt x="1206945" y="20813"/>
                    </a:lnTo>
                    <a:cubicBezTo>
                      <a:pt x="1206458" y="20922"/>
                      <a:pt x="1205970" y="20922"/>
                      <a:pt x="1205442" y="20879"/>
                    </a:cubicBezTo>
                    <a:lnTo>
                      <a:pt x="1189876" y="19067"/>
                    </a:lnTo>
                    <a:lnTo>
                      <a:pt x="732067" y="18150"/>
                    </a:lnTo>
                    <a:lnTo>
                      <a:pt x="674520" y="20333"/>
                    </a:lnTo>
                    <a:lnTo>
                      <a:pt x="659158" y="22516"/>
                    </a:lnTo>
                    <a:lnTo>
                      <a:pt x="658549" y="2251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6" name="Freeform: Shape 605">
                <a:extLst>
                  <a:ext uri="{FF2B5EF4-FFF2-40B4-BE49-F238E27FC236}">
                    <a16:creationId xmlns:a16="http://schemas.microsoft.com/office/drawing/2014/main" id="{95500E44-7EC9-41F3-B613-31FB8381A887}"/>
                  </a:ext>
                </a:extLst>
              </p:cNvPr>
              <p:cNvSpPr/>
              <p:nvPr/>
            </p:nvSpPr>
            <p:spPr>
              <a:xfrm>
                <a:off x="9042120" y="5698336"/>
                <a:ext cx="156906" cy="13569"/>
              </a:xfrm>
              <a:custGeom>
                <a:avLst/>
                <a:gdLst>
                  <a:gd name="connsiteX0" fmla="*/ 78959 w 156906"/>
                  <a:gd name="connsiteY0" fmla="*/ 13570 h 13569"/>
                  <a:gd name="connsiteX1" fmla="*/ 64369 w 156906"/>
                  <a:gd name="connsiteY1" fmla="*/ 12675 h 13569"/>
                  <a:gd name="connsiteX2" fmla="*/ 40270 w 156906"/>
                  <a:gd name="connsiteY2" fmla="*/ 12304 h 13569"/>
                  <a:gd name="connsiteX3" fmla="*/ 39456 w 156906"/>
                  <a:gd name="connsiteY3" fmla="*/ 12195 h 13569"/>
                  <a:gd name="connsiteX4" fmla="*/ 32629 w 156906"/>
                  <a:gd name="connsiteY4" fmla="*/ 10820 h 13569"/>
                  <a:gd name="connsiteX5" fmla="*/ 11171 w 156906"/>
                  <a:gd name="connsiteY5" fmla="*/ 5538 h 13569"/>
                  <a:gd name="connsiteX6" fmla="*/ 1337 w 156906"/>
                  <a:gd name="connsiteY6" fmla="*/ 2613 h 13569"/>
                  <a:gd name="connsiteX7" fmla="*/ 361 w 156906"/>
                  <a:gd name="connsiteY7" fmla="*/ 758 h 13569"/>
                  <a:gd name="connsiteX8" fmla="*/ 3735 w 156906"/>
                  <a:gd name="connsiteY8" fmla="*/ 168 h 13569"/>
                  <a:gd name="connsiteX9" fmla="*/ 13447 w 156906"/>
                  <a:gd name="connsiteY9" fmla="*/ 3050 h 13569"/>
                  <a:gd name="connsiteX10" fmla="*/ 34458 w 156906"/>
                  <a:gd name="connsiteY10" fmla="*/ 8222 h 13569"/>
                  <a:gd name="connsiteX11" fmla="*/ 40798 w 156906"/>
                  <a:gd name="connsiteY11" fmla="*/ 9510 h 13569"/>
                  <a:gd name="connsiteX12" fmla="*/ 68880 w 156906"/>
                  <a:gd name="connsiteY12" fmla="*/ 10143 h 13569"/>
                  <a:gd name="connsiteX13" fmla="*/ 78919 w 156906"/>
                  <a:gd name="connsiteY13" fmla="*/ 10776 h 13569"/>
                  <a:gd name="connsiteX14" fmla="*/ 119802 w 156906"/>
                  <a:gd name="connsiteY14" fmla="*/ 8375 h 13569"/>
                  <a:gd name="connsiteX15" fmla="*/ 127848 w 156906"/>
                  <a:gd name="connsiteY15" fmla="*/ 7044 h 13569"/>
                  <a:gd name="connsiteX16" fmla="*/ 128621 w 156906"/>
                  <a:gd name="connsiteY16" fmla="*/ 6978 h 13569"/>
                  <a:gd name="connsiteX17" fmla="*/ 149550 w 156906"/>
                  <a:gd name="connsiteY17" fmla="*/ 7720 h 13569"/>
                  <a:gd name="connsiteX18" fmla="*/ 154305 w 156906"/>
                  <a:gd name="connsiteY18" fmla="*/ 7611 h 13569"/>
                  <a:gd name="connsiteX19" fmla="*/ 154305 w 156906"/>
                  <a:gd name="connsiteY19" fmla="*/ 7611 h 13569"/>
                  <a:gd name="connsiteX20" fmla="*/ 156907 w 156906"/>
                  <a:gd name="connsiteY20" fmla="*/ 8986 h 13569"/>
                  <a:gd name="connsiteX21" fmla="*/ 154427 w 156906"/>
                  <a:gd name="connsiteY21" fmla="*/ 10427 h 13569"/>
                  <a:gd name="connsiteX22" fmla="*/ 149469 w 156906"/>
                  <a:gd name="connsiteY22" fmla="*/ 10492 h 13569"/>
                  <a:gd name="connsiteX23" fmla="*/ 128824 w 156906"/>
                  <a:gd name="connsiteY23" fmla="*/ 9794 h 13569"/>
                  <a:gd name="connsiteX24" fmla="*/ 120777 w 156906"/>
                  <a:gd name="connsiteY24" fmla="*/ 11060 h 13569"/>
                  <a:gd name="connsiteX25" fmla="*/ 78919 w 156906"/>
                  <a:gd name="connsiteY25" fmla="*/ 13570 h 13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6906" h="13569">
                    <a:moveTo>
                      <a:pt x="78959" y="13570"/>
                    </a:moveTo>
                    <a:lnTo>
                      <a:pt x="64369" y="12675"/>
                    </a:lnTo>
                    <a:lnTo>
                      <a:pt x="40270" y="12304"/>
                    </a:lnTo>
                    <a:cubicBezTo>
                      <a:pt x="39985" y="12304"/>
                      <a:pt x="39782" y="12260"/>
                      <a:pt x="39456" y="12195"/>
                    </a:cubicBezTo>
                    <a:lnTo>
                      <a:pt x="32629" y="10820"/>
                    </a:lnTo>
                    <a:lnTo>
                      <a:pt x="11171" y="5538"/>
                    </a:lnTo>
                    <a:lnTo>
                      <a:pt x="1337" y="2613"/>
                    </a:lnTo>
                    <a:cubicBezTo>
                      <a:pt x="36" y="2286"/>
                      <a:pt x="-370" y="1391"/>
                      <a:pt x="361" y="758"/>
                    </a:cubicBezTo>
                    <a:cubicBezTo>
                      <a:pt x="930" y="59"/>
                      <a:pt x="2556" y="-203"/>
                      <a:pt x="3735" y="168"/>
                    </a:cubicBezTo>
                    <a:lnTo>
                      <a:pt x="13447" y="3050"/>
                    </a:lnTo>
                    <a:lnTo>
                      <a:pt x="34458" y="8222"/>
                    </a:lnTo>
                    <a:lnTo>
                      <a:pt x="40798" y="9510"/>
                    </a:lnTo>
                    <a:lnTo>
                      <a:pt x="68880" y="10143"/>
                    </a:lnTo>
                    <a:lnTo>
                      <a:pt x="78919" y="10776"/>
                    </a:lnTo>
                    <a:lnTo>
                      <a:pt x="119802" y="8375"/>
                    </a:lnTo>
                    <a:lnTo>
                      <a:pt x="127848" y="7044"/>
                    </a:lnTo>
                    <a:cubicBezTo>
                      <a:pt x="127848" y="7044"/>
                      <a:pt x="128337" y="6935"/>
                      <a:pt x="128621" y="6978"/>
                    </a:cubicBezTo>
                    <a:lnTo>
                      <a:pt x="149550" y="7720"/>
                    </a:lnTo>
                    <a:lnTo>
                      <a:pt x="154305" y="7611"/>
                    </a:lnTo>
                    <a:lnTo>
                      <a:pt x="154305" y="7611"/>
                    </a:lnTo>
                    <a:cubicBezTo>
                      <a:pt x="155687" y="7611"/>
                      <a:pt x="156785" y="8244"/>
                      <a:pt x="156907" y="8986"/>
                    </a:cubicBezTo>
                    <a:cubicBezTo>
                      <a:pt x="156907" y="9794"/>
                      <a:pt x="155809" y="10427"/>
                      <a:pt x="154427" y="10427"/>
                    </a:cubicBezTo>
                    <a:lnTo>
                      <a:pt x="149469" y="10492"/>
                    </a:lnTo>
                    <a:lnTo>
                      <a:pt x="128824" y="9794"/>
                    </a:lnTo>
                    <a:lnTo>
                      <a:pt x="120777" y="11060"/>
                    </a:lnTo>
                    <a:lnTo>
                      <a:pt x="78919" y="1357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7" name="Freeform: Shape 606">
                <a:extLst>
                  <a:ext uri="{FF2B5EF4-FFF2-40B4-BE49-F238E27FC236}">
                    <a16:creationId xmlns:a16="http://schemas.microsoft.com/office/drawing/2014/main" id="{745A843B-B228-4FB5-BA62-5D85886126DC}"/>
                  </a:ext>
                </a:extLst>
              </p:cNvPr>
              <p:cNvSpPr/>
              <p:nvPr/>
            </p:nvSpPr>
            <p:spPr>
              <a:xfrm>
                <a:off x="11026038" y="5693768"/>
                <a:ext cx="1166001" cy="97651"/>
              </a:xfrm>
              <a:custGeom>
                <a:avLst/>
                <a:gdLst>
                  <a:gd name="connsiteX0" fmla="*/ 1165961 w 1166001"/>
                  <a:gd name="connsiteY0" fmla="*/ 94727 h 97651"/>
                  <a:gd name="connsiteX1" fmla="*/ 1143325 w 1166001"/>
                  <a:gd name="connsiteY1" fmla="*/ 92392 h 97651"/>
                  <a:gd name="connsiteX2" fmla="*/ 1130808 w 1166001"/>
                  <a:gd name="connsiteY2" fmla="*/ 88397 h 97651"/>
                  <a:gd name="connsiteX3" fmla="*/ 1129833 w 1166001"/>
                  <a:gd name="connsiteY3" fmla="*/ 88245 h 97651"/>
                  <a:gd name="connsiteX4" fmla="*/ 1068791 w 1166001"/>
                  <a:gd name="connsiteY4" fmla="*/ 84949 h 97651"/>
                  <a:gd name="connsiteX5" fmla="*/ 949025 w 1166001"/>
                  <a:gd name="connsiteY5" fmla="*/ 73075 h 97651"/>
                  <a:gd name="connsiteX6" fmla="*/ 925819 w 1166001"/>
                  <a:gd name="connsiteY6" fmla="*/ 71111 h 97651"/>
                  <a:gd name="connsiteX7" fmla="*/ 903183 w 1166001"/>
                  <a:gd name="connsiteY7" fmla="*/ 69561 h 97651"/>
                  <a:gd name="connsiteX8" fmla="*/ 896843 w 1166001"/>
                  <a:gd name="connsiteY8" fmla="*/ 67379 h 97651"/>
                  <a:gd name="connsiteX9" fmla="*/ 895665 w 1166001"/>
                  <a:gd name="connsiteY9" fmla="*/ 67160 h 97651"/>
                  <a:gd name="connsiteX10" fmla="*/ 875304 w 1166001"/>
                  <a:gd name="connsiteY10" fmla="*/ 66418 h 97651"/>
                  <a:gd name="connsiteX11" fmla="*/ 856975 w 1166001"/>
                  <a:gd name="connsiteY11" fmla="*/ 66265 h 97651"/>
                  <a:gd name="connsiteX12" fmla="*/ 812027 w 1166001"/>
                  <a:gd name="connsiteY12" fmla="*/ 62904 h 97651"/>
                  <a:gd name="connsiteX13" fmla="*/ 725099 w 1166001"/>
                  <a:gd name="connsiteY13" fmla="*/ 55701 h 97651"/>
                  <a:gd name="connsiteX14" fmla="*/ 719937 w 1166001"/>
                  <a:gd name="connsiteY14" fmla="*/ 53038 h 97651"/>
                  <a:gd name="connsiteX15" fmla="*/ 718636 w 1166001"/>
                  <a:gd name="connsiteY15" fmla="*/ 52667 h 97651"/>
                  <a:gd name="connsiteX16" fmla="*/ 701283 w 1166001"/>
                  <a:gd name="connsiteY16" fmla="*/ 51227 h 97651"/>
                  <a:gd name="connsiteX17" fmla="*/ 681533 w 1166001"/>
                  <a:gd name="connsiteY17" fmla="*/ 51969 h 97651"/>
                  <a:gd name="connsiteX18" fmla="*/ 618541 w 1166001"/>
                  <a:gd name="connsiteY18" fmla="*/ 46469 h 97651"/>
                  <a:gd name="connsiteX19" fmla="*/ 145166 w 1166001"/>
                  <a:gd name="connsiteY19" fmla="*/ 960 h 97651"/>
                  <a:gd name="connsiteX20" fmla="*/ 124643 w 1166001"/>
                  <a:gd name="connsiteY20" fmla="*/ 109 h 97651"/>
                  <a:gd name="connsiteX21" fmla="*/ 2601 w 1166001"/>
                  <a:gd name="connsiteY21" fmla="*/ 0 h 97651"/>
                  <a:gd name="connsiteX22" fmla="*/ 0 w 1166001"/>
                  <a:gd name="connsiteY22" fmla="*/ 1375 h 97651"/>
                  <a:gd name="connsiteX23" fmla="*/ 2601 w 1166001"/>
                  <a:gd name="connsiteY23" fmla="*/ 2772 h 97651"/>
                  <a:gd name="connsiteX24" fmla="*/ 124439 w 1166001"/>
                  <a:gd name="connsiteY24" fmla="*/ 2881 h 97651"/>
                  <a:gd name="connsiteX25" fmla="*/ 144474 w 1166001"/>
                  <a:gd name="connsiteY25" fmla="*/ 3732 h 97651"/>
                  <a:gd name="connsiteX26" fmla="*/ 576478 w 1166001"/>
                  <a:gd name="connsiteY26" fmla="*/ 45508 h 97651"/>
                  <a:gd name="connsiteX27" fmla="*/ 681370 w 1166001"/>
                  <a:gd name="connsiteY27" fmla="*/ 54785 h 97651"/>
                  <a:gd name="connsiteX28" fmla="*/ 701121 w 1166001"/>
                  <a:gd name="connsiteY28" fmla="*/ 54043 h 97651"/>
                  <a:gd name="connsiteX29" fmla="*/ 717093 w 1166001"/>
                  <a:gd name="connsiteY29" fmla="*/ 55374 h 97651"/>
                  <a:gd name="connsiteX30" fmla="*/ 722254 w 1166001"/>
                  <a:gd name="connsiteY30" fmla="*/ 58037 h 97651"/>
                  <a:gd name="connsiteX31" fmla="*/ 723554 w 1166001"/>
                  <a:gd name="connsiteY31" fmla="*/ 58408 h 97651"/>
                  <a:gd name="connsiteX32" fmla="*/ 789229 w 1166001"/>
                  <a:gd name="connsiteY32" fmla="*/ 63886 h 97651"/>
                  <a:gd name="connsiteX33" fmla="*/ 856609 w 1166001"/>
                  <a:gd name="connsiteY33" fmla="*/ 69059 h 97651"/>
                  <a:gd name="connsiteX34" fmla="*/ 875141 w 1166001"/>
                  <a:gd name="connsiteY34" fmla="*/ 69234 h 97651"/>
                  <a:gd name="connsiteX35" fmla="*/ 894689 w 1166001"/>
                  <a:gd name="connsiteY35" fmla="*/ 69932 h 97651"/>
                  <a:gd name="connsiteX36" fmla="*/ 900948 w 1166001"/>
                  <a:gd name="connsiteY36" fmla="*/ 72115 h 97651"/>
                  <a:gd name="connsiteX37" fmla="*/ 902045 w 1166001"/>
                  <a:gd name="connsiteY37" fmla="*/ 72268 h 97651"/>
                  <a:gd name="connsiteX38" fmla="*/ 925169 w 1166001"/>
                  <a:gd name="connsiteY38" fmla="*/ 73861 h 97651"/>
                  <a:gd name="connsiteX39" fmla="*/ 948293 w 1166001"/>
                  <a:gd name="connsiteY39" fmla="*/ 75847 h 97651"/>
                  <a:gd name="connsiteX40" fmla="*/ 1068141 w 1166001"/>
                  <a:gd name="connsiteY40" fmla="*/ 87786 h 97651"/>
                  <a:gd name="connsiteX41" fmla="*/ 1128776 w 1166001"/>
                  <a:gd name="connsiteY41" fmla="*/ 91039 h 97651"/>
                  <a:gd name="connsiteX42" fmla="*/ 1141293 w 1166001"/>
                  <a:gd name="connsiteY42" fmla="*/ 94989 h 97651"/>
                  <a:gd name="connsiteX43" fmla="*/ 1142065 w 1166001"/>
                  <a:gd name="connsiteY43" fmla="*/ 95142 h 97651"/>
                  <a:gd name="connsiteX44" fmla="*/ 1166002 w 1166001"/>
                  <a:gd name="connsiteY44" fmla="*/ 97652 h 97651"/>
                  <a:gd name="connsiteX45" fmla="*/ 1166002 w 1166001"/>
                  <a:gd name="connsiteY45" fmla="*/ 94771 h 97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166001" h="97651">
                    <a:moveTo>
                      <a:pt x="1165961" y="94727"/>
                    </a:moveTo>
                    <a:lnTo>
                      <a:pt x="1143325" y="92392"/>
                    </a:lnTo>
                    <a:lnTo>
                      <a:pt x="1130808" y="88397"/>
                    </a:lnTo>
                    <a:cubicBezTo>
                      <a:pt x="1130523" y="88354"/>
                      <a:pt x="1130117" y="88288"/>
                      <a:pt x="1129833" y="88245"/>
                    </a:cubicBezTo>
                    <a:lnTo>
                      <a:pt x="1068791" y="84949"/>
                    </a:lnTo>
                    <a:lnTo>
                      <a:pt x="949025" y="73075"/>
                    </a:lnTo>
                    <a:lnTo>
                      <a:pt x="925819" y="71111"/>
                    </a:lnTo>
                    <a:lnTo>
                      <a:pt x="903183" y="69561"/>
                    </a:lnTo>
                    <a:lnTo>
                      <a:pt x="896843" y="67379"/>
                    </a:lnTo>
                    <a:cubicBezTo>
                      <a:pt x="896436" y="67269"/>
                      <a:pt x="896071" y="67160"/>
                      <a:pt x="895665" y="67160"/>
                    </a:cubicBezTo>
                    <a:lnTo>
                      <a:pt x="875304" y="66418"/>
                    </a:lnTo>
                    <a:lnTo>
                      <a:pt x="856975" y="66265"/>
                    </a:lnTo>
                    <a:lnTo>
                      <a:pt x="812027" y="62904"/>
                    </a:lnTo>
                    <a:lnTo>
                      <a:pt x="725099" y="55701"/>
                    </a:lnTo>
                    <a:lnTo>
                      <a:pt x="719937" y="53038"/>
                    </a:lnTo>
                    <a:cubicBezTo>
                      <a:pt x="719612" y="52886"/>
                      <a:pt x="719125" y="52711"/>
                      <a:pt x="718636" y="52667"/>
                    </a:cubicBezTo>
                    <a:lnTo>
                      <a:pt x="701283" y="51227"/>
                    </a:lnTo>
                    <a:lnTo>
                      <a:pt x="681533" y="51969"/>
                    </a:lnTo>
                    <a:lnTo>
                      <a:pt x="618541" y="46469"/>
                    </a:lnTo>
                    <a:lnTo>
                      <a:pt x="145166" y="960"/>
                    </a:lnTo>
                    <a:lnTo>
                      <a:pt x="124643" y="109"/>
                    </a:lnTo>
                    <a:lnTo>
                      <a:pt x="2601" y="0"/>
                    </a:lnTo>
                    <a:cubicBezTo>
                      <a:pt x="1218" y="0"/>
                      <a:pt x="0" y="589"/>
                      <a:pt x="0" y="1375"/>
                    </a:cubicBezTo>
                    <a:cubicBezTo>
                      <a:pt x="0" y="2117"/>
                      <a:pt x="1178" y="2772"/>
                      <a:pt x="2601" y="2772"/>
                    </a:cubicBezTo>
                    <a:lnTo>
                      <a:pt x="124439" y="2881"/>
                    </a:lnTo>
                    <a:lnTo>
                      <a:pt x="144474" y="3732"/>
                    </a:lnTo>
                    <a:lnTo>
                      <a:pt x="576478" y="45508"/>
                    </a:lnTo>
                    <a:lnTo>
                      <a:pt x="681370" y="54785"/>
                    </a:lnTo>
                    <a:lnTo>
                      <a:pt x="701121" y="54043"/>
                    </a:lnTo>
                    <a:lnTo>
                      <a:pt x="717093" y="55374"/>
                    </a:lnTo>
                    <a:lnTo>
                      <a:pt x="722254" y="58037"/>
                    </a:lnTo>
                    <a:cubicBezTo>
                      <a:pt x="722660" y="58255"/>
                      <a:pt x="723026" y="58364"/>
                      <a:pt x="723554" y="58408"/>
                    </a:cubicBezTo>
                    <a:lnTo>
                      <a:pt x="789229" y="63886"/>
                    </a:lnTo>
                    <a:lnTo>
                      <a:pt x="856609" y="69059"/>
                    </a:lnTo>
                    <a:lnTo>
                      <a:pt x="875141" y="69234"/>
                    </a:lnTo>
                    <a:lnTo>
                      <a:pt x="894689" y="69932"/>
                    </a:lnTo>
                    <a:lnTo>
                      <a:pt x="900948" y="72115"/>
                    </a:lnTo>
                    <a:cubicBezTo>
                      <a:pt x="901354" y="72224"/>
                      <a:pt x="901639" y="72268"/>
                      <a:pt x="902045" y="72268"/>
                    </a:cubicBezTo>
                    <a:lnTo>
                      <a:pt x="925169" y="73861"/>
                    </a:lnTo>
                    <a:lnTo>
                      <a:pt x="948293" y="75847"/>
                    </a:lnTo>
                    <a:lnTo>
                      <a:pt x="1068141" y="87786"/>
                    </a:lnTo>
                    <a:lnTo>
                      <a:pt x="1128776" y="91039"/>
                    </a:lnTo>
                    <a:lnTo>
                      <a:pt x="1141293" y="94989"/>
                    </a:lnTo>
                    <a:cubicBezTo>
                      <a:pt x="1141293" y="94989"/>
                      <a:pt x="1141781" y="95142"/>
                      <a:pt x="1142065" y="95142"/>
                    </a:cubicBezTo>
                    <a:lnTo>
                      <a:pt x="1166002" y="97652"/>
                    </a:lnTo>
                    <a:lnTo>
                      <a:pt x="1166002" y="947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8" name="Freeform: Shape 607">
                <a:extLst>
                  <a:ext uri="{FF2B5EF4-FFF2-40B4-BE49-F238E27FC236}">
                    <a16:creationId xmlns:a16="http://schemas.microsoft.com/office/drawing/2014/main" id="{1E209B8D-96AB-491F-9FE2-A2B4D466FF3A}"/>
                  </a:ext>
                </a:extLst>
              </p:cNvPr>
              <p:cNvSpPr/>
              <p:nvPr/>
            </p:nvSpPr>
            <p:spPr>
              <a:xfrm>
                <a:off x="6785818" y="6109989"/>
                <a:ext cx="554081" cy="293031"/>
              </a:xfrm>
              <a:custGeom>
                <a:avLst/>
                <a:gdLst>
                  <a:gd name="connsiteX0" fmla="*/ 551490 w 554081"/>
                  <a:gd name="connsiteY0" fmla="*/ 293010 h 293031"/>
                  <a:gd name="connsiteX1" fmla="*/ 551002 w 554081"/>
                  <a:gd name="connsiteY1" fmla="*/ 292945 h 293031"/>
                  <a:gd name="connsiteX2" fmla="*/ 512110 w 554081"/>
                  <a:gd name="connsiteY2" fmla="*/ 288143 h 293031"/>
                  <a:gd name="connsiteX3" fmla="*/ 373324 w 554081"/>
                  <a:gd name="connsiteY3" fmla="*/ 266513 h 293031"/>
                  <a:gd name="connsiteX4" fmla="*/ 238074 w 554081"/>
                  <a:gd name="connsiteY4" fmla="*/ 247393 h 293031"/>
                  <a:gd name="connsiteX5" fmla="*/ 99654 w 554081"/>
                  <a:gd name="connsiteY5" fmla="*/ 228687 h 293031"/>
                  <a:gd name="connsiteX6" fmla="*/ 98069 w 554081"/>
                  <a:gd name="connsiteY6" fmla="*/ 228098 h 293031"/>
                  <a:gd name="connsiteX7" fmla="*/ 89047 w 554081"/>
                  <a:gd name="connsiteY7" fmla="*/ 220480 h 293031"/>
                  <a:gd name="connsiteX8" fmla="*/ 82707 w 554081"/>
                  <a:gd name="connsiteY8" fmla="*/ 217272 h 293031"/>
                  <a:gd name="connsiteX9" fmla="*/ 71491 w 554081"/>
                  <a:gd name="connsiteY9" fmla="*/ 215569 h 293031"/>
                  <a:gd name="connsiteX10" fmla="*/ 64054 w 554081"/>
                  <a:gd name="connsiteY10" fmla="*/ 214238 h 293031"/>
                  <a:gd name="connsiteX11" fmla="*/ 63078 w 554081"/>
                  <a:gd name="connsiteY11" fmla="*/ 213867 h 293031"/>
                  <a:gd name="connsiteX12" fmla="*/ 53365 w 554081"/>
                  <a:gd name="connsiteY12" fmla="*/ 208389 h 293031"/>
                  <a:gd name="connsiteX13" fmla="*/ 52959 w 554081"/>
                  <a:gd name="connsiteY13" fmla="*/ 208061 h 293031"/>
                  <a:gd name="connsiteX14" fmla="*/ 45806 w 554081"/>
                  <a:gd name="connsiteY14" fmla="*/ 200269 h 293031"/>
                  <a:gd name="connsiteX15" fmla="*/ 45522 w 554081"/>
                  <a:gd name="connsiteY15" fmla="*/ 199898 h 293031"/>
                  <a:gd name="connsiteX16" fmla="*/ 39182 w 554081"/>
                  <a:gd name="connsiteY16" fmla="*/ 182415 h 293031"/>
                  <a:gd name="connsiteX17" fmla="*/ 33533 w 554081"/>
                  <a:gd name="connsiteY17" fmla="*/ 162269 h 293031"/>
                  <a:gd name="connsiteX18" fmla="*/ 20244 w 554081"/>
                  <a:gd name="connsiteY18" fmla="*/ 94978 h 293031"/>
                  <a:gd name="connsiteX19" fmla="*/ 16098 w 554081"/>
                  <a:gd name="connsiteY19" fmla="*/ 81555 h 293031"/>
                  <a:gd name="connsiteX20" fmla="*/ 11954 w 554081"/>
                  <a:gd name="connsiteY20" fmla="*/ 62369 h 293031"/>
                  <a:gd name="connsiteX21" fmla="*/ 7890 w 554081"/>
                  <a:gd name="connsiteY21" fmla="*/ 38971 h 293031"/>
                  <a:gd name="connsiteX22" fmla="*/ 3826 w 554081"/>
                  <a:gd name="connsiteY22" fmla="*/ 7257 h 293031"/>
                  <a:gd name="connsiteX23" fmla="*/ 168 w 554081"/>
                  <a:gd name="connsiteY23" fmla="*/ 1931 h 293031"/>
                  <a:gd name="connsiteX24" fmla="*/ 1549 w 554081"/>
                  <a:gd name="connsiteY24" fmla="*/ 120 h 293031"/>
                  <a:gd name="connsiteX25" fmla="*/ 4801 w 554081"/>
                  <a:gd name="connsiteY25" fmla="*/ 905 h 293031"/>
                  <a:gd name="connsiteX26" fmla="*/ 8783 w 554081"/>
                  <a:gd name="connsiteY26" fmla="*/ 6449 h 293031"/>
                  <a:gd name="connsiteX27" fmla="*/ 8906 w 554081"/>
                  <a:gd name="connsiteY27" fmla="*/ 6864 h 293031"/>
                  <a:gd name="connsiteX28" fmla="*/ 12970 w 554081"/>
                  <a:gd name="connsiteY28" fmla="*/ 38687 h 293031"/>
                  <a:gd name="connsiteX29" fmla="*/ 17034 w 554081"/>
                  <a:gd name="connsiteY29" fmla="*/ 62085 h 293031"/>
                  <a:gd name="connsiteX30" fmla="*/ 21178 w 554081"/>
                  <a:gd name="connsiteY30" fmla="*/ 81162 h 293031"/>
                  <a:gd name="connsiteX31" fmla="*/ 25324 w 554081"/>
                  <a:gd name="connsiteY31" fmla="*/ 94541 h 293031"/>
                  <a:gd name="connsiteX32" fmla="*/ 38532 w 554081"/>
                  <a:gd name="connsiteY32" fmla="*/ 161854 h 293031"/>
                  <a:gd name="connsiteX33" fmla="*/ 44181 w 554081"/>
                  <a:gd name="connsiteY33" fmla="*/ 181891 h 293031"/>
                  <a:gd name="connsiteX34" fmla="*/ 50521 w 554081"/>
                  <a:gd name="connsiteY34" fmla="*/ 199156 h 293031"/>
                  <a:gd name="connsiteX35" fmla="*/ 57348 w 554081"/>
                  <a:gd name="connsiteY35" fmla="*/ 206555 h 293031"/>
                  <a:gd name="connsiteX36" fmla="*/ 66289 w 554081"/>
                  <a:gd name="connsiteY36" fmla="*/ 211663 h 293031"/>
                  <a:gd name="connsiteX37" fmla="*/ 73035 w 554081"/>
                  <a:gd name="connsiteY37" fmla="*/ 212841 h 293031"/>
                  <a:gd name="connsiteX38" fmla="*/ 84658 w 554081"/>
                  <a:gd name="connsiteY38" fmla="*/ 214653 h 293031"/>
                  <a:gd name="connsiteX39" fmla="*/ 85755 w 554081"/>
                  <a:gd name="connsiteY39" fmla="*/ 214980 h 293031"/>
                  <a:gd name="connsiteX40" fmla="*/ 92989 w 554081"/>
                  <a:gd name="connsiteY40" fmla="*/ 218669 h 293031"/>
                  <a:gd name="connsiteX41" fmla="*/ 101808 w 554081"/>
                  <a:gd name="connsiteY41" fmla="*/ 226133 h 293031"/>
                  <a:gd name="connsiteX42" fmla="*/ 102987 w 554081"/>
                  <a:gd name="connsiteY42" fmla="*/ 226243 h 293031"/>
                  <a:gd name="connsiteX43" fmla="*/ 241000 w 554081"/>
                  <a:gd name="connsiteY43" fmla="*/ 244904 h 293031"/>
                  <a:gd name="connsiteX44" fmla="*/ 378404 w 554081"/>
                  <a:gd name="connsiteY44" fmla="*/ 264417 h 293031"/>
                  <a:gd name="connsiteX45" fmla="*/ 513451 w 554081"/>
                  <a:gd name="connsiteY45" fmla="*/ 285458 h 293031"/>
                  <a:gd name="connsiteX46" fmla="*/ 552140 w 554081"/>
                  <a:gd name="connsiteY46" fmla="*/ 290260 h 293031"/>
                  <a:gd name="connsiteX47" fmla="*/ 554010 w 554081"/>
                  <a:gd name="connsiteY47" fmla="*/ 291919 h 293031"/>
                  <a:gd name="connsiteX48" fmla="*/ 551530 w 554081"/>
                  <a:gd name="connsiteY48" fmla="*/ 293032 h 29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54081" h="293031">
                    <a:moveTo>
                      <a:pt x="551490" y="293010"/>
                    </a:moveTo>
                    <a:cubicBezTo>
                      <a:pt x="551490" y="293010"/>
                      <a:pt x="551205" y="293010"/>
                      <a:pt x="551002" y="292945"/>
                    </a:cubicBezTo>
                    <a:lnTo>
                      <a:pt x="512110" y="288143"/>
                    </a:lnTo>
                    <a:lnTo>
                      <a:pt x="373324" y="266513"/>
                    </a:lnTo>
                    <a:lnTo>
                      <a:pt x="238074" y="247393"/>
                    </a:lnTo>
                    <a:lnTo>
                      <a:pt x="99654" y="228687"/>
                    </a:lnTo>
                    <a:cubicBezTo>
                      <a:pt x="98963" y="228644"/>
                      <a:pt x="98476" y="228425"/>
                      <a:pt x="98069" y="228098"/>
                    </a:cubicBezTo>
                    <a:lnTo>
                      <a:pt x="89047" y="220480"/>
                    </a:lnTo>
                    <a:lnTo>
                      <a:pt x="82707" y="217272"/>
                    </a:lnTo>
                    <a:lnTo>
                      <a:pt x="71491" y="215569"/>
                    </a:lnTo>
                    <a:lnTo>
                      <a:pt x="64054" y="214238"/>
                    </a:lnTo>
                    <a:cubicBezTo>
                      <a:pt x="63647" y="214173"/>
                      <a:pt x="63363" y="214020"/>
                      <a:pt x="63078" y="213867"/>
                    </a:cubicBezTo>
                    <a:lnTo>
                      <a:pt x="53365" y="208389"/>
                    </a:lnTo>
                    <a:cubicBezTo>
                      <a:pt x="53365" y="208389"/>
                      <a:pt x="53081" y="208170"/>
                      <a:pt x="52959" y="208061"/>
                    </a:cubicBezTo>
                    <a:lnTo>
                      <a:pt x="45806" y="200269"/>
                    </a:lnTo>
                    <a:cubicBezTo>
                      <a:pt x="45806" y="200269"/>
                      <a:pt x="45603" y="200051"/>
                      <a:pt x="45522" y="199898"/>
                    </a:cubicBezTo>
                    <a:lnTo>
                      <a:pt x="39182" y="182415"/>
                    </a:lnTo>
                    <a:lnTo>
                      <a:pt x="33533" y="162269"/>
                    </a:lnTo>
                    <a:lnTo>
                      <a:pt x="20244" y="94978"/>
                    </a:lnTo>
                    <a:lnTo>
                      <a:pt x="16098" y="81555"/>
                    </a:lnTo>
                    <a:lnTo>
                      <a:pt x="11954" y="62369"/>
                    </a:lnTo>
                    <a:lnTo>
                      <a:pt x="7890" y="38971"/>
                    </a:lnTo>
                    <a:lnTo>
                      <a:pt x="3826" y="7257"/>
                    </a:lnTo>
                    <a:lnTo>
                      <a:pt x="168" y="1931"/>
                    </a:lnTo>
                    <a:cubicBezTo>
                      <a:pt x="-320" y="1189"/>
                      <a:pt x="290" y="382"/>
                      <a:pt x="1549" y="120"/>
                    </a:cubicBezTo>
                    <a:cubicBezTo>
                      <a:pt x="2931" y="-208"/>
                      <a:pt x="4313" y="163"/>
                      <a:pt x="4801" y="905"/>
                    </a:cubicBezTo>
                    <a:lnTo>
                      <a:pt x="8783" y="6449"/>
                    </a:lnTo>
                    <a:cubicBezTo>
                      <a:pt x="8783" y="6449"/>
                      <a:pt x="8906" y="6711"/>
                      <a:pt x="8906" y="6864"/>
                    </a:cubicBezTo>
                    <a:lnTo>
                      <a:pt x="12970" y="38687"/>
                    </a:lnTo>
                    <a:lnTo>
                      <a:pt x="17034" y="62085"/>
                    </a:lnTo>
                    <a:lnTo>
                      <a:pt x="21178" y="81162"/>
                    </a:lnTo>
                    <a:lnTo>
                      <a:pt x="25324" y="94541"/>
                    </a:lnTo>
                    <a:lnTo>
                      <a:pt x="38532" y="161854"/>
                    </a:lnTo>
                    <a:lnTo>
                      <a:pt x="44181" y="181891"/>
                    </a:lnTo>
                    <a:lnTo>
                      <a:pt x="50521" y="199156"/>
                    </a:lnTo>
                    <a:lnTo>
                      <a:pt x="57348" y="206555"/>
                    </a:lnTo>
                    <a:lnTo>
                      <a:pt x="66289" y="211663"/>
                    </a:lnTo>
                    <a:lnTo>
                      <a:pt x="73035" y="212841"/>
                    </a:lnTo>
                    <a:lnTo>
                      <a:pt x="84658" y="214653"/>
                    </a:lnTo>
                    <a:cubicBezTo>
                      <a:pt x="85065" y="214696"/>
                      <a:pt x="85430" y="214806"/>
                      <a:pt x="85755" y="214980"/>
                    </a:cubicBezTo>
                    <a:lnTo>
                      <a:pt x="92989" y="218669"/>
                    </a:lnTo>
                    <a:lnTo>
                      <a:pt x="101808" y="226133"/>
                    </a:lnTo>
                    <a:lnTo>
                      <a:pt x="102987" y="226243"/>
                    </a:lnTo>
                    <a:lnTo>
                      <a:pt x="241000" y="244904"/>
                    </a:lnTo>
                    <a:lnTo>
                      <a:pt x="378404" y="264417"/>
                    </a:lnTo>
                    <a:lnTo>
                      <a:pt x="513451" y="285458"/>
                    </a:lnTo>
                    <a:lnTo>
                      <a:pt x="552140" y="290260"/>
                    </a:lnTo>
                    <a:cubicBezTo>
                      <a:pt x="553522" y="290413"/>
                      <a:pt x="554335" y="291177"/>
                      <a:pt x="554010" y="291919"/>
                    </a:cubicBezTo>
                    <a:cubicBezTo>
                      <a:pt x="553806" y="292617"/>
                      <a:pt x="552709" y="293032"/>
                      <a:pt x="551530" y="29303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09" name="Freeform: Shape 608">
                <a:extLst>
                  <a:ext uri="{FF2B5EF4-FFF2-40B4-BE49-F238E27FC236}">
                    <a16:creationId xmlns:a16="http://schemas.microsoft.com/office/drawing/2014/main" id="{A0930ED3-C21D-4C8C-AF6A-9852113F7680}"/>
                  </a:ext>
                </a:extLst>
              </p:cNvPr>
              <p:cNvSpPr/>
              <p:nvPr/>
            </p:nvSpPr>
            <p:spPr>
              <a:xfrm>
                <a:off x="4726949" y="5891271"/>
                <a:ext cx="104386" cy="129501"/>
              </a:xfrm>
              <a:custGeom>
                <a:avLst/>
                <a:gdLst>
                  <a:gd name="connsiteX0" fmla="*/ 2490 w 104386"/>
                  <a:gd name="connsiteY0" fmla="*/ 129502 h 129501"/>
                  <a:gd name="connsiteX1" fmla="*/ 1270 w 104386"/>
                  <a:gd name="connsiteY1" fmla="*/ 129349 h 129501"/>
                  <a:gd name="connsiteX2" fmla="*/ 336 w 104386"/>
                  <a:gd name="connsiteY2" fmla="*/ 127428 h 129501"/>
                  <a:gd name="connsiteX3" fmla="*/ 5782 w 104386"/>
                  <a:gd name="connsiteY3" fmla="*/ 122102 h 129501"/>
                  <a:gd name="connsiteX4" fmla="*/ 15901 w 104386"/>
                  <a:gd name="connsiteY4" fmla="*/ 115118 h 129501"/>
                  <a:gd name="connsiteX5" fmla="*/ 27524 w 104386"/>
                  <a:gd name="connsiteY5" fmla="*/ 108090 h 129501"/>
                  <a:gd name="connsiteX6" fmla="*/ 34555 w 104386"/>
                  <a:gd name="connsiteY6" fmla="*/ 101913 h 129501"/>
                  <a:gd name="connsiteX7" fmla="*/ 44593 w 104386"/>
                  <a:gd name="connsiteY7" fmla="*/ 91676 h 129501"/>
                  <a:gd name="connsiteX8" fmla="*/ 53981 w 104386"/>
                  <a:gd name="connsiteY8" fmla="*/ 82465 h 129501"/>
                  <a:gd name="connsiteX9" fmla="*/ 63165 w 104386"/>
                  <a:gd name="connsiteY9" fmla="*/ 66314 h 129501"/>
                  <a:gd name="connsiteX10" fmla="*/ 71293 w 104386"/>
                  <a:gd name="connsiteY10" fmla="*/ 56186 h 129501"/>
                  <a:gd name="connsiteX11" fmla="*/ 81534 w 104386"/>
                  <a:gd name="connsiteY11" fmla="*/ 44422 h 129501"/>
                  <a:gd name="connsiteX12" fmla="*/ 90353 w 104386"/>
                  <a:gd name="connsiteY12" fmla="*/ 26568 h 129501"/>
                  <a:gd name="connsiteX13" fmla="*/ 99375 w 104386"/>
                  <a:gd name="connsiteY13" fmla="*/ 1140 h 129501"/>
                  <a:gd name="connsiteX14" fmla="*/ 102342 w 104386"/>
                  <a:gd name="connsiteY14" fmla="*/ 27 h 129501"/>
                  <a:gd name="connsiteX15" fmla="*/ 104334 w 104386"/>
                  <a:gd name="connsiteY15" fmla="*/ 1685 h 129501"/>
                  <a:gd name="connsiteX16" fmla="*/ 95271 w 104386"/>
                  <a:gd name="connsiteY16" fmla="*/ 27201 h 129501"/>
                  <a:gd name="connsiteX17" fmla="*/ 86249 w 104386"/>
                  <a:gd name="connsiteY17" fmla="*/ 45382 h 129501"/>
                  <a:gd name="connsiteX18" fmla="*/ 75886 w 104386"/>
                  <a:gd name="connsiteY18" fmla="*/ 57365 h 129501"/>
                  <a:gd name="connsiteX19" fmla="*/ 67839 w 104386"/>
                  <a:gd name="connsiteY19" fmla="*/ 67274 h 129501"/>
                  <a:gd name="connsiteX20" fmla="*/ 58614 w 104386"/>
                  <a:gd name="connsiteY20" fmla="*/ 83579 h 129501"/>
                  <a:gd name="connsiteX21" fmla="*/ 48982 w 104386"/>
                  <a:gd name="connsiteY21" fmla="*/ 93051 h 129501"/>
                  <a:gd name="connsiteX22" fmla="*/ 38984 w 104386"/>
                  <a:gd name="connsiteY22" fmla="*/ 103332 h 129501"/>
                  <a:gd name="connsiteX23" fmla="*/ 31710 w 104386"/>
                  <a:gd name="connsiteY23" fmla="*/ 109727 h 129501"/>
                  <a:gd name="connsiteX24" fmla="*/ 29068 w 104386"/>
                  <a:gd name="connsiteY24" fmla="*/ 111538 h 129501"/>
                  <a:gd name="connsiteX25" fmla="*/ 19721 w 104386"/>
                  <a:gd name="connsiteY25" fmla="*/ 116973 h 129501"/>
                  <a:gd name="connsiteX26" fmla="*/ 10008 w 104386"/>
                  <a:gd name="connsiteY26" fmla="*/ 123630 h 129501"/>
                  <a:gd name="connsiteX27" fmla="*/ 4766 w 104386"/>
                  <a:gd name="connsiteY27" fmla="*/ 128803 h 129501"/>
                  <a:gd name="connsiteX28" fmla="*/ 2530 w 104386"/>
                  <a:gd name="connsiteY28" fmla="*/ 129502 h 12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4386" h="129501">
                    <a:moveTo>
                      <a:pt x="2490" y="129502"/>
                    </a:moveTo>
                    <a:cubicBezTo>
                      <a:pt x="2083" y="129502"/>
                      <a:pt x="1636" y="129458"/>
                      <a:pt x="1270" y="129349"/>
                    </a:cubicBezTo>
                    <a:cubicBezTo>
                      <a:pt x="51" y="128978"/>
                      <a:pt x="-355" y="128127"/>
                      <a:pt x="336" y="127428"/>
                    </a:cubicBezTo>
                    <a:lnTo>
                      <a:pt x="5782" y="122102"/>
                    </a:lnTo>
                    <a:lnTo>
                      <a:pt x="15901" y="115118"/>
                    </a:lnTo>
                    <a:lnTo>
                      <a:pt x="27524" y="108090"/>
                    </a:lnTo>
                    <a:lnTo>
                      <a:pt x="34555" y="101913"/>
                    </a:lnTo>
                    <a:lnTo>
                      <a:pt x="44593" y="91676"/>
                    </a:lnTo>
                    <a:lnTo>
                      <a:pt x="53981" y="82465"/>
                    </a:lnTo>
                    <a:lnTo>
                      <a:pt x="63165" y="66314"/>
                    </a:lnTo>
                    <a:lnTo>
                      <a:pt x="71293" y="56186"/>
                    </a:lnTo>
                    <a:lnTo>
                      <a:pt x="81534" y="44422"/>
                    </a:lnTo>
                    <a:lnTo>
                      <a:pt x="90353" y="26568"/>
                    </a:lnTo>
                    <a:lnTo>
                      <a:pt x="99375" y="1140"/>
                    </a:lnTo>
                    <a:cubicBezTo>
                      <a:pt x="99619" y="398"/>
                      <a:pt x="100960" y="-126"/>
                      <a:pt x="102342" y="27"/>
                    </a:cubicBezTo>
                    <a:cubicBezTo>
                      <a:pt x="103724" y="201"/>
                      <a:pt x="104618" y="943"/>
                      <a:pt x="104334" y="1685"/>
                    </a:cubicBezTo>
                    <a:lnTo>
                      <a:pt x="95271" y="27201"/>
                    </a:lnTo>
                    <a:lnTo>
                      <a:pt x="86249" y="45382"/>
                    </a:lnTo>
                    <a:lnTo>
                      <a:pt x="75886" y="57365"/>
                    </a:lnTo>
                    <a:lnTo>
                      <a:pt x="67839" y="67274"/>
                    </a:lnTo>
                    <a:lnTo>
                      <a:pt x="58614" y="83579"/>
                    </a:lnTo>
                    <a:lnTo>
                      <a:pt x="48982" y="93051"/>
                    </a:lnTo>
                    <a:lnTo>
                      <a:pt x="38984" y="103332"/>
                    </a:lnTo>
                    <a:lnTo>
                      <a:pt x="31710" y="109727"/>
                    </a:lnTo>
                    <a:lnTo>
                      <a:pt x="29068" y="111538"/>
                    </a:lnTo>
                    <a:lnTo>
                      <a:pt x="19721" y="116973"/>
                    </a:lnTo>
                    <a:lnTo>
                      <a:pt x="10008" y="123630"/>
                    </a:lnTo>
                    <a:lnTo>
                      <a:pt x="4766" y="128803"/>
                    </a:lnTo>
                    <a:cubicBezTo>
                      <a:pt x="4278" y="129283"/>
                      <a:pt x="3424" y="129502"/>
                      <a:pt x="2530" y="12950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0" name="Freeform: Shape 609">
                <a:extLst>
                  <a:ext uri="{FF2B5EF4-FFF2-40B4-BE49-F238E27FC236}">
                    <a16:creationId xmlns:a16="http://schemas.microsoft.com/office/drawing/2014/main" id="{513F1DC9-4346-48EA-BF6B-F5305808A7F8}"/>
                  </a:ext>
                </a:extLst>
              </p:cNvPr>
              <p:cNvSpPr/>
              <p:nvPr/>
            </p:nvSpPr>
            <p:spPr>
              <a:xfrm>
                <a:off x="8738267" y="5699115"/>
                <a:ext cx="534370" cy="15889"/>
              </a:xfrm>
              <a:custGeom>
                <a:avLst/>
                <a:gdLst>
                  <a:gd name="connsiteX0" fmla="*/ 35949 w 534370"/>
                  <a:gd name="connsiteY0" fmla="*/ 15890 h 15889"/>
                  <a:gd name="connsiteX1" fmla="*/ 34730 w 534370"/>
                  <a:gd name="connsiteY1" fmla="*/ 15671 h 15889"/>
                  <a:gd name="connsiteX2" fmla="*/ 26317 w 534370"/>
                  <a:gd name="connsiteY2" fmla="*/ 13118 h 15889"/>
                  <a:gd name="connsiteX3" fmla="*/ 23717 w 534370"/>
                  <a:gd name="connsiteY3" fmla="*/ 13118 h 15889"/>
                  <a:gd name="connsiteX4" fmla="*/ 22741 w 534370"/>
                  <a:gd name="connsiteY4" fmla="*/ 13009 h 15889"/>
                  <a:gd name="connsiteX5" fmla="*/ 11931 w 534370"/>
                  <a:gd name="connsiteY5" fmla="*/ 10717 h 15889"/>
                  <a:gd name="connsiteX6" fmla="*/ 1893 w 534370"/>
                  <a:gd name="connsiteY6" fmla="*/ 9167 h 15889"/>
                  <a:gd name="connsiteX7" fmla="*/ 105 w 534370"/>
                  <a:gd name="connsiteY7" fmla="*/ 7465 h 15889"/>
                  <a:gd name="connsiteX8" fmla="*/ 3193 w 534370"/>
                  <a:gd name="connsiteY8" fmla="*/ 6439 h 15889"/>
                  <a:gd name="connsiteX9" fmla="*/ 13516 w 534370"/>
                  <a:gd name="connsiteY9" fmla="*/ 8032 h 15889"/>
                  <a:gd name="connsiteX10" fmla="*/ 24123 w 534370"/>
                  <a:gd name="connsiteY10" fmla="*/ 10258 h 15889"/>
                  <a:gd name="connsiteX11" fmla="*/ 26724 w 534370"/>
                  <a:gd name="connsiteY11" fmla="*/ 10258 h 15889"/>
                  <a:gd name="connsiteX12" fmla="*/ 28228 w 534370"/>
                  <a:gd name="connsiteY12" fmla="*/ 10433 h 15889"/>
                  <a:gd name="connsiteX13" fmla="*/ 36640 w 534370"/>
                  <a:gd name="connsiteY13" fmla="*/ 13030 h 15889"/>
                  <a:gd name="connsiteX14" fmla="*/ 210579 w 534370"/>
                  <a:gd name="connsiteY14" fmla="*/ 11852 h 15889"/>
                  <a:gd name="connsiteX15" fmla="*/ 267516 w 534370"/>
                  <a:gd name="connsiteY15" fmla="*/ 9778 h 15889"/>
                  <a:gd name="connsiteX16" fmla="*/ 273571 w 534370"/>
                  <a:gd name="connsiteY16" fmla="*/ 8491 h 15889"/>
                  <a:gd name="connsiteX17" fmla="*/ 274465 w 534370"/>
                  <a:gd name="connsiteY17" fmla="*/ 8381 h 15889"/>
                  <a:gd name="connsiteX18" fmla="*/ 274465 w 534370"/>
                  <a:gd name="connsiteY18" fmla="*/ 8381 h 15889"/>
                  <a:gd name="connsiteX19" fmla="*/ 282309 w 534370"/>
                  <a:gd name="connsiteY19" fmla="*/ 8425 h 15889"/>
                  <a:gd name="connsiteX20" fmla="*/ 293810 w 534370"/>
                  <a:gd name="connsiteY20" fmla="*/ 8163 h 15889"/>
                  <a:gd name="connsiteX21" fmla="*/ 313155 w 534370"/>
                  <a:gd name="connsiteY21" fmla="*/ 8163 h 15889"/>
                  <a:gd name="connsiteX22" fmla="*/ 337173 w 534370"/>
                  <a:gd name="connsiteY22" fmla="*/ 7246 h 15889"/>
                  <a:gd name="connsiteX23" fmla="*/ 338189 w 534370"/>
                  <a:gd name="connsiteY23" fmla="*/ 7356 h 15889"/>
                  <a:gd name="connsiteX24" fmla="*/ 345139 w 534370"/>
                  <a:gd name="connsiteY24" fmla="*/ 8752 h 15889"/>
                  <a:gd name="connsiteX25" fmla="*/ 353876 w 534370"/>
                  <a:gd name="connsiteY25" fmla="*/ 10084 h 15889"/>
                  <a:gd name="connsiteX26" fmla="*/ 355177 w 534370"/>
                  <a:gd name="connsiteY26" fmla="*/ 10084 h 15889"/>
                  <a:gd name="connsiteX27" fmla="*/ 357168 w 534370"/>
                  <a:gd name="connsiteY27" fmla="*/ 9385 h 15889"/>
                  <a:gd name="connsiteX28" fmla="*/ 358143 w 534370"/>
                  <a:gd name="connsiteY28" fmla="*/ 9167 h 15889"/>
                  <a:gd name="connsiteX29" fmla="*/ 369441 w 534370"/>
                  <a:gd name="connsiteY29" fmla="*/ 8098 h 15889"/>
                  <a:gd name="connsiteX30" fmla="*/ 372814 w 534370"/>
                  <a:gd name="connsiteY30" fmla="*/ 8098 h 15889"/>
                  <a:gd name="connsiteX31" fmla="*/ 390167 w 534370"/>
                  <a:gd name="connsiteY31" fmla="*/ 8883 h 15889"/>
                  <a:gd name="connsiteX32" fmla="*/ 392647 w 534370"/>
                  <a:gd name="connsiteY32" fmla="*/ 8141 h 15889"/>
                  <a:gd name="connsiteX33" fmla="*/ 393744 w 534370"/>
                  <a:gd name="connsiteY33" fmla="*/ 8032 h 15889"/>
                  <a:gd name="connsiteX34" fmla="*/ 394638 w 534370"/>
                  <a:gd name="connsiteY34" fmla="*/ 8032 h 15889"/>
                  <a:gd name="connsiteX35" fmla="*/ 403173 w 534370"/>
                  <a:gd name="connsiteY35" fmla="*/ 6111 h 15889"/>
                  <a:gd name="connsiteX36" fmla="*/ 457345 w 534370"/>
                  <a:gd name="connsiteY36" fmla="*/ 1593 h 15889"/>
                  <a:gd name="connsiteX37" fmla="*/ 513591 w 534370"/>
                  <a:gd name="connsiteY37" fmla="*/ 0 h 15889"/>
                  <a:gd name="connsiteX38" fmla="*/ 514282 w 534370"/>
                  <a:gd name="connsiteY38" fmla="*/ 65 h 15889"/>
                  <a:gd name="connsiteX39" fmla="*/ 532326 w 534370"/>
                  <a:gd name="connsiteY39" fmla="*/ 2204 h 15889"/>
                  <a:gd name="connsiteX40" fmla="*/ 534317 w 534370"/>
                  <a:gd name="connsiteY40" fmla="*/ 3841 h 15889"/>
                  <a:gd name="connsiteX41" fmla="*/ 531351 w 534370"/>
                  <a:gd name="connsiteY41" fmla="*/ 4955 h 15889"/>
                  <a:gd name="connsiteX42" fmla="*/ 513469 w 534370"/>
                  <a:gd name="connsiteY42" fmla="*/ 2816 h 15889"/>
                  <a:gd name="connsiteX43" fmla="*/ 457833 w 534370"/>
                  <a:gd name="connsiteY43" fmla="*/ 4409 h 15889"/>
                  <a:gd name="connsiteX44" fmla="*/ 404554 w 534370"/>
                  <a:gd name="connsiteY44" fmla="*/ 8774 h 15889"/>
                  <a:gd name="connsiteX45" fmla="*/ 396141 w 534370"/>
                  <a:gd name="connsiteY45" fmla="*/ 10695 h 15889"/>
                  <a:gd name="connsiteX46" fmla="*/ 395247 w 534370"/>
                  <a:gd name="connsiteY46" fmla="*/ 10804 h 15889"/>
                  <a:gd name="connsiteX47" fmla="*/ 394475 w 534370"/>
                  <a:gd name="connsiteY47" fmla="*/ 10804 h 15889"/>
                  <a:gd name="connsiteX48" fmla="*/ 391793 w 534370"/>
                  <a:gd name="connsiteY48" fmla="*/ 11546 h 15889"/>
                  <a:gd name="connsiteX49" fmla="*/ 390493 w 534370"/>
                  <a:gd name="connsiteY49" fmla="*/ 11721 h 15889"/>
                  <a:gd name="connsiteX50" fmla="*/ 372611 w 534370"/>
                  <a:gd name="connsiteY50" fmla="*/ 10913 h 15889"/>
                  <a:gd name="connsiteX51" fmla="*/ 369847 w 534370"/>
                  <a:gd name="connsiteY51" fmla="*/ 10913 h 15889"/>
                  <a:gd name="connsiteX52" fmla="*/ 359525 w 534370"/>
                  <a:gd name="connsiteY52" fmla="*/ 11874 h 15889"/>
                  <a:gd name="connsiteX53" fmla="*/ 357331 w 534370"/>
                  <a:gd name="connsiteY53" fmla="*/ 12681 h 15889"/>
                  <a:gd name="connsiteX54" fmla="*/ 355827 w 534370"/>
                  <a:gd name="connsiteY54" fmla="*/ 12899 h 15889"/>
                  <a:gd name="connsiteX55" fmla="*/ 353023 w 534370"/>
                  <a:gd name="connsiteY55" fmla="*/ 12856 h 15889"/>
                  <a:gd name="connsiteX56" fmla="*/ 343513 w 534370"/>
                  <a:gd name="connsiteY56" fmla="*/ 11415 h 15889"/>
                  <a:gd name="connsiteX57" fmla="*/ 336970 w 534370"/>
                  <a:gd name="connsiteY57" fmla="*/ 10084 h 15889"/>
                  <a:gd name="connsiteX58" fmla="*/ 313277 w 534370"/>
                  <a:gd name="connsiteY58" fmla="*/ 11001 h 15889"/>
                  <a:gd name="connsiteX59" fmla="*/ 293932 w 534370"/>
                  <a:gd name="connsiteY59" fmla="*/ 11001 h 15889"/>
                  <a:gd name="connsiteX60" fmla="*/ 282431 w 534370"/>
                  <a:gd name="connsiteY60" fmla="*/ 11262 h 15889"/>
                  <a:gd name="connsiteX61" fmla="*/ 274994 w 534370"/>
                  <a:gd name="connsiteY61" fmla="*/ 11219 h 15889"/>
                  <a:gd name="connsiteX62" fmla="*/ 269020 w 534370"/>
                  <a:gd name="connsiteY62" fmla="*/ 12485 h 15889"/>
                  <a:gd name="connsiteX63" fmla="*/ 268329 w 534370"/>
                  <a:gd name="connsiteY63" fmla="*/ 12594 h 15889"/>
                  <a:gd name="connsiteX64" fmla="*/ 210783 w 534370"/>
                  <a:gd name="connsiteY64" fmla="*/ 14667 h 15889"/>
                  <a:gd name="connsiteX65" fmla="*/ 35949 w 534370"/>
                  <a:gd name="connsiteY65" fmla="*/ 15846 h 15889"/>
                  <a:gd name="connsiteX66" fmla="*/ 35949 w 534370"/>
                  <a:gd name="connsiteY66" fmla="*/ 15846 h 15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34370" h="15889">
                    <a:moveTo>
                      <a:pt x="35949" y="15890"/>
                    </a:moveTo>
                    <a:cubicBezTo>
                      <a:pt x="35543" y="15890"/>
                      <a:pt x="35055" y="15824"/>
                      <a:pt x="34730" y="15671"/>
                    </a:cubicBezTo>
                    <a:lnTo>
                      <a:pt x="26317" y="13118"/>
                    </a:lnTo>
                    <a:lnTo>
                      <a:pt x="23717" y="13118"/>
                    </a:lnTo>
                    <a:cubicBezTo>
                      <a:pt x="23229" y="13161"/>
                      <a:pt x="23026" y="13052"/>
                      <a:pt x="22741" y="13009"/>
                    </a:cubicBezTo>
                    <a:lnTo>
                      <a:pt x="11931" y="10717"/>
                    </a:lnTo>
                    <a:lnTo>
                      <a:pt x="1893" y="9167"/>
                    </a:lnTo>
                    <a:cubicBezTo>
                      <a:pt x="511" y="8949"/>
                      <a:pt x="-301" y="8207"/>
                      <a:pt x="105" y="7465"/>
                    </a:cubicBezTo>
                    <a:cubicBezTo>
                      <a:pt x="511" y="6723"/>
                      <a:pt x="1893" y="6286"/>
                      <a:pt x="3193" y="6439"/>
                    </a:cubicBezTo>
                    <a:lnTo>
                      <a:pt x="13516" y="8032"/>
                    </a:lnTo>
                    <a:lnTo>
                      <a:pt x="24123" y="10258"/>
                    </a:lnTo>
                    <a:lnTo>
                      <a:pt x="26724" y="10258"/>
                    </a:lnTo>
                    <a:cubicBezTo>
                      <a:pt x="27009" y="10258"/>
                      <a:pt x="27821" y="10324"/>
                      <a:pt x="28228" y="10433"/>
                    </a:cubicBezTo>
                    <a:lnTo>
                      <a:pt x="36640" y="13030"/>
                    </a:lnTo>
                    <a:lnTo>
                      <a:pt x="210579" y="11852"/>
                    </a:lnTo>
                    <a:lnTo>
                      <a:pt x="267516" y="9778"/>
                    </a:lnTo>
                    <a:lnTo>
                      <a:pt x="273571" y="8491"/>
                    </a:lnTo>
                    <a:cubicBezTo>
                      <a:pt x="273856" y="8447"/>
                      <a:pt x="274181" y="8381"/>
                      <a:pt x="274465" y="8381"/>
                    </a:cubicBezTo>
                    <a:lnTo>
                      <a:pt x="274465" y="8381"/>
                    </a:lnTo>
                    <a:lnTo>
                      <a:pt x="282309" y="8425"/>
                    </a:lnTo>
                    <a:lnTo>
                      <a:pt x="293810" y="8163"/>
                    </a:lnTo>
                    <a:lnTo>
                      <a:pt x="313155" y="8163"/>
                    </a:lnTo>
                    <a:lnTo>
                      <a:pt x="337173" y="7246"/>
                    </a:lnTo>
                    <a:cubicBezTo>
                      <a:pt x="337457" y="7246"/>
                      <a:pt x="337864" y="7246"/>
                      <a:pt x="338189" y="7356"/>
                    </a:cubicBezTo>
                    <a:lnTo>
                      <a:pt x="345139" y="8752"/>
                    </a:lnTo>
                    <a:lnTo>
                      <a:pt x="353876" y="10084"/>
                    </a:lnTo>
                    <a:lnTo>
                      <a:pt x="355177" y="10084"/>
                    </a:lnTo>
                    <a:lnTo>
                      <a:pt x="357168" y="9385"/>
                    </a:lnTo>
                    <a:cubicBezTo>
                      <a:pt x="357453" y="9276"/>
                      <a:pt x="357859" y="9233"/>
                      <a:pt x="358143" y="9167"/>
                    </a:cubicBezTo>
                    <a:lnTo>
                      <a:pt x="369441" y="8098"/>
                    </a:lnTo>
                    <a:lnTo>
                      <a:pt x="372814" y="8098"/>
                    </a:lnTo>
                    <a:lnTo>
                      <a:pt x="390167" y="8883"/>
                    </a:lnTo>
                    <a:lnTo>
                      <a:pt x="392647" y="8141"/>
                    </a:lnTo>
                    <a:cubicBezTo>
                      <a:pt x="393053" y="8098"/>
                      <a:pt x="393419" y="8032"/>
                      <a:pt x="393744" y="8032"/>
                    </a:cubicBezTo>
                    <a:lnTo>
                      <a:pt x="394638" y="8032"/>
                    </a:lnTo>
                    <a:lnTo>
                      <a:pt x="403173" y="6111"/>
                    </a:lnTo>
                    <a:lnTo>
                      <a:pt x="457345" y="1593"/>
                    </a:lnTo>
                    <a:lnTo>
                      <a:pt x="513591" y="0"/>
                    </a:lnTo>
                    <a:cubicBezTo>
                      <a:pt x="513917" y="0"/>
                      <a:pt x="514079" y="0"/>
                      <a:pt x="514282" y="65"/>
                    </a:cubicBezTo>
                    <a:lnTo>
                      <a:pt x="532326" y="2204"/>
                    </a:lnTo>
                    <a:cubicBezTo>
                      <a:pt x="533708" y="2357"/>
                      <a:pt x="534602" y="3099"/>
                      <a:pt x="534317" y="3841"/>
                    </a:cubicBezTo>
                    <a:cubicBezTo>
                      <a:pt x="534033" y="4649"/>
                      <a:pt x="532855" y="5129"/>
                      <a:pt x="531351" y="4955"/>
                    </a:cubicBezTo>
                    <a:lnTo>
                      <a:pt x="513469" y="2816"/>
                    </a:lnTo>
                    <a:lnTo>
                      <a:pt x="457833" y="4409"/>
                    </a:lnTo>
                    <a:lnTo>
                      <a:pt x="404554" y="8774"/>
                    </a:lnTo>
                    <a:lnTo>
                      <a:pt x="396141" y="10695"/>
                    </a:lnTo>
                    <a:cubicBezTo>
                      <a:pt x="395817" y="10804"/>
                      <a:pt x="395532" y="10804"/>
                      <a:pt x="395247" y="10804"/>
                    </a:cubicBezTo>
                    <a:lnTo>
                      <a:pt x="394475" y="10804"/>
                    </a:lnTo>
                    <a:lnTo>
                      <a:pt x="391793" y="11546"/>
                    </a:lnTo>
                    <a:cubicBezTo>
                      <a:pt x="391387" y="11721"/>
                      <a:pt x="390899" y="11721"/>
                      <a:pt x="390493" y="11721"/>
                    </a:cubicBezTo>
                    <a:lnTo>
                      <a:pt x="372611" y="10913"/>
                    </a:lnTo>
                    <a:lnTo>
                      <a:pt x="369847" y="10913"/>
                    </a:lnTo>
                    <a:lnTo>
                      <a:pt x="359525" y="11874"/>
                    </a:lnTo>
                    <a:lnTo>
                      <a:pt x="357331" y="12681"/>
                    </a:lnTo>
                    <a:cubicBezTo>
                      <a:pt x="356843" y="12834"/>
                      <a:pt x="356152" y="12943"/>
                      <a:pt x="355827" y="12899"/>
                    </a:cubicBezTo>
                    <a:lnTo>
                      <a:pt x="353023" y="12856"/>
                    </a:lnTo>
                    <a:lnTo>
                      <a:pt x="343513" y="11415"/>
                    </a:lnTo>
                    <a:lnTo>
                      <a:pt x="336970" y="10084"/>
                    </a:lnTo>
                    <a:lnTo>
                      <a:pt x="313277" y="11001"/>
                    </a:lnTo>
                    <a:lnTo>
                      <a:pt x="293932" y="11001"/>
                    </a:lnTo>
                    <a:lnTo>
                      <a:pt x="282431" y="11262"/>
                    </a:lnTo>
                    <a:lnTo>
                      <a:pt x="274994" y="11219"/>
                    </a:lnTo>
                    <a:lnTo>
                      <a:pt x="269020" y="12485"/>
                    </a:lnTo>
                    <a:cubicBezTo>
                      <a:pt x="269020" y="12485"/>
                      <a:pt x="268532" y="12594"/>
                      <a:pt x="268329" y="12594"/>
                    </a:cubicBezTo>
                    <a:lnTo>
                      <a:pt x="210783" y="14667"/>
                    </a:lnTo>
                    <a:lnTo>
                      <a:pt x="35949" y="15846"/>
                    </a:lnTo>
                    <a:lnTo>
                      <a:pt x="35949" y="1584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1" name="Freeform: Shape 610">
                <a:extLst>
                  <a:ext uri="{FF2B5EF4-FFF2-40B4-BE49-F238E27FC236}">
                    <a16:creationId xmlns:a16="http://schemas.microsoft.com/office/drawing/2014/main" id="{2B486485-9EA0-4633-A763-86BE85D8C33B}"/>
                  </a:ext>
                </a:extLst>
              </p:cNvPr>
              <p:cNvSpPr/>
              <p:nvPr/>
            </p:nvSpPr>
            <p:spPr>
              <a:xfrm>
                <a:off x="1969889" y="5689272"/>
                <a:ext cx="121688" cy="3950"/>
              </a:xfrm>
              <a:custGeom>
                <a:avLst/>
                <a:gdLst>
                  <a:gd name="connsiteX0" fmla="*/ 2532 w 121688"/>
                  <a:gd name="connsiteY0" fmla="*/ 3951 h 3950"/>
                  <a:gd name="connsiteX1" fmla="*/ 53 w 121688"/>
                  <a:gd name="connsiteY1" fmla="*/ 2772 h 3950"/>
                  <a:gd name="connsiteX2" fmla="*/ 2044 w 121688"/>
                  <a:gd name="connsiteY2" fmla="*/ 1113 h 3950"/>
                  <a:gd name="connsiteX3" fmla="*/ 12285 w 121688"/>
                  <a:gd name="connsiteY3" fmla="*/ 0 h 3950"/>
                  <a:gd name="connsiteX4" fmla="*/ 119169 w 121688"/>
                  <a:gd name="connsiteY4" fmla="*/ 65 h 3950"/>
                  <a:gd name="connsiteX5" fmla="*/ 121688 w 121688"/>
                  <a:gd name="connsiteY5" fmla="*/ 1506 h 3950"/>
                  <a:gd name="connsiteX6" fmla="*/ 119169 w 121688"/>
                  <a:gd name="connsiteY6" fmla="*/ 2881 h 3950"/>
                  <a:gd name="connsiteX7" fmla="*/ 119169 w 121688"/>
                  <a:gd name="connsiteY7" fmla="*/ 2881 h 3950"/>
                  <a:gd name="connsiteX8" fmla="*/ 12773 w 121688"/>
                  <a:gd name="connsiteY8" fmla="*/ 2772 h 3950"/>
                  <a:gd name="connsiteX9" fmla="*/ 3060 w 121688"/>
                  <a:gd name="connsiteY9" fmla="*/ 3885 h 3950"/>
                  <a:gd name="connsiteX10" fmla="*/ 2572 w 121688"/>
                  <a:gd name="connsiteY10" fmla="*/ 3951 h 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688" h="3950">
                    <a:moveTo>
                      <a:pt x="2532" y="3951"/>
                    </a:moveTo>
                    <a:cubicBezTo>
                      <a:pt x="1353" y="3951"/>
                      <a:pt x="297" y="3470"/>
                      <a:pt x="53" y="2772"/>
                    </a:cubicBezTo>
                    <a:cubicBezTo>
                      <a:pt x="-232" y="2030"/>
                      <a:pt x="662" y="1288"/>
                      <a:pt x="2044" y="1113"/>
                    </a:cubicBezTo>
                    <a:lnTo>
                      <a:pt x="12285" y="0"/>
                    </a:lnTo>
                    <a:lnTo>
                      <a:pt x="119169" y="65"/>
                    </a:lnTo>
                    <a:cubicBezTo>
                      <a:pt x="120550" y="65"/>
                      <a:pt x="121688" y="698"/>
                      <a:pt x="121688" y="1506"/>
                    </a:cubicBezTo>
                    <a:cubicBezTo>
                      <a:pt x="121688" y="2248"/>
                      <a:pt x="120550" y="2881"/>
                      <a:pt x="119169" y="2881"/>
                    </a:cubicBezTo>
                    <a:lnTo>
                      <a:pt x="119169" y="2881"/>
                    </a:lnTo>
                    <a:lnTo>
                      <a:pt x="12773" y="2772"/>
                    </a:lnTo>
                    <a:lnTo>
                      <a:pt x="3060" y="3885"/>
                    </a:lnTo>
                    <a:cubicBezTo>
                      <a:pt x="3060" y="3885"/>
                      <a:pt x="2694" y="3951"/>
                      <a:pt x="2572" y="395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2" name="Freeform: Shape 611">
                <a:extLst>
                  <a:ext uri="{FF2B5EF4-FFF2-40B4-BE49-F238E27FC236}">
                    <a16:creationId xmlns:a16="http://schemas.microsoft.com/office/drawing/2014/main" id="{846D5EF9-051B-479F-BF6F-DF12C4D5E8A8}"/>
                  </a:ext>
                </a:extLst>
              </p:cNvPr>
              <p:cNvSpPr/>
              <p:nvPr/>
            </p:nvSpPr>
            <p:spPr>
              <a:xfrm>
                <a:off x="7971054" y="5660988"/>
                <a:ext cx="110569" cy="276866"/>
              </a:xfrm>
              <a:custGeom>
                <a:avLst/>
                <a:gdLst>
                  <a:gd name="connsiteX0" fmla="*/ 108015 w 110569"/>
                  <a:gd name="connsiteY0" fmla="*/ 276866 h 276866"/>
                  <a:gd name="connsiteX1" fmla="*/ 105617 w 110569"/>
                  <a:gd name="connsiteY1" fmla="*/ 275950 h 276866"/>
                  <a:gd name="connsiteX2" fmla="*/ 95904 w 110569"/>
                  <a:gd name="connsiteY2" fmla="*/ 260933 h 276866"/>
                  <a:gd name="connsiteX3" fmla="*/ 67050 w 110569"/>
                  <a:gd name="connsiteY3" fmla="*/ 198575 h 276866"/>
                  <a:gd name="connsiteX4" fmla="*/ 58516 w 110569"/>
                  <a:gd name="connsiteY4" fmla="*/ 174980 h 276866"/>
                  <a:gd name="connsiteX5" fmla="*/ 51363 w 110569"/>
                  <a:gd name="connsiteY5" fmla="*/ 146889 h 276866"/>
                  <a:gd name="connsiteX6" fmla="*/ 39943 w 110569"/>
                  <a:gd name="connsiteY6" fmla="*/ 95684 h 276866"/>
                  <a:gd name="connsiteX7" fmla="*/ 34985 w 110569"/>
                  <a:gd name="connsiteY7" fmla="*/ 71544 h 276866"/>
                  <a:gd name="connsiteX8" fmla="*/ 29946 w 110569"/>
                  <a:gd name="connsiteY8" fmla="*/ 49696 h 276866"/>
                  <a:gd name="connsiteX9" fmla="*/ 24174 w 110569"/>
                  <a:gd name="connsiteY9" fmla="*/ 27520 h 276866"/>
                  <a:gd name="connsiteX10" fmla="*/ 17347 w 110569"/>
                  <a:gd name="connsiteY10" fmla="*/ 7745 h 276866"/>
                  <a:gd name="connsiteX11" fmla="*/ 10276 w 110569"/>
                  <a:gd name="connsiteY11" fmla="*/ 4820 h 276866"/>
                  <a:gd name="connsiteX12" fmla="*/ 1538 w 110569"/>
                  <a:gd name="connsiteY12" fmla="*/ 2681 h 276866"/>
                  <a:gd name="connsiteX13" fmla="*/ 237 w 110569"/>
                  <a:gd name="connsiteY13" fmla="*/ 826 h 276866"/>
                  <a:gd name="connsiteX14" fmla="*/ 3611 w 110569"/>
                  <a:gd name="connsiteY14" fmla="*/ 128 h 276866"/>
                  <a:gd name="connsiteX15" fmla="*/ 12836 w 110569"/>
                  <a:gd name="connsiteY15" fmla="*/ 2419 h 276866"/>
                  <a:gd name="connsiteX16" fmla="*/ 21167 w 110569"/>
                  <a:gd name="connsiteY16" fmla="*/ 5824 h 276866"/>
                  <a:gd name="connsiteX17" fmla="*/ 22142 w 110569"/>
                  <a:gd name="connsiteY17" fmla="*/ 6676 h 276866"/>
                  <a:gd name="connsiteX18" fmla="*/ 29214 w 110569"/>
                  <a:gd name="connsiteY18" fmla="*/ 27018 h 276866"/>
                  <a:gd name="connsiteX19" fmla="*/ 34985 w 110569"/>
                  <a:gd name="connsiteY19" fmla="*/ 49303 h 276866"/>
                  <a:gd name="connsiteX20" fmla="*/ 40024 w 110569"/>
                  <a:gd name="connsiteY20" fmla="*/ 71151 h 276866"/>
                  <a:gd name="connsiteX21" fmla="*/ 44901 w 110569"/>
                  <a:gd name="connsiteY21" fmla="*/ 95291 h 276866"/>
                  <a:gd name="connsiteX22" fmla="*/ 56402 w 110569"/>
                  <a:gd name="connsiteY22" fmla="*/ 146496 h 276866"/>
                  <a:gd name="connsiteX23" fmla="*/ 63474 w 110569"/>
                  <a:gd name="connsiteY23" fmla="*/ 174478 h 276866"/>
                  <a:gd name="connsiteX24" fmla="*/ 71926 w 110569"/>
                  <a:gd name="connsiteY24" fmla="*/ 197920 h 276866"/>
                  <a:gd name="connsiteX25" fmla="*/ 81437 w 110569"/>
                  <a:gd name="connsiteY25" fmla="*/ 217847 h 276866"/>
                  <a:gd name="connsiteX26" fmla="*/ 100781 w 110569"/>
                  <a:gd name="connsiteY26" fmla="*/ 260038 h 276866"/>
                  <a:gd name="connsiteX27" fmla="*/ 110413 w 110569"/>
                  <a:gd name="connsiteY27" fmla="*/ 274967 h 276866"/>
                  <a:gd name="connsiteX28" fmla="*/ 108909 w 110569"/>
                  <a:gd name="connsiteY28" fmla="*/ 276779 h 276866"/>
                  <a:gd name="connsiteX29" fmla="*/ 108015 w 110569"/>
                  <a:gd name="connsiteY29" fmla="*/ 276844 h 27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0569" h="276866">
                    <a:moveTo>
                      <a:pt x="108015" y="276866"/>
                    </a:moveTo>
                    <a:cubicBezTo>
                      <a:pt x="107039" y="276866"/>
                      <a:pt x="106023" y="276539"/>
                      <a:pt x="105617" y="275950"/>
                    </a:cubicBezTo>
                    <a:lnTo>
                      <a:pt x="95904" y="260933"/>
                    </a:lnTo>
                    <a:lnTo>
                      <a:pt x="67050" y="198575"/>
                    </a:lnTo>
                    <a:lnTo>
                      <a:pt x="58516" y="174980"/>
                    </a:lnTo>
                    <a:lnTo>
                      <a:pt x="51363" y="146889"/>
                    </a:lnTo>
                    <a:lnTo>
                      <a:pt x="39943" y="95684"/>
                    </a:lnTo>
                    <a:lnTo>
                      <a:pt x="34985" y="71544"/>
                    </a:lnTo>
                    <a:lnTo>
                      <a:pt x="29946" y="49696"/>
                    </a:lnTo>
                    <a:lnTo>
                      <a:pt x="24174" y="27520"/>
                    </a:lnTo>
                    <a:lnTo>
                      <a:pt x="17347" y="7745"/>
                    </a:lnTo>
                    <a:lnTo>
                      <a:pt x="10276" y="4820"/>
                    </a:lnTo>
                    <a:lnTo>
                      <a:pt x="1538" y="2681"/>
                    </a:lnTo>
                    <a:cubicBezTo>
                      <a:pt x="237" y="2354"/>
                      <a:pt x="-372" y="1525"/>
                      <a:pt x="237" y="826"/>
                    </a:cubicBezTo>
                    <a:cubicBezTo>
                      <a:pt x="847" y="128"/>
                      <a:pt x="2310" y="-200"/>
                      <a:pt x="3611" y="128"/>
                    </a:cubicBezTo>
                    <a:lnTo>
                      <a:pt x="12836" y="2419"/>
                    </a:lnTo>
                    <a:lnTo>
                      <a:pt x="21167" y="5824"/>
                    </a:lnTo>
                    <a:cubicBezTo>
                      <a:pt x="21655" y="6043"/>
                      <a:pt x="22062" y="6348"/>
                      <a:pt x="22142" y="6676"/>
                    </a:cubicBezTo>
                    <a:lnTo>
                      <a:pt x="29214" y="27018"/>
                    </a:lnTo>
                    <a:lnTo>
                      <a:pt x="34985" y="49303"/>
                    </a:lnTo>
                    <a:lnTo>
                      <a:pt x="40024" y="71151"/>
                    </a:lnTo>
                    <a:lnTo>
                      <a:pt x="44901" y="95291"/>
                    </a:lnTo>
                    <a:lnTo>
                      <a:pt x="56402" y="146496"/>
                    </a:lnTo>
                    <a:lnTo>
                      <a:pt x="63474" y="174478"/>
                    </a:lnTo>
                    <a:lnTo>
                      <a:pt x="71926" y="197920"/>
                    </a:lnTo>
                    <a:lnTo>
                      <a:pt x="81437" y="217847"/>
                    </a:lnTo>
                    <a:lnTo>
                      <a:pt x="100781" y="260038"/>
                    </a:lnTo>
                    <a:lnTo>
                      <a:pt x="110413" y="274967"/>
                    </a:lnTo>
                    <a:cubicBezTo>
                      <a:pt x="110901" y="275710"/>
                      <a:pt x="110210" y="276517"/>
                      <a:pt x="108909" y="276779"/>
                    </a:cubicBezTo>
                    <a:cubicBezTo>
                      <a:pt x="108624" y="276844"/>
                      <a:pt x="108300" y="276844"/>
                      <a:pt x="108015" y="27684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3" name="Freeform: Shape 612">
                <a:extLst>
                  <a:ext uri="{FF2B5EF4-FFF2-40B4-BE49-F238E27FC236}">
                    <a16:creationId xmlns:a16="http://schemas.microsoft.com/office/drawing/2014/main" id="{E2D6448B-5E4B-46C6-A172-E32418428356}"/>
                  </a:ext>
                </a:extLst>
              </p:cNvPr>
              <p:cNvSpPr/>
              <p:nvPr/>
            </p:nvSpPr>
            <p:spPr>
              <a:xfrm>
                <a:off x="11271356" y="5749473"/>
                <a:ext cx="119994" cy="6500"/>
              </a:xfrm>
              <a:custGeom>
                <a:avLst/>
                <a:gdLst>
                  <a:gd name="connsiteX0" fmla="*/ 95733 w 119994"/>
                  <a:gd name="connsiteY0" fmla="*/ 6501 h 6500"/>
                  <a:gd name="connsiteX1" fmla="*/ 29734 w 119994"/>
                  <a:gd name="connsiteY1" fmla="*/ 6457 h 6500"/>
                  <a:gd name="connsiteX2" fmla="*/ 12258 w 119994"/>
                  <a:gd name="connsiteY2" fmla="*/ 4580 h 6500"/>
                  <a:gd name="connsiteX3" fmla="*/ 1732 w 119994"/>
                  <a:gd name="connsiteY3" fmla="*/ 2725 h 6500"/>
                  <a:gd name="connsiteX4" fmla="*/ 148 w 119994"/>
                  <a:gd name="connsiteY4" fmla="*/ 957 h 6500"/>
                  <a:gd name="connsiteX5" fmla="*/ 3318 w 119994"/>
                  <a:gd name="connsiteY5" fmla="*/ 62 h 6500"/>
                  <a:gd name="connsiteX6" fmla="*/ 13437 w 119994"/>
                  <a:gd name="connsiteY6" fmla="*/ 1874 h 6500"/>
                  <a:gd name="connsiteX7" fmla="*/ 30100 w 119994"/>
                  <a:gd name="connsiteY7" fmla="*/ 3685 h 6500"/>
                  <a:gd name="connsiteX8" fmla="*/ 95570 w 119994"/>
                  <a:gd name="connsiteY8" fmla="*/ 3685 h 6500"/>
                  <a:gd name="connsiteX9" fmla="*/ 117313 w 119994"/>
                  <a:gd name="connsiteY9" fmla="*/ 3205 h 6500"/>
                  <a:gd name="connsiteX10" fmla="*/ 117394 w 119994"/>
                  <a:gd name="connsiteY10" fmla="*/ 3205 h 6500"/>
                  <a:gd name="connsiteX11" fmla="*/ 119995 w 119994"/>
                  <a:gd name="connsiteY11" fmla="*/ 4537 h 6500"/>
                  <a:gd name="connsiteX12" fmla="*/ 117515 w 119994"/>
                  <a:gd name="connsiteY12" fmla="*/ 5977 h 6500"/>
                  <a:gd name="connsiteX13" fmla="*/ 95692 w 119994"/>
                  <a:gd name="connsiteY13" fmla="*/ 6501 h 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994" h="6500">
                    <a:moveTo>
                      <a:pt x="95733" y="6501"/>
                    </a:moveTo>
                    <a:lnTo>
                      <a:pt x="29734" y="6457"/>
                    </a:lnTo>
                    <a:lnTo>
                      <a:pt x="12258" y="4580"/>
                    </a:lnTo>
                    <a:lnTo>
                      <a:pt x="1732" y="2725"/>
                    </a:lnTo>
                    <a:cubicBezTo>
                      <a:pt x="432" y="2507"/>
                      <a:pt x="-341" y="1721"/>
                      <a:pt x="148" y="957"/>
                    </a:cubicBezTo>
                    <a:cubicBezTo>
                      <a:pt x="554" y="215"/>
                      <a:pt x="1935" y="-156"/>
                      <a:pt x="3318" y="62"/>
                    </a:cubicBezTo>
                    <a:lnTo>
                      <a:pt x="13437" y="1874"/>
                    </a:lnTo>
                    <a:lnTo>
                      <a:pt x="30100" y="3685"/>
                    </a:lnTo>
                    <a:lnTo>
                      <a:pt x="95570" y="3685"/>
                    </a:lnTo>
                    <a:lnTo>
                      <a:pt x="117313" y="3205"/>
                    </a:lnTo>
                    <a:lnTo>
                      <a:pt x="117394" y="3205"/>
                    </a:lnTo>
                    <a:cubicBezTo>
                      <a:pt x="118775" y="3205"/>
                      <a:pt x="119873" y="3794"/>
                      <a:pt x="119995" y="4537"/>
                    </a:cubicBezTo>
                    <a:cubicBezTo>
                      <a:pt x="119995" y="5279"/>
                      <a:pt x="118898" y="5977"/>
                      <a:pt x="117515" y="5977"/>
                    </a:cubicBezTo>
                    <a:lnTo>
                      <a:pt x="95692" y="65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4" name="Freeform: Shape 613">
                <a:extLst>
                  <a:ext uri="{FF2B5EF4-FFF2-40B4-BE49-F238E27FC236}">
                    <a16:creationId xmlns:a16="http://schemas.microsoft.com/office/drawing/2014/main" id="{2A95691F-AE5F-439F-AC3F-96F005BA1B87}"/>
                  </a:ext>
                </a:extLst>
              </p:cNvPr>
              <p:cNvSpPr/>
              <p:nvPr/>
            </p:nvSpPr>
            <p:spPr>
              <a:xfrm>
                <a:off x="4954342" y="5454334"/>
                <a:ext cx="229938" cy="582372"/>
              </a:xfrm>
              <a:custGeom>
                <a:avLst/>
                <a:gdLst>
                  <a:gd name="connsiteX0" fmla="*/ 2559 w 229938"/>
                  <a:gd name="connsiteY0" fmla="*/ 582373 h 582372"/>
                  <a:gd name="connsiteX1" fmla="*/ 1258 w 229938"/>
                  <a:gd name="connsiteY1" fmla="*/ 582154 h 582372"/>
                  <a:gd name="connsiteX2" fmla="*/ 364 w 229938"/>
                  <a:gd name="connsiteY2" fmla="*/ 580234 h 582372"/>
                  <a:gd name="connsiteX3" fmla="*/ 5282 w 229938"/>
                  <a:gd name="connsiteY3" fmla="*/ 575606 h 582372"/>
                  <a:gd name="connsiteX4" fmla="*/ 13410 w 229938"/>
                  <a:gd name="connsiteY4" fmla="*/ 556748 h 582372"/>
                  <a:gd name="connsiteX5" fmla="*/ 21660 w 229938"/>
                  <a:gd name="connsiteY5" fmla="*/ 540859 h 582372"/>
                  <a:gd name="connsiteX6" fmla="*/ 22147 w 229938"/>
                  <a:gd name="connsiteY6" fmla="*/ 540378 h 582372"/>
                  <a:gd name="connsiteX7" fmla="*/ 30357 w 229938"/>
                  <a:gd name="connsiteY7" fmla="*/ 534725 h 582372"/>
                  <a:gd name="connsiteX8" fmla="*/ 38647 w 229938"/>
                  <a:gd name="connsiteY8" fmla="*/ 524489 h 582372"/>
                  <a:gd name="connsiteX9" fmla="*/ 48197 w 229938"/>
                  <a:gd name="connsiteY9" fmla="*/ 502378 h 582372"/>
                  <a:gd name="connsiteX10" fmla="*/ 58764 w 229938"/>
                  <a:gd name="connsiteY10" fmla="*/ 472280 h 582372"/>
                  <a:gd name="connsiteX11" fmla="*/ 70509 w 229938"/>
                  <a:gd name="connsiteY11" fmla="*/ 432621 h 582372"/>
                  <a:gd name="connsiteX12" fmla="*/ 82214 w 229938"/>
                  <a:gd name="connsiteY12" fmla="*/ 405992 h 582372"/>
                  <a:gd name="connsiteX13" fmla="*/ 94852 w 229938"/>
                  <a:gd name="connsiteY13" fmla="*/ 366072 h 582372"/>
                  <a:gd name="connsiteX14" fmla="*/ 107085 w 229938"/>
                  <a:gd name="connsiteY14" fmla="*/ 334467 h 582372"/>
                  <a:gd name="connsiteX15" fmla="*/ 118627 w 229938"/>
                  <a:gd name="connsiteY15" fmla="*/ 301531 h 582372"/>
                  <a:gd name="connsiteX16" fmla="*/ 128502 w 229938"/>
                  <a:gd name="connsiteY16" fmla="*/ 272392 h 582372"/>
                  <a:gd name="connsiteX17" fmla="*/ 136264 w 229938"/>
                  <a:gd name="connsiteY17" fmla="*/ 248034 h 582372"/>
                  <a:gd name="connsiteX18" fmla="*/ 136468 w 229938"/>
                  <a:gd name="connsiteY18" fmla="*/ 247663 h 582372"/>
                  <a:gd name="connsiteX19" fmla="*/ 142482 w 229938"/>
                  <a:gd name="connsiteY19" fmla="*/ 240635 h 582372"/>
                  <a:gd name="connsiteX20" fmla="*/ 146384 w 229938"/>
                  <a:gd name="connsiteY20" fmla="*/ 231096 h 582372"/>
                  <a:gd name="connsiteX21" fmla="*/ 149188 w 229938"/>
                  <a:gd name="connsiteY21" fmla="*/ 227255 h 582372"/>
                  <a:gd name="connsiteX22" fmla="*/ 150732 w 229938"/>
                  <a:gd name="connsiteY22" fmla="*/ 221340 h 582372"/>
                  <a:gd name="connsiteX23" fmla="*/ 152195 w 229938"/>
                  <a:gd name="connsiteY23" fmla="*/ 212653 h 582372"/>
                  <a:gd name="connsiteX24" fmla="*/ 154390 w 229938"/>
                  <a:gd name="connsiteY24" fmla="*/ 207000 h 582372"/>
                  <a:gd name="connsiteX25" fmla="*/ 157153 w 229938"/>
                  <a:gd name="connsiteY25" fmla="*/ 196720 h 582372"/>
                  <a:gd name="connsiteX26" fmla="*/ 161217 w 229938"/>
                  <a:gd name="connsiteY26" fmla="*/ 190652 h 582372"/>
                  <a:gd name="connsiteX27" fmla="*/ 165688 w 229938"/>
                  <a:gd name="connsiteY27" fmla="*/ 178014 h 582372"/>
                  <a:gd name="connsiteX28" fmla="*/ 170483 w 229938"/>
                  <a:gd name="connsiteY28" fmla="*/ 160902 h 582372"/>
                  <a:gd name="connsiteX29" fmla="*/ 176051 w 229938"/>
                  <a:gd name="connsiteY29" fmla="*/ 138639 h 582372"/>
                  <a:gd name="connsiteX30" fmla="*/ 181700 w 229938"/>
                  <a:gd name="connsiteY30" fmla="*/ 113800 h 582372"/>
                  <a:gd name="connsiteX31" fmla="*/ 187552 w 229938"/>
                  <a:gd name="connsiteY31" fmla="*/ 84116 h 582372"/>
                  <a:gd name="connsiteX32" fmla="*/ 193404 w 229938"/>
                  <a:gd name="connsiteY32" fmla="*/ 68030 h 582372"/>
                  <a:gd name="connsiteX33" fmla="*/ 205393 w 229938"/>
                  <a:gd name="connsiteY33" fmla="*/ 45331 h 582372"/>
                  <a:gd name="connsiteX34" fmla="*/ 211773 w 229938"/>
                  <a:gd name="connsiteY34" fmla="*/ 31100 h 582372"/>
                  <a:gd name="connsiteX35" fmla="*/ 218520 w 229938"/>
                  <a:gd name="connsiteY35" fmla="*/ 10212 h 582372"/>
                  <a:gd name="connsiteX36" fmla="*/ 225022 w 229938"/>
                  <a:gd name="connsiteY36" fmla="*/ 892 h 582372"/>
                  <a:gd name="connsiteX37" fmla="*/ 228273 w 229938"/>
                  <a:gd name="connsiteY37" fmla="*/ 84 h 582372"/>
                  <a:gd name="connsiteX38" fmla="*/ 229777 w 229938"/>
                  <a:gd name="connsiteY38" fmla="*/ 1896 h 582372"/>
                  <a:gd name="connsiteX39" fmla="*/ 223397 w 229938"/>
                  <a:gd name="connsiteY39" fmla="*/ 10954 h 582372"/>
                  <a:gd name="connsiteX40" fmla="*/ 216813 w 229938"/>
                  <a:gd name="connsiteY40" fmla="*/ 31689 h 582372"/>
                  <a:gd name="connsiteX41" fmla="*/ 210310 w 229938"/>
                  <a:gd name="connsiteY41" fmla="*/ 46029 h 582372"/>
                  <a:gd name="connsiteX42" fmla="*/ 198322 w 229938"/>
                  <a:gd name="connsiteY42" fmla="*/ 68729 h 582372"/>
                  <a:gd name="connsiteX43" fmla="*/ 192591 w 229938"/>
                  <a:gd name="connsiteY43" fmla="*/ 84553 h 582372"/>
                  <a:gd name="connsiteX44" fmla="*/ 186739 w 229938"/>
                  <a:gd name="connsiteY44" fmla="*/ 114128 h 582372"/>
                  <a:gd name="connsiteX45" fmla="*/ 181131 w 229938"/>
                  <a:gd name="connsiteY45" fmla="*/ 139010 h 582372"/>
                  <a:gd name="connsiteX46" fmla="*/ 175523 w 229938"/>
                  <a:gd name="connsiteY46" fmla="*/ 161295 h 582372"/>
                  <a:gd name="connsiteX47" fmla="*/ 170646 w 229938"/>
                  <a:gd name="connsiteY47" fmla="*/ 178494 h 582372"/>
                  <a:gd name="connsiteX48" fmla="*/ 166094 w 229938"/>
                  <a:gd name="connsiteY48" fmla="*/ 191394 h 582372"/>
                  <a:gd name="connsiteX49" fmla="*/ 162030 w 229938"/>
                  <a:gd name="connsiteY49" fmla="*/ 197418 h 582372"/>
                  <a:gd name="connsiteX50" fmla="*/ 159348 w 229938"/>
                  <a:gd name="connsiteY50" fmla="*/ 207545 h 582372"/>
                  <a:gd name="connsiteX51" fmla="*/ 157235 w 229938"/>
                  <a:gd name="connsiteY51" fmla="*/ 213089 h 582372"/>
                  <a:gd name="connsiteX52" fmla="*/ 155812 w 229938"/>
                  <a:gd name="connsiteY52" fmla="*/ 221667 h 582372"/>
                  <a:gd name="connsiteX53" fmla="*/ 154065 w 229938"/>
                  <a:gd name="connsiteY53" fmla="*/ 227997 h 582372"/>
                  <a:gd name="connsiteX54" fmla="*/ 151179 w 229938"/>
                  <a:gd name="connsiteY54" fmla="*/ 231948 h 582372"/>
                  <a:gd name="connsiteX55" fmla="*/ 147238 w 229938"/>
                  <a:gd name="connsiteY55" fmla="*/ 241529 h 582372"/>
                  <a:gd name="connsiteX56" fmla="*/ 141182 w 229938"/>
                  <a:gd name="connsiteY56" fmla="*/ 248667 h 582372"/>
                  <a:gd name="connsiteX57" fmla="*/ 133501 w 229938"/>
                  <a:gd name="connsiteY57" fmla="*/ 272916 h 582372"/>
                  <a:gd name="connsiteX58" fmla="*/ 123585 w 229938"/>
                  <a:gd name="connsiteY58" fmla="*/ 302054 h 582372"/>
                  <a:gd name="connsiteX59" fmla="*/ 112084 w 229938"/>
                  <a:gd name="connsiteY59" fmla="*/ 335034 h 582372"/>
                  <a:gd name="connsiteX60" fmla="*/ 99851 w 229938"/>
                  <a:gd name="connsiteY60" fmla="*/ 366574 h 582372"/>
                  <a:gd name="connsiteX61" fmla="*/ 87171 w 229938"/>
                  <a:gd name="connsiteY61" fmla="*/ 406538 h 582372"/>
                  <a:gd name="connsiteX62" fmla="*/ 75467 w 229938"/>
                  <a:gd name="connsiteY62" fmla="*/ 433188 h 582372"/>
                  <a:gd name="connsiteX63" fmla="*/ 63763 w 229938"/>
                  <a:gd name="connsiteY63" fmla="*/ 472738 h 582372"/>
                  <a:gd name="connsiteX64" fmla="*/ 53156 w 229938"/>
                  <a:gd name="connsiteY64" fmla="*/ 502946 h 582372"/>
                  <a:gd name="connsiteX65" fmla="*/ 43443 w 229938"/>
                  <a:gd name="connsiteY65" fmla="*/ 525384 h 582372"/>
                  <a:gd name="connsiteX66" fmla="*/ 34624 w 229938"/>
                  <a:gd name="connsiteY66" fmla="*/ 536144 h 582372"/>
                  <a:gd name="connsiteX67" fmla="*/ 26414 w 229938"/>
                  <a:gd name="connsiteY67" fmla="*/ 541906 h 582372"/>
                  <a:gd name="connsiteX68" fmla="*/ 18327 w 229938"/>
                  <a:gd name="connsiteY68" fmla="*/ 557469 h 582372"/>
                  <a:gd name="connsiteX69" fmla="*/ 10158 w 229938"/>
                  <a:gd name="connsiteY69" fmla="*/ 576501 h 582372"/>
                  <a:gd name="connsiteX70" fmla="*/ 9874 w 229938"/>
                  <a:gd name="connsiteY70" fmla="*/ 576872 h 582372"/>
                  <a:gd name="connsiteX71" fmla="*/ 4753 w 229938"/>
                  <a:gd name="connsiteY71" fmla="*/ 581674 h 582372"/>
                  <a:gd name="connsiteX72" fmla="*/ 2559 w 229938"/>
                  <a:gd name="connsiteY72" fmla="*/ 582373 h 582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29938" h="582372">
                    <a:moveTo>
                      <a:pt x="2559" y="582373"/>
                    </a:moveTo>
                    <a:cubicBezTo>
                      <a:pt x="2112" y="582373"/>
                      <a:pt x="1665" y="582329"/>
                      <a:pt x="1258" y="582154"/>
                    </a:cubicBezTo>
                    <a:cubicBezTo>
                      <a:pt x="39" y="581783"/>
                      <a:pt x="-367" y="580867"/>
                      <a:pt x="364" y="580234"/>
                    </a:cubicBezTo>
                    <a:lnTo>
                      <a:pt x="5282" y="575606"/>
                    </a:lnTo>
                    <a:lnTo>
                      <a:pt x="13410" y="556748"/>
                    </a:lnTo>
                    <a:lnTo>
                      <a:pt x="21660" y="540859"/>
                    </a:lnTo>
                    <a:cubicBezTo>
                      <a:pt x="21741" y="540706"/>
                      <a:pt x="21903" y="540553"/>
                      <a:pt x="22147" y="540378"/>
                    </a:cubicBezTo>
                    <a:lnTo>
                      <a:pt x="30357" y="534725"/>
                    </a:lnTo>
                    <a:lnTo>
                      <a:pt x="38647" y="524489"/>
                    </a:lnTo>
                    <a:lnTo>
                      <a:pt x="48197" y="502378"/>
                    </a:lnTo>
                    <a:lnTo>
                      <a:pt x="58764" y="472280"/>
                    </a:lnTo>
                    <a:lnTo>
                      <a:pt x="70509" y="432621"/>
                    </a:lnTo>
                    <a:lnTo>
                      <a:pt x="82214" y="405992"/>
                    </a:lnTo>
                    <a:lnTo>
                      <a:pt x="94852" y="366072"/>
                    </a:lnTo>
                    <a:lnTo>
                      <a:pt x="107085" y="334467"/>
                    </a:lnTo>
                    <a:lnTo>
                      <a:pt x="118627" y="301531"/>
                    </a:lnTo>
                    <a:lnTo>
                      <a:pt x="128502" y="272392"/>
                    </a:lnTo>
                    <a:lnTo>
                      <a:pt x="136264" y="248034"/>
                    </a:lnTo>
                    <a:cubicBezTo>
                      <a:pt x="136305" y="247881"/>
                      <a:pt x="136346" y="247772"/>
                      <a:pt x="136468" y="247663"/>
                    </a:cubicBezTo>
                    <a:lnTo>
                      <a:pt x="142482" y="240635"/>
                    </a:lnTo>
                    <a:lnTo>
                      <a:pt x="146384" y="231096"/>
                    </a:lnTo>
                    <a:lnTo>
                      <a:pt x="149188" y="227255"/>
                    </a:lnTo>
                    <a:lnTo>
                      <a:pt x="150732" y="221340"/>
                    </a:lnTo>
                    <a:lnTo>
                      <a:pt x="152195" y="212653"/>
                    </a:lnTo>
                    <a:lnTo>
                      <a:pt x="154390" y="207000"/>
                    </a:lnTo>
                    <a:lnTo>
                      <a:pt x="157153" y="196720"/>
                    </a:lnTo>
                    <a:lnTo>
                      <a:pt x="161217" y="190652"/>
                    </a:lnTo>
                    <a:lnTo>
                      <a:pt x="165688" y="178014"/>
                    </a:lnTo>
                    <a:lnTo>
                      <a:pt x="170483" y="160902"/>
                    </a:lnTo>
                    <a:lnTo>
                      <a:pt x="176051" y="138639"/>
                    </a:lnTo>
                    <a:lnTo>
                      <a:pt x="181700" y="113800"/>
                    </a:lnTo>
                    <a:lnTo>
                      <a:pt x="187552" y="84116"/>
                    </a:lnTo>
                    <a:lnTo>
                      <a:pt x="193404" y="68030"/>
                    </a:lnTo>
                    <a:lnTo>
                      <a:pt x="205393" y="45331"/>
                    </a:lnTo>
                    <a:lnTo>
                      <a:pt x="211773" y="31100"/>
                    </a:lnTo>
                    <a:lnTo>
                      <a:pt x="218520" y="10212"/>
                    </a:lnTo>
                    <a:lnTo>
                      <a:pt x="225022" y="892"/>
                    </a:lnTo>
                    <a:cubicBezTo>
                      <a:pt x="225510" y="193"/>
                      <a:pt x="227013" y="-178"/>
                      <a:pt x="228273" y="84"/>
                    </a:cubicBezTo>
                    <a:cubicBezTo>
                      <a:pt x="229614" y="346"/>
                      <a:pt x="230265" y="1197"/>
                      <a:pt x="229777" y="1896"/>
                    </a:cubicBezTo>
                    <a:lnTo>
                      <a:pt x="223397" y="10954"/>
                    </a:lnTo>
                    <a:lnTo>
                      <a:pt x="216813" y="31689"/>
                    </a:lnTo>
                    <a:lnTo>
                      <a:pt x="210310" y="46029"/>
                    </a:lnTo>
                    <a:lnTo>
                      <a:pt x="198322" y="68729"/>
                    </a:lnTo>
                    <a:lnTo>
                      <a:pt x="192591" y="84553"/>
                    </a:lnTo>
                    <a:lnTo>
                      <a:pt x="186739" y="114128"/>
                    </a:lnTo>
                    <a:lnTo>
                      <a:pt x="181131" y="139010"/>
                    </a:lnTo>
                    <a:lnTo>
                      <a:pt x="175523" y="161295"/>
                    </a:lnTo>
                    <a:lnTo>
                      <a:pt x="170646" y="178494"/>
                    </a:lnTo>
                    <a:lnTo>
                      <a:pt x="166094" y="191394"/>
                    </a:lnTo>
                    <a:lnTo>
                      <a:pt x="162030" y="197418"/>
                    </a:lnTo>
                    <a:lnTo>
                      <a:pt x="159348" y="207545"/>
                    </a:lnTo>
                    <a:lnTo>
                      <a:pt x="157235" y="213089"/>
                    </a:lnTo>
                    <a:lnTo>
                      <a:pt x="155812" y="221667"/>
                    </a:lnTo>
                    <a:lnTo>
                      <a:pt x="154065" y="227997"/>
                    </a:lnTo>
                    <a:lnTo>
                      <a:pt x="151179" y="231948"/>
                    </a:lnTo>
                    <a:lnTo>
                      <a:pt x="147238" y="241529"/>
                    </a:lnTo>
                    <a:lnTo>
                      <a:pt x="141182" y="248667"/>
                    </a:lnTo>
                    <a:lnTo>
                      <a:pt x="133501" y="272916"/>
                    </a:lnTo>
                    <a:lnTo>
                      <a:pt x="123585" y="302054"/>
                    </a:lnTo>
                    <a:lnTo>
                      <a:pt x="112084" y="335034"/>
                    </a:lnTo>
                    <a:lnTo>
                      <a:pt x="99851" y="366574"/>
                    </a:lnTo>
                    <a:lnTo>
                      <a:pt x="87171" y="406538"/>
                    </a:lnTo>
                    <a:lnTo>
                      <a:pt x="75467" y="433188"/>
                    </a:lnTo>
                    <a:lnTo>
                      <a:pt x="63763" y="472738"/>
                    </a:lnTo>
                    <a:lnTo>
                      <a:pt x="53156" y="502946"/>
                    </a:lnTo>
                    <a:lnTo>
                      <a:pt x="43443" y="525384"/>
                    </a:lnTo>
                    <a:lnTo>
                      <a:pt x="34624" y="536144"/>
                    </a:lnTo>
                    <a:lnTo>
                      <a:pt x="26414" y="541906"/>
                    </a:lnTo>
                    <a:lnTo>
                      <a:pt x="18327" y="557469"/>
                    </a:lnTo>
                    <a:lnTo>
                      <a:pt x="10158" y="576501"/>
                    </a:lnTo>
                    <a:cubicBezTo>
                      <a:pt x="10158" y="576501"/>
                      <a:pt x="9996" y="576763"/>
                      <a:pt x="9874" y="576872"/>
                    </a:cubicBezTo>
                    <a:lnTo>
                      <a:pt x="4753" y="581674"/>
                    </a:lnTo>
                    <a:cubicBezTo>
                      <a:pt x="4266" y="582089"/>
                      <a:pt x="3412" y="582373"/>
                      <a:pt x="2559" y="58237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5" name="Freeform: Shape 614">
                <a:extLst>
                  <a:ext uri="{FF2B5EF4-FFF2-40B4-BE49-F238E27FC236}">
                    <a16:creationId xmlns:a16="http://schemas.microsoft.com/office/drawing/2014/main" id="{E7A73FB7-97AC-4B57-ACAE-3277AEE1E5AB}"/>
                  </a:ext>
                </a:extLst>
              </p:cNvPr>
              <p:cNvSpPr/>
              <p:nvPr/>
            </p:nvSpPr>
            <p:spPr>
              <a:xfrm>
                <a:off x="11108280" y="5706706"/>
                <a:ext cx="1083719" cy="44116"/>
              </a:xfrm>
              <a:custGeom>
                <a:avLst/>
                <a:gdLst>
                  <a:gd name="connsiteX0" fmla="*/ 1083720 w 1083719"/>
                  <a:gd name="connsiteY0" fmla="*/ 41279 h 44116"/>
                  <a:gd name="connsiteX1" fmla="*/ 743197 w 1083719"/>
                  <a:gd name="connsiteY1" fmla="*/ 10743 h 44116"/>
                  <a:gd name="connsiteX2" fmla="*/ 685163 w 1083719"/>
                  <a:gd name="connsiteY2" fmla="*/ 10743 h 44116"/>
                  <a:gd name="connsiteX3" fmla="*/ 604412 w 1083719"/>
                  <a:gd name="connsiteY3" fmla="*/ 3279 h 44116"/>
                  <a:gd name="connsiteX4" fmla="*/ 259540 w 1083719"/>
                  <a:gd name="connsiteY4" fmla="*/ 3017 h 44116"/>
                  <a:gd name="connsiteX5" fmla="*/ 224428 w 1083719"/>
                  <a:gd name="connsiteY5" fmla="*/ 1205 h 44116"/>
                  <a:gd name="connsiteX6" fmla="*/ 186510 w 1083719"/>
                  <a:gd name="connsiteY6" fmla="*/ 245 h 44116"/>
                  <a:gd name="connsiteX7" fmla="*/ 126282 w 1083719"/>
                  <a:gd name="connsiteY7" fmla="*/ 1096 h 44116"/>
                  <a:gd name="connsiteX8" fmla="*/ 12368 w 1083719"/>
                  <a:gd name="connsiteY8" fmla="*/ 987 h 44116"/>
                  <a:gd name="connsiteX9" fmla="*/ 3021 w 1083719"/>
                  <a:gd name="connsiteY9" fmla="*/ 27 h 44116"/>
                  <a:gd name="connsiteX10" fmla="*/ 55 w 1083719"/>
                  <a:gd name="connsiteY10" fmla="*/ 1140 h 44116"/>
                  <a:gd name="connsiteX11" fmla="*/ 2046 w 1083719"/>
                  <a:gd name="connsiteY11" fmla="*/ 2799 h 44116"/>
                  <a:gd name="connsiteX12" fmla="*/ 11880 w 1083719"/>
                  <a:gd name="connsiteY12" fmla="*/ 3803 h 44116"/>
                  <a:gd name="connsiteX13" fmla="*/ 126363 w 1083719"/>
                  <a:gd name="connsiteY13" fmla="*/ 3912 h 44116"/>
                  <a:gd name="connsiteX14" fmla="*/ 186510 w 1083719"/>
                  <a:gd name="connsiteY14" fmla="*/ 3060 h 44116"/>
                  <a:gd name="connsiteX15" fmla="*/ 224102 w 1083719"/>
                  <a:gd name="connsiteY15" fmla="*/ 3977 h 44116"/>
                  <a:gd name="connsiteX16" fmla="*/ 259337 w 1083719"/>
                  <a:gd name="connsiteY16" fmla="*/ 5789 h 44116"/>
                  <a:gd name="connsiteX17" fmla="*/ 604005 w 1083719"/>
                  <a:gd name="connsiteY17" fmla="*/ 6116 h 44116"/>
                  <a:gd name="connsiteX18" fmla="*/ 684757 w 1083719"/>
                  <a:gd name="connsiteY18" fmla="*/ 13537 h 44116"/>
                  <a:gd name="connsiteX19" fmla="*/ 742791 w 1083719"/>
                  <a:gd name="connsiteY19" fmla="*/ 13581 h 44116"/>
                  <a:gd name="connsiteX20" fmla="*/ 1083720 w 1083719"/>
                  <a:gd name="connsiteY20" fmla="*/ 44116 h 44116"/>
                  <a:gd name="connsiteX21" fmla="*/ 1083720 w 1083719"/>
                  <a:gd name="connsiteY21" fmla="*/ 41301 h 44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83719" h="44116">
                    <a:moveTo>
                      <a:pt x="1083720" y="41279"/>
                    </a:moveTo>
                    <a:lnTo>
                      <a:pt x="743197" y="10743"/>
                    </a:lnTo>
                    <a:lnTo>
                      <a:pt x="685163" y="10743"/>
                    </a:lnTo>
                    <a:lnTo>
                      <a:pt x="604412" y="3279"/>
                    </a:lnTo>
                    <a:lnTo>
                      <a:pt x="259540" y="3017"/>
                    </a:lnTo>
                    <a:lnTo>
                      <a:pt x="224428" y="1205"/>
                    </a:lnTo>
                    <a:lnTo>
                      <a:pt x="186510" y="245"/>
                    </a:lnTo>
                    <a:lnTo>
                      <a:pt x="126282" y="1096"/>
                    </a:lnTo>
                    <a:lnTo>
                      <a:pt x="12368" y="987"/>
                    </a:lnTo>
                    <a:lnTo>
                      <a:pt x="3021" y="27"/>
                    </a:lnTo>
                    <a:cubicBezTo>
                      <a:pt x="1517" y="-126"/>
                      <a:pt x="257" y="398"/>
                      <a:pt x="55" y="1140"/>
                    </a:cubicBezTo>
                    <a:cubicBezTo>
                      <a:pt x="-230" y="1947"/>
                      <a:pt x="623" y="2689"/>
                      <a:pt x="2046" y="2799"/>
                    </a:cubicBezTo>
                    <a:lnTo>
                      <a:pt x="11880" y="3803"/>
                    </a:lnTo>
                    <a:lnTo>
                      <a:pt x="126363" y="3912"/>
                    </a:lnTo>
                    <a:lnTo>
                      <a:pt x="186510" y="3060"/>
                    </a:lnTo>
                    <a:lnTo>
                      <a:pt x="224102" y="3977"/>
                    </a:lnTo>
                    <a:lnTo>
                      <a:pt x="259337" y="5789"/>
                    </a:lnTo>
                    <a:lnTo>
                      <a:pt x="604005" y="6116"/>
                    </a:lnTo>
                    <a:lnTo>
                      <a:pt x="684757" y="13537"/>
                    </a:lnTo>
                    <a:lnTo>
                      <a:pt x="742791" y="13581"/>
                    </a:lnTo>
                    <a:lnTo>
                      <a:pt x="1083720" y="44116"/>
                    </a:lnTo>
                    <a:lnTo>
                      <a:pt x="1083720" y="413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6" name="Freeform: Shape 615">
                <a:extLst>
                  <a:ext uri="{FF2B5EF4-FFF2-40B4-BE49-F238E27FC236}">
                    <a16:creationId xmlns:a16="http://schemas.microsoft.com/office/drawing/2014/main" id="{671445AA-FE2A-4973-98E1-B3DFF1FCF016}"/>
                  </a:ext>
                </a:extLst>
              </p:cNvPr>
              <p:cNvSpPr/>
              <p:nvPr/>
            </p:nvSpPr>
            <p:spPr>
              <a:xfrm>
                <a:off x="7252264" y="5973375"/>
                <a:ext cx="737478" cy="21205"/>
              </a:xfrm>
              <a:custGeom>
                <a:avLst/>
                <a:gdLst>
                  <a:gd name="connsiteX0" fmla="*/ 734837 w 737478"/>
                  <a:gd name="connsiteY0" fmla="*/ 21184 h 21205"/>
                  <a:gd name="connsiteX1" fmla="*/ 734837 w 737478"/>
                  <a:gd name="connsiteY1" fmla="*/ 21184 h 21205"/>
                  <a:gd name="connsiteX2" fmla="*/ 560613 w 737478"/>
                  <a:gd name="connsiteY2" fmla="*/ 20966 h 21205"/>
                  <a:gd name="connsiteX3" fmla="*/ 558825 w 737478"/>
                  <a:gd name="connsiteY3" fmla="*/ 20595 h 21205"/>
                  <a:gd name="connsiteX4" fmla="*/ 534116 w 737478"/>
                  <a:gd name="connsiteY4" fmla="*/ 7804 h 21205"/>
                  <a:gd name="connsiteX5" fmla="*/ 7868 w 737478"/>
                  <a:gd name="connsiteY5" fmla="*/ 7062 h 21205"/>
                  <a:gd name="connsiteX6" fmla="*/ 5796 w 737478"/>
                  <a:gd name="connsiteY6" fmla="*/ 6473 h 21205"/>
                  <a:gd name="connsiteX7" fmla="*/ 431 w 737478"/>
                  <a:gd name="connsiteY7" fmla="*/ 2217 h 21205"/>
                  <a:gd name="connsiteX8" fmla="*/ 1122 w 737478"/>
                  <a:gd name="connsiteY8" fmla="*/ 252 h 21205"/>
                  <a:gd name="connsiteX9" fmla="*/ 4577 w 737478"/>
                  <a:gd name="connsiteY9" fmla="*/ 580 h 21205"/>
                  <a:gd name="connsiteX10" fmla="*/ 9250 w 737478"/>
                  <a:gd name="connsiteY10" fmla="*/ 4269 h 21205"/>
                  <a:gd name="connsiteX11" fmla="*/ 535132 w 737478"/>
                  <a:gd name="connsiteY11" fmla="*/ 5011 h 21205"/>
                  <a:gd name="connsiteX12" fmla="*/ 536839 w 737478"/>
                  <a:gd name="connsiteY12" fmla="*/ 5382 h 21205"/>
                  <a:gd name="connsiteX13" fmla="*/ 561629 w 737478"/>
                  <a:gd name="connsiteY13" fmla="*/ 18172 h 21205"/>
                  <a:gd name="connsiteX14" fmla="*/ 734877 w 737478"/>
                  <a:gd name="connsiteY14" fmla="*/ 18434 h 21205"/>
                  <a:gd name="connsiteX15" fmla="*/ 737478 w 737478"/>
                  <a:gd name="connsiteY15" fmla="*/ 19831 h 21205"/>
                  <a:gd name="connsiteX16" fmla="*/ 734877 w 737478"/>
                  <a:gd name="connsiteY16" fmla="*/ 21206 h 2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37478" h="21205">
                    <a:moveTo>
                      <a:pt x="734837" y="21184"/>
                    </a:moveTo>
                    <a:lnTo>
                      <a:pt x="734837" y="21184"/>
                    </a:lnTo>
                    <a:lnTo>
                      <a:pt x="560613" y="20966"/>
                    </a:lnTo>
                    <a:cubicBezTo>
                      <a:pt x="559922" y="20966"/>
                      <a:pt x="559313" y="20813"/>
                      <a:pt x="558825" y="20595"/>
                    </a:cubicBezTo>
                    <a:lnTo>
                      <a:pt x="534116" y="7804"/>
                    </a:lnTo>
                    <a:lnTo>
                      <a:pt x="7868" y="7062"/>
                    </a:lnTo>
                    <a:cubicBezTo>
                      <a:pt x="7056" y="7062"/>
                      <a:pt x="6284" y="6844"/>
                      <a:pt x="5796" y="6473"/>
                    </a:cubicBezTo>
                    <a:lnTo>
                      <a:pt x="431" y="2217"/>
                    </a:lnTo>
                    <a:cubicBezTo>
                      <a:pt x="-341" y="1584"/>
                      <a:pt x="-56" y="667"/>
                      <a:pt x="1122" y="252"/>
                    </a:cubicBezTo>
                    <a:cubicBezTo>
                      <a:pt x="2220" y="-162"/>
                      <a:pt x="3804" y="-75"/>
                      <a:pt x="4577" y="580"/>
                    </a:cubicBezTo>
                    <a:lnTo>
                      <a:pt x="9250" y="4269"/>
                    </a:lnTo>
                    <a:lnTo>
                      <a:pt x="535132" y="5011"/>
                    </a:lnTo>
                    <a:cubicBezTo>
                      <a:pt x="535741" y="5011"/>
                      <a:pt x="536310" y="5163"/>
                      <a:pt x="536839" y="5382"/>
                    </a:cubicBezTo>
                    <a:lnTo>
                      <a:pt x="561629" y="18172"/>
                    </a:lnTo>
                    <a:lnTo>
                      <a:pt x="734877" y="18434"/>
                    </a:lnTo>
                    <a:cubicBezTo>
                      <a:pt x="736259" y="18434"/>
                      <a:pt x="737478" y="19023"/>
                      <a:pt x="737478" y="19831"/>
                    </a:cubicBezTo>
                    <a:cubicBezTo>
                      <a:pt x="737478" y="20638"/>
                      <a:pt x="736300" y="21206"/>
                      <a:pt x="734877" y="212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7" name="Freeform: Shape 616">
                <a:extLst>
                  <a:ext uri="{FF2B5EF4-FFF2-40B4-BE49-F238E27FC236}">
                    <a16:creationId xmlns:a16="http://schemas.microsoft.com/office/drawing/2014/main" id="{18A6DF1F-DFDB-4E72-A401-155ED3414ADC}"/>
                  </a:ext>
                </a:extLst>
              </p:cNvPr>
              <p:cNvSpPr/>
              <p:nvPr/>
            </p:nvSpPr>
            <p:spPr>
              <a:xfrm>
                <a:off x="7095610" y="5990504"/>
                <a:ext cx="181725" cy="175328"/>
              </a:xfrm>
              <a:custGeom>
                <a:avLst/>
                <a:gdLst>
                  <a:gd name="connsiteX0" fmla="*/ 179194 w 181725"/>
                  <a:gd name="connsiteY0" fmla="*/ 175307 h 175328"/>
                  <a:gd name="connsiteX1" fmla="*/ 177040 w 181725"/>
                  <a:gd name="connsiteY1" fmla="*/ 174564 h 175328"/>
                  <a:gd name="connsiteX2" fmla="*/ 337 w 181725"/>
                  <a:gd name="connsiteY2" fmla="*/ 2135 h 175328"/>
                  <a:gd name="connsiteX3" fmla="*/ 1231 w 181725"/>
                  <a:gd name="connsiteY3" fmla="*/ 170 h 175328"/>
                  <a:gd name="connsiteX4" fmla="*/ 4686 w 181725"/>
                  <a:gd name="connsiteY4" fmla="*/ 694 h 175328"/>
                  <a:gd name="connsiteX5" fmla="*/ 181388 w 181725"/>
                  <a:gd name="connsiteY5" fmla="*/ 173189 h 175328"/>
                  <a:gd name="connsiteX6" fmla="*/ 180494 w 181725"/>
                  <a:gd name="connsiteY6" fmla="*/ 175110 h 175328"/>
                  <a:gd name="connsiteX7" fmla="*/ 179194 w 181725"/>
                  <a:gd name="connsiteY7" fmla="*/ 175328 h 17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1725" h="175328">
                    <a:moveTo>
                      <a:pt x="179194" y="175307"/>
                    </a:moveTo>
                    <a:cubicBezTo>
                      <a:pt x="178300" y="175307"/>
                      <a:pt x="177406" y="175045"/>
                      <a:pt x="177040" y="174564"/>
                    </a:cubicBezTo>
                    <a:lnTo>
                      <a:pt x="337" y="2135"/>
                    </a:lnTo>
                    <a:cubicBezTo>
                      <a:pt x="-354" y="1436"/>
                      <a:pt x="53" y="585"/>
                      <a:pt x="1231" y="170"/>
                    </a:cubicBezTo>
                    <a:cubicBezTo>
                      <a:pt x="2532" y="-201"/>
                      <a:pt x="3995" y="61"/>
                      <a:pt x="4686" y="694"/>
                    </a:cubicBezTo>
                    <a:lnTo>
                      <a:pt x="181388" y="173189"/>
                    </a:lnTo>
                    <a:cubicBezTo>
                      <a:pt x="182079" y="173888"/>
                      <a:pt x="181673" y="174739"/>
                      <a:pt x="180494" y="175110"/>
                    </a:cubicBezTo>
                    <a:cubicBezTo>
                      <a:pt x="180088" y="175263"/>
                      <a:pt x="179600" y="175328"/>
                      <a:pt x="179194" y="1753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8" name="Freeform: Shape 617">
                <a:extLst>
                  <a:ext uri="{FF2B5EF4-FFF2-40B4-BE49-F238E27FC236}">
                    <a16:creationId xmlns:a16="http://schemas.microsoft.com/office/drawing/2014/main" id="{D59A5F54-54E2-4C96-B546-3F787409CD19}"/>
                  </a:ext>
                </a:extLst>
              </p:cNvPr>
              <p:cNvSpPr/>
              <p:nvPr/>
            </p:nvSpPr>
            <p:spPr>
              <a:xfrm>
                <a:off x="5500827" y="6091762"/>
                <a:ext cx="259607" cy="811174"/>
              </a:xfrm>
              <a:custGeom>
                <a:avLst/>
                <a:gdLst>
                  <a:gd name="connsiteX0" fmla="*/ 5121 w 259607"/>
                  <a:gd name="connsiteY0" fmla="*/ 811131 h 811174"/>
                  <a:gd name="connsiteX1" fmla="*/ 16987 w 259607"/>
                  <a:gd name="connsiteY1" fmla="*/ 782669 h 811174"/>
                  <a:gd name="connsiteX2" fmla="*/ 26660 w 259607"/>
                  <a:gd name="connsiteY2" fmla="*/ 758529 h 811174"/>
                  <a:gd name="connsiteX3" fmla="*/ 45273 w 259607"/>
                  <a:gd name="connsiteY3" fmla="*/ 710292 h 811174"/>
                  <a:gd name="connsiteX4" fmla="*/ 63033 w 259607"/>
                  <a:gd name="connsiteY4" fmla="*/ 664675 h 811174"/>
                  <a:gd name="connsiteX5" fmla="*/ 79939 w 259607"/>
                  <a:gd name="connsiteY5" fmla="*/ 615696 h 811174"/>
                  <a:gd name="connsiteX6" fmla="*/ 88026 w 259607"/>
                  <a:gd name="connsiteY6" fmla="*/ 599239 h 811174"/>
                  <a:gd name="connsiteX7" fmla="*/ 111435 w 259607"/>
                  <a:gd name="connsiteY7" fmla="*/ 559318 h 811174"/>
                  <a:gd name="connsiteX8" fmla="*/ 118913 w 259607"/>
                  <a:gd name="connsiteY8" fmla="*/ 545938 h 811174"/>
                  <a:gd name="connsiteX9" fmla="*/ 126268 w 259607"/>
                  <a:gd name="connsiteY9" fmla="*/ 532035 h 811174"/>
                  <a:gd name="connsiteX10" fmla="*/ 133421 w 259607"/>
                  <a:gd name="connsiteY10" fmla="*/ 517651 h 811174"/>
                  <a:gd name="connsiteX11" fmla="*/ 140452 w 259607"/>
                  <a:gd name="connsiteY11" fmla="*/ 501128 h 811174"/>
                  <a:gd name="connsiteX12" fmla="*/ 167071 w 259607"/>
                  <a:gd name="connsiteY12" fmla="*/ 441084 h 811174"/>
                  <a:gd name="connsiteX13" fmla="*/ 173370 w 259607"/>
                  <a:gd name="connsiteY13" fmla="*/ 426067 h 811174"/>
                  <a:gd name="connsiteX14" fmla="*/ 179507 w 259607"/>
                  <a:gd name="connsiteY14" fmla="*/ 412905 h 811174"/>
                  <a:gd name="connsiteX15" fmla="*/ 185603 w 259607"/>
                  <a:gd name="connsiteY15" fmla="*/ 401250 h 811174"/>
                  <a:gd name="connsiteX16" fmla="*/ 192186 w 259607"/>
                  <a:gd name="connsiteY16" fmla="*/ 386495 h 811174"/>
                  <a:gd name="connsiteX17" fmla="*/ 198689 w 259607"/>
                  <a:gd name="connsiteY17" fmla="*/ 367375 h 811174"/>
                  <a:gd name="connsiteX18" fmla="*/ 216977 w 259607"/>
                  <a:gd name="connsiteY18" fmla="*/ 301197 h 811174"/>
                  <a:gd name="connsiteX19" fmla="*/ 227706 w 259607"/>
                  <a:gd name="connsiteY19" fmla="*/ 274394 h 811174"/>
                  <a:gd name="connsiteX20" fmla="*/ 231810 w 259607"/>
                  <a:gd name="connsiteY20" fmla="*/ 258046 h 811174"/>
                  <a:gd name="connsiteX21" fmla="*/ 234127 w 259607"/>
                  <a:gd name="connsiteY21" fmla="*/ 237900 h 811174"/>
                  <a:gd name="connsiteX22" fmla="*/ 235305 w 259607"/>
                  <a:gd name="connsiteY22" fmla="*/ 212210 h 811174"/>
                  <a:gd name="connsiteX23" fmla="*/ 235305 w 259607"/>
                  <a:gd name="connsiteY23" fmla="*/ 181304 h 811174"/>
                  <a:gd name="connsiteX24" fmla="*/ 234655 w 259607"/>
                  <a:gd name="connsiteY24" fmla="*/ 148586 h 811174"/>
                  <a:gd name="connsiteX25" fmla="*/ 230307 w 259607"/>
                  <a:gd name="connsiteY25" fmla="*/ 121041 h 811174"/>
                  <a:gd name="connsiteX26" fmla="*/ 231607 w 259607"/>
                  <a:gd name="connsiteY26" fmla="*/ 105108 h 811174"/>
                  <a:gd name="connsiteX27" fmla="*/ 233395 w 259607"/>
                  <a:gd name="connsiteY27" fmla="*/ 98079 h 811174"/>
                  <a:gd name="connsiteX28" fmla="*/ 233477 w 259607"/>
                  <a:gd name="connsiteY28" fmla="*/ 86577 h 811174"/>
                  <a:gd name="connsiteX29" fmla="*/ 235102 w 259607"/>
                  <a:gd name="connsiteY29" fmla="*/ 68505 h 811174"/>
                  <a:gd name="connsiteX30" fmla="*/ 238679 w 259607"/>
                  <a:gd name="connsiteY30" fmla="*/ 49210 h 811174"/>
                  <a:gd name="connsiteX31" fmla="*/ 244368 w 259607"/>
                  <a:gd name="connsiteY31" fmla="*/ 31792 h 811174"/>
                  <a:gd name="connsiteX32" fmla="*/ 251927 w 259607"/>
                  <a:gd name="connsiteY32" fmla="*/ 16077 h 811174"/>
                  <a:gd name="connsiteX33" fmla="*/ 257536 w 259607"/>
                  <a:gd name="connsiteY33" fmla="*/ 7609 h 811174"/>
                  <a:gd name="connsiteX34" fmla="*/ 259568 w 259607"/>
                  <a:gd name="connsiteY34" fmla="*/ 1693 h 811174"/>
                  <a:gd name="connsiteX35" fmla="*/ 257536 w 259607"/>
                  <a:gd name="connsiteY35" fmla="*/ 35 h 811174"/>
                  <a:gd name="connsiteX36" fmla="*/ 254569 w 259607"/>
                  <a:gd name="connsiteY36" fmla="*/ 1148 h 811174"/>
                  <a:gd name="connsiteX37" fmla="*/ 252699 w 259607"/>
                  <a:gd name="connsiteY37" fmla="*/ 6845 h 811174"/>
                  <a:gd name="connsiteX38" fmla="*/ 247091 w 259607"/>
                  <a:gd name="connsiteY38" fmla="*/ 15204 h 811174"/>
                  <a:gd name="connsiteX39" fmla="*/ 239451 w 259607"/>
                  <a:gd name="connsiteY39" fmla="*/ 31138 h 811174"/>
                  <a:gd name="connsiteX40" fmla="*/ 233721 w 259607"/>
                  <a:gd name="connsiteY40" fmla="*/ 48817 h 811174"/>
                  <a:gd name="connsiteX41" fmla="*/ 230104 w 259607"/>
                  <a:gd name="connsiteY41" fmla="*/ 68264 h 811174"/>
                  <a:gd name="connsiteX42" fmla="*/ 228478 w 259607"/>
                  <a:gd name="connsiteY42" fmla="*/ 86446 h 811174"/>
                  <a:gd name="connsiteX43" fmla="*/ 228397 w 259607"/>
                  <a:gd name="connsiteY43" fmla="*/ 97839 h 811174"/>
                  <a:gd name="connsiteX44" fmla="*/ 226609 w 259607"/>
                  <a:gd name="connsiteY44" fmla="*/ 104824 h 811174"/>
                  <a:gd name="connsiteX45" fmla="*/ 225267 w 259607"/>
                  <a:gd name="connsiteY45" fmla="*/ 121063 h 811174"/>
                  <a:gd name="connsiteX46" fmla="*/ 229616 w 259607"/>
                  <a:gd name="connsiteY46" fmla="*/ 148717 h 811174"/>
                  <a:gd name="connsiteX47" fmla="*/ 230347 w 259607"/>
                  <a:gd name="connsiteY47" fmla="*/ 181326 h 811174"/>
                  <a:gd name="connsiteX48" fmla="*/ 230347 w 259607"/>
                  <a:gd name="connsiteY48" fmla="*/ 212167 h 811174"/>
                  <a:gd name="connsiteX49" fmla="*/ 229128 w 259607"/>
                  <a:gd name="connsiteY49" fmla="*/ 237682 h 811174"/>
                  <a:gd name="connsiteX50" fmla="*/ 226812 w 259607"/>
                  <a:gd name="connsiteY50" fmla="*/ 257719 h 811174"/>
                  <a:gd name="connsiteX51" fmla="*/ 222748 w 259607"/>
                  <a:gd name="connsiteY51" fmla="*/ 273870 h 811174"/>
                  <a:gd name="connsiteX52" fmla="*/ 212019 w 259607"/>
                  <a:gd name="connsiteY52" fmla="*/ 300630 h 811174"/>
                  <a:gd name="connsiteX53" fmla="*/ 200071 w 259607"/>
                  <a:gd name="connsiteY53" fmla="*/ 344763 h 811174"/>
                  <a:gd name="connsiteX54" fmla="*/ 193731 w 259607"/>
                  <a:gd name="connsiteY54" fmla="*/ 366873 h 811174"/>
                  <a:gd name="connsiteX55" fmla="*/ 187310 w 259607"/>
                  <a:gd name="connsiteY55" fmla="*/ 385906 h 811174"/>
                  <a:gd name="connsiteX56" fmla="*/ 180767 w 259607"/>
                  <a:gd name="connsiteY56" fmla="*/ 400573 h 811174"/>
                  <a:gd name="connsiteX57" fmla="*/ 174671 w 259607"/>
                  <a:gd name="connsiteY57" fmla="*/ 412185 h 811174"/>
                  <a:gd name="connsiteX58" fmla="*/ 168493 w 259607"/>
                  <a:gd name="connsiteY58" fmla="*/ 425456 h 811174"/>
                  <a:gd name="connsiteX59" fmla="*/ 162194 w 259607"/>
                  <a:gd name="connsiteY59" fmla="*/ 440472 h 811174"/>
                  <a:gd name="connsiteX60" fmla="*/ 142443 w 259607"/>
                  <a:gd name="connsiteY60" fmla="*/ 484649 h 811174"/>
                  <a:gd name="connsiteX61" fmla="*/ 128544 w 259607"/>
                  <a:gd name="connsiteY61" fmla="*/ 516996 h 811174"/>
                  <a:gd name="connsiteX62" fmla="*/ 121392 w 259607"/>
                  <a:gd name="connsiteY62" fmla="*/ 531271 h 811174"/>
                  <a:gd name="connsiteX63" fmla="*/ 114117 w 259607"/>
                  <a:gd name="connsiteY63" fmla="*/ 545131 h 811174"/>
                  <a:gd name="connsiteX64" fmla="*/ 106680 w 259607"/>
                  <a:gd name="connsiteY64" fmla="*/ 558510 h 811174"/>
                  <a:gd name="connsiteX65" fmla="*/ 83231 w 259607"/>
                  <a:gd name="connsiteY65" fmla="*/ 598431 h 811174"/>
                  <a:gd name="connsiteX66" fmla="*/ 75062 w 259607"/>
                  <a:gd name="connsiteY66" fmla="*/ 615106 h 811174"/>
                  <a:gd name="connsiteX67" fmla="*/ 58156 w 259607"/>
                  <a:gd name="connsiteY67" fmla="*/ 664194 h 811174"/>
                  <a:gd name="connsiteX68" fmla="*/ 31211 w 259607"/>
                  <a:gd name="connsiteY68" fmla="*/ 733887 h 811174"/>
                  <a:gd name="connsiteX69" fmla="*/ 12111 w 259607"/>
                  <a:gd name="connsiteY69" fmla="*/ 782123 h 811174"/>
                  <a:gd name="connsiteX70" fmla="*/ 0 w 259607"/>
                  <a:gd name="connsiteY70" fmla="*/ 811174 h 811174"/>
                  <a:gd name="connsiteX71" fmla="*/ 5202 w 259607"/>
                  <a:gd name="connsiteY71" fmla="*/ 811174 h 811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59607" h="811174">
                    <a:moveTo>
                      <a:pt x="5121" y="811131"/>
                    </a:moveTo>
                    <a:lnTo>
                      <a:pt x="16987" y="782669"/>
                    </a:lnTo>
                    <a:lnTo>
                      <a:pt x="26660" y="758529"/>
                    </a:lnTo>
                    <a:lnTo>
                      <a:pt x="45273" y="710292"/>
                    </a:lnTo>
                    <a:lnTo>
                      <a:pt x="63033" y="664675"/>
                    </a:lnTo>
                    <a:lnTo>
                      <a:pt x="79939" y="615696"/>
                    </a:lnTo>
                    <a:lnTo>
                      <a:pt x="88026" y="599239"/>
                    </a:lnTo>
                    <a:lnTo>
                      <a:pt x="111435" y="559318"/>
                    </a:lnTo>
                    <a:lnTo>
                      <a:pt x="118913" y="545938"/>
                    </a:lnTo>
                    <a:lnTo>
                      <a:pt x="126268" y="532035"/>
                    </a:lnTo>
                    <a:lnTo>
                      <a:pt x="133421" y="517651"/>
                    </a:lnTo>
                    <a:lnTo>
                      <a:pt x="140452" y="501128"/>
                    </a:lnTo>
                    <a:lnTo>
                      <a:pt x="167071" y="441084"/>
                    </a:lnTo>
                    <a:lnTo>
                      <a:pt x="173370" y="426067"/>
                    </a:lnTo>
                    <a:lnTo>
                      <a:pt x="179507" y="412905"/>
                    </a:lnTo>
                    <a:lnTo>
                      <a:pt x="185603" y="401250"/>
                    </a:lnTo>
                    <a:lnTo>
                      <a:pt x="192186" y="386495"/>
                    </a:lnTo>
                    <a:lnTo>
                      <a:pt x="198689" y="367375"/>
                    </a:lnTo>
                    <a:lnTo>
                      <a:pt x="216977" y="301197"/>
                    </a:lnTo>
                    <a:lnTo>
                      <a:pt x="227706" y="274394"/>
                    </a:lnTo>
                    <a:lnTo>
                      <a:pt x="231810" y="258046"/>
                    </a:lnTo>
                    <a:lnTo>
                      <a:pt x="234127" y="237900"/>
                    </a:lnTo>
                    <a:lnTo>
                      <a:pt x="235305" y="212210"/>
                    </a:lnTo>
                    <a:lnTo>
                      <a:pt x="235305" y="181304"/>
                    </a:lnTo>
                    <a:lnTo>
                      <a:pt x="234655" y="148586"/>
                    </a:lnTo>
                    <a:lnTo>
                      <a:pt x="230307" y="121041"/>
                    </a:lnTo>
                    <a:lnTo>
                      <a:pt x="231607" y="105108"/>
                    </a:lnTo>
                    <a:lnTo>
                      <a:pt x="233395" y="98079"/>
                    </a:lnTo>
                    <a:lnTo>
                      <a:pt x="233477" y="86577"/>
                    </a:lnTo>
                    <a:lnTo>
                      <a:pt x="235102" y="68505"/>
                    </a:lnTo>
                    <a:lnTo>
                      <a:pt x="238679" y="49210"/>
                    </a:lnTo>
                    <a:lnTo>
                      <a:pt x="244368" y="31792"/>
                    </a:lnTo>
                    <a:lnTo>
                      <a:pt x="251927" y="16077"/>
                    </a:lnTo>
                    <a:lnTo>
                      <a:pt x="257536" y="7609"/>
                    </a:lnTo>
                    <a:lnTo>
                      <a:pt x="259568" y="1693"/>
                    </a:lnTo>
                    <a:cubicBezTo>
                      <a:pt x="259811" y="886"/>
                      <a:pt x="258917" y="209"/>
                      <a:pt x="257536" y="35"/>
                    </a:cubicBezTo>
                    <a:cubicBezTo>
                      <a:pt x="256194" y="-140"/>
                      <a:pt x="254853" y="362"/>
                      <a:pt x="254569" y="1148"/>
                    </a:cubicBezTo>
                    <a:lnTo>
                      <a:pt x="252699" y="6845"/>
                    </a:lnTo>
                    <a:lnTo>
                      <a:pt x="247091" y="15204"/>
                    </a:lnTo>
                    <a:lnTo>
                      <a:pt x="239451" y="31138"/>
                    </a:lnTo>
                    <a:lnTo>
                      <a:pt x="233721" y="48817"/>
                    </a:lnTo>
                    <a:lnTo>
                      <a:pt x="230104" y="68264"/>
                    </a:lnTo>
                    <a:lnTo>
                      <a:pt x="228478" y="86446"/>
                    </a:lnTo>
                    <a:lnTo>
                      <a:pt x="228397" y="97839"/>
                    </a:lnTo>
                    <a:lnTo>
                      <a:pt x="226609" y="104824"/>
                    </a:lnTo>
                    <a:lnTo>
                      <a:pt x="225267" y="121063"/>
                    </a:lnTo>
                    <a:lnTo>
                      <a:pt x="229616" y="148717"/>
                    </a:lnTo>
                    <a:lnTo>
                      <a:pt x="230347" y="181326"/>
                    </a:lnTo>
                    <a:lnTo>
                      <a:pt x="230347" y="212167"/>
                    </a:lnTo>
                    <a:lnTo>
                      <a:pt x="229128" y="237682"/>
                    </a:lnTo>
                    <a:lnTo>
                      <a:pt x="226812" y="257719"/>
                    </a:lnTo>
                    <a:lnTo>
                      <a:pt x="222748" y="273870"/>
                    </a:lnTo>
                    <a:lnTo>
                      <a:pt x="212019" y="300630"/>
                    </a:lnTo>
                    <a:lnTo>
                      <a:pt x="200071" y="344763"/>
                    </a:lnTo>
                    <a:lnTo>
                      <a:pt x="193731" y="366873"/>
                    </a:lnTo>
                    <a:lnTo>
                      <a:pt x="187310" y="385906"/>
                    </a:lnTo>
                    <a:lnTo>
                      <a:pt x="180767" y="400573"/>
                    </a:lnTo>
                    <a:lnTo>
                      <a:pt x="174671" y="412185"/>
                    </a:lnTo>
                    <a:lnTo>
                      <a:pt x="168493" y="425456"/>
                    </a:lnTo>
                    <a:lnTo>
                      <a:pt x="162194" y="440472"/>
                    </a:lnTo>
                    <a:lnTo>
                      <a:pt x="142443" y="484649"/>
                    </a:lnTo>
                    <a:lnTo>
                      <a:pt x="128544" y="516996"/>
                    </a:lnTo>
                    <a:lnTo>
                      <a:pt x="121392" y="531271"/>
                    </a:lnTo>
                    <a:lnTo>
                      <a:pt x="114117" y="545131"/>
                    </a:lnTo>
                    <a:lnTo>
                      <a:pt x="106680" y="558510"/>
                    </a:lnTo>
                    <a:lnTo>
                      <a:pt x="83231" y="598431"/>
                    </a:lnTo>
                    <a:lnTo>
                      <a:pt x="75062" y="615106"/>
                    </a:lnTo>
                    <a:lnTo>
                      <a:pt x="58156" y="664194"/>
                    </a:lnTo>
                    <a:lnTo>
                      <a:pt x="31211" y="733887"/>
                    </a:lnTo>
                    <a:lnTo>
                      <a:pt x="12111" y="782123"/>
                    </a:lnTo>
                    <a:lnTo>
                      <a:pt x="0" y="811174"/>
                    </a:lnTo>
                    <a:lnTo>
                      <a:pt x="5202" y="81117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19" name="Freeform: Shape 618">
                <a:extLst>
                  <a:ext uri="{FF2B5EF4-FFF2-40B4-BE49-F238E27FC236}">
                    <a16:creationId xmlns:a16="http://schemas.microsoft.com/office/drawing/2014/main" id="{8AA93023-27D2-4443-A3AD-46DF57AEA4D0}"/>
                  </a:ext>
                </a:extLst>
              </p:cNvPr>
              <p:cNvSpPr/>
              <p:nvPr/>
            </p:nvSpPr>
            <p:spPr>
              <a:xfrm>
                <a:off x="5693246" y="6016126"/>
                <a:ext cx="53149" cy="72222"/>
              </a:xfrm>
              <a:custGeom>
                <a:avLst/>
                <a:gdLst>
                  <a:gd name="connsiteX0" fmla="*/ 2531 w 53149"/>
                  <a:gd name="connsiteY0" fmla="*/ 72222 h 72222"/>
                  <a:gd name="connsiteX1" fmla="*/ 1637 w 53149"/>
                  <a:gd name="connsiteY1" fmla="*/ 72113 h 72222"/>
                  <a:gd name="connsiteX2" fmla="*/ 173 w 53149"/>
                  <a:gd name="connsiteY2" fmla="*/ 70301 h 72222"/>
                  <a:gd name="connsiteX3" fmla="*/ 48251 w 53149"/>
                  <a:gd name="connsiteY3" fmla="*/ 915 h 72222"/>
                  <a:gd name="connsiteX4" fmla="*/ 51542 w 53149"/>
                  <a:gd name="connsiteY4" fmla="*/ 107 h 72222"/>
                  <a:gd name="connsiteX5" fmla="*/ 52965 w 53149"/>
                  <a:gd name="connsiteY5" fmla="*/ 1919 h 72222"/>
                  <a:gd name="connsiteX6" fmla="*/ 4969 w 53149"/>
                  <a:gd name="connsiteY6" fmla="*/ 71306 h 72222"/>
                  <a:gd name="connsiteX7" fmla="*/ 2572 w 53149"/>
                  <a:gd name="connsiteY7" fmla="*/ 72222 h 72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49" h="72222">
                    <a:moveTo>
                      <a:pt x="2531" y="72222"/>
                    </a:moveTo>
                    <a:cubicBezTo>
                      <a:pt x="2246" y="72222"/>
                      <a:pt x="1921" y="72157"/>
                      <a:pt x="1637" y="72113"/>
                    </a:cubicBezTo>
                    <a:cubicBezTo>
                      <a:pt x="377" y="71851"/>
                      <a:pt x="-354" y="71044"/>
                      <a:pt x="173" y="70301"/>
                    </a:cubicBezTo>
                    <a:lnTo>
                      <a:pt x="48251" y="915"/>
                    </a:lnTo>
                    <a:cubicBezTo>
                      <a:pt x="48738" y="173"/>
                      <a:pt x="50242" y="-198"/>
                      <a:pt x="51542" y="107"/>
                    </a:cubicBezTo>
                    <a:cubicBezTo>
                      <a:pt x="52843" y="369"/>
                      <a:pt x="53494" y="1177"/>
                      <a:pt x="52965" y="1919"/>
                    </a:cubicBezTo>
                    <a:lnTo>
                      <a:pt x="4969" y="71306"/>
                    </a:lnTo>
                    <a:cubicBezTo>
                      <a:pt x="4563" y="71829"/>
                      <a:pt x="3628" y="72222"/>
                      <a:pt x="2572" y="722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0" name="Freeform: Shape 619">
                <a:extLst>
                  <a:ext uri="{FF2B5EF4-FFF2-40B4-BE49-F238E27FC236}">
                    <a16:creationId xmlns:a16="http://schemas.microsoft.com/office/drawing/2014/main" id="{1034CC7B-FEC7-4D74-9D51-4F92733195D2}"/>
                  </a:ext>
                </a:extLst>
              </p:cNvPr>
              <p:cNvSpPr/>
              <p:nvPr/>
            </p:nvSpPr>
            <p:spPr>
              <a:xfrm>
                <a:off x="5892755" y="6030878"/>
                <a:ext cx="30815" cy="58364"/>
              </a:xfrm>
              <a:custGeom>
                <a:avLst/>
                <a:gdLst>
                  <a:gd name="connsiteX0" fmla="*/ 2564 w 30815"/>
                  <a:gd name="connsiteY0" fmla="*/ 58365 h 58364"/>
                  <a:gd name="connsiteX1" fmla="*/ 1914 w 30815"/>
                  <a:gd name="connsiteY1" fmla="*/ 58299 h 58364"/>
                  <a:gd name="connsiteX2" fmla="*/ 85 w 30815"/>
                  <a:gd name="connsiteY2" fmla="*/ 56597 h 58364"/>
                  <a:gd name="connsiteX3" fmla="*/ 25810 w 30815"/>
                  <a:gd name="connsiteY3" fmla="*/ 1070 h 58364"/>
                  <a:gd name="connsiteX4" fmla="*/ 28899 w 30815"/>
                  <a:gd name="connsiteY4" fmla="*/ 44 h 58364"/>
                  <a:gd name="connsiteX5" fmla="*/ 30728 w 30815"/>
                  <a:gd name="connsiteY5" fmla="*/ 1747 h 58364"/>
                  <a:gd name="connsiteX6" fmla="*/ 5043 w 30815"/>
                  <a:gd name="connsiteY6" fmla="*/ 57273 h 58364"/>
                  <a:gd name="connsiteX7" fmla="*/ 2564 w 30815"/>
                  <a:gd name="connsiteY7" fmla="*/ 58343 h 5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15" h="58364">
                    <a:moveTo>
                      <a:pt x="2564" y="58365"/>
                    </a:moveTo>
                    <a:cubicBezTo>
                      <a:pt x="2564" y="58365"/>
                      <a:pt x="2158" y="58365"/>
                      <a:pt x="1914" y="58299"/>
                    </a:cubicBezTo>
                    <a:cubicBezTo>
                      <a:pt x="573" y="58146"/>
                      <a:pt x="-281" y="57339"/>
                      <a:pt x="85" y="56597"/>
                    </a:cubicBezTo>
                    <a:lnTo>
                      <a:pt x="25810" y="1070"/>
                    </a:lnTo>
                    <a:cubicBezTo>
                      <a:pt x="26135" y="328"/>
                      <a:pt x="27558" y="-152"/>
                      <a:pt x="28899" y="44"/>
                    </a:cubicBezTo>
                    <a:cubicBezTo>
                      <a:pt x="30280" y="197"/>
                      <a:pt x="31093" y="1005"/>
                      <a:pt x="30728" y="1747"/>
                    </a:cubicBezTo>
                    <a:lnTo>
                      <a:pt x="5043" y="57273"/>
                    </a:lnTo>
                    <a:cubicBezTo>
                      <a:pt x="4759" y="57928"/>
                      <a:pt x="3702" y="58343"/>
                      <a:pt x="2564" y="583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1" name="Freeform: Shape 620">
                <a:extLst>
                  <a:ext uri="{FF2B5EF4-FFF2-40B4-BE49-F238E27FC236}">
                    <a16:creationId xmlns:a16="http://schemas.microsoft.com/office/drawing/2014/main" id="{EBFB9E06-014F-4251-A208-948BDE2AD616}"/>
                  </a:ext>
                </a:extLst>
              </p:cNvPr>
              <p:cNvSpPr/>
              <p:nvPr/>
            </p:nvSpPr>
            <p:spPr>
              <a:xfrm>
                <a:off x="7883881" y="5657125"/>
                <a:ext cx="103121" cy="259732"/>
              </a:xfrm>
              <a:custGeom>
                <a:avLst/>
                <a:gdLst>
                  <a:gd name="connsiteX0" fmla="*/ 100741 w 103121"/>
                  <a:gd name="connsiteY0" fmla="*/ 259732 h 259732"/>
                  <a:gd name="connsiteX1" fmla="*/ 98262 w 103121"/>
                  <a:gd name="connsiteY1" fmla="*/ 258663 h 259732"/>
                  <a:gd name="connsiteX2" fmla="*/ 79892 w 103121"/>
                  <a:gd name="connsiteY2" fmla="*/ 219593 h 259732"/>
                  <a:gd name="connsiteX3" fmla="*/ 70870 w 103121"/>
                  <a:gd name="connsiteY3" fmla="*/ 202590 h 259732"/>
                  <a:gd name="connsiteX4" fmla="*/ 61930 w 103121"/>
                  <a:gd name="connsiteY4" fmla="*/ 181157 h 259732"/>
                  <a:gd name="connsiteX5" fmla="*/ 54371 w 103121"/>
                  <a:gd name="connsiteY5" fmla="*/ 157562 h 259732"/>
                  <a:gd name="connsiteX6" fmla="*/ 47706 w 103121"/>
                  <a:gd name="connsiteY6" fmla="*/ 134644 h 259732"/>
                  <a:gd name="connsiteX7" fmla="*/ 41569 w 103121"/>
                  <a:gd name="connsiteY7" fmla="*/ 109653 h 259732"/>
                  <a:gd name="connsiteX8" fmla="*/ 35798 w 103121"/>
                  <a:gd name="connsiteY8" fmla="*/ 83636 h 259732"/>
                  <a:gd name="connsiteX9" fmla="*/ 30027 w 103121"/>
                  <a:gd name="connsiteY9" fmla="*/ 60565 h 259732"/>
                  <a:gd name="connsiteX10" fmla="*/ 23891 w 103121"/>
                  <a:gd name="connsiteY10" fmla="*/ 43628 h 259732"/>
                  <a:gd name="connsiteX11" fmla="*/ 16738 w 103121"/>
                  <a:gd name="connsiteY11" fmla="*/ 22521 h 259732"/>
                  <a:gd name="connsiteX12" fmla="*/ 8894 w 103121"/>
                  <a:gd name="connsiteY12" fmla="*/ 4231 h 259732"/>
                  <a:gd name="connsiteX13" fmla="*/ 1660 w 103121"/>
                  <a:gd name="connsiteY13" fmla="*/ 2747 h 259732"/>
                  <a:gd name="connsiteX14" fmla="*/ 157 w 103121"/>
                  <a:gd name="connsiteY14" fmla="*/ 935 h 259732"/>
                  <a:gd name="connsiteX15" fmla="*/ 3449 w 103121"/>
                  <a:gd name="connsiteY15" fmla="*/ 84 h 259732"/>
                  <a:gd name="connsiteX16" fmla="*/ 11983 w 103121"/>
                  <a:gd name="connsiteY16" fmla="*/ 1895 h 259732"/>
                  <a:gd name="connsiteX17" fmla="*/ 13568 w 103121"/>
                  <a:gd name="connsiteY17" fmla="*/ 2856 h 259732"/>
                  <a:gd name="connsiteX18" fmla="*/ 21696 w 103121"/>
                  <a:gd name="connsiteY18" fmla="*/ 21932 h 259732"/>
                  <a:gd name="connsiteX19" fmla="*/ 28849 w 103121"/>
                  <a:gd name="connsiteY19" fmla="*/ 43082 h 259732"/>
                  <a:gd name="connsiteX20" fmla="*/ 34986 w 103121"/>
                  <a:gd name="connsiteY20" fmla="*/ 60085 h 259732"/>
                  <a:gd name="connsiteX21" fmla="*/ 40837 w 103121"/>
                  <a:gd name="connsiteY21" fmla="*/ 83265 h 259732"/>
                  <a:gd name="connsiteX22" fmla="*/ 46568 w 103121"/>
                  <a:gd name="connsiteY22" fmla="*/ 109282 h 259732"/>
                  <a:gd name="connsiteX23" fmla="*/ 52623 w 103121"/>
                  <a:gd name="connsiteY23" fmla="*/ 134208 h 259732"/>
                  <a:gd name="connsiteX24" fmla="*/ 59370 w 103121"/>
                  <a:gd name="connsiteY24" fmla="*/ 157060 h 259732"/>
                  <a:gd name="connsiteX25" fmla="*/ 66806 w 103121"/>
                  <a:gd name="connsiteY25" fmla="*/ 180567 h 259732"/>
                  <a:gd name="connsiteX26" fmla="*/ 75747 w 103121"/>
                  <a:gd name="connsiteY26" fmla="*/ 201826 h 259732"/>
                  <a:gd name="connsiteX27" fmla="*/ 84648 w 103121"/>
                  <a:gd name="connsiteY27" fmla="*/ 218829 h 259732"/>
                  <a:gd name="connsiteX28" fmla="*/ 103017 w 103121"/>
                  <a:gd name="connsiteY28" fmla="*/ 257942 h 259732"/>
                  <a:gd name="connsiteX29" fmla="*/ 101228 w 103121"/>
                  <a:gd name="connsiteY29" fmla="*/ 259645 h 259732"/>
                  <a:gd name="connsiteX30" fmla="*/ 100619 w 103121"/>
                  <a:gd name="connsiteY30" fmla="*/ 259710 h 25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3121" h="259732">
                    <a:moveTo>
                      <a:pt x="100741" y="259732"/>
                    </a:moveTo>
                    <a:cubicBezTo>
                      <a:pt x="99563" y="259732"/>
                      <a:pt x="98547" y="259318"/>
                      <a:pt x="98262" y="258663"/>
                    </a:cubicBezTo>
                    <a:lnTo>
                      <a:pt x="79892" y="219593"/>
                    </a:lnTo>
                    <a:lnTo>
                      <a:pt x="70870" y="202590"/>
                    </a:lnTo>
                    <a:lnTo>
                      <a:pt x="61930" y="181157"/>
                    </a:lnTo>
                    <a:lnTo>
                      <a:pt x="54371" y="157562"/>
                    </a:lnTo>
                    <a:lnTo>
                      <a:pt x="47706" y="134644"/>
                    </a:lnTo>
                    <a:lnTo>
                      <a:pt x="41569" y="109653"/>
                    </a:lnTo>
                    <a:lnTo>
                      <a:pt x="35798" y="83636"/>
                    </a:lnTo>
                    <a:lnTo>
                      <a:pt x="30027" y="60565"/>
                    </a:lnTo>
                    <a:lnTo>
                      <a:pt x="23891" y="43628"/>
                    </a:lnTo>
                    <a:lnTo>
                      <a:pt x="16738" y="22521"/>
                    </a:lnTo>
                    <a:lnTo>
                      <a:pt x="8894" y="4231"/>
                    </a:lnTo>
                    <a:lnTo>
                      <a:pt x="1660" y="2747"/>
                    </a:lnTo>
                    <a:cubicBezTo>
                      <a:pt x="360" y="2485"/>
                      <a:pt x="-331" y="1633"/>
                      <a:pt x="157" y="935"/>
                    </a:cubicBezTo>
                    <a:cubicBezTo>
                      <a:pt x="644" y="193"/>
                      <a:pt x="2148" y="-178"/>
                      <a:pt x="3449" y="84"/>
                    </a:cubicBezTo>
                    <a:lnTo>
                      <a:pt x="11983" y="1895"/>
                    </a:lnTo>
                    <a:cubicBezTo>
                      <a:pt x="12755" y="2048"/>
                      <a:pt x="13365" y="2419"/>
                      <a:pt x="13568" y="2856"/>
                    </a:cubicBezTo>
                    <a:lnTo>
                      <a:pt x="21696" y="21932"/>
                    </a:lnTo>
                    <a:lnTo>
                      <a:pt x="28849" y="43082"/>
                    </a:lnTo>
                    <a:lnTo>
                      <a:pt x="34986" y="60085"/>
                    </a:lnTo>
                    <a:lnTo>
                      <a:pt x="40837" y="83265"/>
                    </a:lnTo>
                    <a:lnTo>
                      <a:pt x="46568" y="109282"/>
                    </a:lnTo>
                    <a:lnTo>
                      <a:pt x="52623" y="134208"/>
                    </a:lnTo>
                    <a:lnTo>
                      <a:pt x="59370" y="157060"/>
                    </a:lnTo>
                    <a:lnTo>
                      <a:pt x="66806" y="180567"/>
                    </a:lnTo>
                    <a:lnTo>
                      <a:pt x="75747" y="201826"/>
                    </a:lnTo>
                    <a:lnTo>
                      <a:pt x="84648" y="218829"/>
                    </a:lnTo>
                    <a:lnTo>
                      <a:pt x="103017" y="257942"/>
                    </a:lnTo>
                    <a:cubicBezTo>
                      <a:pt x="103423" y="258685"/>
                      <a:pt x="102611" y="259427"/>
                      <a:pt x="101228" y="259645"/>
                    </a:cubicBezTo>
                    <a:cubicBezTo>
                      <a:pt x="101026" y="259645"/>
                      <a:pt x="100822" y="259710"/>
                      <a:pt x="100619" y="25971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2" name="Freeform: Shape 621">
                <a:extLst>
                  <a:ext uri="{FF2B5EF4-FFF2-40B4-BE49-F238E27FC236}">
                    <a16:creationId xmlns:a16="http://schemas.microsoft.com/office/drawing/2014/main" id="{4EB7C66E-2178-4AB7-BB50-9FC46AAEA133}"/>
                  </a:ext>
                </a:extLst>
              </p:cNvPr>
              <p:cNvSpPr/>
              <p:nvPr/>
            </p:nvSpPr>
            <p:spPr>
              <a:xfrm>
                <a:off x="7006365" y="5990364"/>
                <a:ext cx="146934" cy="158771"/>
              </a:xfrm>
              <a:custGeom>
                <a:avLst/>
                <a:gdLst>
                  <a:gd name="connsiteX0" fmla="*/ 144405 w 146934"/>
                  <a:gd name="connsiteY0" fmla="*/ 158771 h 158771"/>
                  <a:gd name="connsiteX1" fmla="*/ 142129 w 146934"/>
                  <a:gd name="connsiteY1" fmla="*/ 157986 h 158771"/>
                  <a:gd name="connsiteX2" fmla="*/ 255 w 146934"/>
                  <a:gd name="connsiteY2" fmla="*/ 2057 h 158771"/>
                  <a:gd name="connsiteX3" fmla="*/ 1352 w 146934"/>
                  <a:gd name="connsiteY3" fmla="*/ 136 h 158771"/>
                  <a:gd name="connsiteX4" fmla="*/ 4807 w 146934"/>
                  <a:gd name="connsiteY4" fmla="*/ 769 h 158771"/>
                  <a:gd name="connsiteX5" fmla="*/ 146681 w 146934"/>
                  <a:gd name="connsiteY5" fmla="*/ 156698 h 158771"/>
                  <a:gd name="connsiteX6" fmla="*/ 145503 w 146934"/>
                  <a:gd name="connsiteY6" fmla="*/ 158619 h 158771"/>
                  <a:gd name="connsiteX7" fmla="*/ 144405 w 146934"/>
                  <a:gd name="connsiteY7" fmla="*/ 158771 h 158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934" h="158771">
                    <a:moveTo>
                      <a:pt x="144405" y="158771"/>
                    </a:moveTo>
                    <a:cubicBezTo>
                      <a:pt x="143511" y="158771"/>
                      <a:pt x="142617" y="158444"/>
                      <a:pt x="142129" y="157986"/>
                    </a:cubicBezTo>
                    <a:lnTo>
                      <a:pt x="255" y="2057"/>
                    </a:lnTo>
                    <a:cubicBezTo>
                      <a:pt x="-354" y="1358"/>
                      <a:pt x="174" y="507"/>
                      <a:pt x="1352" y="136"/>
                    </a:cubicBezTo>
                    <a:cubicBezTo>
                      <a:pt x="2653" y="-191"/>
                      <a:pt x="4157" y="92"/>
                      <a:pt x="4807" y="769"/>
                    </a:cubicBezTo>
                    <a:lnTo>
                      <a:pt x="146681" y="156698"/>
                    </a:lnTo>
                    <a:cubicBezTo>
                      <a:pt x="147291" y="157396"/>
                      <a:pt x="146762" y="158248"/>
                      <a:pt x="145503" y="158619"/>
                    </a:cubicBezTo>
                    <a:cubicBezTo>
                      <a:pt x="145218" y="158728"/>
                      <a:pt x="144812" y="158771"/>
                      <a:pt x="144405" y="15877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3" name="Freeform: Shape 622">
                <a:extLst>
                  <a:ext uri="{FF2B5EF4-FFF2-40B4-BE49-F238E27FC236}">
                    <a16:creationId xmlns:a16="http://schemas.microsoft.com/office/drawing/2014/main" id="{CEC57C62-26F7-46C7-9295-45837E077E8D}"/>
                  </a:ext>
                </a:extLst>
              </p:cNvPr>
              <p:cNvSpPr/>
              <p:nvPr/>
            </p:nvSpPr>
            <p:spPr>
              <a:xfrm>
                <a:off x="4175505" y="5834058"/>
                <a:ext cx="76413" cy="140879"/>
              </a:xfrm>
              <a:custGeom>
                <a:avLst/>
                <a:gdLst>
                  <a:gd name="connsiteX0" fmla="*/ 2530 w 76413"/>
                  <a:gd name="connsiteY0" fmla="*/ 140879 h 140879"/>
                  <a:gd name="connsiteX1" fmla="*/ 1392 w 76413"/>
                  <a:gd name="connsiteY1" fmla="*/ 140727 h 140879"/>
                  <a:gd name="connsiteX2" fmla="*/ 254 w 76413"/>
                  <a:gd name="connsiteY2" fmla="*/ 138806 h 140879"/>
                  <a:gd name="connsiteX3" fmla="*/ 4400 w 76413"/>
                  <a:gd name="connsiteY3" fmla="*/ 134375 h 140879"/>
                  <a:gd name="connsiteX4" fmla="*/ 17973 w 76413"/>
                  <a:gd name="connsiteY4" fmla="*/ 115561 h 140879"/>
                  <a:gd name="connsiteX5" fmla="*/ 31506 w 76413"/>
                  <a:gd name="connsiteY5" fmla="*/ 94782 h 140879"/>
                  <a:gd name="connsiteX6" fmla="*/ 44918 w 76413"/>
                  <a:gd name="connsiteY6" fmla="*/ 75116 h 140879"/>
                  <a:gd name="connsiteX7" fmla="*/ 58126 w 76413"/>
                  <a:gd name="connsiteY7" fmla="*/ 43249 h 140879"/>
                  <a:gd name="connsiteX8" fmla="*/ 71415 w 76413"/>
                  <a:gd name="connsiteY8" fmla="*/ 1146 h 140879"/>
                  <a:gd name="connsiteX9" fmla="*/ 74341 w 76413"/>
                  <a:gd name="connsiteY9" fmla="*/ 33 h 140879"/>
                  <a:gd name="connsiteX10" fmla="*/ 76373 w 76413"/>
                  <a:gd name="connsiteY10" fmla="*/ 1626 h 140879"/>
                  <a:gd name="connsiteX11" fmla="*/ 63084 w 76413"/>
                  <a:gd name="connsiteY11" fmla="*/ 43839 h 140879"/>
                  <a:gd name="connsiteX12" fmla="*/ 49754 w 76413"/>
                  <a:gd name="connsiteY12" fmla="*/ 75924 h 140879"/>
                  <a:gd name="connsiteX13" fmla="*/ 36302 w 76413"/>
                  <a:gd name="connsiteY13" fmla="*/ 95742 h 140879"/>
                  <a:gd name="connsiteX14" fmla="*/ 22769 w 76413"/>
                  <a:gd name="connsiteY14" fmla="*/ 116565 h 140879"/>
                  <a:gd name="connsiteX15" fmla="*/ 9033 w 76413"/>
                  <a:gd name="connsiteY15" fmla="*/ 135532 h 140879"/>
                  <a:gd name="connsiteX16" fmla="*/ 4806 w 76413"/>
                  <a:gd name="connsiteY16" fmla="*/ 140115 h 140879"/>
                  <a:gd name="connsiteX17" fmla="*/ 2530 w 76413"/>
                  <a:gd name="connsiteY17" fmla="*/ 140858 h 14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413" h="140879">
                    <a:moveTo>
                      <a:pt x="2530" y="140879"/>
                    </a:moveTo>
                    <a:cubicBezTo>
                      <a:pt x="2124" y="140879"/>
                      <a:pt x="1717" y="140836"/>
                      <a:pt x="1392" y="140727"/>
                    </a:cubicBezTo>
                    <a:cubicBezTo>
                      <a:pt x="173" y="140356"/>
                      <a:pt x="-355" y="139504"/>
                      <a:pt x="254" y="138806"/>
                    </a:cubicBezTo>
                    <a:lnTo>
                      <a:pt x="4400" y="134375"/>
                    </a:lnTo>
                    <a:lnTo>
                      <a:pt x="17973" y="115561"/>
                    </a:lnTo>
                    <a:lnTo>
                      <a:pt x="31506" y="94782"/>
                    </a:lnTo>
                    <a:lnTo>
                      <a:pt x="44918" y="75116"/>
                    </a:lnTo>
                    <a:lnTo>
                      <a:pt x="58126" y="43249"/>
                    </a:lnTo>
                    <a:lnTo>
                      <a:pt x="71415" y="1146"/>
                    </a:lnTo>
                    <a:cubicBezTo>
                      <a:pt x="71618" y="404"/>
                      <a:pt x="72959" y="-142"/>
                      <a:pt x="74341" y="33"/>
                    </a:cubicBezTo>
                    <a:cubicBezTo>
                      <a:pt x="75723" y="142"/>
                      <a:pt x="76617" y="884"/>
                      <a:pt x="76373" y="1626"/>
                    </a:cubicBezTo>
                    <a:lnTo>
                      <a:pt x="63084" y="43839"/>
                    </a:lnTo>
                    <a:lnTo>
                      <a:pt x="49754" y="75924"/>
                    </a:lnTo>
                    <a:lnTo>
                      <a:pt x="36302" y="95742"/>
                    </a:lnTo>
                    <a:lnTo>
                      <a:pt x="22769" y="116565"/>
                    </a:lnTo>
                    <a:lnTo>
                      <a:pt x="9033" y="135532"/>
                    </a:lnTo>
                    <a:lnTo>
                      <a:pt x="4806" y="140115"/>
                    </a:lnTo>
                    <a:cubicBezTo>
                      <a:pt x="4359" y="140596"/>
                      <a:pt x="3465" y="140858"/>
                      <a:pt x="2530" y="14085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4" name="Freeform: Shape 623">
                <a:extLst>
                  <a:ext uri="{FF2B5EF4-FFF2-40B4-BE49-F238E27FC236}">
                    <a16:creationId xmlns:a16="http://schemas.microsoft.com/office/drawing/2014/main" id="{A640E9C0-5189-431B-8E71-8B900EDF0826}"/>
                  </a:ext>
                </a:extLst>
              </p:cNvPr>
              <p:cNvSpPr/>
              <p:nvPr/>
            </p:nvSpPr>
            <p:spPr>
              <a:xfrm>
                <a:off x="8727446" y="5728829"/>
                <a:ext cx="163248" cy="9508"/>
              </a:xfrm>
              <a:custGeom>
                <a:avLst/>
                <a:gdLst>
                  <a:gd name="connsiteX0" fmla="*/ 30392 w 163248"/>
                  <a:gd name="connsiteY0" fmla="*/ 9508 h 9508"/>
                  <a:gd name="connsiteX1" fmla="*/ 29213 w 163248"/>
                  <a:gd name="connsiteY1" fmla="*/ 9355 h 9508"/>
                  <a:gd name="connsiteX2" fmla="*/ 19094 w 163248"/>
                  <a:gd name="connsiteY2" fmla="*/ 6431 h 9508"/>
                  <a:gd name="connsiteX3" fmla="*/ 10072 w 163248"/>
                  <a:gd name="connsiteY3" fmla="*/ 4401 h 9508"/>
                  <a:gd name="connsiteX4" fmla="*/ 1741 w 163248"/>
                  <a:gd name="connsiteY4" fmla="*/ 2742 h 9508"/>
                  <a:gd name="connsiteX5" fmla="*/ 156 w 163248"/>
                  <a:gd name="connsiteY5" fmla="*/ 930 h 9508"/>
                  <a:gd name="connsiteX6" fmla="*/ 3448 w 163248"/>
                  <a:gd name="connsiteY6" fmla="*/ 79 h 9508"/>
                  <a:gd name="connsiteX7" fmla="*/ 11901 w 163248"/>
                  <a:gd name="connsiteY7" fmla="*/ 1738 h 9508"/>
                  <a:gd name="connsiteX8" fmla="*/ 21329 w 163248"/>
                  <a:gd name="connsiteY8" fmla="*/ 3877 h 9508"/>
                  <a:gd name="connsiteX9" fmla="*/ 30962 w 163248"/>
                  <a:gd name="connsiteY9" fmla="*/ 6649 h 9508"/>
                  <a:gd name="connsiteX10" fmla="*/ 160562 w 163248"/>
                  <a:gd name="connsiteY10" fmla="*/ 668 h 9508"/>
                  <a:gd name="connsiteX11" fmla="*/ 163244 w 163248"/>
                  <a:gd name="connsiteY11" fmla="*/ 1934 h 9508"/>
                  <a:gd name="connsiteX12" fmla="*/ 160969 w 163248"/>
                  <a:gd name="connsiteY12" fmla="*/ 3484 h 9508"/>
                  <a:gd name="connsiteX13" fmla="*/ 30677 w 163248"/>
                  <a:gd name="connsiteY13" fmla="*/ 9508 h 9508"/>
                  <a:gd name="connsiteX14" fmla="*/ 30473 w 163248"/>
                  <a:gd name="connsiteY14" fmla="*/ 9508 h 9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248" h="9508">
                    <a:moveTo>
                      <a:pt x="30392" y="9508"/>
                    </a:moveTo>
                    <a:cubicBezTo>
                      <a:pt x="29985" y="9508"/>
                      <a:pt x="29579" y="9465"/>
                      <a:pt x="29213" y="9355"/>
                    </a:cubicBezTo>
                    <a:lnTo>
                      <a:pt x="19094" y="6431"/>
                    </a:lnTo>
                    <a:lnTo>
                      <a:pt x="10072" y="4401"/>
                    </a:lnTo>
                    <a:lnTo>
                      <a:pt x="1741" y="2742"/>
                    </a:lnTo>
                    <a:cubicBezTo>
                      <a:pt x="360" y="2480"/>
                      <a:pt x="-332" y="1672"/>
                      <a:pt x="156" y="930"/>
                    </a:cubicBezTo>
                    <a:cubicBezTo>
                      <a:pt x="643" y="232"/>
                      <a:pt x="2025" y="-183"/>
                      <a:pt x="3448" y="79"/>
                    </a:cubicBezTo>
                    <a:lnTo>
                      <a:pt x="11901" y="1738"/>
                    </a:lnTo>
                    <a:lnTo>
                      <a:pt x="21329" y="3877"/>
                    </a:lnTo>
                    <a:lnTo>
                      <a:pt x="30962" y="6649"/>
                    </a:lnTo>
                    <a:lnTo>
                      <a:pt x="160562" y="668"/>
                    </a:lnTo>
                    <a:cubicBezTo>
                      <a:pt x="161863" y="668"/>
                      <a:pt x="163122" y="1192"/>
                      <a:pt x="163244" y="1934"/>
                    </a:cubicBezTo>
                    <a:cubicBezTo>
                      <a:pt x="163325" y="2742"/>
                      <a:pt x="162350" y="3440"/>
                      <a:pt x="160969" y="3484"/>
                    </a:cubicBezTo>
                    <a:lnTo>
                      <a:pt x="30677" y="9508"/>
                    </a:lnTo>
                    <a:lnTo>
                      <a:pt x="30473" y="950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5" name="Freeform: Shape 624">
                <a:extLst>
                  <a:ext uri="{FF2B5EF4-FFF2-40B4-BE49-F238E27FC236}">
                    <a16:creationId xmlns:a16="http://schemas.microsoft.com/office/drawing/2014/main" id="{EEEB2EB5-891B-4797-856B-60A15D5E63D1}"/>
                  </a:ext>
                </a:extLst>
              </p:cNvPr>
              <p:cNvSpPr/>
              <p:nvPr/>
            </p:nvSpPr>
            <p:spPr>
              <a:xfrm>
                <a:off x="2774452" y="6720750"/>
                <a:ext cx="4971491" cy="182142"/>
              </a:xfrm>
              <a:custGeom>
                <a:avLst/>
                <a:gdLst>
                  <a:gd name="connsiteX0" fmla="*/ 7274 w 4971491"/>
                  <a:gd name="connsiteY0" fmla="*/ 182142 h 182142"/>
                  <a:gd name="connsiteX1" fmla="*/ 44298 w 4971491"/>
                  <a:gd name="connsiteY1" fmla="*/ 161735 h 182142"/>
                  <a:gd name="connsiteX2" fmla="*/ 86970 w 4971491"/>
                  <a:gd name="connsiteY2" fmla="*/ 137660 h 182142"/>
                  <a:gd name="connsiteX3" fmla="*/ 128626 w 4971491"/>
                  <a:gd name="connsiteY3" fmla="*/ 113629 h 182142"/>
                  <a:gd name="connsiteX4" fmla="*/ 169266 w 4971491"/>
                  <a:gd name="connsiteY4" fmla="*/ 89227 h 182142"/>
                  <a:gd name="connsiteX5" fmla="*/ 209011 w 4971491"/>
                  <a:gd name="connsiteY5" fmla="*/ 65087 h 182142"/>
                  <a:gd name="connsiteX6" fmla="*/ 247863 w 4971491"/>
                  <a:gd name="connsiteY6" fmla="*/ 40903 h 182142"/>
                  <a:gd name="connsiteX7" fmla="*/ 284968 w 4971491"/>
                  <a:gd name="connsiteY7" fmla="*/ 15802 h 182142"/>
                  <a:gd name="connsiteX8" fmla="*/ 462361 w 4971491"/>
                  <a:gd name="connsiteY8" fmla="*/ 17920 h 182142"/>
                  <a:gd name="connsiteX9" fmla="*/ 819993 w 4971491"/>
                  <a:gd name="connsiteY9" fmla="*/ 20539 h 182142"/>
                  <a:gd name="connsiteX10" fmla="*/ 999053 w 4971491"/>
                  <a:gd name="connsiteY10" fmla="*/ 20757 h 182142"/>
                  <a:gd name="connsiteX11" fmla="*/ 1357376 w 4971491"/>
                  <a:gd name="connsiteY11" fmla="*/ 21455 h 182142"/>
                  <a:gd name="connsiteX12" fmla="*/ 1536761 w 4971491"/>
                  <a:gd name="connsiteY12" fmla="*/ 21237 h 182142"/>
                  <a:gd name="connsiteX13" fmla="*/ 1716227 w 4971491"/>
                  <a:gd name="connsiteY13" fmla="*/ 20495 h 182142"/>
                  <a:gd name="connsiteX14" fmla="*/ 1895816 w 4971491"/>
                  <a:gd name="connsiteY14" fmla="*/ 19316 h 182142"/>
                  <a:gd name="connsiteX15" fmla="*/ 2255317 w 4971491"/>
                  <a:gd name="connsiteY15" fmla="*/ 15802 h 182142"/>
                  <a:gd name="connsiteX16" fmla="*/ 2435230 w 4971491"/>
                  <a:gd name="connsiteY16" fmla="*/ 15060 h 182142"/>
                  <a:gd name="connsiteX17" fmla="*/ 2615306 w 4971491"/>
                  <a:gd name="connsiteY17" fmla="*/ 13882 h 182142"/>
                  <a:gd name="connsiteX18" fmla="*/ 2757465 w 4971491"/>
                  <a:gd name="connsiteY18" fmla="*/ 12659 h 182142"/>
                  <a:gd name="connsiteX19" fmla="*/ 2975742 w 4971491"/>
                  <a:gd name="connsiteY19" fmla="*/ 10520 h 182142"/>
                  <a:gd name="connsiteX20" fmla="*/ 3156103 w 4971491"/>
                  <a:gd name="connsiteY20" fmla="*/ 8163 h 182142"/>
                  <a:gd name="connsiteX21" fmla="*/ 3336504 w 4971491"/>
                  <a:gd name="connsiteY21" fmla="*/ 6090 h 182142"/>
                  <a:gd name="connsiteX22" fmla="*/ 3517067 w 4971491"/>
                  <a:gd name="connsiteY22" fmla="*/ 6613 h 182142"/>
                  <a:gd name="connsiteX23" fmla="*/ 3697834 w 4971491"/>
                  <a:gd name="connsiteY23" fmla="*/ 9123 h 182142"/>
                  <a:gd name="connsiteX24" fmla="*/ 3878722 w 4971491"/>
                  <a:gd name="connsiteY24" fmla="*/ 10084 h 182142"/>
                  <a:gd name="connsiteX25" fmla="*/ 4059692 w 4971491"/>
                  <a:gd name="connsiteY25" fmla="*/ 9975 h 182142"/>
                  <a:gd name="connsiteX26" fmla="*/ 4240865 w 4971491"/>
                  <a:gd name="connsiteY26" fmla="*/ 8687 h 182142"/>
                  <a:gd name="connsiteX27" fmla="*/ 4422039 w 4971491"/>
                  <a:gd name="connsiteY27" fmla="*/ 5064 h 182142"/>
                  <a:gd name="connsiteX28" fmla="*/ 4603212 w 4971491"/>
                  <a:gd name="connsiteY28" fmla="*/ 2881 h 182142"/>
                  <a:gd name="connsiteX29" fmla="*/ 4784669 w 4971491"/>
                  <a:gd name="connsiteY29" fmla="*/ 3252 h 182142"/>
                  <a:gd name="connsiteX30" fmla="*/ 4850140 w 4971491"/>
                  <a:gd name="connsiteY30" fmla="*/ 3187 h 182142"/>
                  <a:gd name="connsiteX31" fmla="*/ 4864933 w 4971491"/>
                  <a:gd name="connsiteY31" fmla="*/ 15650 h 182142"/>
                  <a:gd name="connsiteX32" fmla="*/ 4880702 w 4971491"/>
                  <a:gd name="connsiteY32" fmla="*/ 30470 h 182142"/>
                  <a:gd name="connsiteX33" fmla="*/ 4896754 w 4971491"/>
                  <a:gd name="connsiteY33" fmla="*/ 57644 h 182142"/>
                  <a:gd name="connsiteX34" fmla="*/ 4913823 w 4971491"/>
                  <a:gd name="connsiteY34" fmla="*/ 91802 h 182142"/>
                  <a:gd name="connsiteX35" fmla="*/ 4931095 w 4971491"/>
                  <a:gd name="connsiteY35" fmla="*/ 123516 h 182142"/>
                  <a:gd name="connsiteX36" fmla="*/ 4948774 w 4971491"/>
                  <a:gd name="connsiteY36" fmla="*/ 154095 h 182142"/>
                  <a:gd name="connsiteX37" fmla="*/ 4966127 w 4971491"/>
                  <a:gd name="connsiteY37" fmla="*/ 182121 h 182142"/>
                  <a:gd name="connsiteX38" fmla="*/ 4971491 w 4971491"/>
                  <a:gd name="connsiteY38" fmla="*/ 182121 h 182142"/>
                  <a:gd name="connsiteX39" fmla="*/ 4954016 w 4971491"/>
                  <a:gd name="connsiteY39" fmla="*/ 153921 h 182142"/>
                  <a:gd name="connsiteX40" fmla="*/ 4936256 w 4971491"/>
                  <a:gd name="connsiteY40" fmla="*/ 123123 h 182142"/>
                  <a:gd name="connsiteX41" fmla="*/ 4919106 w 4971491"/>
                  <a:gd name="connsiteY41" fmla="*/ 91737 h 182142"/>
                  <a:gd name="connsiteX42" fmla="*/ 4901834 w 4971491"/>
                  <a:gd name="connsiteY42" fmla="*/ 57207 h 182142"/>
                  <a:gd name="connsiteX43" fmla="*/ 4885375 w 4971491"/>
                  <a:gd name="connsiteY43" fmla="*/ 29335 h 182142"/>
                  <a:gd name="connsiteX44" fmla="*/ 4869810 w 4971491"/>
                  <a:gd name="connsiteY44" fmla="*/ 14624 h 182142"/>
                  <a:gd name="connsiteX45" fmla="*/ 4853757 w 4971491"/>
                  <a:gd name="connsiteY45" fmla="*/ 1026 h 182142"/>
                  <a:gd name="connsiteX46" fmla="*/ 4851563 w 4971491"/>
                  <a:gd name="connsiteY46" fmla="*/ 327 h 182142"/>
                  <a:gd name="connsiteX47" fmla="*/ 4784710 w 4971491"/>
                  <a:gd name="connsiteY47" fmla="*/ 371 h 182142"/>
                  <a:gd name="connsiteX48" fmla="*/ 4603252 w 4971491"/>
                  <a:gd name="connsiteY48" fmla="*/ 0 h 182142"/>
                  <a:gd name="connsiteX49" fmla="*/ 4421876 w 4971491"/>
                  <a:gd name="connsiteY49" fmla="*/ 2183 h 182142"/>
                  <a:gd name="connsiteX50" fmla="*/ 4240784 w 4971491"/>
                  <a:gd name="connsiteY50" fmla="*/ 5806 h 182142"/>
                  <a:gd name="connsiteX51" fmla="*/ 4059733 w 4971491"/>
                  <a:gd name="connsiteY51" fmla="*/ 7094 h 182142"/>
                  <a:gd name="connsiteX52" fmla="*/ 3878763 w 4971491"/>
                  <a:gd name="connsiteY52" fmla="*/ 7203 h 182142"/>
                  <a:gd name="connsiteX53" fmla="*/ 3697996 w 4971491"/>
                  <a:gd name="connsiteY53" fmla="*/ 6308 h 182142"/>
                  <a:gd name="connsiteX54" fmla="*/ 3517230 w 4971491"/>
                  <a:gd name="connsiteY54" fmla="*/ 3754 h 182142"/>
                  <a:gd name="connsiteX55" fmla="*/ 3336504 w 4971491"/>
                  <a:gd name="connsiteY55" fmla="*/ 3274 h 182142"/>
                  <a:gd name="connsiteX56" fmla="*/ 3155981 w 4971491"/>
                  <a:gd name="connsiteY56" fmla="*/ 5348 h 182142"/>
                  <a:gd name="connsiteX57" fmla="*/ 2975620 w 4971491"/>
                  <a:gd name="connsiteY57" fmla="*/ 7639 h 182142"/>
                  <a:gd name="connsiteX58" fmla="*/ 2795382 w 4971491"/>
                  <a:gd name="connsiteY58" fmla="*/ 9451 h 182142"/>
                  <a:gd name="connsiteX59" fmla="*/ 2615184 w 4971491"/>
                  <a:gd name="connsiteY59" fmla="*/ 11044 h 182142"/>
                  <a:gd name="connsiteX60" fmla="*/ 2435149 w 4971491"/>
                  <a:gd name="connsiteY60" fmla="*/ 12157 h 182142"/>
                  <a:gd name="connsiteX61" fmla="*/ 2255236 w 4971491"/>
                  <a:gd name="connsiteY61" fmla="*/ 12899 h 182142"/>
                  <a:gd name="connsiteX62" fmla="*/ 1895734 w 4971491"/>
                  <a:gd name="connsiteY62" fmla="*/ 16413 h 182142"/>
                  <a:gd name="connsiteX63" fmla="*/ 1716146 w 4971491"/>
                  <a:gd name="connsiteY63" fmla="*/ 17636 h 182142"/>
                  <a:gd name="connsiteX64" fmla="*/ 1536680 w 4971491"/>
                  <a:gd name="connsiteY64" fmla="*/ 18334 h 182142"/>
                  <a:gd name="connsiteX65" fmla="*/ 1357335 w 4971491"/>
                  <a:gd name="connsiteY65" fmla="*/ 18553 h 182142"/>
                  <a:gd name="connsiteX66" fmla="*/ 1178113 w 4971491"/>
                  <a:gd name="connsiteY66" fmla="*/ 18138 h 182142"/>
                  <a:gd name="connsiteX67" fmla="*/ 820034 w 4971491"/>
                  <a:gd name="connsiteY67" fmla="*/ 17658 h 182142"/>
                  <a:gd name="connsiteX68" fmla="*/ 462442 w 4971491"/>
                  <a:gd name="connsiteY68" fmla="*/ 15060 h 182142"/>
                  <a:gd name="connsiteX69" fmla="*/ 283789 w 4971491"/>
                  <a:gd name="connsiteY69" fmla="*/ 12921 h 182142"/>
                  <a:gd name="connsiteX70" fmla="*/ 281757 w 4971491"/>
                  <a:gd name="connsiteY70" fmla="*/ 13445 h 182142"/>
                  <a:gd name="connsiteX71" fmla="*/ 243962 w 4971491"/>
                  <a:gd name="connsiteY71" fmla="*/ 39026 h 182142"/>
                  <a:gd name="connsiteX72" fmla="*/ 205191 w 4971491"/>
                  <a:gd name="connsiteY72" fmla="*/ 63166 h 182142"/>
                  <a:gd name="connsiteX73" fmla="*/ 165527 w 4971491"/>
                  <a:gd name="connsiteY73" fmla="*/ 87241 h 182142"/>
                  <a:gd name="connsiteX74" fmla="*/ 124887 w 4971491"/>
                  <a:gd name="connsiteY74" fmla="*/ 111643 h 182142"/>
                  <a:gd name="connsiteX75" fmla="*/ 83312 w 4971491"/>
                  <a:gd name="connsiteY75" fmla="*/ 135674 h 182142"/>
                  <a:gd name="connsiteX76" fmla="*/ 40681 w 4971491"/>
                  <a:gd name="connsiteY76" fmla="*/ 159705 h 182142"/>
                  <a:gd name="connsiteX77" fmla="*/ 0 w 4971491"/>
                  <a:gd name="connsiteY77" fmla="*/ 182099 h 182142"/>
                  <a:gd name="connsiteX78" fmla="*/ 7234 w 4971491"/>
                  <a:gd name="connsiteY78" fmla="*/ 182099 h 18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971491" h="182142">
                    <a:moveTo>
                      <a:pt x="7274" y="182142"/>
                    </a:moveTo>
                    <a:lnTo>
                      <a:pt x="44298" y="161735"/>
                    </a:lnTo>
                    <a:lnTo>
                      <a:pt x="86970" y="137660"/>
                    </a:lnTo>
                    <a:lnTo>
                      <a:pt x="128626" y="113629"/>
                    </a:lnTo>
                    <a:lnTo>
                      <a:pt x="169266" y="89227"/>
                    </a:lnTo>
                    <a:lnTo>
                      <a:pt x="209011" y="65087"/>
                    </a:lnTo>
                    <a:lnTo>
                      <a:pt x="247863" y="40903"/>
                    </a:lnTo>
                    <a:lnTo>
                      <a:pt x="284968" y="15802"/>
                    </a:lnTo>
                    <a:lnTo>
                      <a:pt x="462361" y="17920"/>
                    </a:lnTo>
                    <a:lnTo>
                      <a:pt x="819993" y="20539"/>
                    </a:lnTo>
                    <a:lnTo>
                      <a:pt x="999053" y="20757"/>
                    </a:lnTo>
                    <a:lnTo>
                      <a:pt x="1357376" y="21455"/>
                    </a:lnTo>
                    <a:lnTo>
                      <a:pt x="1536761" y="21237"/>
                    </a:lnTo>
                    <a:lnTo>
                      <a:pt x="1716227" y="20495"/>
                    </a:lnTo>
                    <a:lnTo>
                      <a:pt x="1895816" y="19316"/>
                    </a:lnTo>
                    <a:lnTo>
                      <a:pt x="2255317" y="15802"/>
                    </a:lnTo>
                    <a:lnTo>
                      <a:pt x="2435230" y="15060"/>
                    </a:lnTo>
                    <a:lnTo>
                      <a:pt x="2615306" y="13882"/>
                    </a:lnTo>
                    <a:lnTo>
                      <a:pt x="2757465" y="12659"/>
                    </a:lnTo>
                    <a:lnTo>
                      <a:pt x="2975742" y="10520"/>
                    </a:lnTo>
                    <a:lnTo>
                      <a:pt x="3156103" y="8163"/>
                    </a:lnTo>
                    <a:lnTo>
                      <a:pt x="3336504" y="6090"/>
                    </a:lnTo>
                    <a:lnTo>
                      <a:pt x="3517067" y="6613"/>
                    </a:lnTo>
                    <a:lnTo>
                      <a:pt x="3697834" y="9123"/>
                    </a:lnTo>
                    <a:lnTo>
                      <a:pt x="3878722" y="10084"/>
                    </a:lnTo>
                    <a:lnTo>
                      <a:pt x="4059692" y="9975"/>
                    </a:lnTo>
                    <a:lnTo>
                      <a:pt x="4240865" y="8687"/>
                    </a:lnTo>
                    <a:lnTo>
                      <a:pt x="4422039" y="5064"/>
                    </a:lnTo>
                    <a:lnTo>
                      <a:pt x="4603212" y="2881"/>
                    </a:lnTo>
                    <a:lnTo>
                      <a:pt x="4784669" y="3252"/>
                    </a:lnTo>
                    <a:lnTo>
                      <a:pt x="4850140" y="3187"/>
                    </a:lnTo>
                    <a:lnTo>
                      <a:pt x="4864933" y="15650"/>
                    </a:lnTo>
                    <a:lnTo>
                      <a:pt x="4880702" y="30470"/>
                    </a:lnTo>
                    <a:lnTo>
                      <a:pt x="4896754" y="57644"/>
                    </a:lnTo>
                    <a:lnTo>
                      <a:pt x="4913823" y="91802"/>
                    </a:lnTo>
                    <a:lnTo>
                      <a:pt x="4931095" y="123516"/>
                    </a:lnTo>
                    <a:lnTo>
                      <a:pt x="4948774" y="154095"/>
                    </a:lnTo>
                    <a:lnTo>
                      <a:pt x="4966127" y="182121"/>
                    </a:lnTo>
                    <a:lnTo>
                      <a:pt x="4971491" y="182121"/>
                    </a:lnTo>
                    <a:lnTo>
                      <a:pt x="4954016" y="153921"/>
                    </a:lnTo>
                    <a:lnTo>
                      <a:pt x="4936256" y="123123"/>
                    </a:lnTo>
                    <a:lnTo>
                      <a:pt x="4919106" y="91737"/>
                    </a:lnTo>
                    <a:lnTo>
                      <a:pt x="4901834" y="57207"/>
                    </a:lnTo>
                    <a:lnTo>
                      <a:pt x="4885375" y="29335"/>
                    </a:lnTo>
                    <a:lnTo>
                      <a:pt x="4869810" y="14624"/>
                    </a:lnTo>
                    <a:lnTo>
                      <a:pt x="4853757" y="1026"/>
                    </a:lnTo>
                    <a:cubicBezTo>
                      <a:pt x="4853351" y="589"/>
                      <a:pt x="4852457" y="327"/>
                      <a:pt x="4851563" y="327"/>
                    </a:cubicBezTo>
                    <a:lnTo>
                      <a:pt x="4784710" y="371"/>
                    </a:lnTo>
                    <a:lnTo>
                      <a:pt x="4603252" y="0"/>
                    </a:lnTo>
                    <a:lnTo>
                      <a:pt x="4421876" y="2183"/>
                    </a:lnTo>
                    <a:lnTo>
                      <a:pt x="4240784" y="5806"/>
                    </a:lnTo>
                    <a:lnTo>
                      <a:pt x="4059733" y="7094"/>
                    </a:lnTo>
                    <a:lnTo>
                      <a:pt x="3878763" y="7203"/>
                    </a:lnTo>
                    <a:lnTo>
                      <a:pt x="3697996" y="6308"/>
                    </a:lnTo>
                    <a:lnTo>
                      <a:pt x="3517230" y="3754"/>
                    </a:lnTo>
                    <a:lnTo>
                      <a:pt x="3336504" y="3274"/>
                    </a:lnTo>
                    <a:lnTo>
                      <a:pt x="3155981" y="5348"/>
                    </a:lnTo>
                    <a:lnTo>
                      <a:pt x="2975620" y="7639"/>
                    </a:lnTo>
                    <a:lnTo>
                      <a:pt x="2795382" y="9451"/>
                    </a:lnTo>
                    <a:lnTo>
                      <a:pt x="2615184" y="11044"/>
                    </a:lnTo>
                    <a:lnTo>
                      <a:pt x="2435149" y="12157"/>
                    </a:lnTo>
                    <a:lnTo>
                      <a:pt x="2255236" y="12899"/>
                    </a:lnTo>
                    <a:lnTo>
                      <a:pt x="1895734" y="16413"/>
                    </a:lnTo>
                    <a:lnTo>
                      <a:pt x="1716146" y="17636"/>
                    </a:lnTo>
                    <a:lnTo>
                      <a:pt x="1536680" y="18334"/>
                    </a:lnTo>
                    <a:lnTo>
                      <a:pt x="1357335" y="18553"/>
                    </a:lnTo>
                    <a:lnTo>
                      <a:pt x="1178113" y="18138"/>
                    </a:lnTo>
                    <a:lnTo>
                      <a:pt x="820034" y="17658"/>
                    </a:lnTo>
                    <a:lnTo>
                      <a:pt x="462442" y="15060"/>
                    </a:lnTo>
                    <a:lnTo>
                      <a:pt x="283789" y="12921"/>
                    </a:lnTo>
                    <a:cubicBezTo>
                      <a:pt x="282976" y="12965"/>
                      <a:pt x="282245" y="13074"/>
                      <a:pt x="281757" y="13445"/>
                    </a:cubicBezTo>
                    <a:lnTo>
                      <a:pt x="243962" y="39026"/>
                    </a:lnTo>
                    <a:lnTo>
                      <a:pt x="205191" y="63166"/>
                    </a:lnTo>
                    <a:lnTo>
                      <a:pt x="165527" y="87241"/>
                    </a:lnTo>
                    <a:lnTo>
                      <a:pt x="124887" y="111643"/>
                    </a:lnTo>
                    <a:lnTo>
                      <a:pt x="83312" y="135674"/>
                    </a:lnTo>
                    <a:lnTo>
                      <a:pt x="40681" y="159705"/>
                    </a:lnTo>
                    <a:lnTo>
                      <a:pt x="0" y="182099"/>
                    </a:lnTo>
                    <a:lnTo>
                      <a:pt x="7234" y="18209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6" name="Freeform: Shape 625">
                <a:extLst>
                  <a:ext uri="{FF2B5EF4-FFF2-40B4-BE49-F238E27FC236}">
                    <a16:creationId xmlns:a16="http://schemas.microsoft.com/office/drawing/2014/main" id="{E9F3CB97-CA7B-40DA-8F1B-514442442CF2}"/>
                  </a:ext>
                </a:extLst>
              </p:cNvPr>
              <p:cNvSpPr/>
              <p:nvPr/>
            </p:nvSpPr>
            <p:spPr>
              <a:xfrm>
                <a:off x="6950040" y="5990297"/>
                <a:ext cx="1079123" cy="22531"/>
              </a:xfrm>
              <a:custGeom>
                <a:avLst/>
                <a:gdLst>
                  <a:gd name="connsiteX0" fmla="*/ 1076563 w 1079123"/>
                  <a:gd name="connsiteY0" fmla="*/ 22531 h 22531"/>
                  <a:gd name="connsiteX1" fmla="*/ 1076563 w 1079123"/>
                  <a:gd name="connsiteY1" fmla="*/ 22531 h 22531"/>
                  <a:gd name="connsiteX2" fmla="*/ 75437 w 1079123"/>
                  <a:gd name="connsiteY2" fmla="*/ 21091 h 22531"/>
                  <a:gd name="connsiteX3" fmla="*/ 15615 w 1079123"/>
                  <a:gd name="connsiteY3" fmla="*/ 18690 h 22531"/>
                  <a:gd name="connsiteX4" fmla="*/ 13543 w 1079123"/>
                  <a:gd name="connsiteY4" fmla="*/ 17882 h 22531"/>
                  <a:gd name="connsiteX5" fmla="*/ 253 w 1079123"/>
                  <a:gd name="connsiteY5" fmla="*/ 2014 h 22531"/>
                  <a:gd name="connsiteX6" fmla="*/ 1432 w 1079123"/>
                  <a:gd name="connsiteY6" fmla="*/ 159 h 22531"/>
                  <a:gd name="connsiteX7" fmla="*/ 4805 w 1079123"/>
                  <a:gd name="connsiteY7" fmla="*/ 792 h 22531"/>
                  <a:gd name="connsiteX8" fmla="*/ 17485 w 1079123"/>
                  <a:gd name="connsiteY8" fmla="*/ 15918 h 22531"/>
                  <a:gd name="connsiteX9" fmla="*/ 75641 w 1079123"/>
                  <a:gd name="connsiteY9" fmla="*/ 18275 h 22531"/>
                  <a:gd name="connsiteX10" fmla="*/ 1076644 w 1079123"/>
                  <a:gd name="connsiteY10" fmla="*/ 19716 h 22531"/>
                  <a:gd name="connsiteX11" fmla="*/ 1079124 w 1079123"/>
                  <a:gd name="connsiteY11" fmla="*/ 21156 h 22531"/>
                  <a:gd name="connsiteX12" fmla="*/ 1076563 w 1079123"/>
                  <a:gd name="connsiteY12" fmla="*/ 22531 h 22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9123" h="22531">
                    <a:moveTo>
                      <a:pt x="1076563" y="22531"/>
                    </a:moveTo>
                    <a:lnTo>
                      <a:pt x="1076563" y="22531"/>
                    </a:lnTo>
                    <a:lnTo>
                      <a:pt x="75437" y="21091"/>
                    </a:lnTo>
                    <a:lnTo>
                      <a:pt x="15615" y="18690"/>
                    </a:lnTo>
                    <a:cubicBezTo>
                      <a:pt x="14721" y="18646"/>
                      <a:pt x="13949" y="18319"/>
                      <a:pt x="13543" y="17882"/>
                    </a:cubicBezTo>
                    <a:lnTo>
                      <a:pt x="253" y="2014"/>
                    </a:lnTo>
                    <a:cubicBezTo>
                      <a:pt x="-356" y="1272"/>
                      <a:pt x="172" y="465"/>
                      <a:pt x="1432" y="159"/>
                    </a:cubicBezTo>
                    <a:cubicBezTo>
                      <a:pt x="2732" y="-212"/>
                      <a:pt x="4196" y="94"/>
                      <a:pt x="4805" y="792"/>
                    </a:cubicBezTo>
                    <a:lnTo>
                      <a:pt x="17485" y="15918"/>
                    </a:lnTo>
                    <a:lnTo>
                      <a:pt x="75641" y="18275"/>
                    </a:lnTo>
                    <a:lnTo>
                      <a:pt x="1076644" y="19716"/>
                    </a:lnTo>
                    <a:cubicBezTo>
                      <a:pt x="1078026" y="19716"/>
                      <a:pt x="1079124" y="20349"/>
                      <a:pt x="1079124" y="21156"/>
                    </a:cubicBezTo>
                    <a:cubicBezTo>
                      <a:pt x="1079124" y="21898"/>
                      <a:pt x="1078026" y="22531"/>
                      <a:pt x="1076563" y="2253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7" name="Freeform: Shape 626">
                <a:extLst>
                  <a:ext uri="{FF2B5EF4-FFF2-40B4-BE49-F238E27FC236}">
                    <a16:creationId xmlns:a16="http://schemas.microsoft.com/office/drawing/2014/main" id="{6E8F5FF3-92FF-443C-B6B5-DBDDDB0E9490}"/>
                  </a:ext>
                </a:extLst>
              </p:cNvPr>
              <p:cNvSpPr/>
              <p:nvPr/>
            </p:nvSpPr>
            <p:spPr>
              <a:xfrm>
                <a:off x="5894100" y="6081720"/>
                <a:ext cx="149999" cy="821172"/>
              </a:xfrm>
              <a:custGeom>
                <a:avLst/>
                <a:gdLst>
                  <a:gd name="connsiteX0" fmla="*/ 5161 w 149999"/>
                  <a:gd name="connsiteY0" fmla="*/ 821172 h 821172"/>
                  <a:gd name="connsiteX1" fmla="*/ 25685 w 149999"/>
                  <a:gd name="connsiteY1" fmla="*/ 718959 h 821172"/>
                  <a:gd name="connsiteX2" fmla="*/ 38974 w 149999"/>
                  <a:gd name="connsiteY2" fmla="*/ 645949 h 821172"/>
                  <a:gd name="connsiteX3" fmla="*/ 43200 w 149999"/>
                  <a:gd name="connsiteY3" fmla="*/ 627876 h 821172"/>
                  <a:gd name="connsiteX4" fmla="*/ 59213 w 149999"/>
                  <a:gd name="connsiteY4" fmla="*/ 576388 h 821172"/>
                  <a:gd name="connsiteX5" fmla="*/ 66690 w 149999"/>
                  <a:gd name="connsiteY5" fmla="*/ 549061 h 821172"/>
                  <a:gd name="connsiteX6" fmla="*/ 70307 w 149999"/>
                  <a:gd name="connsiteY6" fmla="*/ 534044 h 821172"/>
                  <a:gd name="connsiteX7" fmla="*/ 80711 w 149999"/>
                  <a:gd name="connsiteY7" fmla="*/ 485873 h 821172"/>
                  <a:gd name="connsiteX8" fmla="*/ 84084 w 149999"/>
                  <a:gd name="connsiteY8" fmla="*/ 472231 h 821172"/>
                  <a:gd name="connsiteX9" fmla="*/ 95057 w 149999"/>
                  <a:gd name="connsiteY9" fmla="*/ 423995 h 821172"/>
                  <a:gd name="connsiteX10" fmla="*/ 99528 w 149999"/>
                  <a:gd name="connsiteY10" fmla="*/ 405333 h 821172"/>
                  <a:gd name="connsiteX11" fmla="*/ 104120 w 149999"/>
                  <a:gd name="connsiteY11" fmla="*/ 387916 h 821172"/>
                  <a:gd name="connsiteX12" fmla="*/ 108793 w 149999"/>
                  <a:gd name="connsiteY12" fmla="*/ 364692 h 821172"/>
                  <a:gd name="connsiteX13" fmla="*/ 113304 w 149999"/>
                  <a:gd name="connsiteY13" fmla="*/ 346096 h 821172"/>
                  <a:gd name="connsiteX14" fmla="*/ 117531 w 149999"/>
                  <a:gd name="connsiteY14" fmla="*/ 333633 h 821172"/>
                  <a:gd name="connsiteX15" fmla="*/ 121189 w 149999"/>
                  <a:gd name="connsiteY15" fmla="*/ 318769 h 821172"/>
                  <a:gd name="connsiteX16" fmla="*/ 124196 w 149999"/>
                  <a:gd name="connsiteY16" fmla="*/ 304014 h 821172"/>
                  <a:gd name="connsiteX17" fmla="*/ 126431 w 149999"/>
                  <a:gd name="connsiteY17" fmla="*/ 289631 h 821172"/>
                  <a:gd name="connsiteX18" fmla="*/ 128057 w 149999"/>
                  <a:gd name="connsiteY18" fmla="*/ 276142 h 821172"/>
                  <a:gd name="connsiteX19" fmla="*/ 128951 w 149999"/>
                  <a:gd name="connsiteY19" fmla="*/ 258812 h 821172"/>
                  <a:gd name="connsiteX20" fmla="*/ 128179 w 149999"/>
                  <a:gd name="connsiteY20" fmla="*/ 236003 h 821172"/>
                  <a:gd name="connsiteX21" fmla="*/ 125049 w 149999"/>
                  <a:gd name="connsiteY21" fmla="*/ 181175 h 821172"/>
                  <a:gd name="connsiteX22" fmla="*/ 123586 w 149999"/>
                  <a:gd name="connsiteY22" fmla="*/ 166835 h 821172"/>
                  <a:gd name="connsiteX23" fmla="*/ 122245 w 149999"/>
                  <a:gd name="connsiteY23" fmla="*/ 145357 h 821172"/>
                  <a:gd name="connsiteX24" fmla="*/ 122083 w 149999"/>
                  <a:gd name="connsiteY24" fmla="*/ 118882 h 821172"/>
                  <a:gd name="connsiteX25" fmla="*/ 122814 w 149999"/>
                  <a:gd name="connsiteY25" fmla="*/ 96706 h 821172"/>
                  <a:gd name="connsiteX26" fmla="*/ 124562 w 149999"/>
                  <a:gd name="connsiteY26" fmla="*/ 74377 h 821172"/>
                  <a:gd name="connsiteX27" fmla="*/ 127447 w 149999"/>
                  <a:gd name="connsiteY27" fmla="*/ 61696 h 821172"/>
                  <a:gd name="connsiteX28" fmla="*/ 131308 w 149999"/>
                  <a:gd name="connsiteY28" fmla="*/ 47138 h 821172"/>
                  <a:gd name="connsiteX29" fmla="*/ 135778 w 149999"/>
                  <a:gd name="connsiteY29" fmla="*/ 28280 h 821172"/>
                  <a:gd name="connsiteX30" fmla="*/ 143419 w 149999"/>
                  <a:gd name="connsiteY30" fmla="*/ 6584 h 821172"/>
                  <a:gd name="connsiteX31" fmla="*/ 149474 w 149999"/>
                  <a:gd name="connsiteY31" fmla="*/ 2262 h 821172"/>
                  <a:gd name="connsiteX32" fmla="*/ 148986 w 149999"/>
                  <a:gd name="connsiteY32" fmla="*/ 298 h 821172"/>
                  <a:gd name="connsiteX33" fmla="*/ 145451 w 149999"/>
                  <a:gd name="connsiteY33" fmla="*/ 560 h 821172"/>
                  <a:gd name="connsiteX34" fmla="*/ 139070 w 149999"/>
                  <a:gd name="connsiteY34" fmla="*/ 5144 h 821172"/>
                  <a:gd name="connsiteX35" fmla="*/ 138583 w 149999"/>
                  <a:gd name="connsiteY35" fmla="*/ 5733 h 821172"/>
                  <a:gd name="connsiteX36" fmla="*/ 130780 w 149999"/>
                  <a:gd name="connsiteY36" fmla="*/ 27843 h 821172"/>
                  <a:gd name="connsiteX37" fmla="*/ 126269 w 149999"/>
                  <a:gd name="connsiteY37" fmla="*/ 46767 h 821172"/>
                  <a:gd name="connsiteX38" fmla="*/ 122448 w 149999"/>
                  <a:gd name="connsiteY38" fmla="*/ 61303 h 821172"/>
                  <a:gd name="connsiteX39" fmla="*/ 119522 w 149999"/>
                  <a:gd name="connsiteY39" fmla="*/ 74094 h 821172"/>
                  <a:gd name="connsiteX40" fmla="*/ 117734 w 149999"/>
                  <a:gd name="connsiteY40" fmla="*/ 96640 h 821172"/>
                  <a:gd name="connsiteX41" fmla="*/ 117003 w 149999"/>
                  <a:gd name="connsiteY41" fmla="*/ 118860 h 821172"/>
                  <a:gd name="connsiteX42" fmla="*/ 117206 w 149999"/>
                  <a:gd name="connsiteY42" fmla="*/ 145401 h 821172"/>
                  <a:gd name="connsiteX43" fmla="*/ 118506 w 149999"/>
                  <a:gd name="connsiteY43" fmla="*/ 166987 h 821172"/>
                  <a:gd name="connsiteX44" fmla="*/ 119969 w 149999"/>
                  <a:gd name="connsiteY44" fmla="*/ 181327 h 821172"/>
                  <a:gd name="connsiteX45" fmla="*/ 123139 w 149999"/>
                  <a:gd name="connsiteY45" fmla="*/ 236047 h 821172"/>
                  <a:gd name="connsiteX46" fmla="*/ 123912 w 149999"/>
                  <a:gd name="connsiteY46" fmla="*/ 258746 h 821172"/>
                  <a:gd name="connsiteX47" fmla="*/ 122977 w 149999"/>
                  <a:gd name="connsiteY47" fmla="*/ 275945 h 821172"/>
                  <a:gd name="connsiteX48" fmla="*/ 121392 w 149999"/>
                  <a:gd name="connsiteY48" fmla="*/ 289369 h 821172"/>
                  <a:gd name="connsiteX49" fmla="*/ 119157 w 149999"/>
                  <a:gd name="connsiteY49" fmla="*/ 303709 h 821172"/>
                  <a:gd name="connsiteX50" fmla="*/ 116190 w 149999"/>
                  <a:gd name="connsiteY50" fmla="*/ 318354 h 821172"/>
                  <a:gd name="connsiteX51" fmla="*/ 112532 w 149999"/>
                  <a:gd name="connsiteY51" fmla="*/ 333109 h 821172"/>
                  <a:gd name="connsiteX52" fmla="*/ 108306 w 149999"/>
                  <a:gd name="connsiteY52" fmla="*/ 345638 h 821172"/>
                  <a:gd name="connsiteX53" fmla="*/ 103754 w 149999"/>
                  <a:gd name="connsiteY53" fmla="*/ 364343 h 821172"/>
                  <a:gd name="connsiteX54" fmla="*/ 99080 w 149999"/>
                  <a:gd name="connsiteY54" fmla="*/ 387523 h 821172"/>
                  <a:gd name="connsiteX55" fmla="*/ 94488 w 149999"/>
                  <a:gd name="connsiteY55" fmla="*/ 404940 h 821172"/>
                  <a:gd name="connsiteX56" fmla="*/ 90058 w 149999"/>
                  <a:gd name="connsiteY56" fmla="*/ 423646 h 821172"/>
                  <a:gd name="connsiteX57" fmla="*/ 85832 w 149999"/>
                  <a:gd name="connsiteY57" fmla="*/ 442940 h 821172"/>
                  <a:gd name="connsiteX58" fmla="*/ 75712 w 149999"/>
                  <a:gd name="connsiteY58" fmla="*/ 485458 h 821172"/>
                  <a:gd name="connsiteX59" fmla="*/ 68804 w 149999"/>
                  <a:gd name="connsiteY59" fmla="*/ 518220 h 821172"/>
                  <a:gd name="connsiteX60" fmla="*/ 61651 w 149999"/>
                  <a:gd name="connsiteY60" fmla="*/ 548603 h 821172"/>
                  <a:gd name="connsiteX61" fmla="*/ 54173 w 149999"/>
                  <a:gd name="connsiteY61" fmla="*/ 575886 h 821172"/>
                  <a:gd name="connsiteX62" fmla="*/ 38161 w 149999"/>
                  <a:gd name="connsiteY62" fmla="*/ 627418 h 821172"/>
                  <a:gd name="connsiteX63" fmla="*/ 33894 w 149999"/>
                  <a:gd name="connsiteY63" fmla="*/ 645600 h 821172"/>
                  <a:gd name="connsiteX64" fmla="*/ 25156 w 149999"/>
                  <a:gd name="connsiteY64" fmla="*/ 694622 h 821172"/>
                  <a:gd name="connsiteX65" fmla="*/ 0 w 149999"/>
                  <a:gd name="connsiteY65" fmla="*/ 821129 h 821172"/>
                  <a:gd name="connsiteX66" fmla="*/ 5121 w 149999"/>
                  <a:gd name="connsiteY66" fmla="*/ 821129 h 82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49999" h="821172">
                    <a:moveTo>
                      <a:pt x="5161" y="821172"/>
                    </a:moveTo>
                    <a:lnTo>
                      <a:pt x="25685" y="718959"/>
                    </a:lnTo>
                    <a:lnTo>
                      <a:pt x="38974" y="645949"/>
                    </a:lnTo>
                    <a:lnTo>
                      <a:pt x="43200" y="627876"/>
                    </a:lnTo>
                    <a:lnTo>
                      <a:pt x="59213" y="576388"/>
                    </a:lnTo>
                    <a:lnTo>
                      <a:pt x="66690" y="549061"/>
                    </a:lnTo>
                    <a:lnTo>
                      <a:pt x="70307" y="534044"/>
                    </a:lnTo>
                    <a:lnTo>
                      <a:pt x="80711" y="485873"/>
                    </a:lnTo>
                    <a:lnTo>
                      <a:pt x="84084" y="472231"/>
                    </a:lnTo>
                    <a:lnTo>
                      <a:pt x="95057" y="423995"/>
                    </a:lnTo>
                    <a:lnTo>
                      <a:pt x="99528" y="405333"/>
                    </a:lnTo>
                    <a:lnTo>
                      <a:pt x="104120" y="387916"/>
                    </a:lnTo>
                    <a:lnTo>
                      <a:pt x="108793" y="364692"/>
                    </a:lnTo>
                    <a:lnTo>
                      <a:pt x="113304" y="346096"/>
                    </a:lnTo>
                    <a:lnTo>
                      <a:pt x="117531" y="333633"/>
                    </a:lnTo>
                    <a:lnTo>
                      <a:pt x="121189" y="318769"/>
                    </a:lnTo>
                    <a:lnTo>
                      <a:pt x="124196" y="304014"/>
                    </a:lnTo>
                    <a:lnTo>
                      <a:pt x="126431" y="289631"/>
                    </a:lnTo>
                    <a:lnTo>
                      <a:pt x="128057" y="276142"/>
                    </a:lnTo>
                    <a:lnTo>
                      <a:pt x="128951" y="258812"/>
                    </a:lnTo>
                    <a:lnTo>
                      <a:pt x="128179" y="236003"/>
                    </a:lnTo>
                    <a:lnTo>
                      <a:pt x="125049" y="181175"/>
                    </a:lnTo>
                    <a:lnTo>
                      <a:pt x="123586" y="166835"/>
                    </a:lnTo>
                    <a:lnTo>
                      <a:pt x="122245" y="145357"/>
                    </a:lnTo>
                    <a:lnTo>
                      <a:pt x="122083" y="118882"/>
                    </a:lnTo>
                    <a:lnTo>
                      <a:pt x="122814" y="96706"/>
                    </a:lnTo>
                    <a:lnTo>
                      <a:pt x="124562" y="74377"/>
                    </a:lnTo>
                    <a:lnTo>
                      <a:pt x="127447" y="61696"/>
                    </a:lnTo>
                    <a:lnTo>
                      <a:pt x="131308" y="47138"/>
                    </a:lnTo>
                    <a:lnTo>
                      <a:pt x="135778" y="28280"/>
                    </a:lnTo>
                    <a:lnTo>
                      <a:pt x="143419" y="6584"/>
                    </a:lnTo>
                    <a:lnTo>
                      <a:pt x="149474" y="2262"/>
                    </a:lnTo>
                    <a:cubicBezTo>
                      <a:pt x="150328" y="1629"/>
                      <a:pt x="150124" y="778"/>
                      <a:pt x="148986" y="298"/>
                    </a:cubicBezTo>
                    <a:cubicBezTo>
                      <a:pt x="147889" y="-182"/>
                      <a:pt x="146304" y="-73"/>
                      <a:pt x="145451" y="560"/>
                    </a:cubicBezTo>
                    <a:lnTo>
                      <a:pt x="139070" y="5144"/>
                    </a:lnTo>
                    <a:cubicBezTo>
                      <a:pt x="138826" y="5296"/>
                      <a:pt x="138623" y="5515"/>
                      <a:pt x="138583" y="5733"/>
                    </a:cubicBezTo>
                    <a:lnTo>
                      <a:pt x="130780" y="27843"/>
                    </a:lnTo>
                    <a:lnTo>
                      <a:pt x="126269" y="46767"/>
                    </a:lnTo>
                    <a:lnTo>
                      <a:pt x="122448" y="61303"/>
                    </a:lnTo>
                    <a:lnTo>
                      <a:pt x="119522" y="74094"/>
                    </a:lnTo>
                    <a:lnTo>
                      <a:pt x="117734" y="96640"/>
                    </a:lnTo>
                    <a:lnTo>
                      <a:pt x="117003" y="118860"/>
                    </a:lnTo>
                    <a:lnTo>
                      <a:pt x="117206" y="145401"/>
                    </a:lnTo>
                    <a:lnTo>
                      <a:pt x="118506" y="166987"/>
                    </a:lnTo>
                    <a:lnTo>
                      <a:pt x="119969" y="181327"/>
                    </a:lnTo>
                    <a:lnTo>
                      <a:pt x="123139" y="236047"/>
                    </a:lnTo>
                    <a:lnTo>
                      <a:pt x="123912" y="258746"/>
                    </a:lnTo>
                    <a:lnTo>
                      <a:pt x="122977" y="275945"/>
                    </a:lnTo>
                    <a:lnTo>
                      <a:pt x="121392" y="289369"/>
                    </a:lnTo>
                    <a:lnTo>
                      <a:pt x="119157" y="303709"/>
                    </a:lnTo>
                    <a:lnTo>
                      <a:pt x="116190" y="318354"/>
                    </a:lnTo>
                    <a:lnTo>
                      <a:pt x="112532" y="333109"/>
                    </a:lnTo>
                    <a:lnTo>
                      <a:pt x="108306" y="345638"/>
                    </a:lnTo>
                    <a:lnTo>
                      <a:pt x="103754" y="364343"/>
                    </a:lnTo>
                    <a:lnTo>
                      <a:pt x="99080" y="387523"/>
                    </a:lnTo>
                    <a:lnTo>
                      <a:pt x="94488" y="404940"/>
                    </a:lnTo>
                    <a:lnTo>
                      <a:pt x="90058" y="423646"/>
                    </a:lnTo>
                    <a:lnTo>
                      <a:pt x="85832" y="442940"/>
                    </a:lnTo>
                    <a:lnTo>
                      <a:pt x="75712" y="485458"/>
                    </a:lnTo>
                    <a:lnTo>
                      <a:pt x="68804" y="518220"/>
                    </a:lnTo>
                    <a:lnTo>
                      <a:pt x="61651" y="548603"/>
                    </a:lnTo>
                    <a:lnTo>
                      <a:pt x="54173" y="575886"/>
                    </a:lnTo>
                    <a:lnTo>
                      <a:pt x="38161" y="627418"/>
                    </a:lnTo>
                    <a:lnTo>
                      <a:pt x="33894" y="645600"/>
                    </a:lnTo>
                    <a:lnTo>
                      <a:pt x="25156" y="694622"/>
                    </a:lnTo>
                    <a:lnTo>
                      <a:pt x="0" y="821129"/>
                    </a:lnTo>
                    <a:lnTo>
                      <a:pt x="5121" y="82112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8" name="Freeform: Shape 627">
                <a:extLst>
                  <a:ext uri="{FF2B5EF4-FFF2-40B4-BE49-F238E27FC236}">
                    <a16:creationId xmlns:a16="http://schemas.microsoft.com/office/drawing/2014/main" id="{E39466E0-F59B-48C1-B645-839473BCC99B}"/>
                  </a:ext>
                </a:extLst>
              </p:cNvPr>
              <p:cNvSpPr/>
              <p:nvPr/>
            </p:nvSpPr>
            <p:spPr>
              <a:xfrm>
                <a:off x="11308061" y="5760965"/>
                <a:ext cx="883938" cy="27922"/>
              </a:xfrm>
              <a:custGeom>
                <a:avLst/>
                <a:gdLst>
                  <a:gd name="connsiteX0" fmla="*/ 883938 w 883938"/>
                  <a:gd name="connsiteY0" fmla="*/ 24911 h 27922"/>
                  <a:gd name="connsiteX1" fmla="*/ 860733 w 883938"/>
                  <a:gd name="connsiteY1" fmla="*/ 25129 h 27922"/>
                  <a:gd name="connsiteX2" fmla="*/ 834357 w 883938"/>
                  <a:gd name="connsiteY2" fmla="*/ 23645 h 27922"/>
                  <a:gd name="connsiteX3" fmla="*/ 809851 w 883938"/>
                  <a:gd name="connsiteY3" fmla="*/ 21200 h 27922"/>
                  <a:gd name="connsiteX4" fmla="*/ 765188 w 883938"/>
                  <a:gd name="connsiteY4" fmla="*/ 14478 h 27922"/>
                  <a:gd name="connsiteX5" fmla="*/ 763115 w 883938"/>
                  <a:gd name="connsiteY5" fmla="*/ 14630 h 27922"/>
                  <a:gd name="connsiteX6" fmla="*/ 761409 w 883938"/>
                  <a:gd name="connsiteY6" fmla="*/ 15263 h 27922"/>
                  <a:gd name="connsiteX7" fmla="*/ 736130 w 883938"/>
                  <a:gd name="connsiteY7" fmla="*/ 13866 h 27922"/>
                  <a:gd name="connsiteX8" fmla="*/ 340337 w 883938"/>
                  <a:gd name="connsiteY8" fmla="*/ 7057 h 27922"/>
                  <a:gd name="connsiteX9" fmla="*/ 274460 w 883938"/>
                  <a:gd name="connsiteY9" fmla="*/ 5681 h 27922"/>
                  <a:gd name="connsiteX10" fmla="*/ 208461 w 883938"/>
                  <a:gd name="connsiteY10" fmla="*/ 3979 h 27922"/>
                  <a:gd name="connsiteX11" fmla="*/ 142583 w 883938"/>
                  <a:gd name="connsiteY11" fmla="*/ 2975 h 27922"/>
                  <a:gd name="connsiteX12" fmla="*/ 76787 w 883938"/>
                  <a:gd name="connsiteY12" fmla="*/ 2167 h 27922"/>
                  <a:gd name="connsiteX13" fmla="*/ 11397 w 883938"/>
                  <a:gd name="connsiteY13" fmla="*/ 1098 h 27922"/>
                  <a:gd name="connsiteX14" fmla="*/ 3147 w 883938"/>
                  <a:gd name="connsiteY14" fmla="*/ 28 h 27922"/>
                  <a:gd name="connsiteX15" fmla="*/ 59 w 883938"/>
                  <a:gd name="connsiteY15" fmla="*/ 1098 h 27922"/>
                  <a:gd name="connsiteX16" fmla="*/ 1928 w 883938"/>
                  <a:gd name="connsiteY16" fmla="*/ 2800 h 27922"/>
                  <a:gd name="connsiteX17" fmla="*/ 10666 w 883938"/>
                  <a:gd name="connsiteY17" fmla="*/ 3870 h 27922"/>
                  <a:gd name="connsiteX18" fmla="*/ 76543 w 883938"/>
                  <a:gd name="connsiteY18" fmla="*/ 4939 h 27922"/>
                  <a:gd name="connsiteX19" fmla="*/ 142339 w 883938"/>
                  <a:gd name="connsiteY19" fmla="*/ 5791 h 27922"/>
                  <a:gd name="connsiteX20" fmla="*/ 208217 w 883938"/>
                  <a:gd name="connsiteY20" fmla="*/ 6816 h 27922"/>
                  <a:gd name="connsiteX21" fmla="*/ 274094 w 883938"/>
                  <a:gd name="connsiteY21" fmla="*/ 8519 h 27922"/>
                  <a:gd name="connsiteX22" fmla="*/ 340175 w 883938"/>
                  <a:gd name="connsiteY22" fmla="*/ 9916 h 27922"/>
                  <a:gd name="connsiteX23" fmla="*/ 603888 w 883938"/>
                  <a:gd name="connsiteY23" fmla="*/ 14281 h 27922"/>
                  <a:gd name="connsiteX24" fmla="*/ 669887 w 883938"/>
                  <a:gd name="connsiteY24" fmla="*/ 15613 h 27922"/>
                  <a:gd name="connsiteX25" fmla="*/ 735765 w 883938"/>
                  <a:gd name="connsiteY25" fmla="*/ 16726 h 27922"/>
                  <a:gd name="connsiteX26" fmla="*/ 761774 w 883938"/>
                  <a:gd name="connsiteY26" fmla="*/ 18166 h 27922"/>
                  <a:gd name="connsiteX27" fmla="*/ 763482 w 883938"/>
                  <a:gd name="connsiteY27" fmla="*/ 17904 h 27922"/>
                  <a:gd name="connsiteX28" fmla="*/ 764944 w 883938"/>
                  <a:gd name="connsiteY28" fmla="*/ 17380 h 27922"/>
                  <a:gd name="connsiteX29" fmla="*/ 808591 w 883938"/>
                  <a:gd name="connsiteY29" fmla="*/ 23928 h 27922"/>
                  <a:gd name="connsiteX30" fmla="*/ 833504 w 883938"/>
                  <a:gd name="connsiteY30" fmla="*/ 26438 h 27922"/>
                  <a:gd name="connsiteX31" fmla="*/ 860489 w 883938"/>
                  <a:gd name="connsiteY31" fmla="*/ 27923 h 27922"/>
                  <a:gd name="connsiteX32" fmla="*/ 883897 w 883938"/>
                  <a:gd name="connsiteY32" fmla="*/ 27704 h 27922"/>
                  <a:gd name="connsiteX33" fmla="*/ 883897 w 883938"/>
                  <a:gd name="connsiteY33" fmla="*/ 24932 h 2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83938" h="27922">
                    <a:moveTo>
                      <a:pt x="883938" y="24911"/>
                    </a:moveTo>
                    <a:lnTo>
                      <a:pt x="860733" y="25129"/>
                    </a:lnTo>
                    <a:lnTo>
                      <a:pt x="834357" y="23645"/>
                    </a:lnTo>
                    <a:lnTo>
                      <a:pt x="809851" y="21200"/>
                    </a:lnTo>
                    <a:lnTo>
                      <a:pt x="765188" y="14478"/>
                    </a:lnTo>
                    <a:cubicBezTo>
                      <a:pt x="764498" y="14325"/>
                      <a:pt x="763684" y="14434"/>
                      <a:pt x="763115" y="14630"/>
                    </a:cubicBezTo>
                    <a:lnTo>
                      <a:pt x="761409" y="15263"/>
                    </a:lnTo>
                    <a:lnTo>
                      <a:pt x="736130" y="13866"/>
                    </a:lnTo>
                    <a:lnTo>
                      <a:pt x="340337" y="7057"/>
                    </a:lnTo>
                    <a:lnTo>
                      <a:pt x="274460" y="5681"/>
                    </a:lnTo>
                    <a:lnTo>
                      <a:pt x="208461" y="3979"/>
                    </a:lnTo>
                    <a:lnTo>
                      <a:pt x="142583" y="2975"/>
                    </a:lnTo>
                    <a:lnTo>
                      <a:pt x="76787" y="2167"/>
                    </a:lnTo>
                    <a:lnTo>
                      <a:pt x="11397" y="1098"/>
                    </a:lnTo>
                    <a:lnTo>
                      <a:pt x="3147" y="28"/>
                    </a:lnTo>
                    <a:cubicBezTo>
                      <a:pt x="1765" y="-124"/>
                      <a:pt x="384" y="356"/>
                      <a:pt x="59" y="1098"/>
                    </a:cubicBezTo>
                    <a:cubicBezTo>
                      <a:pt x="-226" y="1840"/>
                      <a:pt x="546" y="2648"/>
                      <a:pt x="1928" y="2800"/>
                    </a:cubicBezTo>
                    <a:lnTo>
                      <a:pt x="10666" y="3870"/>
                    </a:lnTo>
                    <a:lnTo>
                      <a:pt x="76543" y="4939"/>
                    </a:lnTo>
                    <a:lnTo>
                      <a:pt x="142339" y="5791"/>
                    </a:lnTo>
                    <a:lnTo>
                      <a:pt x="208217" y="6816"/>
                    </a:lnTo>
                    <a:lnTo>
                      <a:pt x="274094" y="8519"/>
                    </a:lnTo>
                    <a:lnTo>
                      <a:pt x="340175" y="9916"/>
                    </a:lnTo>
                    <a:lnTo>
                      <a:pt x="603888" y="14281"/>
                    </a:lnTo>
                    <a:lnTo>
                      <a:pt x="669887" y="15613"/>
                    </a:lnTo>
                    <a:lnTo>
                      <a:pt x="735765" y="16726"/>
                    </a:lnTo>
                    <a:lnTo>
                      <a:pt x="761774" y="18166"/>
                    </a:lnTo>
                    <a:cubicBezTo>
                      <a:pt x="762384" y="18210"/>
                      <a:pt x="762953" y="18101"/>
                      <a:pt x="763482" y="17904"/>
                    </a:cubicBezTo>
                    <a:lnTo>
                      <a:pt x="764944" y="17380"/>
                    </a:lnTo>
                    <a:lnTo>
                      <a:pt x="808591" y="23928"/>
                    </a:lnTo>
                    <a:lnTo>
                      <a:pt x="833504" y="26438"/>
                    </a:lnTo>
                    <a:lnTo>
                      <a:pt x="860489" y="27923"/>
                    </a:lnTo>
                    <a:lnTo>
                      <a:pt x="883897" y="27704"/>
                    </a:lnTo>
                    <a:lnTo>
                      <a:pt x="883897" y="249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29" name="Freeform: Shape 628">
                <a:extLst>
                  <a:ext uri="{FF2B5EF4-FFF2-40B4-BE49-F238E27FC236}">
                    <a16:creationId xmlns:a16="http://schemas.microsoft.com/office/drawing/2014/main" id="{24DE05BC-7DED-4B9C-9393-EAD4218A8457}"/>
                  </a:ext>
                </a:extLst>
              </p:cNvPr>
              <p:cNvSpPr/>
              <p:nvPr/>
            </p:nvSpPr>
            <p:spPr>
              <a:xfrm>
                <a:off x="6850659" y="5544811"/>
                <a:ext cx="386760" cy="41134"/>
              </a:xfrm>
              <a:custGeom>
                <a:avLst/>
                <a:gdLst>
                  <a:gd name="connsiteX0" fmla="*/ 7056 w 386760"/>
                  <a:gd name="connsiteY0" fmla="*/ 41134 h 41134"/>
                  <a:gd name="connsiteX1" fmla="*/ 4780 w 386760"/>
                  <a:gd name="connsiteY1" fmla="*/ 40349 h 41134"/>
                  <a:gd name="connsiteX2" fmla="*/ 1814 w 386760"/>
                  <a:gd name="connsiteY2" fmla="*/ 36878 h 41134"/>
                  <a:gd name="connsiteX3" fmla="*/ 147 w 386760"/>
                  <a:gd name="connsiteY3" fmla="*/ 34106 h 41134"/>
                  <a:gd name="connsiteX4" fmla="*/ 1732 w 386760"/>
                  <a:gd name="connsiteY4" fmla="*/ 32360 h 41134"/>
                  <a:gd name="connsiteX5" fmla="*/ 5024 w 386760"/>
                  <a:gd name="connsiteY5" fmla="*/ 33211 h 41134"/>
                  <a:gd name="connsiteX6" fmla="*/ 8601 w 386760"/>
                  <a:gd name="connsiteY6" fmla="*/ 38275 h 41134"/>
                  <a:gd name="connsiteX7" fmla="*/ 71308 w 386760"/>
                  <a:gd name="connsiteY7" fmla="*/ 36136 h 41134"/>
                  <a:gd name="connsiteX8" fmla="*/ 148809 w 386760"/>
                  <a:gd name="connsiteY8" fmla="*/ 29523 h 41134"/>
                  <a:gd name="connsiteX9" fmla="*/ 299339 w 386760"/>
                  <a:gd name="connsiteY9" fmla="*/ 9660 h 41134"/>
                  <a:gd name="connsiteX10" fmla="*/ 373060 w 386760"/>
                  <a:gd name="connsiteY10" fmla="*/ 821 h 41134"/>
                  <a:gd name="connsiteX11" fmla="*/ 383870 w 386760"/>
                  <a:gd name="connsiteY11" fmla="*/ 13 h 41134"/>
                  <a:gd name="connsiteX12" fmla="*/ 386756 w 386760"/>
                  <a:gd name="connsiteY12" fmla="*/ 1235 h 41134"/>
                  <a:gd name="connsiteX13" fmla="*/ 384480 w 386760"/>
                  <a:gd name="connsiteY13" fmla="*/ 2829 h 41134"/>
                  <a:gd name="connsiteX14" fmla="*/ 373873 w 386760"/>
                  <a:gd name="connsiteY14" fmla="*/ 3571 h 41134"/>
                  <a:gd name="connsiteX15" fmla="*/ 300477 w 386760"/>
                  <a:gd name="connsiteY15" fmla="*/ 12367 h 41134"/>
                  <a:gd name="connsiteX16" fmla="*/ 149865 w 386760"/>
                  <a:gd name="connsiteY16" fmla="*/ 32295 h 41134"/>
                  <a:gd name="connsiteX17" fmla="*/ 71999 w 386760"/>
                  <a:gd name="connsiteY17" fmla="*/ 38908 h 41134"/>
                  <a:gd name="connsiteX18" fmla="*/ 7300 w 386760"/>
                  <a:gd name="connsiteY18" fmla="*/ 41134 h 41134"/>
                  <a:gd name="connsiteX19" fmla="*/ 7219 w 386760"/>
                  <a:gd name="connsiteY19" fmla="*/ 41134 h 4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6760" h="41134">
                    <a:moveTo>
                      <a:pt x="7056" y="41134"/>
                    </a:moveTo>
                    <a:cubicBezTo>
                      <a:pt x="6081" y="41134"/>
                      <a:pt x="5187" y="40829"/>
                      <a:pt x="4780" y="40349"/>
                    </a:cubicBezTo>
                    <a:lnTo>
                      <a:pt x="1814" y="36878"/>
                    </a:lnTo>
                    <a:lnTo>
                      <a:pt x="147" y="34106"/>
                    </a:lnTo>
                    <a:cubicBezTo>
                      <a:pt x="-340" y="33364"/>
                      <a:pt x="432" y="32556"/>
                      <a:pt x="1732" y="32360"/>
                    </a:cubicBezTo>
                    <a:cubicBezTo>
                      <a:pt x="3114" y="32098"/>
                      <a:pt x="4496" y="32469"/>
                      <a:pt x="5024" y="33211"/>
                    </a:cubicBezTo>
                    <a:lnTo>
                      <a:pt x="8601" y="38275"/>
                    </a:lnTo>
                    <a:lnTo>
                      <a:pt x="71308" y="36136"/>
                    </a:lnTo>
                    <a:lnTo>
                      <a:pt x="148809" y="29523"/>
                    </a:lnTo>
                    <a:lnTo>
                      <a:pt x="299339" y="9660"/>
                    </a:lnTo>
                    <a:lnTo>
                      <a:pt x="373060" y="821"/>
                    </a:lnTo>
                    <a:lnTo>
                      <a:pt x="383870" y="13"/>
                    </a:lnTo>
                    <a:cubicBezTo>
                      <a:pt x="385333" y="-96"/>
                      <a:pt x="386553" y="493"/>
                      <a:pt x="386756" y="1235"/>
                    </a:cubicBezTo>
                    <a:cubicBezTo>
                      <a:pt x="386837" y="2043"/>
                      <a:pt x="385862" y="2720"/>
                      <a:pt x="384480" y="2829"/>
                    </a:cubicBezTo>
                    <a:lnTo>
                      <a:pt x="373873" y="3571"/>
                    </a:lnTo>
                    <a:lnTo>
                      <a:pt x="300477" y="12367"/>
                    </a:lnTo>
                    <a:lnTo>
                      <a:pt x="149865" y="32295"/>
                    </a:lnTo>
                    <a:lnTo>
                      <a:pt x="71999" y="38908"/>
                    </a:lnTo>
                    <a:lnTo>
                      <a:pt x="7300" y="41134"/>
                    </a:lnTo>
                    <a:lnTo>
                      <a:pt x="7219" y="4113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0" name="Freeform: Shape 629">
                <a:extLst>
                  <a:ext uri="{FF2B5EF4-FFF2-40B4-BE49-F238E27FC236}">
                    <a16:creationId xmlns:a16="http://schemas.microsoft.com/office/drawing/2014/main" id="{708A4217-4752-4A39-8366-98C0B2BDC3E5}"/>
                  </a:ext>
                </a:extLst>
              </p:cNvPr>
              <p:cNvSpPr/>
              <p:nvPr/>
            </p:nvSpPr>
            <p:spPr>
              <a:xfrm>
                <a:off x="5206810" y="6065976"/>
                <a:ext cx="2952848" cy="11786"/>
              </a:xfrm>
              <a:custGeom>
                <a:avLst/>
                <a:gdLst>
                  <a:gd name="connsiteX0" fmla="*/ 2506 w 2952848"/>
                  <a:gd name="connsiteY0" fmla="*/ 11765 h 11786"/>
                  <a:gd name="connsiteX1" fmla="*/ 1084 w 2952848"/>
                  <a:gd name="connsiteY1" fmla="*/ 11503 h 11786"/>
                  <a:gd name="connsiteX2" fmla="*/ 434 w 2952848"/>
                  <a:gd name="connsiteY2" fmla="*/ 9538 h 11786"/>
                  <a:gd name="connsiteX3" fmla="*/ 5148 w 2952848"/>
                  <a:gd name="connsiteY3" fmla="*/ 5806 h 11786"/>
                  <a:gd name="connsiteX4" fmla="*/ 7221 w 2952848"/>
                  <a:gd name="connsiteY4" fmla="*/ 5217 h 11786"/>
                  <a:gd name="connsiteX5" fmla="*/ 7221 w 2952848"/>
                  <a:gd name="connsiteY5" fmla="*/ 5217 h 11786"/>
                  <a:gd name="connsiteX6" fmla="*/ 104025 w 2952848"/>
                  <a:gd name="connsiteY6" fmla="*/ 5369 h 11786"/>
                  <a:gd name="connsiteX7" fmla="*/ 109430 w 2952848"/>
                  <a:gd name="connsiteY7" fmla="*/ 633 h 11786"/>
                  <a:gd name="connsiteX8" fmla="*/ 111625 w 2952848"/>
                  <a:gd name="connsiteY8" fmla="*/ 0 h 11786"/>
                  <a:gd name="connsiteX9" fmla="*/ 111625 w 2952848"/>
                  <a:gd name="connsiteY9" fmla="*/ 0 h 11786"/>
                  <a:gd name="connsiteX10" fmla="*/ 2950370 w 2952848"/>
                  <a:gd name="connsiteY10" fmla="*/ 4365 h 11786"/>
                  <a:gd name="connsiteX11" fmla="*/ 2952849 w 2952848"/>
                  <a:gd name="connsiteY11" fmla="*/ 5806 h 11786"/>
                  <a:gd name="connsiteX12" fmla="*/ 2950248 w 2952848"/>
                  <a:gd name="connsiteY12" fmla="*/ 7181 h 11786"/>
                  <a:gd name="connsiteX13" fmla="*/ 2950248 w 2952848"/>
                  <a:gd name="connsiteY13" fmla="*/ 7181 h 11786"/>
                  <a:gd name="connsiteX14" fmla="*/ 113007 w 2952848"/>
                  <a:gd name="connsiteY14" fmla="*/ 2816 h 11786"/>
                  <a:gd name="connsiteX15" fmla="*/ 107561 w 2952848"/>
                  <a:gd name="connsiteY15" fmla="*/ 7508 h 11786"/>
                  <a:gd name="connsiteX16" fmla="*/ 105448 w 2952848"/>
                  <a:gd name="connsiteY16" fmla="*/ 8207 h 11786"/>
                  <a:gd name="connsiteX17" fmla="*/ 105448 w 2952848"/>
                  <a:gd name="connsiteY17" fmla="*/ 8207 h 11786"/>
                  <a:gd name="connsiteX18" fmla="*/ 8602 w 2952848"/>
                  <a:gd name="connsiteY18" fmla="*/ 8054 h 11786"/>
                  <a:gd name="connsiteX19" fmla="*/ 4660 w 2952848"/>
                  <a:gd name="connsiteY19" fmla="*/ 11153 h 11786"/>
                  <a:gd name="connsiteX20" fmla="*/ 2587 w 2952848"/>
                  <a:gd name="connsiteY20" fmla="*/ 11786 h 11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52848" h="11786">
                    <a:moveTo>
                      <a:pt x="2506" y="11765"/>
                    </a:moveTo>
                    <a:cubicBezTo>
                      <a:pt x="2018" y="11765"/>
                      <a:pt x="1531" y="11655"/>
                      <a:pt x="1084" y="11503"/>
                    </a:cubicBezTo>
                    <a:cubicBezTo>
                      <a:pt x="-54" y="11066"/>
                      <a:pt x="-338" y="10171"/>
                      <a:pt x="434" y="9538"/>
                    </a:cubicBezTo>
                    <a:lnTo>
                      <a:pt x="5148" y="5806"/>
                    </a:lnTo>
                    <a:cubicBezTo>
                      <a:pt x="5635" y="5435"/>
                      <a:pt x="6408" y="5217"/>
                      <a:pt x="7221" y="5217"/>
                    </a:cubicBezTo>
                    <a:lnTo>
                      <a:pt x="7221" y="5217"/>
                    </a:lnTo>
                    <a:lnTo>
                      <a:pt x="104025" y="5369"/>
                    </a:lnTo>
                    <a:lnTo>
                      <a:pt x="109430" y="633"/>
                    </a:lnTo>
                    <a:cubicBezTo>
                      <a:pt x="109918" y="218"/>
                      <a:pt x="110730" y="0"/>
                      <a:pt x="111625" y="0"/>
                    </a:cubicBezTo>
                    <a:lnTo>
                      <a:pt x="111625" y="0"/>
                    </a:lnTo>
                    <a:lnTo>
                      <a:pt x="2950370" y="4365"/>
                    </a:lnTo>
                    <a:cubicBezTo>
                      <a:pt x="2951751" y="4365"/>
                      <a:pt x="2952849" y="4998"/>
                      <a:pt x="2952849" y="5806"/>
                    </a:cubicBezTo>
                    <a:cubicBezTo>
                      <a:pt x="2952849" y="6548"/>
                      <a:pt x="2951751" y="7181"/>
                      <a:pt x="2950248" y="7181"/>
                    </a:cubicBezTo>
                    <a:lnTo>
                      <a:pt x="2950248" y="7181"/>
                    </a:lnTo>
                    <a:lnTo>
                      <a:pt x="113007" y="2816"/>
                    </a:lnTo>
                    <a:lnTo>
                      <a:pt x="107561" y="7508"/>
                    </a:lnTo>
                    <a:cubicBezTo>
                      <a:pt x="107114" y="7923"/>
                      <a:pt x="106260" y="8207"/>
                      <a:pt x="105448" y="8207"/>
                    </a:cubicBezTo>
                    <a:lnTo>
                      <a:pt x="105448" y="8207"/>
                    </a:lnTo>
                    <a:lnTo>
                      <a:pt x="8602" y="8054"/>
                    </a:lnTo>
                    <a:lnTo>
                      <a:pt x="4660" y="11153"/>
                    </a:lnTo>
                    <a:cubicBezTo>
                      <a:pt x="4173" y="11568"/>
                      <a:pt x="3360" y="11786"/>
                      <a:pt x="2587" y="1178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1" name="Freeform: Shape 630">
                <a:extLst>
                  <a:ext uri="{FF2B5EF4-FFF2-40B4-BE49-F238E27FC236}">
                    <a16:creationId xmlns:a16="http://schemas.microsoft.com/office/drawing/2014/main" id="{63C667C7-0563-4805-8021-99AD3B30B29B}"/>
                  </a:ext>
                </a:extLst>
              </p:cNvPr>
              <p:cNvSpPr/>
              <p:nvPr/>
            </p:nvSpPr>
            <p:spPr>
              <a:xfrm>
                <a:off x="11453953" y="5807886"/>
                <a:ext cx="738046" cy="27273"/>
              </a:xfrm>
              <a:custGeom>
                <a:avLst/>
                <a:gdLst>
                  <a:gd name="connsiteX0" fmla="*/ 738046 w 738046"/>
                  <a:gd name="connsiteY0" fmla="*/ 24306 h 27273"/>
                  <a:gd name="connsiteX1" fmla="*/ 618077 w 738046"/>
                  <a:gd name="connsiteY1" fmla="*/ 22188 h 27273"/>
                  <a:gd name="connsiteX2" fmla="*/ 545047 w 738046"/>
                  <a:gd name="connsiteY2" fmla="*/ 20530 h 27273"/>
                  <a:gd name="connsiteX3" fmla="*/ 472221 w 738046"/>
                  <a:gd name="connsiteY3" fmla="*/ 18347 h 27273"/>
                  <a:gd name="connsiteX4" fmla="*/ 404271 w 738046"/>
                  <a:gd name="connsiteY4" fmla="*/ 16055 h 27273"/>
                  <a:gd name="connsiteX5" fmla="*/ 389070 w 738046"/>
                  <a:gd name="connsiteY5" fmla="*/ 15619 h 27273"/>
                  <a:gd name="connsiteX6" fmla="*/ 362493 w 738046"/>
                  <a:gd name="connsiteY6" fmla="*/ 13370 h 27273"/>
                  <a:gd name="connsiteX7" fmla="*/ 336971 w 738046"/>
                  <a:gd name="connsiteY7" fmla="*/ 10860 h 27273"/>
                  <a:gd name="connsiteX8" fmla="*/ 276335 w 738046"/>
                  <a:gd name="connsiteY8" fmla="*/ 9267 h 27273"/>
                  <a:gd name="connsiteX9" fmla="*/ 251138 w 738046"/>
                  <a:gd name="connsiteY9" fmla="*/ 6670 h 27273"/>
                  <a:gd name="connsiteX10" fmla="*/ 179815 w 738046"/>
                  <a:gd name="connsiteY10" fmla="*/ 6561 h 27273"/>
                  <a:gd name="connsiteX11" fmla="*/ 179815 w 738046"/>
                  <a:gd name="connsiteY11" fmla="*/ 6561 h 27273"/>
                  <a:gd name="connsiteX12" fmla="*/ 179002 w 738046"/>
                  <a:gd name="connsiteY12" fmla="*/ 6670 h 27273"/>
                  <a:gd name="connsiteX13" fmla="*/ 171972 w 738046"/>
                  <a:gd name="connsiteY13" fmla="*/ 7892 h 27273"/>
                  <a:gd name="connsiteX14" fmla="*/ 156285 w 738046"/>
                  <a:gd name="connsiteY14" fmla="*/ 8962 h 27273"/>
                  <a:gd name="connsiteX15" fmla="*/ 146246 w 738046"/>
                  <a:gd name="connsiteY15" fmla="*/ 8547 h 27273"/>
                  <a:gd name="connsiteX16" fmla="*/ 97926 w 738046"/>
                  <a:gd name="connsiteY16" fmla="*/ 2894 h 27273"/>
                  <a:gd name="connsiteX17" fmla="*/ 34934 w 738046"/>
                  <a:gd name="connsiteY17" fmla="*/ 1235 h 27273"/>
                  <a:gd name="connsiteX18" fmla="*/ 11728 w 738046"/>
                  <a:gd name="connsiteY18" fmla="*/ 1388 h 27273"/>
                  <a:gd name="connsiteX19" fmla="*/ 3275 w 738046"/>
                  <a:gd name="connsiteY19" fmla="*/ 56 h 27273"/>
                  <a:gd name="connsiteX20" fmla="*/ 105 w 738046"/>
                  <a:gd name="connsiteY20" fmla="*/ 1017 h 27273"/>
                  <a:gd name="connsiteX21" fmla="*/ 1813 w 738046"/>
                  <a:gd name="connsiteY21" fmla="*/ 2719 h 27273"/>
                  <a:gd name="connsiteX22" fmla="*/ 10753 w 738046"/>
                  <a:gd name="connsiteY22" fmla="*/ 4160 h 27273"/>
                  <a:gd name="connsiteX23" fmla="*/ 11444 w 738046"/>
                  <a:gd name="connsiteY23" fmla="*/ 4225 h 27273"/>
                  <a:gd name="connsiteX24" fmla="*/ 34852 w 738046"/>
                  <a:gd name="connsiteY24" fmla="*/ 4051 h 27273"/>
                  <a:gd name="connsiteX25" fmla="*/ 97357 w 738046"/>
                  <a:gd name="connsiteY25" fmla="*/ 5644 h 27273"/>
                  <a:gd name="connsiteX26" fmla="*/ 145474 w 738046"/>
                  <a:gd name="connsiteY26" fmla="*/ 11297 h 27273"/>
                  <a:gd name="connsiteX27" fmla="*/ 156367 w 738046"/>
                  <a:gd name="connsiteY27" fmla="*/ 11777 h 27273"/>
                  <a:gd name="connsiteX28" fmla="*/ 173028 w 738046"/>
                  <a:gd name="connsiteY28" fmla="*/ 10620 h 27273"/>
                  <a:gd name="connsiteX29" fmla="*/ 180181 w 738046"/>
                  <a:gd name="connsiteY29" fmla="*/ 9398 h 27273"/>
                  <a:gd name="connsiteX30" fmla="*/ 250733 w 738046"/>
                  <a:gd name="connsiteY30" fmla="*/ 9507 h 27273"/>
                  <a:gd name="connsiteX31" fmla="*/ 275726 w 738046"/>
                  <a:gd name="connsiteY31" fmla="*/ 12126 h 27273"/>
                  <a:gd name="connsiteX32" fmla="*/ 335142 w 738046"/>
                  <a:gd name="connsiteY32" fmla="*/ 13611 h 27273"/>
                  <a:gd name="connsiteX33" fmla="*/ 361517 w 738046"/>
                  <a:gd name="connsiteY33" fmla="*/ 16164 h 27273"/>
                  <a:gd name="connsiteX34" fmla="*/ 362208 w 738046"/>
                  <a:gd name="connsiteY34" fmla="*/ 16230 h 27273"/>
                  <a:gd name="connsiteX35" fmla="*/ 387282 w 738046"/>
                  <a:gd name="connsiteY35" fmla="*/ 18412 h 27273"/>
                  <a:gd name="connsiteX36" fmla="*/ 471814 w 738046"/>
                  <a:gd name="connsiteY36" fmla="*/ 21184 h 27273"/>
                  <a:gd name="connsiteX37" fmla="*/ 544722 w 738046"/>
                  <a:gd name="connsiteY37" fmla="*/ 23367 h 27273"/>
                  <a:gd name="connsiteX38" fmla="*/ 617752 w 738046"/>
                  <a:gd name="connsiteY38" fmla="*/ 25026 h 27273"/>
                  <a:gd name="connsiteX39" fmla="*/ 737924 w 738046"/>
                  <a:gd name="connsiteY39" fmla="*/ 27274 h 27273"/>
                  <a:gd name="connsiteX40" fmla="*/ 737924 w 738046"/>
                  <a:gd name="connsiteY40" fmla="*/ 24349 h 2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38046" h="27273">
                    <a:moveTo>
                      <a:pt x="738046" y="24306"/>
                    </a:moveTo>
                    <a:lnTo>
                      <a:pt x="618077" y="22188"/>
                    </a:lnTo>
                    <a:lnTo>
                      <a:pt x="545047" y="20530"/>
                    </a:lnTo>
                    <a:lnTo>
                      <a:pt x="472221" y="18347"/>
                    </a:lnTo>
                    <a:lnTo>
                      <a:pt x="404271" y="16055"/>
                    </a:lnTo>
                    <a:lnTo>
                      <a:pt x="389070" y="15619"/>
                    </a:lnTo>
                    <a:lnTo>
                      <a:pt x="362493" y="13370"/>
                    </a:lnTo>
                    <a:lnTo>
                      <a:pt x="336971" y="10860"/>
                    </a:lnTo>
                    <a:lnTo>
                      <a:pt x="276335" y="9267"/>
                    </a:lnTo>
                    <a:lnTo>
                      <a:pt x="251138" y="6670"/>
                    </a:lnTo>
                    <a:lnTo>
                      <a:pt x="179815" y="6561"/>
                    </a:lnTo>
                    <a:lnTo>
                      <a:pt x="179815" y="6561"/>
                    </a:lnTo>
                    <a:cubicBezTo>
                      <a:pt x="179491" y="6561"/>
                      <a:pt x="179328" y="6626"/>
                      <a:pt x="179002" y="6670"/>
                    </a:cubicBezTo>
                    <a:lnTo>
                      <a:pt x="171972" y="7892"/>
                    </a:lnTo>
                    <a:lnTo>
                      <a:pt x="156285" y="8962"/>
                    </a:lnTo>
                    <a:lnTo>
                      <a:pt x="146246" y="8547"/>
                    </a:lnTo>
                    <a:lnTo>
                      <a:pt x="97926" y="2894"/>
                    </a:lnTo>
                    <a:lnTo>
                      <a:pt x="34934" y="1235"/>
                    </a:lnTo>
                    <a:lnTo>
                      <a:pt x="11728" y="1388"/>
                    </a:lnTo>
                    <a:lnTo>
                      <a:pt x="3275" y="56"/>
                    </a:lnTo>
                    <a:cubicBezTo>
                      <a:pt x="1894" y="-162"/>
                      <a:pt x="512" y="275"/>
                      <a:pt x="105" y="1017"/>
                    </a:cubicBezTo>
                    <a:cubicBezTo>
                      <a:pt x="-301" y="1759"/>
                      <a:pt x="512" y="2501"/>
                      <a:pt x="1813" y="2719"/>
                    </a:cubicBezTo>
                    <a:lnTo>
                      <a:pt x="10753" y="4160"/>
                    </a:lnTo>
                    <a:cubicBezTo>
                      <a:pt x="10753" y="4160"/>
                      <a:pt x="11159" y="4225"/>
                      <a:pt x="11444" y="4225"/>
                    </a:cubicBezTo>
                    <a:lnTo>
                      <a:pt x="34852" y="4051"/>
                    </a:lnTo>
                    <a:lnTo>
                      <a:pt x="97357" y="5644"/>
                    </a:lnTo>
                    <a:lnTo>
                      <a:pt x="145474" y="11297"/>
                    </a:lnTo>
                    <a:lnTo>
                      <a:pt x="156367" y="11777"/>
                    </a:lnTo>
                    <a:lnTo>
                      <a:pt x="173028" y="10620"/>
                    </a:lnTo>
                    <a:lnTo>
                      <a:pt x="180181" y="9398"/>
                    </a:lnTo>
                    <a:lnTo>
                      <a:pt x="250733" y="9507"/>
                    </a:lnTo>
                    <a:lnTo>
                      <a:pt x="275726" y="12126"/>
                    </a:lnTo>
                    <a:lnTo>
                      <a:pt x="335142" y="13611"/>
                    </a:lnTo>
                    <a:lnTo>
                      <a:pt x="361517" y="16164"/>
                    </a:lnTo>
                    <a:cubicBezTo>
                      <a:pt x="361517" y="16164"/>
                      <a:pt x="362126" y="16230"/>
                      <a:pt x="362208" y="16230"/>
                    </a:cubicBezTo>
                    <a:lnTo>
                      <a:pt x="387282" y="18412"/>
                    </a:lnTo>
                    <a:lnTo>
                      <a:pt x="471814" y="21184"/>
                    </a:lnTo>
                    <a:lnTo>
                      <a:pt x="544722" y="23367"/>
                    </a:lnTo>
                    <a:lnTo>
                      <a:pt x="617752" y="25026"/>
                    </a:lnTo>
                    <a:lnTo>
                      <a:pt x="737924" y="27274"/>
                    </a:lnTo>
                    <a:lnTo>
                      <a:pt x="737924" y="2434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2" name="Freeform: Shape 631">
                <a:extLst>
                  <a:ext uri="{FF2B5EF4-FFF2-40B4-BE49-F238E27FC236}">
                    <a16:creationId xmlns:a16="http://schemas.microsoft.com/office/drawing/2014/main" id="{4D2C9BD1-2826-4F0B-AF2C-FDEC7A7C502F}"/>
                  </a:ext>
                </a:extLst>
              </p:cNvPr>
              <p:cNvSpPr/>
              <p:nvPr/>
            </p:nvSpPr>
            <p:spPr>
              <a:xfrm>
                <a:off x="11225067" y="5735075"/>
                <a:ext cx="377815" cy="5095"/>
              </a:xfrm>
              <a:custGeom>
                <a:avLst/>
                <a:gdLst>
                  <a:gd name="connsiteX0" fmla="*/ 375376 w 377815"/>
                  <a:gd name="connsiteY0" fmla="*/ 5074 h 5095"/>
                  <a:gd name="connsiteX1" fmla="*/ 375376 w 377815"/>
                  <a:gd name="connsiteY1" fmla="*/ 5074 h 5095"/>
                  <a:gd name="connsiteX2" fmla="*/ 10470 w 377815"/>
                  <a:gd name="connsiteY2" fmla="*/ 3524 h 5095"/>
                  <a:gd name="connsiteX3" fmla="*/ 2221 w 377815"/>
                  <a:gd name="connsiteY3" fmla="*/ 2782 h 5095"/>
                  <a:gd name="connsiteX4" fmla="*/ 26 w 377815"/>
                  <a:gd name="connsiteY4" fmla="*/ 1189 h 5095"/>
                  <a:gd name="connsiteX5" fmla="*/ 2993 w 377815"/>
                  <a:gd name="connsiteY5" fmla="*/ 10 h 5095"/>
                  <a:gd name="connsiteX6" fmla="*/ 10917 w 377815"/>
                  <a:gd name="connsiteY6" fmla="*/ 709 h 5095"/>
                  <a:gd name="connsiteX7" fmla="*/ 375336 w 377815"/>
                  <a:gd name="connsiteY7" fmla="*/ 2258 h 5095"/>
                  <a:gd name="connsiteX8" fmla="*/ 377815 w 377815"/>
                  <a:gd name="connsiteY8" fmla="*/ 3699 h 5095"/>
                  <a:gd name="connsiteX9" fmla="*/ 375336 w 377815"/>
                  <a:gd name="connsiteY9" fmla="*/ 5096 h 5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815" h="5095">
                    <a:moveTo>
                      <a:pt x="375376" y="5074"/>
                    </a:moveTo>
                    <a:lnTo>
                      <a:pt x="375376" y="5074"/>
                    </a:lnTo>
                    <a:lnTo>
                      <a:pt x="10470" y="3524"/>
                    </a:lnTo>
                    <a:lnTo>
                      <a:pt x="2221" y="2782"/>
                    </a:lnTo>
                    <a:cubicBezTo>
                      <a:pt x="839" y="2673"/>
                      <a:pt x="-177" y="1931"/>
                      <a:pt x="26" y="1189"/>
                    </a:cubicBezTo>
                    <a:cubicBezTo>
                      <a:pt x="310" y="403"/>
                      <a:pt x="1610" y="-77"/>
                      <a:pt x="2993" y="10"/>
                    </a:cubicBezTo>
                    <a:lnTo>
                      <a:pt x="10917" y="709"/>
                    </a:lnTo>
                    <a:lnTo>
                      <a:pt x="375336" y="2258"/>
                    </a:lnTo>
                    <a:cubicBezTo>
                      <a:pt x="376718" y="2258"/>
                      <a:pt x="377815" y="2913"/>
                      <a:pt x="377815" y="3699"/>
                    </a:cubicBezTo>
                    <a:cubicBezTo>
                      <a:pt x="377815" y="4441"/>
                      <a:pt x="376718" y="5096"/>
                      <a:pt x="375336" y="50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3" name="Freeform: Shape 632">
                <a:extLst>
                  <a:ext uri="{FF2B5EF4-FFF2-40B4-BE49-F238E27FC236}">
                    <a16:creationId xmlns:a16="http://schemas.microsoft.com/office/drawing/2014/main" id="{D46CF745-802F-4E5F-B1AC-7684208EA384}"/>
                  </a:ext>
                </a:extLst>
              </p:cNvPr>
              <p:cNvSpPr/>
              <p:nvPr/>
            </p:nvSpPr>
            <p:spPr>
              <a:xfrm>
                <a:off x="5616943" y="5526623"/>
                <a:ext cx="6575056" cy="976668"/>
              </a:xfrm>
              <a:custGeom>
                <a:avLst/>
                <a:gdLst>
                  <a:gd name="connsiteX0" fmla="*/ 6575057 w 6575056"/>
                  <a:gd name="connsiteY0" fmla="*/ 973722 h 976668"/>
                  <a:gd name="connsiteX1" fmla="*/ 4726790 w 6575056"/>
                  <a:gd name="connsiteY1" fmla="*/ 569495 h 976668"/>
                  <a:gd name="connsiteX2" fmla="*/ 4701105 w 6575056"/>
                  <a:gd name="connsiteY2" fmla="*/ 554413 h 976668"/>
                  <a:gd name="connsiteX3" fmla="*/ 4675096 w 6575056"/>
                  <a:gd name="connsiteY3" fmla="*/ 532040 h 976668"/>
                  <a:gd name="connsiteX4" fmla="*/ 4674202 w 6575056"/>
                  <a:gd name="connsiteY4" fmla="*/ 531560 h 976668"/>
                  <a:gd name="connsiteX5" fmla="*/ 4649087 w 6575056"/>
                  <a:gd name="connsiteY5" fmla="*/ 524248 h 976668"/>
                  <a:gd name="connsiteX6" fmla="*/ 4623687 w 6575056"/>
                  <a:gd name="connsiteY6" fmla="*/ 510672 h 976668"/>
                  <a:gd name="connsiteX7" fmla="*/ 4598896 w 6575056"/>
                  <a:gd name="connsiteY7" fmla="*/ 501287 h 976668"/>
                  <a:gd name="connsiteX8" fmla="*/ 4598124 w 6575056"/>
                  <a:gd name="connsiteY8" fmla="*/ 501069 h 976668"/>
                  <a:gd name="connsiteX9" fmla="*/ 4594628 w 6575056"/>
                  <a:gd name="connsiteY9" fmla="*/ 500588 h 976668"/>
                  <a:gd name="connsiteX10" fmla="*/ 4575569 w 6575056"/>
                  <a:gd name="connsiteY10" fmla="*/ 492753 h 976668"/>
                  <a:gd name="connsiteX11" fmla="*/ 4552241 w 6575056"/>
                  <a:gd name="connsiteY11" fmla="*/ 485092 h 976668"/>
                  <a:gd name="connsiteX12" fmla="*/ 4528914 w 6575056"/>
                  <a:gd name="connsiteY12" fmla="*/ 470904 h 976668"/>
                  <a:gd name="connsiteX13" fmla="*/ 4505790 w 6575056"/>
                  <a:gd name="connsiteY13" fmla="*/ 457808 h 976668"/>
                  <a:gd name="connsiteX14" fmla="*/ 4503433 w 6575056"/>
                  <a:gd name="connsiteY14" fmla="*/ 457372 h 976668"/>
                  <a:gd name="connsiteX15" fmla="*/ 4480592 w 6575056"/>
                  <a:gd name="connsiteY15" fmla="*/ 460035 h 976668"/>
                  <a:gd name="connsiteX16" fmla="*/ 4462345 w 6575056"/>
                  <a:gd name="connsiteY16" fmla="*/ 463440 h 976668"/>
                  <a:gd name="connsiteX17" fmla="*/ 4441701 w 6575056"/>
                  <a:gd name="connsiteY17" fmla="*/ 466736 h 976668"/>
                  <a:gd name="connsiteX18" fmla="*/ 4431987 w 6575056"/>
                  <a:gd name="connsiteY18" fmla="*/ 468242 h 976668"/>
                  <a:gd name="connsiteX19" fmla="*/ 4409189 w 6575056"/>
                  <a:gd name="connsiteY19" fmla="*/ 471013 h 976668"/>
                  <a:gd name="connsiteX20" fmla="*/ 4396103 w 6575056"/>
                  <a:gd name="connsiteY20" fmla="*/ 471646 h 976668"/>
                  <a:gd name="connsiteX21" fmla="*/ 4337540 w 6575056"/>
                  <a:gd name="connsiteY21" fmla="*/ 479679 h 976668"/>
                  <a:gd name="connsiteX22" fmla="*/ 4324048 w 6575056"/>
                  <a:gd name="connsiteY22" fmla="*/ 481861 h 976668"/>
                  <a:gd name="connsiteX23" fmla="*/ 4313522 w 6575056"/>
                  <a:gd name="connsiteY23" fmla="*/ 484371 h 976668"/>
                  <a:gd name="connsiteX24" fmla="*/ 4300639 w 6575056"/>
                  <a:gd name="connsiteY24" fmla="*/ 486139 h 976668"/>
                  <a:gd name="connsiteX25" fmla="*/ 4299948 w 6575056"/>
                  <a:gd name="connsiteY25" fmla="*/ 486292 h 976668"/>
                  <a:gd name="connsiteX26" fmla="*/ 4275727 w 6575056"/>
                  <a:gd name="connsiteY26" fmla="*/ 493910 h 976668"/>
                  <a:gd name="connsiteX27" fmla="*/ 4264917 w 6575056"/>
                  <a:gd name="connsiteY27" fmla="*/ 497642 h 976668"/>
                  <a:gd name="connsiteX28" fmla="*/ 4247563 w 6575056"/>
                  <a:gd name="connsiteY28" fmla="*/ 498711 h 976668"/>
                  <a:gd name="connsiteX29" fmla="*/ 4170753 w 6575056"/>
                  <a:gd name="connsiteY29" fmla="*/ 509996 h 976668"/>
                  <a:gd name="connsiteX30" fmla="*/ 4076590 w 6575056"/>
                  <a:gd name="connsiteY30" fmla="*/ 509843 h 976668"/>
                  <a:gd name="connsiteX31" fmla="*/ 3847585 w 6575056"/>
                  <a:gd name="connsiteY31" fmla="*/ 454163 h 976668"/>
                  <a:gd name="connsiteX32" fmla="*/ 3830028 w 6575056"/>
                  <a:gd name="connsiteY32" fmla="*/ 449100 h 976668"/>
                  <a:gd name="connsiteX33" fmla="*/ 3812552 w 6575056"/>
                  <a:gd name="connsiteY33" fmla="*/ 443141 h 976668"/>
                  <a:gd name="connsiteX34" fmla="*/ 3795687 w 6575056"/>
                  <a:gd name="connsiteY34" fmla="*/ 436702 h 976668"/>
                  <a:gd name="connsiteX35" fmla="*/ 3778943 w 6575056"/>
                  <a:gd name="connsiteY35" fmla="*/ 419765 h 976668"/>
                  <a:gd name="connsiteX36" fmla="*/ 3744602 w 6575056"/>
                  <a:gd name="connsiteY36" fmla="*/ 367119 h 976668"/>
                  <a:gd name="connsiteX37" fmla="*/ 3727858 w 6575056"/>
                  <a:gd name="connsiteY37" fmla="*/ 337697 h 976668"/>
                  <a:gd name="connsiteX38" fmla="*/ 3710993 w 6575056"/>
                  <a:gd name="connsiteY38" fmla="*/ 304433 h 976668"/>
                  <a:gd name="connsiteX39" fmla="*/ 3694412 w 6575056"/>
                  <a:gd name="connsiteY39" fmla="*/ 276626 h 976668"/>
                  <a:gd name="connsiteX40" fmla="*/ 3677952 w 6575056"/>
                  <a:gd name="connsiteY40" fmla="*/ 251417 h 976668"/>
                  <a:gd name="connsiteX41" fmla="*/ 3661778 w 6575056"/>
                  <a:gd name="connsiteY41" fmla="*/ 228237 h 976668"/>
                  <a:gd name="connsiteX42" fmla="*/ 3661168 w 6575056"/>
                  <a:gd name="connsiteY42" fmla="*/ 227757 h 976668"/>
                  <a:gd name="connsiteX43" fmla="*/ 3645279 w 6575056"/>
                  <a:gd name="connsiteY43" fmla="*/ 218437 h 976668"/>
                  <a:gd name="connsiteX44" fmla="*/ 3643206 w 6575056"/>
                  <a:gd name="connsiteY44" fmla="*/ 218000 h 976668"/>
                  <a:gd name="connsiteX45" fmla="*/ 3560340 w 6575056"/>
                  <a:gd name="connsiteY45" fmla="*/ 221995 h 976668"/>
                  <a:gd name="connsiteX46" fmla="*/ 3477394 w 6575056"/>
                  <a:gd name="connsiteY46" fmla="*/ 227102 h 976668"/>
                  <a:gd name="connsiteX47" fmla="*/ 3394529 w 6575056"/>
                  <a:gd name="connsiteY47" fmla="*/ 236335 h 976668"/>
                  <a:gd name="connsiteX48" fmla="*/ 3312071 w 6575056"/>
                  <a:gd name="connsiteY48" fmla="*/ 247466 h 976668"/>
                  <a:gd name="connsiteX49" fmla="*/ 3229816 w 6575056"/>
                  <a:gd name="connsiteY49" fmla="*/ 255826 h 976668"/>
                  <a:gd name="connsiteX50" fmla="*/ 3148738 w 6575056"/>
                  <a:gd name="connsiteY50" fmla="*/ 261151 h 976668"/>
                  <a:gd name="connsiteX51" fmla="*/ 3068069 w 6575056"/>
                  <a:gd name="connsiteY51" fmla="*/ 263923 h 976668"/>
                  <a:gd name="connsiteX52" fmla="*/ 2987479 w 6575056"/>
                  <a:gd name="connsiteY52" fmla="*/ 264731 h 976668"/>
                  <a:gd name="connsiteX53" fmla="*/ 2906808 w 6575056"/>
                  <a:gd name="connsiteY53" fmla="*/ 264360 h 976668"/>
                  <a:gd name="connsiteX54" fmla="*/ 2825732 w 6575056"/>
                  <a:gd name="connsiteY54" fmla="*/ 262766 h 976668"/>
                  <a:gd name="connsiteX55" fmla="*/ 2743273 w 6575056"/>
                  <a:gd name="connsiteY55" fmla="*/ 259143 h 976668"/>
                  <a:gd name="connsiteX56" fmla="*/ 2576487 w 6575056"/>
                  <a:gd name="connsiteY56" fmla="*/ 266826 h 976668"/>
                  <a:gd name="connsiteX57" fmla="*/ 2491834 w 6575056"/>
                  <a:gd name="connsiteY57" fmla="*/ 270493 h 976668"/>
                  <a:gd name="connsiteX58" fmla="*/ 2407506 w 6575056"/>
                  <a:gd name="connsiteY58" fmla="*/ 279704 h 976668"/>
                  <a:gd name="connsiteX59" fmla="*/ 2323381 w 6575056"/>
                  <a:gd name="connsiteY59" fmla="*/ 286426 h 976668"/>
                  <a:gd name="connsiteX60" fmla="*/ 2237834 w 6575056"/>
                  <a:gd name="connsiteY60" fmla="*/ 292080 h 976668"/>
                  <a:gd name="connsiteX61" fmla="*/ 2232672 w 6575056"/>
                  <a:gd name="connsiteY61" fmla="*/ 272370 h 976668"/>
                  <a:gd name="connsiteX62" fmla="*/ 2228690 w 6575056"/>
                  <a:gd name="connsiteY62" fmla="*/ 246680 h 976668"/>
                  <a:gd name="connsiteX63" fmla="*/ 2217757 w 6575056"/>
                  <a:gd name="connsiteY63" fmla="*/ 221536 h 976668"/>
                  <a:gd name="connsiteX64" fmla="*/ 2205159 w 6575056"/>
                  <a:gd name="connsiteY64" fmla="*/ 202503 h 976668"/>
                  <a:gd name="connsiteX65" fmla="*/ 2197234 w 6575056"/>
                  <a:gd name="connsiteY65" fmla="*/ 184016 h 976668"/>
                  <a:gd name="connsiteX66" fmla="*/ 2189716 w 6575056"/>
                  <a:gd name="connsiteY66" fmla="*/ 167668 h 976668"/>
                  <a:gd name="connsiteX67" fmla="*/ 2181872 w 6575056"/>
                  <a:gd name="connsiteY67" fmla="*/ 148374 h 976668"/>
                  <a:gd name="connsiteX68" fmla="*/ 2174110 w 6575056"/>
                  <a:gd name="connsiteY68" fmla="*/ 124714 h 976668"/>
                  <a:gd name="connsiteX69" fmla="*/ 2173826 w 6575056"/>
                  <a:gd name="connsiteY69" fmla="*/ 124233 h 976668"/>
                  <a:gd name="connsiteX70" fmla="*/ 2172363 w 6575056"/>
                  <a:gd name="connsiteY70" fmla="*/ 122160 h 976668"/>
                  <a:gd name="connsiteX71" fmla="*/ 2170859 w 6575056"/>
                  <a:gd name="connsiteY71" fmla="*/ 121352 h 976668"/>
                  <a:gd name="connsiteX72" fmla="*/ 2093684 w 6575056"/>
                  <a:gd name="connsiteY72" fmla="*/ 106750 h 976668"/>
                  <a:gd name="connsiteX73" fmla="*/ 2092993 w 6575056"/>
                  <a:gd name="connsiteY73" fmla="*/ 106685 h 976668"/>
                  <a:gd name="connsiteX74" fmla="*/ 2039104 w 6575056"/>
                  <a:gd name="connsiteY74" fmla="*/ 105310 h 976668"/>
                  <a:gd name="connsiteX75" fmla="*/ 2006186 w 6575056"/>
                  <a:gd name="connsiteY75" fmla="*/ 96470 h 976668"/>
                  <a:gd name="connsiteX76" fmla="*/ 1929782 w 6575056"/>
                  <a:gd name="connsiteY76" fmla="*/ 85077 h 976668"/>
                  <a:gd name="connsiteX77" fmla="*/ 1854273 w 6575056"/>
                  <a:gd name="connsiteY77" fmla="*/ 70431 h 976668"/>
                  <a:gd name="connsiteX78" fmla="*/ 1853582 w 6575056"/>
                  <a:gd name="connsiteY78" fmla="*/ 70322 h 976668"/>
                  <a:gd name="connsiteX79" fmla="*/ 1779658 w 6575056"/>
                  <a:gd name="connsiteY79" fmla="*/ 60936 h 976668"/>
                  <a:gd name="connsiteX80" fmla="*/ 1778967 w 6575056"/>
                  <a:gd name="connsiteY80" fmla="*/ 60936 h 976668"/>
                  <a:gd name="connsiteX81" fmla="*/ 1705653 w 6575056"/>
                  <a:gd name="connsiteY81" fmla="*/ 63818 h 976668"/>
                  <a:gd name="connsiteX82" fmla="*/ 1632948 w 6575056"/>
                  <a:gd name="connsiteY82" fmla="*/ 71479 h 976668"/>
                  <a:gd name="connsiteX83" fmla="*/ 1560040 w 6575056"/>
                  <a:gd name="connsiteY83" fmla="*/ 85339 h 976668"/>
                  <a:gd name="connsiteX84" fmla="*/ 1486034 w 6575056"/>
                  <a:gd name="connsiteY84" fmla="*/ 105637 h 976668"/>
                  <a:gd name="connsiteX85" fmla="*/ 1409631 w 6575056"/>
                  <a:gd name="connsiteY85" fmla="*/ 125019 h 976668"/>
                  <a:gd name="connsiteX86" fmla="*/ 1331846 w 6575056"/>
                  <a:gd name="connsiteY86" fmla="*/ 146868 h 976668"/>
                  <a:gd name="connsiteX87" fmla="*/ 1252273 w 6575056"/>
                  <a:gd name="connsiteY87" fmla="*/ 162059 h 976668"/>
                  <a:gd name="connsiteX88" fmla="*/ 1171806 w 6575056"/>
                  <a:gd name="connsiteY88" fmla="*/ 172339 h 976668"/>
                  <a:gd name="connsiteX89" fmla="*/ 1091664 w 6575056"/>
                  <a:gd name="connsiteY89" fmla="*/ 181877 h 976668"/>
                  <a:gd name="connsiteX90" fmla="*/ 1014082 w 6575056"/>
                  <a:gd name="connsiteY90" fmla="*/ 179695 h 976668"/>
                  <a:gd name="connsiteX91" fmla="*/ 938004 w 6575056"/>
                  <a:gd name="connsiteY91" fmla="*/ 172776 h 976668"/>
                  <a:gd name="connsiteX92" fmla="*/ 863592 w 6575056"/>
                  <a:gd name="connsiteY92" fmla="*/ 160837 h 976668"/>
                  <a:gd name="connsiteX93" fmla="*/ 790277 w 6575056"/>
                  <a:gd name="connsiteY93" fmla="*/ 140429 h 976668"/>
                  <a:gd name="connsiteX94" fmla="*/ 789180 w 6575056"/>
                  <a:gd name="connsiteY94" fmla="*/ 140254 h 976668"/>
                  <a:gd name="connsiteX95" fmla="*/ 716353 w 6575056"/>
                  <a:gd name="connsiteY95" fmla="*/ 138857 h 976668"/>
                  <a:gd name="connsiteX96" fmla="*/ 643526 w 6575056"/>
                  <a:gd name="connsiteY96" fmla="*/ 134012 h 976668"/>
                  <a:gd name="connsiteX97" fmla="*/ 569155 w 6575056"/>
                  <a:gd name="connsiteY97" fmla="*/ 128206 h 976668"/>
                  <a:gd name="connsiteX98" fmla="*/ 492671 w 6575056"/>
                  <a:gd name="connsiteY98" fmla="*/ 115372 h 976668"/>
                  <a:gd name="connsiteX99" fmla="*/ 412772 w 6575056"/>
                  <a:gd name="connsiteY99" fmla="*/ 96034 h 976668"/>
                  <a:gd name="connsiteX100" fmla="*/ 329135 w 6575056"/>
                  <a:gd name="connsiteY100" fmla="*/ 72788 h 976668"/>
                  <a:gd name="connsiteX101" fmla="*/ 242410 w 6575056"/>
                  <a:gd name="connsiteY101" fmla="*/ 45920 h 976668"/>
                  <a:gd name="connsiteX102" fmla="*/ 154708 w 6575056"/>
                  <a:gd name="connsiteY102" fmla="*/ 20557 h 976668"/>
                  <a:gd name="connsiteX103" fmla="*/ 153977 w 6575056"/>
                  <a:gd name="connsiteY103" fmla="*/ 20383 h 976668"/>
                  <a:gd name="connsiteX104" fmla="*/ 68755 w 6575056"/>
                  <a:gd name="connsiteY104" fmla="*/ 12023 h 976668"/>
                  <a:gd name="connsiteX105" fmla="*/ 9664 w 6575056"/>
                  <a:gd name="connsiteY105" fmla="*/ 84 h 976668"/>
                  <a:gd name="connsiteX106" fmla="*/ 7185 w 6575056"/>
                  <a:gd name="connsiteY106" fmla="*/ 302 h 976668"/>
                  <a:gd name="connsiteX107" fmla="*/ 967 w 6575056"/>
                  <a:gd name="connsiteY107" fmla="*/ 3074 h 976668"/>
                  <a:gd name="connsiteX108" fmla="*/ 561 w 6575056"/>
                  <a:gd name="connsiteY108" fmla="*/ 5039 h 976668"/>
                  <a:gd name="connsiteX109" fmla="*/ 4137 w 6575056"/>
                  <a:gd name="connsiteY109" fmla="*/ 5257 h 976668"/>
                  <a:gd name="connsiteX110" fmla="*/ 9177 w 6575056"/>
                  <a:gd name="connsiteY110" fmla="*/ 3009 h 976668"/>
                  <a:gd name="connsiteX111" fmla="*/ 53799 w 6575056"/>
                  <a:gd name="connsiteY111" fmla="*/ 12111 h 976668"/>
                  <a:gd name="connsiteX112" fmla="*/ 67373 w 6575056"/>
                  <a:gd name="connsiteY112" fmla="*/ 14708 h 976668"/>
                  <a:gd name="connsiteX113" fmla="*/ 152595 w 6575056"/>
                  <a:gd name="connsiteY113" fmla="*/ 23067 h 976668"/>
                  <a:gd name="connsiteX114" fmla="*/ 239971 w 6575056"/>
                  <a:gd name="connsiteY114" fmla="*/ 48386 h 976668"/>
                  <a:gd name="connsiteX115" fmla="*/ 326697 w 6575056"/>
                  <a:gd name="connsiteY115" fmla="*/ 75255 h 976668"/>
                  <a:gd name="connsiteX116" fmla="*/ 410578 w 6575056"/>
                  <a:gd name="connsiteY116" fmla="*/ 98544 h 976668"/>
                  <a:gd name="connsiteX117" fmla="*/ 490842 w 6575056"/>
                  <a:gd name="connsiteY117" fmla="*/ 117926 h 976668"/>
                  <a:gd name="connsiteX118" fmla="*/ 568017 w 6575056"/>
                  <a:gd name="connsiteY118" fmla="*/ 130869 h 976668"/>
                  <a:gd name="connsiteX119" fmla="*/ 642754 w 6575056"/>
                  <a:gd name="connsiteY119" fmla="*/ 136784 h 976668"/>
                  <a:gd name="connsiteX120" fmla="*/ 715988 w 6575056"/>
                  <a:gd name="connsiteY120" fmla="*/ 141629 h 976668"/>
                  <a:gd name="connsiteX121" fmla="*/ 788408 w 6575056"/>
                  <a:gd name="connsiteY121" fmla="*/ 143004 h 976668"/>
                  <a:gd name="connsiteX122" fmla="*/ 861641 w 6575056"/>
                  <a:gd name="connsiteY122" fmla="*/ 163368 h 976668"/>
                  <a:gd name="connsiteX123" fmla="*/ 936825 w 6575056"/>
                  <a:gd name="connsiteY123" fmla="*/ 175460 h 976668"/>
                  <a:gd name="connsiteX124" fmla="*/ 1013513 w 6575056"/>
                  <a:gd name="connsiteY124" fmla="*/ 182445 h 976668"/>
                  <a:gd name="connsiteX125" fmla="*/ 1091704 w 6575056"/>
                  <a:gd name="connsiteY125" fmla="*/ 184627 h 976668"/>
                  <a:gd name="connsiteX126" fmla="*/ 1092273 w 6575056"/>
                  <a:gd name="connsiteY126" fmla="*/ 184562 h 976668"/>
                  <a:gd name="connsiteX127" fmla="*/ 1172822 w 6575056"/>
                  <a:gd name="connsiteY127" fmla="*/ 174958 h 976668"/>
                  <a:gd name="connsiteX128" fmla="*/ 1253370 w 6575056"/>
                  <a:gd name="connsiteY128" fmla="*/ 164678 h 976668"/>
                  <a:gd name="connsiteX129" fmla="*/ 1253980 w 6575056"/>
                  <a:gd name="connsiteY129" fmla="*/ 164569 h 976668"/>
                  <a:gd name="connsiteX130" fmla="*/ 1333756 w 6575056"/>
                  <a:gd name="connsiteY130" fmla="*/ 149334 h 976668"/>
                  <a:gd name="connsiteX131" fmla="*/ 1411826 w 6575056"/>
                  <a:gd name="connsiteY131" fmla="*/ 127420 h 976668"/>
                  <a:gd name="connsiteX132" fmla="*/ 1488107 w 6575056"/>
                  <a:gd name="connsiteY132" fmla="*/ 108038 h 976668"/>
                  <a:gd name="connsiteX133" fmla="*/ 1561828 w 6575056"/>
                  <a:gd name="connsiteY133" fmla="*/ 87827 h 976668"/>
                  <a:gd name="connsiteX134" fmla="*/ 1634167 w 6575056"/>
                  <a:gd name="connsiteY134" fmla="*/ 74076 h 976668"/>
                  <a:gd name="connsiteX135" fmla="*/ 1706303 w 6575056"/>
                  <a:gd name="connsiteY135" fmla="*/ 66459 h 976668"/>
                  <a:gd name="connsiteX136" fmla="*/ 1778927 w 6575056"/>
                  <a:gd name="connsiteY136" fmla="*/ 63643 h 976668"/>
                  <a:gd name="connsiteX137" fmla="*/ 1852526 w 6575056"/>
                  <a:gd name="connsiteY137" fmla="*/ 72963 h 976668"/>
                  <a:gd name="connsiteX138" fmla="*/ 1928116 w 6575056"/>
                  <a:gd name="connsiteY138" fmla="*/ 87609 h 976668"/>
                  <a:gd name="connsiteX139" fmla="*/ 2004316 w 6575056"/>
                  <a:gd name="connsiteY139" fmla="*/ 99024 h 976668"/>
                  <a:gd name="connsiteX140" fmla="*/ 2037275 w 6575056"/>
                  <a:gd name="connsiteY140" fmla="*/ 107864 h 976668"/>
                  <a:gd name="connsiteX141" fmla="*/ 2038251 w 6575056"/>
                  <a:gd name="connsiteY141" fmla="*/ 108038 h 976668"/>
                  <a:gd name="connsiteX142" fmla="*/ 2092342 w 6575056"/>
                  <a:gd name="connsiteY142" fmla="*/ 109370 h 976668"/>
                  <a:gd name="connsiteX143" fmla="*/ 2168055 w 6575056"/>
                  <a:gd name="connsiteY143" fmla="*/ 123710 h 976668"/>
                  <a:gd name="connsiteX144" fmla="*/ 2169152 w 6575056"/>
                  <a:gd name="connsiteY144" fmla="*/ 125194 h 976668"/>
                  <a:gd name="connsiteX145" fmla="*/ 2174923 w 6575056"/>
                  <a:gd name="connsiteY145" fmla="*/ 143419 h 976668"/>
                  <a:gd name="connsiteX146" fmla="*/ 2181954 w 6575056"/>
                  <a:gd name="connsiteY146" fmla="*/ 161644 h 976668"/>
                  <a:gd name="connsiteX147" fmla="*/ 2192277 w 6575056"/>
                  <a:gd name="connsiteY147" fmla="*/ 184606 h 976668"/>
                  <a:gd name="connsiteX148" fmla="*/ 2200323 w 6575056"/>
                  <a:gd name="connsiteY148" fmla="*/ 203246 h 976668"/>
                  <a:gd name="connsiteX149" fmla="*/ 2212921 w 6575056"/>
                  <a:gd name="connsiteY149" fmla="*/ 222213 h 976668"/>
                  <a:gd name="connsiteX150" fmla="*/ 2223732 w 6575056"/>
                  <a:gd name="connsiteY150" fmla="*/ 247051 h 976668"/>
                  <a:gd name="connsiteX151" fmla="*/ 2227592 w 6575056"/>
                  <a:gd name="connsiteY151" fmla="*/ 272567 h 976668"/>
                  <a:gd name="connsiteX152" fmla="*/ 2232754 w 6575056"/>
                  <a:gd name="connsiteY152" fmla="*/ 292865 h 976668"/>
                  <a:gd name="connsiteX153" fmla="*/ 2233160 w 6575056"/>
                  <a:gd name="connsiteY153" fmla="*/ 293717 h 976668"/>
                  <a:gd name="connsiteX154" fmla="*/ 2235639 w 6575056"/>
                  <a:gd name="connsiteY154" fmla="*/ 294786 h 976668"/>
                  <a:gd name="connsiteX155" fmla="*/ 2324031 w 6575056"/>
                  <a:gd name="connsiteY155" fmla="*/ 289089 h 976668"/>
                  <a:gd name="connsiteX156" fmla="*/ 2408359 w 6575056"/>
                  <a:gd name="connsiteY156" fmla="*/ 282367 h 976668"/>
                  <a:gd name="connsiteX157" fmla="*/ 2492484 w 6575056"/>
                  <a:gd name="connsiteY157" fmla="*/ 273156 h 976668"/>
                  <a:gd name="connsiteX158" fmla="*/ 2576812 w 6575056"/>
                  <a:gd name="connsiteY158" fmla="*/ 269533 h 976668"/>
                  <a:gd name="connsiteX159" fmla="*/ 2743193 w 6575056"/>
                  <a:gd name="connsiteY159" fmla="*/ 261806 h 976668"/>
                  <a:gd name="connsiteX160" fmla="*/ 2825367 w 6575056"/>
                  <a:gd name="connsiteY160" fmla="*/ 265495 h 976668"/>
                  <a:gd name="connsiteX161" fmla="*/ 2906606 w 6575056"/>
                  <a:gd name="connsiteY161" fmla="*/ 267088 h 976668"/>
                  <a:gd name="connsiteX162" fmla="*/ 2987479 w 6575056"/>
                  <a:gd name="connsiteY162" fmla="*/ 267416 h 976668"/>
                  <a:gd name="connsiteX163" fmla="*/ 3068150 w 6575056"/>
                  <a:gd name="connsiteY163" fmla="*/ 266608 h 976668"/>
                  <a:gd name="connsiteX164" fmla="*/ 3149104 w 6575056"/>
                  <a:gd name="connsiteY164" fmla="*/ 263901 h 976668"/>
                  <a:gd name="connsiteX165" fmla="*/ 3230384 w 6575056"/>
                  <a:gd name="connsiteY165" fmla="*/ 258510 h 976668"/>
                  <a:gd name="connsiteX166" fmla="*/ 3312925 w 6575056"/>
                  <a:gd name="connsiteY166" fmla="*/ 250151 h 976668"/>
                  <a:gd name="connsiteX167" fmla="*/ 3395465 w 6575056"/>
                  <a:gd name="connsiteY167" fmla="*/ 239019 h 976668"/>
                  <a:gd name="connsiteX168" fmla="*/ 3478004 w 6575056"/>
                  <a:gd name="connsiteY168" fmla="*/ 229808 h 976668"/>
                  <a:gd name="connsiteX169" fmla="*/ 3560666 w 6575056"/>
                  <a:gd name="connsiteY169" fmla="*/ 224745 h 976668"/>
                  <a:gd name="connsiteX170" fmla="*/ 3642231 w 6575056"/>
                  <a:gd name="connsiteY170" fmla="*/ 220794 h 976668"/>
                  <a:gd name="connsiteX171" fmla="*/ 3657023 w 6575056"/>
                  <a:gd name="connsiteY171" fmla="*/ 229372 h 976668"/>
                  <a:gd name="connsiteX172" fmla="*/ 3672994 w 6575056"/>
                  <a:gd name="connsiteY172" fmla="*/ 252290 h 976668"/>
                  <a:gd name="connsiteX173" fmla="*/ 3689372 w 6575056"/>
                  <a:gd name="connsiteY173" fmla="*/ 277434 h 976668"/>
                  <a:gd name="connsiteX174" fmla="*/ 3705954 w 6575056"/>
                  <a:gd name="connsiteY174" fmla="*/ 305132 h 976668"/>
                  <a:gd name="connsiteX175" fmla="*/ 3722697 w 6575056"/>
                  <a:gd name="connsiteY175" fmla="*/ 338374 h 976668"/>
                  <a:gd name="connsiteX176" fmla="*/ 3739645 w 6575056"/>
                  <a:gd name="connsiteY176" fmla="*/ 367905 h 976668"/>
                  <a:gd name="connsiteX177" fmla="*/ 3774066 w 6575056"/>
                  <a:gd name="connsiteY177" fmla="*/ 420812 h 976668"/>
                  <a:gd name="connsiteX178" fmla="*/ 3791338 w 6575056"/>
                  <a:gd name="connsiteY178" fmla="*/ 438230 h 976668"/>
                  <a:gd name="connsiteX179" fmla="*/ 3792110 w 6575056"/>
                  <a:gd name="connsiteY179" fmla="*/ 438710 h 976668"/>
                  <a:gd name="connsiteX180" fmla="*/ 3809586 w 6575056"/>
                  <a:gd name="connsiteY180" fmla="*/ 445433 h 976668"/>
                  <a:gd name="connsiteX181" fmla="*/ 3827265 w 6575056"/>
                  <a:gd name="connsiteY181" fmla="*/ 451457 h 976668"/>
                  <a:gd name="connsiteX182" fmla="*/ 3845227 w 6575056"/>
                  <a:gd name="connsiteY182" fmla="*/ 456630 h 976668"/>
                  <a:gd name="connsiteX183" fmla="*/ 4074802 w 6575056"/>
                  <a:gd name="connsiteY183" fmla="*/ 512484 h 976668"/>
                  <a:gd name="connsiteX184" fmla="*/ 4075900 w 6575056"/>
                  <a:gd name="connsiteY184" fmla="*/ 512593 h 976668"/>
                  <a:gd name="connsiteX185" fmla="*/ 4170875 w 6575056"/>
                  <a:gd name="connsiteY185" fmla="*/ 512702 h 976668"/>
                  <a:gd name="connsiteX186" fmla="*/ 4171567 w 6575056"/>
                  <a:gd name="connsiteY186" fmla="*/ 512702 h 976668"/>
                  <a:gd name="connsiteX187" fmla="*/ 4248376 w 6575056"/>
                  <a:gd name="connsiteY187" fmla="*/ 501396 h 976668"/>
                  <a:gd name="connsiteX188" fmla="*/ 4265851 w 6575056"/>
                  <a:gd name="connsiteY188" fmla="*/ 500327 h 976668"/>
                  <a:gd name="connsiteX189" fmla="*/ 4266949 w 6575056"/>
                  <a:gd name="connsiteY189" fmla="*/ 500108 h 976668"/>
                  <a:gd name="connsiteX190" fmla="*/ 4278247 w 6575056"/>
                  <a:gd name="connsiteY190" fmla="*/ 496267 h 976668"/>
                  <a:gd name="connsiteX191" fmla="*/ 4301980 w 6575056"/>
                  <a:gd name="connsiteY191" fmla="*/ 488693 h 976668"/>
                  <a:gd name="connsiteX192" fmla="*/ 4314984 w 6575056"/>
                  <a:gd name="connsiteY192" fmla="*/ 486947 h 976668"/>
                  <a:gd name="connsiteX193" fmla="*/ 4325511 w 6575056"/>
                  <a:gd name="connsiteY193" fmla="*/ 484393 h 976668"/>
                  <a:gd name="connsiteX194" fmla="*/ 4396753 w 6575056"/>
                  <a:gd name="connsiteY194" fmla="*/ 474331 h 976668"/>
                  <a:gd name="connsiteX195" fmla="*/ 4409839 w 6575056"/>
                  <a:gd name="connsiteY195" fmla="*/ 473698 h 976668"/>
                  <a:gd name="connsiteX196" fmla="*/ 4433166 w 6575056"/>
                  <a:gd name="connsiteY196" fmla="*/ 470926 h 976668"/>
                  <a:gd name="connsiteX197" fmla="*/ 4463849 w 6575056"/>
                  <a:gd name="connsiteY197" fmla="*/ 466015 h 976668"/>
                  <a:gd name="connsiteX198" fmla="*/ 4479537 w 6575056"/>
                  <a:gd name="connsiteY198" fmla="*/ 463025 h 976668"/>
                  <a:gd name="connsiteX199" fmla="*/ 4503026 w 6575056"/>
                  <a:gd name="connsiteY199" fmla="*/ 460209 h 976668"/>
                  <a:gd name="connsiteX200" fmla="*/ 4525135 w 6575056"/>
                  <a:gd name="connsiteY200" fmla="*/ 472738 h 976668"/>
                  <a:gd name="connsiteX201" fmla="*/ 4548625 w 6575056"/>
                  <a:gd name="connsiteY201" fmla="*/ 487012 h 976668"/>
                  <a:gd name="connsiteX202" fmla="*/ 4549234 w 6575056"/>
                  <a:gd name="connsiteY202" fmla="*/ 487274 h 976668"/>
                  <a:gd name="connsiteX203" fmla="*/ 4572561 w 6575056"/>
                  <a:gd name="connsiteY203" fmla="*/ 495001 h 976668"/>
                  <a:gd name="connsiteX204" fmla="*/ 4591906 w 6575056"/>
                  <a:gd name="connsiteY204" fmla="*/ 502880 h 976668"/>
                  <a:gd name="connsiteX205" fmla="*/ 4592800 w 6575056"/>
                  <a:gd name="connsiteY205" fmla="*/ 503142 h 976668"/>
                  <a:gd name="connsiteX206" fmla="*/ 4596173 w 6575056"/>
                  <a:gd name="connsiteY206" fmla="*/ 503622 h 976668"/>
                  <a:gd name="connsiteX207" fmla="*/ 4620273 w 6575056"/>
                  <a:gd name="connsiteY207" fmla="*/ 512724 h 976668"/>
                  <a:gd name="connsiteX208" fmla="*/ 4645673 w 6575056"/>
                  <a:gd name="connsiteY208" fmla="*/ 526322 h 976668"/>
                  <a:gd name="connsiteX209" fmla="*/ 4646282 w 6575056"/>
                  <a:gd name="connsiteY209" fmla="*/ 526540 h 976668"/>
                  <a:gd name="connsiteX210" fmla="*/ 4671073 w 6575056"/>
                  <a:gd name="connsiteY210" fmla="*/ 533721 h 976668"/>
                  <a:gd name="connsiteX211" fmla="*/ 4696961 w 6575056"/>
                  <a:gd name="connsiteY211" fmla="*/ 556006 h 976668"/>
                  <a:gd name="connsiteX212" fmla="*/ 4723377 w 6575056"/>
                  <a:gd name="connsiteY212" fmla="*/ 571568 h 976668"/>
                  <a:gd name="connsiteX213" fmla="*/ 4724271 w 6575056"/>
                  <a:gd name="connsiteY213" fmla="*/ 571896 h 976668"/>
                  <a:gd name="connsiteX214" fmla="*/ 6574894 w 6575056"/>
                  <a:gd name="connsiteY214" fmla="*/ 976669 h 976668"/>
                  <a:gd name="connsiteX215" fmla="*/ 6574894 w 6575056"/>
                  <a:gd name="connsiteY215" fmla="*/ 973635 h 9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Lst>
                <a:rect l="l" t="t" r="r" b="b"/>
                <a:pathLst>
                  <a:path w="6575056" h="976668">
                    <a:moveTo>
                      <a:pt x="6575057" y="973722"/>
                    </a:moveTo>
                    <a:lnTo>
                      <a:pt x="4726790" y="569495"/>
                    </a:lnTo>
                    <a:lnTo>
                      <a:pt x="4701105" y="554413"/>
                    </a:lnTo>
                    <a:lnTo>
                      <a:pt x="4675096" y="532040"/>
                    </a:lnTo>
                    <a:cubicBezTo>
                      <a:pt x="4674892" y="531822"/>
                      <a:pt x="4674487" y="531669"/>
                      <a:pt x="4674202" y="531560"/>
                    </a:cubicBezTo>
                    <a:lnTo>
                      <a:pt x="4649087" y="524248"/>
                    </a:lnTo>
                    <a:lnTo>
                      <a:pt x="4623687" y="510672"/>
                    </a:lnTo>
                    <a:lnTo>
                      <a:pt x="4598896" y="501287"/>
                    </a:lnTo>
                    <a:cubicBezTo>
                      <a:pt x="4598611" y="501178"/>
                      <a:pt x="4598409" y="501134"/>
                      <a:pt x="4598124" y="501069"/>
                    </a:cubicBezTo>
                    <a:lnTo>
                      <a:pt x="4594628" y="500588"/>
                    </a:lnTo>
                    <a:lnTo>
                      <a:pt x="4575569" y="492753"/>
                    </a:lnTo>
                    <a:lnTo>
                      <a:pt x="4552241" y="485092"/>
                    </a:lnTo>
                    <a:lnTo>
                      <a:pt x="4528914" y="470904"/>
                    </a:lnTo>
                    <a:lnTo>
                      <a:pt x="4505790" y="457808"/>
                    </a:lnTo>
                    <a:cubicBezTo>
                      <a:pt x="4505180" y="457437"/>
                      <a:pt x="4504286" y="457263"/>
                      <a:pt x="4503433" y="457372"/>
                    </a:cubicBezTo>
                    <a:lnTo>
                      <a:pt x="4480592" y="460035"/>
                    </a:lnTo>
                    <a:lnTo>
                      <a:pt x="4462345" y="463440"/>
                    </a:lnTo>
                    <a:lnTo>
                      <a:pt x="4441701" y="466736"/>
                    </a:lnTo>
                    <a:lnTo>
                      <a:pt x="4431987" y="468242"/>
                    </a:lnTo>
                    <a:lnTo>
                      <a:pt x="4409189" y="471013"/>
                    </a:lnTo>
                    <a:lnTo>
                      <a:pt x="4396103" y="471646"/>
                    </a:lnTo>
                    <a:lnTo>
                      <a:pt x="4337540" y="479679"/>
                    </a:lnTo>
                    <a:lnTo>
                      <a:pt x="4324048" y="481861"/>
                    </a:lnTo>
                    <a:lnTo>
                      <a:pt x="4313522" y="484371"/>
                    </a:lnTo>
                    <a:lnTo>
                      <a:pt x="4300639" y="486139"/>
                    </a:lnTo>
                    <a:cubicBezTo>
                      <a:pt x="4300314" y="486183"/>
                      <a:pt x="4300151" y="486248"/>
                      <a:pt x="4299948" y="486292"/>
                    </a:cubicBezTo>
                    <a:lnTo>
                      <a:pt x="4275727" y="493910"/>
                    </a:lnTo>
                    <a:lnTo>
                      <a:pt x="4264917" y="497642"/>
                    </a:lnTo>
                    <a:lnTo>
                      <a:pt x="4247563" y="498711"/>
                    </a:lnTo>
                    <a:lnTo>
                      <a:pt x="4170753" y="509996"/>
                    </a:lnTo>
                    <a:lnTo>
                      <a:pt x="4076590" y="509843"/>
                    </a:lnTo>
                    <a:lnTo>
                      <a:pt x="3847585" y="454163"/>
                    </a:lnTo>
                    <a:lnTo>
                      <a:pt x="3830028" y="449100"/>
                    </a:lnTo>
                    <a:lnTo>
                      <a:pt x="3812552" y="443141"/>
                    </a:lnTo>
                    <a:lnTo>
                      <a:pt x="3795687" y="436702"/>
                    </a:lnTo>
                    <a:lnTo>
                      <a:pt x="3778943" y="419765"/>
                    </a:lnTo>
                    <a:lnTo>
                      <a:pt x="3744602" y="367119"/>
                    </a:lnTo>
                    <a:lnTo>
                      <a:pt x="3727858" y="337697"/>
                    </a:lnTo>
                    <a:lnTo>
                      <a:pt x="3710993" y="304433"/>
                    </a:lnTo>
                    <a:lnTo>
                      <a:pt x="3694412" y="276626"/>
                    </a:lnTo>
                    <a:lnTo>
                      <a:pt x="3677952" y="251417"/>
                    </a:lnTo>
                    <a:lnTo>
                      <a:pt x="3661778" y="228237"/>
                    </a:lnTo>
                    <a:cubicBezTo>
                      <a:pt x="3661575" y="228019"/>
                      <a:pt x="3661453" y="227866"/>
                      <a:pt x="3661168" y="227757"/>
                    </a:cubicBezTo>
                    <a:lnTo>
                      <a:pt x="3645279" y="218437"/>
                    </a:lnTo>
                    <a:cubicBezTo>
                      <a:pt x="3644790" y="218109"/>
                      <a:pt x="3643978" y="217957"/>
                      <a:pt x="3643206" y="218000"/>
                    </a:cubicBezTo>
                    <a:lnTo>
                      <a:pt x="3560340" y="221995"/>
                    </a:lnTo>
                    <a:lnTo>
                      <a:pt x="3477394" y="227102"/>
                    </a:lnTo>
                    <a:lnTo>
                      <a:pt x="3394529" y="236335"/>
                    </a:lnTo>
                    <a:lnTo>
                      <a:pt x="3312071" y="247466"/>
                    </a:lnTo>
                    <a:lnTo>
                      <a:pt x="3229816" y="255826"/>
                    </a:lnTo>
                    <a:lnTo>
                      <a:pt x="3148738" y="261151"/>
                    </a:lnTo>
                    <a:lnTo>
                      <a:pt x="3068069" y="263923"/>
                    </a:lnTo>
                    <a:lnTo>
                      <a:pt x="2987479" y="264731"/>
                    </a:lnTo>
                    <a:lnTo>
                      <a:pt x="2906808" y="264360"/>
                    </a:lnTo>
                    <a:lnTo>
                      <a:pt x="2825732" y="262766"/>
                    </a:lnTo>
                    <a:lnTo>
                      <a:pt x="2743273" y="259143"/>
                    </a:lnTo>
                    <a:lnTo>
                      <a:pt x="2576487" y="266826"/>
                    </a:lnTo>
                    <a:lnTo>
                      <a:pt x="2491834" y="270493"/>
                    </a:lnTo>
                    <a:lnTo>
                      <a:pt x="2407506" y="279704"/>
                    </a:lnTo>
                    <a:lnTo>
                      <a:pt x="2323381" y="286426"/>
                    </a:lnTo>
                    <a:lnTo>
                      <a:pt x="2237834" y="292080"/>
                    </a:lnTo>
                    <a:lnTo>
                      <a:pt x="2232672" y="272370"/>
                    </a:lnTo>
                    <a:lnTo>
                      <a:pt x="2228690" y="246680"/>
                    </a:lnTo>
                    <a:lnTo>
                      <a:pt x="2217757" y="221536"/>
                    </a:lnTo>
                    <a:lnTo>
                      <a:pt x="2205159" y="202503"/>
                    </a:lnTo>
                    <a:lnTo>
                      <a:pt x="2197234" y="184016"/>
                    </a:lnTo>
                    <a:lnTo>
                      <a:pt x="2189716" y="167668"/>
                    </a:lnTo>
                    <a:lnTo>
                      <a:pt x="2181872" y="148374"/>
                    </a:lnTo>
                    <a:lnTo>
                      <a:pt x="2174110" y="124714"/>
                    </a:lnTo>
                    <a:cubicBezTo>
                      <a:pt x="2174110" y="124714"/>
                      <a:pt x="2173907" y="124299"/>
                      <a:pt x="2173826" y="124233"/>
                    </a:cubicBezTo>
                    <a:lnTo>
                      <a:pt x="2172363" y="122160"/>
                    </a:lnTo>
                    <a:cubicBezTo>
                      <a:pt x="2172037" y="121789"/>
                      <a:pt x="2171468" y="121461"/>
                      <a:pt x="2170859" y="121352"/>
                    </a:cubicBezTo>
                    <a:lnTo>
                      <a:pt x="2093684" y="106750"/>
                    </a:lnTo>
                    <a:cubicBezTo>
                      <a:pt x="2093684" y="106750"/>
                      <a:pt x="2093196" y="106685"/>
                      <a:pt x="2092993" y="106685"/>
                    </a:cubicBezTo>
                    <a:lnTo>
                      <a:pt x="2039104" y="105310"/>
                    </a:lnTo>
                    <a:lnTo>
                      <a:pt x="2006186" y="96470"/>
                    </a:lnTo>
                    <a:lnTo>
                      <a:pt x="1929782" y="85077"/>
                    </a:lnTo>
                    <a:lnTo>
                      <a:pt x="1854273" y="70431"/>
                    </a:lnTo>
                    <a:cubicBezTo>
                      <a:pt x="1854273" y="70431"/>
                      <a:pt x="1853704" y="70322"/>
                      <a:pt x="1853582" y="70322"/>
                    </a:cubicBezTo>
                    <a:lnTo>
                      <a:pt x="1779658" y="60936"/>
                    </a:lnTo>
                    <a:lnTo>
                      <a:pt x="1778967" y="60936"/>
                    </a:lnTo>
                    <a:lnTo>
                      <a:pt x="1705653" y="63818"/>
                    </a:lnTo>
                    <a:lnTo>
                      <a:pt x="1632948" y="71479"/>
                    </a:lnTo>
                    <a:lnTo>
                      <a:pt x="1560040" y="85339"/>
                    </a:lnTo>
                    <a:lnTo>
                      <a:pt x="1486034" y="105637"/>
                    </a:lnTo>
                    <a:lnTo>
                      <a:pt x="1409631" y="125019"/>
                    </a:lnTo>
                    <a:lnTo>
                      <a:pt x="1331846" y="146868"/>
                    </a:lnTo>
                    <a:lnTo>
                      <a:pt x="1252273" y="162059"/>
                    </a:lnTo>
                    <a:lnTo>
                      <a:pt x="1171806" y="172339"/>
                    </a:lnTo>
                    <a:lnTo>
                      <a:pt x="1091664" y="181877"/>
                    </a:lnTo>
                    <a:lnTo>
                      <a:pt x="1014082" y="179695"/>
                    </a:lnTo>
                    <a:lnTo>
                      <a:pt x="938004" y="172776"/>
                    </a:lnTo>
                    <a:lnTo>
                      <a:pt x="863592" y="160837"/>
                    </a:lnTo>
                    <a:lnTo>
                      <a:pt x="790277" y="140429"/>
                    </a:lnTo>
                    <a:cubicBezTo>
                      <a:pt x="789871" y="140363"/>
                      <a:pt x="789587" y="140320"/>
                      <a:pt x="789180" y="140254"/>
                    </a:cubicBezTo>
                    <a:lnTo>
                      <a:pt x="716353" y="138857"/>
                    </a:lnTo>
                    <a:lnTo>
                      <a:pt x="643526" y="134012"/>
                    </a:lnTo>
                    <a:lnTo>
                      <a:pt x="569155" y="128206"/>
                    </a:lnTo>
                    <a:lnTo>
                      <a:pt x="492671" y="115372"/>
                    </a:lnTo>
                    <a:lnTo>
                      <a:pt x="412772" y="96034"/>
                    </a:lnTo>
                    <a:lnTo>
                      <a:pt x="329135" y="72788"/>
                    </a:lnTo>
                    <a:lnTo>
                      <a:pt x="242410" y="45920"/>
                    </a:lnTo>
                    <a:lnTo>
                      <a:pt x="154708" y="20557"/>
                    </a:lnTo>
                    <a:cubicBezTo>
                      <a:pt x="154465" y="20448"/>
                      <a:pt x="154221" y="20448"/>
                      <a:pt x="153977" y="20383"/>
                    </a:cubicBezTo>
                    <a:lnTo>
                      <a:pt x="68755" y="12023"/>
                    </a:lnTo>
                    <a:lnTo>
                      <a:pt x="9664" y="84"/>
                    </a:lnTo>
                    <a:cubicBezTo>
                      <a:pt x="8811" y="-91"/>
                      <a:pt x="7876" y="19"/>
                      <a:pt x="7185" y="302"/>
                    </a:cubicBezTo>
                    <a:lnTo>
                      <a:pt x="967" y="3074"/>
                    </a:lnTo>
                    <a:cubicBezTo>
                      <a:pt x="-130" y="3555"/>
                      <a:pt x="-333" y="4449"/>
                      <a:pt x="561" y="5039"/>
                    </a:cubicBezTo>
                    <a:cubicBezTo>
                      <a:pt x="1455" y="5628"/>
                      <a:pt x="3040" y="5737"/>
                      <a:pt x="4137" y="5257"/>
                    </a:cubicBezTo>
                    <a:lnTo>
                      <a:pt x="9177" y="3009"/>
                    </a:lnTo>
                    <a:lnTo>
                      <a:pt x="53799" y="12111"/>
                    </a:lnTo>
                    <a:lnTo>
                      <a:pt x="67373" y="14708"/>
                    </a:lnTo>
                    <a:lnTo>
                      <a:pt x="152595" y="23067"/>
                    </a:lnTo>
                    <a:lnTo>
                      <a:pt x="239971" y="48386"/>
                    </a:lnTo>
                    <a:lnTo>
                      <a:pt x="326697" y="75255"/>
                    </a:lnTo>
                    <a:lnTo>
                      <a:pt x="410578" y="98544"/>
                    </a:lnTo>
                    <a:lnTo>
                      <a:pt x="490842" y="117926"/>
                    </a:lnTo>
                    <a:lnTo>
                      <a:pt x="568017" y="130869"/>
                    </a:lnTo>
                    <a:lnTo>
                      <a:pt x="642754" y="136784"/>
                    </a:lnTo>
                    <a:lnTo>
                      <a:pt x="715988" y="141629"/>
                    </a:lnTo>
                    <a:lnTo>
                      <a:pt x="788408" y="143004"/>
                    </a:lnTo>
                    <a:lnTo>
                      <a:pt x="861641" y="163368"/>
                    </a:lnTo>
                    <a:lnTo>
                      <a:pt x="936825" y="175460"/>
                    </a:lnTo>
                    <a:lnTo>
                      <a:pt x="1013513" y="182445"/>
                    </a:lnTo>
                    <a:lnTo>
                      <a:pt x="1091704" y="184627"/>
                    </a:lnTo>
                    <a:cubicBezTo>
                      <a:pt x="1091704" y="184627"/>
                      <a:pt x="1092111" y="184627"/>
                      <a:pt x="1092273" y="184562"/>
                    </a:cubicBezTo>
                    <a:lnTo>
                      <a:pt x="1172822" y="174958"/>
                    </a:lnTo>
                    <a:lnTo>
                      <a:pt x="1253370" y="164678"/>
                    </a:lnTo>
                    <a:cubicBezTo>
                      <a:pt x="1253370" y="164678"/>
                      <a:pt x="1253858" y="164569"/>
                      <a:pt x="1253980" y="164569"/>
                    </a:cubicBezTo>
                    <a:lnTo>
                      <a:pt x="1333756" y="149334"/>
                    </a:lnTo>
                    <a:lnTo>
                      <a:pt x="1411826" y="127420"/>
                    </a:lnTo>
                    <a:lnTo>
                      <a:pt x="1488107" y="108038"/>
                    </a:lnTo>
                    <a:lnTo>
                      <a:pt x="1561828" y="87827"/>
                    </a:lnTo>
                    <a:lnTo>
                      <a:pt x="1634167" y="74076"/>
                    </a:lnTo>
                    <a:lnTo>
                      <a:pt x="1706303" y="66459"/>
                    </a:lnTo>
                    <a:lnTo>
                      <a:pt x="1778927" y="63643"/>
                    </a:lnTo>
                    <a:lnTo>
                      <a:pt x="1852526" y="72963"/>
                    </a:lnTo>
                    <a:lnTo>
                      <a:pt x="1928116" y="87609"/>
                    </a:lnTo>
                    <a:lnTo>
                      <a:pt x="2004316" y="99024"/>
                    </a:lnTo>
                    <a:lnTo>
                      <a:pt x="2037275" y="107864"/>
                    </a:lnTo>
                    <a:cubicBezTo>
                      <a:pt x="2037560" y="107973"/>
                      <a:pt x="2037966" y="108038"/>
                      <a:pt x="2038251" y="108038"/>
                    </a:cubicBezTo>
                    <a:lnTo>
                      <a:pt x="2092342" y="109370"/>
                    </a:lnTo>
                    <a:lnTo>
                      <a:pt x="2168055" y="123710"/>
                    </a:lnTo>
                    <a:lnTo>
                      <a:pt x="2169152" y="125194"/>
                    </a:lnTo>
                    <a:lnTo>
                      <a:pt x="2174923" y="143419"/>
                    </a:lnTo>
                    <a:lnTo>
                      <a:pt x="2181954" y="161644"/>
                    </a:lnTo>
                    <a:lnTo>
                      <a:pt x="2192277" y="184606"/>
                    </a:lnTo>
                    <a:lnTo>
                      <a:pt x="2200323" y="203246"/>
                    </a:lnTo>
                    <a:lnTo>
                      <a:pt x="2212921" y="222213"/>
                    </a:lnTo>
                    <a:lnTo>
                      <a:pt x="2223732" y="247051"/>
                    </a:lnTo>
                    <a:lnTo>
                      <a:pt x="2227592" y="272567"/>
                    </a:lnTo>
                    <a:lnTo>
                      <a:pt x="2232754" y="292865"/>
                    </a:lnTo>
                    <a:lnTo>
                      <a:pt x="2233160" y="293717"/>
                    </a:lnTo>
                    <a:cubicBezTo>
                      <a:pt x="2233444" y="294306"/>
                      <a:pt x="2234460" y="294786"/>
                      <a:pt x="2235639" y="294786"/>
                    </a:cubicBezTo>
                    <a:lnTo>
                      <a:pt x="2324031" y="289089"/>
                    </a:lnTo>
                    <a:lnTo>
                      <a:pt x="2408359" y="282367"/>
                    </a:lnTo>
                    <a:lnTo>
                      <a:pt x="2492484" y="273156"/>
                    </a:lnTo>
                    <a:lnTo>
                      <a:pt x="2576812" y="269533"/>
                    </a:lnTo>
                    <a:lnTo>
                      <a:pt x="2743193" y="261806"/>
                    </a:lnTo>
                    <a:lnTo>
                      <a:pt x="2825367" y="265495"/>
                    </a:lnTo>
                    <a:lnTo>
                      <a:pt x="2906606" y="267088"/>
                    </a:lnTo>
                    <a:lnTo>
                      <a:pt x="2987479" y="267416"/>
                    </a:lnTo>
                    <a:lnTo>
                      <a:pt x="3068150" y="266608"/>
                    </a:lnTo>
                    <a:lnTo>
                      <a:pt x="3149104" y="263901"/>
                    </a:lnTo>
                    <a:lnTo>
                      <a:pt x="3230384" y="258510"/>
                    </a:lnTo>
                    <a:lnTo>
                      <a:pt x="3312925" y="250151"/>
                    </a:lnTo>
                    <a:lnTo>
                      <a:pt x="3395465" y="239019"/>
                    </a:lnTo>
                    <a:lnTo>
                      <a:pt x="3478004" y="229808"/>
                    </a:lnTo>
                    <a:lnTo>
                      <a:pt x="3560666" y="224745"/>
                    </a:lnTo>
                    <a:lnTo>
                      <a:pt x="3642231" y="220794"/>
                    </a:lnTo>
                    <a:lnTo>
                      <a:pt x="3657023" y="229372"/>
                    </a:lnTo>
                    <a:lnTo>
                      <a:pt x="3672994" y="252290"/>
                    </a:lnTo>
                    <a:lnTo>
                      <a:pt x="3689372" y="277434"/>
                    </a:lnTo>
                    <a:lnTo>
                      <a:pt x="3705954" y="305132"/>
                    </a:lnTo>
                    <a:lnTo>
                      <a:pt x="3722697" y="338374"/>
                    </a:lnTo>
                    <a:lnTo>
                      <a:pt x="3739645" y="367905"/>
                    </a:lnTo>
                    <a:lnTo>
                      <a:pt x="3774066" y="420812"/>
                    </a:lnTo>
                    <a:lnTo>
                      <a:pt x="3791338" y="438230"/>
                    </a:lnTo>
                    <a:cubicBezTo>
                      <a:pt x="3791542" y="438448"/>
                      <a:pt x="3791826" y="438601"/>
                      <a:pt x="3792110" y="438710"/>
                    </a:cubicBezTo>
                    <a:lnTo>
                      <a:pt x="3809586" y="445433"/>
                    </a:lnTo>
                    <a:lnTo>
                      <a:pt x="3827265" y="451457"/>
                    </a:lnTo>
                    <a:lnTo>
                      <a:pt x="3845227" y="456630"/>
                    </a:lnTo>
                    <a:lnTo>
                      <a:pt x="4074802" y="512484"/>
                    </a:lnTo>
                    <a:cubicBezTo>
                      <a:pt x="4075208" y="512528"/>
                      <a:pt x="4075493" y="512593"/>
                      <a:pt x="4075900" y="512593"/>
                    </a:cubicBezTo>
                    <a:lnTo>
                      <a:pt x="4170875" y="512702"/>
                    </a:lnTo>
                    <a:lnTo>
                      <a:pt x="4171567" y="512702"/>
                    </a:lnTo>
                    <a:lnTo>
                      <a:pt x="4248376" y="501396"/>
                    </a:lnTo>
                    <a:lnTo>
                      <a:pt x="4265851" y="500327"/>
                    </a:lnTo>
                    <a:cubicBezTo>
                      <a:pt x="4266257" y="500327"/>
                      <a:pt x="4266542" y="500261"/>
                      <a:pt x="4266949" y="500108"/>
                    </a:cubicBezTo>
                    <a:lnTo>
                      <a:pt x="4278247" y="496267"/>
                    </a:lnTo>
                    <a:lnTo>
                      <a:pt x="4301980" y="488693"/>
                    </a:lnTo>
                    <a:lnTo>
                      <a:pt x="4314984" y="486947"/>
                    </a:lnTo>
                    <a:lnTo>
                      <a:pt x="4325511" y="484393"/>
                    </a:lnTo>
                    <a:lnTo>
                      <a:pt x="4396753" y="474331"/>
                    </a:lnTo>
                    <a:lnTo>
                      <a:pt x="4409839" y="473698"/>
                    </a:lnTo>
                    <a:lnTo>
                      <a:pt x="4433166" y="470926"/>
                    </a:lnTo>
                    <a:lnTo>
                      <a:pt x="4463849" y="466015"/>
                    </a:lnTo>
                    <a:lnTo>
                      <a:pt x="4479537" y="463025"/>
                    </a:lnTo>
                    <a:lnTo>
                      <a:pt x="4503026" y="460209"/>
                    </a:lnTo>
                    <a:lnTo>
                      <a:pt x="4525135" y="472738"/>
                    </a:lnTo>
                    <a:lnTo>
                      <a:pt x="4548625" y="487012"/>
                    </a:lnTo>
                    <a:cubicBezTo>
                      <a:pt x="4548746" y="487165"/>
                      <a:pt x="4548949" y="487231"/>
                      <a:pt x="4549234" y="487274"/>
                    </a:cubicBezTo>
                    <a:lnTo>
                      <a:pt x="4572561" y="495001"/>
                    </a:lnTo>
                    <a:lnTo>
                      <a:pt x="4591906" y="502880"/>
                    </a:lnTo>
                    <a:cubicBezTo>
                      <a:pt x="4591906" y="502880"/>
                      <a:pt x="4592393" y="503099"/>
                      <a:pt x="4592800" y="503142"/>
                    </a:cubicBezTo>
                    <a:lnTo>
                      <a:pt x="4596173" y="503622"/>
                    </a:lnTo>
                    <a:lnTo>
                      <a:pt x="4620273" y="512724"/>
                    </a:lnTo>
                    <a:lnTo>
                      <a:pt x="4645673" y="526322"/>
                    </a:lnTo>
                    <a:cubicBezTo>
                      <a:pt x="4645673" y="526322"/>
                      <a:pt x="4645957" y="526475"/>
                      <a:pt x="4646282" y="526540"/>
                    </a:cubicBezTo>
                    <a:lnTo>
                      <a:pt x="4671073" y="533721"/>
                    </a:lnTo>
                    <a:lnTo>
                      <a:pt x="4696961" y="556006"/>
                    </a:lnTo>
                    <a:lnTo>
                      <a:pt x="4723377" y="571568"/>
                    </a:lnTo>
                    <a:cubicBezTo>
                      <a:pt x="4723579" y="571721"/>
                      <a:pt x="4723864" y="571830"/>
                      <a:pt x="4724271" y="571896"/>
                    </a:cubicBezTo>
                    <a:lnTo>
                      <a:pt x="6574894" y="976669"/>
                    </a:lnTo>
                    <a:lnTo>
                      <a:pt x="6574894" y="97363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4" name="Freeform: Shape 633">
                <a:extLst>
                  <a:ext uri="{FF2B5EF4-FFF2-40B4-BE49-F238E27FC236}">
                    <a16:creationId xmlns:a16="http://schemas.microsoft.com/office/drawing/2014/main" id="{4103F36F-79A2-4D36-B03F-8E2D0C9AEFDA}"/>
                  </a:ext>
                </a:extLst>
              </p:cNvPr>
              <p:cNvSpPr/>
              <p:nvPr/>
            </p:nvSpPr>
            <p:spPr>
              <a:xfrm>
                <a:off x="7139187" y="6144944"/>
                <a:ext cx="1186038" cy="4780"/>
              </a:xfrm>
              <a:custGeom>
                <a:avLst/>
                <a:gdLst>
                  <a:gd name="connsiteX0" fmla="*/ 1183559 w 1186038"/>
                  <a:gd name="connsiteY0" fmla="*/ 4780 h 4780"/>
                  <a:gd name="connsiteX1" fmla="*/ 1183559 w 1186038"/>
                  <a:gd name="connsiteY1" fmla="*/ 4780 h 4780"/>
                  <a:gd name="connsiteX2" fmla="*/ 2479 w 1186038"/>
                  <a:gd name="connsiteY2" fmla="*/ 2816 h 4780"/>
                  <a:gd name="connsiteX3" fmla="*/ 0 w 1186038"/>
                  <a:gd name="connsiteY3" fmla="*/ 1375 h 4780"/>
                  <a:gd name="connsiteX4" fmla="*/ 2479 w 1186038"/>
                  <a:gd name="connsiteY4" fmla="*/ 0 h 4780"/>
                  <a:gd name="connsiteX5" fmla="*/ 2479 w 1186038"/>
                  <a:gd name="connsiteY5" fmla="*/ 0 h 4780"/>
                  <a:gd name="connsiteX6" fmla="*/ 1183559 w 1186038"/>
                  <a:gd name="connsiteY6" fmla="*/ 1964 h 4780"/>
                  <a:gd name="connsiteX7" fmla="*/ 1186038 w 1186038"/>
                  <a:gd name="connsiteY7" fmla="*/ 3405 h 4780"/>
                  <a:gd name="connsiteX8" fmla="*/ 1183559 w 1186038"/>
                  <a:gd name="connsiteY8" fmla="*/ 4780 h 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6038" h="4780">
                    <a:moveTo>
                      <a:pt x="1183559" y="4780"/>
                    </a:moveTo>
                    <a:lnTo>
                      <a:pt x="1183559" y="4780"/>
                    </a:lnTo>
                    <a:lnTo>
                      <a:pt x="2479" y="2816"/>
                    </a:lnTo>
                    <a:cubicBezTo>
                      <a:pt x="1097" y="2816"/>
                      <a:pt x="0" y="2183"/>
                      <a:pt x="0" y="1375"/>
                    </a:cubicBezTo>
                    <a:cubicBezTo>
                      <a:pt x="0" y="568"/>
                      <a:pt x="1097" y="0"/>
                      <a:pt x="2479" y="0"/>
                    </a:cubicBezTo>
                    <a:lnTo>
                      <a:pt x="2479" y="0"/>
                    </a:lnTo>
                    <a:lnTo>
                      <a:pt x="1183559" y="1964"/>
                    </a:lnTo>
                    <a:cubicBezTo>
                      <a:pt x="1184941" y="1964"/>
                      <a:pt x="1186038" y="2597"/>
                      <a:pt x="1186038" y="3405"/>
                    </a:cubicBezTo>
                    <a:cubicBezTo>
                      <a:pt x="1186038" y="4147"/>
                      <a:pt x="1184941" y="4780"/>
                      <a:pt x="1183559" y="47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5" name="Freeform: Shape 634">
                <a:extLst>
                  <a:ext uri="{FF2B5EF4-FFF2-40B4-BE49-F238E27FC236}">
                    <a16:creationId xmlns:a16="http://schemas.microsoft.com/office/drawing/2014/main" id="{46BBA6A9-3F7D-4CF4-8C2B-511DF5048D24}"/>
                  </a:ext>
                </a:extLst>
              </p:cNvPr>
              <p:cNvSpPr/>
              <p:nvPr/>
            </p:nvSpPr>
            <p:spPr>
              <a:xfrm>
                <a:off x="5790093" y="6012293"/>
                <a:ext cx="51156" cy="81555"/>
              </a:xfrm>
              <a:custGeom>
                <a:avLst/>
                <a:gdLst>
                  <a:gd name="connsiteX0" fmla="*/ 2488 w 51156"/>
                  <a:gd name="connsiteY0" fmla="*/ 81533 h 81555"/>
                  <a:gd name="connsiteX1" fmla="*/ 1757 w 51156"/>
                  <a:gd name="connsiteY1" fmla="*/ 81490 h 81555"/>
                  <a:gd name="connsiteX2" fmla="*/ 131 w 51156"/>
                  <a:gd name="connsiteY2" fmla="*/ 79722 h 81555"/>
                  <a:gd name="connsiteX3" fmla="*/ 43291 w 51156"/>
                  <a:gd name="connsiteY3" fmla="*/ 4966 h 81555"/>
                  <a:gd name="connsiteX4" fmla="*/ 46258 w 51156"/>
                  <a:gd name="connsiteY4" fmla="*/ 863 h 81555"/>
                  <a:gd name="connsiteX5" fmla="*/ 49590 w 51156"/>
                  <a:gd name="connsiteY5" fmla="*/ 120 h 81555"/>
                  <a:gd name="connsiteX6" fmla="*/ 50972 w 51156"/>
                  <a:gd name="connsiteY6" fmla="*/ 1932 h 81555"/>
                  <a:gd name="connsiteX7" fmla="*/ 48046 w 51156"/>
                  <a:gd name="connsiteY7" fmla="*/ 5926 h 81555"/>
                  <a:gd name="connsiteX8" fmla="*/ 4927 w 51156"/>
                  <a:gd name="connsiteY8" fmla="*/ 80595 h 81555"/>
                  <a:gd name="connsiteX9" fmla="*/ 2488 w 51156"/>
                  <a:gd name="connsiteY9" fmla="*/ 81555 h 81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156" h="81555">
                    <a:moveTo>
                      <a:pt x="2488" y="81533"/>
                    </a:moveTo>
                    <a:cubicBezTo>
                      <a:pt x="2245" y="81533"/>
                      <a:pt x="2001" y="81533"/>
                      <a:pt x="1757" y="81490"/>
                    </a:cubicBezTo>
                    <a:cubicBezTo>
                      <a:pt x="416" y="81228"/>
                      <a:pt x="-316" y="80420"/>
                      <a:pt x="131" y="79722"/>
                    </a:cubicBezTo>
                    <a:lnTo>
                      <a:pt x="43291" y="4966"/>
                    </a:lnTo>
                    <a:lnTo>
                      <a:pt x="46258" y="863"/>
                    </a:lnTo>
                    <a:cubicBezTo>
                      <a:pt x="46786" y="164"/>
                      <a:pt x="48249" y="-207"/>
                      <a:pt x="49590" y="120"/>
                    </a:cubicBezTo>
                    <a:cubicBezTo>
                      <a:pt x="50850" y="382"/>
                      <a:pt x="51500" y="1234"/>
                      <a:pt x="50972" y="1932"/>
                    </a:cubicBezTo>
                    <a:lnTo>
                      <a:pt x="48046" y="5926"/>
                    </a:lnTo>
                    <a:lnTo>
                      <a:pt x="4927" y="80595"/>
                    </a:lnTo>
                    <a:cubicBezTo>
                      <a:pt x="4602" y="81184"/>
                      <a:pt x="3586" y="81555"/>
                      <a:pt x="2488" y="815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6" name="Freeform: Shape 635">
                <a:extLst>
                  <a:ext uri="{FF2B5EF4-FFF2-40B4-BE49-F238E27FC236}">
                    <a16:creationId xmlns:a16="http://schemas.microsoft.com/office/drawing/2014/main" id="{BD27E541-D59A-4FBC-B1DF-43A51172031D}"/>
                  </a:ext>
                </a:extLst>
              </p:cNvPr>
              <p:cNvSpPr/>
              <p:nvPr/>
            </p:nvSpPr>
            <p:spPr>
              <a:xfrm>
                <a:off x="11388262" y="5787469"/>
                <a:ext cx="803818" cy="95818"/>
              </a:xfrm>
              <a:custGeom>
                <a:avLst/>
                <a:gdLst>
                  <a:gd name="connsiteX0" fmla="*/ 803737 w 803818"/>
                  <a:gd name="connsiteY0" fmla="*/ 92675 h 95818"/>
                  <a:gd name="connsiteX1" fmla="*/ 786059 w 803818"/>
                  <a:gd name="connsiteY1" fmla="*/ 87088 h 95818"/>
                  <a:gd name="connsiteX2" fmla="*/ 784759 w 803818"/>
                  <a:gd name="connsiteY2" fmla="*/ 86870 h 95818"/>
                  <a:gd name="connsiteX3" fmla="*/ 722457 w 803818"/>
                  <a:gd name="connsiteY3" fmla="*/ 86171 h 95818"/>
                  <a:gd name="connsiteX4" fmla="*/ 715630 w 803818"/>
                  <a:gd name="connsiteY4" fmla="*/ 84949 h 95818"/>
                  <a:gd name="connsiteX5" fmla="*/ 669381 w 803818"/>
                  <a:gd name="connsiteY5" fmla="*/ 82242 h 95818"/>
                  <a:gd name="connsiteX6" fmla="*/ 638129 w 803818"/>
                  <a:gd name="connsiteY6" fmla="*/ 81064 h 95818"/>
                  <a:gd name="connsiteX7" fmla="*/ 596067 w 803818"/>
                  <a:gd name="connsiteY7" fmla="*/ 80474 h 95818"/>
                  <a:gd name="connsiteX8" fmla="*/ 590621 w 803818"/>
                  <a:gd name="connsiteY8" fmla="*/ 80060 h 95818"/>
                  <a:gd name="connsiteX9" fmla="*/ 576153 w 803818"/>
                  <a:gd name="connsiteY9" fmla="*/ 79427 h 95818"/>
                  <a:gd name="connsiteX10" fmla="*/ 554899 w 803818"/>
                  <a:gd name="connsiteY10" fmla="*/ 77506 h 95818"/>
                  <a:gd name="connsiteX11" fmla="*/ 495971 w 803818"/>
                  <a:gd name="connsiteY11" fmla="*/ 68186 h 95818"/>
                  <a:gd name="connsiteX12" fmla="*/ 488046 w 803818"/>
                  <a:gd name="connsiteY12" fmla="*/ 64497 h 95818"/>
                  <a:gd name="connsiteX13" fmla="*/ 485363 w 803818"/>
                  <a:gd name="connsiteY13" fmla="*/ 59914 h 95818"/>
                  <a:gd name="connsiteX14" fmla="*/ 483860 w 803818"/>
                  <a:gd name="connsiteY14" fmla="*/ 58997 h 95818"/>
                  <a:gd name="connsiteX15" fmla="*/ 455575 w 803818"/>
                  <a:gd name="connsiteY15" fmla="*/ 53300 h 95818"/>
                  <a:gd name="connsiteX16" fmla="*/ 428874 w 803818"/>
                  <a:gd name="connsiteY16" fmla="*/ 49350 h 95818"/>
                  <a:gd name="connsiteX17" fmla="*/ 405181 w 803818"/>
                  <a:gd name="connsiteY17" fmla="*/ 43697 h 95818"/>
                  <a:gd name="connsiteX18" fmla="*/ 404490 w 803818"/>
                  <a:gd name="connsiteY18" fmla="*/ 43588 h 95818"/>
                  <a:gd name="connsiteX19" fmla="*/ 348244 w 803818"/>
                  <a:gd name="connsiteY19" fmla="*/ 39222 h 95818"/>
                  <a:gd name="connsiteX20" fmla="*/ 333777 w 803818"/>
                  <a:gd name="connsiteY20" fmla="*/ 37454 h 95818"/>
                  <a:gd name="connsiteX21" fmla="*/ 321259 w 803818"/>
                  <a:gd name="connsiteY21" fmla="*/ 36450 h 95818"/>
                  <a:gd name="connsiteX22" fmla="*/ 283057 w 803818"/>
                  <a:gd name="connsiteY22" fmla="*/ 34311 h 95818"/>
                  <a:gd name="connsiteX23" fmla="*/ 224495 w 803818"/>
                  <a:gd name="connsiteY23" fmla="*/ 31758 h 95818"/>
                  <a:gd name="connsiteX24" fmla="*/ 173899 w 803818"/>
                  <a:gd name="connsiteY24" fmla="*/ 28986 h 95818"/>
                  <a:gd name="connsiteX25" fmla="*/ 160121 w 803818"/>
                  <a:gd name="connsiteY25" fmla="*/ 26650 h 95818"/>
                  <a:gd name="connsiteX26" fmla="*/ 150693 w 803818"/>
                  <a:gd name="connsiteY26" fmla="*/ 22110 h 95818"/>
                  <a:gd name="connsiteX27" fmla="*/ 150002 w 803818"/>
                  <a:gd name="connsiteY27" fmla="*/ 21848 h 95818"/>
                  <a:gd name="connsiteX28" fmla="*/ 126187 w 803818"/>
                  <a:gd name="connsiteY28" fmla="*/ 16195 h 95818"/>
                  <a:gd name="connsiteX29" fmla="*/ 102494 w 803818"/>
                  <a:gd name="connsiteY29" fmla="*/ 12354 h 95818"/>
                  <a:gd name="connsiteX30" fmla="*/ 56368 w 803818"/>
                  <a:gd name="connsiteY30" fmla="*/ 6657 h 95818"/>
                  <a:gd name="connsiteX31" fmla="*/ 33447 w 803818"/>
                  <a:gd name="connsiteY31" fmla="*/ 3449 h 95818"/>
                  <a:gd name="connsiteX32" fmla="*/ 10810 w 803818"/>
                  <a:gd name="connsiteY32" fmla="*/ 87 h 95818"/>
                  <a:gd name="connsiteX33" fmla="*/ 10201 w 803818"/>
                  <a:gd name="connsiteY33" fmla="*/ 44 h 95818"/>
                  <a:gd name="connsiteX34" fmla="*/ 2561 w 803818"/>
                  <a:gd name="connsiteY34" fmla="*/ 0 h 95818"/>
                  <a:gd name="connsiteX35" fmla="*/ 2561 w 803818"/>
                  <a:gd name="connsiteY35" fmla="*/ 0 h 95818"/>
                  <a:gd name="connsiteX36" fmla="*/ 0 w 803818"/>
                  <a:gd name="connsiteY36" fmla="*/ 1375 h 95818"/>
                  <a:gd name="connsiteX37" fmla="*/ 2479 w 803818"/>
                  <a:gd name="connsiteY37" fmla="*/ 2816 h 95818"/>
                  <a:gd name="connsiteX38" fmla="*/ 9835 w 803818"/>
                  <a:gd name="connsiteY38" fmla="*/ 2859 h 95818"/>
                  <a:gd name="connsiteX39" fmla="*/ 32268 w 803818"/>
                  <a:gd name="connsiteY39" fmla="*/ 6177 h 95818"/>
                  <a:gd name="connsiteX40" fmla="*/ 55189 w 803818"/>
                  <a:gd name="connsiteY40" fmla="*/ 9385 h 95818"/>
                  <a:gd name="connsiteX41" fmla="*/ 101315 w 803818"/>
                  <a:gd name="connsiteY41" fmla="*/ 15082 h 95818"/>
                  <a:gd name="connsiteX42" fmla="*/ 124440 w 803818"/>
                  <a:gd name="connsiteY42" fmla="*/ 18858 h 95818"/>
                  <a:gd name="connsiteX43" fmla="*/ 147767 w 803818"/>
                  <a:gd name="connsiteY43" fmla="*/ 24337 h 95818"/>
                  <a:gd name="connsiteX44" fmla="*/ 157277 w 803818"/>
                  <a:gd name="connsiteY44" fmla="*/ 28964 h 95818"/>
                  <a:gd name="connsiteX45" fmla="*/ 158171 w 803818"/>
                  <a:gd name="connsiteY45" fmla="*/ 29226 h 95818"/>
                  <a:gd name="connsiteX46" fmla="*/ 172964 w 803818"/>
                  <a:gd name="connsiteY46" fmla="*/ 31736 h 95818"/>
                  <a:gd name="connsiteX47" fmla="*/ 213441 w 803818"/>
                  <a:gd name="connsiteY47" fmla="*/ 34028 h 95818"/>
                  <a:gd name="connsiteX48" fmla="*/ 282570 w 803818"/>
                  <a:gd name="connsiteY48" fmla="*/ 37061 h 95818"/>
                  <a:gd name="connsiteX49" fmla="*/ 320690 w 803818"/>
                  <a:gd name="connsiteY49" fmla="*/ 39179 h 95818"/>
                  <a:gd name="connsiteX50" fmla="*/ 332882 w 803818"/>
                  <a:gd name="connsiteY50" fmla="*/ 40204 h 95818"/>
                  <a:gd name="connsiteX51" fmla="*/ 347391 w 803818"/>
                  <a:gd name="connsiteY51" fmla="*/ 41972 h 95818"/>
                  <a:gd name="connsiteX52" fmla="*/ 403555 w 803818"/>
                  <a:gd name="connsiteY52" fmla="*/ 46338 h 95818"/>
                  <a:gd name="connsiteX53" fmla="*/ 427370 w 803818"/>
                  <a:gd name="connsiteY53" fmla="*/ 51925 h 95818"/>
                  <a:gd name="connsiteX54" fmla="*/ 454071 w 803818"/>
                  <a:gd name="connsiteY54" fmla="*/ 55920 h 95818"/>
                  <a:gd name="connsiteX55" fmla="*/ 480975 w 803818"/>
                  <a:gd name="connsiteY55" fmla="*/ 61354 h 95818"/>
                  <a:gd name="connsiteX56" fmla="*/ 483453 w 803818"/>
                  <a:gd name="connsiteY56" fmla="*/ 65676 h 95818"/>
                  <a:gd name="connsiteX57" fmla="*/ 484225 w 803818"/>
                  <a:gd name="connsiteY57" fmla="*/ 66309 h 95818"/>
                  <a:gd name="connsiteX58" fmla="*/ 489875 w 803818"/>
                  <a:gd name="connsiteY58" fmla="*/ 69016 h 95818"/>
                  <a:gd name="connsiteX59" fmla="*/ 493248 w 803818"/>
                  <a:gd name="connsiteY59" fmla="*/ 70522 h 95818"/>
                  <a:gd name="connsiteX60" fmla="*/ 494142 w 803818"/>
                  <a:gd name="connsiteY60" fmla="*/ 70740 h 95818"/>
                  <a:gd name="connsiteX61" fmla="*/ 548315 w 803818"/>
                  <a:gd name="connsiteY61" fmla="*/ 79470 h 95818"/>
                  <a:gd name="connsiteX62" fmla="*/ 553964 w 803818"/>
                  <a:gd name="connsiteY62" fmla="*/ 80213 h 95818"/>
                  <a:gd name="connsiteX63" fmla="*/ 575504 w 803818"/>
                  <a:gd name="connsiteY63" fmla="*/ 82133 h 95818"/>
                  <a:gd name="connsiteX64" fmla="*/ 590093 w 803818"/>
                  <a:gd name="connsiteY64" fmla="*/ 82810 h 95818"/>
                  <a:gd name="connsiteX65" fmla="*/ 595742 w 803818"/>
                  <a:gd name="connsiteY65" fmla="*/ 83246 h 95818"/>
                  <a:gd name="connsiteX66" fmla="*/ 638007 w 803818"/>
                  <a:gd name="connsiteY66" fmla="*/ 83836 h 95818"/>
                  <a:gd name="connsiteX67" fmla="*/ 660725 w 803818"/>
                  <a:gd name="connsiteY67" fmla="*/ 84643 h 95818"/>
                  <a:gd name="connsiteX68" fmla="*/ 714696 w 803818"/>
                  <a:gd name="connsiteY68" fmla="*/ 87634 h 95818"/>
                  <a:gd name="connsiteX69" fmla="*/ 721238 w 803818"/>
                  <a:gd name="connsiteY69" fmla="*/ 88856 h 95818"/>
                  <a:gd name="connsiteX70" fmla="*/ 722051 w 803818"/>
                  <a:gd name="connsiteY70" fmla="*/ 88965 h 95818"/>
                  <a:gd name="connsiteX71" fmla="*/ 784067 w 803818"/>
                  <a:gd name="connsiteY71" fmla="*/ 89642 h 95818"/>
                  <a:gd name="connsiteX72" fmla="*/ 803819 w 803818"/>
                  <a:gd name="connsiteY72" fmla="*/ 95818 h 95818"/>
                  <a:gd name="connsiteX73" fmla="*/ 803819 w 803818"/>
                  <a:gd name="connsiteY73" fmla="*/ 92610 h 95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803818" h="95818">
                    <a:moveTo>
                      <a:pt x="803737" y="92675"/>
                    </a:moveTo>
                    <a:lnTo>
                      <a:pt x="786059" y="87088"/>
                    </a:lnTo>
                    <a:cubicBezTo>
                      <a:pt x="785653" y="86979"/>
                      <a:pt x="785165" y="86870"/>
                      <a:pt x="784759" y="86870"/>
                    </a:cubicBezTo>
                    <a:lnTo>
                      <a:pt x="722457" y="86171"/>
                    </a:lnTo>
                    <a:lnTo>
                      <a:pt x="715630" y="84949"/>
                    </a:lnTo>
                    <a:lnTo>
                      <a:pt x="669381" y="82242"/>
                    </a:lnTo>
                    <a:lnTo>
                      <a:pt x="638129" y="81064"/>
                    </a:lnTo>
                    <a:lnTo>
                      <a:pt x="596067" y="80474"/>
                    </a:lnTo>
                    <a:lnTo>
                      <a:pt x="590621" y="80060"/>
                    </a:lnTo>
                    <a:lnTo>
                      <a:pt x="576153" y="79427"/>
                    </a:lnTo>
                    <a:lnTo>
                      <a:pt x="554899" y="77506"/>
                    </a:lnTo>
                    <a:lnTo>
                      <a:pt x="495971" y="68186"/>
                    </a:lnTo>
                    <a:lnTo>
                      <a:pt x="488046" y="64497"/>
                    </a:lnTo>
                    <a:lnTo>
                      <a:pt x="485363" y="59914"/>
                    </a:lnTo>
                    <a:cubicBezTo>
                      <a:pt x="485161" y="59477"/>
                      <a:pt x="484591" y="59172"/>
                      <a:pt x="483860" y="58997"/>
                    </a:cubicBezTo>
                    <a:lnTo>
                      <a:pt x="455575" y="53300"/>
                    </a:lnTo>
                    <a:lnTo>
                      <a:pt x="428874" y="49350"/>
                    </a:lnTo>
                    <a:lnTo>
                      <a:pt x="405181" y="43697"/>
                    </a:lnTo>
                    <a:cubicBezTo>
                      <a:pt x="405181" y="43697"/>
                      <a:pt x="404693" y="43631"/>
                      <a:pt x="404490" y="43588"/>
                    </a:cubicBezTo>
                    <a:lnTo>
                      <a:pt x="348244" y="39222"/>
                    </a:lnTo>
                    <a:lnTo>
                      <a:pt x="333777" y="37454"/>
                    </a:lnTo>
                    <a:lnTo>
                      <a:pt x="321259" y="36450"/>
                    </a:lnTo>
                    <a:lnTo>
                      <a:pt x="283057" y="34311"/>
                    </a:lnTo>
                    <a:lnTo>
                      <a:pt x="224495" y="31758"/>
                    </a:lnTo>
                    <a:lnTo>
                      <a:pt x="173899" y="28986"/>
                    </a:lnTo>
                    <a:lnTo>
                      <a:pt x="160121" y="26650"/>
                    </a:lnTo>
                    <a:lnTo>
                      <a:pt x="150693" y="22110"/>
                    </a:lnTo>
                    <a:cubicBezTo>
                      <a:pt x="150693" y="22110"/>
                      <a:pt x="150287" y="21892"/>
                      <a:pt x="150002" y="21848"/>
                    </a:cubicBezTo>
                    <a:lnTo>
                      <a:pt x="126187" y="16195"/>
                    </a:lnTo>
                    <a:lnTo>
                      <a:pt x="102494" y="12354"/>
                    </a:lnTo>
                    <a:lnTo>
                      <a:pt x="56368" y="6657"/>
                    </a:lnTo>
                    <a:lnTo>
                      <a:pt x="33447" y="3449"/>
                    </a:lnTo>
                    <a:lnTo>
                      <a:pt x="10810" y="87"/>
                    </a:lnTo>
                    <a:cubicBezTo>
                      <a:pt x="10810" y="87"/>
                      <a:pt x="10404" y="44"/>
                      <a:pt x="10201" y="44"/>
                    </a:cubicBezTo>
                    <a:lnTo>
                      <a:pt x="2561" y="0"/>
                    </a:lnTo>
                    <a:lnTo>
                      <a:pt x="2561" y="0"/>
                    </a:lnTo>
                    <a:cubicBezTo>
                      <a:pt x="1179" y="0"/>
                      <a:pt x="0" y="633"/>
                      <a:pt x="0" y="1375"/>
                    </a:cubicBezTo>
                    <a:cubicBezTo>
                      <a:pt x="0" y="2183"/>
                      <a:pt x="1097" y="2816"/>
                      <a:pt x="2479" y="2816"/>
                    </a:cubicBezTo>
                    <a:lnTo>
                      <a:pt x="9835" y="2859"/>
                    </a:lnTo>
                    <a:lnTo>
                      <a:pt x="32268" y="6177"/>
                    </a:lnTo>
                    <a:lnTo>
                      <a:pt x="55189" y="9385"/>
                    </a:lnTo>
                    <a:lnTo>
                      <a:pt x="101315" y="15082"/>
                    </a:lnTo>
                    <a:lnTo>
                      <a:pt x="124440" y="18858"/>
                    </a:lnTo>
                    <a:lnTo>
                      <a:pt x="147767" y="24337"/>
                    </a:lnTo>
                    <a:lnTo>
                      <a:pt x="157277" y="28964"/>
                    </a:lnTo>
                    <a:cubicBezTo>
                      <a:pt x="157561" y="29073"/>
                      <a:pt x="157887" y="29182"/>
                      <a:pt x="158171" y="29226"/>
                    </a:cubicBezTo>
                    <a:lnTo>
                      <a:pt x="172964" y="31736"/>
                    </a:lnTo>
                    <a:lnTo>
                      <a:pt x="213441" y="34028"/>
                    </a:lnTo>
                    <a:lnTo>
                      <a:pt x="282570" y="37061"/>
                    </a:lnTo>
                    <a:lnTo>
                      <a:pt x="320690" y="39179"/>
                    </a:lnTo>
                    <a:lnTo>
                      <a:pt x="332882" y="40204"/>
                    </a:lnTo>
                    <a:lnTo>
                      <a:pt x="347391" y="41972"/>
                    </a:lnTo>
                    <a:lnTo>
                      <a:pt x="403555" y="46338"/>
                    </a:lnTo>
                    <a:lnTo>
                      <a:pt x="427370" y="51925"/>
                    </a:lnTo>
                    <a:lnTo>
                      <a:pt x="454071" y="55920"/>
                    </a:lnTo>
                    <a:lnTo>
                      <a:pt x="480975" y="61354"/>
                    </a:lnTo>
                    <a:lnTo>
                      <a:pt x="483453" y="65676"/>
                    </a:lnTo>
                    <a:cubicBezTo>
                      <a:pt x="483657" y="65938"/>
                      <a:pt x="483860" y="66156"/>
                      <a:pt x="484225" y="66309"/>
                    </a:cubicBezTo>
                    <a:lnTo>
                      <a:pt x="489875" y="69016"/>
                    </a:lnTo>
                    <a:lnTo>
                      <a:pt x="493248" y="70522"/>
                    </a:lnTo>
                    <a:cubicBezTo>
                      <a:pt x="493532" y="70631"/>
                      <a:pt x="493857" y="70674"/>
                      <a:pt x="494142" y="70740"/>
                    </a:cubicBezTo>
                    <a:lnTo>
                      <a:pt x="548315" y="79470"/>
                    </a:lnTo>
                    <a:lnTo>
                      <a:pt x="553964" y="80213"/>
                    </a:lnTo>
                    <a:lnTo>
                      <a:pt x="575504" y="82133"/>
                    </a:lnTo>
                    <a:lnTo>
                      <a:pt x="590093" y="82810"/>
                    </a:lnTo>
                    <a:lnTo>
                      <a:pt x="595742" y="83246"/>
                    </a:lnTo>
                    <a:lnTo>
                      <a:pt x="638007" y="83836"/>
                    </a:lnTo>
                    <a:lnTo>
                      <a:pt x="660725" y="84643"/>
                    </a:lnTo>
                    <a:lnTo>
                      <a:pt x="714696" y="87634"/>
                    </a:lnTo>
                    <a:lnTo>
                      <a:pt x="721238" y="88856"/>
                    </a:lnTo>
                    <a:cubicBezTo>
                      <a:pt x="721523" y="88899"/>
                      <a:pt x="721726" y="88965"/>
                      <a:pt x="722051" y="88965"/>
                    </a:cubicBezTo>
                    <a:lnTo>
                      <a:pt x="784067" y="89642"/>
                    </a:lnTo>
                    <a:lnTo>
                      <a:pt x="803819" y="95818"/>
                    </a:lnTo>
                    <a:lnTo>
                      <a:pt x="803819" y="926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7" name="Freeform: Shape 636">
                <a:extLst>
                  <a:ext uri="{FF2B5EF4-FFF2-40B4-BE49-F238E27FC236}">
                    <a16:creationId xmlns:a16="http://schemas.microsoft.com/office/drawing/2014/main" id="{E8267CBB-4EC7-4869-B363-8A999AE4B719}"/>
                  </a:ext>
                </a:extLst>
              </p:cNvPr>
              <p:cNvSpPr/>
              <p:nvPr/>
            </p:nvSpPr>
            <p:spPr>
              <a:xfrm>
                <a:off x="81" y="5492484"/>
                <a:ext cx="12191918" cy="1354031"/>
              </a:xfrm>
              <a:custGeom>
                <a:avLst/>
                <a:gdLst>
                  <a:gd name="connsiteX0" fmla="*/ 12191919 w 12191918"/>
                  <a:gd name="connsiteY0" fmla="*/ 1350779 h 1354031"/>
                  <a:gd name="connsiteX1" fmla="*/ 12157863 w 12191918"/>
                  <a:gd name="connsiteY1" fmla="*/ 1341023 h 1354031"/>
                  <a:gd name="connsiteX2" fmla="*/ 12156766 w 12191918"/>
                  <a:gd name="connsiteY2" fmla="*/ 1340870 h 1354031"/>
                  <a:gd name="connsiteX3" fmla="*/ 11583579 w 12191918"/>
                  <a:gd name="connsiteY3" fmla="*/ 1335915 h 1354031"/>
                  <a:gd name="connsiteX4" fmla="*/ 11392895 w 12191918"/>
                  <a:gd name="connsiteY4" fmla="*/ 1334475 h 1354031"/>
                  <a:gd name="connsiteX5" fmla="*/ 11011693 w 12191918"/>
                  <a:gd name="connsiteY5" fmla="*/ 1330590 h 1354031"/>
                  <a:gd name="connsiteX6" fmla="*/ 10821294 w 12191918"/>
                  <a:gd name="connsiteY6" fmla="*/ 1328450 h 1354031"/>
                  <a:gd name="connsiteX7" fmla="*/ 10440903 w 12191918"/>
                  <a:gd name="connsiteY7" fmla="*/ 1323059 h 1354031"/>
                  <a:gd name="connsiteX8" fmla="*/ 10250790 w 12191918"/>
                  <a:gd name="connsiteY8" fmla="*/ 1320877 h 1354031"/>
                  <a:gd name="connsiteX9" fmla="*/ 10061895 w 12191918"/>
                  <a:gd name="connsiteY9" fmla="*/ 1319218 h 1354031"/>
                  <a:gd name="connsiteX10" fmla="*/ 9973706 w 12191918"/>
                  <a:gd name="connsiteY10" fmla="*/ 1278992 h 1354031"/>
                  <a:gd name="connsiteX11" fmla="*/ 9889094 w 12191918"/>
                  <a:gd name="connsiteY11" fmla="*/ 1243654 h 1354031"/>
                  <a:gd name="connsiteX12" fmla="*/ 9887590 w 12191918"/>
                  <a:gd name="connsiteY12" fmla="*/ 1243393 h 1354031"/>
                  <a:gd name="connsiteX13" fmla="*/ 9707514 w 12191918"/>
                  <a:gd name="connsiteY13" fmla="*/ 1241734 h 1354031"/>
                  <a:gd name="connsiteX14" fmla="*/ 9669313 w 12191918"/>
                  <a:gd name="connsiteY14" fmla="*/ 1225058 h 1354031"/>
                  <a:gd name="connsiteX15" fmla="*/ 9667809 w 12191918"/>
                  <a:gd name="connsiteY15" fmla="*/ 1224731 h 1354031"/>
                  <a:gd name="connsiteX16" fmla="*/ 9659559 w 12191918"/>
                  <a:gd name="connsiteY16" fmla="*/ 1224622 h 1354031"/>
                  <a:gd name="connsiteX17" fmla="*/ 9654804 w 12191918"/>
                  <a:gd name="connsiteY17" fmla="*/ 1222439 h 1354031"/>
                  <a:gd name="connsiteX18" fmla="*/ 9627535 w 12191918"/>
                  <a:gd name="connsiteY18" fmla="*/ 1207313 h 1354031"/>
                  <a:gd name="connsiteX19" fmla="*/ 9594575 w 12191918"/>
                  <a:gd name="connsiteY19" fmla="*/ 1187451 h 1354031"/>
                  <a:gd name="connsiteX20" fmla="*/ 9592787 w 12191918"/>
                  <a:gd name="connsiteY20" fmla="*/ 1187015 h 1354031"/>
                  <a:gd name="connsiteX21" fmla="*/ 9584741 w 12191918"/>
                  <a:gd name="connsiteY21" fmla="*/ 1186862 h 1354031"/>
                  <a:gd name="connsiteX22" fmla="*/ 9553774 w 12191918"/>
                  <a:gd name="connsiteY22" fmla="*/ 1165908 h 1354031"/>
                  <a:gd name="connsiteX23" fmla="*/ 9553082 w 12191918"/>
                  <a:gd name="connsiteY23" fmla="*/ 1165646 h 1354031"/>
                  <a:gd name="connsiteX24" fmla="*/ 9522318 w 12191918"/>
                  <a:gd name="connsiteY24" fmla="*/ 1154733 h 1354031"/>
                  <a:gd name="connsiteX25" fmla="*/ 9520936 w 12191918"/>
                  <a:gd name="connsiteY25" fmla="*/ 1154515 h 1354031"/>
                  <a:gd name="connsiteX26" fmla="*/ 9512401 w 12191918"/>
                  <a:gd name="connsiteY26" fmla="*/ 1154515 h 1354031"/>
                  <a:gd name="connsiteX27" fmla="*/ 9480337 w 12191918"/>
                  <a:gd name="connsiteY27" fmla="*/ 1147639 h 1354031"/>
                  <a:gd name="connsiteX28" fmla="*/ 9452661 w 12191918"/>
                  <a:gd name="connsiteY28" fmla="*/ 1146155 h 1354031"/>
                  <a:gd name="connsiteX29" fmla="*/ 9444127 w 12191918"/>
                  <a:gd name="connsiteY29" fmla="*/ 1145937 h 1354031"/>
                  <a:gd name="connsiteX30" fmla="*/ 9428561 w 12191918"/>
                  <a:gd name="connsiteY30" fmla="*/ 1144933 h 1354031"/>
                  <a:gd name="connsiteX31" fmla="*/ 9420596 w 12191918"/>
                  <a:gd name="connsiteY31" fmla="*/ 1144300 h 1354031"/>
                  <a:gd name="connsiteX32" fmla="*/ 9387840 w 12191918"/>
                  <a:gd name="connsiteY32" fmla="*/ 1138865 h 1354031"/>
                  <a:gd name="connsiteX33" fmla="*/ 9387231 w 12191918"/>
                  <a:gd name="connsiteY33" fmla="*/ 1138821 h 1354031"/>
                  <a:gd name="connsiteX34" fmla="*/ 9382760 w 12191918"/>
                  <a:gd name="connsiteY34" fmla="*/ 1138756 h 1354031"/>
                  <a:gd name="connsiteX35" fmla="*/ 9379468 w 12191918"/>
                  <a:gd name="connsiteY35" fmla="*/ 1138429 h 1354031"/>
                  <a:gd name="connsiteX36" fmla="*/ 9374632 w 12191918"/>
                  <a:gd name="connsiteY36" fmla="*/ 1137250 h 1354031"/>
                  <a:gd name="connsiteX37" fmla="*/ 9352808 w 12191918"/>
                  <a:gd name="connsiteY37" fmla="*/ 1128890 h 1354031"/>
                  <a:gd name="connsiteX38" fmla="*/ 9325823 w 12191918"/>
                  <a:gd name="connsiteY38" fmla="*/ 1113917 h 1354031"/>
                  <a:gd name="connsiteX39" fmla="*/ 9324035 w 12191918"/>
                  <a:gd name="connsiteY39" fmla="*/ 1113546 h 1354031"/>
                  <a:gd name="connsiteX40" fmla="*/ 9316598 w 12191918"/>
                  <a:gd name="connsiteY40" fmla="*/ 1113503 h 1354031"/>
                  <a:gd name="connsiteX41" fmla="*/ 9265189 w 12191918"/>
                  <a:gd name="connsiteY41" fmla="*/ 1086001 h 1354031"/>
                  <a:gd name="connsiteX42" fmla="*/ 9263400 w 12191918"/>
                  <a:gd name="connsiteY42" fmla="*/ 1085587 h 1354031"/>
                  <a:gd name="connsiteX43" fmla="*/ 9256167 w 12191918"/>
                  <a:gd name="connsiteY43" fmla="*/ 1085587 h 1354031"/>
                  <a:gd name="connsiteX44" fmla="*/ 9206951 w 12191918"/>
                  <a:gd name="connsiteY44" fmla="*/ 1059155 h 1354031"/>
                  <a:gd name="connsiteX45" fmla="*/ 9205163 w 12191918"/>
                  <a:gd name="connsiteY45" fmla="*/ 1058740 h 1354031"/>
                  <a:gd name="connsiteX46" fmla="*/ 9198133 w 12191918"/>
                  <a:gd name="connsiteY46" fmla="*/ 1058740 h 1354031"/>
                  <a:gd name="connsiteX47" fmla="*/ 9150990 w 12191918"/>
                  <a:gd name="connsiteY47" fmla="*/ 1033312 h 1354031"/>
                  <a:gd name="connsiteX48" fmla="*/ 9149202 w 12191918"/>
                  <a:gd name="connsiteY48" fmla="*/ 1032941 h 1354031"/>
                  <a:gd name="connsiteX49" fmla="*/ 9142253 w 12191918"/>
                  <a:gd name="connsiteY49" fmla="*/ 1032897 h 1354031"/>
                  <a:gd name="connsiteX50" fmla="*/ 9097101 w 12191918"/>
                  <a:gd name="connsiteY50" fmla="*/ 1008495 h 1354031"/>
                  <a:gd name="connsiteX51" fmla="*/ 9095313 w 12191918"/>
                  <a:gd name="connsiteY51" fmla="*/ 1008124 h 1354031"/>
                  <a:gd name="connsiteX52" fmla="*/ 9088486 w 12191918"/>
                  <a:gd name="connsiteY52" fmla="*/ 1008059 h 1354031"/>
                  <a:gd name="connsiteX53" fmla="*/ 9045204 w 12191918"/>
                  <a:gd name="connsiteY53" fmla="*/ 984552 h 1354031"/>
                  <a:gd name="connsiteX54" fmla="*/ 9043416 w 12191918"/>
                  <a:gd name="connsiteY54" fmla="*/ 984180 h 1354031"/>
                  <a:gd name="connsiteX55" fmla="*/ 9036751 w 12191918"/>
                  <a:gd name="connsiteY55" fmla="*/ 984180 h 1354031"/>
                  <a:gd name="connsiteX56" fmla="*/ 8995176 w 12191918"/>
                  <a:gd name="connsiteY56" fmla="*/ 961525 h 1354031"/>
                  <a:gd name="connsiteX57" fmla="*/ 8993388 w 12191918"/>
                  <a:gd name="connsiteY57" fmla="*/ 961110 h 1354031"/>
                  <a:gd name="connsiteX58" fmla="*/ 8986927 w 12191918"/>
                  <a:gd name="connsiteY58" fmla="*/ 961110 h 1354031"/>
                  <a:gd name="connsiteX59" fmla="*/ 8946937 w 12191918"/>
                  <a:gd name="connsiteY59" fmla="*/ 939305 h 1354031"/>
                  <a:gd name="connsiteX60" fmla="*/ 8945149 w 12191918"/>
                  <a:gd name="connsiteY60" fmla="*/ 938890 h 1354031"/>
                  <a:gd name="connsiteX61" fmla="*/ 8938809 w 12191918"/>
                  <a:gd name="connsiteY61" fmla="*/ 938890 h 1354031"/>
                  <a:gd name="connsiteX62" fmla="*/ 8900404 w 12191918"/>
                  <a:gd name="connsiteY62" fmla="*/ 917893 h 1354031"/>
                  <a:gd name="connsiteX63" fmla="*/ 8898697 w 12191918"/>
                  <a:gd name="connsiteY63" fmla="*/ 917479 h 1354031"/>
                  <a:gd name="connsiteX64" fmla="*/ 8892439 w 12191918"/>
                  <a:gd name="connsiteY64" fmla="*/ 917479 h 1354031"/>
                  <a:gd name="connsiteX65" fmla="*/ 8855537 w 12191918"/>
                  <a:gd name="connsiteY65" fmla="*/ 897180 h 1354031"/>
                  <a:gd name="connsiteX66" fmla="*/ 8853750 w 12191918"/>
                  <a:gd name="connsiteY66" fmla="*/ 896809 h 1354031"/>
                  <a:gd name="connsiteX67" fmla="*/ 8847694 w 12191918"/>
                  <a:gd name="connsiteY67" fmla="*/ 896743 h 1354031"/>
                  <a:gd name="connsiteX68" fmla="*/ 8812175 w 12191918"/>
                  <a:gd name="connsiteY68" fmla="*/ 877187 h 1354031"/>
                  <a:gd name="connsiteX69" fmla="*/ 8810386 w 12191918"/>
                  <a:gd name="connsiteY69" fmla="*/ 876772 h 1354031"/>
                  <a:gd name="connsiteX70" fmla="*/ 8804412 w 12191918"/>
                  <a:gd name="connsiteY70" fmla="*/ 876772 h 1354031"/>
                  <a:gd name="connsiteX71" fmla="*/ 8770193 w 12191918"/>
                  <a:gd name="connsiteY71" fmla="*/ 857848 h 1354031"/>
                  <a:gd name="connsiteX72" fmla="*/ 8768406 w 12191918"/>
                  <a:gd name="connsiteY72" fmla="*/ 857477 h 1354031"/>
                  <a:gd name="connsiteX73" fmla="*/ 8762553 w 12191918"/>
                  <a:gd name="connsiteY73" fmla="*/ 857412 h 1354031"/>
                  <a:gd name="connsiteX74" fmla="*/ 8729716 w 12191918"/>
                  <a:gd name="connsiteY74" fmla="*/ 839143 h 1354031"/>
                  <a:gd name="connsiteX75" fmla="*/ 8727927 w 12191918"/>
                  <a:gd name="connsiteY75" fmla="*/ 838772 h 1354031"/>
                  <a:gd name="connsiteX76" fmla="*/ 8722197 w 12191918"/>
                  <a:gd name="connsiteY76" fmla="*/ 838728 h 1354031"/>
                  <a:gd name="connsiteX77" fmla="*/ 8690457 w 12191918"/>
                  <a:gd name="connsiteY77" fmla="*/ 821093 h 1354031"/>
                  <a:gd name="connsiteX78" fmla="*/ 8688669 w 12191918"/>
                  <a:gd name="connsiteY78" fmla="*/ 820678 h 1354031"/>
                  <a:gd name="connsiteX79" fmla="*/ 8683102 w 12191918"/>
                  <a:gd name="connsiteY79" fmla="*/ 820678 h 1354031"/>
                  <a:gd name="connsiteX80" fmla="*/ 8652459 w 12191918"/>
                  <a:gd name="connsiteY80" fmla="*/ 803631 h 1354031"/>
                  <a:gd name="connsiteX81" fmla="*/ 8650671 w 12191918"/>
                  <a:gd name="connsiteY81" fmla="*/ 803217 h 1354031"/>
                  <a:gd name="connsiteX82" fmla="*/ 8645225 w 12191918"/>
                  <a:gd name="connsiteY82" fmla="*/ 803217 h 1354031"/>
                  <a:gd name="connsiteX83" fmla="*/ 8615761 w 12191918"/>
                  <a:gd name="connsiteY83" fmla="*/ 786650 h 1354031"/>
                  <a:gd name="connsiteX84" fmla="*/ 8613974 w 12191918"/>
                  <a:gd name="connsiteY84" fmla="*/ 786236 h 1354031"/>
                  <a:gd name="connsiteX85" fmla="*/ 8608487 w 12191918"/>
                  <a:gd name="connsiteY85" fmla="*/ 786236 h 1354031"/>
                  <a:gd name="connsiteX86" fmla="*/ 8580039 w 12191918"/>
                  <a:gd name="connsiteY86" fmla="*/ 770259 h 1354031"/>
                  <a:gd name="connsiteX87" fmla="*/ 8578251 w 12191918"/>
                  <a:gd name="connsiteY87" fmla="*/ 769822 h 1354031"/>
                  <a:gd name="connsiteX88" fmla="*/ 8573008 w 12191918"/>
                  <a:gd name="connsiteY88" fmla="*/ 769822 h 1354031"/>
                  <a:gd name="connsiteX89" fmla="*/ 8545535 w 12191918"/>
                  <a:gd name="connsiteY89" fmla="*/ 754325 h 1354031"/>
                  <a:gd name="connsiteX90" fmla="*/ 8543747 w 12191918"/>
                  <a:gd name="connsiteY90" fmla="*/ 753910 h 1354031"/>
                  <a:gd name="connsiteX91" fmla="*/ 8538505 w 12191918"/>
                  <a:gd name="connsiteY91" fmla="*/ 753867 h 1354031"/>
                  <a:gd name="connsiteX92" fmla="*/ 8512007 w 12191918"/>
                  <a:gd name="connsiteY92" fmla="*/ 738828 h 1354031"/>
                  <a:gd name="connsiteX93" fmla="*/ 8510219 w 12191918"/>
                  <a:gd name="connsiteY93" fmla="*/ 738414 h 1354031"/>
                  <a:gd name="connsiteX94" fmla="*/ 8505262 w 12191918"/>
                  <a:gd name="connsiteY94" fmla="*/ 738414 h 1354031"/>
                  <a:gd name="connsiteX95" fmla="*/ 8495223 w 12191918"/>
                  <a:gd name="connsiteY95" fmla="*/ 731385 h 1354031"/>
                  <a:gd name="connsiteX96" fmla="*/ 8493516 w 12191918"/>
                  <a:gd name="connsiteY96" fmla="*/ 730862 h 1354031"/>
                  <a:gd name="connsiteX97" fmla="*/ 8377124 w 12191918"/>
                  <a:gd name="connsiteY97" fmla="*/ 722764 h 1354031"/>
                  <a:gd name="connsiteX98" fmla="*/ 8288041 w 12191918"/>
                  <a:gd name="connsiteY98" fmla="*/ 727348 h 1354031"/>
                  <a:gd name="connsiteX99" fmla="*/ 8276458 w 12191918"/>
                  <a:gd name="connsiteY99" fmla="*/ 726169 h 1354031"/>
                  <a:gd name="connsiteX100" fmla="*/ 8275686 w 12191918"/>
                  <a:gd name="connsiteY100" fmla="*/ 726104 h 1354031"/>
                  <a:gd name="connsiteX101" fmla="*/ 8159009 w 12191918"/>
                  <a:gd name="connsiteY101" fmla="*/ 733022 h 1354031"/>
                  <a:gd name="connsiteX102" fmla="*/ 8042331 w 12191918"/>
                  <a:gd name="connsiteY102" fmla="*/ 737562 h 1354031"/>
                  <a:gd name="connsiteX103" fmla="*/ 7926629 w 12191918"/>
                  <a:gd name="connsiteY103" fmla="*/ 737344 h 1354031"/>
                  <a:gd name="connsiteX104" fmla="*/ 7915331 w 12191918"/>
                  <a:gd name="connsiteY104" fmla="*/ 730316 h 1354031"/>
                  <a:gd name="connsiteX105" fmla="*/ 7913421 w 12191918"/>
                  <a:gd name="connsiteY105" fmla="*/ 729836 h 1354031"/>
                  <a:gd name="connsiteX106" fmla="*/ 7913340 w 12191918"/>
                  <a:gd name="connsiteY106" fmla="*/ 729836 h 1354031"/>
                  <a:gd name="connsiteX107" fmla="*/ 7838928 w 12191918"/>
                  <a:gd name="connsiteY107" fmla="*/ 730316 h 1354031"/>
                  <a:gd name="connsiteX108" fmla="*/ 7807066 w 12191918"/>
                  <a:gd name="connsiteY108" fmla="*/ 729618 h 1354031"/>
                  <a:gd name="connsiteX109" fmla="*/ 7805075 w 12191918"/>
                  <a:gd name="connsiteY109" fmla="*/ 729574 h 1354031"/>
                  <a:gd name="connsiteX110" fmla="*/ 7785243 w 12191918"/>
                  <a:gd name="connsiteY110" fmla="*/ 723397 h 1354031"/>
                  <a:gd name="connsiteX111" fmla="*/ 7777602 w 12191918"/>
                  <a:gd name="connsiteY111" fmla="*/ 715343 h 1354031"/>
                  <a:gd name="connsiteX112" fmla="*/ 7725624 w 12191918"/>
                  <a:gd name="connsiteY112" fmla="*/ 680290 h 1354031"/>
                  <a:gd name="connsiteX113" fmla="*/ 7723632 w 12191918"/>
                  <a:gd name="connsiteY113" fmla="*/ 679809 h 1354031"/>
                  <a:gd name="connsiteX114" fmla="*/ 7614676 w 12191918"/>
                  <a:gd name="connsiteY114" fmla="*/ 679591 h 1354031"/>
                  <a:gd name="connsiteX115" fmla="*/ 7321174 w 12191918"/>
                  <a:gd name="connsiteY115" fmla="*/ 465014 h 1354031"/>
                  <a:gd name="connsiteX116" fmla="*/ 7319020 w 12191918"/>
                  <a:gd name="connsiteY116" fmla="*/ 464469 h 1354031"/>
                  <a:gd name="connsiteX117" fmla="*/ 7236155 w 12191918"/>
                  <a:gd name="connsiteY117" fmla="*/ 466389 h 1354031"/>
                  <a:gd name="connsiteX118" fmla="*/ 6990609 w 12191918"/>
                  <a:gd name="connsiteY118" fmla="*/ 478525 h 1354031"/>
                  <a:gd name="connsiteX119" fmla="*/ 6939036 w 12191918"/>
                  <a:gd name="connsiteY119" fmla="*/ 482738 h 1354031"/>
                  <a:gd name="connsiteX120" fmla="*/ 6910670 w 12191918"/>
                  <a:gd name="connsiteY120" fmla="*/ 486950 h 1354031"/>
                  <a:gd name="connsiteX121" fmla="*/ 5921573 w 12191918"/>
                  <a:gd name="connsiteY121" fmla="*/ 536125 h 1354031"/>
                  <a:gd name="connsiteX122" fmla="*/ 5901091 w 12191918"/>
                  <a:gd name="connsiteY122" fmla="*/ 538483 h 1354031"/>
                  <a:gd name="connsiteX123" fmla="*/ 5828874 w 12191918"/>
                  <a:gd name="connsiteY123" fmla="*/ 535972 h 1354031"/>
                  <a:gd name="connsiteX124" fmla="*/ 5737108 w 12191918"/>
                  <a:gd name="connsiteY124" fmla="*/ 533353 h 1354031"/>
                  <a:gd name="connsiteX125" fmla="*/ 5272309 w 12191918"/>
                  <a:gd name="connsiteY125" fmla="*/ 532655 h 1354031"/>
                  <a:gd name="connsiteX126" fmla="*/ 5270236 w 12191918"/>
                  <a:gd name="connsiteY126" fmla="*/ 533244 h 1354031"/>
                  <a:gd name="connsiteX127" fmla="*/ 5252273 w 12191918"/>
                  <a:gd name="connsiteY127" fmla="*/ 547475 h 1354031"/>
                  <a:gd name="connsiteX128" fmla="*/ 5065207 w 12191918"/>
                  <a:gd name="connsiteY128" fmla="*/ 547213 h 1354031"/>
                  <a:gd name="connsiteX129" fmla="*/ 4971735 w 12191918"/>
                  <a:gd name="connsiteY129" fmla="*/ 517900 h 1354031"/>
                  <a:gd name="connsiteX130" fmla="*/ 4877938 w 12191918"/>
                  <a:gd name="connsiteY130" fmla="*/ 477390 h 1354031"/>
                  <a:gd name="connsiteX131" fmla="*/ 4785116 w 12191918"/>
                  <a:gd name="connsiteY131" fmla="*/ 449365 h 1354031"/>
                  <a:gd name="connsiteX132" fmla="*/ 4692701 w 12191918"/>
                  <a:gd name="connsiteY132" fmla="*/ 415206 h 1354031"/>
                  <a:gd name="connsiteX133" fmla="*/ 4600611 w 12191918"/>
                  <a:gd name="connsiteY133" fmla="*/ 380829 h 1354031"/>
                  <a:gd name="connsiteX134" fmla="*/ 4508602 w 12191918"/>
                  <a:gd name="connsiteY134" fmla="*/ 344641 h 1354031"/>
                  <a:gd name="connsiteX135" fmla="*/ 4416146 w 12191918"/>
                  <a:gd name="connsiteY135" fmla="*/ 304895 h 1354031"/>
                  <a:gd name="connsiteX136" fmla="*/ 4327551 w 12191918"/>
                  <a:gd name="connsiteY136" fmla="*/ 263228 h 1354031"/>
                  <a:gd name="connsiteX137" fmla="*/ 4242491 w 12191918"/>
                  <a:gd name="connsiteY137" fmla="*/ 225708 h 1354031"/>
                  <a:gd name="connsiteX138" fmla="*/ 4161780 w 12191918"/>
                  <a:gd name="connsiteY138" fmla="*/ 184849 h 1354031"/>
                  <a:gd name="connsiteX139" fmla="*/ 4084727 w 12191918"/>
                  <a:gd name="connsiteY139" fmla="*/ 142484 h 1354031"/>
                  <a:gd name="connsiteX140" fmla="*/ 4008770 w 12191918"/>
                  <a:gd name="connsiteY140" fmla="*/ 101450 h 1354031"/>
                  <a:gd name="connsiteX141" fmla="*/ 3930295 w 12191918"/>
                  <a:gd name="connsiteY141" fmla="*/ 57600 h 1354031"/>
                  <a:gd name="connsiteX142" fmla="*/ 3843772 w 12191918"/>
                  <a:gd name="connsiteY142" fmla="*/ 25253 h 1354031"/>
                  <a:gd name="connsiteX143" fmla="*/ 3843041 w 12191918"/>
                  <a:gd name="connsiteY143" fmla="*/ 25101 h 1354031"/>
                  <a:gd name="connsiteX144" fmla="*/ 3746521 w 12191918"/>
                  <a:gd name="connsiteY144" fmla="*/ 10433 h 1354031"/>
                  <a:gd name="connsiteX145" fmla="*/ 3642279 w 12191918"/>
                  <a:gd name="connsiteY145" fmla="*/ 0 h 1354031"/>
                  <a:gd name="connsiteX146" fmla="*/ 3641141 w 12191918"/>
                  <a:gd name="connsiteY146" fmla="*/ 65 h 1354031"/>
                  <a:gd name="connsiteX147" fmla="*/ 3542752 w 12191918"/>
                  <a:gd name="connsiteY147" fmla="*/ 15933 h 1354031"/>
                  <a:gd name="connsiteX148" fmla="*/ 3533729 w 12191918"/>
                  <a:gd name="connsiteY148" fmla="*/ 17854 h 1354031"/>
                  <a:gd name="connsiteX149" fmla="*/ 3504997 w 12191918"/>
                  <a:gd name="connsiteY149" fmla="*/ 22001 h 1354031"/>
                  <a:gd name="connsiteX150" fmla="*/ 3404657 w 12191918"/>
                  <a:gd name="connsiteY150" fmla="*/ 47844 h 1354031"/>
                  <a:gd name="connsiteX151" fmla="*/ 3344388 w 12191918"/>
                  <a:gd name="connsiteY151" fmla="*/ 47364 h 1354031"/>
                  <a:gd name="connsiteX152" fmla="*/ 3344347 w 12191918"/>
                  <a:gd name="connsiteY152" fmla="*/ 47364 h 1354031"/>
                  <a:gd name="connsiteX153" fmla="*/ 3342803 w 12191918"/>
                  <a:gd name="connsiteY153" fmla="*/ 47691 h 1354031"/>
                  <a:gd name="connsiteX154" fmla="*/ 3317769 w 12191918"/>
                  <a:gd name="connsiteY154" fmla="*/ 58190 h 1354031"/>
                  <a:gd name="connsiteX155" fmla="*/ 3317281 w 12191918"/>
                  <a:gd name="connsiteY155" fmla="*/ 58517 h 1354031"/>
                  <a:gd name="connsiteX156" fmla="*/ 3293547 w 12191918"/>
                  <a:gd name="connsiteY156" fmla="*/ 76698 h 1354031"/>
                  <a:gd name="connsiteX157" fmla="*/ 3271683 w 12191918"/>
                  <a:gd name="connsiteY157" fmla="*/ 103654 h 1354031"/>
                  <a:gd name="connsiteX158" fmla="*/ 3251607 w 12191918"/>
                  <a:gd name="connsiteY158" fmla="*/ 141109 h 1354031"/>
                  <a:gd name="connsiteX159" fmla="*/ 3235025 w 12191918"/>
                  <a:gd name="connsiteY159" fmla="*/ 170465 h 1354031"/>
                  <a:gd name="connsiteX160" fmla="*/ 3218322 w 12191918"/>
                  <a:gd name="connsiteY160" fmla="*/ 196046 h 1354031"/>
                  <a:gd name="connsiteX161" fmla="*/ 3200603 w 12191918"/>
                  <a:gd name="connsiteY161" fmla="*/ 217851 h 1354031"/>
                  <a:gd name="connsiteX162" fmla="*/ 3181462 w 12191918"/>
                  <a:gd name="connsiteY162" fmla="*/ 242908 h 1354031"/>
                  <a:gd name="connsiteX163" fmla="*/ 3160898 w 12191918"/>
                  <a:gd name="connsiteY163" fmla="*/ 265825 h 1354031"/>
                  <a:gd name="connsiteX164" fmla="*/ 3138749 w 12191918"/>
                  <a:gd name="connsiteY164" fmla="*/ 283680 h 1354031"/>
                  <a:gd name="connsiteX165" fmla="*/ 3115016 w 12191918"/>
                  <a:gd name="connsiteY165" fmla="*/ 307230 h 1354031"/>
                  <a:gd name="connsiteX166" fmla="*/ 3090225 w 12191918"/>
                  <a:gd name="connsiteY166" fmla="*/ 333117 h 1354031"/>
                  <a:gd name="connsiteX167" fmla="*/ 3065069 w 12191918"/>
                  <a:gd name="connsiteY167" fmla="*/ 357257 h 1354031"/>
                  <a:gd name="connsiteX168" fmla="*/ 3040075 w 12191918"/>
                  <a:gd name="connsiteY168" fmla="*/ 379913 h 1354031"/>
                  <a:gd name="connsiteX169" fmla="*/ 3015448 w 12191918"/>
                  <a:gd name="connsiteY169" fmla="*/ 398203 h 1354031"/>
                  <a:gd name="connsiteX170" fmla="*/ 2992201 w 12191918"/>
                  <a:gd name="connsiteY170" fmla="*/ 408375 h 1354031"/>
                  <a:gd name="connsiteX171" fmla="*/ 2888813 w 12191918"/>
                  <a:gd name="connsiteY171" fmla="*/ 402089 h 1354031"/>
                  <a:gd name="connsiteX172" fmla="*/ 2886944 w 12191918"/>
                  <a:gd name="connsiteY172" fmla="*/ 402416 h 1354031"/>
                  <a:gd name="connsiteX173" fmla="*/ 2862397 w 12191918"/>
                  <a:gd name="connsiteY173" fmla="*/ 413242 h 1354031"/>
                  <a:gd name="connsiteX174" fmla="*/ 2757912 w 12191918"/>
                  <a:gd name="connsiteY174" fmla="*/ 404817 h 1354031"/>
                  <a:gd name="connsiteX175" fmla="*/ 2755961 w 12191918"/>
                  <a:gd name="connsiteY175" fmla="*/ 405079 h 1354031"/>
                  <a:gd name="connsiteX176" fmla="*/ 2729667 w 12191918"/>
                  <a:gd name="connsiteY176" fmla="*/ 416538 h 1354031"/>
                  <a:gd name="connsiteX177" fmla="*/ 2704877 w 12191918"/>
                  <a:gd name="connsiteY177" fmla="*/ 426883 h 1354031"/>
                  <a:gd name="connsiteX178" fmla="*/ 2680168 w 12191918"/>
                  <a:gd name="connsiteY178" fmla="*/ 433017 h 1354031"/>
                  <a:gd name="connsiteX179" fmla="*/ 2654158 w 12191918"/>
                  <a:gd name="connsiteY179" fmla="*/ 435898 h 1354031"/>
                  <a:gd name="connsiteX180" fmla="*/ 2627864 w 12191918"/>
                  <a:gd name="connsiteY180" fmla="*/ 441595 h 1354031"/>
                  <a:gd name="connsiteX181" fmla="*/ 2601001 w 12191918"/>
                  <a:gd name="connsiteY181" fmla="*/ 449954 h 1354031"/>
                  <a:gd name="connsiteX182" fmla="*/ 2574016 w 12191918"/>
                  <a:gd name="connsiteY182" fmla="*/ 463705 h 1354031"/>
                  <a:gd name="connsiteX183" fmla="*/ 2546706 w 12191918"/>
                  <a:gd name="connsiteY183" fmla="*/ 479202 h 1354031"/>
                  <a:gd name="connsiteX184" fmla="*/ 2519233 w 12191918"/>
                  <a:gd name="connsiteY184" fmla="*/ 494611 h 1354031"/>
                  <a:gd name="connsiteX185" fmla="*/ 2492492 w 12191918"/>
                  <a:gd name="connsiteY185" fmla="*/ 506703 h 1354031"/>
                  <a:gd name="connsiteX186" fmla="*/ 2465304 w 12191918"/>
                  <a:gd name="connsiteY186" fmla="*/ 518009 h 1354031"/>
                  <a:gd name="connsiteX187" fmla="*/ 2388819 w 12191918"/>
                  <a:gd name="connsiteY187" fmla="*/ 509169 h 1354031"/>
                  <a:gd name="connsiteX188" fmla="*/ 2376709 w 12191918"/>
                  <a:gd name="connsiteY188" fmla="*/ 507031 h 1354031"/>
                  <a:gd name="connsiteX189" fmla="*/ 2333671 w 12191918"/>
                  <a:gd name="connsiteY189" fmla="*/ 505437 h 1354031"/>
                  <a:gd name="connsiteX190" fmla="*/ 2282912 w 12191918"/>
                  <a:gd name="connsiteY190" fmla="*/ 499369 h 1354031"/>
                  <a:gd name="connsiteX191" fmla="*/ 2277222 w 12191918"/>
                  <a:gd name="connsiteY191" fmla="*/ 498191 h 1354031"/>
                  <a:gd name="connsiteX192" fmla="*/ 2231908 w 12191918"/>
                  <a:gd name="connsiteY192" fmla="*/ 492276 h 1354031"/>
                  <a:gd name="connsiteX193" fmla="*/ 2210288 w 12191918"/>
                  <a:gd name="connsiteY193" fmla="*/ 491010 h 1354031"/>
                  <a:gd name="connsiteX194" fmla="*/ 2180621 w 12191918"/>
                  <a:gd name="connsiteY194" fmla="*/ 490202 h 1354031"/>
                  <a:gd name="connsiteX195" fmla="*/ 2149490 w 12191918"/>
                  <a:gd name="connsiteY195" fmla="*/ 488500 h 1354031"/>
                  <a:gd name="connsiteX196" fmla="*/ 2107997 w 12191918"/>
                  <a:gd name="connsiteY196" fmla="*/ 487168 h 1354031"/>
                  <a:gd name="connsiteX197" fmla="*/ 2088977 w 12191918"/>
                  <a:gd name="connsiteY197" fmla="*/ 487168 h 1354031"/>
                  <a:gd name="connsiteX198" fmla="*/ 2060001 w 12191918"/>
                  <a:gd name="connsiteY198" fmla="*/ 486099 h 1354031"/>
                  <a:gd name="connsiteX199" fmla="*/ 2043095 w 12191918"/>
                  <a:gd name="connsiteY199" fmla="*/ 487605 h 1354031"/>
                  <a:gd name="connsiteX200" fmla="*/ 2011680 w 12191918"/>
                  <a:gd name="connsiteY200" fmla="*/ 488020 h 1354031"/>
                  <a:gd name="connsiteX201" fmla="*/ 1977868 w 12191918"/>
                  <a:gd name="connsiteY201" fmla="*/ 490311 h 1354031"/>
                  <a:gd name="connsiteX202" fmla="*/ 1976526 w 12191918"/>
                  <a:gd name="connsiteY202" fmla="*/ 490639 h 1354031"/>
                  <a:gd name="connsiteX203" fmla="*/ 1941942 w 12191918"/>
                  <a:gd name="connsiteY203" fmla="*/ 507096 h 1354031"/>
                  <a:gd name="connsiteX204" fmla="*/ 1906910 w 12191918"/>
                  <a:gd name="connsiteY204" fmla="*/ 522287 h 1354031"/>
                  <a:gd name="connsiteX205" fmla="*/ 1870741 w 12191918"/>
                  <a:gd name="connsiteY205" fmla="*/ 535820 h 1354031"/>
                  <a:gd name="connsiteX206" fmla="*/ 1834124 w 12191918"/>
                  <a:gd name="connsiteY206" fmla="*/ 557559 h 1354031"/>
                  <a:gd name="connsiteX207" fmla="*/ 1797263 w 12191918"/>
                  <a:gd name="connsiteY207" fmla="*/ 582594 h 1354031"/>
                  <a:gd name="connsiteX208" fmla="*/ 1759712 w 12191918"/>
                  <a:gd name="connsiteY208" fmla="*/ 601343 h 1354031"/>
                  <a:gd name="connsiteX209" fmla="*/ 1721307 w 12191918"/>
                  <a:gd name="connsiteY209" fmla="*/ 619088 h 1354031"/>
                  <a:gd name="connsiteX210" fmla="*/ 1682212 w 12191918"/>
                  <a:gd name="connsiteY210" fmla="*/ 640303 h 1354031"/>
                  <a:gd name="connsiteX211" fmla="*/ 1642425 w 12191918"/>
                  <a:gd name="connsiteY211" fmla="*/ 665404 h 1354031"/>
                  <a:gd name="connsiteX212" fmla="*/ 1601948 w 12191918"/>
                  <a:gd name="connsiteY212" fmla="*/ 694761 h 1354031"/>
                  <a:gd name="connsiteX213" fmla="*/ 1560820 w 12191918"/>
                  <a:gd name="connsiteY213" fmla="*/ 724226 h 1354031"/>
                  <a:gd name="connsiteX214" fmla="*/ 1518961 w 12191918"/>
                  <a:gd name="connsiteY214" fmla="*/ 751444 h 1354031"/>
                  <a:gd name="connsiteX215" fmla="*/ 1476573 w 12191918"/>
                  <a:gd name="connsiteY215" fmla="*/ 780102 h 1354031"/>
                  <a:gd name="connsiteX216" fmla="*/ 1433251 w 12191918"/>
                  <a:gd name="connsiteY216" fmla="*/ 802278 h 1354031"/>
                  <a:gd name="connsiteX217" fmla="*/ 1389116 w 12191918"/>
                  <a:gd name="connsiteY217" fmla="*/ 827226 h 1354031"/>
                  <a:gd name="connsiteX218" fmla="*/ 1344249 w 12191918"/>
                  <a:gd name="connsiteY218" fmla="*/ 855513 h 1354031"/>
                  <a:gd name="connsiteX219" fmla="*/ 1298773 w 12191918"/>
                  <a:gd name="connsiteY219" fmla="*/ 881356 h 1354031"/>
                  <a:gd name="connsiteX220" fmla="*/ 1252444 w 12191918"/>
                  <a:gd name="connsiteY220" fmla="*/ 901873 h 1354031"/>
                  <a:gd name="connsiteX221" fmla="*/ 1205301 w 12191918"/>
                  <a:gd name="connsiteY221" fmla="*/ 921604 h 1354031"/>
                  <a:gd name="connsiteX222" fmla="*/ 1157346 w 12191918"/>
                  <a:gd name="connsiteY222" fmla="*/ 939240 h 1354031"/>
                  <a:gd name="connsiteX223" fmla="*/ 1108578 w 12191918"/>
                  <a:gd name="connsiteY223" fmla="*/ 955544 h 1354031"/>
                  <a:gd name="connsiteX224" fmla="*/ 1058875 w 12191918"/>
                  <a:gd name="connsiteY224" fmla="*/ 969819 h 1354031"/>
                  <a:gd name="connsiteX225" fmla="*/ 1008156 w 12191918"/>
                  <a:gd name="connsiteY225" fmla="*/ 982391 h 1354031"/>
                  <a:gd name="connsiteX226" fmla="*/ 956462 w 12191918"/>
                  <a:gd name="connsiteY226" fmla="*/ 994439 h 1354031"/>
                  <a:gd name="connsiteX227" fmla="*/ 903834 w 12191918"/>
                  <a:gd name="connsiteY227" fmla="*/ 1006487 h 1354031"/>
                  <a:gd name="connsiteX228" fmla="*/ 850108 w 12191918"/>
                  <a:gd name="connsiteY228" fmla="*/ 1017029 h 1354031"/>
                  <a:gd name="connsiteX229" fmla="*/ 795162 w 12191918"/>
                  <a:gd name="connsiteY229" fmla="*/ 1028270 h 1354031"/>
                  <a:gd name="connsiteX230" fmla="*/ 739323 w 12191918"/>
                  <a:gd name="connsiteY230" fmla="*/ 1041803 h 1354031"/>
                  <a:gd name="connsiteX231" fmla="*/ 682142 w 12191918"/>
                  <a:gd name="connsiteY231" fmla="*/ 1053742 h 1354031"/>
                  <a:gd name="connsiteX232" fmla="*/ 623905 w 12191918"/>
                  <a:gd name="connsiteY232" fmla="*/ 1067056 h 1354031"/>
                  <a:gd name="connsiteX233" fmla="*/ 564490 w 12191918"/>
                  <a:gd name="connsiteY233" fmla="*/ 1079737 h 1354031"/>
                  <a:gd name="connsiteX234" fmla="*/ 503652 w 12191918"/>
                  <a:gd name="connsiteY234" fmla="*/ 1091458 h 1354031"/>
                  <a:gd name="connsiteX235" fmla="*/ 441676 w 12191918"/>
                  <a:gd name="connsiteY235" fmla="*/ 1104619 h 1354031"/>
                  <a:gd name="connsiteX236" fmla="*/ 378358 w 12191918"/>
                  <a:gd name="connsiteY236" fmla="*/ 1116406 h 1354031"/>
                  <a:gd name="connsiteX237" fmla="*/ 313578 w 12191918"/>
                  <a:gd name="connsiteY237" fmla="*/ 1127603 h 1354031"/>
                  <a:gd name="connsiteX238" fmla="*/ 247416 w 12191918"/>
                  <a:gd name="connsiteY238" fmla="*/ 1139804 h 1354031"/>
                  <a:gd name="connsiteX239" fmla="*/ 179507 w 12191918"/>
                  <a:gd name="connsiteY239" fmla="*/ 1152158 h 1354031"/>
                  <a:gd name="connsiteX240" fmla="*/ 109809 w 12191918"/>
                  <a:gd name="connsiteY240" fmla="*/ 1170121 h 1354031"/>
                  <a:gd name="connsiteX241" fmla="*/ 38608 w 12191918"/>
                  <a:gd name="connsiteY241" fmla="*/ 1196291 h 1354031"/>
                  <a:gd name="connsiteX242" fmla="*/ 0 w 12191918"/>
                  <a:gd name="connsiteY242" fmla="*/ 1210893 h 1354031"/>
                  <a:gd name="connsiteX243" fmla="*/ 0 w 12191918"/>
                  <a:gd name="connsiteY243" fmla="*/ 1214298 h 1354031"/>
                  <a:gd name="connsiteX244" fmla="*/ 41412 w 12191918"/>
                  <a:gd name="connsiteY244" fmla="*/ 1198626 h 1354031"/>
                  <a:gd name="connsiteX245" fmla="*/ 112248 w 12191918"/>
                  <a:gd name="connsiteY245" fmla="*/ 1172565 h 1354031"/>
                  <a:gd name="connsiteX246" fmla="*/ 181295 w 12191918"/>
                  <a:gd name="connsiteY246" fmla="*/ 1154777 h 1354031"/>
                  <a:gd name="connsiteX247" fmla="*/ 248961 w 12191918"/>
                  <a:gd name="connsiteY247" fmla="*/ 1142510 h 1354031"/>
                  <a:gd name="connsiteX248" fmla="*/ 315082 w 12191918"/>
                  <a:gd name="connsiteY248" fmla="*/ 1130266 h 1354031"/>
                  <a:gd name="connsiteX249" fmla="*/ 379862 w 12191918"/>
                  <a:gd name="connsiteY249" fmla="*/ 1119068 h 1354031"/>
                  <a:gd name="connsiteX250" fmla="*/ 443301 w 12191918"/>
                  <a:gd name="connsiteY250" fmla="*/ 1107282 h 1354031"/>
                  <a:gd name="connsiteX251" fmla="*/ 505318 w 12191918"/>
                  <a:gd name="connsiteY251" fmla="*/ 1094121 h 1354031"/>
                  <a:gd name="connsiteX252" fmla="*/ 566156 w 12191918"/>
                  <a:gd name="connsiteY252" fmla="*/ 1082334 h 1354031"/>
                  <a:gd name="connsiteX253" fmla="*/ 625734 w 12191918"/>
                  <a:gd name="connsiteY253" fmla="*/ 1069653 h 1354031"/>
                  <a:gd name="connsiteX254" fmla="*/ 683971 w 12191918"/>
                  <a:gd name="connsiteY254" fmla="*/ 1056339 h 1354031"/>
                  <a:gd name="connsiteX255" fmla="*/ 741152 w 12191918"/>
                  <a:gd name="connsiteY255" fmla="*/ 1044400 h 1354031"/>
                  <a:gd name="connsiteX256" fmla="*/ 796991 w 12191918"/>
                  <a:gd name="connsiteY256" fmla="*/ 1030867 h 1354031"/>
                  <a:gd name="connsiteX257" fmla="*/ 851814 w 12191918"/>
                  <a:gd name="connsiteY257" fmla="*/ 1019627 h 1354031"/>
                  <a:gd name="connsiteX258" fmla="*/ 905622 w 12191918"/>
                  <a:gd name="connsiteY258" fmla="*/ 1009085 h 1354031"/>
                  <a:gd name="connsiteX259" fmla="*/ 958372 w 12191918"/>
                  <a:gd name="connsiteY259" fmla="*/ 997036 h 1354031"/>
                  <a:gd name="connsiteX260" fmla="*/ 1010148 w 12191918"/>
                  <a:gd name="connsiteY260" fmla="*/ 984988 h 1354031"/>
                  <a:gd name="connsiteX261" fmla="*/ 1060989 w 12191918"/>
                  <a:gd name="connsiteY261" fmla="*/ 972350 h 1354031"/>
                  <a:gd name="connsiteX262" fmla="*/ 1111016 w 12191918"/>
                  <a:gd name="connsiteY262" fmla="*/ 957967 h 1354031"/>
                  <a:gd name="connsiteX263" fmla="*/ 1160028 w 12191918"/>
                  <a:gd name="connsiteY263" fmla="*/ 941553 h 1354031"/>
                  <a:gd name="connsiteX264" fmla="*/ 1208227 w 12191918"/>
                  <a:gd name="connsiteY264" fmla="*/ 923874 h 1354031"/>
                  <a:gd name="connsiteX265" fmla="*/ 1255492 w 12191918"/>
                  <a:gd name="connsiteY265" fmla="*/ 904099 h 1354031"/>
                  <a:gd name="connsiteX266" fmla="*/ 1302106 w 12191918"/>
                  <a:gd name="connsiteY266" fmla="*/ 883473 h 1354031"/>
                  <a:gd name="connsiteX267" fmla="*/ 1347907 w 12191918"/>
                  <a:gd name="connsiteY267" fmla="*/ 857412 h 1354031"/>
                  <a:gd name="connsiteX268" fmla="*/ 1392733 w 12191918"/>
                  <a:gd name="connsiteY268" fmla="*/ 829103 h 1354031"/>
                  <a:gd name="connsiteX269" fmla="*/ 1436705 w 12191918"/>
                  <a:gd name="connsiteY269" fmla="*/ 804264 h 1354031"/>
                  <a:gd name="connsiteX270" fmla="*/ 1480150 w 12191918"/>
                  <a:gd name="connsiteY270" fmla="*/ 782045 h 1354031"/>
                  <a:gd name="connsiteX271" fmla="*/ 1522781 w 12191918"/>
                  <a:gd name="connsiteY271" fmla="*/ 753212 h 1354031"/>
                  <a:gd name="connsiteX272" fmla="*/ 1564681 w 12191918"/>
                  <a:gd name="connsiteY272" fmla="*/ 725929 h 1354031"/>
                  <a:gd name="connsiteX273" fmla="*/ 1605849 w 12191918"/>
                  <a:gd name="connsiteY273" fmla="*/ 696463 h 1354031"/>
                  <a:gd name="connsiteX274" fmla="*/ 1646245 w 12191918"/>
                  <a:gd name="connsiteY274" fmla="*/ 667106 h 1354031"/>
                  <a:gd name="connsiteX275" fmla="*/ 1685829 w 12191918"/>
                  <a:gd name="connsiteY275" fmla="*/ 642159 h 1354031"/>
                  <a:gd name="connsiteX276" fmla="*/ 1724640 w 12191918"/>
                  <a:gd name="connsiteY276" fmla="*/ 621118 h 1354031"/>
                  <a:gd name="connsiteX277" fmla="*/ 1762923 w 12191918"/>
                  <a:gd name="connsiteY277" fmla="*/ 603373 h 1354031"/>
                  <a:gd name="connsiteX278" fmla="*/ 1800840 w 12191918"/>
                  <a:gd name="connsiteY278" fmla="*/ 584515 h 1354031"/>
                  <a:gd name="connsiteX279" fmla="*/ 1837903 w 12191918"/>
                  <a:gd name="connsiteY279" fmla="*/ 559305 h 1354031"/>
                  <a:gd name="connsiteX280" fmla="*/ 1873910 w 12191918"/>
                  <a:gd name="connsiteY280" fmla="*/ 537893 h 1354031"/>
                  <a:gd name="connsiteX281" fmla="*/ 1909755 w 12191918"/>
                  <a:gd name="connsiteY281" fmla="*/ 524470 h 1354031"/>
                  <a:gd name="connsiteX282" fmla="*/ 1945030 w 12191918"/>
                  <a:gd name="connsiteY282" fmla="*/ 509235 h 1354031"/>
                  <a:gd name="connsiteX283" fmla="*/ 1979127 w 12191918"/>
                  <a:gd name="connsiteY283" fmla="*/ 493040 h 1354031"/>
                  <a:gd name="connsiteX284" fmla="*/ 2011965 w 12191918"/>
                  <a:gd name="connsiteY284" fmla="*/ 490792 h 1354031"/>
                  <a:gd name="connsiteX285" fmla="*/ 2043420 w 12191918"/>
                  <a:gd name="connsiteY285" fmla="*/ 490311 h 1354031"/>
                  <a:gd name="connsiteX286" fmla="*/ 2060123 w 12191918"/>
                  <a:gd name="connsiteY286" fmla="*/ 488871 h 1354031"/>
                  <a:gd name="connsiteX287" fmla="*/ 2088693 w 12191918"/>
                  <a:gd name="connsiteY287" fmla="*/ 489940 h 1354031"/>
                  <a:gd name="connsiteX288" fmla="*/ 2107713 w 12191918"/>
                  <a:gd name="connsiteY288" fmla="*/ 489875 h 1354031"/>
                  <a:gd name="connsiteX289" fmla="*/ 2148921 w 12191918"/>
                  <a:gd name="connsiteY289" fmla="*/ 491272 h 1354031"/>
                  <a:gd name="connsiteX290" fmla="*/ 2180092 w 12191918"/>
                  <a:gd name="connsiteY290" fmla="*/ 492931 h 1354031"/>
                  <a:gd name="connsiteX291" fmla="*/ 2209760 w 12191918"/>
                  <a:gd name="connsiteY291" fmla="*/ 493716 h 1354031"/>
                  <a:gd name="connsiteX292" fmla="*/ 2230933 w 12191918"/>
                  <a:gd name="connsiteY292" fmla="*/ 495004 h 1354031"/>
                  <a:gd name="connsiteX293" fmla="*/ 2275556 w 12191918"/>
                  <a:gd name="connsiteY293" fmla="*/ 500875 h 1354031"/>
                  <a:gd name="connsiteX294" fmla="*/ 2281367 w 12191918"/>
                  <a:gd name="connsiteY294" fmla="*/ 501989 h 1354031"/>
                  <a:gd name="connsiteX295" fmla="*/ 2332736 w 12191918"/>
                  <a:gd name="connsiteY295" fmla="*/ 508165 h 1354031"/>
                  <a:gd name="connsiteX296" fmla="*/ 2375489 w 12191918"/>
                  <a:gd name="connsiteY296" fmla="*/ 509715 h 1354031"/>
                  <a:gd name="connsiteX297" fmla="*/ 2387316 w 12191918"/>
                  <a:gd name="connsiteY297" fmla="*/ 511854 h 1354031"/>
                  <a:gd name="connsiteX298" fmla="*/ 2465182 w 12191918"/>
                  <a:gd name="connsiteY298" fmla="*/ 520847 h 1354031"/>
                  <a:gd name="connsiteX299" fmla="*/ 2467214 w 12191918"/>
                  <a:gd name="connsiteY299" fmla="*/ 520628 h 1354031"/>
                  <a:gd name="connsiteX300" fmla="*/ 2495418 w 12191918"/>
                  <a:gd name="connsiteY300" fmla="*/ 508908 h 1354031"/>
                  <a:gd name="connsiteX301" fmla="*/ 2522444 w 12191918"/>
                  <a:gd name="connsiteY301" fmla="*/ 496641 h 1354031"/>
                  <a:gd name="connsiteX302" fmla="*/ 2550120 w 12191918"/>
                  <a:gd name="connsiteY302" fmla="*/ 481144 h 1354031"/>
                  <a:gd name="connsiteX303" fmla="*/ 2577308 w 12191918"/>
                  <a:gd name="connsiteY303" fmla="*/ 465691 h 1354031"/>
                  <a:gd name="connsiteX304" fmla="*/ 2603683 w 12191918"/>
                  <a:gd name="connsiteY304" fmla="*/ 452159 h 1354031"/>
                  <a:gd name="connsiteX305" fmla="*/ 2629774 w 12191918"/>
                  <a:gd name="connsiteY305" fmla="*/ 444126 h 1354031"/>
                  <a:gd name="connsiteX306" fmla="*/ 2655337 w 12191918"/>
                  <a:gd name="connsiteY306" fmla="*/ 438582 h 1354031"/>
                  <a:gd name="connsiteX307" fmla="*/ 2681427 w 12191918"/>
                  <a:gd name="connsiteY307" fmla="*/ 435658 h 1354031"/>
                  <a:gd name="connsiteX308" fmla="*/ 2707193 w 12191918"/>
                  <a:gd name="connsiteY308" fmla="*/ 429328 h 1354031"/>
                  <a:gd name="connsiteX309" fmla="*/ 2732553 w 12191918"/>
                  <a:gd name="connsiteY309" fmla="*/ 418786 h 1354031"/>
                  <a:gd name="connsiteX310" fmla="*/ 2757993 w 12191918"/>
                  <a:gd name="connsiteY310" fmla="*/ 407698 h 1354031"/>
                  <a:gd name="connsiteX311" fmla="*/ 2862479 w 12191918"/>
                  <a:gd name="connsiteY311" fmla="*/ 416058 h 1354031"/>
                  <a:gd name="connsiteX312" fmla="*/ 2864429 w 12191918"/>
                  <a:gd name="connsiteY312" fmla="*/ 415796 h 1354031"/>
                  <a:gd name="connsiteX313" fmla="*/ 2889098 w 12191918"/>
                  <a:gd name="connsiteY313" fmla="*/ 404970 h 1354031"/>
                  <a:gd name="connsiteX314" fmla="*/ 2992486 w 12191918"/>
                  <a:gd name="connsiteY314" fmla="*/ 411212 h 1354031"/>
                  <a:gd name="connsiteX315" fmla="*/ 2994315 w 12191918"/>
                  <a:gd name="connsiteY315" fmla="*/ 410950 h 1354031"/>
                  <a:gd name="connsiteX316" fmla="*/ 3018658 w 12191918"/>
                  <a:gd name="connsiteY316" fmla="*/ 400342 h 1354031"/>
                  <a:gd name="connsiteX317" fmla="*/ 3019105 w 12191918"/>
                  <a:gd name="connsiteY317" fmla="*/ 400080 h 1354031"/>
                  <a:gd name="connsiteX318" fmla="*/ 3044058 w 12191918"/>
                  <a:gd name="connsiteY318" fmla="*/ 381484 h 1354031"/>
                  <a:gd name="connsiteX319" fmla="*/ 3069255 w 12191918"/>
                  <a:gd name="connsiteY319" fmla="*/ 358741 h 1354031"/>
                  <a:gd name="connsiteX320" fmla="*/ 3094452 w 12191918"/>
                  <a:gd name="connsiteY320" fmla="*/ 334492 h 1354031"/>
                  <a:gd name="connsiteX321" fmla="*/ 3119242 w 12191918"/>
                  <a:gd name="connsiteY321" fmla="*/ 308605 h 1354031"/>
                  <a:gd name="connsiteX322" fmla="*/ 3142813 w 12191918"/>
                  <a:gd name="connsiteY322" fmla="*/ 285207 h 1354031"/>
                  <a:gd name="connsiteX323" fmla="*/ 3165043 w 12191918"/>
                  <a:gd name="connsiteY323" fmla="*/ 267310 h 1354031"/>
                  <a:gd name="connsiteX324" fmla="*/ 3185810 w 12191918"/>
                  <a:gd name="connsiteY324" fmla="*/ 244130 h 1354031"/>
                  <a:gd name="connsiteX325" fmla="*/ 3204993 w 12191918"/>
                  <a:gd name="connsiteY325" fmla="*/ 219029 h 1354031"/>
                  <a:gd name="connsiteX326" fmla="*/ 3222712 w 12191918"/>
                  <a:gd name="connsiteY326" fmla="*/ 197181 h 1354031"/>
                  <a:gd name="connsiteX327" fmla="*/ 3239577 w 12191918"/>
                  <a:gd name="connsiteY327" fmla="*/ 171447 h 1354031"/>
                  <a:gd name="connsiteX328" fmla="*/ 3256199 w 12191918"/>
                  <a:gd name="connsiteY328" fmla="*/ 141982 h 1354031"/>
                  <a:gd name="connsiteX329" fmla="*/ 3276194 w 12191918"/>
                  <a:gd name="connsiteY329" fmla="*/ 104680 h 1354031"/>
                  <a:gd name="connsiteX330" fmla="*/ 3297692 w 12191918"/>
                  <a:gd name="connsiteY330" fmla="*/ 78204 h 1354031"/>
                  <a:gd name="connsiteX331" fmla="*/ 3320898 w 12191918"/>
                  <a:gd name="connsiteY331" fmla="*/ 60416 h 1354031"/>
                  <a:gd name="connsiteX332" fmla="*/ 3344957 w 12191918"/>
                  <a:gd name="connsiteY332" fmla="*/ 50288 h 1354031"/>
                  <a:gd name="connsiteX333" fmla="*/ 3404941 w 12191918"/>
                  <a:gd name="connsiteY333" fmla="*/ 50769 h 1354031"/>
                  <a:gd name="connsiteX334" fmla="*/ 3406039 w 12191918"/>
                  <a:gd name="connsiteY334" fmla="*/ 50659 h 1354031"/>
                  <a:gd name="connsiteX335" fmla="*/ 3506541 w 12191918"/>
                  <a:gd name="connsiteY335" fmla="*/ 24773 h 1354031"/>
                  <a:gd name="connsiteX336" fmla="*/ 3535071 w 12191918"/>
                  <a:gd name="connsiteY336" fmla="*/ 20626 h 1354031"/>
                  <a:gd name="connsiteX337" fmla="*/ 3544174 w 12191918"/>
                  <a:gd name="connsiteY337" fmla="*/ 18705 h 1354031"/>
                  <a:gd name="connsiteX338" fmla="*/ 3641751 w 12191918"/>
                  <a:gd name="connsiteY338" fmla="*/ 2925 h 1354031"/>
                  <a:gd name="connsiteX339" fmla="*/ 3745179 w 12191918"/>
                  <a:gd name="connsiteY339" fmla="*/ 13314 h 1354031"/>
                  <a:gd name="connsiteX340" fmla="*/ 3841090 w 12191918"/>
                  <a:gd name="connsiteY340" fmla="*/ 27807 h 1354031"/>
                  <a:gd name="connsiteX341" fmla="*/ 3926840 w 12191918"/>
                  <a:gd name="connsiteY341" fmla="*/ 59827 h 1354031"/>
                  <a:gd name="connsiteX342" fmla="*/ 4004991 w 12191918"/>
                  <a:gd name="connsiteY342" fmla="*/ 103589 h 1354031"/>
                  <a:gd name="connsiteX343" fmla="*/ 4080947 w 12191918"/>
                  <a:gd name="connsiteY343" fmla="*/ 144623 h 1354031"/>
                  <a:gd name="connsiteX344" fmla="*/ 4158041 w 12191918"/>
                  <a:gd name="connsiteY344" fmla="*/ 186988 h 1354031"/>
                  <a:gd name="connsiteX345" fmla="*/ 4238996 w 12191918"/>
                  <a:gd name="connsiteY345" fmla="*/ 227978 h 1354031"/>
                  <a:gd name="connsiteX346" fmla="*/ 4324096 w 12191918"/>
                  <a:gd name="connsiteY346" fmla="*/ 265542 h 1354031"/>
                  <a:gd name="connsiteX347" fmla="*/ 4412732 w 12191918"/>
                  <a:gd name="connsiteY347" fmla="*/ 307209 h 1354031"/>
                  <a:gd name="connsiteX348" fmla="*/ 4505391 w 12191918"/>
                  <a:gd name="connsiteY348" fmla="*/ 347064 h 1354031"/>
                  <a:gd name="connsiteX349" fmla="*/ 4597563 w 12191918"/>
                  <a:gd name="connsiteY349" fmla="*/ 383296 h 1354031"/>
                  <a:gd name="connsiteX350" fmla="*/ 4689694 w 12191918"/>
                  <a:gd name="connsiteY350" fmla="*/ 417651 h 1354031"/>
                  <a:gd name="connsiteX351" fmla="*/ 4782312 w 12191918"/>
                  <a:gd name="connsiteY351" fmla="*/ 451918 h 1354031"/>
                  <a:gd name="connsiteX352" fmla="*/ 4874971 w 12191918"/>
                  <a:gd name="connsiteY352" fmla="*/ 479835 h 1354031"/>
                  <a:gd name="connsiteX353" fmla="*/ 4968728 w 12191918"/>
                  <a:gd name="connsiteY353" fmla="*/ 520345 h 1354031"/>
                  <a:gd name="connsiteX354" fmla="*/ 5063094 w 12191918"/>
                  <a:gd name="connsiteY354" fmla="*/ 549920 h 1354031"/>
                  <a:gd name="connsiteX355" fmla="*/ 5064313 w 12191918"/>
                  <a:gd name="connsiteY355" fmla="*/ 550138 h 1354031"/>
                  <a:gd name="connsiteX356" fmla="*/ 5253371 w 12191918"/>
                  <a:gd name="connsiteY356" fmla="*/ 550400 h 1354031"/>
                  <a:gd name="connsiteX357" fmla="*/ 5253411 w 12191918"/>
                  <a:gd name="connsiteY357" fmla="*/ 550400 h 1354031"/>
                  <a:gd name="connsiteX358" fmla="*/ 5255443 w 12191918"/>
                  <a:gd name="connsiteY358" fmla="*/ 549811 h 1354031"/>
                  <a:gd name="connsiteX359" fmla="*/ 5273447 w 12191918"/>
                  <a:gd name="connsiteY359" fmla="*/ 535580 h 1354031"/>
                  <a:gd name="connsiteX360" fmla="*/ 5736783 w 12191918"/>
                  <a:gd name="connsiteY360" fmla="*/ 536278 h 1354031"/>
                  <a:gd name="connsiteX361" fmla="*/ 5828386 w 12191918"/>
                  <a:gd name="connsiteY361" fmla="*/ 538832 h 1354031"/>
                  <a:gd name="connsiteX362" fmla="*/ 5900847 w 12191918"/>
                  <a:gd name="connsiteY362" fmla="*/ 541386 h 1354031"/>
                  <a:gd name="connsiteX363" fmla="*/ 5901538 w 12191918"/>
                  <a:gd name="connsiteY363" fmla="*/ 541386 h 1354031"/>
                  <a:gd name="connsiteX364" fmla="*/ 5922061 w 12191918"/>
                  <a:gd name="connsiteY364" fmla="*/ 538985 h 1354031"/>
                  <a:gd name="connsiteX365" fmla="*/ 6911320 w 12191918"/>
                  <a:gd name="connsiteY365" fmla="*/ 489809 h 1354031"/>
                  <a:gd name="connsiteX366" fmla="*/ 6939809 w 12191918"/>
                  <a:gd name="connsiteY366" fmla="*/ 485597 h 1354031"/>
                  <a:gd name="connsiteX367" fmla="*/ 6991015 w 12191918"/>
                  <a:gd name="connsiteY367" fmla="*/ 481384 h 1354031"/>
                  <a:gd name="connsiteX368" fmla="*/ 7236277 w 12191918"/>
                  <a:gd name="connsiteY368" fmla="*/ 469292 h 1354031"/>
                  <a:gd name="connsiteX369" fmla="*/ 7317720 w 12191918"/>
                  <a:gd name="connsiteY369" fmla="*/ 467372 h 1354031"/>
                  <a:gd name="connsiteX370" fmla="*/ 7611222 w 12191918"/>
                  <a:gd name="connsiteY370" fmla="*/ 681948 h 1354031"/>
                  <a:gd name="connsiteX371" fmla="*/ 7613295 w 12191918"/>
                  <a:gd name="connsiteY371" fmla="*/ 682472 h 1354031"/>
                  <a:gd name="connsiteX372" fmla="*/ 7722251 w 12191918"/>
                  <a:gd name="connsiteY372" fmla="*/ 682690 h 1354031"/>
                  <a:gd name="connsiteX373" fmla="*/ 7773132 w 12191918"/>
                  <a:gd name="connsiteY373" fmla="*/ 717002 h 1354031"/>
                  <a:gd name="connsiteX374" fmla="*/ 7780853 w 12191918"/>
                  <a:gd name="connsiteY374" fmla="*/ 725143 h 1354031"/>
                  <a:gd name="connsiteX375" fmla="*/ 7781869 w 12191918"/>
                  <a:gd name="connsiteY375" fmla="*/ 725667 h 1354031"/>
                  <a:gd name="connsiteX376" fmla="*/ 7802880 w 12191918"/>
                  <a:gd name="connsiteY376" fmla="*/ 732237 h 1354031"/>
                  <a:gd name="connsiteX377" fmla="*/ 7803978 w 12191918"/>
                  <a:gd name="connsiteY377" fmla="*/ 732390 h 1354031"/>
                  <a:gd name="connsiteX378" fmla="*/ 7838603 w 12191918"/>
                  <a:gd name="connsiteY378" fmla="*/ 733197 h 1354031"/>
                  <a:gd name="connsiteX379" fmla="*/ 7911999 w 12191918"/>
                  <a:gd name="connsiteY379" fmla="*/ 732717 h 1354031"/>
                  <a:gd name="connsiteX380" fmla="*/ 7923297 w 12191918"/>
                  <a:gd name="connsiteY380" fmla="*/ 739767 h 1354031"/>
                  <a:gd name="connsiteX381" fmla="*/ 7925166 w 12191918"/>
                  <a:gd name="connsiteY381" fmla="*/ 740247 h 1354031"/>
                  <a:gd name="connsiteX382" fmla="*/ 8042128 w 12191918"/>
                  <a:gd name="connsiteY382" fmla="*/ 740465 h 1354031"/>
                  <a:gd name="connsiteX383" fmla="*/ 8159090 w 12191918"/>
                  <a:gd name="connsiteY383" fmla="*/ 735925 h 1354031"/>
                  <a:gd name="connsiteX384" fmla="*/ 8275564 w 12191918"/>
                  <a:gd name="connsiteY384" fmla="*/ 729006 h 1354031"/>
                  <a:gd name="connsiteX385" fmla="*/ 8287187 w 12191918"/>
                  <a:gd name="connsiteY385" fmla="*/ 730229 h 1354031"/>
                  <a:gd name="connsiteX386" fmla="*/ 8287959 w 12191918"/>
                  <a:gd name="connsiteY386" fmla="*/ 730229 h 1354031"/>
                  <a:gd name="connsiteX387" fmla="*/ 8362452 w 12191918"/>
                  <a:gd name="connsiteY387" fmla="*/ 726234 h 1354031"/>
                  <a:gd name="connsiteX388" fmla="*/ 8376758 w 12191918"/>
                  <a:gd name="connsiteY388" fmla="*/ 725601 h 1354031"/>
                  <a:gd name="connsiteX389" fmla="*/ 8491565 w 12191918"/>
                  <a:gd name="connsiteY389" fmla="*/ 733655 h 1354031"/>
                  <a:gd name="connsiteX390" fmla="*/ 8501685 w 12191918"/>
                  <a:gd name="connsiteY390" fmla="*/ 740793 h 1354031"/>
                  <a:gd name="connsiteX391" fmla="*/ 8503676 w 12191918"/>
                  <a:gd name="connsiteY391" fmla="*/ 741338 h 1354031"/>
                  <a:gd name="connsiteX392" fmla="*/ 8508837 w 12191918"/>
                  <a:gd name="connsiteY392" fmla="*/ 741338 h 1354031"/>
                  <a:gd name="connsiteX393" fmla="*/ 8535335 w 12191918"/>
                  <a:gd name="connsiteY393" fmla="*/ 756355 h 1354031"/>
                  <a:gd name="connsiteX394" fmla="*/ 8537123 w 12191918"/>
                  <a:gd name="connsiteY394" fmla="*/ 756770 h 1354031"/>
                  <a:gd name="connsiteX395" fmla="*/ 8542365 w 12191918"/>
                  <a:gd name="connsiteY395" fmla="*/ 756770 h 1354031"/>
                  <a:gd name="connsiteX396" fmla="*/ 8569838 w 12191918"/>
                  <a:gd name="connsiteY396" fmla="*/ 772267 h 1354031"/>
                  <a:gd name="connsiteX397" fmla="*/ 8571626 w 12191918"/>
                  <a:gd name="connsiteY397" fmla="*/ 772681 h 1354031"/>
                  <a:gd name="connsiteX398" fmla="*/ 8576909 w 12191918"/>
                  <a:gd name="connsiteY398" fmla="*/ 772725 h 1354031"/>
                  <a:gd name="connsiteX399" fmla="*/ 8605398 w 12191918"/>
                  <a:gd name="connsiteY399" fmla="*/ 788702 h 1354031"/>
                  <a:gd name="connsiteX400" fmla="*/ 8607186 w 12191918"/>
                  <a:gd name="connsiteY400" fmla="*/ 789117 h 1354031"/>
                  <a:gd name="connsiteX401" fmla="*/ 8612632 w 12191918"/>
                  <a:gd name="connsiteY401" fmla="*/ 789117 h 1354031"/>
                  <a:gd name="connsiteX402" fmla="*/ 8642096 w 12191918"/>
                  <a:gd name="connsiteY402" fmla="*/ 805683 h 1354031"/>
                  <a:gd name="connsiteX403" fmla="*/ 8643884 w 12191918"/>
                  <a:gd name="connsiteY403" fmla="*/ 806054 h 1354031"/>
                  <a:gd name="connsiteX404" fmla="*/ 8649452 w 12191918"/>
                  <a:gd name="connsiteY404" fmla="*/ 806098 h 1354031"/>
                  <a:gd name="connsiteX405" fmla="*/ 8680014 w 12191918"/>
                  <a:gd name="connsiteY405" fmla="*/ 823144 h 1354031"/>
                  <a:gd name="connsiteX406" fmla="*/ 8681801 w 12191918"/>
                  <a:gd name="connsiteY406" fmla="*/ 823559 h 1354031"/>
                  <a:gd name="connsiteX407" fmla="*/ 8687369 w 12191918"/>
                  <a:gd name="connsiteY407" fmla="*/ 823559 h 1354031"/>
                  <a:gd name="connsiteX408" fmla="*/ 8719109 w 12191918"/>
                  <a:gd name="connsiteY408" fmla="*/ 841238 h 1354031"/>
                  <a:gd name="connsiteX409" fmla="*/ 8720897 w 12191918"/>
                  <a:gd name="connsiteY409" fmla="*/ 841610 h 1354031"/>
                  <a:gd name="connsiteX410" fmla="*/ 8726668 w 12191918"/>
                  <a:gd name="connsiteY410" fmla="*/ 841653 h 1354031"/>
                  <a:gd name="connsiteX411" fmla="*/ 8759586 w 12191918"/>
                  <a:gd name="connsiteY411" fmla="*/ 859878 h 1354031"/>
                  <a:gd name="connsiteX412" fmla="*/ 8761375 w 12191918"/>
                  <a:gd name="connsiteY412" fmla="*/ 860293 h 1354031"/>
                  <a:gd name="connsiteX413" fmla="*/ 8767227 w 12191918"/>
                  <a:gd name="connsiteY413" fmla="*/ 860293 h 1354031"/>
                  <a:gd name="connsiteX414" fmla="*/ 8801364 w 12191918"/>
                  <a:gd name="connsiteY414" fmla="*/ 879217 h 1354031"/>
                  <a:gd name="connsiteX415" fmla="*/ 8803152 w 12191918"/>
                  <a:gd name="connsiteY415" fmla="*/ 879631 h 1354031"/>
                  <a:gd name="connsiteX416" fmla="*/ 8809127 w 12191918"/>
                  <a:gd name="connsiteY416" fmla="*/ 879631 h 1354031"/>
                  <a:gd name="connsiteX417" fmla="*/ 8844646 w 12191918"/>
                  <a:gd name="connsiteY417" fmla="*/ 899188 h 1354031"/>
                  <a:gd name="connsiteX418" fmla="*/ 8846434 w 12191918"/>
                  <a:gd name="connsiteY418" fmla="*/ 899603 h 1354031"/>
                  <a:gd name="connsiteX419" fmla="*/ 8852489 w 12191918"/>
                  <a:gd name="connsiteY419" fmla="*/ 899603 h 1354031"/>
                  <a:gd name="connsiteX420" fmla="*/ 8889391 w 12191918"/>
                  <a:gd name="connsiteY420" fmla="*/ 919901 h 1354031"/>
                  <a:gd name="connsiteX421" fmla="*/ 8891179 w 12191918"/>
                  <a:gd name="connsiteY421" fmla="*/ 920316 h 1354031"/>
                  <a:gd name="connsiteX422" fmla="*/ 8897438 w 12191918"/>
                  <a:gd name="connsiteY422" fmla="*/ 920316 h 1354031"/>
                  <a:gd name="connsiteX423" fmla="*/ 8935842 w 12191918"/>
                  <a:gd name="connsiteY423" fmla="*/ 941313 h 1354031"/>
                  <a:gd name="connsiteX424" fmla="*/ 8937630 w 12191918"/>
                  <a:gd name="connsiteY424" fmla="*/ 941750 h 1354031"/>
                  <a:gd name="connsiteX425" fmla="*/ 8943889 w 12191918"/>
                  <a:gd name="connsiteY425" fmla="*/ 941750 h 1354031"/>
                  <a:gd name="connsiteX426" fmla="*/ 8983879 w 12191918"/>
                  <a:gd name="connsiteY426" fmla="*/ 963554 h 1354031"/>
                  <a:gd name="connsiteX427" fmla="*/ 8985667 w 12191918"/>
                  <a:gd name="connsiteY427" fmla="*/ 963969 h 1354031"/>
                  <a:gd name="connsiteX428" fmla="*/ 8992128 w 12191918"/>
                  <a:gd name="connsiteY428" fmla="*/ 963969 h 1354031"/>
                  <a:gd name="connsiteX429" fmla="*/ 9033784 w 12191918"/>
                  <a:gd name="connsiteY429" fmla="*/ 986625 h 1354031"/>
                  <a:gd name="connsiteX430" fmla="*/ 9035573 w 12191918"/>
                  <a:gd name="connsiteY430" fmla="*/ 986996 h 1354031"/>
                  <a:gd name="connsiteX431" fmla="*/ 9042115 w 12191918"/>
                  <a:gd name="connsiteY431" fmla="*/ 987040 h 1354031"/>
                  <a:gd name="connsiteX432" fmla="*/ 9085479 w 12191918"/>
                  <a:gd name="connsiteY432" fmla="*/ 1010547 h 1354031"/>
                  <a:gd name="connsiteX433" fmla="*/ 9087267 w 12191918"/>
                  <a:gd name="connsiteY433" fmla="*/ 1010918 h 1354031"/>
                  <a:gd name="connsiteX434" fmla="*/ 9094013 w 12191918"/>
                  <a:gd name="connsiteY434" fmla="*/ 1010918 h 1354031"/>
                  <a:gd name="connsiteX435" fmla="*/ 9139246 w 12191918"/>
                  <a:gd name="connsiteY435" fmla="*/ 1035386 h 1354031"/>
                  <a:gd name="connsiteX436" fmla="*/ 9140911 w 12191918"/>
                  <a:gd name="connsiteY436" fmla="*/ 1035757 h 1354031"/>
                  <a:gd name="connsiteX437" fmla="*/ 9147861 w 12191918"/>
                  <a:gd name="connsiteY437" fmla="*/ 1035800 h 1354031"/>
                  <a:gd name="connsiteX438" fmla="*/ 9195003 w 12191918"/>
                  <a:gd name="connsiteY438" fmla="*/ 1061163 h 1354031"/>
                  <a:gd name="connsiteX439" fmla="*/ 9196791 w 12191918"/>
                  <a:gd name="connsiteY439" fmla="*/ 1061577 h 1354031"/>
                  <a:gd name="connsiteX440" fmla="*/ 9203944 w 12191918"/>
                  <a:gd name="connsiteY440" fmla="*/ 1061577 h 1354031"/>
                  <a:gd name="connsiteX441" fmla="*/ 9253159 w 12191918"/>
                  <a:gd name="connsiteY441" fmla="*/ 1088009 h 1354031"/>
                  <a:gd name="connsiteX442" fmla="*/ 9254947 w 12191918"/>
                  <a:gd name="connsiteY442" fmla="*/ 1088424 h 1354031"/>
                  <a:gd name="connsiteX443" fmla="*/ 9262182 w 12191918"/>
                  <a:gd name="connsiteY443" fmla="*/ 1088424 h 1354031"/>
                  <a:gd name="connsiteX444" fmla="*/ 9313591 w 12191918"/>
                  <a:gd name="connsiteY444" fmla="*/ 1115969 h 1354031"/>
                  <a:gd name="connsiteX445" fmla="*/ 9315379 w 12191918"/>
                  <a:gd name="connsiteY445" fmla="*/ 1116340 h 1354031"/>
                  <a:gd name="connsiteX446" fmla="*/ 9322816 w 12191918"/>
                  <a:gd name="connsiteY446" fmla="*/ 1116340 h 1354031"/>
                  <a:gd name="connsiteX447" fmla="*/ 9349395 w 12191918"/>
                  <a:gd name="connsiteY447" fmla="*/ 1131051 h 1354031"/>
                  <a:gd name="connsiteX448" fmla="*/ 9371910 w 12191918"/>
                  <a:gd name="connsiteY448" fmla="*/ 1139738 h 1354031"/>
                  <a:gd name="connsiteX449" fmla="*/ 9377761 w 12191918"/>
                  <a:gd name="connsiteY449" fmla="*/ 1141113 h 1354031"/>
                  <a:gd name="connsiteX450" fmla="*/ 9381947 w 12191918"/>
                  <a:gd name="connsiteY450" fmla="*/ 1141528 h 1354031"/>
                  <a:gd name="connsiteX451" fmla="*/ 9386499 w 12191918"/>
                  <a:gd name="connsiteY451" fmla="*/ 1141637 h 1354031"/>
                  <a:gd name="connsiteX452" fmla="*/ 9419255 w 12191918"/>
                  <a:gd name="connsiteY452" fmla="*/ 1147072 h 1354031"/>
                  <a:gd name="connsiteX453" fmla="*/ 9443354 w 12191918"/>
                  <a:gd name="connsiteY453" fmla="*/ 1148731 h 1354031"/>
                  <a:gd name="connsiteX454" fmla="*/ 9477289 w 12191918"/>
                  <a:gd name="connsiteY454" fmla="*/ 1150280 h 1354031"/>
                  <a:gd name="connsiteX455" fmla="*/ 9478751 w 12191918"/>
                  <a:gd name="connsiteY455" fmla="*/ 1150346 h 1354031"/>
                  <a:gd name="connsiteX456" fmla="*/ 9510695 w 12191918"/>
                  <a:gd name="connsiteY456" fmla="*/ 1157265 h 1354031"/>
                  <a:gd name="connsiteX457" fmla="*/ 9511589 w 12191918"/>
                  <a:gd name="connsiteY457" fmla="*/ 1157374 h 1354031"/>
                  <a:gd name="connsiteX458" fmla="*/ 9519839 w 12191918"/>
                  <a:gd name="connsiteY458" fmla="*/ 1157374 h 1354031"/>
                  <a:gd name="connsiteX459" fmla="*/ 9549710 w 12191918"/>
                  <a:gd name="connsiteY459" fmla="*/ 1167916 h 1354031"/>
                  <a:gd name="connsiteX460" fmla="*/ 9579051 w 12191918"/>
                  <a:gd name="connsiteY460" fmla="*/ 1187953 h 1354031"/>
                  <a:gd name="connsiteX461" fmla="*/ 9581327 w 12191918"/>
                  <a:gd name="connsiteY461" fmla="*/ 1189219 h 1354031"/>
                  <a:gd name="connsiteX462" fmla="*/ 9582140 w 12191918"/>
                  <a:gd name="connsiteY462" fmla="*/ 1189546 h 1354031"/>
                  <a:gd name="connsiteX463" fmla="*/ 9583319 w 12191918"/>
                  <a:gd name="connsiteY463" fmla="*/ 1189721 h 1354031"/>
                  <a:gd name="connsiteX464" fmla="*/ 9591243 w 12191918"/>
                  <a:gd name="connsiteY464" fmla="*/ 1189830 h 1354031"/>
                  <a:gd name="connsiteX465" fmla="*/ 9623593 w 12191918"/>
                  <a:gd name="connsiteY465" fmla="*/ 1209278 h 1354031"/>
                  <a:gd name="connsiteX466" fmla="*/ 9651065 w 12191918"/>
                  <a:gd name="connsiteY466" fmla="*/ 1224578 h 1354031"/>
                  <a:gd name="connsiteX467" fmla="*/ 9656430 w 12191918"/>
                  <a:gd name="connsiteY467" fmla="*/ 1227088 h 1354031"/>
                  <a:gd name="connsiteX468" fmla="*/ 9657608 w 12191918"/>
                  <a:gd name="connsiteY468" fmla="*/ 1227415 h 1354031"/>
                  <a:gd name="connsiteX469" fmla="*/ 9658503 w 12191918"/>
                  <a:gd name="connsiteY469" fmla="*/ 1227525 h 1354031"/>
                  <a:gd name="connsiteX470" fmla="*/ 9666427 w 12191918"/>
                  <a:gd name="connsiteY470" fmla="*/ 1227634 h 1354031"/>
                  <a:gd name="connsiteX471" fmla="*/ 9704629 w 12191918"/>
                  <a:gd name="connsiteY471" fmla="*/ 1244309 h 1354031"/>
                  <a:gd name="connsiteX472" fmla="*/ 9706214 w 12191918"/>
                  <a:gd name="connsiteY472" fmla="*/ 1244637 h 1354031"/>
                  <a:gd name="connsiteX473" fmla="*/ 9886208 w 12191918"/>
                  <a:gd name="connsiteY473" fmla="*/ 1246230 h 1354031"/>
                  <a:gd name="connsiteX474" fmla="*/ 9970252 w 12191918"/>
                  <a:gd name="connsiteY474" fmla="*/ 1281240 h 1354031"/>
                  <a:gd name="connsiteX475" fmla="*/ 10058969 w 12191918"/>
                  <a:gd name="connsiteY475" fmla="*/ 1321750 h 1354031"/>
                  <a:gd name="connsiteX476" fmla="*/ 10060554 w 12191918"/>
                  <a:gd name="connsiteY476" fmla="*/ 1322077 h 1354031"/>
                  <a:gd name="connsiteX477" fmla="*/ 10250343 w 12191918"/>
                  <a:gd name="connsiteY477" fmla="*/ 1323780 h 1354031"/>
                  <a:gd name="connsiteX478" fmla="*/ 10440457 w 12191918"/>
                  <a:gd name="connsiteY478" fmla="*/ 1325962 h 1354031"/>
                  <a:gd name="connsiteX479" fmla="*/ 10820847 w 12191918"/>
                  <a:gd name="connsiteY479" fmla="*/ 1331353 h 1354031"/>
                  <a:gd name="connsiteX480" fmla="*/ 11011245 w 12191918"/>
                  <a:gd name="connsiteY480" fmla="*/ 1333492 h 1354031"/>
                  <a:gd name="connsiteX481" fmla="*/ 11392449 w 12191918"/>
                  <a:gd name="connsiteY481" fmla="*/ 1337378 h 1354031"/>
                  <a:gd name="connsiteX482" fmla="*/ 11583131 w 12191918"/>
                  <a:gd name="connsiteY482" fmla="*/ 1338753 h 1354031"/>
                  <a:gd name="connsiteX483" fmla="*/ 11965229 w 12191918"/>
                  <a:gd name="connsiteY483" fmla="*/ 1342376 h 1354031"/>
                  <a:gd name="connsiteX484" fmla="*/ 12155750 w 12191918"/>
                  <a:gd name="connsiteY484" fmla="*/ 1343751 h 1354031"/>
                  <a:gd name="connsiteX485" fmla="*/ 12191553 w 12191918"/>
                  <a:gd name="connsiteY485" fmla="*/ 1354031 h 1354031"/>
                  <a:gd name="connsiteX486" fmla="*/ 12191553 w 12191918"/>
                  <a:gd name="connsiteY486" fmla="*/ 1350823 h 135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Lst>
                <a:rect l="l" t="t" r="r" b="b"/>
                <a:pathLst>
                  <a:path w="12191918" h="1354031">
                    <a:moveTo>
                      <a:pt x="12191919" y="1350779"/>
                    </a:moveTo>
                    <a:lnTo>
                      <a:pt x="12157863" y="1341023"/>
                    </a:lnTo>
                    <a:cubicBezTo>
                      <a:pt x="12157578" y="1340913"/>
                      <a:pt x="12157171" y="1340870"/>
                      <a:pt x="12156766" y="1340870"/>
                    </a:cubicBezTo>
                    <a:lnTo>
                      <a:pt x="11583579" y="1335915"/>
                    </a:lnTo>
                    <a:lnTo>
                      <a:pt x="11392895" y="1334475"/>
                    </a:lnTo>
                    <a:lnTo>
                      <a:pt x="11011693" y="1330590"/>
                    </a:lnTo>
                    <a:lnTo>
                      <a:pt x="10821294" y="1328450"/>
                    </a:lnTo>
                    <a:lnTo>
                      <a:pt x="10440903" y="1323059"/>
                    </a:lnTo>
                    <a:lnTo>
                      <a:pt x="10250790" y="1320877"/>
                    </a:lnTo>
                    <a:lnTo>
                      <a:pt x="10061895" y="1319218"/>
                    </a:lnTo>
                    <a:lnTo>
                      <a:pt x="9973706" y="1278992"/>
                    </a:lnTo>
                    <a:lnTo>
                      <a:pt x="9889094" y="1243654"/>
                    </a:lnTo>
                    <a:cubicBezTo>
                      <a:pt x="9888606" y="1243502"/>
                      <a:pt x="9888078" y="1243393"/>
                      <a:pt x="9887590" y="1243393"/>
                    </a:cubicBezTo>
                    <a:lnTo>
                      <a:pt x="9707514" y="1241734"/>
                    </a:lnTo>
                    <a:lnTo>
                      <a:pt x="9669313" y="1225058"/>
                    </a:lnTo>
                    <a:cubicBezTo>
                      <a:pt x="9668906" y="1224840"/>
                      <a:pt x="9668419" y="1224731"/>
                      <a:pt x="9667809" y="1224731"/>
                    </a:cubicBezTo>
                    <a:lnTo>
                      <a:pt x="9659559" y="1224622"/>
                    </a:lnTo>
                    <a:lnTo>
                      <a:pt x="9654804" y="1222439"/>
                    </a:lnTo>
                    <a:lnTo>
                      <a:pt x="9627535" y="1207313"/>
                    </a:lnTo>
                    <a:lnTo>
                      <a:pt x="9594575" y="1187451"/>
                    </a:lnTo>
                    <a:cubicBezTo>
                      <a:pt x="9594088" y="1187189"/>
                      <a:pt x="9593479" y="1187015"/>
                      <a:pt x="9592787" y="1187015"/>
                    </a:cubicBezTo>
                    <a:lnTo>
                      <a:pt x="9584741" y="1186862"/>
                    </a:lnTo>
                    <a:lnTo>
                      <a:pt x="9553774" y="1165908"/>
                    </a:lnTo>
                    <a:cubicBezTo>
                      <a:pt x="9553570" y="1165799"/>
                      <a:pt x="9553367" y="1165690"/>
                      <a:pt x="9553082" y="1165646"/>
                    </a:cubicBezTo>
                    <a:lnTo>
                      <a:pt x="9522318" y="1154733"/>
                    </a:lnTo>
                    <a:cubicBezTo>
                      <a:pt x="9521911" y="1154558"/>
                      <a:pt x="9521423" y="1154515"/>
                      <a:pt x="9520936" y="1154515"/>
                    </a:cubicBezTo>
                    <a:lnTo>
                      <a:pt x="9512401" y="1154515"/>
                    </a:lnTo>
                    <a:lnTo>
                      <a:pt x="9480337" y="1147639"/>
                    </a:lnTo>
                    <a:lnTo>
                      <a:pt x="9452661" y="1146155"/>
                    </a:lnTo>
                    <a:lnTo>
                      <a:pt x="9444127" y="1145937"/>
                    </a:lnTo>
                    <a:lnTo>
                      <a:pt x="9428561" y="1144933"/>
                    </a:lnTo>
                    <a:lnTo>
                      <a:pt x="9420596" y="1144300"/>
                    </a:lnTo>
                    <a:lnTo>
                      <a:pt x="9387840" y="1138865"/>
                    </a:lnTo>
                    <a:cubicBezTo>
                      <a:pt x="9387840" y="1138865"/>
                      <a:pt x="9387433" y="1138821"/>
                      <a:pt x="9387231" y="1138821"/>
                    </a:cubicBezTo>
                    <a:lnTo>
                      <a:pt x="9382760" y="1138756"/>
                    </a:lnTo>
                    <a:lnTo>
                      <a:pt x="9379468" y="1138429"/>
                    </a:lnTo>
                    <a:lnTo>
                      <a:pt x="9374632" y="1137250"/>
                    </a:lnTo>
                    <a:lnTo>
                      <a:pt x="9352808" y="1128890"/>
                    </a:lnTo>
                    <a:lnTo>
                      <a:pt x="9325823" y="1113917"/>
                    </a:lnTo>
                    <a:cubicBezTo>
                      <a:pt x="9325335" y="1113699"/>
                      <a:pt x="9324726" y="1113546"/>
                      <a:pt x="9324035" y="1113546"/>
                    </a:cubicBezTo>
                    <a:lnTo>
                      <a:pt x="9316598" y="1113503"/>
                    </a:lnTo>
                    <a:lnTo>
                      <a:pt x="9265189" y="1086001"/>
                    </a:lnTo>
                    <a:cubicBezTo>
                      <a:pt x="9264701" y="1085739"/>
                      <a:pt x="9264091" y="1085587"/>
                      <a:pt x="9263400" y="1085587"/>
                    </a:cubicBezTo>
                    <a:lnTo>
                      <a:pt x="9256167" y="1085587"/>
                    </a:lnTo>
                    <a:lnTo>
                      <a:pt x="9206951" y="1059155"/>
                    </a:lnTo>
                    <a:cubicBezTo>
                      <a:pt x="9206463" y="1058893"/>
                      <a:pt x="9205854" y="1058740"/>
                      <a:pt x="9205163" y="1058740"/>
                    </a:cubicBezTo>
                    <a:lnTo>
                      <a:pt x="9198133" y="1058740"/>
                    </a:lnTo>
                    <a:lnTo>
                      <a:pt x="9150990" y="1033312"/>
                    </a:lnTo>
                    <a:cubicBezTo>
                      <a:pt x="9150503" y="1033094"/>
                      <a:pt x="9149811" y="1032941"/>
                      <a:pt x="9149202" y="1032941"/>
                    </a:cubicBezTo>
                    <a:lnTo>
                      <a:pt x="9142253" y="1032897"/>
                    </a:lnTo>
                    <a:lnTo>
                      <a:pt x="9097101" y="1008495"/>
                    </a:lnTo>
                    <a:cubicBezTo>
                      <a:pt x="9096614" y="1008233"/>
                      <a:pt x="9095923" y="1008124"/>
                      <a:pt x="9095313" y="1008124"/>
                    </a:cubicBezTo>
                    <a:lnTo>
                      <a:pt x="9088486" y="1008059"/>
                    </a:lnTo>
                    <a:lnTo>
                      <a:pt x="9045204" y="984552"/>
                    </a:lnTo>
                    <a:cubicBezTo>
                      <a:pt x="9044717" y="984333"/>
                      <a:pt x="9044025" y="984180"/>
                      <a:pt x="9043416" y="984180"/>
                    </a:cubicBezTo>
                    <a:lnTo>
                      <a:pt x="9036751" y="984180"/>
                    </a:lnTo>
                    <a:lnTo>
                      <a:pt x="8995176" y="961525"/>
                    </a:lnTo>
                    <a:cubicBezTo>
                      <a:pt x="8994689" y="961263"/>
                      <a:pt x="8994079" y="961110"/>
                      <a:pt x="8993388" y="961110"/>
                    </a:cubicBezTo>
                    <a:lnTo>
                      <a:pt x="8986927" y="961110"/>
                    </a:lnTo>
                    <a:lnTo>
                      <a:pt x="8946937" y="939305"/>
                    </a:lnTo>
                    <a:cubicBezTo>
                      <a:pt x="8946449" y="939043"/>
                      <a:pt x="8945839" y="938890"/>
                      <a:pt x="8945149" y="938890"/>
                    </a:cubicBezTo>
                    <a:lnTo>
                      <a:pt x="8938809" y="938890"/>
                    </a:lnTo>
                    <a:lnTo>
                      <a:pt x="8900404" y="917893"/>
                    </a:lnTo>
                    <a:cubicBezTo>
                      <a:pt x="8899997" y="917631"/>
                      <a:pt x="8899307" y="917479"/>
                      <a:pt x="8898697" y="917479"/>
                    </a:cubicBezTo>
                    <a:lnTo>
                      <a:pt x="8892439" y="917479"/>
                    </a:lnTo>
                    <a:lnTo>
                      <a:pt x="8855537" y="897180"/>
                    </a:lnTo>
                    <a:cubicBezTo>
                      <a:pt x="8855049" y="896918"/>
                      <a:pt x="8854440" y="896809"/>
                      <a:pt x="8853750" y="896809"/>
                    </a:cubicBezTo>
                    <a:lnTo>
                      <a:pt x="8847694" y="896743"/>
                    </a:lnTo>
                    <a:lnTo>
                      <a:pt x="8812175" y="877187"/>
                    </a:lnTo>
                    <a:cubicBezTo>
                      <a:pt x="8811687" y="876925"/>
                      <a:pt x="8811078" y="876772"/>
                      <a:pt x="8810386" y="876772"/>
                    </a:cubicBezTo>
                    <a:lnTo>
                      <a:pt x="8804412" y="876772"/>
                    </a:lnTo>
                    <a:lnTo>
                      <a:pt x="8770193" y="857848"/>
                    </a:lnTo>
                    <a:cubicBezTo>
                      <a:pt x="8769787" y="857587"/>
                      <a:pt x="8769096" y="857477"/>
                      <a:pt x="8768406" y="857477"/>
                    </a:cubicBezTo>
                    <a:lnTo>
                      <a:pt x="8762553" y="857412"/>
                    </a:lnTo>
                    <a:lnTo>
                      <a:pt x="8729716" y="839143"/>
                    </a:lnTo>
                    <a:cubicBezTo>
                      <a:pt x="8729228" y="838925"/>
                      <a:pt x="8728619" y="838772"/>
                      <a:pt x="8727927" y="838772"/>
                    </a:cubicBezTo>
                    <a:lnTo>
                      <a:pt x="8722197" y="838728"/>
                    </a:lnTo>
                    <a:lnTo>
                      <a:pt x="8690457" y="821093"/>
                    </a:lnTo>
                    <a:cubicBezTo>
                      <a:pt x="8690051" y="820831"/>
                      <a:pt x="8689360" y="820678"/>
                      <a:pt x="8688669" y="820678"/>
                    </a:cubicBezTo>
                    <a:lnTo>
                      <a:pt x="8683102" y="820678"/>
                    </a:lnTo>
                    <a:lnTo>
                      <a:pt x="8652459" y="803631"/>
                    </a:lnTo>
                    <a:cubicBezTo>
                      <a:pt x="8652053" y="803304"/>
                      <a:pt x="8651362" y="803217"/>
                      <a:pt x="8650671" y="803217"/>
                    </a:cubicBezTo>
                    <a:lnTo>
                      <a:pt x="8645225" y="803217"/>
                    </a:lnTo>
                    <a:lnTo>
                      <a:pt x="8615761" y="786650"/>
                    </a:lnTo>
                    <a:cubicBezTo>
                      <a:pt x="8615273" y="786388"/>
                      <a:pt x="8614583" y="786236"/>
                      <a:pt x="8613974" y="786236"/>
                    </a:cubicBezTo>
                    <a:lnTo>
                      <a:pt x="8608487" y="786236"/>
                    </a:lnTo>
                    <a:lnTo>
                      <a:pt x="8580039" y="770259"/>
                    </a:lnTo>
                    <a:cubicBezTo>
                      <a:pt x="8579551" y="769997"/>
                      <a:pt x="8578941" y="769822"/>
                      <a:pt x="8578251" y="769822"/>
                    </a:cubicBezTo>
                    <a:lnTo>
                      <a:pt x="8573008" y="769822"/>
                    </a:lnTo>
                    <a:lnTo>
                      <a:pt x="8545535" y="754325"/>
                    </a:lnTo>
                    <a:cubicBezTo>
                      <a:pt x="8545047" y="753998"/>
                      <a:pt x="8544357" y="753910"/>
                      <a:pt x="8543747" y="753910"/>
                    </a:cubicBezTo>
                    <a:lnTo>
                      <a:pt x="8538505" y="753867"/>
                    </a:lnTo>
                    <a:lnTo>
                      <a:pt x="8512007" y="738828"/>
                    </a:lnTo>
                    <a:cubicBezTo>
                      <a:pt x="8511519" y="738566"/>
                      <a:pt x="8510829" y="738414"/>
                      <a:pt x="8510219" y="738414"/>
                    </a:cubicBezTo>
                    <a:lnTo>
                      <a:pt x="8505262" y="738414"/>
                    </a:lnTo>
                    <a:lnTo>
                      <a:pt x="8495223" y="731385"/>
                    </a:lnTo>
                    <a:cubicBezTo>
                      <a:pt x="8494735" y="731058"/>
                      <a:pt x="8494126" y="730905"/>
                      <a:pt x="8493516" y="730862"/>
                    </a:cubicBezTo>
                    <a:lnTo>
                      <a:pt x="8377124" y="722764"/>
                    </a:lnTo>
                    <a:lnTo>
                      <a:pt x="8288041" y="727348"/>
                    </a:lnTo>
                    <a:lnTo>
                      <a:pt x="8276458" y="726169"/>
                    </a:lnTo>
                    <a:cubicBezTo>
                      <a:pt x="8276174" y="726104"/>
                      <a:pt x="8275971" y="726104"/>
                      <a:pt x="8275686" y="726104"/>
                    </a:cubicBezTo>
                    <a:lnTo>
                      <a:pt x="8159009" y="733022"/>
                    </a:lnTo>
                    <a:lnTo>
                      <a:pt x="8042331" y="737562"/>
                    </a:lnTo>
                    <a:lnTo>
                      <a:pt x="7926629" y="737344"/>
                    </a:lnTo>
                    <a:lnTo>
                      <a:pt x="7915331" y="730316"/>
                    </a:lnTo>
                    <a:cubicBezTo>
                      <a:pt x="7914843" y="729989"/>
                      <a:pt x="7914153" y="729836"/>
                      <a:pt x="7913421" y="729836"/>
                    </a:cubicBezTo>
                    <a:lnTo>
                      <a:pt x="7913340" y="729836"/>
                    </a:lnTo>
                    <a:lnTo>
                      <a:pt x="7838928" y="730316"/>
                    </a:lnTo>
                    <a:lnTo>
                      <a:pt x="7807066" y="729618"/>
                    </a:lnTo>
                    <a:lnTo>
                      <a:pt x="7805075" y="729574"/>
                    </a:lnTo>
                    <a:lnTo>
                      <a:pt x="7785243" y="723397"/>
                    </a:lnTo>
                    <a:lnTo>
                      <a:pt x="7777602" y="715343"/>
                    </a:lnTo>
                    <a:lnTo>
                      <a:pt x="7725624" y="680290"/>
                    </a:lnTo>
                    <a:cubicBezTo>
                      <a:pt x="7725136" y="679962"/>
                      <a:pt x="7724445" y="679809"/>
                      <a:pt x="7723632" y="679809"/>
                    </a:cubicBezTo>
                    <a:lnTo>
                      <a:pt x="7614676" y="679591"/>
                    </a:lnTo>
                    <a:lnTo>
                      <a:pt x="7321174" y="465014"/>
                    </a:lnTo>
                    <a:cubicBezTo>
                      <a:pt x="7320687" y="464643"/>
                      <a:pt x="7320077" y="464381"/>
                      <a:pt x="7319020" y="464469"/>
                    </a:cubicBezTo>
                    <a:lnTo>
                      <a:pt x="7236155" y="466389"/>
                    </a:lnTo>
                    <a:lnTo>
                      <a:pt x="6990609" y="478525"/>
                    </a:lnTo>
                    <a:lnTo>
                      <a:pt x="6939036" y="482738"/>
                    </a:lnTo>
                    <a:lnTo>
                      <a:pt x="6910670" y="486950"/>
                    </a:lnTo>
                    <a:lnTo>
                      <a:pt x="5921573" y="536125"/>
                    </a:lnTo>
                    <a:lnTo>
                      <a:pt x="5901091" y="538483"/>
                    </a:lnTo>
                    <a:lnTo>
                      <a:pt x="5828874" y="535972"/>
                    </a:lnTo>
                    <a:lnTo>
                      <a:pt x="5737108" y="533353"/>
                    </a:lnTo>
                    <a:lnTo>
                      <a:pt x="5272309" y="532655"/>
                    </a:lnTo>
                    <a:cubicBezTo>
                      <a:pt x="5271618" y="532502"/>
                      <a:pt x="5270724" y="532873"/>
                      <a:pt x="5270236" y="533244"/>
                    </a:cubicBezTo>
                    <a:lnTo>
                      <a:pt x="5252273" y="547475"/>
                    </a:lnTo>
                    <a:lnTo>
                      <a:pt x="5065207" y="547213"/>
                    </a:lnTo>
                    <a:lnTo>
                      <a:pt x="4971735" y="517900"/>
                    </a:lnTo>
                    <a:lnTo>
                      <a:pt x="4877938" y="477390"/>
                    </a:lnTo>
                    <a:lnTo>
                      <a:pt x="4785116" y="449365"/>
                    </a:lnTo>
                    <a:lnTo>
                      <a:pt x="4692701" y="415206"/>
                    </a:lnTo>
                    <a:lnTo>
                      <a:pt x="4600611" y="380829"/>
                    </a:lnTo>
                    <a:lnTo>
                      <a:pt x="4508602" y="344641"/>
                    </a:lnTo>
                    <a:lnTo>
                      <a:pt x="4416146" y="304895"/>
                    </a:lnTo>
                    <a:lnTo>
                      <a:pt x="4327551" y="263228"/>
                    </a:lnTo>
                    <a:lnTo>
                      <a:pt x="4242491" y="225708"/>
                    </a:lnTo>
                    <a:lnTo>
                      <a:pt x="4161780" y="184849"/>
                    </a:lnTo>
                    <a:lnTo>
                      <a:pt x="4084727" y="142484"/>
                    </a:lnTo>
                    <a:lnTo>
                      <a:pt x="4008770" y="101450"/>
                    </a:lnTo>
                    <a:lnTo>
                      <a:pt x="3930295" y="57600"/>
                    </a:lnTo>
                    <a:lnTo>
                      <a:pt x="3843772" y="25253"/>
                    </a:lnTo>
                    <a:cubicBezTo>
                      <a:pt x="3843772" y="25253"/>
                      <a:pt x="3843325" y="25101"/>
                      <a:pt x="3843041" y="25101"/>
                    </a:cubicBezTo>
                    <a:lnTo>
                      <a:pt x="3746521" y="10433"/>
                    </a:lnTo>
                    <a:lnTo>
                      <a:pt x="3642279" y="0"/>
                    </a:lnTo>
                    <a:cubicBezTo>
                      <a:pt x="3641913" y="0"/>
                      <a:pt x="3641547" y="0"/>
                      <a:pt x="3641141" y="65"/>
                    </a:cubicBezTo>
                    <a:lnTo>
                      <a:pt x="3542752" y="15933"/>
                    </a:lnTo>
                    <a:lnTo>
                      <a:pt x="3533729" y="17854"/>
                    </a:lnTo>
                    <a:lnTo>
                      <a:pt x="3504997" y="22001"/>
                    </a:lnTo>
                    <a:lnTo>
                      <a:pt x="3404657" y="47844"/>
                    </a:lnTo>
                    <a:lnTo>
                      <a:pt x="3344388" y="47364"/>
                    </a:lnTo>
                    <a:lnTo>
                      <a:pt x="3344347" y="47364"/>
                    </a:lnTo>
                    <a:cubicBezTo>
                      <a:pt x="3343819" y="47364"/>
                      <a:pt x="3343250" y="47473"/>
                      <a:pt x="3342803" y="47691"/>
                    </a:cubicBezTo>
                    <a:lnTo>
                      <a:pt x="3317769" y="58190"/>
                    </a:lnTo>
                    <a:cubicBezTo>
                      <a:pt x="3317565" y="58299"/>
                      <a:pt x="3317362" y="58342"/>
                      <a:pt x="3317281" y="58517"/>
                    </a:cubicBezTo>
                    <a:lnTo>
                      <a:pt x="3293547" y="76698"/>
                    </a:lnTo>
                    <a:lnTo>
                      <a:pt x="3271683" y="103654"/>
                    </a:lnTo>
                    <a:lnTo>
                      <a:pt x="3251607" y="141109"/>
                    </a:lnTo>
                    <a:lnTo>
                      <a:pt x="3235025" y="170465"/>
                    </a:lnTo>
                    <a:lnTo>
                      <a:pt x="3218322" y="196046"/>
                    </a:lnTo>
                    <a:lnTo>
                      <a:pt x="3200603" y="217851"/>
                    </a:lnTo>
                    <a:lnTo>
                      <a:pt x="3181462" y="242908"/>
                    </a:lnTo>
                    <a:lnTo>
                      <a:pt x="3160898" y="265825"/>
                    </a:lnTo>
                    <a:lnTo>
                      <a:pt x="3138749" y="283680"/>
                    </a:lnTo>
                    <a:lnTo>
                      <a:pt x="3115016" y="307230"/>
                    </a:lnTo>
                    <a:lnTo>
                      <a:pt x="3090225" y="333117"/>
                    </a:lnTo>
                    <a:lnTo>
                      <a:pt x="3065069" y="357257"/>
                    </a:lnTo>
                    <a:lnTo>
                      <a:pt x="3040075" y="379913"/>
                    </a:lnTo>
                    <a:lnTo>
                      <a:pt x="3015448" y="398203"/>
                    </a:lnTo>
                    <a:lnTo>
                      <a:pt x="2992201" y="408375"/>
                    </a:lnTo>
                    <a:lnTo>
                      <a:pt x="2888813" y="402089"/>
                    </a:lnTo>
                    <a:cubicBezTo>
                      <a:pt x="2888122" y="402023"/>
                      <a:pt x="2887472" y="402198"/>
                      <a:pt x="2886944" y="402416"/>
                    </a:cubicBezTo>
                    <a:lnTo>
                      <a:pt x="2862397" y="413242"/>
                    </a:lnTo>
                    <a:lnTo>
                      <a:pt x="2757912" y="404817"/>
                    </a:lnTo>
                    <a:cubicBezTo>
                      <a:pt x="2757221" y="404751"/>
                      <a:pt x="2756530" y="404860"/>
                      <a:pt x="2755961" y="405079"/>
                    </a:cubicBezTo>
                    <a:lnTo>
                      <a:pt x="2729667" y="416538"/>
                    </a:lnTo>
                    <a:lnTo>
                      <a:pt x="2704877" y="426883"/>
                    </a:lnTo>
                    <a:lnTo>
                      <a:pt x="2680168" y="433017"/>
                    </a:lnTo>
                    <a:lnTo>
                      <a:pt x="2654158" y="435898"/>
                    </a:lnTo>
                    <a:lnTo>
                      <a:pt x="2627864" y="441595"/>
                    </a:lnTo>
                    <a:lnTo>
                      <a:pt x="2601001" y="449954"/>
                    </a:lnTo>
                    <a:lnTo>
                      <a:pt x="2574016" y="463705"/>
                    </a:lnTo>
                    <a:lnTo>
                      <a:pt x="2546706" y="479202"/>
                    </a:lnTo>
                    <a:lnTo>
                      <a:pt x="2519233" y="494611"/>
                    </a:lnTo>
                    <a:lnTo>
                      <a:pt x="2492492" y="506703"/>
                    </a:lnTo>
                    <a:lnTo>
                      <a:pt x="2465304" y="518009"/>
                    </a:lnTo>
                    <a:lnTo>
                      <a:pt x="2388819" y="509169"/>
                    </a:lnTo>
                    <a:lnTo>
                      <a:pt x="2376709" y="507031"/>
                    </a:lnTo>
                    <a:lnTo>
                      <a:pt x="2333671" y="505437"/>
                    </a:lnTo>
                    <a:lnTo>
                      <a:pt x="2282912" y="499369"/>
                    </a:lnTo>
                    <a:lnTo>
                      <a:pt x="2277222" y="498191"/>
                    </a:lnTo>
                    <a:lnTo>
                      <a:pt x="2231908" y="492276"/>
                    </a:lnTo>
                    <a:lnTo>
                      <a:pt x="2210288" y="491010"/>
                    </a:lnTo>
                    <a:lnTo>
                      <a:pt x="2180621" y="490202"/>
                    </a:lnTo>
                    <a:lnTo>
                      <a:pt x="2149490" y="488500"/>
                    </a:lnTo>
                    <a:lnTo>
                      <a:pt x="2107997" y="487168"/>
                    </a:lnTo>
                    <a:lnTo>
                      <a:pt x="2088977" y="487168"/>
                    </a:lnTo>
                    <a:lnTo>
                      <a:pt x="2060001" y="486099"/>
                    </a:lnTo>
                    <a:lnTo>
                      <a:pt x="2043095" y="487605"/>
                    </a:lnTo>
                    <a:lnTo>
                      <a:pt x="2011680" y="488020"/>
                    </a:lnTo>
                    <a:lnTo>
                      <a:pt x="1977868" y="490311"/>
                    </a:lnTo>
                    <a:cubicBezTo>
                      <a:pt x="1977380" y="490355"/>
                      <a:pt x="1976933" y="490464"/>
                      <a:pt x="1976526" y="490639"/>
                    </a:cubicBezTo>
                    <a:lnTo>
                      <a:pt x="1941942" y="507096"/>
                    </a:lnTo>
                    <a:lnTo>
                      <a:pt x="1906910" y="522287"/>
                    </a:lnTo>
                    <a:lnTo>
                      <a:pt x="1870741" y="535820"/>
                    </a:lnTo>
                    <a:lnTo>
                      <a:pt x="1834124" y="557559"/>
                    </a:lnTo>
                    <a:lnTo>
                      <a:pt x="1797263" y="582594"/>
                    </a:lnTo>
                    <a:lnTo>
                      <a:pt x="1759712" y="601343"/>
                    </a:lnTo>
                    <a:lnTo>
                      <a:pt x="1721307" y="619088"/>
                    </a:lnTo>
                    <a:lnTo>
                      <a:pt x="1682212" y="640303"/>
                    </a:lnTo>
                    <a:lnTo>
                      <a:pt x="1642425" y="665404"/>
                    </a:lnTo>
                    <a:lnTo>
                      <a:pt x="1601948" y="694761"/>
                    </a:lnTo>
                    <a:lnTo>
                      <a:pt x="1560820" y="724226"/>
                    </a:lnTo>
                    <a:lnTo>
                      <a:pt x="1518961" y="751444"/>
                    </a:lnTo>
                    <a:lnTo>
                      <a:pt x="1476573" y="780102"/>
                    </a:lnTo>
                    <a:lnTo>
                      <a:pt x="1433251" y="802278"/>
                    </a:lnTo>
                    <a:lnTo>
                      <a:pt x="1389116" y="827226"/>
                    </a:lnTo>
                    <a:lnTo>
                      <a:pt x="1344249" y="855513"/>
                    </a:lnTo>
                    <a:lnTo>
                      <a:pt x="1298773" y="881356"/>
                    </a:lnTo>
                    <a:lnTo>
                      <a:pt x="1252444" y="901873"/>
                    </a:lnTo>
                    <a:lnTo>
                      <a:pt x="1205301" y="921604"/>
                    </a:lnTo>
                    <a:lnTo>
                      <a:pt x="1157346" y="939240"/>
                    </a:lnTo>
                    <a:lnTo>
                      <a:pt x="1108578" y="955544"/>
                    </a:lnTo>
                    <a:lnTo>
                      <a:pt x="1058875" y="969819"/>
                    </a:lnTo>
                    <a:lnTo>
                      <a:pt x="1008156" y="982391"/>
                    </a:lnTo>
                    <a:lnTo>
                      <a:pt x="956462" y="994439"/>
                    </a:lnTo>
                    <a:lnTo>
                      <a:pt x="903834" y="1006487"/>
                    </a:lnTo>
                    <a:lnTo>
                      <a:pt x="850108" y="1017029"/>
                    </a:lnTo>
                    <a:lnTo>
                      <a:pt x="795162" y="1028270"/>
                    </a:lnTo>
                    <a:lnTo>
                      <a:pt x="739323" y="1041803"/>
                    </a:lnTo>
                    <a:lnTo>
                      <a:pt x="682142" y="1053742"/>
                    </a:lnTo>
                    <a:lnTo>
                      <a:pt x="623905" y="1067056"/>
                    </a:lnTo>
                    <a:lnTo>
                      <a:pt x="564490" y="1079737"/>
                    </a:lnTo>
                    <a:lnTo>
                      <a:pt x="503652" y="1091458"/>
                    </a:lnTo>
                    <a:lnTo>
                      <a:pt x="441676" y="1104619"/>
                    </a:lnTo>
                    <a:lnTo>
                      <a:pt x="378358" y="1116406"/>
                    </a:lnTo>
                    <a:lnTo>
                      <a:pt x="313578" y="1127603"/>
                    </a:lnTo>
                    <a:lnTo>
                      <a:pt x="247416" y="1139804"/>
                    </a:lnTo>
                    <a:lnTo>
                      <a:pt x="179507" y="1152158"/>
                    </a:lnTo>
                    <a:lnTo>
                      <a:pt x="109809" y="1170121"/>
                    </a:lnTo>
                    <a:lnTo>
                      <a:pt x="38608" y="1196291"/>
                    </a:lnTo>
                    <a:lnTo>
                      <a:pt x="0" y="1210893"/>
                    </a:lnTo>
                    <a:lnTo>
                      <a:pt x="0" y="1214298"/>
                    </a:lnTo>
                    <a:lnTo>
                      <a:pt x="41412" y="1198626"/>
                    </a:lnTo>
                    <a:lnTo>
                      <a:pt x="112248" y="1172565"/>
                    </a:lnTo>
                    <a:lnTo>
                      <a:pt x="181295" y="1154777"/>
                    </a:lnTo>
                    <a:lnTo>
                      <a:pt x="248961" y="1142510"/>
                    </a:lnTo>
                    <a:lnTo>
                      <a:pt x="315082" y="1130266"/>
                    </a:lnTo>
                    <a:lnTo>
                      <a:pt x="379862" y="1119068"/>
                    </a:lnTo>
                    <a:lnTo>
                      <a:pt x="443301" y="1107282"/>
                    </a:lnTo>
                    <a:lnTo>
                      <a:pt x="505318" y="1094121"/>
                    </a:lnTo>
                    <a:lnTo>
                      <a:pt x="566156" y="1082334"/>
                    </a:lnTo>
                    <a:lnTo>
                      <a:pt x="625734" y="1069653"/>
                    </a:lnTo>
                    <a:lnTo>
                      <a:pt x="683971" y="1056339"/>
                    </a:lnTo>
                    <a:lnTo>
                      <a:pt x="741152" y="1044400"/>
                    </a:lnTo>
                    <a:lnTo>
                      <a:pt x="796991" y="1030867"/>
                    </a:lnTo>
                    <a:lnTo>
                      <a:pt x="851814" y="1019627"/>
                    </a:lnTo>
                    <a:lnTo>
                      <a:pt x="905622" y="1009085"/>
                    </a:lnTo>
                    <a:lnTo>
                      <a:pt x="958372" y="997036"/>
                    </a:lnTo>
                    <a:lnTo>
                      <a:pt x="1010148" y="984988"/>
                    </a:lnTo>
                    <a:lnTo>
                      <a:pt x="1060989" y="972350"/>
                    </a:lnTo>
                    <a:lnTo>
                      <a:pt x="1111016" y="957967"/>
                    </a:lnTo>
                    <a:lnTo>
                      <a:pt x="1160028" y="941553"/>
                    </a:lnTo>
                    <a:lnTo>
                      <a:pt x="1208227" y="923874"/>
                    </a:lnTo>
                    <a:lnTo>
                      <a:pt x="1255492" y="904099"/>
                    </a:lnTo>
                    <a:lnTo>
                      <a:pt x="1302106" y="883473"/>
                    </a:lnTo>
                    <a:lnTo>
                      <a:pt x="1347907" y="857412"/>
                    </a:lnTo>
                    <a:lnTo>
                      <a:pt x="1392733" y="829103"/>
                    </a:lnTo>
                    <a:lnTo>
                      <a:pt x="1436705" y="804264"/>
                    </a:lnTo>
                    <a:lnTo>
                      <a:pt x="1480150" y="782045"/>
                    </a:lnTo>
                    <a:lnTo>
                      <a:pt x="1522781" y="753212"/>
                    </a:lnTo>
                    <a:lnTo>
                      <a:pt x="1564681" y="725929"/>
                    </a:lnTo>
                    <a:lnTo>
                      <a:pt x="1605849" y="696463"/>
                    </a:lnTo>
                    <a:lnTo>
                      <a:pt x="1646245" y="667106"/>
                    </a:lnTo>
                    <a:lnTo>
                      <a:pt x="1685829" y="642159"/>
                    </a:lnTo>
                    <a:lnTo>
                      <a:pt x="1724640" y="621118"/>
                    </a:lnTo>
                    <a:lnTo>
                      <a:pt x="1762923" y="603373"/>
                    </a:lnTo>
                    <a:lnTo>
                      <a:pt x="1800840" y="584515"/>
                    </a:lnTo>
                    <a:lnTo>
                      <a:pt x="1837903" y="559305"/>
                    </a:lnTo>
                    <a:lnTo>
                      <a:pt x="1873910" y="537893"/>
                    </a:lnTo>
                    <a:lnTo>
                      <a:pt x="1909755" y="524470"/>
                    </a:lnTo>
                    <a:lnTo>
                      <a:pt x="1945030" y="509235"/>
                    </a:lnTo>
                    <a:lnTo>
                      <a:pt x="1979127" y="493040"/>
                    </a:lnTo>
                    <a:lnTo>
                      <a:pt x="2011965" y="490792"/>
                    </a:lnTo>
                    <a:lnTo>
                      <a:pt x="2043420" y="490311"/>
                    </a:lnTo>
                    <a:lnTo>
                      <a:pt x="2060123" y="488871"/>
                    </a:lnTo>
                    <a:lnTo>
                      <a:pt x="2088693" y="489940"/>
                    </a:lnTo>
                    <a:lnTo>
                      <a:pt x="2107713" y="489875"/>
                    </a:lnTo>
                    <a:lnTo>
                      <a:pt x="2148921" y="491272"/>
                    </a:lnTo>
                    <a:lnTo>
                      <a:pt x="2180092" y="492931"/>
                    </a:lnTo>
                    <a:lnTo>
                      <a:pt x="2209760" y="493716"/>
                    </a:lnTo>
                    <a:lnTo>
                      <a:pt x="2230933" y="495004"/>
                    </a:lnTo>
                    <a:lnTo>
                      <a:pt x="2275556" y="500875"/>
                    </a:lnTo>
                    <a:lnTo>
                      <a:pt x="2281367" y="501989"/>
                    </a:lnTo>
                    <a:lnTo>
                      <a:pt x="2332736" y="508165"/>
                    </a:lnTo>
                    <a:lnTo>
                      <a:pt x="2375489" y="509715"/>
                    </a:lnTo>
                    <a:lnTo>
                      <a:pt x="2387316" y="511854"/>
                    </a:lnTo>
                    <a:lnTo>
                      <a:pt x="2465182" y="520847"/>
                    </a:lnTo>
                    <a:cubicBezTo>
                      <a:pt x="2465873" y="520956"/>
                      <a:pt x="2466604" y="520847"/>
                      <a:pt x="2467214" y="520628"/>
                    </a:cubicBezTo>
                    <a:lnTo>
                      <a:pt x="2495418" y="508908"/>
                    </a:lnTo>
                    <a:lnTo>
                      <a:pt x="2522444" y="496641"/>
                    </a:lnTo>
                    <a:lnTo>
                      <a:pt x="2550120" y="481144"/>
                    </a:lnTo>
                    <a:lnTo>
                      <a:pt x="2577308" y="465691"/>
                    </a:lnTo>
                    <a:lnTo>
                      <a:pt x="2603683" y="452159"/>
                    </a:lnTo>
                    <a:lnTo>
                      <a:pt x="2629774" y="444126"/>
                    </a:lnTo>
                    <a:lnTo>
                      <a:pt x="2655337" y="438582"/>
                    </a:lnTo>
                    <a:lnTo>
                      <a:pt x="2681427" y="435658"/>
                    </a:lnTo>
                    <a:lnTo>
                      <a:pt x="2707193" y="429328"/>
                    </a:lnTo>
                    <a:lnTo>
                      <a:pt x="2732553" y="418786"/>
                    </a:lnTo>
                    <a:lnTo>
                      <a:pt x="2757993" y="407698"/>
                    </a:lnTo>
                    <a:lnTo>
                      <a:pt x="2862479" y="416058"/>
                    </a:lnTo>
                    <a:cubicBezTo>
                      <a:pt x="2863169" y="416101"/>
                      <a:pt x="2863860" y="416058"/>
                      <a:pt x="2864429" y="415796"/>
                    </a:cubicBezTo>
                    <a:lnTo>
                      <a:pt x="2889098" y="404970"/>
                    </a:lnTo>
                    <a:lnTo>
                      <a:pt x="2992486" y="411212"/>
                    </a:lnTo>
                    <a:cubicBezTo>
                      <a:pt x="2993177" y="411256"/>
                      <a:pt x="2993827" y="411168"/>
                      <a:pt x="2994315" y="410950"/>
                    </a:cubicBezTo>
                    <a:lnTo>
                      <a:pt x="3018658" y="400342"/>
                    </a:lnTo>
                    <a:cubicBezTo>
                      <a:pt x="3018658" y="400342"/>
                      <a:pt x="3018943" y="400190"/>
                      <a:pt x="3019105" y="400080"/>
                    </a:cubicBezTo>
                    <a:lnTo>
                      <a:pt x="3044058" y="381484"/>
                    </a:lnTo>
                    <a:lnTo>
                      <a:pt x="3069255" y="358741"/>
                    </a:lnTo>
                    <a:lnTo>
                      <a:pt x="3094452" y="334492"/>
                    </a:lnTo>
                    <a:lnTo>
                      <a:pt x="3119242" y="308605"/>
                    </a:lnTo>
                    <a:lnTo>
                      <a:pt x="3142813" y="285207"/>
                    </a:lnTo>
                    <a:lnTo>
                      <a:pt x="3165043" y="267310"/>
                    </a:lnTo>
                    <a:lnTo>
                      <a:pt x="3185810" y="244130"/>
                    </a:lnTo>
                    <a:lnTo>
                      <a:pt x="3204993" y="219029"/>
                    </a:lnTo>
                    <a:lnTo>
                      <a:pt x="3222712" y="197181"/>
                    </a:lnTo>
                    <a:lnTo>
                      <a:pt x="3239577" y="171447"/>
                    </a:lnTo>
                    <a:lnTo>
                      <a:pt x="3256199" y="141982"/>
                    </a:lnTo>
                    <a:lnTo>
                      <a:pt x="3276194" y="104680"/>
                    </a:lnTo>
                    <a:lnTo>
                      <a:pt x="3297692" y="78204"/>
                    </a:lnTo>
                    <a:lnTo>
                      <a:pt x="3320898" y="60416"/>
                    </a:lnTo>
                    <a:lnTo>
                      <a:pt x="3344957" y="50288"/>
                    </a:lnTo>
                    <a:lnTo>
                      <a:pt x="3404941" y="50769"/>
                    </a:lnTo>
                    <a:cubicBezTo>
                      <a:pt x="3405348" y="50769"/>
                      <a:pt x="3405713" y="50703"/>
                      <a:pt x="3406039" y="50659"/>
                    </a:cubicBezTo>
                    <a:lnTo>
                      <a:pt x="3506541" y="24773"/>
                    </a:lnTo>
                    <a:lnTo>
                      <a:pt x="3535071" y="20626"/>
                    </a:lnTo>
                    <a:lnTo>
                      <a:pt x="3544174" y="18705"/>
                    </a:lnTo>
                    <a:lnTo>
                      <a:pt x="3641751" y="2925"/>
                    </a:lnTo>
                    <a:lnTo>
                      <a:pt x="3745179" y="13314"/>
                    </a:lnTo>
                    <a:lnTo>
                      <a:pt x="3841090" y="27807"/>
                    </a:lnTo>
                    <a:lnTo>
                      <a:pt x="3926840" y="59827"/>
                    </a:lnTo>
                    <a:lnTo>
                      <a:pt x="4004991" y="103589"/>
                    </a:lnTo>
                    <a:lnTo>
                      <a:pt x="4080947" y="144623"/>
                    </a:lnTo>
                    <a:lnTo>
                      <a:pt x="4158041" y="186988"/>
                    </a:lnTo>
                    <a:lnTo>
                      <a:pt x="4238996" y="227978"/>
                    </a:lnTo>
                    <a:lnTo>
                      <a:pt x="4324096" y="265542"/>
                    </a:lnTo>
                    <a:lnTo>
                      <a:pt x="4412732" y="307209"/>
                    </a:lnTo>
                    <a:lnTo>
                      <a:pt x="4505391" y="347064"/>
                    </a:lnTo>
                    <a:lnTo>
                      <a:pt x="4597563" y="383296"/>
                    </a:lnTo>
                    <a:lnTo>
                      <a:pt x="4689694" y="417651"/>
                    </a:lnTo>
                    <a:lnTo>
                      <a:pt x="4782312" y="451918"/>
                    </a:lnTo>
                    <a:lnTo>
                      <a:pt x="4874971" y="479835"/>
                    </a:lnTo>
                    <a:lnTo>
                      <a:pt x="4968728" y="520345"/>
                    </a:lnTo>
                    <a:lnTo>
                      <a:pt x="5063094" y="549920"/>
                    </a:lnTo>
                    <a:cubicBezTo>
                      <a:pt x="5063460" y="550072"/>
                      <a:pt x="5063907" y="550138"/>
                      <a:pt x="5064313" y="550138"/>
                    </a:cubicBezTo>
                    <a:lnTo>
                      <a:pt x="5253371" y="550400"/>
                    </a:lnTo>
                    <a:lnTo>
                      <a:pt x="5253411" y="550400"/>
                    </a:lnTo>
                    <a:cubicBezTo>
                      <a:pt x="5254183" y="550400"/>
                      <a:pt x="5254996" y="550182"/>
                      <a:pt x="5255443" y="549811"/>
                    </a:cubicBezTo>
                    <a:lnTo>
                      <a:pt x="5273447" y="535580"/>
                    </a:lnTo>
                    <a:lnTo>
                      <a:pt x="5736783" y="536278"/>
                    </a:lnTo>
                    <a:lnTo>
                      <a:pt x="5828386" y="538832"/>
                    </a:lnTo>
                    <a:lnTo>
                      <a:pt x="5900847" y="541386"/>
                    </a:lnTo>
                    <a:cubicBezTo>
                      <a:pt x="5901091" y="541429"/>
                      <a:pt x="5901294" y="541386"/>
                      <a:pt x="5901538" y="541386"/>
                    </a:cubicBezTo>
                    <a:lnTo>
                      <a:pt x="5922061" y="538985"/>
                    </a:lnTo>
                    <a:lnTo>
                      <a:pt x="6911320" y="489809"/>
                    </a:lnTo>
                    <a:lnTo>
                      <a:pt x="6939809" y="485597"/>
                    </a:lnTo>
                    <a:lnTo>
                      <a:pt x="6991015" y="481384"/>
                    </a:lnTo>
                    <a:lnTo>
                      <a:pt x="7236277" y="469292"/>
                    </a:lnTo>
                    <a:lnTo>
                      <a:pt x="7317720" y="467372"/>
                    </a:lnTo>
                    <a:lnTo>
                      <a:pt x="7611222" y="681948"/>
                    </a:lnTo>
                    <a:cubicBezTo>
                      <a:pt x="7611710" y="682276"/>
                      <a:pt x="7612523" y="682472"/>
                      <a:pt x="7613295" y="682472"/>
                    </a:cubicBezTo>
                    <a:lnTo>
                      <a:pt x="7722251" y="682690"/>
                    </a:lnTo>
                    <a:lnTo>
                      <a:pt x="7773132" y="717002"/>
                    </a:lnTo>
                    <a:lnTo>
                      <a:pt x="7780853" y="725143"/>
                    </a:lnTo>
                    <a:cubicBezTo>
                      <a:pt x="7781138" y="725361"/>
                      <a:pt x="7781463" y="725558"/>
                      <a:pt x="7781869" y="725667"/>
                    </a:cubicBezTo>
                    <a:lnTo>
                      <a:pt x="7802880" y="732237"/>
                    </a:lnTo>
                    <a:cubicBezTo>
                      <a:pt x="7803287" y="732346"/>
                      <a:pt x="7803571" y="732390"/>
                      <a:pt x="7803978" y="732390"/>
                    </a:cubicBezTo>
                    <a:lnTo>
                      <a:pt x="7838603" y="733197"/>
                    </a:lnTo>
                    <a:lnTo>
                      <a:pt x="7911999" y="732717"/>
                    </a:lnTo>
                    <a:lnTo>
                      <a:pt x="7923297" y="739767"/>
                    </a:lnTo>
                    <a:cubicBezTo>
                      <a:pt x="7923784" y="740094"/>
                      <a:pt x="7924475" y="740247"/>
                      <a:pt x="7925166" y="740247"/>
                    </a:cubicBezTo>
                    <a:lnTo>
                      <a:pt x="8042128" y="740465"/>
                    </a:lnTo>
                    <a:lnTo>
                      <a:pt x="8159090" y="735925"/>
                    </a:lnTo>
                    <a:lnTo>
                      <a:pt x="8275564" y="729006"/>
                    </a:lnTo>
                    <a:lnTo>
                      <a:pt x="8287187" y="730229"/>
                    </a:lnTo>
                    <a:cubicBezTo>
                      <a:pt x="8287472" y="730272"/>
                      <a:pt x="8287675" y="730272"/>
                      <a:pt x="8287959" y="730229"/>
                    </a:cubicBezTo>
                    <a:lnTo>
                      <a:pt x="8362452" y="726234"/>
                    </a:lnTo>
                    <a:lnTo>
                      <a:pt x="8376758" y="725601"/>
                    </a:lnTo>
                    <a:lnTo>
                      <a:pt x="8491565" y="733655"/>
                    </a:lnTo>
                    <a:lnTo>
                      <a:pt x="8501685" y="740793"/>
                    </a:lnTo>
                    <a:cubicBezTo>
                      <a:pt x="8502173" y="741120"/>
                      <a:pt x="8502863" y="741338"/>
                      <a:pt x="8503676" y="741338"/>
                    </a:cubicBezTo>
                    <a:lnTo>
                      <a:pt x="8508837" y="741338"/>
                    </a:lnTo>
                    <a:lnTo>
                      <a:pt x="8535335" y="756355"/>
                    </a:lnTo>
                    <a:cubicBezTo>
                      <a:pt x="8535823" y="756617"/>
                      <a:pt x="8536432" y="756770"/>
                      <a:pt x="8537123" y="756770"/>
                    </a:cubicBezTo>
                    <a:lnTo>
                      <a:pt x="8542365" y="756770"/>
                    </a:lnTo>
                    <a:lnTo>
                      <a:pt x="8569838" y="772267"/>
                    </a:lnTo>
                    <a:cubicBezTo>
                      <a:pt x="8570245" y="772594"/>
                      <a:pt x="8570935" y="772681"/>
                      <a:pt x="8571626" y="772681"/>
                    </a:cubicBezTo>
                    <a:lnTo>
                      <a:pt x="8576909" y="772725"/>
                    </a:lnTo>
                    <a:lnTo>
                      <a:pt x="8605398" y="788702"/>
                    </a:lnTo>
                    <a:cubicBezTo>
                      <a:pt x="8605886" y="788964"/>
                      <a:pt x="8606577" y="789117"/>
                      <a:pt x="8607186" y="789117"/>
                    </a:cubicBezTo>
                    <a:lnTo>
                      <a:pt x="8612632" y="789117"/>
                    </a:lnTo>
                    <a:lnTo>
                      <a:pt x="8642096" y="805683"/>
                    </a:lnTo>
                    <a:cubicBezTo>
                      <a:pt x="8642583" y="805901"/>
                      <a:pt x="8643193" y="806054"/>
                      <a:pt x="8643884" y="806054"/>
                    </a:cubicBezTo>
                    <a:lnTo>
                      <a:pt x="8649452" y="806098"/>
                    </a:lnTo>
                    <a:lnTo>
                      <a:pt x="8680014" y="823144"/>
                    </a:lnTo>
                    <a:cubicBezTo>
                      <a:pt x="8680501" y="823406"/>
                      <a:pt x="8681111" y="823559"/>
                      <a:pt x="8681801" y="823559"/>
                    </a:cubicBezTo>
                    <a:lnTo>
                      <a:pt x="8687369" y="823559"/>
                    </a:lnTo>
                    <a:lnTo>
                      <a:pt x="8719109" y="841238"/>
                    </a:lnTo>
                    <a:cubicBezTo>
                      <a:pt x="8719597" y="841500"/>
                      <a:pt x="8720206" y="841610"/>
                      <a:pt x="8720897" y="841610"/>
                    </a:cubicBezTo>
                    <a:lnTo>
                      <a:pt x="8726668" y="841653"/>
                    </a:lnTo>
                    <a:lnTo>
                      <a:pt x="8759586" y="859878"/>
                    </a:lnTo>
                    <a:cubicBezTo>
                      <a:pt x="8760074" y="860140"/>
                      <a:pt x="8760683" y="860293"/>
                      <a:pt x="8761375" y="860293"/>
                    </a:cubicBezTo>
                    <a:lnTo>
                      <a:pt x="8767227" y="860293"/>
                    </a:lnTo>
                    <a:lnTo>
                      <a:pt x="8801364" y="879217"/>
                    </a:lnTo>
                    <a:cubicBezTo>
                      <a:pt x="8801852" y="879479"/>
                      <a:pt x="8802461" y="879631"/>
                      <a:pt x="8803152" y="879631"/>
                    </a:cubicBezTo>
                    <a:lnTo>
                      <a:pt x="8809127" y="879631"/>
                    </a:lnTo>
                    <a:lnTo>
                      <a:pt x="8844646" y="899188"/>
                    </a:lnTo>
                    <a:cubicBezTo>
                      <a:pt x="8845133" y="899450"/>
                      <a:pt x="8845743" y="899603"/>
                      <a:pt x="8846434" y="899603"/>
                    </a:cubicBezTo>
                    <a:lnTo>
                      <a:pt x="8852489" y="899603"/>
                    </a:lnTo>
                    <a:lnTo>
                      <a:pt x="8889391" y="919901"/>
                    </a:lnTo>
                    <a:cubicBezTo>
                      <a:pt x="8889878" y="920163"/>
                      <a:pt x="8890569" y="920316"/>
                      <a:pt x="8891179" y="920316"/>
                    </a:cubicBezTo>
                    <a:lnTo>
                      <a:pt x="8897438" y="920316"/>
                    </a:lnTo>
                    <a:lnTo>
                      <a:pt x="8935842" y="941313"/>
                    </a:lnTo>
                    <a:cubicBezTo>
                      <a:pt x="8936329" y="941575"/>
                      <a:pt x="8936939" y="941750"/>
                      <a:pt x="8937630" y="941750"/>
                    </a:cubicBezTo>
                    <a:lnTo>
                      <a:pt x="8943889" y="941750"/>
                    </a:lnTo>
                    <a:lnTo>
                      <a:pt x="8983879" y="963554"/>
                    </a:lnTo>
                    <a:cubicBezTo>
                      <a:pt x="8984366" y="963816"/>
                      <a:pt x="8984975" y="963969"/>
                      <a:pt x="8985667" y="963969"/>
                    </a:cubicBezTo>
                    <a:lnTo>
                      <a:pt x="8992128" y="963969"/>
                    </a:lnTo>
                    <a:lnTo>
                      <a:pt x="9033784" y="986625"/>
                    </a:lnTo>
                    <a:cubicBezTo>
                      <a:pt x="9034191" y="986887"/>
                      <a:pt x="9034881" y="986996"/>
                      <a:pt x="9035573" y="986996"/>
                    </a:cubicBezTo>
                    <a:lnTo>
                      <a:pt x="9042115" y="987040"/>
                    </a:lnTo>
                    <a:lnTo>
                      <a:pt x="9085479" y="1010547"/>
                    </a:lnTo>
                    <a:cubicBezTo>
                      <a:pt x="9085966" y="1010765"/>
                      <a:pt x="9086575" y="1010918"/>
                      <a:pt x="9087267" y="1010918"/>
                    </a:cubicBezTo>
                    <a:lnTo>
                      <a:pt x="9094013" y="1010918"/>
                    </a:lnTo>
                    <a:lnTo>
                      <a:pt x="9139246" y="1035386"/>
                    </a:lnTo>
                    <a:cubicBezTo>
                      <a:pt x="9139651" y="1035647"/>
                      <a:pt x="9140343" y="1035757"/>
                      <a:pt x="9140911" y="1035757"/>
                    </a:cubicBezTo>
                    <a:lnTo>
                      <a:pt x="9147861" y="1035800"/>
                    </a:lnTo>
                    <a:lnTo>
                      <a:pt x="9195003" y="1061163"/>
                    </a:lnTo>
                    <a:cubicBezTo>
                      <a:pt x="9195491" y="1061425"/>
                      <a:pt x="9196182" y="1061577"/>
                      <a:pt x="9196791" y="1061577"/>
                    </a:cubicBezTo>
                    <a:lnTo>
                      <a:pt x="9203944" y="1061577"/>
                    </a:lnTo>
                    <a:lnTo>
                      <a:pt x="9253159" y="1088009"/>
                    </a:lnTo>
                    <a:cubicBezTo>
                      <a:pt x="9253647" y="1088271"/>
                      <a:pt x="9254256" y="1088424"/>
                      <a:pt x="9254947" y="1088424"/>
                    </a:cubicBezTo>
                    <a:lnTo>
                      <a:pt x="9262182" y="1088424"/>
                    </a:lnTo>
                    <a:lnTo>
                      <a:pt x="9313591" y="1115969"/>
                    </a:lnTo>
                    <a:cubicBezTo>
                      <a:pt x="9314079" y="1116231"/>
                      <a:pt x="9314688" y="1116340"/>
                      <a:pt x="9315379" y="1116340"/>
                    </a:cubicBezTo>
                    <a:lnTo>
                      <a:pt x="9322816" y="1116340"/>
                    </a:lnTo>
                    <a:lnTo>
                      <a:pt x="9349395" y="1131051"/>
                    </a:lnTo>
                    <a:lnTo>
                      <a:pt x="9371910" y="1139738"/>
                    </a:lnTo>
                    <a:lnTo>
                      <a:pt x="9377761" y="1141113"/>
                    </a:lnTo>
                    <a:lnTo>
                      <a:pt x="9381947" y="1141528"/>
                    </a:lnTo>
                    <a:lnTo>
                      <a:pt x="9386499" y="1141637"/>
                    </a:lnTo>
                    <a:lnTo>
                      <a:pt x="9419255" y="1147072"/>
                    </a:lnTo>
                    <a:lnTo>
                      <a:pt x="9443354" y="1148731"/>
                    </a:lnTo>
                    <a:lnTo>
                      <a:pt x="9477289" y="1150280"/>
                    </a:lnTo>
                    <a:lnTo>
                      <a:pt x="9478751" y="1150346"/>
                    </a:lnTo>
                    <a:lnTo>
                      <a:pt x="9510695" y="1157265"/>
                    </a:lnTo>
                    <a:cubicBezTo>
                      <a:pt x="9510979" y="1157309"/>
                      <a:pt x="9511304" y="1157374"/>
                      <a:pt x="9511589" y="1157374"/>
                    </a:cubicBezTo>
                    <a:lnTo>
                      <a:pt x="9519839" y="1157374"/>
                    </a:lnTo>
                    <a:lnTo>
                      <a:pt x="9549710" y="1167916"/>
                    </a:lnTo>
                    <a:lnTo>
                      <a:pt x="9579051" y="1187953"/>
                    </a:lnTo>
                    <a:lnTo>
                      <a:pt x="9581327" y="1189219"/>
                    </a:lnTo>
                    <a:cubicBezTo>
                      <a:pt x="9581327" y="1189219"/>
                      <a:pt x="9581937" y="1189437"/>
                      <a:pt x="9582140" y="1189546"/>
                    </a:cubicBezTo>
                    <a:cubicBezTo>
                      <a:pt x="9582546" y="1189656"/>
                      <a:pt x="9582912" y="1189721"/>
                      <a:pt x="9583319" y="1189721"/>
                    </a:cubicBezTo>
                    <a:lnTo>
                      <a:pt x="9591243" y="1189830"/>
                    </a:lnTo>
                    <a:lnTo>
                      <a:pt x="9623593" y="1209278"/>
                    </a:lnTo>
                    <a:lnTo>
                      <a:pt x="9651065" y="1224578"/>
                    </a:lnTo>
                    <a:lnTo>
                      <a:pt x="9656430" y="1227088"/>
                    </a:lnTo>
                    <a:cubicBezTo>
                      <a:pt x="9656633" y="1227197"/>
                      <a:pt x="9657324" y="1227350"/>
                      <a:pt x="9657608" y="1227415"/>
                    </a:cubicBezTo>
                    <a:cubicBezTo>
                      <a:pt x="9657893" y="1227525"/>
                      <a:pt x="9658218" y="1227525"/>
                      <a:pt x="9658503" y="1227525"/>
                    </a:cubicBezTo>
                    <a:lnTo>
                      <a:pt x="9666427" y="1227634"/>
                    </a:lnTo>
                    <a:lnTo>
                      <a:pt x="9704629" y="1244309"/>
                    </a:lnTo>
                    <a:cubicBezTo>
                      <a:pt x="9705117" y="1244528"/>
                      <a:pt x="9705604" y="1244571"/>
                      <a:pt x="9706214" y="1244637"/>
                    </a:cubicBezTo>
                    <a:lnTo>
                      <a:pt x="9886208" y="1246230"/>
                    </a:lnTo>
                    <a:lnTo>
                      <a:pt x="9970252" y="1281240"/>
                    </a:lnTo>
                    <a:lnTo>
                      <a:pt x="10058969" y="1321750"/>
                    </a:lnTo>
                    <a:cubicBezTo>
                      <a:pt x="10059457" y="1321968"/>
                      <a:pt x="10059944" y="1322077"/>
                      <a:pt x="10060554" y="1322077"/>
                    </a:cubicBezTo>
                    <a:lnTo>
                      <a:pt x="10250343" y="1323780"/>
                    </a:lnTo>
                    <a:lnTo>
                      <a:pt x="10440457" y="1325962"/>
                    </a:lnTo>
                    <a:lnTo>
                      <a:pt x="10820847" y="1331353"/>
                    </a:lnTo>
                    <a:lnTo>
                      <a:pt x="11011245" y="1333492"/>
                    </a:lnTo>
                    <a:lnTo>
                      <a:pt x="11392449" y="1337378"/>
                    </a:lnTo>
                    <a:lnTo>
                      <a:pt x="11583131" y="1338753"/>
                    </a:lnTo>
                    <a:lnTo>
                      <a:pt x="11965229" y="1342376"/>
                    </a:lnTo>
                    <a:lnTo>
                      <a:pt x="12155750" y="1343751"/>
                    </a:lnTo>
                    <a:lnTo>
                      <a:pt x="12191553" y="1354031"/>
                    </a:lnTo>
                    <a:lnTo>
                      <a:pt x="12191553" y="135082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8" name="Freeform: Shape 637">
                <a:extLst>
                  <a:ext uri="{FF2B5EF4-FFF2-40B4-BE49-F238E27FC236}">
                    <a16:creationId xmlns:a16="http://schemas.microsoft.com/office/drawing/2014/main" id="{B0A9C7B1-B104-4276-B02A-0327EAEE9D1B}"/>
                  </a:ext>
                </a:extLst>
              </p:cNvPr>
              <p:cNvSpPr/>
              <p:nvPr/>
            </p:nvSpPr>
            <p:spPr>
              <a:xfrm>
                <a:off x="11578051" y="5827957"/>
                <a:ext cx="613948" cy="42910"/>
              </a:xfrm>
              <a:custGeom>
                <a:avLst/>
                <a:gdLst>
                  <a:gd name="connsiteX0" fmla="*/ 613949 w 613948"/>
                  <a:gd name="connsiteY0" fmla="*/ 40030 h 42910"/>
                  <a:gd name="connsiteX1" fmla="*/ 599969 w 613948"/>
                  <a:gd name="connsiteY1" fmla="*/ 38109 h 42910"/>
                  <a:gd name="connsiteX2" fmla="*/ 569813 w 613948"/>
                  <a:gd name="connsiteY2" fmla="*/ 35010 h 42910"/>
                  <a:gd name="connsiteX3" fmla="*/ 409977 w 613948"/>
                  <a:gd name="connsiteY3" fmla="*/ 30797 h 42910"/>
                  <a:gd name="connsiteX4" fmla="*/ 330810 w 613948"/>
                  <a:gd name="connsiteY4" fmla="*/ 28244 h 42910"/>
                  <a:gd name="connsiteX5" fmla="*/ 325649 w 613948"/>
                  <a:gd name="connsiteY5" fmla="*/ 25995 h 42910"/>
                  <a:gd name="connsiteX6" fmla="*/ 324877 w 613948"/>
                  <a:gd name="connsiteY6" fmla="*/ 25734 h 42910"/>
                  <a:gd name="connsiteX7" fmla="*/ 297282 w 613948"/>
                  <a:gd name="connsiteY7" fmla="*/ 20997 h 42910"/>
                  <a:gd name="connsiteX8" fmla="*/ 242500 w 613948"/>
                  <a:gd name="connsiteY8" fmla="*/ 16261 h 42910"/>
                  <a:gd name="connsiteX9" fmla="*/ 215717 w 613948"/>
                  <a:gd name="connsiteY9" fmla="*/ 13663 h 42910"/>
                  <a:gd name="connsiteX10" fmla="*/ 189017 w 613948"/>
                  <a:gd name="connsiteY10" fmla="*/ 10149 h 42910"/>
                  <a:gd name="connsiteX11" fmla="*/ 162317 w 613948"/>
                  <a:gd name="connsiteY11" fmla="*/ 6417 h 42910"/>
                  <a:gd name="connsiteX12" fmla="*/ 135616 w 613948"/>
                  <a:gd name="connsiteY12" fmla="*/ 3536 h 42910"/>
                  <a:gd name="connsiteX13" fmla="*/ 94732 w 613948"/>
                  <a:gd name="connsiteY13" fmla="*/ 3383 h 42910"/>
                  <a:gd name="connsiteX14" fmla="*/ 85425 w 613948"/>
                  <a:gd name="connsiteY14" fmla="*/ 1681 h 42910"/>
                  <a:gd name="connsiteX15" fmla="*/ 84735 w 613948"/>
                  <a:gd name="connsiteY15" fmla="*/ 1615 h 42910"/>
                  <a:gd name="connsiteX16" fmla="*/ 8738 w 613948"/>
                  <a:gd name="connsiteY16" fmla="*/ 109 h 42910"/>
                  <a:gd name="connsiteX17" fmla="*/ 2561 w 613948"/>
                  <a:gd name="connsiteY17" fmla="*/ 0 h 42910"/>
                  <a:gd name="connsiteX18" fmla="*/ 0 w 613948"/>
                  <a:gd name="connsiteY18" fmla="*/ 1375 h 42910"/>
                  <a:gd name="connsiteX19" fmla="*/ 2479 w 613948"/>
                  <a:gd name="connsiteY19" fmla="*/ 2816 h 42910"/>
                  <a:gd name="connsiteX20" fmla="*/ 84125 w 613948"/>
                  <a:gd name="connsiteY20" fmla="*/ 4409 h 42910"/>
                  <a:gd name="connsiteX21" fmla="*/ 93472 w 613948"/>
                  <a:gd name="connsiteY21" fmla="*/ 6111 h 42910"/>
                  <a:gd name="connsiteX22" fmla="*/ 94245 w 613948"/>
                  <a:gd name="connsiteY22" fmla="*/ 6177 h 42910"/>
                  <a:gd name="connsiteX23" fmla="*/ 135006 w 613948"/>
                  <a:gd name="connsiteY23" fmla="*/ 6330 h 42910"/>
                  <a:gd name="connsiteX24" fmla="*/ 161098 w 613948"/>
                  <a:gd name="connsiteY24" fmla="*/ 9102 h 42910"/>
                  <a:gd name="connsiteX25" fmla="*/ 187676 w 613948"/>
                  <a:gd name="connsiteY25" fmla="*/ 12878 h 42910"/>
                  <a:gd name="connsiteX26" fmla="*/ 214579 w 613948"/>
                  <a:gd name="connsiteY26" fmla="*/ 16348 h 42910"/>
                  <a:gd name="connsiteX27" fmla="*/ 241565 w 613948"/>
                  <a:gd name="connsiteY27" fmla="*/ 19011 h 42910"/>
                  <a:gd name="connsiteX28" fmla="*/ 296022 w 613948"/>
                  <a:gd name="connsiteY28" fmla="*/ 23747 h 42910"/>
                  <a:gd name="connsiteX29" fmla="*/ 322804 w 613948"/>
                  <a:gd name="connsiteY29" fmla="*/ 28331 h 42910"/>
                  <a:gd name="connsiteX30" fmla="*/ 328249 w 613948"/>
                  <a:gd name="connsiteY30" fmla="*/ 30688 h 42910"/>
                  <a:gd name="connsiteX31" fmla="*/ 329631 w 613948"/>
                  <a:gd name="connsiteY31" fmla="*/ 31016 h 42910"/>
                  <a:gd name="connsiteX32" fmla="*/ 406319 w 613948"/>
                  <a:gd name="connsiteY32" fmla="*/ 33526 h 42910"/>
                  <a:gd name="connsiteX33" fmla="*/ 569123 w 613948"/>
                  <a:gd name="connsiteY33" fmla="*/ 37782 h 42910"/>
                  <a:gd name="connsiteX34" fmla="*/ 598790 w 613948"/>
                  <a:gd name="connsiteY34" fmla="*/ 40881 h 42910"/>
                  <a:gd name="connsiteX35" fmla="*/ 613867 w 613948"/>
                  <a:gd name="connsiteY35" fmla="*/ 42911 h 42910"/>
                  <a:gd name="connsiteX36" fmla="*/ 613867 w 613948"/>
                  <a:gd name="connsiteY36" fmla="*/ 40030 h 4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13948" h="42910">
                    <a:moveTo>
                      <a:pt x="613949" y="40030"/>
                    </a:moveTo>
                    <a:lnTo>
                      <a:pt x="599969" y="38109"/>
                    </a:lnTo>
                    <a:lnTo>
                      <a:pt x="569813" y="35010"/>
                    </a:lnTo>
                    <a:lnTo>
                      <a:pt x="409977" y="30797"/>
                    </a:lnTo>
                    <a:lnTo>
                      <a:pt x="330810" y="28244"/>
                    </a:lnTo>
                    <a:lnTo>
                      <a:pt x="325649" y="25995"/>
                    </a:lnTo>
                    <a:cubicBezTo>
                      <a:pt x="325649" y="25995"/>
                      <a:pt x="325161" y="25777"/>
                      <a:pt x="324877" y="25734"/>
                    </a:cubicBezTo>
                    <a:lnTo>
                      <a:pt x="297282" y="20997"/>
                    </a:lnTo>
                    <a:lnTo>
                      <a:pt x="242500" y="16261"/>
                    </a:lnTo>
                    <a:lnTo>
                      <a:pt x="215717" y="13663"/>
                    </a:lnTo>
                    <a:lnTo>
                      <a:pt x="189017" y="10149"/>
                    </a:lnTo>
                    <a:lnTo>
                      <a:pt x="162317" y="6417"/>
                    </a:lnTo>
                    <a:lnTo>
                      <a:pt x="135616" y="3536"/>
                    </a:lnTo>
                    <a:lnTo>
                      <a:pt x="94732" y="3383"/>
                    </a:lnTo>
                    <a:lnTo>
                      <a:pt x="85425" y="1681"/>
                    </a:lnTo>
                    <a:cubicBezTo>
                      <a:pt x="85425" y="1681"/>
                      <a:pt x="84938" y="1615"/>
                      <a:pt x="84735" y="1615"/>
                    </a:cubicBezTo>
                    <a:lnTo>
                      <a:pt x="8738" y="109"/>
                    </a:lnTo>
                    <a:lnTo>
                      <a:pt x="2561" y="0"/>
                    </a:lnTo>
                    <a:cubicBezTo>
                      <a:pt x="1097" y="109"/>
                      <a:pt x="81" y="633"/>
                      <a:pt x="0" y="1375"/>
                    </a:cubicBezTo>
                    <a:cubicBezTo>
                      <a:pt x="0" y="2183"/>
                      <a:pt x="1097" y="2816"/>
                      <a:pt x="2479" y="2816"/>
                    </a:cubicBezTo>
                    <a:lnTo>
                      <a:pt x="84125" y="4409"/>
                    </a:lnTo>
                    <a:lnTo>
                      <a:pt x="93472" y="6111"/>
                    </a:lnTo>
                    <a:cubicBezTo>
                      <a:pt x="93757" y="6111"/>
                      <a:pt x="93960" y="6177"/>
                      <a:pt x="94245" y="6177"/>
                    </a:cubicBezTo>
                    <a:lnTo>
                      <a:pt x="135006" y="6330"/>
                    </a:lnTo>
                    <a:lnTo>
                      <a:pt x="161098" y="9102"/>
                    </a:lnTo>
                    <a:lnTo>
                      <a:pt x="187676" y="12878"/>
                    </a:lnTo>
                    <a:lnTo>
                      <a:pt x="214579" y="16348"/>
                    </a:lnTo>
                    <a:lnTo>
                      <a:pt x="241565" y="19011"/>
                    </a:lnTo>
                    <a:lnTo>
                      <a:pt x="296022" y="23747"/>
                    </a:lnTo>
                    <a:lnTo>
                      <a:pt x="322804" y="28331"/>
                    </a:lnTo>
                    <a:lnTo>
                      <a:pt x="328249" y="30688"/>
                    </a:lnTo>
                    <a:cubicBezTo>
                      <a:pt x="328656" y="30906"/>
                      <a:pt x="329143" y="31016"/>
                      <a:pt x="329631" y="31016"/>
                    </a:cubicBezTo>
                    <a:lnTo>
                      <a:pt x="406319" y="33526"/>
                    </a:lnTo>
                    <a:lnTo>
                      <a:pt x="569123" y="37782"/>
                    </a:lnTo>
                    <a:lnTo>
                      <a:pt x="598790" y="40881"/>
                    </a:lnTo>
                    <a:lnTo>
                      <a:pt x="613867" y="42911"/>
                    </a:lnTo>
                    <a:lnTo>
                      <a:pt x="613867" y="4003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39" name="Freeform: Shape 638">
                <a:extLst>
                  <a:ext uri="{FF2B5EF4-FFF2-40B4-BE49-F238E27FC236}">
                    <a16:creationId xmlns:a16="http://schemas.microsoft.com/office/drawing/2014/main" id="{4A64EFA5-A812-4C04-9A8C-F15CCD57E61C}"/>
                  </a:ext>
                </a:extLst>
              </p:cNvPr>
              <p:cNvSpPr/>
              <p:nvPr/>
            </p:nvSpPr>
            <p:spPr>
              <a:xfrm>
                <a:off x="11227292" y="5735766"/>
                <a:ext cx="964829" cy="117488"/>
              </a:xfrm>
              <a:custGeom>
                <a:avLst/>
                <a:gdLst>
                  <a:gd name="connsiteX0" fmla="*/ 964707 w 964829"/>
                  <a:gd name="connsiteY0" fmla="*/ 113691 h 117488"/>
                  <a:gd name="connsiteX1" fmla="*/ 949304 w 964829"/>
                  <a:gd name="connsiteY1" fmla="*/ 114651 h 117488"/>
                  <a:gd name="connsiteX2" fmla="*/ 928375 w 964829"/>
                  <a:gd name="connsiteY2" fmla="*/ 114586 h 117488"/>
                  <a:gd name="connsiteX3" fmla="*/ 906267 w 964829"/>
                  <a:gd name="connsiteY3" fmla="*/ 112992 h 117488"/>
                  <a:gd name="connsiteX4" fmla="*/ 893465 w 964829"/>
                  <a:gd name="connsiteY4" fmla="*/ 111814 h 117488"/>
                  <a:gd name="connsiteX5" fmla="*/ 855183 w 964829"/>
                  <a:gd name="connsiteY5" fmla="*/ 109522 h 117488"/>
                  <a:gd name="connsiteX6" fmla="*/ 835147 w 964829"/>
                  <a:gd name="connsiteY6" fmla="*/ 107929 h 117488"/>
                  <a:gd name="connsiteX7" fmla="*/ 814989 w 964829"/>
                  <a:gd name="connsiteY7" fmla="*/ 107077 h 117488"/>
                  <a:gd name="connsiteX8" fmla="*/ 766791 w 964829"/>
                  <a:gd name="connsiteY8" fmla="*/ 106292 h 117488"/>
                  <a:gd name="connsiteX9" fmla="*/ 742285 w 964829"/>
                  <a:gd name="connsiteY9" fmla="*/ 104109 h 117488"/>
                  <a:gd name="connsiteX10" fmla="*/ 736757 w 964829"/>
                  <a:gd name="connsiteY10" fmla="*/ 103192 h 117488"/>
                  <a:gd name="connsiteX11" fmla="*/ 707171 w 964829"/>
                  <a:gd name="connsiteY11" fmla="*/ 101337 h 117488"/>
                  <a:gd name="connsiteX12" fmla="*/ 685063 w 964829"/>
                  <a:gd name="connsiteY12" fmla="*/ 99678 h 117488"/>
                  <a:gd name="connsiteX13" fmla="*/ 666897 w 964829"/>
                  <a:gd name="connsiteY13" fmla="*/ 99787 h 117488"/>
                  <a:gd name="connsiteX14" fmla="*/ 610732 w 964829"/>
                  <a:gd name="connsiteY14" fmla="*/ 95837 h 117488"/>
                  <a:gd name="connsiteX15" fmla="*/ 604475 w 964829"/>
                  <a:gd name="connsiteY15" fmla="*/ 93283 h 117488"/>
                  <a:gd name="connsiteX16" fmla="*/ 603783 w 964829"/>
                  <a:gd name="connsiteY16" fmla="*/ 93065 h 117488"/>
                  <a:gd name="connsiteX17" fmla="*/ 578790 w 964829"/>
                  <a:gd name="connsiteY17" fmla="*/ 88743 h 117488"/>
                  <a:gd name="connsiteX18" fmla="*/ 554569 w 964829"/>
                  <a:gd name="connsiteY18" fmla="*/ 86080 h 117488"/>
                  <a:gd name="connsiteX19" fmla="*/ 552861 w 964829"/>
                  <a:gd name="connsiteY19" fmla="*/ 84160 h 117488"/>
                  <a:gd name="connsiteX20" fmla="*/ 551480 w 964829"/>
                  <a:gd name="connsiteY20" fmla="*/ 83461 h 117488"/>
                  <a:gd name="connsiteX21" fmla="*/ 525795 w 964829"/>
                  <a:gd name="connsiteY21" fmla="*/ 77917 h 117488"/>
                  <a:gd name="connsiteX22" fmla="*/ 525023 w 964829"/>
                  <a:gd name="connsiteY22" fmla="*/ 77808 h 117488"/>
                  <a:gd name="connsiteX23" fmla="*/ 514010 w 964829"/>
                  <a:gd name="connsiteY23" fmla="*/ 77546 h 117488"/>
                  <a:gd name="connsiteX24" fmla="*/ 496535 w 964829"/>
                  <a:gd name="connsiteY24" fmla="*/ 74556 h 117488"/>
                  <a:gd name="connsiteX25" fmla="*/ 476296 w 964829"/>
                  <a:gd name="connsiteY25" fmla="*/ 70714 h 117488"/>
                  <a:gd name="connsiteX26" fmla="*/ 416961 w 964829"/>
                  <a:gd name="connsiteY26" fmla="*/ 63905 h 117488"/>
                  <a:gd name="connsiteX27" fmla="*/ 394324 w 964829"/>
                  <a:gd name="connsiteY27" fmla="*/ 61023 h 117488"/>
                  <a:gd name="connsiteX28" fmla="*/ 393349 w 964829"/>
                  <a:gd name="connsiteY28" fmla="*/ 60914 h 117488"/>
                  <a:gd name="connsiteX29" fmla="*/ 347020 w 964829"/>
                  <a:gd name="connsiteY29" fmla="*/ 54104 h 117488"/>
                  <a:gd name="connsiteX30" fmla="*/ 346248 w 964829"/>
                  <a:gd name="connsiteY30" fmla="*/ 54061 h 117488"/>
                  <a:gd name="connsiteX31" fmla="*/ 323123 w 964829"/>
                  <a:gd name="connsiteY31" fmla="*/ 51333 h 117488"/>
                  <a:gd name="connsiteX32" fmla="*/ 300202 w 964829"/>
                  <a:gd name="connsiteY32" fmla="*/ 48822 h 117488"/>
                  <a:gd name="connsiteX33" fmla="*/ 265780 w 964829"/>
                  <a:gd name="connsiteY33" fmla="*/ 44348 h 117488"/>
                  <a:gd name="connsiteX34" fmla="*/ 243956 w 964829"/>
                  <a:gd name="connsiteY34" fmla="*/ 42056 h 117488"/>
                  <a:gd name="connsiteX35" fmla="*/ 201001 w 964829"/>
                  <a:gd name="connsiteY35" fmla="*/ 32300 h 117488"/>
                  <a:gd name="connsiteX36" fmla="*/ 179461 w 964829"/>
                  <a:gd name="connsiteY36" fmla="*/ 29899 h 117488"/>
                  <a:gd name="connsiteX37" fmla="*/ 116347 w 964829"/>
                  <a:gd name="connsiteY37" fmla="*/ 22238 h 117488"/>
                  <a:gd name="connsiteX38" fmla="*/ 81235 w 964829"/>
                  <a:gd name="connsiteY38" fmla="*/ 14249 h 117488"/>
                  <a:gd name="connsiteX39" fmla="*/ 62784 w 964829"/>
                  <a:gd name="connsiteY39" fmla="*/ 10953 h 117488"/>
                  <a:gd name="connsiteX40" fmla="*/ 46406 w 964829"/>
                  <a:gd name="connsiteY40" fmla="*/ 5890 h 117488"/>
                  <a:gd name="connsiteX41" fmla="*/ 45715 w 964829"/>
                  <a:gd name="connsiteY41" fmla="*/ 5737 h 117488"/>
                  <a:gd name="connsiteX42" fmla="*/ 11780 w 964829"/>
                  <a:gd name="connsiteY42" fmla="*/ 1786 h 117488"/>
                  <a:gd name="connsiteX43" fmla="*/ 3449 w 964829"/>
                  <a:gd name="connsiteY43" fmla="*/ 84 h 117488"/>
                  <a:gd name="connsiteX44" fmla="*/ 157 w 964829"/>
                  <a:gd name="connsiteY44" fmla="*/ 935 h 117488"/>
                  <a:gd name="connsiteX45" fmla="*/ 1620 w 964829"/>
                  <a:gd name="connsiteY45" fmla="*/ 2703 h 117488"/>
                  <a:gd name="connsiteX46" fmla="*/ 10358 w 964829"/>
                  <a:gd name="connsiteY46" fmla="*/ 4471 h 117488"/>
                  <a:gd name="connsiteX47" fmla="*/ 44292 w 964829"/>
                  <a:gd name="connsiteY47" fmla="*/ 8465 h 117488"/>
                  <a:gd name="connsiteX48" fmla="*/ 60752 w 964829"/>
                  <a:gd name="connsiteY48" fmla="*/ 13529 h 117488"/>
                  <a:gd name="connsiteX49" fmla="*/ 79527 w 964829"/>
                  <a:gd name="connsiteY49" fmla="*/ 16934 h 117488"/>
                  <a:gd name="connsiteX50" fmla="*/ 114763 w 964829"/>
                  <a:gd name="connsiteY50" fmla="*/ 24922 h 117488"/>
                  <a:gd name="connsiteX51" fmla="*/ 157028 w 964829"/>
                  <a:gd name="connsiteY51" fmla="*/ 30139 h 117488"/>
                  <a:gd name="connsiteX52" fmla="*/ 199496 w 964829"/>
                  <a:gd name="connsiteY52" fmla="*/ 34984 h 117488"/>
                  <a:gd name="connsiteX53" fmla="*/ 242453 w 964829"/>
                  <a:gd name="connsiteY53" fmla="*/ 44785 h 117488"/>
                  <a:gd name="connsiteX54" fmla="*/ 264764 w 964829"/>
                  <a:gd name="connsiteY54" fmla="*/ 47120 h 117488"/>
                  <a:gd name="connsiteX55" fmla="*/ 284313 w 964829"/>
                  <a:gd name="connsiteY55" fmla="*/ 49630 h 117488"/>
                  <a:gd name="connsiteX56" fmla="*/ 294756 w 964829"/>
                  <a:gd name="connsiteY56" fmla="*/ 51114 h 117488"/>
                  <a:gd name="connsiteX57" fmla="*/ 345760 w 964829"/>
                  <a:gd name="connsiteY57" fmla="*/ 56811 h 117488"/>
                  <a:gd name="connsiteX58" fmla="*/ 392090 w 964829"/>
                  <a:gd name="connsiteY58" fmla="*/ 63621 h 117488"/>
                  <a:gd name="connsiteX59" fmla="*/ 393187 w 964829"/>
                  <a:gd name="connsiteY59" fmla="*/ 63730 h 117488"/>
                  <a:gd name="connsiteX60" fmla="*/ 416393 w 964829"/>
                  <a:gd name="connsiteY60" fmla="*/ 66720 h 117488"/>
                  <a:gd name="connsiteX61" fmla="*/ 474954 w 964829"/>
                  <a:gd name="connsiteY61" fmla="*/ 73443 h 117488"/>
                  <a:gd name="connsiteX62" fmla="*/ 494990 w 964829"/>
                  <a:gd name="connsiteY62" fmla="*/ 77241 h 117488"/>
                  <a:gd name="connsiteX63" fmla="*/ 512831 w 964829"/>
                  <a:gd name="connsiteY63" fmla="*/ 80274 h 117488"/>
                  <a:gd name="connsiteX64" fmla="*/ 513522 w 964829"/>
                  <a:gd name="connsiteY64" fmla="*/ 80384 h 117488"/>
                  <a:gd name="connsiteX65" fmla="*/ 524454 w 964829"/>
                  <a:gd name="connsiteY65" fmla="*/ 80646 h 117488"/>
                  <a:gd name="connsiteX66" fmla="*/ 548756 w 964829"/>
                  <a:gd name="connsiteY66" fmla="*/ 85862 h 117488"/>
                  <a:gd name="connsiteX67" fmla="*/ 550627 w 964829"/>
                  <a:gd name="connsiteY67" fmla="*/ 87936 h 117488"/>
                  <a:gd name="connsiteX68" fmla="*/ 552415 w 964829"/>
                  <a:gd name="connsiteY68" fmla="*/ 88743 h 117488"/>
                  <a:gd name="connsiteX69" fmla="*/ 577530 w 964829"/>
                  <a:gd name="connsiteY69" fmla="*/ 91450 h 117488"/>
                  <a:gd name="connsiteX70" fmla="*/ 601832 w 964829"/>
                  <a:gd name="connsiteY70" fmla="*/ 95662 h 117488"/>
                  <a:gd name="connsiteX71" fmla="*/ 608295 w 964829"/>
                  <a:gd name="connsiteY71" fmla="*/ 98325 h 117488"/>
                  <a:gd name="connsiteX72" fmla="*/ 609473 w 964829"/>
                  <a:gd name="connsiteY72" fmla="*/ 98587 h 117488"/>
                  <a:gd name="connsiteX73" fmla="*/ 640644 w 964829"/>
                  <a:gd name="connsiteY73" fmla="*/ 100879 h 117488"/>
                  <a:gd name="connsiteX74" fmla="*/ 666734 w 964829"/>
                  <a:gd name="connsiteY74" fmla="*/ 102581 h 117488"/>
                  <a:gd name="connsiteX75" fmla="*/ 684698 w 964829"/>
                  <a:gd name="connsiteY75" fmla="*/ 102428 h 117488"/>
                  <a:gd name="connsiteX76" fmla="*/ 706521 w 964829"/>
                  <a:gd name="connsiteY76" fmla="*/ 104131 h 117488"/>
                  <a:gd name="connsiteX77" fmla="*/ 735782 w 964829"/>
                  <a:gd name="connsiteY77" fmla="*/ 105899 h 117488"/>
                  <a:gd name="connsiteX78" fmla="*/ 741228 w 964829"/>
                  <a:gd name="connsiteY78" fmla="*/ 106816 h 117488"/>
                  <a:gd name="connsiteX79" fmla="*/ 766343 w 964829"/>
                  <a:gd name="connsiteY79" fmla="*/ 109064 h 117488"/>
                  <a:gd name="connsiteX80" fmla="*/ 814867 w 964829"/>
                  <a:gd name="connsiteY80" fmla="*/ 109849 h 117488"/>
                  <a:gd name="connsiteX81" fmla="*/ 834618 w 964829"/>
                  <a:gd name="connsiteY81" fmla="*/ 110766 h 117488"/>
                  <a:gd name="connsiteX82" fmla="*/ 854654 w 964829"/>
                  <a:gd name="connsiteY82" fmla="*/ 112316 h 117488"/>
                  <a:gd name="connsiteX83" fmla="*/ 886394 w 964829"/>
                  <a:gd name="connsiteY83" fmla="*/ 114127 h 117488"/>
                  <a:gd name="connsiteX84" fmla="*/ 905657 w 964829"/>
                  <a:gd name="connsiteY84" fmla="*/ 115786 h 117488"/>
                  <a:gd name="connsiteX85" fmla="*/ 928090 w 964829"/>
                  <a:gd name="connsiteY85" fmla="*/ 117380 h 117488"/>
                  <a:gd name="connsiteX86" fmla="*/ 949630 w 964829"/>
                  <a:gd name="connsiteY86" fmla="*/ 117489 h 117488"/>
                  <a:gd name="connsiteX87" fmla="*/ 964829 w 964829"/>
                  <a:gd name="connsiteY87" fmla="*/ 116528 h 117488"/>
                  <a:gd name="connsiteX88" fmla="*/ 964829 w 964829"/>
                  <a:gd name="connsiteY88" fmla="*/ 113691 h 11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964829" h="117488">
                    <a:moveTo>
                      <a:pt x="964707" y="113691"/>
                    </a:moveTo>
                    <a:lnTo>
                      <a:pt x="949304" y="114651"/>
                    </a:lnTo>
                    <a:lnTo>
                      <a:pt x="928375" y="114586"/>
                    </a:lnTo>
                    <a:lnTo>
                      <a:pt x="906267" y="112992"/>
                    </a:lnTo>
                    <a:lnTo>
                      <a:pt x="893465" y="111814"/>
                    </a:lnTo>
                    <a:lnTo>
                      <a:pt x="855183" y="109522"/>
                    </a:lnTo>
                    <a:lnTo>
                      <a:pt x="835147" y="107929"/>
                    </a:lnTo>
                    <a:lnTo>
                      <a:pt x="814989" y="107077"/>
                    </a:lnTo>
                    <a:lnTo>
                      <a:pt x="766791" y="106292"/>
                    </a:lnTo>
                    <a:lnTo>
                      <a:pt x="742285" y="104109"/>
                    </a:lnTo>
                    <a:lnTo>
                      <a:pt x="736757" y="103192"/>
                    </a:lnTo>
                    <a:lnTo>
                      <a:pt x="707171" y="101337"/>
                    </a:lnTo>
                    <a:lnTo>
                      <a:pt x="685063" y="99678"/>
                    </a:lnTo>
                    <a:lnTo>
                      <a:pt x="666897" y="99787"/>
                    </a:lnTo>
                    <a:lnTo>
                      <a:pt x="610732" y="95837"/>
                    </a:lnTo>
                    <a:lnTo>
                      <a:pt x="604475" y="93283"/>
                    </a:lnTo>
                    <a:cubicBezTo>
                      <a:pt x="604475" y="93283"/>
                      <a:pt x="603986" y="93130"/>
                      <a:pt x="603783" y="93065"/>
                    </a:cubicBezTo>
                    <a:lnTo>
                      <a:pt x="578790" y="88743"/>
                    </a:lnTo>
                    <a:lnTo>
                      <a:pt x="554569" y="86080"/>
                    </a:lnTo>
                    <a:lnTo>
                      <a:pt x="552861" y="84160"/>
                    </a:lnTo>
                    <a:cubicBezTo>
                      <a:pt x="552577" y="83832"/>
                      <a:pt x="552089" y="83570"/>
                      <a:pt x="551480" y="83461"/>
                    </a:cubicBezTo>
                    <a:lnTo>
                      <a:pt x="525795" y="77917"/>
                    </a:lnTo>
                    <a:cubicBezTo>
                      <a:pt x="525795" y="77917"/>
                      <a:pt x="525307" y="77808"/>
                      <a:pt x="525023" y="77808"/>
                    </a:cubicBezTo>
                    <a:lnTo>
                      <a:pt x="514010" y="77546"/>
                    </a:lnTo>
                    <a:lnTo>
                      <a:pt x="496535" y="74556"/>
                    </a:lnTo>
                    <a:lnTo>
                      <a:pt x="476296" y="70714"/>
                    </a:lnTo>
                    <a:lnTo>
                      <a:pt x="416961" y="63905"/>
                    </a:lnTo>
                    <a:lnTo>
                      <a:pt x="394324" y="61023"/>
                    </a:lnTo>
                    <a:lnTo>
                      <a:pt x="393349" y="60914"/>
                    </a:lnTo>
                    <a:lnTo>
                      <a:pt x="347020" y="54104"/>
                    </a:lnTo>
                    <a:cubicBezTo>
                      <a:pt x="347020" y="54104"/>
                      <a:pt x="346329" y="54061"/>
                      <a:pt x="346248" y="54061"/>
                    </a:cubicBezTo>
                    <a:lnTo>
                      <a:pt x="323123" y="51333"/>
                    </a:lnTo>
                    <a:lnTo>
                      <a:pt x="300202" y="48822"/>
                    </a:lnTo>
                    <a:lnTo>
                      <a:pt x="265780" y="44348"/>
                    </a:lnTo>
                    <a:lnTo>
                      <a:pt x="243956" y="42056"/>
                    </a:lnTo>
                    <a:lnTo>
                      <a:pt x="201001" y="32300"/>
                    </a:lnTo>
                    <a:lnTo>
                      <a:pt x="179461" y="29899"/>
                    </a:lnTo>
                    <a:lnTo>
                      <a:pt x="116347" y="22238"/>
                    </a:lnTo>
                    <a:lnTo>
                      <a:pt x="81235" y="14249"/>
                    </a:lnTo>
                    <a:lnTo>
                      <a:pt x="62784" y="10953"/>
                    </a:lnTo>
                    <a:lnTo>
                      <a:pt x="46406" y="5890"/>
                    </a:lnTo>
                    <a:cubicBezTo>
                      <a:pt x="46406" y="5890"/>
                      <a:pt x="45918" y="5780"/>
                      <a:pt x="45715" y="5737"/>
                    </a:cubicBezTo>
                    <a:lnTo>
                      <a:pt x="11780" y="1786"/>
                    </a:lnTo>
                    <a:lnTo>
                      <a:pt x="3449" y="84"/>
                    </a:lnTo>
                    <a:cubicBezTo>
                      <a:pt x="2067" y="-178"/>
                      <a:pt x="645" y="193"/>
                      <a:pt x="157" y="935"/>
                    </a:cubicBezTo>
                    <a:cubicBezTo>
                      <a:pt x="-330" y="1633"/>
                      <a:pt x="360" y="2441"/>
                      <a:pt x="1620" y="2703"/>
                    </a:cubicBezTo>
                    <a:lnTo>
                      <a:pt x="10358" y="4471"/>
                    </a:lnTo>
                    <a:lnTo>
                      <a:pt x="44292" y="8465"/>
                    </a:lnTo>
                    <a:lnTo>
                      <a:pt x="60752" y="13529"/>
                    </a:lnTo>
                    <a:lnTo>
                      <a:pt x="79527" y="16934"/>
                    </a:lnTo>
                    <a:lnTo>
                      <a:pt x="114763" y="24922"/>
                    </a:lnTo>
                    <a:lnTo>
                      <a:pt x="157028" y="30139"/>
                    </a:lnTo>
                    <a:lnTo>
                      <a:pt x="199496" y="34984"/>
                    </a:lnTo>
                    <a:lnTo>
                      <a:pt x="242453" y="44785"/>
                    </a:lnTo>
                    <a:lnTo>
                      <a:pt x="264764" y="47120"/>
                    </a:lnTo>
                    <a:lnTo>
                      <a:pt x="284313" y="49630"/>
                    </a:lnTo>
                    <a:lnTo>
                      <a:pt x="294756" y="51114"/>
                    </a:lnTo>
                    <a:lnTo>
                      <a:pt x="345760" y="56811"/>
                    </a:lnTo>
                    <a:lnTo>
                      <a:pt x="392090" y="63621"/>
                    </a:lnTo>
                    <a:cubicBezTo>
                      <a:pt x="392090" y="63621"/>
                      <a:pt x="392984" y="63730"/>
                      <a:pt x="393187" y="63730"/>
                    </a:cubicBezTo>
                    <a:lnTo>
                      <a:pt x="416393" y="66720"/>
                    </a:lnTo>
                    <a:lnTo>
                      <a:pt x="474954" y="73443"/>
                    </a:lnTo>
                    <a:lnTo>
                      <a:pt x="494990" y="77241"/>
                    </a:lnTo>
                    <a:lnTo>
                      <a:pt x="512831" y="80274"/>
                    </a:lnTo>
                    <a:cubicBezTo>
                      <a:pt x="513115" y="80340"/>
                      <a:pt x="513318" y="80340"/>
                      <a:pt x="513522" y="80384"/>
                    </a:cubicBezTo>
                    <a:lnTo>
                      <a:pt x="524454" y="80646"/>
                    </a:lnTo>
                    <a:lnTo>
                      <a:pt x="548756" y="85862"/>
                    </a:lnTo>
                    <a:lnTo>
                      <a:pt x="550627" y="87936"/>
                    </a:lnTo>
                    <a:cubicBezTo>
                      <a:pt x="550951" y="88372"/>
                      <a:pt x="551602" y="88634"/>
                      <a:pt x="552415" y="88743"/>
                    </a:cubicBezTo>
                    <a:lnTo>
                      <a:pt x="577530" y="91450"/>
                    </a:lnTo>
                    <a:lnTo>
                      <a:pt x="601832" y="95662"/>
                    </a:lnTo>
                    <a:lnTo>
                      <a:pt x="608295" y="98325"/>
                    </a:lnTo>
                    <a:cubicBezTo>
                      <a:pt x="608700" y="98478"/>
                      <a:pt x="609107" y="98543"/>
                      <a:pt x="609473" y="98587"/>
                    </a:cubicBezTo>
                    <a:lnTo>
                      <a:pt x="640644" y="100879"/>
                    </a:lnTo>
                    <a:lnTo>
                      <a:pt x="666734" y="102581"/>
                    </a:lnTo>
                    <a:lnTo>
                      <a:pt x="684698" y="102428"/>
                    </a:lnTo>
                    <a:lnTo>
                      <a:pt x="706521" y="104131"/>
                    </a:lnTo>
                    <a:lnTo>
                      <a:pt x="735782" y="105899"/>
                    </a:lnTo>
                    <a:lnTo>
                      <a:pt x="741228" y="106816"/>
                    </a:lnTo>
                    <a:lnTo>
                      <a:pt x="766343" y="109064"/>
                    </a:lnTo>
                    <a:lnTo>
                      <a:pt x="814867" y="109849"/>
                    </a:lnTo>
                    <a:lnTo>
                      <a:pt x="834618" y="110766"/>
                    </a:lnTo>
                    <a:lnTo>
                      <a:pt x="854654" y="112316"/>
                    </a:lnTo>
                    <a:lnTo>
                      <a:pt x="886394" y="114127"/>
                    </a:lnTo>
                    <a:lnTo>
                      <a:pt x="905657" y="115786"/>
                    </a:lnTo>
                    <a:lnTo>
                      <a:pt x="928090" y="117380"/>
                    </a:lnTo>
                    <a:lnTo>
                      <a:pt x="949630" y="117489"/>
                    </a:lnTo>
                    <a:lnTo>
                      <a:pt x="964829" y="116528"/>
                    </a:lnTo>
                    <a:lnTo>
                      <a:pt x="964829" y="11369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0" name="Freeform: Shape 639">
                <a:extLst>
                  <a:ext uri="{FF2B5EF4-FFF2-40B4-BE49-F238E27FC236}">
                    <a16:creationId xmlns:a16="http://schemas.microsoft.com/office/drawing/2014/main" id="{7430D3CE-4AA6-4358-9D33-F07E90E18794}"/>
                  </a:ext>
                </a:extLst>
              </p:cNvPr>
              <p:cNvSpPr/>
              <p:nvPr/>
            </p:nvSpPr>
            <p:spPr>
              <a:xfrm>
                <a:off x="11161267" y="5717701"/>
                <a:ext cx="244551" cy="3874"/>
              </a:xfrm>
              <a:custGeom>
                <a:avLst/>
                <a:gdLst>
                  <a:gd name="connsiteX0" fmla="*/ 242031 w 244551"/>
                  <a:gd name="connsiteY0" fmla="*/ 3852 h 3874"/>
                  <a:gd name="connsiteX1" fmla="*/ 241909 w 244551"/>
                  <a:gd name="connsiteY1" fmla="*/ 3852 h 3874"/>
                  <a:gd name="connsiteX2" fmla="*/ 7864 w 244551"/>
                  <a:gd name="connsiteY2" fmla="*/ 3329 h 3874"/>
                  <a:gd name="connsiteX3" fmla="*/ 2133 w 244551"/>
                  <a:gd name="connsiteY3" fmla="*/ 2805 h 3874"/>
                  <a:gd name="connsiteX4" fmla="*/ 61 w 244551"/>
                  <a:gd name="connsiteY4" fmla="*/ 1146 h 3874"/>
                  <a:gd name="connsiteX5" fmla="*/ 2947 w 244551"/>
                  <a:gd name="connsiteY5" fmla="*/ 33 h 3874"/>
                  <a:gd name="connsiteX6" fmla="*/ 8392 w 244551"/>
                  <a:gd name="connsiteY6" fmla="*/ 557 h 3874"/>
                  <a:gd name="connsiteX7" fmla="*/ 242072 w 244551"/>
                  <a:gd name="connsiteY7" fmla="*/ 1037 h 3874"/>
                  <a:gd name="connsiteX8" fmla="*/ 244552 w 244551"/>
                  <a:gd name="connsiteY8" fmla="*/ 2477 h 3874"/>
                  <a:gd name="connsiteX9" fmla="*/ 242072 w 244551"/>
                  <a:gd name="connsiteY9" fmla="*/ 3874 h 3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551" h="3874">
                    <a:moveTo>
                      <a:pt x="242031" y="3852"/>
                    </a:moveTo>
                    <a:lnTo>
                      <a:pt x="241909" y="3852"/>
                    </a:lnTo>
                    <a:lnTo>
                      <a:pt x="7864" y="3329"/>
                    </a:lnTo>
                    <a:lnTo>
                      <a:pt x="2133" y="2805"/>
                    </a:lnTo>
                    <a:cubicBezTo>
                      <a:pt x="752" y="2696"/>
                      <a:pt x="-264" y="1953"/>
                      <a:pt x="61" y="1146"/>
                    </a:cubicBezTo>
                    <a:cubicBezTo>
                      <a:pt x="264" y="404"/>
                      <a:pt x="1443" y="-142"/>
                      <a:pt x="2947" y="33"/>
                    </a:cubicBezTo>
                    <a:lnTo>
                      <a:pt x="8392" y="557"/>
                    </a:lnTo>
                    <a:lnTo>
                      <a:pt x="242072" y="1037"/>
                    </a:lnTo>
                    <a:cubicBezTo>
                      <a:pt x="243454" y="1037"/>
                      <a:pt x="244552" y="1670"/>
                      <a:pt x="244552" y="2477"/>
                    </a:cubicBezTo>
                    <a:cubicBezTo>
                      <a:pt x="244552" y="3219"/>
                      <a:pt x="243454" y="3874"/>
                      <a:pt x="242072" y="387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1" name="Freeform: Shape 640">
                <a:extLst>
                  <a:ext uri="{FF2B5EF4-FFF2-40B4-BE49-F238E27FC236}">
                    <a16:creationId xmlns:a16="http://schemas.microsoft.com/office/drawing/2014/main" id="{793B5C8C-E529-4B23-BE86-8BD5D688CB3E}"/>
                  </a:ext>
                </a:extLst>
              </p:cNvPr>
              <p:cNvSpPr/>
              <p:nvPr/>
            </p:nvSpPr>
            <p:spPr>
              <a:xfrm>
                <a:off x="-121" y="5428433"/>
                <a:ext cx="12192121" cy="1427881"/>
              </a:xfrm>
              <a:custGeom>
                <a:avLst/>
                <a:gdLst>
                  <a:gd name="connsiteX0" fmla="*/ 12192122 w 12192121"/>
                  <a:gd name="connsiteY0" fmla="*/ 1425176 h 1427881"/>
                  <a:gd name="connsiteX1" fmla="*/ 12137826 w 12192121"/>
                  <a:gd name="connsiteY1" fmla="*/ 1424542 h 1427881"/>
                  <a:gd name="connsiteX2" fmla="*/ 12001399 w 12192121"/>
                  <a:gd name="connsiteY2" fmla="*/ 1385691 h 1427881"/>
                  <a:gd name="connsiteX3" fmla="*/ 11930969 w 12192121"/>
                  <a:gd name="connsiteY3" fmla="*/ 1365218 h 1427881"/>
                  <a:gd name="connsiteX4" fmla="*/ 11929791 w 12192121"/>
                  <a:gd name="connsiteY4" fmla="*/ 1365065 h 1427881"/>
                  <a:gd name="connsiteX5" fmla="*/ 11831564 w 12192121"/>
                  <a:gd name="connsiteY5" fmla="*/ 1364847 h 1427881"/>
                  <a:gd name="connsiteX6" fmla="*/ 11645229 w 12192121"/>
                  <a:gd name="connsiteY6" fmla="*/ 1363625 h 1427881"/>
                  <a:gd name="connsiteX7" fmla="*/ 11458773 w 12192121"/>
                  <a:gd name="connsiteY7" fmla="*/ 1362140 h 1427881"/>
                  <a:gd name="connsiteX8" fmla="*/ 11272642 w 12192121"/>
                  <a:gd name="connsiteY8" fmla="*/ 1361508 h 1427881"/>
                  <a:gd name="connsiteX9" fmla="*/ 11086592 w 12192121"/>
                  <a:gd name="connsiteY9" fmla="*/ 1359696 h 1427881"/>
                  <a:gd name="connsiteX10" fmla="*/ 10900460 w 12192121"/>
                  <a:gd name="connsiteY10" fmla="*/ 1357077 h 1427881"/>
                  <a:gd name="connsiteX11" fmla="*/ 10714614 w 12192121"/>
                  <a:gd name="connsiteY11" fmla="*/ 1355112 h 1427881"/>
                  <a:gd name="connsiteX12" fmla="*/ 10528889 w 12192121"/>
                  <a:gd name="connsiteY12" fmla="*/ 1351424 h 1427881"/>
                  <a:gd name="connsiteX13" fmla="*/ 10344140 w 12192121"/>
                  <a:gd name="connsiteY13" fmla="*/ 1348870 h 1427881"/>
                  <a:gd name="connsiteX14" fmla="*/ 10297607 w 12192121"/>
                  <a:gd name="connsiteY14" fmla="*/ 1328571 h 1427881"/>
                  <a:gd name="connsiteX15" fmla="*/ 10296144 w 12192121"/>
                  <a:gd name="connsiteY15" fmla="*/ 1328244 h 1427881"/>
                  <a:gd name="connsiteX16" fmla="*/ 10112695 w 12192121"/>
                  <a:gd name="connsiteY16" fmla="*/ 1325799 h 1427881"/>
                  <a:gd name="connsiteX17" fmla="*/ 9929653 w 12192121"/>
                  <a:gd name="connsiteY17" fmla="*/ 1324948 h 1427881"/>
                  <a:gd name="connsiteX18" fmla="*/ 9738075 w 12192121"/>
                  <a:gd name="connsiteY18" fmla="*/ 1323289 h 1427881"/>
                  <a:gd name="connsiteX19" fmla="*/ 9736978 w 12192121"/>
                  <a:gd name="connsiteY19" fmla="*/ 1323180 h 1427881"/>
                  <a:gd name="connsiteX20" fmla="*/ 9564543 w 12192121"/>
                  <a:gd name="connsiteY20" fmla="*/ 1321783 h 1427881"/>
                  <a:gd name="connsiteX21" fmla="*/ 9527722 w 12192121"/>
                  <a:gd name="connsiteY21" fmla="*/ 1304889 h 1427881"/>
                  <a:gd name="connsiteX22" fmla="*/ 9491025 w 12192121"/>
                  <a:gd name="connsiteY22" fmla="*/ 1287450 h 1427881"/>
                  <a:gd name="connsiteX23" fmla="*/ 9455221 w 12192121"/>
                  <a:gd name="connsiteY23" fmla="*/ 1268701 h 1427881"/>
                  <a:gd name="connsiteX24" fmla="*/ 9420108 w 12192121"/>
                  <a:gd name="connsiteY24" fmla="*/ 1248599 h 1427881"/>
                  <a:gd name="connsiteX25" fmla="*/ 9385686 w 12192121"/>
                  <a:gd name="connsiteY25" fmla="*/ 1227558 h 1427881"/>
                  <a:gd name="connsiteX26" fmla="*/ 9383776 w 12192121"/>
                  <a:gd name="connsiteY26" fmla="*/ 1227078 h 1427881"/>
                  <a:gd name="connsiteX27" fmla="*/ 9038580 w 12192121"/>
                  <a:gd name="connsiteY27" fmla="*/ 1229108 h 1427881"/>
                  <a:gd name="connsiteX28" fmla="*/ 8866917 w 12192121"/>
                  <a:gd name="connsiteY28" fmla="*/ 1229326 h 1427881"/>
                  <a:gd name="connsiteX29" fmla="*/ 8839607 w 12192121"/>
                  <a:gd name="connsiteY29" fmla="*/ 1220050 h 1427881"/>
                  <a:gd name="connsiteX30" fmla="*/ 8812012 w 12192121"/>
                  <a:gd name="connsiteY30" fmla="*/ 1211472 h 1427881"/>
                  <a:gd name="connsiteX31" fmla="*/ 8785352 w 12192121"/>
                  <a:gd name="connsiteY31" fmla="*/ 1205491 h 1427881"/>
                  <a:gd name="connsiteX32" fmla="*/ 8734226 w 12192121"/>
                  <a:gd name="connsiteY32" fmla="*/ 1195582 h 1427881"/>
                  <a:gd name="connsiteX33" fmla="*/ 8709518 w 12192121"/>
                  <a:gd name="connsiteY33" fmla="*/ 1187855 h 1427881"/>
                  <a:gd name="connsiteX34" fmla="*/ 8685215 w 12192121"/>
                  <a:gd name="connsiteY34" fmla="*/ 1176397 h 1427881"/>
                  <a:gd name="connsiteX35" fmla="*/ 8084556 w 12192121"/>
                  <a:gd name="connsiteY35" fmla="*/ 825404 h 1427881"/>
                  <a:gd name="connsiteX36" fmla="*/ 8071185 w 12192121"/>
                  <a:gd name="connsiteY36" fmla="*/ 810649 h 1427881"/>
                  <a:gd name="connsiteX37" fmla="*/ 8069600 w 12192121"/>
                  <a:gd name="connsiteY37" fmla="*/ 809951 h 1427881"/>
                  <a:gd name="connsiteX38" fmla="*/ 8056921 w 12192121"/>
                  <a:gd name="connsiteY38" fmla="*/ 808030 h 1427881"/>
                  <a:gd name="connsiteX39" fmla="*/ 8044404 w 12192121"/>
                  <a:gd name="connsiteY39" fmla="*/ 801897 h 1427881"/>
                  <a:gd name="connsiteX40" fmla="*/ 8031521 w 12192121"/>
                  <a:gd name="connsiteY40" fmla="*/ 794389 h 1427881"/>
                  <a:gd name="connsiteX41" fmla="*/ 8029733 w 12192121"/>
                  <a:gd name="connsiteY41" fmla="*/ 793974 h 1427881"/>
                  <a:gd name="connsiteX42" fmla="*/ 7914844 w 12192121"/>
                  <a:gd name="connsiteY42" fmla="*/ 793756 h 1427881"/>
                  <a:gd name="connsiteX43" fmla="*/ 7836083 w 12192121"/>
                  <a:gd name="connsiteY43" fmla="*/ 744362 h 1427881"/>
                  <a:gd name="connsiteX44" fmla="*/ 7834173 w 12192121"/>
                  <a:gd name="connsiteY44" fmla="*/ 743882 h 1427881"/>
                  <a:gd name="connsiteX45" fmla="*/ 7725136 w 12192121"/>
                  <a:gd name="connsiteY45" fmla="*/ 743729 h 1427881"/>
                  <a:gd name="connsiteX46" fmla="*/ 7394936 w 12192121"/>
                  <a:gd name="connsiteY46" fmla="*/ 520989 h 1427881"/>
                  <a:gd name="connsiteX47" fmla="*/ 7392863 w 12192121"/>
                  <a:gd name="connsiteY47" fmla="*/ 520465 h 1427881"/>
                  <a:gd name="connsiteX48" fmla="*/ 7311014 w 12192121"/>
                  <a:gd name="connsiteY48" fmla="*/ 522386 h 1427881"/>
                  <a:gd name="connsiteX49" fmla="*/ 7231441 w 12192121"/>
                  <a:gd name="connsiteY49" fmla="*/ 526271 h 1427881"/>
                  <a:gd name="connsiteX50" fmla="*/ 7150080 w 12192121"/>
                  <a:gd name="connsiteY50" fmla="*/ 528127 h 1427881"/>
                  <a:gd name="connsiteX51" fmla="*/ 7132808 w 12192121"/>
                  <a:gd name="connsiteY51" fmla="*/ 512892 h 1427881"/>
                  <a:gd name="connsiteX52" fmla="*/ 7130532 w 12192121"/>
                  <a:gd name="connsiteY52" fmla="*/ 512259 h 1427881"/>
                  <a:gd name="connsiteX53" fmla="*/ 7048886 w 12192121"/>
                  <a:gd name="connsiteY53" fmla="*/ 514114 h 1427881"/>
                  <a:gd name="connsiteX54" fmla="*/ 6968622 w 12192121"/>
                  <a:gd name="connsiteY54" fmla="*/ 517890 h 1427881"/>
                  <a:gd name="connsiteX55" fmla="*/ 6918513 w 12192121"/>
                  <a:gd name="connsiteY55" fmla="*/ 521840 h 1427881"/>
                  <a:gd name="connsiteX56" fmla="*/ 6891040 w 12192121"/>
                  <a:gd name="connsiteY56" fmla="*/ 525791 h 1427881"/>
                  <a:gd name="connsiteX57" fmla="*/ 6808785 w 12192121"/>
                  <a:gd name="connsiteY57" fmla="*/ 529742 h 1427881"/>
                  <a:gd name="connsiteX58" fmla="*/ 6726652 w 12192121"/>
                  <a:gd name="connsiteY58" fmla="*/ 532666 h 1427881"/>
                  <a:gd name="connsiteX59" fmla="*/ 6644112 w 12192121"/>
                  <a:gd name="connsiteY59" fmla="*/ 531706 h 1427881"/>
                  <a:gd name="connsiteX60" fmla="*/ 6563238 w 12192121"/>
                  <a:gd name="connsiteY60" fmla="*/ 524460 h 1427881"/>
                  <a:gd name="connsiteX61" fmla="*/ 6562954 w 12192121"/>
                  <a:gd name="connsiteY61" fmla="*/ 522910 h 1427881"/>
                  <a:gd name="connsiteX62" fmla="*/ 6560759 w 12192121"/>
                  <a:gd name="connsiteY62" fmla="*/ 521688 h 1427881"/>
                  <a:gd name="connsiteX63" fmla="*/ 6482568 w 12192121"/>
                  <a:gd name="connsiteY63" fmla="*/ 514660 h 1427881"/>
                  <a:gd name="connsiteX64" fmla="*/ 6480495 w 12192121"/>
                  <a:gd name="connsiteY64" fmla="*/ 507675 h 1427881"/>
                  <a:gd name="connsiteX65" fmla="*/ 6480211 w 12192121"/>
                  <a:gd name="connsiteY65" fmla="*/ 507260 h 1427881"/>
                  <a:gd name="connsiteX66" fmla="*/ 6478138 w 12192121"/>
                  <a:gd name="connsiteY66" fmla="*/ 504969 h 1427881"/>
                  <a:gd name="connsiteX67" fmla="*/ 6477651 w 12192121"/>
                  <a:gd name="connsiteY67" fmla="*/ 504663 h 1427881"/>
                  <a:gd name="connsiteX68" fmla="*/ 6474968 w 12192121"/>
                  <a:gd name="connsiteY68" fmla="*/ 503157 h 1427881"/>
                  <a:gd name="connsiteX69" fmla="*/ 6473099 w 12192121"/>
                  <a:gd name="connsiteY69" fmla="*/ 502742 h 1427881"/>
                  <a:gd name="connsiteX70" fmla="*/ 6468710 w 12192121"/>
                  <a:gd name="connsiteY70" fmla="*/ 502895 h 1427881"/>
                  <a:gd name="connsiteX71" fmla="*/ 6408969 w 12192121"/>
                  <a:gd name="connsiteY71" fmla="*/ 497351 h 1427881"/>
                  <a:gd name="connsiteX72" fmla="*/ 6407790 w 12192121"/>
                  <a:gd name="connsiteY72" fmla="*/ 497395 h 1427881"/>
                  <a:gd name="connsiteX73" fmla="*/ 6400557 w 12192121"/>
                  <a:gd name="connsiteY73" fmla="*/ 498617 h 1427881"/>
                  <a:gd name="connsiteX74" fmla="*/ 6394623 w 12192121"/>
                  <a:gd name="connsiteY74" fmla="*/ 498202 h 1427881"/>
                  <a:gd name="connsiteX75" fmla="*/ 6362070 w 12192121"/>
                  <a:gd name="connsiteY75" fmla="*/ 485521 h 1427881"/>
                  <a:gd name="connsiteX76" fmla="*/ 6325169 w 12192121"/>
                  <a:gd name="connsiteY76" fmla="*/ 472578 h 1427881"/>
                  <a:gd name="connsiteX77" fmla="*/ 6320414 w 12192121"/>
                  <a:gd name="connsiteY77" fmla="*/ 470919 h 1427881"/>
                  <a:gd name="connsiteX78" fmla="*/ 6313181 w 12192121"/>
                  <a:gd name="connsiteY78" fmla="*/ 466969 h 1427881"/>
                  <a:gd name="connsiteX79" fmla="*/ 6308303 w 12192121"/>
                  <a:gd name="connsiteY79" fmla="*/ 462058 h 1427881"/>
                  <a:gd name="connsiteX80" fmla="*/ 6308995 w 12192121"/>
                  <a:gd name="connsiteY80" fmla="*/ 450446 h 1427881"/>
                  <a:gd name="connsiteX81" fmla="*/ 6307694 w 12192121"/>
                  <a:gd name="connsiteY81" fmla="*/ 449180 h 1427881"/>
                  <a:gd name="connsiteX82" fmla="*/ 6248563 w 12192121"/>
                  <a:gd name="connsiteY82" fmla="*/ 431217 h 1427881"/>
                  <a:gd name="connsiteX83" fmla="*/ 6227511 w 12192121"/>
                  <a:gd name="connsiteY83" fmla="*/ 427222 h 1427881"/>
                  <a:gd name="connsiteX84" fmla="*/ 6214019 w 12192121"/>
                  <a:gd name="connsiteY84" fmla="*/ 423861 h 1427881"/>
                  <a:gd name="connsiteX85" fmla="*/ 6182035 w 12192121"/>
                  <a:gd name="connsiteY85" fmla="*/ 406967 h 1427881"/>
                  <a:gd name="connsiteX86" fmla="*/ 6168055 w 12192121"/>
                  <a:gd name="connsiteY86" fmla="*/ 400747 h 1427881"/>
                  <a:gd name="connsiteX87" fmla="*/ 6165169 w 12192121"/>
                  <a:gd name="connsiteY87" fmla="*/ 399939 h 1427881"/>
                  <a:gd name="connsiteX88" fmla="*/ 6145865 w 12192121"/>
                  <a:gd name="connsiteY88" fmla="*/ 393173 h 1427881"/>
                  <a:gd name="connsiteX89" fmla="*/ 6138631 w 12192121"/>
                  <a:gd name="connsiteY89" fmla="*/ 387891 h 1427881"/>
                  <a:gd name="connsiteX90" fmla="*/ 6138022 w 12192121"/>
                  <a:gd name="connsiteY90" fmla="*/ 387564 h 1427881"/>
                  <a:gd name="connsiteX91" fmla="*/ 6122538 w 12192121"/>
                  <a:gd name="connsiteY91" fmla="*/ 381496 h 1427881"/>
                  <a:gd name="connsiteX92" fmla="*/ 6078485 w 12192121"/>
                  <a:gd name="connsiteY92" fmla="*/ 366523 h 1427881"/>
                  <a:gd name="connsiteX93" fmla="*/ 6060928 w 12192121"/>
                  <a:gd name="connsiteY93" fmla="*/ 362310 h 1427881"/>
                  <a:gd name="connsiteX94" fmla="*/ 6060359 w 12192121"/>
                  <a:gd name="connsiteY94" fmla="*/ 362201 h 1427881"/>
                  <a:gd name="connsiteX95" fmla="*/ 6054303 w 12192121"/>
                  <a:gd name="connsiteY95" fmla="*/ 361721 h 1427881"/>
                  <a:gd name="connsiteX96" fmla="*/ 5994969 w 12192121"/>
                  <a:gd name="connsiteY96" fmla="*/ 347927 h 1427881"/>
                  <a:gd name="connsiteX97" fmla="*/ 5812942 w 12192121"/>
                  <a:gd name="connsiteY97" fmla="*/ 311214 h 1427881"/>
                  <a:gd name="connsiteX98" fmla="*/ 5630835 w 12192121"/>
                  <a:gd name="connsiteY98" fmla="*/ 276248 h 1427881"/>
                  <a:gd name="connsiteX99" fmla="*/ 5541508 w 12192121"/>
                  <a:gd name="connsiteY99" fmla="*/ 251104 h 1427881"/>
                  <a:gd name="connsiteX100" fmla="*/ 5540776 w 12192121"/>
                  <a:gd name="connsiteY100" fmla="*/ 250995 h 1427881"/>
                  <a:gd name="connsiteX101" fmla="*/ 5455148 w 12192121"/>
                  <a:gd name="connsiteY101" fmla="*/ 243225 h 1427881"/>
                  <a:gd name="connsiteX102" fmla="*/ 5372283 w 12192121"/>
                  <a:gd name="connsiteY102" fmla="*/ 235018 h 1427881"/>
                  <a:gd name="connsiteX103" fmla="*/ 5288931 w 12192121"/>
                  <a:gd name="connsiteY103" fmla="*/ 219194 h 1427881"/>
                  <a:gd name="connsiteX104" fmla="*/ 5205984 w 12192121"/>
                  <a:gd name="connsiteY104" fmla="*/ 209023 h 1427881"/>
                  <a:gd name="connsiteX105" fmla="*/ 5123445 w 12192121"/>
                  <a:gd name="connsiteY105" fmla="*/ 202889 h 1427881"/>
                  <a:gd name="connsiteX106" fmla="*/ 5040254 w 12192121"/>
                  <a:gd name="connsiteY106" fmla="*/ 192347 h 1427881"/>
                  <a:gd name="connsiteX107" fmla="*/ 4956454 w 12192121"/>
                  <a:gd name="connsiteY107" fmla="*/ 173052 h 1427881"/>
                  <a:gd name="connsiteX108" fmla="*/ 4873021 w 12192121"/>
                  <a:gd name="connsiteY108" fmla="*/ 149720 h 1427881"/>
                  <a:gd name="connsiteX109" fmla="*/ 4789383 w 12192121"/>
                  <a:gd name="connsiteY109" fmla="*/ 120931 h 1427881"/>
                  <a:gd name="connsiteX110" fmla="*/ 4706031 w 12192121"/>
                  <a:gd name="connsiteY110" fmla="*/ 98122 h 1427881"/>
                  <a:gd name="connsiteX111" fmla="*/ 4704039 w 12192121"/>
                  <a:gd name="connsiteY111" fmla="*/ 98056 h 1427881"/>
                  <a:gd name="connsiteX112" fmla="*/ 4657791 w 12192121"/>
                  <a:gd name="connsiteY112" fmla="*/ 107049 h 1427881"/>
                  <a:gd name="connsiteX113" fmla="*/ 4638894 w 12192121"/>
                  <a:gd name="connsiteY113" fmla="*/ 111000 h 1427881"/>
                  <a:gd name="connsiteX114" fmla="*/ 4611381 w 12192121"/>
                  <a:gd name="connsiteY114" fmla="*/ 116107 h 1427881"/>
                  <a:gd name="connsiteX115" fmla="*/ 4610608 w 12192121"/>
                  <a:gd name="connsiteY115" fmla="*/ 116369 h 1427881"/>
                  <a:gd name="connsiteX116" fmla="*/ 4597928 w 12192121"/>
                  <a:gd name="connsiteY116" fmla="*/ 122393 h 1427881"/>
                  <a:gd name="connsiteX117" fmla="*/ 4597075 w 12192121"/>
                  <a:gd name="connsiteY117" fmla="*/ 123135 h 1427881"/>
                  <a:gd name="connsiteX118" fmla="*/ 4591263 w 12192121"/>
                  <a:gd name="connsiteY118" fmla="*/ 138850 h 1427881"/>
                  <a:gd name="connsiteX119" fmla="*/ 4582241 w 12192121"/>
                  <a:gd name="connsiteY119" fmla="*/ 156290 h 1427881"/>
                  <a:gd name="connsiteX120" fmla="*/ 4573626 w 12192121"/>
                  <a:gd name="connsiteY120" fmla="*/ 171110 h 1427881"/>
                  <a:gd name="connsiteX121" fmla="*/ 4565335 w 12192121"/>
                  <a:gd name="connsiteY121" fmla="*/ 177505 h 1427881"/>
                  <a:gd name="connsiteX122" fmla="*/ 4557451 w 12192121"/>
                  <a:gd name="connsiteY122" fmla="*/ 180059 h 1427881"/>
                  <a:gd name="connsiteX123" fmla="*/ 4556476 w 12192121"/>
                  <a:gd name="connsiteY123" fmla="*/ 180692 h 1427881"/>
                  <a:gd name="connsiteX124" fmla="*/ 4540830 w 12192121"/>
                  <a:gd name="connsiteY124" fmla="*/ 200401 h 1427881"/>
                  <a:gd name="connsiteX125" fmla="*/ 4533636 w 12192121"/>
                  <a:gd name="connsiteY125" fmla="*/ 205247 h 1427881"/>
                  <a:gd name="connsiteX126" fmla="*/ 4525996 w 12192121"/>
                  <a:gd name="connsiteY126" fmla="*/ 208826 h 1427881"/>
                  <a:gd name="connsiteX127" fmla="*/ 4525508 w 12192121"/>
                  <a:gd name="connsiteY127" fmla="*/ 209197 h 1427881"/>
                  <a:gd name="connsiteX128" fmla="*/ 4518111 w 12192121"/>
                  <a:gd name="connsiteY128" fmla="*/ 215920 h 1427881"/>
                  <a:gd name="connsiteX129" fmla="*/ 4516689 w 12192121"/>
                  <a:gd name="connsiteY129" fmla="*/ 215876 h 1427881"/>
                  <a:gd name="connsiteX130" fmla="*/ 4508398 w 12192121"/>
                  <a:gd name="connsiteY130" fmla="*/ 213584 h 1427881"/>
                  <a:gd name="connsiteX131" fmla="*/ 4441464 w 12192121"/>
                  <a:gd name="connsiteY131" fmla="*/ 199463 h 1427881"/>
                  <a:gd name="connsiteX132" fmla="*/ 4427891 w 12192121"/>
                  <a:gd name="connsiteY132" fmla="*/ 195359 h 1427881"/>
                  <a:gd name="connsiteX133" fmla="*/ 4426997 w 12192121"/>
                  <a:gd name="connsiteY133" fmla="*/ 195206 h 1427881"/>
                  <a:gd name="connsiteX134" fmla="*/ 4421632 w 12192121"/>
                  <a:gd name="connsiteY134" fmla="*/ 194835 h 1427881"/>
                  <a:gd name="connsiteX135" fmla="*/ 4415699 w 12192121"/>
                  <a:gd name="connsiteY135" fmla="*/ 194093 h 1427881"/>
                  <a:gd name="connsiteX136" fmla="*/ 4329217 w 12192121"/>
                  <a:gd name="connsiteY136" fmla="*/ 170280 h 1427881"/>
                  <a:gd name="connsiteX137" fmla="*/ 4242451 w 12192121"/>
                  <a:gd name="connsiteY137" fmla="*/ 145987 h 1427881"/>
                  <a:gd name="connsiteX138" fmla="*/ 4158163 w 12192121"/>
                  <a:gd name="connsiteY138" fmla="*/ 116041 h 1427881"/>
                  <a:gd name="connsiteX139" fmla="*/ 4107688 w 12192121"/>
                  <a:gd name="connsiteY139" fmla="*/ 90941 h 1427881"/>
                  <a:gd name="connsiteX140" fmla="*/ 4054897 w 12192121"/>
                  <a:gd name="connsiteY140" fmla="*/ 64684 h 1427881"/>
                  <a:gd name="connsiteX141" fmla="*/ 4042420 w 12192121"/>
                  <a:gd name="connsiteY141" fmla="*/ 57328 h 1427881"/>
                  <a:gd name="connsiteX142" fmla="*/ 4027465 w 12192121"/>
                  <a:gd name="connsiteY142" fmla="*/ 51042 h 1427881"/>
                  <a:gd name="connsiteX143" fmla="*/ 3994140 w 12192121"/>
                  <a:gd name="connsiteY143" fmla="*/ 34476 h 1427881"/>
                  <a:gd name="connsiteX144" fmla="*/ 3901278 w 12192121"/>
                  <a:gd name="connsiteY144" fmla="*/ 841 h 1427881"/>
                  <a:gd name="connsiteX145" fmla="*/ 3899489 w 12192121"/>
                  <a:gd name="connsiteY145" fmla="*/ 623 h 1427881"/>
                  <a:gd name="connsiteX146" fmla="*/ 3830483 w 12192121"/>
                  <a:gd name="connsiteY146" fmla="*/ 6101 h 1427881"/>
                  <a:gd name="connsiteX147" fmla="*/ 3798905 w 12192121"/>
                  <a:gd name="connsiteY147" fmla="*/ 77 h 1427881"/>
                  <a:gd name="connsiteX148" fmla="*/ 3797077 w 12192121"/>
                  <a:gd name="connsiteY148" fmla="*/ 121 h 1427881"/>
                  <a:gd name="connsiteX149" fmla="*/ 3682350 w 12192121"/>
                  <a:gd name="connsiteY149" fmla="*/ 27840 h 1427881"/>
                  <a:gd name="connsiteX150" fmla="*/ 3663981 w 12192121"/>
                  <a:gd name="connsiteY150" fmla="*/ 32206 h 1427881"/>
                  <a:gd name="connsiteX151" fmla="*/ 3662640 w 12192121"/>
                  <a:gd name="connsiteY151" fmla="*/ 32948 h 1427881"/>
                  <a:gd name="connsiteX152" fmla="*/ 3639637 w 12192121"/>
                  <a:gd name="connsiteY152" fmla="*/ 64749 h 1427881"/>
                  <a:gd name="connsiteX153" fmla="*/ 3611108 w 12192121"/>
                  <a:gd name="connsiteY153" fmla="*/ 100938 h 1427881"/>
                  <a:gd name="connsiteX154" fmla="*/ 3580059 w 12192121"/>
                  <a:gd name="connsiteY154" fmla="*/ 132739 h 1427881"/>
                  <a:gd name="connsiteX155" fmla="*/ 3550026 w 12192121"/>
                  <a:gd name="connsiteY155" fmla="*/ 149480 h 1427881"/>
                  <a:gd name="connsiteX156" fmla="*/ 3521131 w 12192121"/>
                  <a:gd name="connsiteY156" fmla="*/ 157643 h 1427881"/>
                  <a:gd name="connsiteX157" fmla="*/ 3520156 w 12192121"/>
                  <a:gd name="connsiteY157" fmla="*/ 158167 h 1427881"/>
                  <a:gd name="connsiteX158" fmla="*/ 3491830 w 12192121"/>
                  <a:gd name="connsiteY158" fmla="*/ 183966 h 1427881"/>
                  <a:gd name="connsiteX159" fmla="*/ 3466348 w 12192121"/>
                  <a:gd name="connsiteY159" fmla="*/ 217120 h 1427881"/>
                  <a:gd name="connsiteX160" fmla="*/ 3443062 w 12192121"/>
                  <a:gd name="connsiteY160" fmla="*/ 258525 h 1427881"/>
                  <a:gd name="connsiteX161" fmla="*/ 3423392 w 12192121"/>
                  <a:gd name="connsiteY161" fmla="*/ 290916 h 1427881"/>
                  <a:gd name="connsiteX162" fmla="*/ 3405917 w 12192121"/>
                  <a:gd name="connsiteY162" fmla="*/ 314903 h 1427881"/>
                  <a:gd name="connsiteX163" fmla="*/ 3387872 w 12192121"/>
                  <a:gd name="connsiteY163" fmla="*/ 334525 h 1427881"/>
                  <a:gd name="connsiteX164" fmla="*/ 3369259 w 12192121"/>
                  <a:gd name="connsiteY164" fmla="*/ 356417 h 1427881"/>
                  <a:gd name="connsiteX165" fmla="*/ 3349833 w 12192121"/>
                  <a:gd name="connsiteY165" fmla="*/ 372241 h 1427881"/>
                  <a:gd name="connsiteX166" fmla="*/ 3329717 w 12192121"/>
                  <a:gd name="connsiteY166" fmla="*/ 392322 h 1427881"/>
                  <a:gd name="connsiteX167" fmla="*/ 3308868 w 12192121"/>
                  <a:gd name="connsiteY167" fmla="*/ 409914 h 1427881"/>
                  <a:gd name="connsiteX168" fmla="*/ 3287573 w 12192121"/>
                  <a:gd name="connsiteY168" fmla="*/ 429951 h 1427881"/>
                  <a:gd name="connsiteX169" fmla="*/ 3266034 w 12192121"/>
                  <a:gd name="connsiteY169" fmla="*/ 447849 h 1427881"/>
                  <a:gd name="connsiteX170" fmla="*/ 3244413 w 12192121"/>
                  <a:gd name="connsiteY170" fmla="*/ 463083 h 1427881"/>
                  <a:gd name="connsiteX171" fmla="*/ 3222874 w 12192121"/>
                  <a:gd name="connsiteY171" fmla="*/ 476572 h 1427881"/>
                  <a:gd name="connsiteX172" fmla="*/ 3202595 w 12192121"/>
                  <a:gd name="connsiteY172" fmla="*/ 482487 h 1427881"/>
                  <a:gd name="connsiteX173" fmla="*/ 3181868 w 12192121"/>
                  <a:gd name="connsiteY173" fmla="*/ 483404 h 1427881"/>
                  <a:gd name="connsiteX174" fmla="*/ 3180812 w 12192121"/>
                  <a:gd name="connsiteY174" fmla="*/ 483557 h 1427881"/>
                  <a:gd name="connsiteX175" fmla="*/ 3159191 w 12192121"/>
                  <a:gd name="connsiteY175" fmla="*/ 490214 h 1427881"/>
                  <a:gd name="connsiteX176" fmla="*/ 3158297 w 12192121"/>
                  <a:gd name="connsiteY176" fmla="*/ 490629 h 1427881"/>
                  <a:gd name="connsiteX177" fmla="*/ 3134360 w 12192121"/>
                  <a:gd name="connsiteY177" fmla="*/ 508810 h 1427881"/>
                  <a:gd name="connsiteX178" fmla="*/ 3111399 w 12192121"/>
                  <a:gd name="connsiteY178" fmla="*/ 528432 h 1427881"/>
                  <a:gd name="connsiteX179" fmla="*/ 3088152 w 12192121"/>
                  <a:gd name="connsiteY179" fmla="*/ 541550 h 1427881"/>
                  <a:gd name="connsiteX180" fmla="*/ 3064134 w 12192121"/>
                  <a:gd name="connsiteY180" fmla="*/ 549495 h 1427881"/>
                  <a:gd name="connsiteX181" fmla="*/ 3040116 w 12192121"/>
                  <a:gd name="connsiteY181" fmla="*/ 562613 h 1427881"/>
                  <a:gd name="connsiteX182" fmla="*/ 3015407 w 12192121"/>
                  <a:gd name="connsiteY182" fmla="*/ 573526 h 1427881"/>
                  <a:gd name="connsiteX183" fmla="*/ 2990576 w 12192121"/>
                  <a:gd name="connsiteY183" fmla="*/ 587124 h 1427881"/>
                  <a:gd name="connsiteX184" fmla="*/ 2965826 w 12192121"/>
                  <a:gd name="connsiteY184" fmla="*/ 598997 h 1427881"/>
                  <a:gd name="connsiteX185" fmla="*/ 2940385 w 12192121"/>
                  <a:gd name="connsiteY185" fmla="*/ 606135 h 1427881"/>
                  <a:gd name="connsiteX186" fmla="*/ 2914132 w 12192121"/>
                  <a:gd name="connsiteY186" fmla="*/ 612159 h 1427881"/>
                  <a:gd name="connsiteX187" fmla="*/ 2887960 w 12192121"/>
                  <a:gd name="connsiteY187" fmla="*/ 619994 h 1427881"/>
                  <a:gd name="connsiteX188" fmla="*/ 2861259 w 12192121"/>
                  <a:gd name="connsiteY188" fmla="*/ 626062 h 1427881"/>
                  <a:gd name="connsiteX189" fmla="*/ 2834600 w 12192121"/>
                  <a:gd name="connsiteY189" fmla="*/ 631235 h 1427881"/>
                  <a:gd name="connsiteX190" fmla="*/ 2807452 w 12192121"/>
                  <a:gd name="connsiteY190" fmla="*/ 632872 h 1427881"/>
                  <a:gd name="connsiteX191" fmla="*/ 2683906 w 12192121"/>
                  <a:gd name="connsiteY191" fmla="*/ 627699 h 1427881"/>
                  <a:gd name="connsiteX192" fmla="*/ 2560564 w 12192121"/>
                  <a:gd name="connsiteY192" fmla="*/ 619711 h 1427881"/>
                  <a:gd name="connsiteX193" fmla="*/ 2438278 w 12192121"/>
                  <a:gd name="connsiteY193" fmla="*/ 605152 h 1427881"/>
                  <a:gd name="connsiteX194" fmla="*/ 2345660 w 12192121"/>
                  <a:gd name="connsiteY194" fmla="*/ 593104 h 1427881"/>
                  <a:gd name="connsiteX195" fmla="*/ 2254138 w 12192121"/>
                  <a:gd name="connsiteY195" fmla="*/ 575730 h 1427881"/>
                  <a:gd name="connsiteX196" fmla="*/ 2233737 w 12192121"/>
                  <a:gd name="connsiteY196" fmla="*/ 570186 h 1427881"/>
                  <a:gd name="connsiteX197" fmla="*/ 2194682 w 12192121"/>
                  <a:gd name="connsiteY197" fmla="*/ 564380 h 1427881"/>
                  <a:gd name="connsiteX198" fmla="*/ 2166803 w 12192121"/>
                  <a:gd name="connsiteY198" fmla="*/ 561608 h 1427881"/>
                  <a:gd name="connsiteX199" fmla="*/ 2078533 w 12192121"/>
                  <a:gd name="connsiteY199" fmla="*/ 551656 h 1427881"/>
                  <a:gd name="connsiteX200" fmla="*/ 2060976 w 12192121"/>
                  <a:gd name="connsiteY200" fmla="*/ 549997 h 1427881"/>
                  <a:gd name="connsiteX201" fmla="*/ 2028668 w 12192121"/>
                  <a:gd name="connsiteY201" fmla="*/ 546155 h 1427881"/>
                  <a:gd name="connsiteX202" fmla="*/ 2008429 w 12192121"/>
                  <a:gd name="connsiteY202" fmla="*/ 545937 h 1427881"/>
                  <a:gd name="connsiteX203" fmla="*/ 1969496 w 12192121"/>
                  <a:gd name="connsiteY203" fmla="*/ 546308 h 1427881"/>
                  <a:gd name="connsiteX204" fmla="*/ 1937715 w 12192121"/>
                  <a:gd name="connsiteY204" fmla="*/ 544649 h 1427881"/>
                  <a:gd name="connsiteX205" fmla="*/ 1923004 w 12192121"/>
                  <a:gd name="connsiteY205" fmla="*/ 543100 h 1427881"/>
                  <a:gd name="connsiteX206" fmla="*/ 1895450 w 12192121"/>
                  <a:gd name="connsiteY206" fmla="*/ 539062 h 1427881"/>
                  <a:gd name="connsiteX207" fmla="*/ 1871513 w 12192121"/>
                  <a:gd name="connsiteY207" fmla="*/ 535766 h 1427881"/>
                  <a:gd name="connsiteX208" fmla="*/ 1862206 w 12192121"/>
                  <a:gd name="connsiteY208" fmla="*/ 535242 h 1427881"/>
                  <a:gd name="connsiteX209" fmla="*/ 1857898 w 12192121"/>
                  <a:gd name="connsiteY209" fmla="*/ 533801 h 1427881"/>
                  <a:gd name="connsiteX210" fmla="*/ 1857085 w 12192121"/>
                  <a:gd name="connsiteY210" fmla="*/ 533649 h 1427881"/>
                  <a:gd name="connsiteX211" fmla="*/ 1812991 w 12192121"/>
                  <a:gd name="connsiteY211" fmla="*/ 528541 h 1427881"/>
                  <a:gd name="connsiteX212" fmla="*/ 1804944 w 12192121"/>
                  <a:gd name="connsiteY212" fmla="*/ 528170 h 1427881"/>
                  <a:gd name="connsiteX213" fmla="*/ 1769831 w 12192121"/>
                  <a:gd name="connsiteY213" fmla="*/ 528912 h 1427881"/>
                  <a:gd name="connsiteX214" fmla="*/ 1768490 w 12192121"/>
                  <a:gd name="connsiteY214" fmla="*/ 529131 h 1427881"/>
                  <a:gd name="connsiteX215" fmla="*/ 1732605 w 12192121"/>
                  <a:gd name="connsiteY215" fmla="*/ 542401 h 1427881"/>
                  <a:gd name="connsiteX216" fmla="*/ 1696883 w 12192121"/>
                  <a:gd name="connsiteY216" fmla="*/ 554449 h 1427881"/>
                  <a:gd name="connsiteX217" fmla="*/ 1574841 w 12192121"/>
                  <a:gd name="connsiteY217" fmla="*/ 544060 h 1427881"/>
                  <a:gd name="connsiteX218" fmla="*/ 1574028 w 12192121"/>
                  <a:gd name="connsiteY218" fmla="*/ 544060 h 1427881"/>
                  <a:gd name="connsiteX219" fmla="*/ 1450604 w 12192121"/>
                  <a:gd name="connsiteY219" fmla="*/ 555999 h 1427881"/>
                  <a:gd name="connsiteX220" fmla="*/ 1448938 w 12192121"/>
                  <a:gd name="connsiteY220" fmla="*/ 556632 h 1427881"/>
                  <a:gd name="connsiteX221" fmla="*/ 1412890 w 12192121"/>
                  <a:gd name="connsiteY221" fmla="*/ 587953 h 1427881"/>
                  <a:gd name="connsiteX222" fmla="*/ 1376233 w 12192121"/>
                  <a:gd name="connsiteY222" fmla="*/ 623399 h 1427881"/>
                  <a:gd name="connsiteX223" fmla="*/ 1370665 w 12192121"/>
                  <a:gd name="connsiteY223" fmla="*/ 624207 h 1427881"/>
                  <a:gd name="connsiteX224" fmla="*/ 1369202 w 12192121"/>
                  <a:gd name="connsiteY224" fmla="*/ 624796 h 1427881"/>
                  <a:gd name="connsiteX225" fmla="*/ 1328440 w 12192121"/>
                  <a:gd name="connsiteY225" fmla="*/ 657667 h 1427881"/>
                  <a:gd name="connsiteX226" fmla="*/ 1289020 w 12192121"/>
                  <a:gd name="connsiteY226" fmla="*/ 686500 h 1427881"/>
                  <a:gd name="connsiteX227" fmla="*/ 1269756 w 12192121"/>
                  <a:gd name="connsiteY227" fmla="*/ 698919 h 1427881"/>
                  <a:gd name="connsiteX228" fmla="*/ 1260531 w 12192121"/>
                  <a:gd name="connsiteY228" fmla="*/ 704463 h 1427881"/>
                  <a:gd name="connsiteX229" fmla="*/ 1252240 w 12192121"/>
                  <a:gd name="connsiteY229" fmla="*/ 708938 h 1427881"/>
                  <a:gd name="connsiteX230" fmla="*/ 1250290 w 12192121"/>
                  <a:gd name="connsiteY230" fmla="*/ 709527 h 1427881"/>
                  <a:gd name="connsiteX231" fmla="*/ 1246469 w 12192121"/>
                  <a:gd name="connsiteY231" fmla="*/ 710007 h 1427881"/>
                  <a:gd name="connsiteX232" fmla="*/ 1245332 w 12192121"/>
                  <a:gd name="connsiteY232" fmla="*/ 710335 h 1427881"/>
                  <a:gd name="connsiteX233" fmla="*/ 1210015 w 12192121"/>
                  <a:gd name="connsiteY233" fmla="*/ 728822 h 1427881"/>
                  <a:gd name="connsiteX234" fmla="*/ 1204001 w 12192121"/>
                  <a:gd name="connsiteY234" fmla="*/ 729564 h 1427881"/>
                  <a:gd name="connsiteX235" fmla="*/ 1202700 w 12192121"/>
                  <a:gd name="connsiteY235" fmla="*/ 729935 h 1427881"/>
                  <a:gd name="connsiteX236" fmla="*/ 1159215 w 12192121"/>
                  <a:gd name="connsiteY236" fmla="*/ 753529 h 1427881"/>
                  <a:gd name="connsiteX237" fmla="*/ 1117803 w 12192121"/>
                  <a:gd name="connsiteY237" fmla="*/ 778892 h 1427881"/>
                  <a:gd name="connsiteX238" fmla="*/ 1083178 w 12192121"/>
                  <a:gd name="connsiteY238" fmla="*/ 802028 h 1427881"/>
                  <a:gd name="connsiteX239" fmla="*/ 1077326 w 12192121"/>
                  <a:gd name="connsiteY239" fmla="*/ 805389 h 1427881"/>
                  <a:gd name="connsiteX240" fmla="*/ 1071636 w 12192121"/>
                  <a:gd name="connsiteY240" fmla="*/ 805913 h 1427881"/>
                  <a:gd name="connsiteX241" fmla="*/ 1070133 w 12192121"/>
                  <a:gd name="connsiteY241" fmla="*/ 806349 h 1427881"/>
                  <a:gd name="connsiteX242" fmla="*/ 1028111 w 12192121"/>
                  <a:gd name="connsiteY242" fmla="*/ 830380 h 1427881"/>
                  <a:gd name="connsiteX243" fmla="*/ 985723 w 12192121"/>
                  <a:gd name="connsiteY243" fmla="*/ 852753 h 1427881"/>
                  <a:gd name="connsiteX244" fmla="*/ 979424 w 12192121"/>
                  <a:gd name="connsiteY244" fmla="*/ 853276 h 1427881"/>
                  <a:gd name="connsiteX245" fmla="*/ 978042 w 12192121"/>
                  <a:gd name="connsiteY245" fmla="*/ 853648 h 1427881"/>
                  <a:gd name="connsiteX246" fmla="*/ 931388 w 12192121"/>
                  <a:gd name="connsiteY246" fmla="*/ 878050 h 1427881"/>
                  <a:gd name="connsiteX247" fmla="*/ 912368 w 12192121"/>
                  <a:gd name="connsiteY247" fmla="*/ 887588 h 1427881"/>
                  <a:gd name="connsiteX248" fmla="*/ 890626 w 12192121"/>
                  <a:gd name="connsiteY248" fmla="*/ 898196 h 1427881"/>
                  <a:gd name="connsiteX249" fmla="*/ 884245 w 12192121"/>
                  <a:gd name="connsiteY249" fmla="*/ 898523 h 1427881"/>
                  <a:gd name="connsiteX250" fmla="*/ 882701 w 12192121"/>
                  <a:gd name="connsiteY250" fmla="*/ 898894 h 1427881"/>
                  <a:gd name="connsiteX251" fmla="*/ 833933 w 12192121"/>
                  <a:gd name="connsiteY251" fmla="*/ 924147 h 1427881"/>
                  <a:gd name="connsiteX252" fmla="*/ 785571 w 12192121"/>
                  <a:gd name="connsiteY252" fmla="*/ 943704 h 1427881"/>
                  <a:gd name="connsiteX253" fmla="*/ 758220 w 12192121"/>
                  <a:gd name="connsiteY253" fmla="*/ 954050 h 1427881"/>
                  <a:gd name="connsiteX254" fmla="*/ 741761 w 12192121"/>
                  <a:gd name="connsiteY254" fmla="*/ 960030 h 1427881"/>
                  <a:gd name="connsiteX255" fmla="*/ 735015 w 12192121"/>
                  <a:gd name="connsiteY255" fmla="*/ 960248 h 1427881"/>
                  <a:gd name="connsiteX256" fmla="*/ 733918 w 12192121"/>
                  <a:gd name="connsiteY256" fmla="*/ 960401 h 1427881"/>
                  <a:gd name="connsiteX257" fmla="*/ 632562 w 12192121"/>
                  <a:gd name="connsiteY257" fmla="*/ 991788 h 1427881"/>
                  <a:gd name="connsiteX258" fmla="*/ 610575 w 12192121"/>
                  <a:gd name="connsiteY258" fmla="*/ 999776 h 1427881"/>
                  <a:gd name="connsiteX259" fmla="*/ 584769 w 12192121"/>
                  <a:gd name="connsiteY259" fmla="*/ 1008027 h 1427881"/>
                  <a:gd name="connsiteX260" fmla="*/ 577779 w 12192121"/>
                  <a:gd name="connsiteY260" fmla="*/ 1008136 h 1427881"/>
                  <a:gd name="connsiteX261" fmla="*/ 576560 w 12192121"/>
                  <a:gd name="connsiteY261" fmla="*/ 1008354 h 1427881"/>
                  <a:gd name="connsiteX262" fmla="*/ 525191 w 12192121"/>
                  <a:gd name="connsiteY262" fmla="*/ 1025248 h 1427881"/>
                  <a:gd name="connsiteX263" fmla="*/ 476138 w 12192121"/>
                  <a:gd name="connsiteY263" fmla="*/ 1039522 h 1427881"/>
                  <a:gd name="connsiteX264" fmla="*/ 475204 w 12192121"/>
                  <a:gd name="connsiteY264" fmla="*/ 1039784 h 1427881"/>
                  <a:gd name="connsiteX265" fmla="*/ 468010 w 12192121"/>
                  <a:gd name="connsiteY265" fmla="*/ 1039784 h 1427881"/>
                  <a:gd name="connsiteX266" fmla="*/ 466954 w 12192121"/>
                  <a:gd name="connsiteY266" fmla="*/ 1039893 h 1427881"/>
                  <a:gd name="connsiteX267" fmla="*/ 414122 w 12192121"/>
                  <a:gd name="connsiteY267" fmla="*/ 1053164 h 1427881"/>
                  <a:gd name="connsiteX268" fmla="*/ 371084 w 12192121"/>
                  <a:gd name="connsiteY268" fmla="*/ 1063401 h 1427881"/>
                  <a:gd name="connsiteX269" fmla="*/ 361493 w 12192121"/>
                  <a:gd name="connsiteY269" fmla="*/ 1065365 h 1427881"/>
                  <a:gd name="connsiteX270" fmla="*/ 360883 w 12192121"/>
                  <a:gd name="connsiteY270" fmla="*/ 1065474 h 1427881"/>
                  <a:gd name="connsiteX271" fmla="*/ 354015 w 12192121"/>
                  <a:gd name="connsiteY271" fmla="*/ 1065474 h 1427881"/>
                  <a:gd name="connsiteX272" fmla="*/ 353121 w 12192121"/>
                  <a:gd name="connsiteY272" fmla="*/ 1065583 h 1427881"/>
                  <a:gd name="connsiteX273" fmla="*/ 297363 w 12192121"/>
                  <a:gd name="connsiteY273" fmla="*/ 1077151 h 1427881"/>
                  <a:gd name="connsiteX274" fmla="*/ 243352 w 12192121"/>
                  <a:gd name="connsiteY274" fmla="*/ 1087977 h 1427881"/>
                  <a:gd name="connsiteX275" fmla="*/ 235712 w 12192121"/>
                  <a:gd name="connsiteY275" fmla="*/ 1087912 h 1427881"/>
                  <a:gd name="connsiteX276" fmla="*/ 234859 w 12192121"/>
                  <a:gd name="connsiteY276" fmla="*/ 1088021 h 1427881"/>
                  <a:gd name="connsiteX277" fmla="*/ 175524 w 12192121"/>
                  <a:gd name="connsiteY277" fmla="*/ 1098891 h 1427881"/>
                  <a:gd name="connsiteX278" fmla="*/ 141590 w 12192121"/>
                  <a:gd name="connsiteY278" fmla="*/ 1104653 h 1427881"/>
                  <a:gd name="connsiteX279" fmla="*/ 120498 w 12192121"/>
                  <a:gd name="connsiteY279" fmla="*/ 1108058 h 1427881"/>
                  <a:gd name="connsiteX280" fmla="*/ 112654 w 12192121"/>
                  <a:gd name="connsiteY280" fmla="*/ 1108014 h 1427881"/>
                  <a:gd name="connsiteX281" fmla="*/ 111760 w 12192121"/>
                  <a:gd name="connsiteY281" fmla="*/ 1108123 h 1427881"/>
                  <a:gd name="connsiteX282" fmla="*/ 52344 w 12192121"/>
                  <a:gd name="connsiteY282" fmla="*/ 1119473 h 1427881"/>
                  <a:gd name="connsiteX283" fmla="*/ 18816 w 12192121"/>
                  <a:gd name="connsiteY283" fmla="*/ 1124755 h 1427881"/>
                  <a:gd name="connsiteX284" fmla="*/ 0 w 12192121"/>
                  <a:gd name="connsiteY284" fmla="*/ 1127374 h 1427881"/>
                  <a:gd name="connsiteX285" fmla="*/ 0 w 12192121"/>
                  <a:gd name="connsiteY285" fmla="*/ 1130299 h 1427881"/>
                  <a:gd name="connsiteX286" fmla="*/ 20076 w 12192121"/>
                  <a:gd name="connsiteY286" fmla="*/ 1127483 h 1427881"/>
                  <a:gd name="connsiteX287" fmla="*/ 53848 w 12192121"/>
                  <a:gd name="connsiteY287" fmla="*/ 1122201 h 1427881"/>
                  <a:gd name="connsiteX288" fmla="*/ 112979 w 12192121"/>
                  <a:gd name="connsiteY288" fmla="*/ 1110852 h 1427881"/>
                  <a:gd name="connsiteX289" fmla="*/ 120782 w 12192121"/>
                  <a:gd name="connsiteY289" fmla="*/ 1110917 h 1427881"/>
                  <a:gd name="connsiteX290" fmla="*/ 121514 w 12192121"/>
                  <a:gd name="connsiteY290" fmla="*/ 1110852 h 1427881"/>
                  <a:gd name="connsiteX291" fmla="*/ 177028 w 12192121"/>
                  <a:gd name="connsiteY291" fmla="*/ 1101641 h 1427881"/>
                  <a:gd name="connsiteX292" fmla="*/ 235996 w 12192121"/>
                  <a:gd name="connsiteY292" fmla="*/ 1090771 h 1427881"/>
                  <a:gd name="connsiteX293" fmla="*/ 243677 w 12192121"/>
                  <a:gd name="connsiteY293" fmla="*/ 1090815 h 1427881"/>
                  <a:gd name="connsiteX294" fmla="*/ 244572 w 12192121"/>
                  <a:gd name="connsiteY294" fmla="*/ 1090706 h 1427881"/>
                  <a:gd name="connsiteX295" fmla="*/ 299029 w 12192121"/>
                  <a:gd name="connsiteY295" fmla="*/ 1079792 h 1427881"/>
                  <a:gd name="connsiteX296" fmla="*/ 354462 w 12192121"/>
                  <a:gd name="connsiteY296" fmla="*/ 1068333 h 1427881"/>
                  <a:gd name="connsiteX297" fmla="*/ 361249 w 12192121"/>
                  <a:gd name="connsiteY297" fmla="*/ 1068333 h 1427881"/>
                  <a:gd name="connsiteX298" fmla="*/ 372913 w 12192121"/>
                  <a:gd name="connsiteY298" fmla="*/ 1066042 h 1427881"/>
                  <a:gd name="connsiteX299" fmla="*/ 416113 w 12192121"/>
                  <a:gd name="connsiteY299" fmla="*/ 1055761 h 1427881"/>
                  <a:gd name="connsiteX300" fmla="*/ 468457 w 12192121"/>
                  <a:gd name="connsiteY300" fmla="*/ 1042644 h 1427881"/>
                  <a:gd name="connsiteX301" fmla="*/ 475691 w 12192121"/>
                  <a:gd name="connsiteY301" fmla="*/ 1042644 h 1427881"/>
                  <a:gd name="connsiteX302" fmla="*/ 476788 w 12192121"/>
                  <a:gd name="connsiteY302" fmla="*/ 1042491 h 1427881"/>
                  <a:gd name="connsiteX303" fmla="*/ 527588 w 12192121"/>
                  <a:gd name="connsiteY303" fmla="*/ 1027780 h 1427881"/>
                  <a:gd name="connsiteX304" fmla="*/ 578429 w 12192121"/>
                  <a:gd name="connsiteY304" fmla="*/ 1010995 h 1427881"/>
                  <a:gd name="connsiteX305" fmla="*/ 584403 w 12192121"/>
                  <a:gd name="connsiteY305" fmla="*/ 1010995 h 1427881"/>
                  <a:gd name="connsiteX306" fmla="*/ 585094 w 12192121"/>
                  <a:gd name="connsiteY306" fmla="*/ 1010930 h 1427881"/>
                  <a:gd name="connsiteX307" fmla="*/ 586638 w 12192121"/>
                  <a:gd name="connsiteY307" fmla="*/ 1010602 h 1427881"/>
                  <a:gd name="connsiteX308" fmla="*/ 613176 w 12192121"/>
                  <a:gd name="connsiteY308" fmla="*/ 1002177 h 1427881"/>
                  <a:gd name="connsiteX309" fmla="*/ 635122 w 12192121"/>
                  <a:gd name="connsiteY309" fmla="*/ 994232 h 1427881"/>
                  <a:gd name="connsiteX310" fmla="*/ 735787 w 12192121"/>
                  <a:gd name="connsiteY310" fmla="*/ 962999 h 1427881"/>
                  <a:gd name="connsiteX311" fmla="*/ 742655 w 12192121"/>
                  <a:gd name="connsiteY311" fmla="*/ 962780 h 1427881"/>
                  <a:gd name="connsiteX312" fmla="*/ 743915 w 12192121"/>
                  <a:gd name="connsiteY312" fmla="*/ 962562 h 1427881"/>
                  <a:gd name="connsiteX313" fmla="*/ 761025 w 12192121"/>
                  <a:gd name="connsiteY313" fmla="*/ 956385 h 1427881"/>
                  <a:gd name="connsiteX314" fmla="*/ 788457 w 12192121"/>
                  <a:gd name="connsiteY314" fmla="*/ 945996 h 1427881"/>
                  <a:gd name="connsiteX315" fmla="*/ 837143 w 12192121"/>
                  <a:gd name="connsiteY315" fmla="*/ 926286 h 1427881"/>
                  <a:gd name="connsiteX316" fmla="*/ 885505 w 12192121"/>
                  <a:gd name="connsiteY316" fmla="*/ 901295 h 1427881"/>
                  <a:gd name="connsiteX317" fmla="*/ 891885 w 12192121"/>
                  <a:gd name="connsiteY317" fmla="*/ 900967 h 1427881"/>
                  <a:gd name="connsiteX318" fmla="*/ 893348 w 12192121"/>
                  <a:gd name="connsiteY318" fmla="*/ 900662 h 1427881"/>
                  <a:gd name="connsiteX319" fmla="*/ 915782 w 12192121"/>
                  <a:gd name="connsiteY319" fmla="*/ 889683 h 1427881"/>
                  <a:gd name="connsiteX320" fmla="*/ 934842 w 12192121"/>
                  <a:gd name="connsiteY320" fmla="*/ 880145 h 1427881"/>
                  <a:gd name="connsiteX321" fmla="*/ 980928 w 12192121"/>
                  <a:gd name="connsiteY321" fmla="*/ 856005 h 1427881"/>
                  <a:gd name="connsiteX322" fmla="*/ 987268 w 12192121"/>
                  <a:gd name="connsiteY322" fmla="*/ 855481 h 1427881"/>
                  <a:gd name="connsiteX323" fmla="*/ 988609 w 12192121"/>
                  <a:gd name="connsiteY323" fmla="*/ 855110 h 1427881"/>
                  <a:gd name="connsiteX324" fmla="*/ 1031646 w 12192121"/>
                  <a:gd name="connsiteY324" fmla="*/ 832410 h 1427881"/>
                  <a:gd name="connsiteX325" fmla="*/ 1073059 w 12192121"/>
                  <a:gd name="connsiteY325" fmla="*/ 808641 h 1427881"/>
                  <a:gd name="connsiteX326" fmla="*/ 1077976 w 12192121"/>
                  <a:gd name="connsiteY326" fmla="*/ 808270 h 1427881"/>
                  <a:gd name="connsiteX327" fmla="*/ 1078829 w 12192121"/>
                  <a:gd name="connsiteY327" fmla="*/ 808117 h 1427881"/>
                  <a:gd name="connsiteX328" fmla="*/ 1080008 w 12192121"/>
                  <a:gd name="connsiteY328" fmla="*/ 807790 h 1427881"/>
                  <a:gd name="connsiteX329" fmla="*/ 1080658 w 12192121"/>
                  <a:gd name="connsiteY329" fmla="*/ 807528 h 1427881"/>
                  <a:gd name="connsiteX330" fmla="*/ 1086917 w 12192121"/>
                  <a:gd name="connsiteY330" fmla="*/ 803905 h 1427881"/>
                  <a:gd name="connsiteX331" fmla="*/ 1121542 w 12192121"/>
                  <a:gd name="connsiteY331" fmla="*/ 780725 h 1427881"/>
                  <a:gd name="connsiteX332" fmla="*/ 1162792 w 12192121"/>
                  <a:gd name="connsiteY332" fmla="*/ 755515 h 1427881"/>
                  <a:gd name="connsiteX333" fmla="*/ 1205586 w 12192121"/>
                  <a:gd name="connsiteY333" fmla="*/ 732227 h 1427881"/>
                  <a:gd name="connsiteX334" fmla="*/ 1210788 w 12192121"/>
                  <a:gd name="connsiteY334" fmla="*/ 731681 h 1427881"/>
                  <a:gd name="connsiteX335" fmla="*/ 1211519 w 12192121"/>
                  <a:gd name="connsiteY335" fmla="*/ 731528 h 1427881"/>
                  <a:gd name="connsiteX336" fmla="*/ 1248136 w 12192121"/>
                  <a:gd name="connsiteY336" fmla="*/ 712670 h 1427881"/>
                  <a:gd name="connsiteX337" fmla="*/ 1251590 w 12192121"/>
                  <a:gd name="connsiteY337" fmla="*/ 712233 h 1427881"/>
                  <a:gd name="connsiteX338" fmla="*/ 1252240 w 12192121"/>
                  <a:gd name="connsiteY338" fmla="*/ 712081 h 1427881"/>
                  <a:gd name="connsiteX339" fmla="*/ 1254841 w 12192121"/>
                  <a:gd name="connsiteY339" fmla="*/ 711273 h 1427881"/>
                  <a:gd name="connsiteX340" fmla="*/ 1255410 w 12192121"/>
                  <a:gd name="connsiteY340" fmla="*/ 711055 h 1427881"/>
                  <a:gd name="connsiteX341" fmla="*/ 1263985 w 12192121"/>
                  <a:gd name="connsiteY341" fmla="*/ 706428 h 1427881"/>
                  <a:gd name="connsiteX342" fmla="*/ 1273414 w 12192121"/>
                  <a:gd name="connsiteY342" fmla="*/ 700840 h 1427881"/>
                  <a:gd name="connsiteX343" fmla="*/ 1292799 w 12192121"/>
                  <a:gd name="connsiteY343" fmla="*/ 688268 h 1427881"/>
                  <a:gd name="connsiteX344" fmla="*/ 1332382 w 12192121"/>
                  <a:gd name="connsiteY344" fmla="*/ 659326 h 1427881"/>
                  <a:gd name="connsiteX345" fmla="*/ 1372738 w 12192121"/>
                  <a:gd name="connsiteY345" fmla="*/ 626826 h 1427881"/>
                  <a:gd name="connsiteX346" fmla="*/ 1378387 w 12192121"/>
                  <a:gd name="connsiteY346" fmla="*/ 625975 h 1427881"/>
                  <a:gd name="connsiteX347" fmla="*/ 1379972 w 12192121"/>
                  <a:gd name="connsiteY347" fmla="*/ 625342 h 1427881"/>
                  <a:gd name="connsiteX348" fmla="*/ 1417117 w 12192121"/>
                  <a:gd name="connsiteY348" fmla="*/ 589437 h 1427881"/>
                  <a:gd name="connsiteX349" fmla="*/ 1452474 w 12192121"/>
                  <a:gd name="connsiteY349" fmla="*/ 558684 h 1427881"/>
                  <a:gd name="connsiteX350" fmla="*/ 1574353 w 12192121"/>
                  <a:gd name="connsiteY350" fmla="*/ 546897 h 1427881"/>
                  <a:gd name="connsiteX351" fmla="*/ 1696883 w 12192121"/>
                  <a:gd name="connsiteY351" fmla="*/ 557330 h 1427881"/>
                  <a:gd name="connsiteX352" fmla="*/ 1698549 w 12192121"/>
                  <a:gd name="connsiteY352" fmla="*/ 557112 h 1427881"/>
                  <a:gd name="connsiteX353" fmla="*/ 1735165 w 12192121"/>
                  <a:gd name="connsiteY353" fmla="*/ 544802 h 1427881"/>
                  <a:gd name="connsiteX354" fmla="*/ 1770522 w 12192121"/>
                  <a:gd name="connsiteY354" fmla="*/ 531684 h 1427881"/>
                  <a:gd name="connsiteX355" fmla="*/ 1804619 w 12192121"/>
                  <a:gd name="connsiteY355" fmla="*/ 530986 h 1427881"/>
                  <a:gd name="connsiteX356" fmla="*/ 1812056 w 12192121"/>
                  <a:gd name="connsiteY356" fmla="*/ 531357 h 1427881"/>
                  <a:gd name="connsiteX357" fmla="*/ 1855460 w 12192121"/>
                  <a:gd name="connsiteY357" fmla="*/ 536377 h 1427881"/>
                  <a:gd name="connsiteX358" fmla="*/ 1859930 w 12192121"/>
                  <a:gd name="connsiteY358" fmla="*/ 537818 h 1427881"/>
                  <a:gd name="connsiteX359" fmla="*/ 1860987 w 12192121"/>
                  <a:gd name="connsiteY359" fmla="*/ 538036 h 1427881"/>
                  <a:gd name="connsiteX360" fmla="*/ 1870456 w 12192121"/>
                  <a:gd name="connsiteY360" fmla="*/ 538560 h 1427881"/>
                  <a:gd name="connsiteX361" fmla="*/ 1921703 w 12192121"/>
                  <a:gd name="connsiteY361" fmla="*/ 545850 h 1427881"/>
                  <a:gd name="connsiteX362" fmla="*/ 1936781 w 12192121"/>
                  <a:gd name="connsiteY362" fmla="*/ 547443 h 1427881"/>
                  <a:gd name="connsiteX363" fmla="*/ 1969130 w 12192121"/>
                  <a:gd name="connsiteY363" fmla="*/ 549146 h 1427881"/>
                  <a:gd name="connsiteX364" fmla="*/ 2008266 w 12192121"/>
                  <a:gd name="connsiteY364" fmla="*/ 548774 h 1427881"/>
                  <a:gd name="connsiteX365" fmla="*/ 2027895 w 12192121"/>
                  <a:gd name="connsiteY365" fmla="*/ 548949 h 1427881"/>
                  <a:gd name="connsiteX366" fmla="*/ 2050329 w 12192121"/>
                  <a:gd name="connsiteY366" fmla="*/ 551656 h 1427881"/>
                  <a:gd name="connsiteX367" fmla="*/ 2077395 w 12192121"/>
                  <a:gd name="connsiteY367" fmla="*/ 554428 h 1427881"/>
                  <a:gd name="connsiteX368" fmla="*/ 2165665 w 12192121"/>
                  <a:gd name="connsiteY368" fmla="*/ 564402 h 1427881"/>
                  <a:gd name="connsiteX369" fmla="*/ 2193382 w 12192121"/>
                  <a:gd name="connsiteY369" fmla="*/ 567109 h 1427881"/>
                  <a:gd name="connsiteX370" fmla="*/ 2231746 w 12192121"/>
                  <a:gd name="connsiteY370" fmla="*/ 572805 h 1427881"/>
                  <a:gd name="connsiteX371" fmla="*/ 2251944 w 12192121"/>
                  <a:gd name="connsiteY371" fmla="*/ 578349 h 1427881"/>
                  <a:gd name="connsiteX372" fmla="*/ 2344075 w 12192121"/>
                  <a:gd name="connsiteY372" fmla="*/ 595789 h 1427881"/>
                  <a:gd name="connsiteX373" fmla="*/ 2436978 w 12192121"/>
                  <a:gd name="connsiteY373" fmla="*/ 607924 h 1427881"/>
                  <a:gd name="connsiteX374" fmla="*/ 2559548 w 12192121"/>
                  <a:gd name="connsiteY374" fmla="*/ 622483 h 1427881"/>
                  <a:gd name="connsiteX375" fmla="*/ 2683175 w 12192121"/>
                  <a:gd name="connsiteY375" fmla="*/ 630537 h 1427881"/>
                  <a:gd name="connsiteX376" fmla="*/ 2807249 w 12192121"/>
                  <a:gd name="connsiteY376" fmla="*/ 635710 h 1427881"/>
                  <a:gd name="connsiteX377" fmla="*/ 2835412 w 12192121"/>
                  <a:gd name="connsiteY377" fmla="*/ 633942 h 1427881"/>
                  <a:gd name="connsiteX378" fmla="*/ 2862763 w 12192121"/>
                  <a:gd name="connsiteY378" fmla="*/ 628660 h 1427881"/>
                  <a:gd name="connsiteX379" fmla="*/ 2889789 w 12192121"/>
                  <a:gd name="connsiteY379" fmla="*/ 622526 h 1427881"/>
                  <a:gd name="connsiteX380" fmla="*/ 2915961 w 12192121"/>
                  <a:gd name="connsiteY380" fmla="*/ 614647 h 1427881"/>
                  <a:gd name="connsiteX381" fmla="*/ 2942174 w 12192121"/>
                  <a:gd name="connsiteY381" fmla="*/ 608666 h 1427881"/>
                  <a:gd name="connsiteX382" fmla="*/ 2968264 w 12192121"/>
                  <a:gd name="connsiteY382" fmla="*/ 601311 h 1427881"/>
                  <a:gd name="connsiteX383" fmla="*/ 2993705 w 12192121"/>
                  <a:gd name="connsiteY383" fmla="*/ 589110 h 1427881"/>
                  <a:gd name="connsiteX384" fmla="*/ 3018455 w 12192121"/>
                  <a:gd name="connsiteY384" fmla="*/ 575577 h 1427881"/>
                  <a:gd name="connsiteX385" fmla="*/ 3043164 w 12192121"/>
                  <a:gd name="connsiteY385" fmla="*/ 564708 h 1427881"/>
                  <a:gd name="connsiteX386" fmla="*/ 3066898 w 12192121"/>
                  <a:gd name="connsiteY386" fmla="*/ 551656 h 1427881"/>
                  <a:gd name="connsiteX387" fmla="*/ 3090713 w 12192121"/>
                  <a:gd name="connsiteY387" fmla="*/ 543863 h 1427881"/>
                  <a:gd name="connsiteX388" fmla="*/ 3091200 w 12192121"/>
                  <a:gd name="connsiteY388" fmla="*/ 543645 h 1427881"/>
                  <a:gd name="connsiteX389" fmla="*/ 3115016 w 12192121"/>
                  <a:gd name="connsiteY389" fmla="*/ 530156 h 1427881"/>
                  <a:gd name="connsiteX390" fmla="*/ 3138221 w 12192121"/>
                  <a:gd name="connsiteY390" fmla="*/ 510382 h 1427881"/>
                  <a:gd name="connsiteX391" fmla="*/ 3159801 w 12192121"/>
                  <a:gd name="connsiteY391" fmla="*/ 494186 h 1427881"/>
                  <a:gd name="connsiteX392" fmla="*/ 3161873 w 12192121"/>
                  <a:gd name="connsiteY392" fmla="*/ 492484 h 1427881"/>
                  <a:gd name="connsiteX393" fmla="*/ 3182478 w 12192121"/>
                  <a:gd name="connsiteY393" fmla="*/ 486154 h 1427881"/>
                  <a:gd name="connsiteX394" fmla="*/ 3203204 w 12192121"/>
                  <a:gd name="connsiteY394" fmla="*/ 485303 h 1427881"/>
                  <a:gd name="connsiteX395" fmla="*/ 3204180 w 12192121"/>
                  <a:gd name="connsiteY395" fmla="*/ 485150 h 1427881"/>
                  <a:gd name="connsiteX396" fmla="*/ 3225312 w 12192121"/>
                  <a:gd name="connsiteY396" fmla="*/ 478930 h 1427881"/>
                  <a:gd name="connsiteX397" fmla="*/ 3226044 w 12192121"/>
                  <a:gd name="connsiteY397" fmla="*/ 478602 h 1427881"/>
                  <a:gd name="connsiteX398" fmla="*/ 3247990 w 12192121"/>
                  <a:gd name="connsiteY398" fmla="*/ 464851 h 1427881"/>
                  <a:gd name="connsiteX399" fmla="*/ 3269813 w 12192121"/>
                  <a:gd name="connsiteY399" fmla="*/ 449442 h 1427881"/>
                  <a:gd name="connsiteX400" fmla="*/ 3291556 w 12192121"/>
                  <a:gd name="connsiteY400" fmla="*/ 431435 h 1427881"/>
                  <a:gd name="connsiteX401" fmla="*/ 3312851 w 12192121"/>
                  <a:gd name="connsiteY401" fmla="*/ 411398 h 1427881"/>
                  <a:gd name="connsiteX402" fmla="*/ 3333740 w 12192121"/>
                  <a:gd name="connsiteY402" fmla="*/ 393806 h 1427881"/>
                  <a:gd name="connsiteX403" fmla="*/ 3353816 w 12192121"/>
                  <a:gd name="connsiteY403" fmla="*/ 373726 h 1427881"/>
                  <a:gd name="connsiteX404" fmla="*/ 3373323 w 12192121"/>
                  <a:gd name="connsiteY404" fmla="*/ 357792 h 1427881"/>
                  <a:gd name="connsiteX405" fmla="*/ 3392058 w 12192121"/>
                  <a:gd name="connsiteY405" fmla="*/ 335726 h 1427881"/>
                  <a:gd name="connsiteX406" fmla="*/ 3410143 w 12192121"/>
                  <a:gd name="connsiteY406" fmla="*/ 316060 h 1427881"/>
                  <a:gd name="connsiteX407" fmla="*/ 3427740 w 12192121"/>
                  <a:gd name="connsiteY407" fmla="*/ 291876 h 1427881"/>
                  <a:gd name="connsiteX408" fmla="*/ 3447532 w 12192121"/>
                  <a:gd name="connsiteY408" fmla="*/ 259376 h 1427881"/>
                  <a:gd name="connsiteX409" fmla="*/ 3470697 w 12192121"/>
                  <a:gd name="connsiteY409" fmla="*/ 218081 h 1427881"/>
                  <a:gd name="connsiteX410" fmla="*/ 3495934 w 12192121"/>
                  <a:gd name="connsiteY410" fmla="*/ 185253 h 1427881"/>
                  <a:gd name="connsiteX411" fmla="*/ 3523732 w 12192121"/>
                  <a:gd name="connsiteY411" fmla="*/ 160000 h 1427881"/>
                  <a:gd name="connsiteX412" fmla="*/ 3552343 w 12192121"/>
                  <a:gd name="connsiteY412" fmla="*/ 151902 h 1427881"/>
                  <a:gd name="connsiteX413" fmla="*/ 3552993 w 12192121"/>
                  <a:gd name="connsiteY413" fmla="*/ 151641 h 1427881"/>
                  <a:gd name="connsiteX414" fmla="*/ 3583554 w 12192121"/>
                  <a:gd name="connsiteY414" fmla="*/ 134594 h 1427881"/>
                  <a:gd name="connsiteX415" fmla="*/ 3584001 w 12192121"/>
                  <a:gd name="connsiteY415" fmla="*/ 134267 h 1427881"/>
                  <a:gd name="connsiteX416" fmla="*/ 3615294 w 12192121"/>
                  <a:gd name="connsiteY416" fmla="*/ 102182 h 1427881"/>
                  <a:gd name="connsiteX417" fmla="*/ 3643986 w 12192121"/>
                  <a:gd name="connsiteY417" fmla="*/ 65840 h 1427881"/>
                  <a:gd name="connsiteX418" fmla="*/ 3666622 w 12192121"/>
                  <a:gd name="connsiteY418" fmla="*/ 34563 h 1427881"/>
                  <a:gd name="connsiteX419" fmla="*/ 3797849 w 12192121"/>
                  <a:gd name="connsiteY419" fmla="*/ 2958 h 1427881"/>
                  <a:gd name="connsiteX420" fmla="*/ 3829101 w 12192121"/>
                  <a:gd name="connsiteY420" fmla="*/ 8873 h 1427881"/>
                  <a:gd name="connsiteX421" fmla="*/ 3830239 w 12192121"/>
                  <a:gd name="connsiteY421" fmla="*/ 8939 h 1427881"/>
                  <a:gd name="connsiteX422" fmla="*/ 3898920 w 12192121"/>
                  <a:gd name="connsiteY422" fmla="*/ 3504 h 1427881"/>
                  <a:gd name="connsiteX423" fmla="*/ 3973495 w 12192121"/>
                  <a:gd name="connsiteY423" fmla="*/ 30525 h 1427881"/>
                  <a:gd name="connsiteX424" fmla="*/ 3987963 w 12192121"/>
                  <a:gd name="connsiteY424" fmla="*/ 35633 h 1427881"/>
                  <a:gd name="connsiteX425" fmla="*/ 4023645 w 12192121"/>
                  <a:gd name="connsiteY425" fmla="*/ 53159 h 1427881"/>
                  <a:gd name="connsiteX426" fmla="*/ 4038438 w 12192121"/>
                  <a:gd name="connsiteY426" fmla="*/ 59336 h 1427881"/>
                  <a:gd name="connsiteX427" fmla="*/ 4050752 w 12192121"/>
                  <a:gd name="connsiteY427" fmla="*/ 66583 h 1427881"/>
                  <a:gd name="connsiteX428" fmla="*/ 4154546 w 12192121"/>
                  <a:gd name="connsiteY428" fmla="*/ 118224 h 1427881"/>
                  <a:gd name="connsiteX429" fmla="*/ 4239362 w 12192121"/>
                  <a:gd name="connsiteY429" fmla="*/ 148388 h 1427881"/>
                  <a:gd name="connsiteX430" fmla="*/ 4326372 w 12192121"/>
                  <a:gd name="connsiteY430" fmla="*/ 172747 h 1427881"/>
                  <a:gd name="connsiteX431" fmla="*/ 4413382 w 12192121"/>
                  <a:gd name="connsiteY431" fmla="*/ 196734 h 1427881"/>
                  <a:gd name="connsiteX432" fmla="*/ 4420169 w 12192121"/>
                  <a:gd name="connsiteY432" fmla="*/ 197585 h 1427881"/>
                  <a:gd name="connsiteX433" fmla="*/ 4425290 w 12192121"/>
                  <a:gd name="connsiteY433" fmla="*/ 197956 h 1427881"/>
                  <a:gd name="connsiteX434" fmla="*/ 4438823 w 12192121"/>
                  <a:gd name="connsiteY434" fmla="*/ 202016 h 1427881"/>
                  <a:gd name="connsiteX435" fmla="*/ 4501774 w 12192121"/>
                  <a:gd name="connsiteY435" fmla="*/ 215134 h 1427881"/>
                  <a:gd name="connsiteX436" fmla="*/ 4514292 w 12192121"/>
                  <a:gd name="connsiteY436" fmla="*/ 218495 h 1427881"/>
                  <a:gd name="connsiteX437" fmla="*/ 4515185 w 12192121"/>
                  <a:gd name="connsiteY437" fmla="*/ 218670 h 1427881"/>
                  <a:gd name="connsiteX438" fmla="*/ 4518640 w 12192121"/>
                  <a:gd name="connsiteY438" fmla="*/ 218823 h 1427881"/>
                  <a:gd name="connsiteX439" fmla="*/ 4521078 w 12192121"/>
                  <a:gd name="connsiteY439" fmla="*/ 218190 h 1427881"/>
                  <a:gd name="connsiteX440" fmla="*/ 4529044 w 12192121"/>
                  <a:gd name="connsiteY440" fmla="*/ 210878 h 1427881"/>
                  <a:gd name="connsiteX441" fmla="*/ 4536684 w 12192121"/>
                  <a:gd name="connsiteY441" fmla="*/ 207255 h 1427881"/>
                  <a:gd name="connsiteX442" fmla="*/ 4544365 w 12192121"/>
                  <a:gd name="connsiteY442" fmla="*/ 202082 h 1427881"/>
                  <a:gd name="connsiteX443" fmla="*/ 4544772 w 12192121"/>
                  <a:gd name="connsiteY443" fmla="*/ 201754 h 1427881"/>
                  <a:gd name="connsiteX444" fmla="*/ 4560174 w 12192121"/>
                  <a:gd name="connsiteY444" fmla="*/ 182241 h 1427881"/>
                  <a:gd name="connsiteX445" fmla="*/ 4567774 w 12192121"/>
                  <a:gd name="connsiteY445" fmla="*/ 179731 h 1427881"/>
                  <a:gd name="connsiteX446" fmla="*/ 4568587 w 12192121"/>
                  <a:gd name="connsiteY446" fmla="*/ 179360 h 1427881"/>
                  <a:gd name="connsiteX447" fmla="*/ 4577406 w 12192121"/>
                  <a:gd name="connsiteY447" fmla="*/ 172594 h 1427881"/>
                  <a:gd name="connsiteX448" fmla="*/ 4577731 w 12192121"/>
                  <a:gd name="connsiteY448" fmla="*/ 172158 h 1427881"/>
                  <a:gd name="connsiteX449" fmla="*/ 4586509 w 12192121"/>
                  <a:gd name="connsiteY449" fmla="*/ 157075 h 1427881"/>
                  <a:gd name="connsiteX450" fmla="*/ 4595572 w 12192121"/>
                  <a:gd name="connsiteY450" fmla="*/ 139483 h 1427881"/>
                  <a:gd name="connsiteX451" fmla="*/ 4601261 w 12192121"/>
                  <a:gd name="connsiteY451" fmla="*/ 124183 h 1427881"/>
                  <a:gd name="connsiteX452" fmla="*/ 4612925 w 12192121"/>
                  <a:gd name="connsiteY452" fmla="*/ 118704 h 1427881"/>
                  <a:gd name="connsiteX453" fmla="*/ 4639991 w 12192121"/>
                  <a:gd name="connsiteY453" fmla="*/ 113641 h 1427881"/>
                  <a:gd name="connsiteX454" fmla="*/ 4658929 w 12192121"/>
                  <a:gd name="connsiteY454" fmla="*/ 109690 h 1427881"/>
                  <a:gd name="connsiteX455" fmla="*/ 4704121 w 12192121"/>
                  <a:gd name="connsiteY455" fmla="*/ 100894 h 1427881"/>
                  <a:gd name="connsiteX456" fmla="*/ 4786335 w 12192121"/>
                  <a:gd name="connsiteY456" fmla="*/ 123332 h 1427881"/>
                  <a:gd name="connsiteX457" fmla="*/ 4869892 w 12192121"/>
                  <a:gd name="connsiteY457" fmla="*/ 152099 h 1427881"/>
                  <a:gd name="connsiteX458" fmla="*/ 4953732 w 12192121"/>
                  <a:gd name="connsiteY458" fmla="*/ 175541 h 1427881"/>
                  <a:gd name="connsiteX459" fmla="*/ 5038101 w 12192121"/>
                  <a:gd name="connsiteY459" fmla="*/ 194988 h 1427881"/>
                  <a:gd name="connsiteX460" fmla="*/ 5121941 w 12192121"/>
                  <a:gd name="connsiteY460" fmla="*/ 205596 h 1427881"/>
                  <a:gd name="connsiteX461" fmla="*/ 5204480 w 12192121"/>
                  <a:gd name="connsiteY461" fmla="*/ 211729 h 1427881"/>
                  <a:gd name="connsiteX462" fmla="*/ 5286939 w 12192121"/>
                  <a:gd name="connsiteY462" fmla="*/ 221857 h 1427881"/>
                  <a:gd name="connsiteX463" fmla="*/ 5370373 w 12192121"/>
                  <a:gd name="connsiteY463" fmla="*/ 237681 h 1427881"/>
                  <a:gd name="connsiteX464" fmla="*/ 5453604 w 12192121"/>
                  <a:gd name="connsiteY464" fmla="*/ 245931 h 1427881"/>
                  <a:gd name="connsiteX465" fmla="*/ 5538907 w 12192121"/>
                  <a:gd name="connsiteY465" fmla="*/ 253658 h 1427881"/>
                  <a:gd name="connsiteX466" fmla="*/ 5628193 w 12192121"/>
                  <a:gd name="connsiteY466" fmla="*/ 278758 h 1427881"/>
                  <a:gd name="connsiteX467" fmla="*/ 5810585 w 12192121"/>
                  <a:gd name="connsiteY467" fmla="*/ 313834 h 1427881"/>
                  <a:gd name="connsiteX468" fmla="*/ 5902513 w 12192121"/>
                  <a:gd name="connsiteY468" fmla="*/ 332277 h 1427881"/>
                  <a:gd name="connsiteX469" fmla="*/ 5992449 w 12192121"/>
                  <a:gd name="connsiteY469" fmla="*/ 350502 h 1427881"/>
                  <a:gd name="connsiteX470" fmla="*/ 6052231 w 12192121"/>
                  <a:gd name="connsiteY470" fmla="*/ 364362 h 1427881"/>
                  <a:gd name="connsiteX471" fmla="*/ 6058530 w 12192121"/>
                  <a:gd name="connsiteY471" fmla="*/ 364951 h 1427881"/>
                  <a:gd name="connsiteX472" fmla="*/ 6075477 w 12192121"/>
                  <a:gd name="connsiteY472" fmla="*/ 368989 h 1427881"/>
                  <a:gd name="connsiteX473" fmla="*/ 6119084 w 12192121"/>
                  <a:gd name="connsiteY473" fmla="*/ 383809 h 1427881"/>
                  <a:gd name="connsiteX474" fmla="*/ 6134080 w 12192121"/>
                  <a:gd name="connsiteY474" fmla="*/ 389724 h 1427881"/>
                  <a:gd name="connsiteX475" fmla="*/ 6141477 w 12192121"/>
                  <a:gd name="connsiteY475" fmla="*/ 395116 h 1427881"/>
                  <a:gd name="connsiteX476" fmla="*/ 6142126 w 12192121"/>
                  <a:gd name="connsiteY476" fmla="*/ 395443 h 1427881"/>
                  <a:gd name="connsiteX477" fmla="*/ 6161999 w 12192121"/>
                  <a:gd name="connsiteY477" fmla="*/ 402362 h 1427881"/>
                  <a:gd name="connsiteX478" fmla="*/ 6164641 w 12192121"/>
                  <a:gd name="connsiteY478" fmla="*/ 403060 h 1427881"/>
                  <a:gd name="connsiteX479" fmla="*/ 6178012 w 12192121"/>
                  <a:gd name="connsiteY479" fmla="*/ 409085 h 1427881"/>
                  <a:gd name="connsiteX480" fmla="*/ 6210158 w 12192121"/>
                  <a:gd name="connsiteY480" fmla="*/ 426022 h 1427881"/>
                  <a:gd name="connsiteX481" fmla="*/ 6210849 w 12192121"/>
                  <a:gd name="connsiteY481" fmla="*/ 426284 h 1427881"/>
                  <a:gd name="connsiteX482" fmla="*/ 6225032 w 12192121"/>
                  <a:gd name="connsiteY482" fmla="*/ 429798 h 1427881"/>
                  <a:gd name="connsiteX483" fmla="*/ 6245758 w 12192121"/>
                  <a:gd name="connsiteY483" fmla="*/ 433727 h 1427881"/>
                  <a:gd name="connsiteX484" fmla="*/ 6303183 w 12192121"/>
                  <a:gd name="connsiteY484" fmla="*/ 451210 h 1427881"/>
                  <a:gd name="connsiteX485" fmla="*/ 6302492 w 12192121"/>
                  <a:gd name="connsiteY485" fmla="*/ 462341 h 1427881"/>
                  <a:gd name="connsiteX486" fmla="*/ 6302776 w 12192121"/>
                  <a:gd name="connsiteY486" fmla="*/ 463040 h 1427881"/>
                  <a:gd name="connsiteX487" fmla="*/ 6308141 w 12192121"/>
                  <a:gd name="connsiteY487" fmla="*/ 468431 h 1427881"/>
                  <a:gd name="connsiteX488" fmla="*/ 6308548 w 12192121"/>
                  <a:gd name="connsiteY488" fmla="*/ 468802 h 1427881"/>
                  <a:gd name="connsiteX489" fmla="*/ 6316472 w 12192121"/>
                  <a:gd name="connsiteY489" fmla="*/ 473058 h 1427881"/>
                  <a:gd name="connsiteX490" fmla="*/ 6358534 w 12192121"/>
                  <a:gd name="connsiteY490" fmla="*/ 487813 h 1427881"/>
                  <a:gd name="connsiteX491" fmla="*/ 6391453 w 12192121"/>
                  <a:gd name="connsiteY491" fmla="*/ 500647 h 1427881"/>
                  <a:gd name="connsiteX492" fmla="*/ 6392631 w 12192121"/>
                  <a:gd name="connsiteY492" fmla="*/ 500865 h 1427881"/>
                  <a:gd name="connsiteX493" fmla="*/ 6399662 w 12192121"/>
                  <a:gd name="connsiteY493" fmla="*/ 501411 h 1427881"/>
                  <a:gd name="connsiteX494" fmla="*/ 6400759 w 12192121"/>
                  <a:gd name="connsiteY494" fmla="*/ 501345 h 1427881"/>
                  <a:gd name="connsiteX495" fmla="*/ 6407912 w 12192121"/>
                  <a:gd name="connsiteY495" fmla="*/ 500123 h 1427881"/>
                  <a:gd name="connsiteX496" fmla="*/ 6467653 w 12192121"/>
                  <a:gd name="connsiteY496" fmla="*/ 505602 h 1427881"/>
                  <a:gd name="connsiteX497" fmla="*/ 6471432 w 12192121"/>
                  <a:gd name="connsiteY497" fmla="*/ 505558 h 1427881"/>
                  <a:gd name="connsiteX498" fmla="*/ 6473017 w 12192121"/>
                  <a:gd name="connsiteY498" fmla="*/ 506409 h 1427881"/>
                  <a:gd name="connsiteX499" fmla="*/ 6474806 w 12192121"/>
                  <a:gd name="connsiteY499" fmla="*/ 508330 h 1427881"/>
                  <a:gd name="connsiteX500" fmla="*/ 6477163 w 12192121"/>
                  <a:gd name="connsiteY500" fmla="*/ 516056 h 1427881"/>
                  <a:gd name="connsiteX501" fmla="*/ 6479236 w 12192121"/>
                  <a:gd name="connsiteY501" fmla="*/ 517235 h 1427881"/>
                  <a:gd name="connsiteX502" fmla="*/ 6557305 w 12192121"/>
                  <a:gd name="connsiteY502" fmla="*/ 524263 h 1427881"/>
                  <a:gd name="connsiteX503" fmla="*/ 6557590 w 12192121"/>
                  <a:gd name="connsiteY503" fmla="*/ 525813 h 1427881"/>
                  <a:gd name="connsiteX504" fmla="*/ 6559662 w 12192121"/>
                  <a:gd name="connsiteY504" fmla="*/ 527035 h 1427881"/>
                  <a:gd name="connsiteX505" fmla="*/ 6642893 w 12192121"/>
                  <a:gd name="connsiteY505" fmla="*/ 534500 h 1427881"/>
                  <a:gd name="connsiteX506" fmla="*/ 6725920 w 12192121"/>
                  <a:gd name="connsiteY506" fmla="*/ 535460 h 1427881"/>
                  <a:gd name="connsiteX507" fmla="*/ 6808379 w 12192121"/>
                  <a:gd name="connsiteY507" fmla="*/ 532536 h 1427881"/>
                  <a:gd name="connsiteX508" fmla="*/ 6891040 w 12192121"/>
                  <a:gd name="connsiteY508" fmla="*/ 528541 h 1427881"/>
                  <a:gd name="connsiteX509" fmla="*/ 6918717 w 12192121"/>
                  <a:gd name="connsiteY509" fmla="*/ 524591 h 1427881"/>
                  <a:gd name="connsiteX510" fmla="*/ 6968419 w 12192121"/>
                  <a:gd name="connsiteY510" fmla="*/ 520706 h 1427881"/>
                  <a:gd name="connsiteX511" fmla="*/ 7048398 w 12192121"/>
                  <a:gd name="connsiteY511" fmla="*/ 516864 h 1427881"/>
                  <a:gd name="connsiteX512" fmla="*/ 7128460 w 12192121"/>
                  <a:gd name="connsiteY512" fmla="*/ 515052 h 1427881"/>
                  <a:gd name="connsiteX513" fmla="*/ 7145813 w 12192121"/>
                  <a:gd name="connsiteY513" fmla="*/ 530287 h 1427881"/>
                  <a:gd name="connsiteX514" fmla="*/ 7148007 w 12192121"/>
                  <a:gd name="connsiteY514" fmla="*/ 530920 h 1427881"/>
                  <a:gd name="connsiteX515" fmla="*/ 7148088 w 12192121"/>
                  <a:gd name="connsiteY515" fmla="*/ 530920 h 1427881"/>
                  <a:gd name="connsiteX516" fmla="*/ 7231035 w 12192121"/>
                  <a:gd name="connsiteY516" fmla="*/ 529065 h 1427881"/>
                  <a:gd name="connsiteX517" fmla="*/ 7310526 w 12192121"/>
                  <a:gd name="connsiteY517" fmla="*/ 525114 h 1427881"/>
                  <a:gd name="connsiteX518" fmla="*/ 7390994 w 12192121"/>
                  <a:gd name="connsiteY518" fmla="*/ 523259 h 1427881"/>
                  <a:gd name="connsiteX519" fmla="*/ 7721194 w 12192121"/>
                  <a:gd name="connsiteY519" fmla="*/ 745999 h 1427881"/>
                  <a:gd name="connsiteX520" fmla="*/ 7723185 w 12192121"/>
                  <a:gd name="connsiteY520" fmla="*/ 746523 h 1427881"/>
                  <a:gd name="connsiteX521" fmla="*/ 7832222 w 12192121"/>
                  <a:gd name="connsiteY521" fmla="*/ 746676 h 1427881"/>
                  <a:gd name="connsiteX522" fmla="*/ 7911023 w 12192121"/>
                  <a:gd name="connsiteY522" fmla="*/ 796026 h 1427881"/>
                  <a:gd name="connsiteX523" fmla="*/ 7912934 w 12192121"/>
                  <a:gd name="connsiteY523" fmla="*/ 796506 h 1427881"/>
                  <a:gd name="connsiteX524" fmla="*/ 8027822 w 12192121"/>
                  <a:gd name="connsiteY524" fmla="*/ 796724 h 1427881"/>
                  <a:gd name="connsiteX525" fmla="*/ 8040218 w 12192121"/>
                  <a:gd name="connsiteY525" fmla="*/ 803927 h 1427881"/>
                  <a:gd name="connsiteX526" fmla="*/ 8053304 w 12192121"/>
                  <a:gd name="connsiteY526" fmla="*/ 810365 h 1427881"/>
                  <a:gd name="connsiteX527" fmla="*/ 8054320 w 12192121"/>
                  <a:gd name="connsiteY527" fmla="*/ 810693 h 1427881"/>
                  <a:gd name="connsiteX528" fmla="*/ 8066430 w 12192121"/>
                  <a:gd name="connsiteY528" fmla="*/ 812505 h 1427881"/>
                  <a:gd name="connsiteX529" fmla="*/ 8079517 w 12192121"/>
                  <a:gd name="connsiteY529" fmla="*/ 826845 h 1427881"/>
                  <a:gd name="connsiteX530" fmla="*/ 8080005 w 12192121"/>
                  <a:gd name="connsiteY530" fmla="*/ 827216 h 1427881"/>
                  <a:gd name="connsiteX531" fmla="*/ 8681070 w 12192121"/>
                  <a:gd name="connsiteY531" fmla="*/ 1178427 h 1427881"/>
                  <a:gd name="connsiteX532" fmla="*/ 8705982 w 12192121"/>
                  <a:gd name="connsiteY532" fmla="*/ 1190147 h 1427881"/>
                  <a:gd name="connsiteX533" fmla="*/ 8731504 w 12192121"/>
                  <a:gd name="connsiteY533" fmla="*/ 1198136 h 1427881"/>
                  <a:gd name="connsiteX534" fmla="*/ 8782914 w 12192121"/>
                  <a:gd name="connsiteY534" fmla="*/ 1208111 h 1427881"/>
                  <a:gd name="connsiteX535" fmla="*/ 8809208 w 12192121"/>
                  <a:gd name="connsiteY535" fmla="*/ 1213982 h 1427881"/>
                  <a:gd name="connsiteX536" fmla="*/ 8836396 w 12192121"/>
                  <a:gd name="connsiteY536" fmla="*/ 1222494 h 1427881"/>
                  <a:gd name="connsiteX537" fmla="*/ 8864194 w 12192121"/>
                  <a:gd name="connsiteY537" fmla="*/ 1231923 h 1427881"/>
                  <a:gd name="connsiteX538" fmla="*/ 8865494 w 12192121"/>
                  <a:gd name="connsiteY538" fmla="*/ 1232142 h 1427881"/>
                  <a:gd name="connsiteX539" fmla="*/ 8865575 w 12192121"/>
                  <a:gd name="connsiteY539" fmla="*/ 1232142 h 1427881"/>
                  <a:gd name="connsiteX540" fmla="*/ 9038010 w 12192121"/>
                  <a:gd name="connsiteY540" fmla="*/ 1231923 h 1427881"/>
                  <a:gd name="connsiteX541" fmla="*/ 9382029 w 12192121"/>
                  <a:gd name="connsiteY541" fmla="*/ 1229893 h 1427881"/>
                  <a:gd name="connsiteX542" fmla="*/ 9415679 w 12192121"/>
                  <a:gd name="connsiteY542" fmla="*/ 1250520 h 1427881"/>
                  <a:gd name="connsiteX543" fmla="*/ 9450995 w 12192121"/>
                  <a:gd name="connsiteY543" fmla="*/ 1270709 h 1427881"/>
                  <a:gd name="connsiteX544" fmla="*/ 9487002 w 12192121"/>
                  <a:gd name="connsiteY544" fmla="*/ 1289567 h 1427881"/>
                  <a:gd name="connsiteX545" fmla="*/ 9523821 w 12192121"/>
                  <a:gd name="connsiteY545" fmla="*/ 1306985 h 1427881"/>
                  <a:gd name="connsiteX546" fmla="*/ 9561332 w 12192121"/>
                  <a:gd name="connsiteY546" fmla="*/ 1324250 h 1427881"/>
                  <a:gd name="connsiteX547" fmla="*/ 9562917 w 12192121"/>
                  <a:gd name="connsiteY547" fmla="*/ 1324577 h 1427881"/>
                  <a:gd name="connsiteX548" fmla="*/ 9735678 w 12192121"/>
                  <a:gd name="connsiteY548" fmla="*/ 1325908 h 1427881"/>
                  <a:gd name="connsiteX549" fmla="*/ 9736775 w 12192121"/>
                  <a:gd name="connsiteY549" fmla="*/ 1326061 h 1427881"/>
                  <a:gd name="connsiteX550" fmla="*/ 9928962 w 12192121"/>
                  <a:gd name="connsiteY550" fmla="*/ 1327720 h 1427881"/>
                  <a:gd name="connsiteX551" fmla="*/ 10112126 w 12192121"/>
                  <a:gd name="connsiteY551" fmla="*/ 1328528 h 1427881"/>
                  <a:gd name="connsiteX552" fmla="*/ 10294600 w 12192121"/>
                  <a:gd name="connsiteY552" fmla="*/ 1331038 h 1427881"/>
                  <a:gd name="connsiteX553" fmla="*/ 10341133 w 12192121"/>
                  <a:gd name="connsiteY553" fmla="*/ 1351336 h 1427881"/>
                  <a:gd name="connsiteX554" fmla="*/ 10342636 w 12192121"/>
                  <a:gd name="connsiteY554" fmla="*/ 1351598 h 1427881"/>
                  <a:gd name="connsiteX555" fmla="*/ 10528280 w 12192121"/>
                  <a:gd name="connsiteY555" fmla="*/ 1354217 h 1427881"/>
                  <a:gd name="connsiteX556" fmla="*/ 10714005 w 12192121"/>
                  <a:gd name="connsiteY556" fmla="*/ 1357884 h 1427881"/>
                  <a:gd name="connsiteX557" fmla="*/ 10899851 w 12192121"/>
                  <a:gd name="connsiteY557" fmla="*/ 1359849 h 1427881"/>
                  <a:gd name="connsiteX558" fmla="*/ 11085983 w 12192121"/>
                  <a:gd name="connsiteY558" fmla="*/ 1362402 h 1427881"/>
                  <a:gd name="connsiteX559" fmla="*/ 11272033 w 12192121"/>
                  <a:gd name="connsiteY559" fmla="*/ 1364258 h 1427881"/>
                  <a:gd name="connsiteX560" fmla="*/ 11458244 w 12192121"/>
                  <a:gd name="connsiteY560" fmla="*/ 1364891 h 1427881"/>
                  <a:gd name="connsiteX561" fmla="*/ 11644579 w 12192121"/>
                  <a:gd name="connsiteY561" fmla="*/ 1366375 h 1427881"/>
                  <a:gd name="connsiteX562" fmla="*/ 11831035 w 12192121"/>
                  <a:gd name="connsiteY562" fmla="*/ 1367597 h 1427881"/>
                  <a:gd name="connsiteX563" fmla="*/ 11928652 w 12192121"/>
                  <a:gd name="connsiteY563" fmla="*/ 1367815 h 1427881"/>
                  <a:gd name="connsiteX564" fmla="*/ 11995627 w 12192121"/>
                  <a:gd name="connsiteY564" fmla="*/ 1387263 h 1427881"/>
                  <a:gd name="connsiteX565" fmla="*/ 12135511 w 12192121"/>
                  <a:gd name="connsiteY565" fmla="*/ 1427074 h 1427881"/>
                  <a:gd name="connsiteX566" fmla="*/ 12136608 w 12192121"/>
                  <a:gd name="connsiteY566" fmla="*/ 1427227 h 1427881"/>
                  <a:gd name="connsiteX567" fmla="*/ 12191553 w 12192121"/>
                  <a:gd name="connsiteY567" fmla="*/ 1427882 h 1427881"/>
                  <a:gd name="connsiteX568" fmla="*/ 12191553 w 12192121"/>
                  <a:gd name="connsiteY568" fmla="*/ 1425110 h 1427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Lst>
                <a:rect l="l" t="t" r="r" b="b"/>
                <a:pathLst>
                  <a:path w="12192121" h="1427881">
                    <a:moveTo>
                      <a:pt x="12192122" y="1425176"/>
                    </a:moveTo>
                    <a:lnTo>
                      <a:pt x="12137826" y="1424542"/>
                    </a:lnTo>
                    <a:lnTo>
                      <a:pt x="12001399" y="1385691"/>
                    </a:lnTo>
                    <a:lnTo>
                      <a:pt x="11930969" y="1365218"/>
                    </a:lnTo>
                    <a:cubicBezTo>
                      <a:pt x="11930562" y="1365109"/>
                      <a:pt x="11930197" y="1365065"/>
                      <a:pt x="11929791" y="1365065"/>
                    </a:cubicBezTo>
                    <a:lnTo>
                      <a:pt x="11831564" y="1364847"/>
                    </a:lnTo>
                    <a:lnTo>
                      <a:pt x="11645229" y="1363625"/>
                    </a:lnTo>
                    <a:lnTo>
                      <a:pt x="11458773" y="1362140"/>
                    </a:lnTo>
                    <a:lnTo>
                      <a:pt x="11272642" y="1361508"/>
                    </a:lnTo>
                    <a:lnTo>
                      <a:pt x="11086592" y="1359696"/>
                    </a:lnTo>
                    <a:lnTo>
                      <a:pt x="10900460" y="1357077"/>
                    </a:lnTo>
                    <a:lnTo>
                      <a:pt x="10714614" y="1355112"/>
                    </a:lnTo>
                    <a:lnTo>
                      <a:pt x="10528889" y="1351424"/>
                    </a:lnTo>
                    <a:lnTo>
                      <a:pt x="10344140" y="1348870"/>
                    </a:lnTo>
                    <a:lnTo>
                      <a:pt x="10297607" y="1328571"/>
                    </a:lnTo>
                    <a:cubicBezTo>
                      <a:pt x="10297201" y="1328353"/>
                      <a:pt x="10296632" y="1328244"/>
                      <a:pt x="10296144" y="1328244"/>
                    </a:cubicBezTo>
                    <a:lnTo>
                      <a:pt x="10112695" y="1325799"/>
                    </a:lnTo>
                    <a:lnTo>
                      <a:pt x="9929653" y="1324948"/>
                    </a:lnTo>
                    <a:lnTo>
                      <a:pt x="9738075" y="1323289"/>
                    </a:lnTo>
                    <a:cubicBezTo>
                      <a:pt x="9737669" y="1323224"/>
                      <a:pt x="9737385" y="1323180"/>
                      <a:pt x="9736978" y="1323180"/>
                    </a:cubicBezTo>
                    <a:lnTo>
                      <a:pt x="9564543" y="1321783"/>
                    </a:lnTo>
                    <a:lnTo>
                      <a:pt x="9527722" y="1304889"/>
                    </a:lnTo>
                    <a:lnTo>
                      <a:pt x="9491025" y="1287450"/>
                    </a:lnTo>
                    <a:lnTo>
                      <a:pt x="9455221" y="1268701"/>
                    </a:lnTo>
                    <a:lnTo>
                      <a:pt x="9420108" y="1248599"/>
                    </a:lnTo>
                    <a:lnTo>
                      <a:pt x="9385686" y="1227558"/>
                    </a:lnTo>
                    <a:cubicBezTo>
                      <a:pt x="9385199" y="1227231"/>
                      <a:pt x="9384386" y="1227143"/>
                      <a:pt x="9383776" y="1227078"/>
                    </a:cubicBezTo>
                    <a:lnTo>
                      <a:pt x="9038580" y="1229108"/>
                    </a:lnTo>
                    <a:lnTo>
                      <a:pt x="8866917" y="1229326"/>
                    </a:lnTo>
                    <a:lnTo>
                      <a:pt x="8839607" y="1220050"/>
                    </a:lnTo>
                    <a:lnTo>
                      <a:pt x="8812012" y="1211472"/>
                    </a:lnTo>
                    <a:lnTo>
                      <a:pt x="8785352" y="1205491"/>
                    </a:lnTo>
                    <a:lnTo>
                      <a:pt x="8734226" y="1195582"/>
                    </a:lnTo>
                    <a:lnTo>
                      <a:pt x="8709518" y="1187855"/>
                    </a:lnTo>
                    <a:lnTo>
                      <a:pt x="8685215" y="1176397"/>
                    </a:lnTo>
                    <a:lnTo>
                      <a:pt x="8084556" y="825404"/>
                    </a:lnTo>
                    <a:lnTo>
                      <a:pt x="8071185" y="810649"/>
                    </a:lnTo>
                    <a:cubicBezTo>
                      <a:pt x="8070861" y="810322"/>
                      <a:pt x="8070292" y="810060"/>
                      <a:pt x="8069600" y="809951"/>
                    </a:cubicBezTo>
                    <a:lnTo>
                      <a:pt x="8056921" y="808030"/>
                    </a:lnTo>
                    <a:lnTo>
                      <a:pt x="8044404" y="801897"/>
                    </a:lnTo>
                    <a:lnTo>
                      <a:pt x="8031521" y="794389"/>
                    </a:lnTo>
                    <a:cubicBezTo>
                      <a:pt x="8031033" y="794127"/>
                      <a:pt x="8030423" y="793974"/>
                      <a:pt x="8029733" y="793974"/>
                    </a:cubicBezTo>
                    <a:lnTo>
                      <a:pt x="7914844" y="793756"/>
                    </a:lnTo>
                    <a:lnTo>
                      <a:pt x="7836083" y="744362"/>
                    </a:lnTo>
                    <a:cubicBezTo>
                      <a:pt x="7835596" y="744100"/>
                      <a:pt x="7834904" y="743882"/>
                      <a:pt x="7834173" y="743882"/>
                    </a:cubicBezTo>
                    <a:lnTo>
                      <a:pt x="7725136" y="743729"/>
                    </a:lnTo>
                    <a:lnTo>
                      <a:pt x="7394936" y="520989"/>
                    </a:lnTo>
                    <a:cubicBezTo>
                      <a:pt x="7394448" y="520618"/>
                      <a:pt x="7393960" y="520509"/>
                      <a:pt x="7392863" y="520465"/>
                    </a:cubicBezTo>
                    <a:lnTo>
                      <a:pt x="7311014" y="522386"/>
                    </a:lnTo>
                    <a:lnTo>
                      <a:pt x="7231441" y="526271"/>
                    </a:lnTo>
                    <a:lnTo>
                      <a:pt x="7150080" y="528127"/>
                    </a:lnTo>
                    <a:lnTo>
                      <a:pt x="7132808" y="512892"/>
                    </a:lnTo>
                    <a:cubicBezTo>
                      <a:pt x="7132320" y="512477"/>
                      <a:pt x="7131345" y="512259"/>
                      <a:pt x="7130532" y="512259"/>
                    </a:cubicBezTo>
                    <a:lnTo>
                      <a:pt x="7048886" y="514114"/>
                    </a:lnTo>
                    <a:lnTo>
                      <a:pt x="6968622" y="517890"/>
                    </a:lnTo>
                    <a:lnTo>
                      <a:pt x="6918513" y="521840"/>
                    </a:lnTo>
                    <a:lnTo>
                      <a:pt x="6891040" y="525791"/>
                    </a:lnTo>
                    <a:lnTo>
                      <a:pt x="6808785" y="529742"/>
                    </a:lnTo>
                    <a:lnTo>
                      <a:pt x="6726652" y="532666"/>
                    </a:lnTo>
                    <a:lnTo>
                      <a:pt x="6644112" y="531706"/>
                    </a:lnTo>
                    <a:lnTo>
                      <a:pt x="6563238" y="524460"/>
                    </a:lnTo>
                    <a:lnTo>
                      <a:pt x="6562954" y="522910"/>
                    </a:lnTo>
                    <a:cubicBezTo>
                      <a:pt x="6562750" y="522321"/>
                      <a:pt x="6561856" y="521797"/>
                      <a:pt x="6560759" y="521688"/>
                    </a:cubicBezTo>
                    <a:lnTo>
                      <a:pt x="6482568" y="514660"/>
                    </a:lnTo>
                    <a:lnTo>
                      <a:pt x="6480495" y="507675"/>
                    </a:lnTo>
                    <a:cubicBezTo>
                      <a:pt x="6480414" y="507522"/>
                      <a:pt x="6480292" y="507413"/>
                      <a:pt x="6480211" y="507260"/>
                    </a:cubicBezTo>
                    <a:lnTo>
                      <a:pt x="6478138" y="504969"/>
                    </a:lnTo>
                    <a:cubicBezTo>
                      <a:pt x="6478138" y="504969"/>
                      <a:pt x="6477854" y="504750"/>
                      <a:pt x="6477651" y="504663"/>
                    </a:cubicBezTo>
                    <a:lnTo>
                      <a:pt x="6474968" y="503157"/>
                    </a:lnTo>
                    <a:cubicBezTo>
                      <a:pt x="6474480" y="502895"/>
                      <a:pt x="6473790" y="502786"/>
                      <a:pt x="6473099" y="502742"/>
                    </a:cubicBezTo>
                    <a:lnTo>
                      <a:pt x="6468710" y="502895"/>
                    </a:lnTo>
                    <a:lnTo>
                      <a:pt x="6408969" y="497351"/>
                    </a:lnTo>
                    <a:cubicBezTo>
                      <a:pt x="6408563" y="497286"/>
                      <a:pt x="6408197" y="497351"/>
                      <a:pt x="6407790" y="497395"/>
                    </a:cubicBezTo>
                    <a:lnTo>
                      <a:pt x="6400557" y="498617"/>
                    </a:lnTo>
                    <a:lnTo>
                      <a:pt x="6394623" y="498202"/>
                    </a:lnTo>
                    <a:lnTo>
                      <a:pt x="6362070" y="485521"/>
                    </a:lnTo>
                    <a:lnTo>
                      <a:pt x="6325169" y="472578"/>
                    </a:lnTo>
                    <a:lnTo>
                      <a:pt x="6320414" y="470919"/>
                    </a:lnTo>
                    <a:lnTo>
                      <a:pt x="6313181" y="466969"/>
                    </a:lnTo>
                    <a:lnTo>
                      <a:pt x="6308303" y="462058"/>
                    </a:lnTo>
                    <a:lnTo>
                      <a:pt x="6308995" y="450446"/>
                    </a:lnTo>
                    <a:cubicBezTo>
                      <a:pt x="6309076" y="449922"/>
                      <a:pt x="6308588" y="449420"/>
                      <a:pt x="6307694" y="449180"/>
                    </a:cubicBezTo>
                    <a:lnTo>
                      <a:pt x="6248563" y="431217"/>
                    </a:lnTo>
                    <a:lnTo>
                      <a:pt x="6227511" y="427222"/>
                    </a:lnTo>
                    <a:lnTo>
                      <a:pt x="6214019" y="423861"/>
                    </a:lnTo>
                    <a:lnTo>
                      <a:pt x="6182035" y="406967"/>
                    </a:lnTo>
                    <a:lnTo>
                      <a:pt x="6168055" y="400747"/>
                    </a:lnTo>
                    <a:lnTo>
                      <a:pt x="6165169" y="399939"/>
                    </a:lnTo>
                    <a:lnTo>
                      <a:pt x="6145865" y="393173"/>
                    </a:lnTo>
                    <a:lnTo>
                      <a:pt x="6138631" y="387891"/>
                    </a:lnTo>
                    <a:cubicBezTo>
                      <a:pt x="6138631" y="387891"/>
                      <a:pt x="6138266" y="387673"/>
                      <a:pt x="6138022" y="387564"/>
                    </a:cubicBezTo>
                    <a:lnTo>
                      <a:pt x="6122538" y="381496"/>
                    </a:lnTo>
                    <a:lnTo>
                      <a:pt x="6078485" y="366523"/>
                    </a:lnTo>
                    <a:lnTo>
                      <a:pt x="6060928" y="362310"/>
                    </a:lnTo>
                    <a:cubicBezTo>
                      <a:pt x="6060928" y="362310"/>
                      <a:pt x="6060521" y="362201"/>
                      <a:pt x="6060359" y="362201"/>
                    </a:cubicBezTo>
                    <a:lnTo>
                      <a:pt x="6054303" y="361721"/>
                    </a:lnTo>
                    <a:lnTo>
                      <a:pt x="5994969" y="347927"/>
                    </a:lnTo>
                    <a:lnTo>
                      <a:pt x="5812942" y="311214"/>
                    </a:lnTo>
                    <a:lnTo>
                      <a:pt x="5630835" y="276248"/>
                    </a:lnTo>
                    <a:lnTo>
                      <a:pt x="5541508" y="251104"/>
                    </a:lnTo>
                    <a:cubicBezTo>
                      <a:pt x="5541264" y="251060"/>
                      <a:pt x="5541021" y="250995"/>
                      <a:pt x="5540776" y="250995"/>
                    </a:cubicBezTo>
                    <a:lnTo>
                      <a:pt x="5455148" y="243225"/>
                    </a:lnTo>
                    <a:lnTo>
                      <a:pt x="5372283" y="235018"/>
                    </a:lnTo>
                    <a:lnTo>
                      <a:pt x="5288931" y="219194"/>
                    </a:lnTo>
                    <a:lnTo>
                      <a:pt x="5205984" y="209023"/>
                    </a:lnTo>
                    <a:lnTo>
                      <a:pt x="5123445" y="202889"/>
                    </a:lnTo>
                    <a:lnTo>
                      <a:pt x="5040254" y="192347"/>
                    </a:lnTo>
                    <a:lnTo>
                      <a:pt x="4956454" y="173052"/>
                    </a:lnTo>
                    <a:lnTo>
                      <a:pt x="4873021" y="149720"/>
                    </a:lnTo>
                    <a:lnTo>
                      <a:pt x="4789383" y="120931"/>
                    </a:lnTo>
                    <a:lnTo>
                      <a:pt x="4706031" y="98122"/>
                    </a:lnTo>
                    <a:cubicBezTo>
                      <a:pt x="4705381" y="97947"/>
                      <a:pt x="4704690" y="97947"/>
                      <a:pt x="4704039" y="98056"/>
                    </a:cubicBezTo>
                    <a:lnTo>
                      <a:pt x="4657791" y="107049"/>
                    </a:lnTo>
                    <a:lnTo>
                      <a:pt x="4638894" y="111000"/>
                    </a:lnTo>
                    <a:lnTo>
                      <a:pt x="4611381" y="116107"/>
                    </a:lnTo>
                    <a:cubicBezTo>
                      <a:pt x="4611096" y="116151"/>
                      <a:pt x="4610852" y="116282"/>
                      <a:pt x="4610608" y="116369"/>
                    </a:cubicBezTo>
                    <a:lnTo>
                      <a:pt x="4597928" y="122393"/>
                    </a:lnTo>
                    <a:cubicBezTo>
                      <a:pt x="4597522" y="122546"/>
                      <a:pt x="4597238" y="122873"/>
                      <a:pt x="4597075" y="123135"/>
                    </a:cubicBezTo>
                    <a:lnTo>
                      <a:pt x="4591263" y="138850"/>
                    </a:lnTo>
                    <a:lnTo>
                      <a:pt x="4582241" y="156290"/>
                    </a:lnTo>
                    <a:lnTo>
                      <a:pt x="4573626" y="171110"/>
                    </a:lnTo>
                    <a:lnTo>
                      <a:pt x="4565335" y="177505"/>
                    </a:lnTo>
                    <a:lnTo>
                      <a:pt x="4557451" y="180059"/>
                    </a:lnTo>
                    <a:cubicBezTo>
                      <a:pt x="4557004" y="180212"/>
                      <a:pt x="4556679" y="180430"/>
                      <a:pt x="4556476" y="180692"/>
                    </a:cubicBezTo>
                    <a:lnTo>
                      <a:pt x="4540830" y="200401"/>
                    </a:lnTo>
                    <a:lnTo>
                      <a:pt x="4533636" y="205247"/>
                    </a:lnTo>
                    <a:lnTo>
                      <a:pt x="4525996" y="208826"/>
                    </a:lnTo>
                    <a:cubicBezTo>
                      <a:pt x="4525996" y="208826"/>
                      <a:pt x="4525590" y="209044"/>
                      <a:pt x="4525508" y="209197"/>
                    </a:cubicBezTo>
                    <a:lnTo>
                      <a:pt x="4518111" y="215920"/>
                    </a:lnTo>
                    <a:lnTo>
                      <a:pt x="4516689" y="215876"/>
                    </a:lnTo>
                    <a:lnTo>
                      <a:pt x="4508398" y="213584"/>
                    </a:lnTo>
                    <a:lnTo>
                      <a:pt x="4441464" y="199463"/>
                    </a:lnTo>
                    <a:lnTo>
                      <a:pt x="4427891" y="195359"/>
                    </a:lnTo>
                    <a:cubicBezTo>
                      <a:pt x="4427606" y="195294"/>
                      <a:pt x="4427322" y="195250"/>
                      <a:pt x="4426997" y="195206"/>
                    </a:cubicBezTo>
                    <a:lnTo>
                      <a:pt x="4421632" y="194835"/>
                    </a:lnTo>
                    <a:lnTo>
                      <a:pt x="4415699" y="194093"/>
                    </a:lnTo>
                    <a:lnTo>
                      <a:pt x="4329217" y="170280"/>
                    </a:lnTo>
                    <a:lnTo>
                      <a:pt x="4242451" y="145987"/>
                    </a:lnTo>
                    <a:lnTo>
                      <a:pt x="4158163" y="116041"/>
                    </a:lnTo>
                    <a:lnTo>
                      <a:pt x="4107688" y="90941"/>
                    </a:lnTo>
                    <a:lnTo>
                      <a:pt x="4054897" y="64684"/>
                    </a:lnTo>
                    <a:lnTo>
                      <a:pt x="4042420" y="57328"/>
                    </a:lnTo>
                    <a:lnTo>
                      <a:pt x="4027465" y="51042"/>
                    </a:lnTo>
                    <a:lnTo>
                      <a:pt x="3994140" y="34476"/>
                    </a:lnTo>
                    <a:lnTo>
                      <a:pt x="3901278" y="841"/>
                    </a:lnTo>
                    <a:cubicBezTo>
                      <a:pt x="3900709" y="688"/>
                      <a:pt x="3900140" y="623"/>
                      <a:pt x="3899489" y="623"/>
                    </a:cubicBezTo>
                    <a:lnTo>
                      <a:pt x="3830483" y="6101"/>
                    </a:lnTo>
                    <a:lnTo>
                      <a:pt x="3798905" y="77"/>
                    </a:lnTo>
                    <a:cubicBezTo>
                      <a:pt x="3798255" y="-32"/>
                      <a:pt x="3797646" y="-32"/>
                      <a:pt x="3797077" y="121"/>
                    </a:cubicBezTo>
                    <a:lnTo>
                      <a:pt x="3682350" y="27840"/>
                    </a:lnTo>
                    <a:lnTo>
                      <a:pt x="3663981" y="32206"/>
                    </a:lnTo>
                    <a:cubicBezTo>
                      <a:pt x="3663371" y="32380"/>
                      <a:pt x="3662883" y="32620"/>
                      <a:pt x="3662640" y="32948"/>
                    </a:cubicBezTo>
                    <a:lnTo>
                      <a:pt x="3639637" y="64749"/>
                    </a:lnTo>
                    <a:lnTo>
                      <a:pt x="3611108" y="100938"/>
                    </a:lnTo>
                    <a:lnTo>
                      <a:pt x="3580059" y="132739"/>
                    </a:lnTo>
                    <a:lnTo>
                      <a:pt x="3550026" y="149480"/>
                    </a:lnTo>
                    <a:lnTo>
                      <a:pt x="3521131" y="157643"/>
                    </a:lnTo>
                    <a:cubicBezTo>
                      <a:pt x="3520725" y="157796"/>
                      <a:pt x="3520400" y="157970"/>
                      <a:pt x="3520156" y="158167"/>
                    </a:cubicBezTo>
                    <a:lnTo>
                      <a:pt x="3491830" y="183966"/>
                    </a:lnTo>
                    <a:lnTo>
                      <a:pt x="3466348" y="217120"/>
                    </a:lnTo>
                    <a:lnTo>
                      <a:pt x="3443062" y="258525"/>
                    </a:lnTo>
                    <a:lnTo>
                      <a:pt x="3423392" y="290916"/>
                    </a:lnTo>
                    <a:lnTo>
                      <a:pt x="3405917" y="314903"/>
                    </a:lnTo>
                    <a:lnTo>
                      <a:pt x="3387872" y="334525"/>
                    </a:lnTo>
                    <a:lnTo>
                      <a:pt x="3369259" y="356417"/>
                    </a:lnTo>
                    <a:lnTo>
                      <a:pt x="3349833" y="372241"/>
                    </a:lnTo>
                    <a:lnTo>
                      <a:pt x="3329717" y="392322"/>
                    </a:lnTo>
                    <a:lnTo>
                      <a:pt x="3308868" y="409914"/>
                    </a:lnTo>
                    <a:lnTo>
                      <a:pt x="3287573" y="429951"/>
                    </a:lnTo>
                    <a:lnTo>
                      <a:pt x="3266034" y="447849"/>
                    </a:lnTo>
                    <a:lnTo>
                      <a:pt x="3244413" y="463083"/>
                    </a:lnTo>
                    <a:lnTo>
                      <a:pt x="3222874" y="476572"/>
                    </a:lnTo>
                    <a:lnTo>
                      <a:pt x="3202595" y="482487"/>
                    </a:lnTo>
                    <a:lnTo>
                      <a:pt x="3181868" y="483404"/>
                    </a:lnTo>
                    <a:cubicBezTo>
                      <a:pt x="3181503" y="483404"/>
                      <a:pt x="3181177" y="483513"/>
                      <a:pt x="3180812" y="483557"/>
                    </a:cubicBezTo>
                    <a:lnTo>
                      <a:pt x="3159191" y="490214"/>
                    </a:lnTo>
                    <a:cubicBezTo>
                      <a:pt x="3158825" y="490323"/>
                      <a:pt x="3158541" y="490476"/>
                      <a:pt x="3158297" y="490629"/>
                    </a:cubicBezTo>
                    <a:lnTo>
                      <a:pt x="3134360" y="508810"/>
                    </a:lnTo>
                    <a:lnTo>
                      <a:pt x="3111399" y="528432"/>
                    </a:lnTo>
                    <a:lnTo>
                      <a:pt x="3088152" y="541550"/>
                    </a:lnTo>
                    <a:lnTo>
                      <a:pt x="3064134" y="549495"/>
                    </a:lnTo>
                    <a:lnTo>
                      <a:pt x="3040116" y="562613"/>
                    </a:lnTo>
                    <a:lnTo>
                      <a:pt x="3015407" y="573526"/>
                    </a:lnTo>
                    <a:lnTo>
                      <a:pt x="2990576" y="587124"/>
                    </a:lnTo>
                    <a:lnTo>
                      <a:pt x="2965826" y="598997"/>
                    </a:lnTo>
                    <a:lnTo>
                      <a:pt x="2940385" y="606135"/>
                    </a:lnTo>
                    <a:lnTo>
                      <a:pt x="2914132" y="612159"/>
                    </a:lnTo>
                    <a:lnTo>
                      <a:pt x="2887960" y="619994"/>
                    </a:lnTo>
                    <a:lnTo>
                      <a:pt x="2861259" y="626062"/>
                    </a:lnTo>
                    <a:lnTo>
                      <a:pt x="2834600" y="631235"/>
                    </a:lnTo>
                    <a:lnTo>
                      <a:pt x="2807452" y="632872"/>
                    </a:lnTo>
                    <a:lnTo>
                      <a:pt x="2683906" y="627699"/>
                    </a:lnTo>
                    <a:lnTo>
                      <a:pt x="2560564" y="619711"/>
                    </a:lnTo>
                    <a:lnTo>
                      <a:pt x="2438278" y="605152"/>
                    </a:lnTo>
                    <a:lnTo>
                      <a:pt x="2345660" y="593104"/>
                    </a:lnTo>
                    <a:lnTo>
                      <a:pt x="2254138" y="575730"/>
                    </a:lnTo>
                    <a:lnTo>
                      <a:pt x="2233737" y="570186"/>
                    </a:lnTo>
                    <a:lnTo>
                      <a:pt x="2194682" y="564380"/>
                    </a:lnTo>
                    <a:lnTo>
                      <a:pt x="2166803" y="561608"/>
                    </a:lnTo>
                    <a:lnTo>
                      <a:pt x="2078533" y="551656"/>
                    </a:lnTo>
                    <a:lnTo>
                      <a:pt x="2060976" y="549997"/>
                    </a:lnTo>
                    <a:lnTo>
                      <a:pt x="2028668" y="546155"/>
                    </a:lnTo>
                    <a:lnTo>
                      <a:pt x="2008429" y="545937"/>
                    </a:lnTo>
                    <a:lnTo>
                      <a:pt x="1969496" y="546308"/>
                    </a:lnTo>
                    <a:lnTo>
                      <a:pt x="1937715" y="544649"/>
                    </a:lnTo>
                    <a:lnTo>
                      <a:pt x="1923004" y="543100"/>
                    </a:lnTo>
                    <a:lnTo>
                      <a:pt x="1895450" y="539062"/>
                    </a:lnTo>
                    <a:lnTo>
                      <a:pt x="1871513" y="535766"/>
                    </a:lnTo>
                    <a:lnTo>
                      <a:pt x="1862206" y="535242"/>
                    </a:lnTo>
                    <a:lnTo>
                      <a:pt x="1857898" y="533801"/>
                    </a:lnTo>
                    <a:cubicBezTo>
                      <a:pt x="1857654" y="533692"/>
                      <a:pt x="1857370" y="533649"/>
                      <a:pt x="1857085" y="533649"/>
                    </a:cubicBezTo>
                    <a:lnTo>
                      <a:pt x="1812991" y="528541"/>
                    </a:lnTo>
                    <a:lnTo>
                      <a:pt x="1804944" y="528170"/>
                    </a:lnTo>
                    <a:lnTo>
                      <a:pt x="1769831" y="528912"/>
                    </a:lnTo>
                    <a:cubicBezTo>
                      <a:pt x="1769344" y="528912"/>
                      <a:pt x="1768897" y="529021"/>
                      <a:pt x="1768490" y="529131"/>
                    </a:cubicBezTo>
                    <a:lnTo>
                      <a:pt x="1732605" y="542401"/>
                    </a:lnTo>
                    <a:lnTo>
                      <a:pt x="1696883" y="554449"/>
                    </a:lnTo>
                    <a:lnTo>
                      <a:pt x="1574841" y="544060"/>
                    </a:lnTo>
                    <a:cubicBezTo>
                      <a:pt x="1574597" y="543994"/>
                      <a:pt x="1574272" y="544060"/>
                      <a:pt x="1574028" y="544060"/>
                    </a:cubicBezTo>
                    <a:lnTo>
                      <a:pt x="1450604" y="555999"/>
                    </a:lnTo>
                    <a:cubicBezTo>
                      <a:pt x="1449913" y="556108"/>
                      <a:pt x="1449304" y="556305"/>
                      <a:pt x="1448938" y="556632"/>
                    </a:cubicBezTo>
                    <a:lnTo>
                      <a:pt x="1412890" y="587953"/>
                    </a:lnTo>
                    <a:lnTo>
                      <a:pt x="1376233" y="623399"/>
                    </a:lnTo>
                    <a:lnTo>
                      <a:pt x="1370665" y="624207"/>
                    </a:lnTo>
                    <a:cubicBezTo>
                      <a:pt x="1370015" y="624316"/>
                      <a:pt x="1369527" y="624469"/>
                      <a:pt x="1369202" y="624796"/>
                    </a:cubicBezTo>
                    <a:lnTo>
                      <a:pt x="1328440" y="657667"/>
                    </a:lnTo>
                    <a:lnTo>
                      <a:pt x="1289020" y="686500"/>
                    </a:lnTo>
                    <a:lnTo>
                      <a:pt x="1269756" y="698919"/>
                    </a:lnTo>
                    <a:lnTo>
                      <a:pt x="1260531" y="704463"/>
                    </a:lnTo>
                    <a:lnTo>
                      <a:pt x="1252240" y="708938"/>
                    </a:lnTo>
                    <a:lnTo>
                      <a:pt x="1250290" y="709527"/>
                    </a:lnTo>
                    <a:lnTo>
                      <a:pt x="1246469" y="710007"/>
                    </a:lnTo>
                    <a:cubicBezTo>
                      <a:pt x="1246063" y="710073"/>
                      <a:pt x="1245616" y="710182"/>
                      <a:pt x="1245332" y="710335"/>
                    </a:cubicBezTo>
                    <a:lnTo>
                      <a:pt x="1210015" y="728822"/>
                    </a:lnTo>
                    <a:lnTo>
                      <a:pt x="1204001" y="729564"/>
                    </a:lnTo>
                    <a:cubicBezTo>
                      <a:pt x="1203513" y="729607"/>
                      <a:pt x="1203066" y="729738"/>
                      <a:pt x="1202700" y="729935"/>
                    </a:cubicBezTo>
                    <a:lnTo>
                      <a:pt x="1159215" y="753529"/>
                    </a:lnTo>
                    <a:lnTo>
                      <a:pt x="1117803" y="778892"/>
                    </a:lnTo>
                    <a:lnTo>
                      <a:pt x="1083178" y="802028"/>
                    </a:lnTo>
                    <a:lnTo>
                      <a:pt x="1077326" y="805389"/>
                    </a:lnTo>
                    <a:lnTo>
                      <a:pt x="1071636" y="805913"/>
                    </a:lnTo>
                    <a:cubicBezTo>
                      <a:pt x="1071027" y="805957"/>
                      <a:pt x="1070539" y="806066"/>
                      <a:pt x="1070133" y="806349"/>
                    </a:cubicBezTo>
                    <a:lnTo>
                      <a:pt x="1028111" y="830380"/>
                    </a:lnTo>
                    <a:lnTo>
                      <a:pt x="985723" y="852753"/>
                    </a:lnTo>
                    <a:lnTo>
                      <a:pt x="979424" y="853276"/>
                    </a:lnTo>
                    <a:cubicBezTo>
                      <a:pt x="978936" y="853342"/>
                      <a:pt x="978449" y="853429"/>
                      <a:pt x="978042" y="853648"/>
                    </a:cubicBezTo>
                    <a:lnTo>
                      <a:pt x="931388" y="878050"/>
                    </a:lnTo>
                    <a:lnTo>
                      <a:pt x="912368" y="887588"/>
                    </a:lnTo>
                    <a:lnTo>
                      <a:pt x="890626" y="898196"/>
                    </a:lnTo>
                    <a:lnTo>
                      <a:pt x="884245" y="898523"/>
                    </a:lnTo>
                    <a:cubicBezTo>
                      <a:pt x="883676" y="898567"/>
                      <a:pt x="883148" y="898676"/>
                      <a:pt x="882701" y="898894"/>
                    </a:cubicBezTo>
                    <a:lnTo>
                      <a:pt x="833933" y="924147"/>
                    </a:lnTo>
                    <a:lnTo>
                      <a:pt x="785571" y="943704"/>
                    </a:lnTo>
                    <a:lnTo>
                      <a:pt x="758220" y="954050"/>
                    </a:lnTo>
                    <a:lnTo>
                      <a:pt x="741761" y="960030"/>
                    </a:lnTo>
                    <a:lnTo>
                      <a:pt x="735015" y="960248"/>
                    </a:lnTo>
                    <a:cubicBezTo>
                      <a:pt x="734609" y="960248"/>
                      <a:pt x="734243" y="960292"/>
                      <a:pt x="733918" y="960401"/>
                    </a:cubicBezTo>
                    <a:lnTo>
                      <a:pt x="632562" y="991788"/>
                    </a:lnTo>
                    <a:lnTo>
                      <a:pt x="610575" y="999776"/>
                    </a:lnTo>
                    <a:lnTo>
                      <a:pt x="584769" y="1008027"/>
                    </a:lnTo>
                    <a:lnTo>
                      <a:pt x="577779" y="1008136"/>
                    </a:lnTo>
                    <a:cubicBezTo>
                      <a:pt x="577332" y="1008136"/>
                      <a:pt x="576885" y="1008245"/>
                      <a:pt x="576560" y="1008354"/>
                    </a:cubicBezTo>
                    <a:lnTo>
                      <a:pt x="525191" y="1025248"/>
                    </a:lnTo>
                    <a:lnTo>
                      <a:pt x="476138" y="1039522"/>
                    </a:lnTo>
                    <a:lnTo>
                      <a:pt x="475204" y="1039784"/>
                    </a:lnTo>
                    <a:lnTo>
                      <a:pt x="468010" y="1039784"/>
                    </a:lnTo>
                    <a:cubicBezTo>
                      <a:pt x="467604" y="1039784"/>
                      <a:pt x="467238" y="1039828"/>
                      <a:pt x="466954" y="1039893"/>
                    </a:cubicBezTo>
                    <a:lnTo>
                      <a:pt x="414122" y="1053164"/>
                    </a:lnTo>
                    <a:lnTo>
                      <a:pt x="371084" y="1063401"/>
                    </a:lnTo>
                    <a:lnTo>
                      <a:pt x="361493" y="1065365"/>
                    </a:lnTo>
                    <a:lnTo>
                      <a:pt x="360883" y="1065474"/>
                    </a:lnTo>
                    <a:lnTo>
                      <a:pt x="354015" y="1065474"/>
                    </a:lnTo>
                    <a:cubicBezTo>
                      <a:pt x="353731" y="1065474"/>
                      <a:pt x="353405" y="1065474"/>
                      <a:pt x="353121" y="1065583"/>
                    </a:cubicBezTo>
                    <a:lnTo>
                      <a:pt x="297363" y="1077151"/>
                    </a:lnTo>
                    <a:lnTo>
                      <a:pt x="243352" y="1087977"/>
                    </a:lnTo>
                    <a:lnTo>
                      <a:pt x="235712" y="1087912"/>
                    </a:lnTo>
                    <a:cubicBezTo>
                      <a:pt x="235265" y="1087868"/>
                      <a:pt x="235143" y="1087977"/>
                      <a:pt x="234859" y="1088021"/>
                    </a:cubicBezTo>
                    <a:lnTo>
                      <a:pt x="175524" y="1098891"/>
                    </a:lnTo>
                    <a:lnTo>
                      <a:pt x="141590" y="1104653"/>
                    </a:lnTo>
                    <a:lnTo>
                      <a:pt x="120498" y="1108058"/>
                    </a:lnTo>
                    <a:lnTo>
                      <a:pt x="112654" y="1108014"/>
                    </a:lnTo>
                    <a:cubicBezTo>
                      <a:pt x="112370" y="1108014"/>
                      <a:pt x="112044" y="1108058"/>
                      <a:pt x="111760" y="1108123"/>
                    </a:cubicBezTo>
                    <a:lnTo>
                      <a:pt x="52344" y="1119473"/>
                    </a:lnTo>
                    <a:lnTo>
                      <a:pt x="18816" y="1124755"/>
                    </a:lnTo>
                    <a:lnTo>
                      <a:pt x="0" y="1127374"/>
                    </a:lnTo>
                    <a:lnTo>
                      <a:pt x="0" y="1130299"/>
                    </a:lnTo>
                    <a:lnTo>
                      <a:pt x="20076" y="1127483"/>
                    </a:lnTo>
                    <a:lnTo>
                      <a:pt x="53848" y="1122201"/>
                    </a:lnTo>
                    <a:lnTo>
                      <a:pt x="112979" y="1110852"/>
                    </a:lnTo>
                    <a:lnTo>
                      <a:pt x="120782" y="1110917"/>
                    </a:lnTo>
                    <a:cubicBezTo>
                      <a:pt x="120782" y="1110917"/>
                      <a:pt x="121270" y="1110917"/>
                      <a:pt x="121514" y="1110852"/>
                    </a:cubicBezTo>
                    <a:lnTo>
                      <a:pt x="177028" y="1101641"/>
                    </a:lnTo>
                    <a:lnTo>
                      <a:pt x="235996" y="1090771"/>
                    </a:lnTo>
                    <a:lnTo>
                      <a:pt x="243677" y="1090815"/>
                    </a:lnTo>
                    <a:cubicBezTo>
                      <a:pt x="244043" y="1090815"/>
                      <a:pt x="244287" y="1090771"/>
                      <a:pt x="244572" y="1090706"/>
                    </a:cubicBezTo>
                    <a:lnTo>
                      <a:pt x="299029" y="1079792"/>
                    </a:lnTo>
                    <a:lnTo>
                      <a:pt x="354462" y="1068333"/>
                    </a:lnTo>
                    <a:lnTo>
                      <a:pt x="361249" y="1068333"/>
                    </a:lnTo>
                    <a:lnTo>
                      <a:pt x="372913" y="1066042"/>
                    </a:lnTo>
                    <a:lnTo>
                      <a:pt x="416113" y="1055761"/>
                    </a:lnTo>
                    <a:lnTo>
                      <a:pt x="468457" y="1042644"/>
                    </a:lnTo>
                    <a:lnTo>
                      <a:pt x="475691" y="1042644"/>
                    </a:lnTo>
                    <a:cubicBezTo>
                      <a:pt x="476057" y="1042644"/>
                      <a:pt x="476423" y="1042600"/>
                      <a:pt x="476788" y="1042491"/>
                    </a:cubicBezTo>
                    <a:lnTo>
                      <a:pt x="527588" y="1027780"/>
                    </a:lnTo>
                    <a:lnTo>
                      <a:pt x="578429" y="1010995"/>
                    </a:lnTo>
                    <a:lnTo>
                      <a:pt x="584403" y="1010995"/>
                    </a:lnTo>
                    <a:cubicBezTo>
                      <a:pt x="584647" y="1010995"/>
                      <a:pt x="584850" y="1010930"/>
                      <a:pt x="585094" y="1010930"/>
                    </a:cubicBezTo>
                    <a:lnTo>
                      <a:pt x="586638" y="1010602"/>
                    </a:lnTo>
                    <a:lnTo>
                      <a:pt x="613176" y="1002177"/>
                    </a:lnTo>
                    <a:lnTo>
                      <a:pt x="635122" y="994232"/>
                    </a:lnTo>
                    <a:lnTo>
                      <a:pt x="735787" y="962999"/>
                    </a:lnTo>
                    <a:lnTo>
                      <a:pt x="742655" y="962780"/>
                    </a:lnTo>
                    <a:cubicBezTo>
                      <a:pt x="743102" y="962780"/>
                      <a:pt x="743549" y="962737"/>
                      <a:pt x="743915" y="962562"/>
                    </a:cubicBezTo>
                    <a:lnTo>
                      <a:pt x="761025" y="956385"/>
                    </a:lnTo>
                    <a:lnTo>
                      <a:pt x="788457" y="945996"/>
                    </a:lnTo>
                    <a:lnTo>
                      <a:pt x="837143" y="926286"/>
                    </a:lnTo>
                    <a:lnTo>
                      <a:pt x="885505" y="901295"/>
                    </a:lnTo>
                    <a:lnTo>
                      <a:pt x="891885" y="900967"/>
                    </a:lnTo>
                    <a:cubicBezTo>
                      <a:pt x="892454" y="900967"/>
                      <a:pt x="892942" y="900858"/>
                      <a:pt x="893348" y="900662"/>
                    </a:cubicBezTo>
                    <a:lnTo>
                      <a:pt x="915782" y="889683"/>
                    </a:lnTo>
                    <a:lnTo>
                      <a:pt x="934842" y="880145"/>
                    </a:lnTo>
                    <a:lnTo>
                      <a:pt x="980928" y="856005"/>
                    </a:lnTo>
                    <a:lnTo>
                      <a:pt x="987268" y="855481"/>
                    </a:lnTo>
                    <a:cubicBezTo>
                      <a:pt x="987755" y="855437"/>
                      <a:pt x="988243" y="855328"/>
                      <a:pt x="988609" y="855110"/>
                    </a:cubicBezTo>
                    <a:lnTo>
                      <a:pt x="1031646" y="832410"/>
                    </a:lnTo>
                    <a:lnTo>
                      <a:pt x="1073059" y="808641"/>
                    </a:lnTo>
                    <a:lnTo>
                      <a:pt x="1077976" y="808270"/>
                    </a:lnTo>
                    <a:cubicBezTo>
                      <a:pt x="1078261" y="808270"/>
                      <a:pt x="1078586" y="808227"/>
                      <a:pt x="1078829" y="808117"/>
                    </a:cubicBezTo>
                    <a:lnTo>
                      <a:pt x="1080008" y="807790"/>
                    </a:lnTo>
                    <a:cubicBezTo>
                      <a:pt x="1080252" y="807746"/>
                      <a:pt x="1080455" y="807637"/>
                      <a:pt x="1080658" y="807528"/>
                    </a:cubicBezTo>
                    <a:lnTo>
                      <a:pt x="1086917" y="803905"/>
                    </a:lnTo>
                    <a:lnTo>
                      <a:pt x="1121542" y="780725"/>
                    </a:lnTo>
                    <a:lnTo>
                      <a:pt x="1162792" y="755515"/>
                    </a:lnTo>
                    <a:lnTo>
                      <a:pt x="1205586" y="732227"/>
                    </a:lnTo>
                    <a:lnTo>
                      <a:pt x="1210788" y="731681"/>
                    </a:lnTo>
                    <a:cubicBezTo>
                      <a:pt x="1211031" y="731637"/>
                      <a:pt x="1211316" y="731572"/>
                      <a:pt x="1211519" y="731528"/>
                    </a:cubicBezTo>
                    <a:lnTo>
                      <a:pt x="1248136" y="712670"/>
                    </a:lnTo>
                    <a:lnTo>
                      <a:pt x="1251590" y="712233"/>
                    </a:lnTo>
                    <a:cubicBezTo>
                      <a:pt x="1251834" y="712190"/>
                      <a:pt x="1252037" y="712124"/>
                      <a:pt x="1252240" y="712081"/>
                    </a:cubicBezTo>
                    <a:lnTo>
                      <a:pt x="1254841" y="711273"/>
                    </a:lnTo>
                    <a:cubicBezTo>
                      <a:pt x="1254841" y="711273"/>
                      <a:pt x="1255248" y="711164"/>
                      <a:pt x="1255410" y="711055"/>
                    </a:cubicBezTo>
                    <a:lnTo>
                      <a:pt x="1263985" y="706428"/>
                    </a:lnTo>
                    <a:lnTo>
                      <a:pt x="1273414" y="700840"/>
                    </a:lnTo>
                    <a:lnTo>
                      <a:pt x="1292799" y="688268"/>
                    </a:lnTo>
                    <a:lnTo>
                      <a:pt x="1332382" y="659326"/>
                    </a:lnTo>
                    <a:lnTo>
                      <a:pt x="1372738" y="626826"/>
                    </a:lnTo>
                    <a:lnTo>
                      <a:pt x="1378387" y="625975"/>
                    </a:lnTo>
                    <a:cubicBezTo>
                      <a:pt x="1379078" y="625866"/>
                      <a:pt x="1379647" y="625648"/>
                      <a:pt x="1379972" y="625342"/>
                    </a:cubicBezTo>
                    <a:lnTo>
                      <a:pt x="1417117" y="589437"/>
                    </a:lnTo>
                    <a:lnTo>
                      <a:pt x="1452474" y="558684"/>
                    </a:lnTo>
                    <a:lnTo>
                      <a:pt x="1574353" y="546897"/>
                    </a:lnTo>
                    <a:lnTo>
                      <a:pt x="1696883" y="557330"/>
                    </a:lnTo>
                    <a:cubicBezTo>
                      <a:pt x="1697452" y="557396"/>
                      <a:pt x="1698102" y="557330"/>
                      <a:pt x="1698549" y="557112"/>
                    </a:cubicBezTo>
                    <a:lnTo>
                      <a:pt x="1735165" y="544802"/>
                    </a:lnTo>
                    <a:lnTo>
                      <a:pt x="1770522" y="531684"/>
                    </a:lnTo>
                    <a:lnTo>
                      <a:pt x="1804619" y="530986"/>
                    </a:lnTo>
                    <a:lnTo>
                      <a:pt x="1812056" y="531357"/>
                    </a:lnTo>
                    <a:lnTo>
                      <a:pt x="1855460" y="536377"/>
                    </a:lnTo>
                    <a:lnTo>
                      <a:pt x="1859930" y="537818"/>
                    </a:lnTo>
                    <a:cubicBezTo>
                      <a:pt x="1860215" y="537927"/>
                      <a:pt x="1860581" y="537970"/>
                      <a:pt x="1860987" y="538036"/>
                    </a:cubicBezTo>
                    <a:lnTo>
                      <a:pt x="1870456" y="538560"/>
                    </a:lnTo>
                    <a:lnTo>
                      <a:pt x="1921703" y="545850"/>
                    </a:lnTo>
                    <a:lnTo>
                      <a:pt x="1936781" y="547443"/>
                    </a:lnTo>
                    <a:lnTo>
                      <a:pt x="1969130" y="549146"/>
                    </a:lnTo>
                    <a:lnTo>
                      <a:pt x="2008266" y="548774"/>
                    </a:lnTo>
                    <a:lnTo>
                      <a:pt x="2027895" y="548949"/>
                    </a:lnTo>
                    <a:lnTo>
                      <a:pt x="2050329" y="551656"/>
                    </a:lnTo>
                    <a:lnTo>
                      <a:pt x="2077395" y="554428"/>
                    </a:lnTo>
                    <a:lnTo>
                      <a:pt x="2165665" y="564402"/>
                    </a:lnTo>
                    <a:lnTo>
                      <a:pt x="2193382" y="567109"/>
                    </a:lnTo>
                    <a:lnTo>
                      <a:pt x="2231746" y="572805"/>
                    </a:lnTo>
                    <a:lnTo>
                      <a:pt x="2251944" y="578349"/>
                    </a:lnTo>
                    <a:lnTo>
                      <a:pt x="2344075" y="595789"/>
                    </a:lnTo>
                    <a:lnTo>
                      <a:pt x="2436978" y="607924"/>
                    </a:lnTo>
                    <a:lnTo>
                      <a:pt x="2559548" y="622483"/>
                    </a:lnTo>
                    <a:lnTo>
                      <a:pt x="2683175" y="630537"/>
                    </a:lnTo>
                    <a:lnTo>
                      <a:pt x="2807249" y="635710"/>
                    </a:lnTo>
                    <a:lnTo>
                      <a:pt x="2835412" y="633942"/>
                    </a:lnTo>
                    <a:lnTo>
                      <a:pt x="2862763" y="628660"/>
                    </a:lnTo>
                    <a:lnTo>
                      <a:pt x="2889789" y="622526"/>
                    </a:lnTo>
                    <a:lnTo>
                      <a:pt x="2915961" y="614647"/>
                    </a:lnTo>
                    <a:lnTo>
                      <a:pt x="2942174" y="608666"/>
                    </a:lnTo>
                    <a:lnTo>
                      <a:pt x="2968264" y="601311"/>
                    </a:lnTo>
                    <a:lnTo>
                      <a:pt x="2993705" y="589110"/>
                    </a:lnTo>
                    <a:lnTo>
                      <a:pt x="3018455" y="575577"/>
                    </a:lnTo>
                    <a:lnTo>
                      <a:pt x="3043164" y="564708"/>
                    </a:lnTo>
                    <a:lnTo>
                      <a:pt x="3066898" y="551656"/>
                    </a:lnTo>
                    <a:lnTo>
                      <a:pt x="3090713" y="543863"/>
                    </a:lnTo>
                    <a:cubicBezTo>
                      <a:pt x="3090713" y="543863"/>
                      <a:pt x="3091079" y="543711"/>
                      <a:pt x="3091200" y="543645"/>
                    </a:cubicBezTo>
                    <a:lnTo>
                      <a:pt x="3115016" y="530156"/>
                    </a:lnTo>
                    <a:lnTo>
                      <a:pt x="3138221" y="510382"/>
                    </a:lnTo>
                    <a:lnTo>
                      <a:pt x="3159801" y="494186"/>
                    </a:lnTo>
                    <a:lnTo>
                      <a:pt x="3161873" y="492484"/>
                    </a:lnTo>
                    <a:lnTo>
                      <a:pt x="3182478" y="486154"/>
                    </a:lnTo>
                    <a:lnTo>
                      <a:pt x="3203204" y="485303"/>
                    </a:lnTo>
                    <a:cubicBezTo>
                      <a:pt x="3203570" y="485259"/>
                      <a:pt x="3203855" y="485194"/>
                      <a:pt x="3204180" y="485150"/>
                    </a:cubicBezTo>
                    <a:lnTo>
                      <a:pt x="3225312" y="478930"/>
                    </a:lnTo>
                    <a:cubicBezTo>
                      <a:pt x="3225597" y="478864"/>
                      <a:pt x="3225841" y="478755"/>
                      <a:pt x="3226044" y="478602"/>
                    </a:cubicBezTo>
                    <a:lnTo>
                      <a:pt x="3247990" y="464851"/>
                    </a:lnTo>
                    <a:lnTo>
                      <a:pt x="3269813" y="449442"/>
                    </a:lnTo>
                    <a:lnTo>
                      <a:pt x="3291556" y="431435"/>
                    </a:lnTo>
                    <a:lnTo>
                      <a:pt x="3312851" y="411398"/>
                    </a:lnTo>
                    <a:lnTo>
                      <a:pt x="3333740" y="393806"/>
                    </a:lnTo>
                    <a:lnTo>
                      <a:pt x="3353816" y="373726"/>
                    </a:lnTo>
                    <a:lnTo>
                      <a:pt x="3373323" y="357792"/>
                    </a:lnTo>
                    <a:lnTo>
                      <a:pt x="3392058" y="335726"/>
                    </a:lnTo>
                    <a:lnTo>
                      <a:pt x="3410143" y="316060"/>
                    </a:lnTo>
                    <a:lnTo>
                      <a:pt x="3427740" y="291876"/>
                    </a:lnTo>
                    <a:lnTo>
                      <a:pt x="3447532" y="259376"/>
                    </a:lnTo>
                    <a:lnTo>
                      <a:pt x="3470697" y="218081"/>
                    </a:lnTo>
                    <a:lnTo>
                      <a:pt x="3495934" y="185253"/>
                    </a:lnTo>
                    <a:lnTo>
                      <a:pt x="3523732" y="160000"/>
                    </a:lnTo>
                    <a:lnTo>
                      <a:pt x="3552343" y="151902"/>
                    </a:lnTo>
                    <a:cubicBezTo>
                      <a:pt x="3552343" y="151902"/>
                      <a:pt x="3552790" y="151750"/>
                      <a:pt x="3552993" y="151641"/>
                    </a:cubicBezTo>
                    <a:lnTo>
                      <a:pt x="3583554" y="134594"/>
                    </a:lnTo>
                    <a:cubicBezTo>
                      <a:pt x="3583757" y="134485"/>
                      <a:pt x="3583920" y="134376"/>
                      <a:pt x="3584001" y="134267"/>
                    </a:cubicBezTo>
                    <a:lnTo>
                      <a:pt x="3615294" y="102182"/>
                    </a:lnTo>
                    <a:lnTo>
                      <a:pt x="3643986" y="65840"/>
                    </a:lnTo>
                    <a:lnTo>
                      <a:pt x="3666622" y="34563"/>
                    </a:lnTo>
                    <a:lnTo>
                      <a:pt x="3797849" y="2958"/>
                    </a:lnTo>
                    <a:lnTo>
                      <a:pt x="3829101" y="8873"/>
                    </a:lnTo>
                    <a:cubicBezTo>
                      <a:pt x="3829467" y="8939"/>
                      <a:pt x="3829873" y="8939"/>
                      <a:pt x="3830239" y="8939"/>
                    </a:cubicBezTo>
                    <a:lnTo>
                      <a:pt x="3898920" y="3504"/>
                    </a:lnTo>
                    <a:lnTo>
                      <a:pt x="3973495" y="30525"/>
                    </a:lnTo>
                    <a:lnTo>
                      <a:pt x="3987963" y="35633"/>
                    </a:lnTo>
                    <a:lnTo>
                      <a:pt x="4023645" y="53159"/>
                    </a:lnTo>
                    <a:lnTo>
                      <a:pt x="4038438" y="59336"/>
                    </a:lnTo>
                    <a:lnTo>
                      <a:pt x="4050752" y="66583"/>
                    </a:lnTo>
                    <a:lnTo>
                      <a:pt x="4154546" y="118224"/>
                    </a:lnTo>
                    <a:lnTo>
                      <a:pt x="4239362" y="148388"/>
                    </a:lnTo>
                    <a:lnTo>
                      <a:pt x="4326372" y="172747"/>
                    </a:lnTo>
                    <a:lnTo>
                      <a:pt x="4413382" y="196734"/>
                    </a:lnTo>
                    <a:lnTo>
                      <a:pt x="4420169" y="197585"/>
                    </a:lnTo>
                    <a:lnTo>
                      <a:pt x="4425290" y="197956"/>
                    </a:lnTo>
                    <a:lnTo>
                      <a:pt x="4438823" y="202016"/>
                    </a:lnTo>
                    <a:lnTo>
                      <a:pt x="4501774" y="215134"/>
                    </a:lnTo>
                    <a:lnTo>
                      <a:pt x="4514292" y="218495"/>
                    </a:lnTo>
                    <a:cubicBezTo>
                      <a:pt x="4514535" y="218561"/>
                      <a:pt x="4514861" y="218604"/>
                      <a:pt x="4515185" y="218670"/>
                    </a:cubicBezTo>
                    <a:lnTo>
                      <a:pt x="4518640" y="218823"/>
                    </a:lnTo>
                    <a:cubicBezTo>
                      <a:pt x="4519574" y="218823"/>
                      <a:pt x="4520550" y="218604"/>
                      <a:pt x="4521078" y="218190"/>
                    </a:cubicBezTo>
                    <a:lnTo>
                      <a:pt x="4529044" y="210878"/>
                    </a:lnTo>
                    <a:lnTo>
                      <a:pt x="4536684" y="207255"/>
                    </a:lnTo>
                    <a:lnTo>
                      <a:pt x="4544365" y="202082"/>
                    </a:lnTo>
                    <a:cubicBezTo>
                      <a:pt x="4544365" y="202082"/>
                      <a:pt x="4544649" y="201863"/>
                      <a:pt x="4544772" y="201754"/>
                    </a:cubicBezTo>
                    <a:lnTo>
                      <a:pt x="4560174" y="182241"/>
                    </a:lnTo>
                    <a:lnTo>
                      <a:pt x="4567774" y="179731"/>
                    </a:lnTo>
                    <a:cubicBezTo>
                      <a:pt x="4568058" y="179666"/>
                      <a:pt x="4568383" y="179513"/>
                      <a:pt x="4568587" y="179360"/>
                    </a:cubicBezTo>
                    <a:lnTo>
                      <a:pt x="4577406" y="172594"/>
                    </a:lnTo>
                    <a:cubicBezTo>
                      <a:pt x="4577527" y="172485"/>
                      <a:pt x="4577649" y="172332"/>
                      <a:pt x="4577731" y="172158"/>
                    </a:cubicBezTo>
                    <a:lnTo>
                      <a:pt x="4586509" y="157075"/>
                    </a:lnTo>
                    <a:lnTo>
                      <a:pt x="4595572" y="139483"/>
                    </a:lnTo>
                    <a:lnTo>
                      <a:pt x="4601261" y="124183"/>
                    </a:lnTo>
                    <a:lnTo>
                      <a:pt x="4612925" y="118704"/>
                    </a:lnTo>
                    <a:lnTo>
                      <a:pt x="4639991" y="113641"/>
                    </a:lnTo>
                    <a:lnTo>
                      <a:pt x="4658929" y="109690"/>
                    </a:lnTo>
                    <a:lnTo>
                      <a:pt x="4704121" y="100894"/>
                    </a:lnTo>
                    <a:lnTo>
                      <a:pt x="4786335" y="123332"/>
                    </a:lnTo>
                    <a:lnTo>
                      <a:pt x="4869892" y="152099"/>
                    </a:lnTo>
                    <a:lnTo>
                      <a:pt x="4953732" y="175541"/>
                    </a:lnTo>
                    <a:lnTo>
                      <a:pt x="5038101" y="194988"/>
                    </a:lnTo>
                    <a:lnTo>
                      <a:pt x="5121941" y="205596"/>
                    </a:lnTo>
                    <a:lnTo>
                      <a:pt x="5204480" y="211729"/>
                    </a:lnTo>
                    <a:lnTo>
                      <a:pt x="5286939" y="221857"/>
                    </a:lnTo>
                    <a:lnTo>
                      <a:pt x="5370373" y="237681"/>
                    </a:lnTo>
                    <a:lnTo>
                      <a:pt x="5453604" y="245931"/>
                    </a:lnTo>
                    <a:lnTo>
                      <a:pt x="5538907" y="253658"/>
                    </a:lnTo>
                    <a:lnTo>
                      <a:pt x="5628193" y="278758"/>
                    </a:lnTo>
                    <a:lnTo>
                      <a:pt x="5810585" y="313834"/>
                    </a:lnTo>
                    <a:lnTo>
                      <a:pt x="5902513" y="332277"/>
                    </a:lnTo>
                    <a:lnTo>
                      <a:pt x="5992449" y="350502"/>
                    </a:lnTo>
                    <a:lnTo>
                      <a:pt x="6052231" y="364362"/>
                    </a:lnTo>
                    <a:lnTo>
                      <a:pt x="6058530" y="364951"/>
                    </a:lnTo>
                    <a:lnTo>
                      <a:pt x="6075477" y="368989"/>
                    </a:lnTo>
                    <a:lnTo>
                      <a:pt x="6119084" y="383809"/>
                    </a:lnTo>
                    <a:lnTo>
                      <a:pt x="6134080" y="389724"/>
                    </a:lnTo>
                    <a:lnTo>
                      <a:pt x="6141477" y="395116"/>
                    </a:lnTo>
                    <a:cubicBezTo>
                      <a:pt x="6141477" y="395116"/>
                      <a:pt x="6141883" y="395334"/>
                      <a:pt x="6142126" y="395443"/>
                    </a:cubicBezTo>
                    <a:lnTo>
                      <a:pt x="6161999" y="402362"/>
                    </a:lnTo>
                    <a:lnTo>
                      <a:pt x="6164641" y="403060"/>
                    </a:lnTo>
                    <a:lnTo>
                      <a:pt x="6178012" y="409085"/>
                    </a:lnTo>
                    <a:lnTo>
                      <a:pt x="6210158" y="426022"/>
                    </a:lnTo>
                    <a:cubicBezTo>
                      <a:pt x="6210158" y="426022"/>
                      <a:pt x="6210565" y="426240"/>
                      <a:pt x="6210849" y="426284"/>
                    </a:cubicBezTo>
                    <a:lnTo>
                      <a:pt x="6225032" y="429798"/>
                    </a:lnTo>
                    <a:lnTo>
                      <a:pt x="6245758" y="433727"/>
                    </a:lnTo>
                    <a:lnTo>
                      <a:pt x="6303183" y="451210"/>
                    </a:lnTo>
                    <a:lnTo>
                      <a:pt x="6302492" y="462341"/>
                    </a:lnTo>
                    <a:cubicBezTo>
                      <a:pt x="6302492" y="462560"/>
                      <a:pt x="6302574" y="462822"/>
                      <a:pt x="6302776" y="463040"/>
                    </a:cubicBezTo>
                    <a:lnTo>
                      <a:pt x="6308141" y="468431"/>
                    </a:lnTo>
                    <a:cubicBezTo>
                      <a:pt x="6308222" y="468584"/>
                      <a:pt x="6308344" y="468693"/>
                      <a:pt x="6308548" y="468802"/>
                    </a:cubicBezTo>
                    <a:lnTo>
                      <a:pt x="6316472" y="473058"/>
                    </a:lnTo>
                    <a:lnTo>
                      <a:pt x="6358534" y="487813"/>
                    </a:lnTo>
                    <a:lnTo>
                      <a:pt x="6391453" y="500647"/>
                    </a:lnTo>
                    <a:cubicBezTo>
                      <a:pt x="6391737" y="500756"/>
                      <a:pt x="6392144" y="500865"/>
                      <a:pt x="6392631" y="500865"/>
                    </a:cubicBezTo>
                    <a:lnTo>
                      <a:pt x="6399662" y="501411"/>
                    </a:lnTo>
                    <a:cubicBezTo>
                      <a:pt x="6399947" y="501411"/>
                      <a:pt x="6400353" y="501411"/>
                      <a:pt x="6400759" y="501345"/>
                    </a:cubicBezTo>
                    <a:lnTo>
                      <a:pt x="6407912" y="500123"/>
                    </a:lnTo>
                    <a:lnTo>
                      <a:pt x="6467653" y="505602"/>
                    </a:lnTo>
                    <a:lnTo>
                      <a:pt x="6471432" y="505558"/>
                    </a:lnTo>
                    <a:lnTo>
                      <a:pt x="6473017" y="506409"/>
                    </a:lnTo>
                    <a:lnTo>
                      <a:pt x="6474806" y="508330"/>
                    </a:lnTo>
                    <a:lnTo>
                      <a:pt x="6477163" y="516056"/>
                    </a:lnTo>
                    <a:cubicBezTo>
                      <a:pt x="6477366" y="516646"/>
                      <a:pt x="6478138" y="517126"/>
                      <a:pt x="6479236" y="517235"/>
                    </a:cubicBezTo>
                    <a:lnTo>
                      <a:pt x="6557305" y="524263"/>
                    </a:lnTo>
                    <a:lnTo>
                      <a:pt x="6557590" y="525813"/>
                    </a:lnTo>
                    <a:cubicBezTo>
                      <a:pt x="6557670" y="526468"/>
                      <a:pt x="6558565" y="526926"/>
                      <a:pt x="6559662" y="527035"/>
                    </a:cubicBezTo>
                    <a:lnTo>
                      <a:pt x="6642893" y="534500"/>
                    </a:lnTo>
                    <a:lnTo>
                      <a:pt x="6725920" y="535460"/>
                    </a:lnTo>
                    <a:lnTo>
                      <a:pt x="6808379" y="532536"/>
                    </a:lnTo>
                    <a:lnTo>
                      <a:pt x="6891040" y="528541"/>
                    </a:lnTo>
                    <a:lnTo>
                      <a:pt x="6918717" y="524591"/>
                    </a:lnTo>
                    <a:lnTo>
                      <a:pt x="6968419" y="520706"/>
                    </a:lnTo>
                    <a:lnTo>
                      <a:pt x="7048398" y="516864"/>
                    </a:lnTo>
                    <a:lnTo>
                      <a:pt x="7128460" y="515052"/>
                    </a:lnTo>
                    <a:lnTo>
                      <a:pt x="7145813" y="530287"/>
                    </a:lnTo>
                    <a:cubicBezTo>
                      <a:pt x="7146301" y="530702"/>
                      <a:pt x="7147113" y="530920"/>
                      <a:pt x="7148007" y="530920"/>
                    </a:cubicBezTo>
                    <a:lnTo>
                      <a:pt x="7148088" y="530920"/>
                    </a:lnTo>
                    <a:lnTo>
                      <a:pt x="7231035" y="529065"/>
                    </a:lnTo>
                    <a:lnTo>
                      <a:pt x="7310526" y="525114"/>
                    </a:lnTo>
                    <a:lnTo>
                      <a:pt x="7390994" y="523259"/>
                    </a:lnTo>
                    <a:lnTo>
                      <a:pt x="7721194" y="745999"/>
                    </a:lnTo>
                    <a:cubicBezTo>
                      <a:pt x="7721681" y="746326"/>
                      <a:pt x="7722373" y="746523"/>
                      <a:pt x="7723185" y="746523"/>
                    </a:cubicBezTo>
                    <a:lnTo>
                      <a:pt x="7832222" y="746676"/>
                    </a:lnTo>
                    <a:lnTo>
                      <a:pt x="7911023" y="796026"/>
                    </a:lnTo>
                    <a:cubicBezTo>
                      <a:pt x="7911511" y="796353"/>
                      <a:pt x="7912202" y="796506"/>
                      <a:pt x="7912934" y="796506"/>
                    </a:cubicBezTo>
                    <a:lnTo>
                      <a:pt x="8027822" y="796724"/>
                    </a:lnTo>
                    <a:lnTo>
                      <a:pt x="8040218" y="803927"/>
                    </a:lnTo>
                    <a:lnTo>
                      <a:pt x="8053304" y="810365"/>
                    </a:lnTo>
                    <a:cubicBezTo>
                      <a:pt x="8053589" y="810518"/>
                      <a:pt x="8053913" y="810627"/>
                      <a:pt x="8054320" y="810693"/>
                    </a:cubicBezTo>
                    <a:lnTo>
                      <a:pt x="8066430" y="812505"/>
                    </a:lnTo>
                    <a:lnTo>
                      <a:pt x="8079517" y="826845"/>
                    </a:lnTo>
                    <a:cubicBezTo>
                      <a:pt x="8079720" y="827019"/>
                      <a:pt x="8079842" y="827106"/>
                      <a:pt x="8080005" y="827216"/>
                    </a:cubicBezTo>
                    <a:lnTo>
                      <a:pt x="8681070" y="1178427"/>
                    </a:lnTo>
                    <a:lnTo>
                      <a:pt x="8705982" y="1190147"/>
                    </a:lnTo>
                    <a:lnTo>
                      <a:pt x="8731504" y="1198136"/>
                    </a:lnTo>
                    <a:lnTo>
                      <a:pt x="8782914" y="1208111"/>
                    </a:lnTo>
                    <a:lnTo>
                      <a:pt x="8809208" y="1213982"/>
                    </a:lnTo>
                    <a:lnTo>
                      <a:pt x="8836396" y="1222494"/>
                    </a:lnTo>
                    <a:lnTo>
                      <a:pt x="8864194" y="1231923"/>
                    </a:lnTo>
                    <a:cubicBezTo>
                      <a:pt x="8864600" y="1232076"/>
                      <a:pt x="8865088" y="1232142"/>
                      <a:pt x="8865494" y="1232142"/>
                    </a:cubicBezTo>
                    <a:lnTo>
                      <a:pt x="8865575" y="1232142"/>
                    </a:lnTo>
                    <a:lnTo>
                      <a:pt x="9038010" y="1231923"/>
                    </a:lnTo>
                    <a:lnTo>
                      <a:pt x="9382029" y="1229893"/>
                    </a:lnTo>
                    <a:lnTo>
                      <a:pt x="9415679" y="1250520"/>
                    </a:lnTo>
                    <a:lnTo>
                      <a:pt x="9450995" y="1270709"/>
                    </a:lnTo>
                    <a:lnTo>
                      <a:pt x="9487002" y="1289567"/>
                    </a:lnTo>
                    <a:lnTo>
                      <a:pt x="9523821" y="1306985"/>
                    </a:lnTo>
                    <a:lnTo>
                      <a:pt x="9561332" y="1324250"/>
                    </a:lnTo>
                    <a:cubicBezTo>
                      <a:pt x="9561820" y="1324468"/>
                      <a:pt x="9562429" y="1324577"/>
                      <a:pt x="9562917" y="1324577"/>
                    </a:cubicBezTo>
                    <a:lnTo>
                      <a:pt x="9735678" y="1325908"/>
                    </a:lnTo>
                    <a:cubicBezTo>
                      <a:pt x="9736084" y="1326018"/>
                      <a:pt x="9736369" y="1326061"/>
                      <a:pt x="9736775" y="1326061"/>
                    </a:cubicBezTo>
                    <a:lnTo>
                      <a:pt x="9928962" y="1327720"/>
                    </a:lnTo>
                    <a:lnTo>
                      <a:pt x="10112126" y="1328528"/>
                    </a:lnTo>
                    <a:lnTo>
                      <a:pt x="10294600" y="1331038"/>
                    </a:lnTo>
                    <a:lnTo>
                      <a:pt x="10341133" y="1351336"/>
                    </a:lnTo>
                    <a:cubicBezTo>
                      <a:pt x="10341538" y="1351489"/>
                      <a:pt x="10342027" y="1351598"/>
                      <a:pt x="10342636" y="1351598"/>
                    </a:cubicBezTo>
                    <a:lnTo>
                      <a:pt x="10528280" y="1354217"/>
                    </a:lnTo>
                    <a:lnTo>
                      <a:pt x="10714005" y="1357884"/>
                    </a:lnTo>
                    <a:lnTo>
                      <a:pt x="10899851" y="1359849"/>
                    </a:lnTo>
                    <a:lnTo>
                      <a:pt x="11085983" y="1362402"/>
                    </a:lnTo>
                    <a:lnTo>
                      <a:pt x="11272033" y="1364258"/>
                    </a:lnTo>
                    <a:lnTo>
                      <a:pt x="11458244" y="1364891"/>
                    </a:lnTo>
                    <a:lnTo>
                      <a:pt x="11644579" y="1366375"/>
                    </a:lnTo>
                    <a:lnTo>
                      <a:pt x="11831035" y="1367597"/>
                    </a:lnTo>
                    <a:lnTo>
                      <a:pt x="11928652" y="1367815"/>
                    </a:lnTo>
                    <a:lnTo>
                      <a:pt x="11995627" y="1387263"/>
                    </a:lnTo>
                    <a:lnTo>
                      <a:pt x="12135511" y="1427074"/>
                    </a:lnTo>
                    <a:cubicBezTo>
                      <a:pt x="12135835" y="1427184"/>
                      <a:pt x="12136201" y="1427227"/>
                      <a:pt x="12136608" y="1427227"/>
                    </a:cubicBezTo>
                    <a:lnTo>
                      <a:pt x="12191553" y="1427882"/>
                    </a:lnTo>
                    <a:lnTo>
                      <a:pt x="12191553" y="142511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2" name="Freeform: Shape 641">
                <a:extLst>
                  <a:ext uri="{FF2B5EF4-FFF2-40B4-BE49-F238E27FC236}">
                    <a16:creationId xmlns:a16="http://schemas.microsoft.com/office/drawing/2014/main" id="{9C13F7B4-F4D6-413F-97AE-350E355068DC}"/>
                  </a:ext>
                </a:extLst>
              </p:cNvPr>
              <p:cNvSpPr/>
              <p:nvPr/>
            </p:nvSpPr>
            <p:spPr>
              <a:xfrm>
                <a:off x="11311168" y="5761932"/>
                <a:ext cx="880831" cy="91191"/>
              </a:xfrm>
              <a:custGeom>
                <a:avLst/>
                <a:gdLst>
                  <a:gd name="connsiteX0" fmla="*/ 880831 w 880831"/>
                  <a:gd name="connsiteY0" fmla="*/ 87634 h 91191"/>
                  <a:gd name="connsiteX1" fmla="*/ 880222 w 880831"/>
                  <a:gd name="connsiteY1" fmla="*/ 87634 h 91191"/>
                  <a:gd name="connsiteX2" fmla="*/ 860796 w 880831"/>
                  <a:gd name="connsiteY2" fmla="*/ 88376 h 91191"/>
                  <a:gd name="connsiteX3" fmla="*/ 839988 w 880831"/>
                  <a:gd name="connsiteY3" fmla="*/ 87153 h 91191"/>
                  <a:gd name="connsiteX4" fmla="*/ 815360 w 880831"/>
                  <a:gd name="connsiteY4" fmla="*/ 86302 h 91191"/>
                  <a:gd name="connsiteX5" fmla="*/ 795406 w 880831"/>
                  <a:gd name="connsiteY5" fmla="*/ 85124 h 91191"/>
                  <a:gd name="connsiteX6" fmla="*/ 774558 w 880831"/>
                  <a:gd name="connsiteY6" fmla="*/ 81871 h 91191"/>
                  <a:gd name="connsiteX7" fmla="*/ 764235 w 880831"/>
                  <a:gd name="connsiteY7" fmla="*/ 79056 h 91191"/>
                  <a:gd name="connsiteX8" fmla="*/ 763341 w 880831"/>
                  <a:gd name="connsiteY8" fmla="*/ 78947 h 91191"/>
                  <a:gd name="connsiteX9" fmla="*/ 748263 w 880831"/>
                  <a:gd name="connsiteY9" fmla="*/ 77943 h 91191"/>
                  <a:gd name="connsiteX10" fmla="*/ 684377 w 880831"/>
                  <a:gd name="connsiteY10" fmla="*/ 75869 h 91191"/>
                  <a:gd name="connsiteX11" fmla="*/ 629311 w 880831"/>
                  <a:gd name="connsiteY11" fmla="*/ 73315 h 91191"/>
                  <a:gd name="connsiteX12" fmla="*/ 576031 w 880831"/>
                  <a:gd name="connsiteY12" fmla="*/ 68295 h 91191"/>
                  <a:gd name="connsiteX13" fmla="*/ 556971 w 880831"/>
                  <a:gd name="connsiteY13" fmla="*/ 64192 h 91191"/>
                  <a:gd name="connsiteX14" fmla="*/ 556361 w 880831"/>
                  <a:gd name="connsiteY14" fmla="*/ 64083 h 91191"/>
                  <a:gd name="connsiteX15" fmla="*/ 554695 w 880831"/>
                  <a:gd name="connsiteY15" fmla="*/ 63974 h 91191"/>
                  <a:gd name="connsiteX16" fmla="*/ 495849 w 880831"/>
                  <a:gd name="connsiteY16" fmla="*/ 64781 h 91191"/>
                  <a:gd name="connsiteX17" fmla="*/ 473741 w 880831"/>
                  <a:gd name="connsiteY17" fmla="*/ 65960 h 91191"/>
                  <a:gd name="connsiteX18" fmla="*/ 425216 w 880831"/>
                  <a:gd name="connsiteY18" fmla="*/ 64781 h 91191"/>
                  <a:gd name="connsiteX19" fmla="*/ 404977 w 880831"/>
                  <a:gd name="connsiteY19" fmla="*/ 63079 h 91191"/>
                  <a:gd name="connsiteX20" fmla="*/ 394858 w 880831"/>
                  <a:gd name="connsiteY20" fmla="*/ 62053 h 91191"/>
                  <a:gd name="connsiteX21" fmla="*/ 374132 w 880831"/>
                  <a:gd name="connsiteY21" fmla="*/ 60831 h 91191"/>
                  <a:gd name="connsiteX22" fmla="*/ 350235 w 880831"/>
                  <a:gd name="connsiteY22" fmla="*/ 58866 h 91191"/>
                  <a:gd name="connsiteX23" fmla="*/ 347757 w 880831"/>
                  <a:gd name="connsiteY23" fmla="*/ 56160 h 91191"/>
                  <a:gd name="connsiteX24" fmla="*/ 346049 w 880831"/>
                  <a:gd name="connsiteY24" fmla="*/ 55418 h 91191"/>
                  <a:gd name="connsiteX25" fmla="*/ 323047 w 880831"/>
                  <a:gd name="connsiteY25" fmla="*/ 52580 h 91191"/>
                  <a:gd name="connsiteX26" fmla="*/ 299232 w 880831"/>
                  <a:gd name="connsiteY26" fmla="*/ 50398 h 91191"/>
                  <a:gd name="connsiteX27" fmla="*/ 274523 w 880831"/>
                  <a:gd name="connsiteY27" fmla="*/ 44417 h 91191"/>
                  <a:gd name="connsiteX28" fmla="*/ 226893 w 880831"/>
                  <a:gd name="connsiteY28" fmla="*/ 36538 h 91191"/>
                  <a:gd name="connsiteX29" fmla="*/ 203566 w 880831"/>
                  <a:gd name="connsiteY29" fmla="*/ 33984 h 91191"/>
                  <a:gd name="connsiteX30" fmla="*/ 180523 w 880831"/>
                  <a:gd name="connsiteY30" fmla="*/ 31103 h 91191"/>
                  <a:gd name="connsiteX31" fmla="*/ 157927 w 880831"/>
                  <a:gd name="connsiteY31" fmla="*/ 27589 h 91191"/>
                  <a:gd name="connsiteX32" fmla="*/ 135697 w 880831"/>
                  <a:gd name="connsiteY32" fmla="*/ 21783 h 91191"/>
                  <a:gd name="connsiteX33" fmla="*/ 113670 w 880831"/>
                  <a:gd name="connsiteY33" fmla="*/ 16981 h 91191"/>
                  <a:gd name="connsiteX34" fmla="*/ 92131 w 880831"/>
                  <a:gd name="connsiteY34" fmla="*/ 14908 h 91191"/>
                  <a:gd name="connsiteX35" fmla="*/ 71283 w 880831"/>
                  <a:gd name="connsiteY35" fmla="*/ 10477 h 91191"/>
                  <a:gd name="connsiteX36" fmla="*/ 62667 w 880831"/>
                  <a:gd name="connsiteY36" fmla="*/ 7334 h 91191"/>
                  <a:gd name="connsiteX37" fmla="*/ 61651 w 880831"/>
                  <a:gd name="connsiteY37" fmla="*/ 7115 h 91191"/>
                  <a:gd name="connsiteX38" fmla="*/ 60960 w 880831"/>
                  <a:gd name="connsiteY38" fmla="*/ 7072 h 91191"/>
                  <a:gd name="connsiteX39" fmla="*/ 26335 w 880831"/>
                  <a:gd name="connsiteY39" fmla="*/ 4518 h 91191"/>
                  <a:gd name="connsiteX40" fmla="*/ 8697 w 880831"/>
                  <a:gd name="connsiteY40" fmla="*/ 262 h 91191"/>
                  <a:gd name="connsiteX41" fmla="*/ 7803 w 880831"/>
                  <a:gd name="connsiteY41" fmla="*/ 109 h 91191"/>
                  <a:gd name="connsiteX42" fmla="*/ 2641 w 880831"/>
                  <a:gd name="connsiteY42" fmla="*/ 0 h 91191"/>
                  <a:gd name="connsiteX43" fmla="*/ 2560 w 880831"/>
                  <a:gd name="connsiteY43" fmla="*/ 0 h 91191"/>
                  <a:gd name="connsiteX44" fmla="*/ 0 w 880831"/>
                  <a:gd name="connsiteY44" fmla="*/ 1375 h 91191"/>
                  <a:gd name="connsiteX45" fmla="*/ 2479 w 880831"/>
                  <a:gd name="connsiteY45" fmla="*/ 2816 h 91191"/>
                  <a:gd name="connsiteX46" fmla="*/ 7153 w 880831"/>
                  <a:gd name="connsiteY46" fmla="*/ 2925 h 91191"/>
                  <a:gd name="connsiteX47" fmla="*/ 24709 w 880831"/>
                  <a:gd name="connsiteY47" fmla="*/ 7181 h 91191"/>
                  <a:gd name="connsiteX48" fmla="*/ 25400 w 880831"/>
                  <a:gd name="connsiteY48" fmla="*/ 7290 h 91191"/>
                  <a:gd name="connsiteX49" fmla="*/ 60431 w 880831"/>
                  <a:gd name="connsiteY49" fmla="*/ 9909 h 91191"/>
                  <a:gd name="connsiteX50" fmla="*/ 69047 w 880831"/>
                  <a:gd name="connsiteY50" fmla="*/ 13009 h 91191"/>
                  <a:gd name="connsiteX51" fmla="*/ 90749 w 880831"/>
                  <a:gd name="connsiteY51" fmla="*/ 17636 h 91191"/>
                  <a:gd name="connsiteX52" fmla="*/ 112288 w 880831"/>
                  <a:gd name="connsiteY52" fmla="*/ 19709 h 91191"/>
                  <a:gd name="connsiteX53" fmla="*/ 133746 w 880831"/>
                  <a:gd name="connsiteY53" fmla="*/ 24337 h 91191"/>
                  <a:gd name="connsiteX54" fmla="*/ 156261 w 880831"/>
                  <a:gd name="connsiteY54" fmla="*/ 30252 h 91191"/>
                  <a:gd name="connsiteX55" fmla="*/ 179263 w 880831"/>
                  <a:gd name="connsiteY55" fmla="*/ 33831 h 91191"/>
                  <a:gd name="connsiteX56" fmla="*/ 202591 w 880831"/>
                  <a:gd name="connsiteY56" fmla="*/ 36712 h 91191"/>
                  <a:gd name="connsiteX57" fmla="*/ 225715 w 880831"/>
                  <a:gd name="connsiteY57" fmla="*/ 39266 h 91191"/>
                  <a:gd name="connsiteX58" fmla="*/ 272857 w 880831"/>
                  <a:gd name="connsiteY58" fmla="*/ 47102 h 91191"/>
                  <a:gd name="connsiteX59" fmla="*/ 297851 w 880831"/>
                  <a:gd name="connsiteY59" fmla="*/ 53082 h 91191"/>
                  <a:gd name="connsiteX60" fmla="*/ 322072 w 880831"/>
                  <a:gd name="connsiteY60" fmla="*/ 55374 h 91191"/>
                  <a:gd name="connsiteX61" fmla="*/ 343815 w 880831"/>
                  <a:gd name="connsiteY61" fmla="*/ 58037 h 91191"/>
                  <a:gd name="connsiteX62" fmla="*/ 346293 w 880831"/>
                  <a:gd name="connsiteY62" fmla="*/ 60809 h 91191"/>
                  <a:gd name="connsiteX63" fmla="*/ 348163 w 880831"/>
                  <a:gd name="connsiteY63" fmla="*/ 61551 h 91191"/>
                  <a:gd name="connsiteX64" fmla="*/ 373563 w 880831"/>
                  <a:gd name="connsiteY64" fmla="*/ 63668 h 91191"/>
                  <a:gd name="connsiteX65" fmla="*/ 394208 w 880831"/>
                  <a:gd name="connsiteY65" fmla="*/ 64847 h 91191"/>
                  <a:gd name="connsiteX66" fmla="*/ 424769 w 880831"/>
                  <a:gd name="connsiteY66" fmla="*/ 67553 h 91191"/>
                  <a:gd name="connsiteX67" fmla="*/ 457809 w 880831"/>
                  <a:gd name="connsiteY67" fmla="*/ 68470 h 91191"/>
                  <a:gd name="connsiteX68" fmla="*/ 473863 w 880831"/>
                  <a:gd name="connsiteY68" fmla="*/ 68797 h 91191"/>
                  <a:gd name="connsiteX69" fmla="*/ 496215 w 880831"/>
                  <a:gd name="connsiteY69" fmla="*/ 67619 h 91191"/>
                  <a:gd name="connsiteX70" fmla="*/ 554533 w 880831"/>
                  <a:gd name="connsiteY70" fmla="*/ 66811 h 91191"/>
                  <a:gd name="connsiteX71" fmla="*/ 574649 w 880831"/>
                  <a:gd name="connsiteY71" fmla="*/ 71024 h 91191"/>
                  <a:gd name="connsiteX72" fmla="*/ 628741 w 880831"/>
                  <a:gd name="connsiteY72" fmla="*/ 76087 h 91191"/>
                  <a:gd name="connsiteX73" fmla="*/ 684093 w 880831"/>
                  <a:gd name="connsiteY73" fmla="*/ 78685 h 91191"/>
                  <a:gd name="connsiteX74" fmla="*/ 744809 w 880831"/>
                  <a:gd name="connsiteY74" fmla="*/ 80605 h 91191"/>
                  <a:gd name="connsiteX75" fmla="*/ 762366 w 880831"/>
                  <a:gd name="connsiteY75" fmla="*/ 81719 h 91191"/>
                  <a:gd name="connsiteX76" fmla="*/ 772769 w 880831"/>
                  <a:gd name="connsiteY76" fmla="*/ 84491 h 91191"/>
                  <a:gd name="connsiteX77" fmla="*/ 794512 w 880831"/>
                  <a:gd name="connsiteY77" fmla="*/ 87895 h 91191"/>
                  <a:gd name="connsiteX78" fmla="*/ 814954 w 880831"/>
                  <a:gd name="connsiteY78" fmla="*/ 89118 h 91191"/>
                  <a:gd name="connsiteX79" fmla="*/ 839582 w 880831"/>
                  <a:gd name="connsiteY79" fmla="*/ 89925 h 91191"/>
                  <a:gd name="connsiteX80" fmla="*/ 860715 w 880831"/>
                  <a:gd name="connsiteY80" fmla="*/ 91191 h 91191"/>
                  <a:gd name="connsiteX81" fmla="*/ 880343 w 880831"/>
                  <a:gd name="connsiteY81" fmla="*/ 90384 h 91191"/>
                  <a:gd name="connsiteX82" fmla="*/ 880831 w 880831"/>
                  <a:gd name="connsiteY82" fmla="*/ 90427 h 91191"/>
                  <a:gd name="connsiteX83" fmla="*/ 880831 w 880831"/>
                  <a:gd name="connsiteY83" fmla="*/ 87612 h 91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880831" h="91191">
                    <a:moveTo>
                      <a:pt x="880831" y="87634"/>
                    </a:moveTo>
                    <a:lnTo>
                      <a:pt x="880222" y="87634"/>
                    </a:lnTo>
                    <a:lnTo>
                      <a:pt x="860796" y="88376"/>
                    </a:lnTo>
                    <a:lnTo>
                      <a:pt x="839988" y="87153"/>
                    </a:lnTo>
                    <a:lnTo>
                      <a:pt x="815360" y="86302"/>
                    </a:lnTo>
                    <a:lnTo>
                      <a:pt x="795406" y="85124"/>
                    </a:lnTo>
                    <a:lnTo>
                      <a:pt x="774558" y="81871"/>
                    </a:lnTo>
                    <a:lnTo>
                      <a:pt x="764235" y="79056"/>
                    </a:lnTo>
                    <a:cubicBezTo>
                      <a:pt x="763951" y="78990"/>
                      <a:pt x="763666" y="78947"/>
                      <a:pt x="763341" y="78947"/>
                    </a:cubicBezTo>
                    <a:lnTo>
                      <a:pt x="748263" y="77943"/>
                    </a:lnTo>
                    <a:lnTo>
                      <a:pt x="684377" y="75869"/>
                    </a:lnTo>
                    <a:lnTo>
                      <a:pt x="629311" y="73315"/>
                    </a:lnTo>
                    <a:lnTo>
                      <a:pt x="576031" y="68295"/>
                    </a:lnTo>
                    <a:lnTo>
                      <a:pt x="556971" y="64192"/>
                    </a:lnTo>
                    <a:cubicBezTo>
                      <a:pt x="556971" y="64192"/>
                      <a:pt x="556565" y="64083"/>
                      <a:pt x="556361" y="64083"/>
                    </a:cubicBezTo>
                    <a:lnTo>
                      <a:pt x="554695" y="63974"/>
                    </a:lnTo>
                    <a:lnTo>
                      <a:pt x="495849" y="64781"/>
                    </a:lnTo>
                    <a:lnTo>
                      <a:pt x="473741" y="65960"/>
                    </a:lnTo>
                    <a:lnTo>
                      <a:pt x="425216" y="64781"/>
                    </a:lnTo>
                    <a:lnTo>
                      <a:pt x="404977" y="63079"/>
                    </a:lnTo>
                    <a:lnTo>
                      <a:pt x="394858" y="62053"/>
                    </a:lnTo>
                    <a:lnTo>
                      <a:pt x="374132" y="60831"/>
                    </a:lnTo>
                    <a:lnTo>
                      <a:pt x="350235" y="58866"/>
                    </a:lnTo>
                    <a:lnTo>
                      <a:pt x="347757" y="56160"/>
                    </a:lnTo>
                    <a:cubicBezTo>
                      <a:pt x="347472" y="55789"/>
                      <a:pt x="346863" y="55527"/>
                      <a:pt x="346049" y="55418"/>
                    </a:cubicBezTo>
                    <a:lnTo>
                      <a:pt x="323047" y="52580"/>
                    </a:lnTo>
                    <a:lnTo>
                      <a:pt x="299232" y="50398"/>
                    </a:lnTo>
                    <a:lnTo>
                      <a:pt x="274523" y="44417"/>
                    </a:lnTo>
                    <a:lnTo>
                      <a:pt x="226893" y="36538"/>
                    </a:lnTo>
                    <a:lnTo>
                      <a:pt x="203566" y="33984"/>
                    </a:lnTo>
                    <a:lnTo>
                      <a:pt x="180523" y="31103"/>
                    </a:lnTo>
                    <a:lnTo>
                      <a:pt x="157927" y="27589"/>
                    </a:lnTo>
                    <a:lnTo>
                      <a:pt x="135697" y="21783"/>
                    </a:lnTo>
                    <a:lnTo>
                      <a:pt x="113670" y="16981"/>
                    </a:lnTo>
                    <a:lnTo>
                      <a:pt x="92131" y="14908"/>
                    </a:lnTo>
                    <a:lnTo>
                      <a:pt x="71283" y="10477"/>
                    </a:lnTo>
                    <a:lnTo>
                      <a:pt x="62667" y="7334"/>
                    </a:lnTo>
                    <a:cubicBezTo>
                      <a:pt x="62667" y="7334"/>
                      <a:pt x="61895" y="7181"/>
                      <a:pt x="61651" y="7115"/>
                    </a:cubicBezTo>
                    <a:cubicBezTo>
                      <a:pt x="61569" y="7115"/>
                      <a:pt x="61041" y="7072"/>
                      <a:pt x="60960" y="7072"/>
                    </a:cubicBezTo>
                    <a:lnTo>
                      <a:pt x="26335" y="4518"/>
                    </a:lnTo>
                    <a:lnTo>
                      <a:pt x="8697" y="262"/>
                    </a:lnTo>
                    <a:cubicBezTo>
                      <a:pt x="8413" y="153"/>
                      <a:pt x="8087" y="153"/>
                      <a:pt x="7803" y="109"/>
                    </a:cubicBezTo>
                    <a:lnTo>
                      <a:pt x="2641" y="0"/>
                    </a:lnTo>
                    <a:lnTo>
                      <a:pt x="2560" y="0"/>
                    </a:lnTo>
                    <a:cubicBezTo>
                      <a:pt x="1179" y="0"/>
                      <a:pt x="81" y="655"/>
                      <a:pt x="0" y="1375"/>
                    </a:cubicBezTo>
                    <a:cubicBezTo>
                      <a:pt x="0" y="2117"/>
                      <a:pt x="1097" y="2816"/>
                      <a:pt x="2479" y="2816"/>
                    </a:cubicBezTo>
                    <a:lnTo>
                      <a:pt x="7153" y="2925"/>
                    </a:lnTo>
                    <a:lnTo>
                      <a:pt x="24709" y="7181"/>
                    </a:lnTo>
                    <a:cubicBezTo>
                      <a:pt x="24709" y="7181"/>
                      <a:pt x="25197" y="7290"/>
                      <a:pt x="25400" y="7290"/>
                    </a:cubicBezTo>
                    <a:lnTo>
                      <a:pt x="60431" y="9909"/>
                    </a:lnTo>
                    <a:lnTo>
                      <a:pt x="69047" y="13009"/>
                    </a:lnTo>
                    <a:lnTo>
                      <a:pt x="90749" y="17636"/>
                    </a:lnTo>
                    <a:lnTo>
                      <a:pt x="112288" y="19709"/>
                    </a:lnTo>
                    <a:lnTo>
                      <a:pt x="133746" y="24337"/>
                    </a:lnTo>
                    <a:lnTo>
                      <a:pt x="156261" y="30252"/>
                    </a:lnTo>
                    <a:lnTo>
                      <a:pt x="179263" y="33831"/>
                    </a:lnTo>
                    <a:lnTo>
                      <a:pt x="202591" y="36712"/>
                    </a:lnTo>
                    <a:lnTo>
                      <a:pt x="225715" y="39266"/>
                    </a:lnTo>
                    <a:lnTo>
                      <a:pt x="272857" y="47102"/>
                    </a:lnTo>
                    <a:lnTo>
                      <a:pt x="297851" y="53082"/>
                    </a:lnTo>
                    <a:lnTo>
                      <a:pt x="322072" y="55374"/>
                    </a:lnTo>
                    <a:lnTo>
                      <a:pt x="343815" y="58037"/>
                    </a:lnTo>
                    <a:lnTo>
                      <a:pt x="346293" y="60809"/>
                    </a:lnTo>
                    <a:cubicBezTo>
                      <a:pt x="346700" y="61223"/>
                      <a:pt x="347391" y="61507"/>
                      <a:pt x="348163" y="61551"/>
                    </a:cubicBezTo>
                    <a:lnTo>
                      <a:pt x="373563" y="63668"/>
                    </a:lnTo>
                    <a:lnTo>
                      <a:pt x="394208" y="64847"/>
                    </a:lnTo>
                    <a:lnTo>
                      <a:pt x="424769" y="67553"/>
                    </a:lnTo>
                    <a:lnTo>
                      <a:pt x="457809" y="68470"/>
                    </a:lnTo>
                    <a:lnTo>
                      <a:pt x="473863" y="68797"/>
                    </a:lnTo>
                    <a:lnTo>
                      <a:pt x="496215" y="67619"/>
                    </a:lnTo>
                    <a:lnTo>
                      <a:pt x="554533" y="66811"/>
                    </a:lnTo>
                    <a:lnTo>
                      <a:pt x="574649" y="71024"/>
                    </a:lnTo>
                    <a:lnTo>
                      <a:pt x="628741" y="76087"/>
                    </a:lnTo>
                    <a:lnTo>
                      <a:pt x="684093" y="78685"/>
                    </a:lnTo>
                    <a:lnTo>
                      <a:pt x="744809" y="80605"/>
                    </a:lnTo>
                    <a:lnTo>
                      <a:pt x="762366" y="81719"/>
                    </a:lnTo>
                    <a:lnTo>
                      <a:pt x="772769" y="84491"/>
                    </a:lnTo>
                    <a:lnTo>
                      <a:pt x="794512" y="87895"/>
                    </a:lnTo>
                    <a:lnTo>
                      <a:pt x="814954" y="89118"/>
                    </a:lnTo>
                    <a:lnTo>
                      <a:pt x="839582" y="89925"/>
                    </a:lnTo>
                    <a:lnTo>
                      <a:pt x="860715" y="91191"/>
                    </a:lnTo>
                    <a:lnTo>
                      <a:pt x="880343" y="90384"/>
                    </a:lnTo>
                    <a:lnTo>
                      <a:pt x="880831" y="90427"/>
                    </a:lnTo>
                    <a:lnTo>
                      <a:pt x="880831" y="8761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3" name="Freeform: Shape 642">
                <a:extLst>
                  <a:ext uri="{FF2B5EF4-FFF2-40B4-BE49-F238E27FC236}">
                    <a16:creationId xmlns:a16="http://schemas.microsoft.com/office/drawing/2014/main" id="{A8AF2CD4-7440-46D5-877C-F6C5992E32D2}"/>
                  </a:ext>
                </a:extLst>
              </p:cNvPr>
              <p:cNvSpPr/>
              <p:nvPr/>
            </p:nvSpPr>
            <p:spPr>
              <a:xfrm>
                <a:off x="7579399" y="6682429"/>
                <a:ext cx="486949" cy="220463"/>
              </a:xfrm>
              <a:custGeom>
                <a:avLst/>
                <a:gdLst>
                  <a:gd name="connsiteX0" fmla="*/ 14713 w 486949"/>
                  <a:gd name="connsiteY0" fmla="*/ 12915 h 220463"/>
                  <a:gd name="connsiteX1" fmla="*/ 16908 w 486949"/>
                  <a:gd name="connsiteY1" fmla="*/ 13504 h 220463"/>
                  <a:gd name="connsiteX2" fmla="*/ 16908 w 486949"/>
                  <a:gd name="connsiteY2" fmla="*/ 13504 h 220463"/>
                  <a:gd name="connsiteX3" fmla="*/ 128830 w 486949"/>
                  <a:gd name="connsiteY3" fmla="*/ 12806 h 220463"/>
                  <a:gd name="connsiteX4" fmla="*/ 305045 w 486949"/>
                  <a:gd name="connsiteY4" fmla="*/ 12588 h 220463"/>
                  <a:gd name="connsiteX5" fmla="*/ 322520 w 486949"/>
                  <a:gd name="connsiteY5" fmla="*/ 25967 h 220463"/>
                  <a:gd name="connsiteX6" fmla="*/ 341093 w 486949"/>
                  <a:gd name="connsiteY6" fmla="*/ 39391 h 220463"/>
                  <a:gd name="connsiteX7" fmla="*/ 359950 w 486949"/>
                  <a:gd name="connsiteY7" fmla="*/ 53774 h 220463"/>
                  <a:gd name="connsiteX8" fmla="*/ 379416 w 486949"/>
                  <a:gd name="connsiteY8" fmla="*/ 75950 h 220463"/>
                  <a:gd name="connsiteX9" fmla="*/ 399452 w 486949"/>
                  <a:gd name="connsiteY9" fmla="*/ 101793 h 220463"/>
                  <a:gd name="connsiteX10" fmla="*/ 420097 w 486949"/>
                  <a:gd name="connsiteY10" fmla="*/ 134991 h 220463"/>
                  <a:gd name="connsiteX11" fmla="*/ 441230 w 486949"/>
                  <a:gd name="connsiteY11" fmla="*/ 166858 h 220463"/>
                  <a:gd name="connsiteX12" fmla="*/ 462850 w 486949"/>
                  <a:gd name="connsiteY12" fmla="*/ 196476 h 220463"/>
                  <a:gd name="connsiteX13" fmla="*/ 481382 w 486949"/>
                  <a:gd name="connsiteY13" fmla="*/ 220464 h 220463"/>
                  <a:gd name="connsiteX14" fmla="*/ 486950 w 486949"/>
                  <a:gd name="connsiteY14" fmla="*/ 220464 h 220463"/>
                  <a:gd name="connsiteX15" fmla="*/ 467605 w 486949"/>
                  <a:gd name="connsiteY15" fmla="*/ 195363 h 220463"/>
                  <a:gd name="connsiteX16" fmla="*/ 445985 w 486949"/>
                  <a:gd name="connsiteY16" fmla="*/ 165832 h 220463"/>
                  <a:gd name="connsiteX17" fmla="*/ 424852 w 486949"/>
                  <a:gd name="connsiteY17" fmla="*/ 134009 h 220463"/>
                  <a:gd name="connsiteX18" fmla="*/ 404207 w 486949"/>
                  <a:gd name="connsiteY18" fmla="*/ 100767 h 220463"/>
                  <a:gd name="connsiteX19" fmla="*/ 384049 w 486949"/>
                  <a:gd name="connsiteY19" fmla="*/ 74772 h 220463"/>
                  <a:gd name="connsiteX20" fmla="*/ 364298 w 486949"/>
                  <a:gd name="connsiteY20" fmla="*/ 52334 h 220463"/>
                  <a:gd name="connsiteX21" fmla="*/ 345157 w 486949"/>
                  <a:gd name="connsiteY21" fmla="*/ 37688 h 220463"/>
                  <a:gd name="connsiteX22" fmla="*/ 326625 w 486949"/>
                  <a:gd name="connsiteY22" fmla="*/ 24265 h 220463"/>
                  <a:gd name="connsiteX23" fmla="*/ 308459 w 486949"/>
                  <a:gd name="connsiteY23" fmla="*/ 10361 h 220463"/>
                  <a:gd name="connsiteX24" fmla="*/ 306386 w 486949"/>
                  <a:gd name="connsiteY24" fmla="*/ 9772 h 220463"/>
                  <a:gd name="connsiteX25" fmla="*/ 306386 w 486949"/>
                  <a:gd name="connsiteY25" fmla="*/ 9772 h 220463"/>
                  <a:gd name="connsiteX26" fmla="*/ 128871 w 486949"/>
                  <a:gd name="connsiteY26" fmla="*/ 10034 h 220463"/>
                  <a:gd name="connsiteX27" fmla="*/ 18045 w 486949"/>
                  <a:gd name="connsiteY27" fmla="*/ 10667 h 220463"/>
                  <a:gd name="connsiteX28" fmla="*/ 4350 w 486949"/>
                  <a:gd name="connsiteY28" fmla="*/ 496 h 220463"/>
                  <a:gd name="connsiteX29" fmla="*/ 895 w 486949"/>
                  <a:gd name="connsiteY29" fmla="*/ 343 h 220463"/>
                  <a:gd name="connsiteX30" fmla="*/ 611 w 486949"/>
                  <a:gd name="connsiteY30" fmla="*/ 2417 h 220463"/>
                  <a:gd name="connsiteX31" fmla="*/ 14794 w 486949"/>
                  <a:gd name="connsiteY31" fmla="*/ 12915 h 220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86949" h="220463">
                    <a:moveTo>
                      <a:pt x="14713" y="12915"/>
                    </a:moveTo>
                    <a:cubicBezTo>
                      <a:pt x="15201" y="13286"/>
                      <a:pt x="16095" y="13504"/>
                      <a:pt x="16908" y="13504"/>
                    </a:cubicBezTo>
                    <a:lnTo>
                      <a:pt x="16908" y="13504"/>
                    </a:lnTo>
                    <a:lnTo>
                      <a:pt x="128830" y="12806"/>
                    </a:lnTo>
                    <a:lnTo>
                      <a:pt x="305045" y="12588"/>
                    </a:lnTo>
                    <a:lnTo>
                      <a:pt x="322520" y="25967"/>
                    </a:lnTo>
                    <a:lnTo>
                      <a:pt x="341093" y="39391"/>
                    </a:lnTo>
                    <a:lnTo>
                      <a:pt x="359950" y="53774"/>
                    </a:lnTo>
                    <a:lnTo>
                      <a:pt x="379416" y="75950"/>
                    </a:lnTo>
                    <a:lnTo>
                      <a:pt x="399452" y="101793"/>
                    </a:lnTo>
                    <a:lnTo>
                      <a:pt x="420097" y="134991"/>
                    </a:lnTo>
                    <a:lnTo>
                      <a:pt x="441230" y="166858"/>
                    </a:lnTo>
                    <a:lnTo>
                      <a:pt x="462850" y="196476"/>
                    </a:lnTo>
                    <a:lnTo>
                      <a:pt x="481382" y="220464"/>
                    </a:lnTo>
                    <a:lnTo>
                      <a:pt x="486950" y="220464"/>
                    </a:lnTo>
                    <a:lnTo>
                      <a:pt x="467605" y="195363"/>
                    </a:lnTo>
                    <a:lnTo>
                      <a:pt x="445985" y="165832"/>
                    </a:lnTo>
                    <a:lnTo>
                      <a:pt x="424852" y="134009"/>
                    </a:lnTo>
                    <a:lnTo>
                      <a:pt x="404207" y="100767"/>
                    </a:lnTo>
                    <a:lnTo>
                      <a:pt x="384049" y="74772"/>
                    </a:lnTo>
                    <a:lnTo>
                      <a:pt x="364298" y="52334"/>
                    </a:lnTo>
                    <a:lnTo>
                      <a:pt x="345157" y="37688"/>
                    </a:lnTo>
                    <a:lnTo>
                      <a:pt x="326625" y="24265"/>
                    </a:lnTo>
                    <a:lnTo>
                      <a:pt x="308459" y="10361"/>
                    </a:lnTo>
                    <a:cubicBezTo>
                      <a:pt x="307971" y="10034"/>
                      <a:pt x="307280" y="9772"/>
                      <a:pt x="306386" y="9772"/>
                    </a:cubicBezTo>
                    <a:lnTo>
                      <a:pt x="306386" y="9772"/>
                    </a:lnTo>
                    <a:lnTo>
                      <a:pt x="128871" y="10034"/>
                    </a:lnTo>
                    <a:lnTo>
                      <a:pt x="18045" y="10667"/>
                    </a:lnTo>
                    <a:lnTo>
                      <a:pt x="4350" y="496"/>
                    </a:lnTo>
                    <a:cubicBezTo>
                      <a:pt x="3456" y="-137"/>
                      <a:pt x="2074" y="-137"/>
                      <a:pt x="895" y="343"/>
                    </a:cubicBezTo>
                    <a:cubicBezTo>
                      <a:pt x="-202" y="823"/>
                      <a:pt x="-283" y="1784"/>
                      <a:pt x="611" y="2417"/>
                    </a:cubicBezTo>
                    <a:lnTo>
                      <a:pt x="14794" y="1291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4" name="Freeform: Shape 643">
                <a:extLst>
                  <a:ext uri="{FF2B5EF4-FFF2-40B4-BE49-F238E27FC236}">
                    <a16:creationId xmlns:a16="http://schemas.microsoft.com/office/drawing/2014/main" id="{8E3CBEA5-5101-44E5-BEEE-3B0A50E4AD91}"/>
                  </a:ext>
                </a:extLst>
              </p:cNvPr>
              <p:cNvSpPr/>
              <p:nvPr/>
            </p:nvSpPr>
            <p:spPr>
              <a:xfrm>
                <a:off x="5399826" y="6020470"/>
                <a:ext cx="65898" cy="61592"/>
              </a:xfrm>
              <a:custGeom>
                <a:avLst/>
                <a:gdLst>
                  <a:gd name="connsiteX0" fmla="*/ 2530 w 65898"/>
                  <a:gd name="connsiteY0" fmla="*/ 61570 h 61592"/>
                  <a:gd name="connsiteX1" fmla="*/ 1271 w 65898"/>
                  <a:gd name="connsiteY1" fmla="*/ 61417 h 61592"/>
                  <a:gd name="connsiteX2" fmla="*/ 336 w 65898"/>
                  <a:gd name="connsiteY2" fmla="*/ 59497 h 61592"/>
                  <a:gd name="connsiteX3" fmla="*/ 61174 w 65898"/>
                  <a:gd name="connsiteY3" fmla="*/ 718 h 61592"/>
                  <a:gd name="connsiteX4" fmla="*/ 64628 w 65898"/>
                  <a:gd name="connsiteY4" fmla="*/ 194 h 61592"/>
                  <a:gd name="connsiteX5" fmla="*/ 65563 w 65898"/>
                  <a:gd name="connsiteY5" fmla="*/ 2115 h 61592"/>
                  <a:gd name="connsiteX6" fmla="*/ 4725 w 65898"/>
                  <a:gd name="connsiteY6" fmla="*/ 60894 h 61592"/>
                  <a:gd name="connsiteX7" fmla="*/ 2490 w 65898"/>
                  <a:gd name="connsiteY7" fmla="*/ 61592 h 61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898" h="61592">
                    <a:moveTo>
                      <a:pt x="2530" y="61570"/>
                    </a:moveTo>
                    <a:cubicBezTo>
                      <a:pt x="2124" y="61570"/>
                      <a:pt x="1677" y="61527"/>
                      <a:pt x="1271" y="61417"/>
                    </a:cubicBezTo>
                    <a:cubicBezTo>
                      <a:pt x="51" y="61046"/>
                      <a:pt x="-355" y="60130"/>
                      <a:pt x="336" y="59497"/>
                    </a:cubicBezTo>
                    <a:lnTo>
                      <a:pt x="61174" y="718"/>
                    </a:lnTo>
                    <a:cubicBezTo>
                      <a:pt x="61865" y="19"/>
                      <a:pt x="63409" y="-199"/>
                      <a:pt x="64628" y="194"/>
                    </a:cubicBezTo>
                    <a:cubicBezTo>
                      <a:pt x="65848" y="565"/>
                      <a:pt x="66254" y="1482"/>
                      <a:pt x="65563" y="2115"/>
                    </a:cubicBezTo>
                    <a:lnTo>
                      <a:pt x="4725" y="60894"/>
                    </a:lnTo>
                    <a:cubicBezTo>
                      <a:pt x="4237" y="61308"/>
                      <a:pt x="3384" y="61592"/>
                      <a:pt x="2490" y="6159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5" name="Freeform: Shape 644">
                <a:extLst>
                  <a:ext uri="{FF2B5EF4-FFF2-40B4-BE49-F238E27FC236}">
                    <a16:creationId xmlns:a16="http://schemas.microsoft.com/office/drawing/2014/main" id="{4E656E03-E908-45FE-934F-29015A9D1839}"/>
                  </a:ext>
                </a:extLst>
              </p:cNvPr>
              <p:cNvSpPr/>
              <p:nvPr/>
            </p:nvSpPr>
            <p:spPr>
              <a:xfrm>
                <a:off x="1246911" y="5664210"/>
                <a:ext cx="459614" cy="36913"/>
              </a:xfrm>
              <a:custGeom>
                <a:avLst/>
                <a:gdLst>
                  <a:gd name="connsiteX0" fmla="*/ 453709 w 459614"/>
                  <a:gd name="connsiteY0" fmla="*/ 36892 h 36913"/>
                  <a:gd name="connsiteX1" fmla="*/ 424611 w 459614"/>
                  <a:gd name="connsiteY1" fmla="*/ 35779 h 36913"/>
                  <a:gd name="connsiteX2" fmla="*/ 334390 w 459614"/>
                  <a:gd name="connsiteY2" fmla="*/ 29973 h 36913"/>
                  <a:gd name="connsiteX3" fmla="*/ 307446 w 459614"/>
                  <a:gd name="connsiteY3" fmla="*/ 32046 h 36913"/>
                  <a:gd name="connsiteX4" fmla="*/ 306755 w 459614"/>
                  <a:gd name="connsiteY4" fmla="*/ 32046 h 36913"/>
                  <a:gd name="connsiteX5" fmla="*/ 216534 w 459614"/>
                  <a:gd name="connsiteY5" fmla="*/ 24909 h 36913"/>
                  <a:gd name="connsiteX6" fmla="*/ 126192 w 459614"/>
                  <a:gd name="connsiteY6" fmla="*/ 11639 h 36913"/>
                  <a:gd name="connsiteX7" fmla="*/ 2402 w 459614"/>
                  <a:gd name="connsiteY7" fmla="*/ 2842 h 36913"/>
                  <a:gd name="connsiteX8" fmla="*/ 5 w 459614"/>
                  <a:gd name="connsiteY8" fmla="*/ 1336 h 36913"/>
                  <a:gd name="connsiteX9" fmla="*/ 2727 w 459614"/>
                  <a:gd name="connsiteY9" fmla="*/ 5 h 36913"/>
                  <a:gd name="connsiteX10" fmla="*/ 7482 w 459614"/>
                  <a:gd name="connsiteY10" fmla="*/ 223 h 36913"/>
                  <a:gd name="connsiteX11" fmla="*/ 127126 w 459614"/>
                  <a:gd name="connsiteY11" fmla="*/ 8867 h 36913"/>
                  <a:gd name="connsiteX12" fmla="*/ 217510 w 459614"/>
                  <a:gd name="connsiteY12" fmla="*/ 22137 h 36913"/>
                  <a:gd name="connsiteX13" fmla="*/ 307040 w 459614"/>
                  <a:gd name="connsiteY13" fmla="*/ 29231 h 36913"/>
                  <a:gd name="connsiteX14" fmla="*/ 334269 w 459614"/>
                  <a:gd name="connsiteY14" fmla="*/ 27201 h 36913"/>
                  <a:gd name="connsiteX15" fmla="*/ 425018 w 459614"/>
                  <a:gd name="connsiteY15" fmla="*/ 32963 h 36913"/>
                  <a:gd name="connsiteX16" fmla="*/ 453669 w 459614"/>
                  <a:gd name="connsiteY16" fmla="*/ 34076 h 36913"/>
                  <a:gd name="connsiteX17" fmla="*/ 456636 w 459614"/>
                  <a:gd name="connsiteY17" fmla="*/ 33923 h 36913"/>
                  <a:gd name="connsiteX18" fmla="*/ 459602 w 459614"/>
                  <a:gd name="connsiteY18" fmla="*/ 35189 h 36913"/>
                  <a:gd name="connsiteX19" fmla="*/ 457530 w 459614"/>
                  <a:gd name="connsiteY19" fmla="*/ 36695 h 36913"/>
                  <a:gd name="connsiteX20" fmla="*/ 453669 w 459614"/>
                  <a:gd name="connsiteY20" fmla="*/ 36914 h 36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9614" h="36913">
                    <a:moveTo>
                      <a:pt x="453709" y="36892"/>
                    </a:moveTo>
                    <a:lnTo>
                      <a:pt x="424611" y="35779"/>
                    </a:lnTo>
                    <a:lnTo>
                      <a:pt x="334390" y="29973"/>
                    </a:lnTo>
                    <a:lnTo>
                      <a:pt x="307446" y="32046"/>
                    </a:lnTo>
                    <a:lnTo>
                      <a:pt x="306755" y="32046"/>
                    </a:lnTo>
                    <a:lnTo>
                      <a:pt x="216534" y="24909"/>
                    </a:lnTo>
                    <a:lnTo>
                      <a:pt x="126192" y="11639"/>
                    </a:lnTo>
                    <a:lnTo>
                      <a:pt x="2402" y="2842"/>
                    </a:lnTo>
                    <a:cubicBezTo>
                      <a:pt x="939" y="2777"/>
                      <a:pt x="-77" y="2100"/>
                      <a:pt x="5" y="1336"/>
                    </a:cubicBezTo>
                    <a:cubicBezTo>
                      <a:pt x="86" y="529"/>
                      <a:pt x="1427" y="-61"/>
                      <a:pt x="2727" y="5"/>
                    </a:cubicBezTo>
                    <a:lnTo>
                      <a:pt x="7482" y="223"/>
                    </a:lnTo>
                    <a:lnTo>
                      <a:pt x="127126" y="8867"/>
                    </a:lnTo>
                    <a:lnTo>
                      <a:pt x="217510" y="22137"/>
                    </a:lnTo>
                    <a:lnTo>
                      <a:pt x="307040" y="29231"/>
                    </a:lnTo>
                    <a:lnTo>
                      <a:pt x="334269" y="27201"/>
                    </a:lnTo>
                    <a:lnTo>
                      <a:pt x="425018" y="32963"/>
                    </a:lnTo>
                    <a:lnTo>
                      <a:pt x="453669" y="34076"/>
                    </a:lnTo>
                    <a:lnTo>
                      <a:pt x="456636" y="33923"/>
                    </a:lnTo>
                    <a:cubicBezTo>
                      <a:pt x="458017" y="33771"/>
                      <a:pt x="459521" y="34447"/>
                      <a:pt x="459602" y="35189"/>
                    </a:cubicBezTo>
                    <a:cubicBezTo>
                      <a:pt x="459724" y="35997"/>
                      <a:pt x="458911" y="36630"/>
                      <a:pt x="457530" y="36695"/>
                    </a:cubicBezTo>
                    <a:lnTo>
                      <a:pt x="453669" y="3691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6" name="Freeform: Shape 645">
                <a:extLst>
                  <a:ext uri="{FF2B5EF4-FFF2-40B4-BE49-F238E27FC236}">
                    <a16:creationId xmlns:a16="http://schemas.microsoft.com/office/drawing/2014/main" id="{D67590F7-B37A-43FB-AD70-484C1FE040B2}"/>
                  </a:ext>
                </a:extLst>
              </p:cNvPr>
              <p:cNvSpPr/>
              <p:nvPr/>
            </p:nvSpPr>
            <p:spPr>
              <a:xfrm>
                <a:off x="11113130" y="5707715"/>
                <a:ext cx="1078869" cy="124258"/>
              </a:xfrm>
              <a:custGeom>
                <a:avLst/>
                <a:gdLst>
                  <a:gd name="connsiteX0" fmla="*/ 1078870 w 1078869"/>
                  <a:gd name="connsiteY0" fmla="*/ 121377 h 124258"/>
                  <a:gd name="connsiteX1" fmla="*/ 1078057 w 1078869"/>
                  <a:gd name="connsiteY1" fmla="*/ 121268 h 124258"/>
                  <a:gd name="connsiteX2" fmla="*/ 1050991 w 1078869"/>
                  <a:gd name="connsiteY2" fmla="*/ 117754 h 124258"/>
                  <a:gd name="connsiteX3" fmla="*/ 945327 w 1078869"/>
                  <a:gd name="connsiteY3" fmla="*/ 105226 h 124258"/>
                  <a:gd name="connsiteX4" fmla="*/ 919521 w 1078869"/>
                  <a:gd name="connsiteY4" fmla="*/ 101930 h 124258"/>
                  <a:gd name="connsiteX5" fmla="*/ 843321 w 1078869"/>
                  <a:gd name="connsiteY5" fmla="*/ 92610 h 124258"/>
                  <a:gd name="connsiteX6" fmla="*/ 793618 w 1078869"/>
                  <a:gd name="connsiteY6" fmla="*/ 87132 h 124258"/>
                  <a:gd name="connsiteX7" fmla="*/ 744891 w 1078869"/>
                  <a:gd name="connsiteY7" fmla="*/ 82439 h 124258"/>
                  <a:gd name="connsiteX8" fmla="*/ 673445 w 1078869"/>
                  <a:gd name="connsiteY8" fmla="*/ 74974 h 124258"/>
                  <a:gd name="connsiteX9" fmla="*/ 649833 w 1078869"/>
                  <a:gd name="connsiteY9" fmla="*/ 72049 h 124258"/>
                  <a:gd name="connsiteX10" fmla="*/ 491663 w 1078869"/>
                  <a:gd name="connsiteY10" fmla="*/ 55789 h 124258"/>
                  <a:gd name="connsiteX11" fmla="*/ 469555 w 1078869"/>
                  <a:gd name="connsiteY11" fmla="*/ 51096 h 124258"/>
                  <a:gd name="connsiteX12" fmla="*/ 468945 w 1078869"/>
                  <a:gd name="connsiteY12" fmla="*/ 50987 h 124258"/>
                  <a:gd name="connsiteX13" fmla="*/ 422412 w 1078869"/>
                  <a:gd name="connsiteY13" fmla="*/ 48215 h 124258"/>
                  <a:gd name="connsiteX14" fmla="*/ 421721 w 1078869"/>
                  <a:gd name="connsiteY14" fmla="*/ 48215 h 124258"/>
                  <a:gd name="connsiteX15" fmla="*/ 404083 w 1078869"/>
                  <a:gd name="connsiteY15" fmla="*/ 49765 h 124258"/>
                  <a:gd name="connsiteX16" fmla="*/ 382747 w 1078869"/>
                  <a:gd name="connsiteY16" fmla="*/ 49503 h 124258"/>
                  <a:gd name="connsiteX17" fmla="*/ 363199 w 1078869"/>
                  <a:gd name="connsiteY17" fmla="*/ 45137 h 124258"/>
                  <a:gd name="connsiteX18" fmla="*/ 344261 w 1078869"/>
                  <a:gd name="connsiteY18" fmla="*/ 39550 h 124258"/>
                  <a:gd name="connsiteX19" fmla="*/ 324998 w 1078869"/>
                  <a:gd name="connsiteY19" fmla="*/ 33307 h 124258"/>
                  <a:gd name="connsiteX20" fmla="*/ 305166 w 1078869"/>
                  <a:gd name="connsiteY20" fmla="*/ 28833 h 124258"/>
                  <a:gd name="connsiteX21" fmla="*/ 78354 w 1078869"/>
                  <a:gd name="connsiteY21" fmla="*/ 7137 h 124258"/>
                  <a:gd name="connsiteX22" fmla="*/ 40762 w 1078869"/>
                  <a:gd name="connsiteY22" fmla="*/ 5369 h 124258"/>
                  <a:gd name="connsiteX23" fmla="*/ 23409 w 1078869"/>
                  <a:gd name="connsiteY23" fmla="*/ 2772 h 124258"/>
                  <a:gd name="connsiteX24" fmla="*/ 7843 w 1078869"/>
                  <a:gd name="connsiteY24" fmla="*/ 44 h 124258"/>
                  <a:gd name="connsiteX25" fmla="*/ 7031 w 1078869"/>
                  <a:gd name="connsiteY25" fmla="*/ 0 h 124258"/>
                  <a:gd name="connsiteX26" fmla="*/ 2478 w 1078869"/>
                  <a:gd name="connsiteY26" fmla="*/ 0 h 124258"/>
                  <a:gd name="connsiteX27" fmla="*/ 0 w 1078869"/>
                  <a:gd name="connsiteY27" fmla="*/ 1375 h 124258"/>
                  <a:gd name="connsiteX28" fmla="*/ 2478 w 1078869"/>
                  <a:gd name="connsiteY28" fmla="*/ 2816 h 124258"/>
                  <a:gd name="connsiteX29" fmla="*/ 6624 w 1078869"/>
                  <a:gd name="connsiteY29" fmla="*/ 2816 h 124258"/>
                  <a:gd name="connsiteX30" fmla="*/ 21986 w 1078869"/>
                  <a:gd name="connsiteY30" fmla="*/ 5435 h 124258"/>
                  <a:gd name="connsiteX31" fmla="*/ 39827 w 1078869"/>
                  <a:gd name="connsiteY31" fmla="*/ 8098 h 124258"/>
                  <a:gd name="connsiteX32" fmla="*/ 77744 w 1078869"/>
                  <a:gd name="connsiteY32" fmla="*/ 9909 h 124258"/>
                  <a:gd name="connsiteX33" fmla="*/ 303743 w 1078869"/>
                  <a:gd name="connsiteY33" fmla="*/ 31539 h 124258"/>
                  <a:gd name="connsiteX34" fmla="*/ 322681 w 1078869"/>
                  <a:gd name="connsiteY34" fmla="*/ 35796 h 124258"/>
                  <a:gd name="connsiteX35" fmla="*/ 341742 w 1078869"/>
                  <a:gd name="connsiteY35" fmla="*/ 41972 h 124258"/>
                  <a:gd name="connsiteX36" fmla="*/ 361086 w 1078869"/>
                  <a:gd name="connsiteY36" fmla="*/ 47669 h 124258"/>
                  <a:gd name="connsiteX37" fmla="*/ 381244 w 1078869"/>
                  <a:gd name="connsiteY37" fmla="*/ 52209 h 124258"/>
                  <a:gd name="connsiteX38" fmla="*/ 382219 w 1078869"/>
                  <a:gd name="connsiteY38" fmla="*/ 52318 h 124258"/>
                  <a:gd name="connsiteX39" fmla="*/ 404327 w 1078869"/>
                  <a:gd name="connsiteY39" fmla="*/ 52536 h 124258"/>
                  <a:gd name="connsiteX40" fmla="*/ 422087 w 1078869"/>
                  <a:gd name="connsiteY40" fmla="*/ 51052 h 124258"/>
                  <a:gd name="connsiteX41" fmla="*/ 468051 w 1078869"/>
                  <a:gd name="connsiteY41" fmla="*/ 53824 h 124258"/>
                  <a:gd name="connsiteX42" fmla="*/ 490281 w 1078869"/>
                  <a:gd name="connsiteY42" fmla="*/ 58517 h 124258"/>
                  <a:gd name="connsiteX43" fmla="*/ 648817 w 1078869"/>
                  <a:gd name="connsiteY43" fmla="*/ 74821 h 124258"/>
                  <a:gd name="connsiteX44" fmla="*/ 672348 w 1078869"/>
                  <a:gd name="connsiteY44" fmla="*/ 77702 h 124258"/>
                  <a:gd name="connsiteX45" fmla="*/ 743997 w 1078869"/>
                  <a:gd name="connsiteY45" fmla="*/ 85211 h 124258"/>
                  <a:gd name="connsiteX46" fmla="*/ 792602 w 1078869"/>
                  <a:gd name="connsiteY46" fmla="*/ 89904 h 124258"/>
                  <a:gd name="connsiteX47" fmla="*/ 842223 w 1078869"/>
                  <a:gd name="connsiteY47" fmla="*/ 95382 h 124258"/>
                  <a:gd name="connsiteX48" fmla="*/ 867339 w 1078869"/>
                  <a:gd name="connsiteY48" fmla="*/ 98372 h 124258"/>
                  <a:gd name="connsiteX49" fmla="*/ 944230 w 1078869"/>
                  <a:gd name="connsiteY49" fmla="*/ 107954 h 124258"/>
                  <a:gd name="connsiteX50" fmla="*/ 996615 w 1078869"/>
                  <a:gd name="connsiteY50" fmla="*/ 114022 h 124258"/>
                  <a:gd name="connsiteX51" fmla="*/ 1049894 w 1078869"/>
                  <a:gd name="connsiteY51" fmla="*/ 120526 h 124258"/>
                  <a:gd name="connsiteX52" fmla="*/ 1076879 w 1078869"/>
                  <a:gd name="connsiteY52" fmla="*/ 123997 h 124258"/>
                  <a:gd name="connsiteX53" fmla="*/ 1078870 w 1078869"/>
                  <a:gd name="connsiteY53" fmla="*/ 124259 h 124258"/>
                  <a:gd name="connsiteX54" fmla="*/ 1078870 w 1078869"/>
                  <a:gd name="connsiteY54" fmla="*/ 121377 h 124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078869" h="124258">
                    <a:moveTo>
                      <a:pt x="1078870" y="121377"/>
                    </a:moveTo>
                    <a:lnTo>
                      <a:pt x="1078057" y="121268"/>
                    </a:lnTo>
                    <a:lnTo>
                      <a:pt x="1050991" y="117754"/>
                    </a:lnTo>
                    <a:lnTo>
                      <a:pt x="945327" y="105226"/>
                    </a:lnTo>
                    <a:lnTo>
                      <a:pt x="919521" y="101930"/>
                    </a:lnTo>
                    <a:lnTo>
                      <a:pt x="843321" y="92610"/>
                    </a:lnTo>
                    <a:lnTo>
                      <a:pt x="793618" y="87132"/>
                    </a:lnTo>
                    <a:lnTo>
                      <a:pt x="744891" y="82439"/>
                    </a:lnTo>
                    <a:lnTo>
                      <a:pt x="673445" y="74974"/>
                    </a:lnTo>
                    <a:lnTo>
                      <a:pt x="649833" y="72049"/>
                    </a:lnTo>
                    <a:lnTo>
                      <a:pt x="491663" y="55789"/>
                    </a:lnTo>
                    <a:lnTo>
                      <a:pt x="469555" y="51096"/>
                    </a:lnTo>
                    <a:cubicBezTo>
                      <a:pt x="469555" y="51096"/>
                      <a:pt x="469148" y="51052"/>
                      <a:pt x="468945" y="50987"/>
                    </a:cubicBezTo>
                    <a:lnTo>
                      <a:pt x="422412" y="48215"/>
                    </a:lnTo>
                    <a:lnTo>
                      <a:pt x="421721" y="48215"/>
                    </a:lnTo>
                    <a:lnTo>
                      <a:pt x="404083" y="49765"/>
                    </a:lnTo>
                    <a:lnTo>
                      <a:pt x="382747" y="49503"/>
                    </a:lnTo>
                    <a:lnTo>
                      <a:pt x="363199" y="45137"/>
                    </a:lnTo>
                    <a:lnTo>
                      <a:pt x="344261" y="39550"/>
                    </a:lnTo>
                    <a:lnTo>
                      <a:pt x="324998" y="33307"/>
                    </a:lnTo>
                    <a:lnTo>
                      <a:pt x="305166" y="28833"/>
                    </a:lnTo>
                    <a:lnTo>
                      <a:pt x="78354" y="7137"/>
                    </a:lnTo>
                    <a:lnTo>
                      <a:pt x="40762" y="5369"/>
                    </a:lnTo>
                    <a:lnTo>
                      <a:pt x="23409" y="2772"/>
                    </a:lnTo>
                    <a:lnTo>
                      <a:pt x="7843" y="44"/>
                    </a:lnTo>
                    <a:cubicBezTo>
                      <a:pt x="7843" y="44"/>
                      <a:pt x="7356" y="0"/>
                      <a:pt x="7031" y="0"/>
                    </a:cubicBezTo>
                    <a:lnTo>
                      <a:pt x="2478" y="0"/>
                    </a:lnTo>
                    <a:cubicBezTo>
                      <a:pt x="1097" y="0"/>
                      <a:pt x="0" y="633"/>
                      <a:pt x="0" y="1375"/>
                    </a:cubicBezTo>
                    <a:cubicBezTo>
                      <a:pt x="0" y="2183"/>
                      <a:pt x="1097" y="2816"/>
                      <a:pt x="2478" y="2816"/>
                    </a:cubicBezTo>
                    <a:lnTo>
                      <a:pt x="6624" y="2816"/>
                    </a:lnTo>
                    <a:lnTo>
                      <a:pt x="21986" y="5435"/>
                    </a:lnTo>
                    <a:lnTo>
                      <a:pt x="39827" y="8098"/>
                    </a:lnTo>
                    <a:lnTo>
                      <a:pt x="77744" y="9909"/>
                    </a:lnTo>
                    <a:lnTo>
                      <a:pt x="303743" y="31539"/>
                    </a:lnTo>
                    <a:lnTo>
                      <a:pt x="322681" y="35796"/>
                    </a:lnTo>
                    <a:lnTo>
                      <a:pt x="341742" y="41972"/>
                    </a:lnTo>
                    <a:lnTo>
                      <a:pt x="361086" y="47669"/>
                    </a:lnTo>
                    <a:lnTo>
                      <a:pt x="381244" y="52209"/>
                    </a:lnTo>
                    <a:cubicBezTo>
                      <a:pt x="381528" y="52275"/>
                      <a:pt x="381853" y="52318"/>
                      <a:pt x="382219" y="52318"/>
                    </a:cubicBezTo>
                    <a:lnTo>
                      <a:pt x="404327" y="52536"/>
                    </a:lnTo>
                    <a:lnTo>
                      <a:pt x="422087" y="51052"/>
                    </a:lnTo>
                    <a:lnTo>
                      <a:pt x="468051" y="53824"/>
                    </a:lnTo>
                    <a:lnTo>
                      <a:pt x="490281" y="58517"/>
                    </a:lnTo>
                    <a:lnTo>
                      <a:pt x="648817" y="74821"/>
                    </a:lnTo>
                    <a:lnTo>
                      <a:pt x="672348" y="77702"/>
                    </a:lnTo>
                    <a:lnTo>
                      <a:pt x="743997" y="85211"/>
                    </a:lnTo>
                    <a:lnTo>
                      <a:pt x="792602" y="89904"/>
                    </a:lnTo>
                    <a:lnTo>
                      <a:pt x="842223" y="95382"/>
                    </a:lnTo>
                    <a:lnTo>
                      <a:pt x="867339" y="98372"/>
                    </a:lnTo>
                    <a:lnTo>
                      <a:pt x="944230" y="107954"/>
                    </a:lnTo>
                    <a:lnTo>
                      <a:pt x="996615" y="114022"/>
                    </a:lnTo>
                    <a:lnTo>
                      <a:pt x="1049894" y="120526"/>
                    </a:lnTo>
                    <a:lnTo>
                      <a:pt x="1076879" y="123997"/>
                    </a:lnTo>
                    <a:lnTo>
                      <a:pt x="1078870" y="124259"/>
                    </a:lnTo>
                    <a:lnTo>
                      <a:pt x="1078870" y="12137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7" name="Freeform: Shape 646">
                <a:extLst>
                  <a:ext uri="{FF2B5EF4-FFF2-40B4-BE49-F238E27FC236}">
                    <a16:creationId xmlns:a16="http://schemas.microsoft.com/office/drawing/2014/main" id="{728A39F1-0745-44AD-BEFB-4B01AB7BC0C5}"/>
                  </a:ext>
                </a:extLst>
              </p:cNvPr>
              <p:cNvSpPr/>
              <p:nvPr/>
            </p:nvSpPr>
            <p:spPr>
              <a:xfrm>
                <a:off x="11195519" y="5726911"/>
                <a:ext cx="307023" cy="3765"/>
              </a:xfrm>
              <a:custGeom>
                <a:avLst/>
                <a:gdLst>
                  <a:gd name="connsiteX0" fmla="*/ 304422 w 307023"/>
                  <a:gd name="connsiteY0" fmla="*/ 3765 h 3765"/>
                  <a:gd name="connsiteX1" fmla="*/ 304422 w 307023"/>
                  <a:gd name="connsiteY1" fmla="*/ 3765 h 3765"/>
                  <a:gd name="connsiteX2" fmla="*/ 6165 w 307023"/>
                  <a:gd name="connsiteY2" fmla="*/ 3176 h 3765"/>
                  <a:gd name="connsiteX3" fmla="*/ 2101 w 307023"/>
                  <a:gd name="connsiteY3" fmla="*/ 2805 h 3765"/>
                  <a:gd name="connsiteX4" fmla="*/ 29 w 307023"/>
                  <a:gd name="connsiteY4" fmla="*/ 1146 h 3765"/>
                  <a:gd name="connsiteX5" fmla="*/ 2995 w 307023"/>
                  <a:gd name="connsiteY5" fmla="*/ 33 h 3765"/>
                  <a:gd name="connsiteX6" fmla="*/ 6653 w 307023"/>
                  <a:gd name="connsiteY6" fmla="*/ 404 h 3765"/>
                  <a:gd name="connsiteX7" fmla="*/ 304422 w 307023"/>
                  <a:gd name="connsiteY7" fmla="*/ 928 h 3765"/>
                  <a:gd name="connsiteX8" fmla="*/ 307024 w 307023"/>
                  <a:gd name="connsiteY8" fmla="*/ 2303 h 3765"/>
                  <a:gd name="connsiteX9" fmla="*/ 304422 w 307023"/>
                  <a:gd name="connsiteY9" fmla="*/ 3743 h 3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023" h="3765">
                    <a:moveTo>
                      <a:pt x="304422" y="3765"/>
                    </a:moveTo>
                    <a:lnTo>
                      <a:pt x="304422" y="3765"/>
                    </a:lnTo>
                    <a:lnTo>
                      <a:pt x="6165" y="3176"/>
                    </a:lnTo>
                    <a:lnTo>
                      <a:pt x="2101" y="2805"/>
                    </a:lnTo>
                    <a:cubicBezTo>
                      <a:pt x="719" y="2652"/>
                      <a:pt x="-175" y="1953"/>
                      <a:pt x="29" y="1146"/>
                    </a:cubicBezTo>
                    <a:cubicBezTo>
                      <a:pt x="313" y="404"/>
                      <a:pt x="1613" y="-142"/>
                      <a:pt x="2995" y="33"/>
                    </a:cubicBezTo>
                    <a:lnTo>
                      <a:pt x="6653" y="404"/>
                    </a:lnTo>
                    <a:lnTo>
                      <a:pt x="304422" y="928"/>
                    </a:lnTo>
                    <a:cubicBezTo>
                      <a:pt x="305804" y="928"/>
                      <a:pt x="307024" y="1561"/>
                      <a:pt x="307024" y="2303"/>
                    </a:cubicBezTo>
                    <a:cubicBezTo>
                      <a:pt x="307024" y="3110"/>
                      <a:pt x="305804" y="3743"/>
                      <a:pt x="304422" y="37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8" name="Freeform: Shape 647">
                <a:extLst>
                  <a:ext uri="{FF2B5EF4-FFF2-40B4-BE49-F238E27FC236}">
                    <a16:creationId xmlns:a16="http://schemas.microsoft.com/office/drawing/2014/main" id="{EA1A2D97-7BA5-4B39-B107-40901DD5545C}"/>
                  </a:ext>
                </a:extLst>
              </p:cNvPr>
              <p:cNvSpPr/>
              <p:nvPr/>
            </p:nvSpPr>
            <p:spPr>
              <a:xfrm>
                <a:off x="11163280" y="5718214"/>
                <a:ext cx="1028760" cy="135237"/>
              </a:xfrm>
              <a:custGeom>
                <a:avLst/>
                <a:gdLst>
                  <a:gd name="connsiteX0" fmla="*/ 1028720 w 1028760"/>
                  <a:gd name="connsiteY0" fmla="*/ 132313 h 135237"/>
                  <a:gd name="connsiteX1" fmla="*/ 1007303 w 1028760"/>
                  <a:gd name="connsiteY1" fmla="*/ 130719 h 135237"/>
                  <a:gd name="connsiteX2" fmla="*/ 969020 w 1028760"/>
                  <a:gd name="connsiteY2" fmla="*/ 127052 h 135237"/>
                  <a:gd name="connsiteX3" fmla="*/ 943620 w 1028760"/>
                  <a:gd name="connsiteY3" fmla="*/ 122250 h 135237"/>
                  <a:gd name="connsiteX4" fmla="*/ 916512 w 1028760"/>
                  <a:gd name="connsiteY4" fmla="*/ 119369 h 135237"/>
                  <a:gd name="connsiteX5" fmla="*/ 862624 w 1028760"/>
                  <a:gd name="connsiteY5" fmla="*/ 112974 h 135237"/>
                  <a:gd name="connsiteX6" fmla="*/ 836127 w 1028760"/>
                  <a:gd name="connsiteY6" fmla="*/ 110246 h 135237"/>
                  <a:gd name="connsiteX7" fmla="*/ 809954 w 1028760"/>
                  <a:gd name="connsiteY7" fmla="*/ 107147 h 135237"/>
                  <a:gd name="connsiteX8" fmla="*/ 758260 w 1028760"/>
                  <a:gd name="connsiteY8" fmla="*/ 101493 h 135237"/>
                  <a:gd name="connsiteX9" fmla="*/ 707338 w 1028760"/>
                  <a:gd name="connsiteY9" fmla="*/ 94945 h 135237"/>
                  <a:gd name="connsiteX10" fmla="*/ 682345 w 1028760"/>
                  <a:gd name="connsiteY10" fmla="*/ 91388 h 135237"/>
                  <a:gd name="connsiteX11" fmla="*/ 657271 w 1028760"/>
                  <a:gd name="connsiteY11" fmla="*/ 87546 h 135237"/>
                  <a:gd name="connsiteX12" fmla="*/ 632765 w 1028760"/>
                  <a:gd name="connsiteY12" fmla="*/ 84993 h 135237"/>
                  <a:gd name="connsiteX13" fmla="*/ 608259 w 1028760"/>
                  <a:gd name="connsiteY13" fmla="*/ 82111 h 135237"/>
                  <a:gd name="connsiteX14" fmla="*/ 584159 w 1028760"/>
                  <a:gd name="connsiteY14" fmla="*/ 78816 h 135237"/>
                  <a:gd name="connsiteX15" fmla="*/ 560140 w 1028760"/>
                  <a:gd name="connsiteY15" fmla="*/ 75345 h 135237"/>
                  <a:gd name="connsiteX16" fmla="*/ 536123 w 1028760"/>
                  <a:gd name="connsiteY16" fmla="*/ 72049 h 135237"/>
                  <a:gd name="connsiteX17" fmla="*/ 512999 w 1028760"/>
                  <a:gd name="connsiteY17" fmla="*/ 69692 h 135237"/>
                  <a:gd name="connsiteX18" fmla="*/ 465165 w 1028760"/>
                  <a:gd name="connsiteY18" fmla="*/ 59259 h 135237"/>
                  <a:gd name="connsiteX19" fmla="*/ 442447 w 1028760"/>
                  <a:gd name="connsiteY19" fmla="*/ 56596 h 135237"/>
                  <a:gd name="connsiteX20" fmla="*/ 375676 w 1028760"/>
                  <a:gd name="connsiteY20" fmla="*/ 49350 h 135237"/>
                  <a:gd name="connsiteX21" fmla="*/ 353648 w 1028760"/>
                  <a:gd name="connsiteY21" fmla="*/ 46796 h 135237"/>
                  <a:gd name="connsiteX22" fmla="*/ 310896 w 1028760"/>
                  <a:gd name="connsiteY22" fmla="*/ 42322 h 135237"/>
                  <a:gd name="connsiteX23" fmla="*/ 289357 w 1028760"/>
                  <a:gd name="connsiteY23" fmla="*/ 37847 h 135237"/>
                  <a:gd name="connsiteX24" fmla="*/ 247579 w 1028760"/>
                  <a:gd name="connsiteY24" fmla="*/ 33220 h 135237"/>
                  <a:gd name="connsiteX25" fmla="*/ 231728 w 1028760"/>
                  <a:gd name="connsiteY25" fmla="*/ 28527 h 135237"/>
                  <a:gd name="connsiteX26" fmla="*/ 213481 w 1028760"/>
                  <a:gd name="connsiteY26" fmla="*/ 22503 h 135237"/>
                  <a:gd name="connsiteX27" fmla="*/ 194340 w 1028760"/>
                  <a:gd name="connsiteY27" fmla="*/ 18072 h 135237"/>
                  <a:gd name="connsiteX28" fmla="*/ 136387 w 1028760"/>
                  <a:gd name="connsiteY28" fmla="*/ 12856 h 135237"/>
                  <a:gd name="connsiteX29" fmla="*/ 42550 w 1028760"/>
                  <a:gd name="connsiteY29" fmla="*/ 3645 h 135237"/>
                  <a:gd name="connsiteX30" fmla="*/ 20522 w 1028760"/>
                  <a:gd name="connsiteY30" fmla="*/ 2728 h 135237"/>
                  <a:gd name="connsiteX31" fmla="*/ 6827 w 1028760"/>
                  <a:gd name="connsiteY31" fmla="*/ 109 h 135237"/>
                  <a:gd name="connsiteX32" fmla="*/ 5933 w 1028760"/>
                  <a:gd name="connsiteY32" fmla="*/ 0 h 135237"/>
                  <a:gd name="connsiteX33" fmla="*/ 2560 w 1028760"/>
                  <a:gd name="connsiteY33" fmla="*/ 0 h 135237"/>
                  <a:gd name="connsiteX34" fmla="*/ 0 w 1028760"/>
                  <a:gd name="connsiteY34" fmla="*/ 1441 h 135237"/>
                  <a:gd name="connsiteX35" fmla="*/ 2478 w 1028760"/>
                  <a:gd name="connsiteY35" fmla="*/ 2837 h 135237"/>
                  <a:gd name="connsiteX36" fmla="*/ 5567 w 1028760"/>
                  <a:gd name="connsiteY36" fmla="*/ 2837 h 135237"/>
                  <a:gd name="connsiteX37" fmla="*/ 19141 w 1028760"/>
                  <a:gd name="connsiteY37" fmla="*/ 5457 h 135237"/>
                  <a:gd name="connsiteX38" fmla="*/ 19832 w 1028760"/>
                  <a:gd name="connsiteY38" fmla="*/ 5566 h 135237"/>
                  <a:gd name="connsiteX39" fmla="*/ 41940 w 1028760"/>
                  <a:gd name="connsiteY39" fmla="*/ 6482 h 135237"/>
                  <a:gd name="connsiteX40" fmla="*/ 97779 w 1028760"/>
                  <a:gd name="connsiteY40" fmla="*/ 12070 h 135237"/>
                  <a:gd name="connsiteX41" fmla="*/ 192918 w 1028760"/>
                  <a:gd name="connsiteY41" fmla="*/ 20757 h 135237"/>
                  <a:gd name="connsiteX42" fmla="*/ 211165 w 1028760"/>
                  <a:gd name="connsiteY42" fmla="*/ 25013 h 135237"/>
                  <a:gd name="connsiteX43" fmla="*/ 229209 w 1028760"/>
                  <a:gd name="connsiteY43" fmla="*/ 30972 h 135237"/>
                  <a:gd name="connsiteX44" fmla="*/ 245465 w 1028760"/>
                  <a:gd name="connsiteY44" fmla="*/ 35817 h 135237"/>
                  <a:gd name="connsiteX45" fmla="*/ 246156 w 1028760"/>
                  <a:gd name="connsiteY45" fmla="*/ 35926 h 135237"/>
                  <a:gd name="connsiteX46" fmla="*/ 287934 w 1028760"/>
                  <a:gd name="connsiteY46" fmla="*/ 40554 h 135237"/>
                  <a:gd name="connsiteX47" fmla="*/ 309473 w 1028760"/>
                  <a:gd name="connsiteY47" fmla="*/ 44984 h 135237"/>
                  <a:gd name="connsiteX48" fmla="*/ 352632 w 1028760"/>
                  <a:gd name="connsiteY48" fmla="*/ 49568 h 135237"/>
                  <a:gd name="connsiteX49" fmla="*/ 374660 w 1028760"/>
                  <a:gd name="connsiteY49" fmla="*/ 52122 h 135237"/>
                  <a:gd name="connsiteX50" fmla="*/ 396687 w 1028760"/>
                  <a:gd name="connsiteY50" fmla="*/ 54414 h 135237"/>
                  <a:gd name="connsiteX51" fmla="*/ 463661 w 1028760"/>
                  <a:gd name="connsiteY51" fmla="*/ 61987 h 135237"/>
                  <a:gd name="connsiteX52" fmla="*/ 511576 w 1028760"/>
                  <a:gd name="connsiteY52" fmla="*/ 72377 h 135237"/>
                  <a:gd name="connsiteX53" fmla="*/ 535066 w 1028760"/>
                  <a:gd name="connsiteY53" fmla="*/ 74821 h 135237"/>
                  <a:gd name="connsiteX54" fmla="*/ 558800 w 1028760"/>
                  <a:gd name="connsiteY54" fmla="*/ 78074 h 135237"/>
                  <a:gd name="connsiteX55" fmla="*/ 582818 w 1028760"/>
                  <a:gd name="connsiteY55" fmla="*/ 81588 h 135237"/>
                  <a:gd name="connsiteX56" fmla="*/ 607121 w 1028760"/>
                  <a:gd name="connsiteY56" fmla="*/ 84840 h 135237"/>
                  <a:gd name="connsiteX57" fmla="*/ 631749 w 1028760"/>
                  <a:gd name="connsiteY57" fmla="*/ 87765 h 135237"/>
                  <a:gd name="connsiteX58" fmla="*/ 656173 w 1028760"/>
                  <a:gd name="connsiteY58" fmla="*/ 90275 h 135237"/>
                  <a:gd name="connsiteX59" fmla="*/ 681085 w 1028760"/>
                  <a:gd name="connsiteY59" fmla="*/ 94116 h 135237"/>
                  <a:gd name="connsiteX60" fmla="*/ 706200 w 1028760"/>
                  <a:gd name="connsiteY60" fmla="*/ 97696 h 135237"/>
                  <a:gd name="connsiteX61" fmla="*/ 757204 w 1028760"/>
                  <a:gd name="connsiteY61" fmla="*/ 104309 h 135237"/>
                  <a:gd name="connsiteX62" fmla="*/ 782929 w 1028760"/>
                  <a:gd name="connsiteY62" fmla="*/ 107037 h 135237"/>
                  <a:gd name="connsiteX63" fmla="*/ 835192 w 1028760"/>
                  <a:gd name="connsiteY63" fmla="*/ 113061 h 135237"/>
                  <a:gd name="connsiteX64" fmla="*/ 861689 w 1028760"/>
                  <a:gd name="connsiteY64" fmla="*/ 115768 h 135237"/>
                  <a:gd name="connsiteX65" fmla="*/ 915578 w 1028760"/>
                  <a:gd name="connsiteY65" fmla="*/ 122163 h 135237"/>
                  <a:gd name="connsiteX66" fmla="*/ 942360 w 1028760"/>
                  <a:gd name="connsiteY66" fmla="*/ 125001 h 135237"/>
                  <a:gd name="connsiteX67" fmla="*/ 967760 w 1028760"/>
                  <a:gd name="connsiteY67" fmla="*/ 129802 h 135237"/>
                  <a:gd name="connsiteX68" fmla="*/ 1006042 w 1028760"/>
                  <a:gd name="connsiteY68" fmla="*/ 133535 h 135237"/>
                  <a:gd name="connsiteX69" fmla="*/ 1028761 w 1028760"/>
                  <a:gd name="connsiteY69" fmla="*/ 135237 h 135237"/>
                  <a:gd name="connsiteX70" fmla="*/ 1028761 w 1028760"/>
                  <a:gd name="connsiteY70" fmla="*/ 132356 h 135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028760" h="135237">
                    <a:moveTo>
                      <a:pt x="1028720" y="132313"/>
                    </a:moveTo>
                    <a:lnTo>
                      <a:pt x="1007303" y="130719"/>
                    </a:lnTo>
                    <a:lnTo>
                      <a:pt x="969020" y="127052"/>
                    </a:lnTo>
                    <a:lnTo>
                      <a:pt x="943620" y="122250"/>
                    </a:lnTo>
                    <a:lnTo>
                      <a:pt x="916512" y="119369"/>
                    </a:lnTo>
                    <a:lnTo>
                      <a:pt x="862624" y="112974"/>
                    </a:lnTo>
                    <a:lnTo>
                      <a:pt x="836127" y="110246"/>
                    </a:lnTo>
                    <a:lnTo>
                      <a:pt x="809954" y="107147"/>
                    </a:lnTo>
                    <a:lnTo>
                      <a:pt x="758260" y="101493"/>
                    </a:lnTo>
                    <a:lnTo>
                      <a:pt x="707338" y="94945"/>
                    </a:lnTo>
                    <a:lnTo>
                      <a:pt x="682345" y="91388"/>
                    </a:lnTo>
                    <a:lnTo>
                      <a:pt x="657271" y="87546"/>
                    </a:lnTo>
                    <a:lnTo>
                      <a:pt x="632765" y="84993"/>
                    </a:lnTo>
                    <a:lnTo>
                      <a:pt x="608259" y="82111"/>
                    </a:lnTo>
                    <a:lnTo>
                      <a:pt x="584159" y="78816"/>
                    </a:lnTo>
                    <a:lnTo>
                      <a:pt x="560140" y="75345"/>
                    </a:lnTo>
                    <a:lnTo>
                      <a:pt x="536123" y="72049"/>
                    </a:lnTo>
                    <a:lnTo>
                      <a:pt x="512999" y="69692"/>
                    </a:lnTo>
                    <a:lnTo>
                      <a:pt x="465165" y="59259"/>
                    </a:lnTo>
                    <a:lnTo>
                      <a:pt x="442447" y="56596"/>
                    </a:lnTo>
                    <a:lnTo>
                      <a:pt x="375676" y="49350"/>
                    </a:lnTo>
                    <a:lnTo>
                      <a:pt x="353648" y="46796"/>
                    </a:lnTo>
                    <a:lnTo>
                      <a:pt x="310896" y="42322"/>
                    </a:lnTo>
                    <a:lnTo>
                      <a:pt x="289357" y="37847"/>
                    </a:lnTo>
                    <a:lnTo>
                      <a:pt x="247579" y="33220"/>
                    </a:lnTo>
                    <a:lnTo>
                      <a:pt x="231728" y="28527"/>
                    </a:lnTo>
                    <a:lnTo>
                      <a:pt x="213481" y="22503"/>
                    </a:lnTo>
                    <a:lnTo>
                      <a:pt x="194340" y="18072"/>
                    </a:lnTo>
                    <a:lnTo>
                      <a:pt x="136387" y="12856"/>
                    </a:lnTo>
                    <a:lnTo>
                      <a:pt x="42550" y="3645"/>
                    </a:lnTo>
                    <a:lnTo>
                      <a:pt x="20522" y="2728"/>
                    </a:lnTo>
                    <a:lnTo>
                      <a:pt x="6827" y="109"/>
                    </a:lnTo>
                    <a:cubicBezTo>
                      <a:pt x="6542" y="65"/>
                      <a:pt x="6217" y="0"/>
                      <a:pt x="5933" y="0"/>
                    </a:cubicBezTo>
                    <a:lnTo>
                      <a:pt x="2560" y="0"/>
                    </a:lnTo>
                    <a:cubicBezTo>
                      <a:pt x="1096" y="0"/>
                      <a:pt x="0" y="633"/>
                      <a:pt x="0" y="1441"/>
                    </a:cubicBezTo>
                    <a:cubicBezTo>
                      <a:pt x="0" y="2183"/>
                      <a:pt x="1096" y="2837"/>
                      <a:pt x="2478" y="2837"/>
                    </a:cubicBezTo>
                    <a:lnTo>
                      <a:pt x="5567" y="2837"/>
                    </a:lnTo>
                    <a:lnTo>
                      <a:pt x="19141" y="5457"/>
                    </a:lnTo>
                    <a:cubicBezTo>
                      <a:pt x="19344" y="5500"/>
                      <a:pt x="19628" y="5500"/>
                      <a:pt x="19832" y="5566"/>
                    </a:cubicBezTo>
                    <a:lnTo>
                      <a:pt x="41940" y="6482"/>
                    </a:lnTo>
                    <a:lnTo>
                      <a:pt x="97779" y="12070"/>
                    </a:lnTo>
                    <a:lnTo>
                      <a:pt x="192918" y="20757"/>
                    </a:lnTo>
                    <a:lnTo>
                      <a:pt x="211165" y="25013"/>
                    </a:lnTo>
                    <a:lnTo>
                      <a:pt x="229209" y="30972"/>
                    </a:lnTo>
                    <a:lnTo>
                      <a:pt x="245465" y="35817"/>
                    </a:lnTo>
                    <a:cubicBezTo>
                      <a:pt x="245465" y="35817"/>
                      <a:pt x="245952" y="35926"/>
                      <a:pt x="246156" y="35926"/>
                    </a:cubicBezTo>
                    <a:lnTo>
                      <a:pt x="287934" y="40554"/>
                    </a:lnTo>
                    <a:lnTo>
                      <a:pt x="309473" y="44984"/>
                    </a:lnTo>
                    <a:lnTo>
                      <a:pt x="352632" y="49568"/>
                    </a:lnTo>
                    <a:lnTo>
                      <a:pt x="374660" y="52122"/>
                    </a:lnTo>
                    <a:lnTo>
                      <a:pt x="396687" y="54414"/>
                    </a:lnTo>
                    <a:lnTo>
                      <a:pt x="463661" y="61987"/>
                    </a:lnTo>
                    <a:lnTo>
                      <a:pt x="511576" y="72377"/>
                    </a:lnTo>
                    <a:lnTo>
                      <a:pt x="535066" y="74821"/>
                    </a:lnTo>
                    <a:lnTo>
                      <a:pt x="558800" y="78074"/>
                    </a:lnTo>
                    <a:lnTo>
                      <a:pt x="582818" y="81588"/>
                    </a:lnTo>
                    <a:lnTo>
                      <a:pt x="607121" y="84840"/>
                    </a:lnTo>
                    <a:lnTo>
                      <a:pt x="631749" y="87765"/>
                    </a:lnTo>
                    <a:lnTo>
                      <a:pt x="656173" y="90275"/>
                    </a:lnTo>
                    <a:lnTo>
                      <a:pt x="681085" y="94116"/>
                    </a:lnTo>
                    <a:lnTo>
                      <a:pt x="706200" y="97696"/>
                    </a:lnTo>
                    <a:lnTo>
                      <a:pt x="757204" y="104309"/>
                    </a:lnTo>
                    <a:lnTo>
                      <a:pt x="782929" y="107037"/>
                    </a:lnTo>
                    <a:lnTo>
                      <a:pt x="835192" y="113061"/>
                    </a:lnTo>
                    <a:lnTo>
                      <a:pt x="861689" y="115768"/>
                    </a:lnTo>
                    <a:lnTo>
                      <a:pt x="915578" y="122163"/>
                    </a:lnTo>
                    <a:lnTo>
                      <a:pt x="942360" y="125001"/>
                    </a:lnTo>
                    <a:lnTo>
                      <a:pt x="967760" y="129802"/>
                    </a:lnTo>
                    <a:lnTo>
                      <a:pt x="1006042" y="133535"/>
                    </a:lnTo>
                    <a:lnTo>
                      <a:pt x="1028761" y="135237"/>
                    </a:lnTo>
                    <a:lnTo>
                      <a:pt x="1028761" y="13235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49" name="Freeform: Shape 648">
                <a:extLst>
                  <a:ext uri="{FF2B5EF4-FFF2-40B4-BE49-F238E27FC236}">
                    <a16:creationId xmlns:a16="http://schemas.microsoft.com/office/drawing/2014/main" id="{4C4141B5-7FB4-4661-8548-58F2E9C7742E}"/>
                  </a:ext>
                </a:extLst>
              </p:cNvPr>
              <p:cNvSpPr/>
              <p:nvPr/>
            </p:nvSpPr>
            <p:spPr>
              <a:xfrm>
                <a:off x="6447714" y="5550617"/>
                <a:ext cx="5744488" cy="1113689"/>
              </a:xfrm>
              <a:custGeom>
                <a:avLst/>
                <a:gdLst>
                  <a:gd name="connsiteX0" fmla="*/ 5744285 w 5744488"/>
                  <a:gd name="connsiteY0" fmla="*/ 1110460 h 1113689"/>
                  <a:gd name="connsiteX1" fmla="*/ 5695273 w 5744488"/>
                  <a:gd name="connsiteY1" fmla="*/ 1096709 h 1113689"/>
                  <a:gd name="connsiteX2" fmla="*/ 5633460 w 5744488"/>
                  <a:gd name="connsiteY2" fmla="*/ 1085141 h 1113689"/>
                  <a:gd name="connsiteX3" fmla="*/ 5572825 w 5744488"/>
                  <a:gd name="connsiteY3" fmla="*/ 1074708 h 1113689"/>
                  <a:gd name="connsiteX4" fmla="*/ 5513613 w 5744488"/>
                  <a:gd name="connsiteY4" fmla="*/ 1065759 h 1113689"/>
                  <a:gd name="connsiteX5" fmla="*/ 5455660 w 5744488"/>
                  <a:gd name="connsiteY5" fmla="*/ 1056657 h 1113689"/>
                  <a:gd name="connsiteX6" fmla="*/ 5454888 w 5744488"/>
                  <a:gd name="connsiteY6" fmla="*/ 1056614 h 1113689"/>
                  <a:gd name="connsiteX7" fmla="*/ 5293141 w 5744488"/>
                  <a:gd name="connsiteY7" fmla="*/ 1057770 h 1113689"/>
                  <a:gd name="connsiteX8" fmla="*/ 5131312 w 5744488"/>
                  <a:gd name="connsiteY8" fmla="*/ 1057552 h 1113689"/>
                  <a:gd name="connsiteX9" fmla="*/ 4969809 w 5744488"/>
                  <a:gd name="connsiteY9" fmla="*/ 1059909 h 1113689"/>
                  <a:gd name="connsiteX10" fmla="*/ 4808875 w 5744488"/>
                  <a:gd name="connsiteY10" fmla="*/ 1060280 h 1113689"/>
                  <a:gd name="connsiteX11" fmla="*/ 3151413 w 5744488"/>
                  <a:gd name="connsiteY11" fmla="*/ 592429 h 1113689"/>
                  <a:gd name="connsiteX12" fmla="*/ 3128898 w 5744488"/>
                  <a:gd name="connsiteY12" fmla="*/ 581995 h 1113689"/>
                  <a:gd name="connsiteX13" fmla="*/ 3127191 w 5744488"/>
                  <a:gd name="connsiteY13" fmla="*/ 581668 h 1113689"/>
                  <a:gd name="connsiteX14" fmla="*/ 3067369 w 5744488"/>
                  <a:gd name="connsiteY14" fmla="*/ 582519 h 1113689"/>
                  <a:gd name="connsiteX15" fmla="*/ 3042173 w 5744488"/>
                  <a:gd name="connsiteY15" fmla="*/ 581013 h 1113689"/>
                  <a:gd name="connsiteX16" fmla="*/ 2967964 w 5744488"/>
                  <a:gd name="connsiteY16" fmla="*/ 585553 h 1113689"/>
                  <a:gd name="connsiteX17" fmla="*/ 2958047 w 5744488"/>
                  <a:gd name="connsiteY17" fmla="*/ 586252 h 1113689"/>
                  <a:gd name="connsiteX18" fmla="*/ 2957031 w 5744488"/>
                  <a:gd name="connsiteY18" fmla="*/ 586143 h 1113689"/>
                  <a:gd name="connsiteX19" fmla="*/ 2956259 w 5744488"/>
                  <a:gd name="connsiteY19" fmla="*/ 586143 h 1113689"/>
                  <a:gd name="connsiteX20" fmla="*/ 2864697 w 5744488"/>
                  <a:gd name="connsiteY20" fmla="*/ 590246 h 1113689"/>
                  <a:gd name="connsiteX21" fmla="*/ 2828487 w 5744488"/>
                  <a:gd name="connsiteY21" fmla="*/ 591577 h 1113689"/>
                  <a:gd name="connsiteX22" fmla="*/ 2508325 w 5744488"/>
                  <a:gd name="connsiteY22" fmla="*/ 591032 h 1113689"/>
                  <a:gd name="connsiteX23" fmla="*/ 2057993 w 5744488"/>
                  <a:gd name="connsiteY23" fmla="*/ 433313 h 1113689"/>
                  <a:gd name="connsiteX24" fmla="*/ 2056612 w 5744488"/>
                  <a:gd name="connsiteY24" fmla="*/ 433095 h 1113689"/>
                  <a:gd name="connsiteX25" fmla="*/ 1968707 w 5744488"/>
                  <a:gd name="connsiteY25" fmla="*/ 432986 h 1113689"/>
                  <a:gd name="connsiteX26" fmla="*/ 1957409 w 5744488"/>
                  <a:gd name="connsiteY26" fmla="*/ 428839 h 1113689"/>
                  <a:gd name="connsiteX27" fmla="*/ 1956028 w 5744488"/>
                  <a:gd name="connsiteY27" fmla="*/ 428620 h 1113689"/>
                  <a:gd name="connsiteX28" fmla="*/ 1603598 w 5744488"/>
                  <a:gd name="connsiteY28" fmla="*/ 428140 h 1113689"/>
                  <a:gd name="connsiteX29" fmla="*/ 1436608 w 5744488"/>
                  <a:gd name="connsiteY29" fmla="*/ 432244 h 1113689"/>
                  <a:gd name="connsiteX30" fmla="*/ 1260799 w 5744488"/>
                  <a:gd name="connsiteY30" fmla="*/ 431982 h 1113689"/>
                  <a:gd name="connsiteX31" fmla="*/ 1238081 w 5744488"/>
                  <a:gd name="connsiteY31" fmla="*/ 419562 h 1113689"/>
                  <a:gd name="connsiteX32" fmla="*/ 1236293 w 5744488"/>
                  <a:gd name="connsiteY32" fmla="*/ 419126 h 1113689"/>
                  <a:gd name="connsiteX33" fmla="*/ 1063573 w 5744488"/>
                  <a:gd name="connsiteY33" fmla="*/ 418864 h 1113689"/>
                  <a:gd name="connsiteX34" fmla="*/ 1057640 w 5744488"/>
                  <a:gd name="connsiteY34" fmla="*/ 415175 h 1113689"/>
                  <a:gd name="connsiteX35" fmla="*/ 1055770 w 5744488"/>
                  <a:gd name="connsiteY35" fmla="*/ 414695 h 1113689"/>
                  <a:gd name="connsiteX36" fmla="*/ 882929 w 5744488"/>
                  <a:gd name="connsiteY36" fmla="*/ 414433 h 1113689"/>
                  <a:gd name="connsiteX37" fmla="*/ 799088 w 5744488"/>
                  <a:gd name="connsiteY37" fmla="*/ 416463 h 1113689"/>
                  <a:gd name="connsiteX38" fmla="*/ 717523 w 5744488"/>
                  <a:gd name="connsiteY38" fmla="*/ 420501 h 1113689"/>
                  <a:gd name="connsiteX39" fmla="*/ 632017 w 5744488"/>
                  <a:gd name="connsiteY39" fmla="*/ 420392 h 1113689"/>
                  <a:gd name="connsiteX40" fmla="*/ 601862 w 5744488"/>
                  <a:gd name="connsiteY40" fmla="*/ 390970 h 1113689"/>
                  <a:gd name="connsiteX41" fmla="*/ 597880 w 5744488"/>
                  <a:gd name="connsiteY41" fmla="*/ 383178 h 1113689"/>
                  <a:gd name="connsiteX42" fmla="*/ 593937 w 5744488"/>
                  <a:gd name="connsiteY42" fmla="*/ 371086 h 1113689"/>
                  <a:gd name="connsiteX43" fmla="*/ 586500 w 5744488"/>
                  <a:gd name="connsiteY43" fmla="*/ 341947 h 1113689"/>
                  <a:gd name="connsiteX44" fmla="*/ 584225 w 5744488"/>
                  <a:gd name="connsiteY44" fmla="*/ 325905 h 1113689"/>
                  <a:gd name="connsiteX45" fmla="*/ 582842 w 5744488"/>
                  <a:gd name="connsiteY45" fmla="*/ 307636 h 1113689"/>
                  <a:gd name="connsiteX46" fmla="*/ 582761 w 5744488"/>
                  <a:gd name="connsiteY46" fmla="*/ 280724 h 1113689"/>
                  <a:gd name="connsiteX47" fmla="*/ 583168 w 5744488"/>
                  <a:gd name="connsiteY47" fmla="*/ 259683 h 1113689"/>
                  <a:gd name="connsiteX48" fmla="*/ 586337 w 5744488"/>
                  <a:gd name="connsiteY48" fmla="*/ 188376 h 1113689"/>
                  <a:gd name="connsiteX49" fmla="*/ 586825 w 5744488"/>
                  <a:gd name="connsiteY49" fmla="*/ 158211 h 1113689"/>
                  <a:gd name="connsiteX50" fmla="*/ 585850 w 5744488"/>
                  <a:gd name="connsiteY50" fmla="*/ 131452 h 1113689"/>
                  <a:gd name="connsiteX51" fmla="*/ 582883 w 5744488"/>
                  <a:gd name="connsiteY51" fmla="*/ 102139 h 1113689"/>
                  <a:gd name="connsiteX52" fmla="*/ 577722 w 5744488"/>
                  <a:gd name="connsiteY52" fmla="*/ 73088 h 1113689"/>
                  <a:gd name="connsiteX53" fmla="*/ 570569 w 5744488"/>
                  <a:gd name="connsiteY53" fmla="*/ 46438 h 1113689"/>
                  <a:gd name="connsiteX54" fmla="*/ 562726 w 5744488"/>
                  <a:gd name="connsiteY54" fmla="*/ 31421 h 1113689"/>
                  <a:gd name="connsiteX55" fmla="*/ 562441 w 5744488"/>
                  <a:gd name="connsiteY55" fmla="*/ 31050 h 1113689"/>
                  <a:gd name="connsiteX56" fmla="*/ 546266 w 5744488"/>
                  <a:gd name="connsiteY56" fmla="*/ 17670 h 1113689"/>
                  <a:gd name="connsiteX57" fmla="*/ 538952 w 5744488"/>
                  <a:gd name="connsiteY57" fmla="*/ 13196 h 1113689"/>
                  <a:gd name="connsiteX58" fmla="*/ 536879 w 5744488"/>
                  <a:gd name="connsiteY58" fmla="*/ 12759 h 1113689"/>
                  <a:gd name="connsiteX59" fmla="*/ 460394 w 5744488"/>
                  <a:gd name="connsiteY59" fmla="*/ 16164 h 1113689"/>
                  <a:gd name="connsiteX60" fmla="*/ 459622 w 5744488"/>
                  <a:gd name="connsiteY60" fmla="*/ 16339 h 1113689"/>
                  <a:gd name="connsiteX61" fmla="*/ 406343 w 5744488"/>
                  <a:gd name="connsiteY61" fmla="*/ 29173 h 1113689"/>
                  <a:gd name="connsiteX62" fmla="*/ 389884 w 5744488"/>
                  <a:gd name="connsiteY62" fmla="*/ 33495 h 1113689"/>
                  <a:gd name="connsiteX63" fmla="*/ 385414 w 5744488"/>
                  <a:gd name="connsiteY63" fmla="*/ 32010 h 1113689"/>
                  <a:gd name="connsiteX64" fmla="*/ 383504 w 5744488"/>
                  <a:gd name="connsiteY64" fmla="*/ 31858 h 1113689"/>
                  <a:gd name="connsiteX65" fmla="*/ 315960 w 5744488"/>
                  <a:gd name="connsiteY65" fmla="*/ 41134 h 1113689"/>
                  <a:gd name="connsiteX66" fmla="*/ 309010 w 5744488"/>
                  <a:gd name="connsiteY66" fmla="*/ 42400 h 1113689"/>
                  <a:gd name="connsiteX67" fmla="*/ 304946 w 5744488"/>
                  <a:gd name="connsiteY67" fmla="*/ 39410 h 1113689"/>
                  <a:gd name="connsiteX68" fmla="*/ 302671 w 5744488"/>
                  <a:gd name="connsiteY68" fmla="*/ 38886 h 1113689"/>
                  <a:gd name="connsiteX69" fmla="*/ 227568 w 5744488"/>
                  <a:gd name="connsiteY69" fmla="*/ 42662 h 1113689"/>
                  <a:gd name="connsiteX70" fmla="*/ 215985 w 5744488"/>
                  <a:gd name="connsiteY70" fmla="*/ 42596 h 1113689"/>
                  <a:gd name="connsiteX71" fmla="*/ 161609 w 5744488"/>
                  <a:gd name="connsiteY71" fmla="*/ 39933 h 1113689"/>
                  <a:gd name="connsiteX72" fmla="*/ 158236 w 5744488"/>
                  <a:gd name="connsiteY72" fmla="*/ 37118 h 1113689"/>
                  <a:gd name="connsiteX73" fmla="*/ 157260 w 5744488"/>
                  <a:gd name="connsiteY73" fmla="*/ 36638 h 1113689"/>
                  <a:gd name="connsiteX74" fmla="*/ 153481 w 5744488"/>
                  <a:gd name="connsiteY74" fmla="*/ 35568 h 1113689"/>
                  <a:gd name="connsiteX75" fmla="*/ 147425 w 5744488"/>
                  <a:gd name="connsiteY75" fmla="*/ 34717 h 1113689"/>
                  <a:gd name="connsiteX76" fmla="*/ 84921 w 5744488"/>
                  <a:gd name="connsiteY76" fmla="*/ 22145 h 1113689"/>
                  <a:gd name="connsiteX77" fmla="*/ 82849 w 5744488"/>
                  <a:gd name="connsiteY77" fmla="*/ 20661 h 1113689"/>
                  <a:gd name="connsiteX78" fmla="*/ 78175 w 5744488"/>
                  <a:gd name="connsiteY78" fmla="*/ 18740 h 1113689"/>
                  <a:gd name="connsiteX79" fmla="*/ 15955 w 5744488"/>
                  <a:gd name="connsiteY79" fmla="*/ 2981 h 1113689"/>
                  <a:gd name="connsiteX80" fmla="*/ 8315 w 5744488"/>
                  <a:gd name="connsiteY80" fmla="*/ 1169 h 1113689"/>
                  <a:gd name="connsiteX81" fmla="*/ 7015 w 5744488"/>
                  <a:gd name="connsiteY81" fmla="*/ 733 h 1113689"/>
                  <a:gd name="connsiteX82" fmla="*/ 6446 w 5744488"/>
                  <a:gd name="connsiteY82" fmla="*/ 580 h 1113689"/>
                  <a:gd name="connsiteX83" fmla="*/ 3275 w 5744488"/>
                  <a:gd name="connsiteY83" fmla="*/ 56 h 1113689"/>
                  <a:gd name="connsiteX84" fmla="*/ 105 w 5744488"/>
                  <a:gd name="connsiteY84" fmla="*/ 1017 h 1113689"/>
                  <a:gd name="connsiteX85" fmla="*/ 1772 w 5744488"/>
                  <a:gd name="connsiteY85" fmla="*/ 2785 h 1113689"/>
                  <a:gd name="connsiteX86" fmla="*/ 4657 w 5744488"/>
                  <a:gd name="connsiteY86" fmla="*/ 3265 h 1113689"/>
                  <a:gd name="connsiteX87" fmla="*/ 75493 w 5744488"/>
                  <a:gd name="connsiteY87" fmla="*/ 21184 h 1113689"/>
                  <a:gd name="connsiteX88" fmla="*/ 79273 w 5744488"/>
                  <a:gd name="connsiteY88" fmla="*/ 22734 h 1113689"/>
                  <a:gd name="connsiteX89" fmla="*/ 81467 w 5744488"/>
                  <a:gd name="connsiteY89" fmla="*/ 24284 h 1113689"/>
                  <a:gd name="connsiteX90" fmla="*/ 82564 w 5744488"/>
                  <a:gd name="connsiteY90" fmla="*/ 24698 h 1113689"/>
                  <a:gd name="connsiteX91" fmla="*/ 145962 w 5744488"/>
                  <a:gd name="connsiteY91" fmla="*/ 37445 h 1113689"/>
                  <a:gd name="connsiteX92" fmla="*/ 151611 w 5744488"/>
                  <a:gd name="connsiteY92" fmla="*/ 38253 h 1113689"/>
                  <a:gd name="connsiteX93" fmla="*/ 154375 w 5744488"/>
                  <a:gd name="connsiteY93" fmla="*/ 39039 h 1113689"/>
                  <a:gd name="connsiteX94" fmla="*/ 158033 w 5744488"/>
                  <a:gd name="connsiteY94" fmla="*/ 42138 h 1113689"/>
                  <a:gd name="connsiteX95" fmla="*/ 159902 w 5744488"/>
                  <a:gd name="connsiteY95" fmla="*/ 42771 h 1113689"/>
                  <a:gd name="connsiteX96" fmla="*/ 215660 w 5744488"/>
                  <a:gd name="connsiteY96" fmla="*/ 45434 h 1113689"/>
                  <a:gd name="connsiteX97" fmla="*/ 227771 w 5744488"/>
                  <a:gd name="connsiteY97" fmla="*/ 45543 h 1113689"/>
                  <a:gd name="connsiteX98" fmla="*/ 291048 w 5744488"/>
                  <a:gd name="connsiteY98" fmla="*/ 42247 h 1113689"/>
                  <a:gd name="connsiteX99" fmla="*/ 301655 w 5744488"/>
                  <a:gd name="connsiteY99" fmla="*/ 41832 h 1113689"/>
                  <a:gd name="connsiteX100" fmla="*/ 305027 w 5744488"/>
                  <a:gd name="connsiteY100" fmla="*/ 44277 h 1113689"/>
                  <a:gd name="connsiteX101" fmla="*/ 305637 w 5744488"/>
                  <a:gd name="connsiteY101" fmla="*/ 44604 h 1113689"/>
                  <a:gd name="connsiteX102" fmla="*/ 307100 w 5744488"/>
                  <a:gd name="connsiteY102" fmla="*/ 45194 h 1113689"/>
                  <a:gd name="connsiteX103" fmla="*/ 309376 w 5744488"/>
                  <a:gd name="connsiteY103" fmla="*/ 45368 h 1113689"/>
                  <a:gd name="connsiteX104" fmla="*/ 317301 w 5744488"/>
                  <a:gd name="connsiteY104" fmla="*/ 43928 h 1113689"/>
                  <a:gd name="connsiteX105" fmla="*/ 383666 w 5744488"/>
                  <a:gd name="connsiteY105" fmla="*/ 34826 h 1113689"/>
                  <a:gd name="connsiteX106" fmla="*/ 388421 w 5744488"/>
                  <a:gd name="connsiteY106" fmla="*/ 36376 h 1113689"/>
                  <a:gd name="connsiteX107" fmla="*/ 390818 w 5744488"/>
                  <a:gd name="connsiteY107" fmla="*/ 36419 h 1113689"/>
                  <a:gd name="connsiteX108" fmla="*/ 408375 w 5744488"/>
                  <a:gd name="connsiteY108" fmla="*/ 31836 h 1113689"/>
                  <a:gd name="connsiteX109" fmla="*/ 461167 w 5744488"/>
                  <a:gd name="connsiteY109" fmla="*/ 19111 h 1113689"/>
                  <a:gd name="connsiteX110" fmla="*/ 535985 w 5744488"/>
                  <a:gd name="connsiteY110" fmla="*/ 15706 h 1113689"/>
                  <a:gd name="connsiteX111" fmla="*/ 542325 w 5744488"/>
                  <a:gd name="connsiteY111" fmla="*/ 19547 h 1113689"/>
                  <a:gd name="connsiteX112" fmla="*/ 558011 w 5744488"/>
                  <a:gd name="connsiteY112" fmla="*/ 32491 h 1113689"/>
                  <a:gd name="connsiteX113" fmla="*/ 565733 w 5744488"/>
                  <a:gd name="connsiteY113" fmla="*/ 47158 h 1113689"/>
                  <a:gd name="connsiteX114" fmla="*/ 572682 w 5744488"/>
                  <a:gd name="connsiteY114" fmla="*/ 73590 h 1113689"/>
                  <a:gd name="connsiteX115" fmla="*/ 577844 w 5744488"/>
                  <a:gd name="connsiteY115" fmla="*/ 102466 h 1113689"/>
                  <a:gd name="connsiteX116" fmla="*/ 580810 w 5744488"/>
                  <a:gd name="connsiteY116" fmla="*/ 131670 h 1113689"/>
                  <a:gd name="connsiteX117" fmla="*/ 581786 w 5744488"/>
                  <a:gd name="connsiteY117" fmla="*/ 158364 h 1113689"/>
                  <a:gd name="connsiteX118" fmla="*/ 581298 w 5744488"/>
                  <a:gd name="connsiteY118" fmla="*/ 188419 h 1113689"/>
                  <a:gd name="connsiteX119" fmla="*/ 578129 w 5744488"/>
                  <a:gd name="connsiteY119" fmla="*/ 259727 h 1113689"/>
                  <a:gd name="connsiteX120" fmla="*/ 577641 w 5744488"/>
                  <a:gd name="connsiteY120" fmla="*/ 280833 h 1113689"/>
                  <a:gd name="connsiteX121" fmla="*/ 577844 w 5744488"/>
                  <a:gd name="connsiteY121" fmla="*/ 307789 h 1113689"/>
                  <a:gd name="connsiteX122" fmla="*/ 579225 w 5744488"/>
                  <a:gd name="connsiteY122" fmla="*/ 326167 h 1113689"/>
                  <a:gd name="connsiteX123" fmla="*/ 581502 w 5744488"/>
                  <a:gd name="connsiteY123" fmla="*/ 342318 h 1113689"/>
                  <a:gd name="connsiteX124" fmla="*/ 589020 w 5744488"/>
                  <a:gd name="connsiteY124" fmla="*/ 371631 h 1113689"/>
                  <a:gd name="connsiteX125" fmla="*/ 593002 w 5744488"/>
                  <a:gd name="connsiteY125" fmla="*/ 383941 h 1113689"/>
                  <a:gd name="connsiteX126" fmla="*/ 597270 w 5744488"/>
                  <a:gd name="connsiteY126" fmla="*/ 392148 h 1113689"/>
                  <a:gd name="connsiteX127" fmla="*/ 628400 w 5744488"/>
                  <a:gd name="connsiteY127" fmla="*/ 422574 h 1113689"/>
                  <a:gd name="connsiteX128" fmla="*/ 630594 w 5744488"/>
                  <a:gd name="connsiteY128" fmla="*/ 423317 h 1113689"/>
                  <a:gd name="connsiteX129" fmla="*/ 717889 w 5744488"/>
                  <a:gd name="connsiteY129" fmla="*/ 423426 h 1113689"/>
                  <a:gd name="connsiteX130" fmla="*/ 799454 w 5744488"/>
                  <a:gd name="connsiteY130" fmla="*/ 419322 h 1113689"/>
                  <a:gd name="connsiteX131" fmla="*/ 883091 w 5744488"/>
                  <a:gd name="connsiteY131" fmla="*/ 417358 h 1113689"/>
                  <a:gd name="connsiteX132" fmla="*/ 1054713 w 5744488"/>
                  <a:gd name="connsiteY132" fmla="*/ 417620 h 1113689"/>
                  <a:gd name="connsiteX133" fmla="*/ 1060566 w 5744488"/>
                  <a:gd name="connsiteY133" fmla="*/ 421287 h 1113689"/>
                  <a:gd name="connsiteX134" fmla="*/ 1062476 w 5744488"/>
                  <a:gd name="connsiteY134" fmla="*/ 421767 h 1113689"/>
                  <a:gd name="connsiteX135" fmla="*/ 1235318 w 5744488"/>
                  <a:gd name="connsiteY135" fmla="*/ 422029 h 1113689"/>
                  <a:gd name="connsiteX136" fmla="*/ 1258036 w 5744488"/>
                  <a:gd name="connsiteY136" fmla="*/ 434448 h 1113689"/>
                  <a:gd name="connsiteX137" fmla="*/ 1259824 w 5744488"/>
                  <a:gd name="connsiteY137" fmla="*/ 434885 h 1113689"/>
                  <a:gd name="connsiteX138" fmla="*/ 1436852 w 5744488"/>
                  <a:gd name="connsiteY138" fmla="*/ 435103 h 1113689"/>
                  <a:gd name="connsiteX139" fmla="*/ 1603841 w 5744488"/>
                  <a:gd name="connsiteY139" fmla="*/ 431043 h 1113689"/>
                  <a:gd name="connsiteX140" fmla="*/ 1955459 w 5744488"/>
                  <a:gd name="connsiteY140" fmla="*/ 431523 h 1113689"/>
                  <a:gd name="connsiteX141" fmla="*/ 1966675 w 5744488"/>
                  <a:gd name="connsiteY141" fmla="*/ 435627 h 1113689"/>
                  <a:gd name="connsiteX142" fmla="*/ 1968057 w 5744488"/>
                  <a:gd name="connsiteY142" fmla="*/ 435845 h 1113689"/>
                  <a:gd name="connsiteX143" fmla="*/ 2055961 w 5744488"/>
                  <a:gd name="connsiteY143" fmla="*/ 436020 h 1113689"/>
                  <a:gd name="connsiteX144" fmla="*/ 2506415 w 5744488"/>
                  <a:gd name="connsiteY144" fmla="*/ 593738 h 1113689"/>
                  <a:gd name="connsiteX145" fmla="*/ 2507797 w 5744488"/>
                  <a:gd name="connsiteY145" fmla="*/ 593956 h 1113689"/>
                  <a:gd name="connsiteX146" fmla="*/ 2828853 w 5744488"/>
                  <a:gd name="connsiteY146" fmla="*/ 594480 h 1113689"/>
                  <a:gd name="connsiteX147" fmla="*/ 2956544 w 5744488"/>
                  <a:gd name="connsiteY147" fmla="*/ 589045 h 1113689"/>
                  <a:gd name="connsiteX148" fmla="*/ 2957641 w 5744488"/>
                  <a:gd name="connsiteY148" fmla="*/ 589155 h 1113689"/>
                  <a:gd name="connsiteX149" fmla="*/ 2958535 w 5744488"/>
                  <a:gd name="connsiteY149" fmla="*/ 589155 h 1113689"/>
                  <a:gd name="connsiteX150" fmla="*/ 3042375 w 5744488"/>
                  <a:gd name="connsiteY150" fmla="*/ 583938 h 1113689"/>
                  <a:gd name="connsiteX151" fmla="*/ 3067369 w 5744488"/>
                  <a:gd name="connsiteY151" fmla="*/ 585422 h 1113689"/>
                  <a:gd name="connsiteX152" fmla="*/ 3126622 w 5744488"/>
                  <a:gd name="connsiteY152" fmla="*/ 584571 h 1113689"/>
                  <a:gd name="connsiteX153" fmla="*/ 3148853 w 5744488"/>
                  <a:gd name="connsiteY153" fmla="*/ 594851 h 1113689"/>
                  <a:gd name="connsiteX154" fmla="*/ 4807289 w 5744488"/>
                  <a:gd name="connsiteY154" fmla="*/ 1063031 h 1113689"/>
                  <a:gd name="connsiteX155" fmla="*/ 4808468 w 5744488"/>
                  <a:gd name="connsiteY155" fmla="*/ 1063140 h 1113689"/>
                  <a:gd name="connsiteX156" fmla="*/ 4808468 w 5744488"/>
                  <a:gd name="connsiteY156" fmla="*/ 1063140 h 1113689"/>
                  <a:gd name="connsiteX157" fmla="*/ 4970093 w 5744488"/>
                  <a:gd name="connsiteY157" fmla="*/ 1062812 h 1113689"/>
                  <a:gd name="connsiteX158" fmla="*/ 5131515 w 5744488"/>
                  <a:gd name="connsiteY158" fmla="*/ 1060455 h 1113689"/>
                  <a:gd name="connsiteX159" fmla="*/ 5293344 w 5744488"/>
                  <a:gd name="connsiteY159" fmla="*/ 1060673 h 1113689"/>
                  <a:gd name="connsiteX160" fmla="*/ 5454766 w 5744488"/>
                  <a:gd name="connsiteY160" fmla="*/ 1059495 h 1113689"/>
                  <a:gd name="connsiteX161" fmla="*/ 5512393 w 5744488"/>
                  <a:gd name="connsiteY161" fmla="*/ 1068553 h 1113689"/>
                  <a:gd name="connsiteX162" fmla="*/ 5571647 w 5744488"/>
                  <a:gd name="connsiteY162" fmla="*/ 1077502 h 1113689"/>
                  <a:gd name="connsiteX163" fmla="*/ 5632078 w 5744488"/>
                  <a:gd name="connsiteY163" fmla="*/ 1087891 h 1113689"/>
                  <a:gd name="connsiteX164" fmla="*/ 5693485 w 5744488"/>
                  <a:gd name="connsiteY164" fmla="*/ 1099350 h 1113689"/>
                  <a:gd name="connsiteX165" fmla="*/ 5744489 w 5744488"/>
                  <a:gd name="connsiteY165" fmla="*/ 1113690 h 1113689"/>
                  <a:gd name="connsiteX166" fmla="*/ 5744489 w 5744488"/>
                  <a:gd name="connsiteY166" fmla="*/ 1110547 h 1113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Lst>
                <a:rect l="l" t="t" r="r" b="b"/>
                <a:pathLst>
                  <a:path w="5744488" h="1113689">
                    <a:moveTo>
                      <a:pt x="5744285" y="1110460"/>
                    </a:moveTo>
                    <a:lnTo>
                      <a:pt x="5695273" y="1096709"/>
                    </a:lnTo>
                    <a:lnTo>
                      <a:pt x="5633460" y="1085141"/>
                    </a:lnTo>
                    <a:lnTo>
                      <a:pt x="5572825" y="1074708"/>
                    </a:lnTo>
                    <a:lnTo>
                      <a:pt x="5513613" y="1065759"/>
                    </a:lnTo>
                    <a:lnTo>
                      <a:pt x="5455660" y="1056657"/>
                    </a:lnTo>
                    <a:cubicBezTo>
                      <a:pt x="5455375" y="1056614"/>
                      <a:pt x="5455051" y="1056614"/>
                      <a:pt x="5454888" y="1056614"/>
                    </a:cubicBezTo>
                    <a:lnTo>
                      <a:pt x="5293141" y="1057770"/>
                    </a:lnTo>
                    <a:lnTo>
                      <a:pt x="5131312" y="1057552"/>
                    </a:lnTo>
                    <a:lnTo>
                      <a:pt x="4969809" y="1059909"/>
                    </a:lnTo>
                    <a:lnTo>
                      <a:pt x="4808875" y="1060280"/>
                    </a:lnTo>
                    <a:lnTo>
                      <a:pt x="3151413" y="592429"/>
                    </a:lnTo>
                    <a:lnTo>
                      <a:pt x="3128898" y="581995"/>
                    </a:lnTo>
                    <a:cubicBezTo>
                      <a:pt x="3128492" y="581777"/>
                      <a:pt x="3128004" y="581734"/>
                      <a:pt x="3127191" y="581668"/>
                    </a:cubicBezTo>
                    <a:lnTo>
                      <a:pt x="3067369" y="582519"/>
                    </a:lnTo>
                    <a:lnTo>
                      <a:pt x="3042173" y="581013"/>
                    </a:lnTo>
                    <a:lnTo>
                      <a:pt x="2967964" y="585553"/>
                    </a:lnTo>
                    <a:lnTo>
                      <a:pt x="2958047" y="586252"/>
                    </a:lnTo>
                    <a:lnTo>
                      <a:pt x="2957031" y="586143"/>
                    </a:lnTo>
                    <a:cubicBezTo>
                      <a:pt x="2956747" y="586099"/>
                      <a:pt x="2956544" y="586099"/>
                      <a:pt x="2956259" y="586143"/>
                    </a:cubicBezTo>
                    <a:lnTo>
                      <a:pt x="2864697" y="590246"/>
                    </a:lnTo>
                    <a:lnTo>
                      <a:pt x="2828487" y="591577"/>
                    </a:lnTo>
                    <a:lnTo>
                      <a:pt x="2508325" y="591032"/>
                    </a:lnTo>
                    <a:lnTo>
                      <a:pt x="2057993" y="433313"/>
                    </a:lnTo>
                    <a:cubicBezTo>
                      <a:pt x="2057506" y="433160"/>
                      <a:pt x="2057099" y="433095"/>
                      <a:pt x="2056612" y="433095"/>
                    </a:cubicBezTo>
                    <a:lnTo>
                      <a:pt x="1968707" y="432986"/>
                    </a:lnTo>
                    <a:lnTo>
                      <a:pt x="1957409" y="428839"/>
                    </a:lnTo>
                    <a:cubicBezTo>
                      <a:pt x="1957003" y="428730"/>
                      <a:pt x="1956515" y="428620"/>
                      <a:pt x="1956028" y="428620"/>
                    </a:cubicBezTo>
                    <a:lnTo>
                      <a:pt x="1603598" y="428140"/>
                    </a:lnTo>
                    <a:lnTo>
                      <a:pt x="1436608" y="432244"/>
                    </a:lnTo>
                    <a:lnTo>
                      <a:pt x="1260799" y="431982"/>
                    </a:lnTo>
                    <a:lnTo>
                      <a:pt x="1238081" y="419562"/>
                    </a:lnTo>
                    <a:cubicBezTo>
                      <a:pt x="1237593" y="419300"/>
                      <a:pt x="1236903" y="419126"/>
                      <a:pt x="1236293" y="419126"/>
                    </a:cubicBezTo>
                    <a:lnTo>
                      <a:pt x="1063573" y="418864"/>
                    </a:lnTo>
                    <a:lnTo>
                      <a:pt x="1057640" y="415175"/>
                    </a:lnTo>
                    <a:cubicBezTo>
                      <a:pt x="1057233" y="414848"/>
                      <a:pt x="1056543" y="414695"/>
                      <a:pt x="1055770" y="414695"/>
                    </a:cubicBezTo>
                    <a:lnTo>
                      <a:pt x="882929" y="414433"/>
                    </a:lnTo>
                    <a:lnTo>
                      <a:pt x="799088" y="416463"/>
                    </a:lnTo>
                    <a:lnTo>
                      <a:pt x="717523" y="420501"/>
                    </a:lnTo>
                    <a:lnTo>
                      <a:pt x="632017" y="420392"/>
                    </a:lnTo>
                    <a:lnTo>
                      <a:pt x="601862" y="390970"/>
                    </a:lnTo>
                    <a:lnTo>
                      <a:pt x="597880" y="383178"/>
                    </a:lnTo>
                    <a:lnTo>
                      <a:pt x="593937" y="371086"/>
                    </a:lnTo>
                    <a:lnTo>
                      <a:pt x="586500" y="341947"/>
                    </a:lnTo>
                    <a:lnTo>
                      <a:pt x="584225" y="325905"/>
                    </a:lnTo>
                    <a:lnTo>
                      <a:pt x="582842" y="307636"/>
                    </a:lnTo>
                    <a:lnTo>
                      <a:pt x="582761" y="280724"/>
                    </a:lnTo>
                    <a:lnTo>
                      <a:pt x="583168" y="259683"/>
                    </a:lnTo>
                    <a:lnTo>
                      <a:pt x="586337" y="188376"/>
                    </a:lnTo>
                    <a:lnTo>
                      <a:pt x="586825" y="158211"/>
                    </a:lnTo>
                    <a:lnTo>
                      <a:pt x="585850" y="131452"/>
                    </a:lnTo>
                    <a:lnTo>
                      <a:pt x="582883" y="102139"/>
                    </a:lnTo>
                    <a:lnTo>
                      <a:pt x="577722" y="73088"/>
                    </a:lnTo>
                    <a:lnTo>
                      <a:pt x="570569" y="46438"/>
                    </a:lnTo>
                    <a:lnTo>
                      <a:pt x="562726" y="31421"/>
                    </a:lnTo>
                    <a:cubicBezTo>
                      <a:pt x="562726" y="31268"/>
                      <a:pt x="562645" y="31159"/>
                      <a:pt x="562441" y="31050"/>
                    </a:cubicBezTo>
                    <a:lnTo>
                      <a:pt x="546266" y="17670"/>
                    </a:lnTo>
                    <a:lnTo>
                      <a:pt x="538952" y="13196"/>
                    </a:lnTo>
                    <a:cubicBezTo>
                      <a:pt x="538464" y="12868"/>
                      <a:pt x="537651" y="12716"/>
                      <a:pt x="536879" y="12759"/>
                    </a:cubicBezTo>
                    <a:lnTo>
                      <a:pt x="460394" y="16164"/>
                    </a:lnTo>
                    <a:cubicBezTo>
                      <a:pt x="460110" y="16230"/>
                      <a:pt x="459825" y="16230"/>
                      <a:pt x="459622" y="16339"/>
                    </a:cubicBezTo>
                    <a:lnTo>
                      <a:pt x="406343" y="29173"/>
                    </a:lnTo>
                    <a:lnTo>
                      <a:pt x="389884" y="33495"/>
                    </a:lnTo>
                    <a:lnTo>
                      <a:pt x="385414" y="32010"/>
                    </a:lnTo>
                    <a:cubicBezTo>
                      <a:pt x="384804" y="31858"/>
                      <a:pt x="384113" y="31792"/>
                      <a:pt x="383504" y="31858"/>
                    </a:cubicBezTo>
                    <a:lnTo>
                      <a:pt x="315960" y="41134"/>
                    </a:lnTo>
                    <a:lnTo>
                      <a:pt x="309010" y="42400"/>
                    </a:lnTo>
                    <a:lnTo>
                      <a:pt x="304946" y="39410"/>
                    </a:lnTo>
                    <a:cubicBezTo>
                      <a:pt x="304337" y="39039"/>
                      <a:pt x="303564" y="38820"/>
                      <a:pt x="302671" y="38886"/>
                    </a:cubicBezTo>
                    <a:lnTo>
                      <a:pt x="227568" y="42662"/>
                    </a:lnTo>
                    <a:lnTo>
                      <a:pt x="215985" y="42596"/>
                    </a:lnTo>
                    <a:lnTo>
                      <a:pt x="161609" y="39933"/>
                    </a:lnTo>
                    <a:lnTo>
                      <a:pt x="158236" y="37118"/>
                    </a:lnTo>
                    <a:cubicBezTo>
                      <a:pt x="157952" y="36965"/>
                      <a:pt x="157667" y="36790"/>
                      <a:pt x="157260" y="36638"/>
                    </a:cubicBezTo>
                    <a:lnTo>
                      <a:pt x="153481" y="35568"/>
                    </a:lnTo>
                    <a:lnTo>
                      <a:pt x="147425" y="34717"/>
                    </a:lnTo>
                    <a:lnTo>
                      <a:pt x="84921" y="22145"/>
                    </a:lnTo>
                    <a:lnTo>
                      <a:pt x="82849" y="20661"/>
                    </a:lnTo>
                    <a:lnTo>
                      <a:pt x="78175" y="18740"/>
                    </a:lnTo>
                    <a:lnTo>
                      <a:pt x="15955" y="2981"/>
                    </a:lnTo>
                    <a:lnTo>
                      <a:pt x="8315" y="1169"/>
                    </a:lnTo>
                    <a:lnTo>
                      <a:pt x="7015" y="733"/>
                    </a:lnTo>
                    <a:cubicBezTo>
                      <a:pt x="7015" y="733"/>
                      <a:pt x="6608" y="624"/>
                      <a:pt x="6446" y="580"/>
                    </a:cubicBezTo>
                    <a:lnTo>
                      <a:pt x="3275" y="56"/>
                    </a:lnTo>
                    <a:cubicBezTo>
                      <a:pt x="1975" y="-162"/>
                      <a:pt x="593" y="275"/>
                      <a:pt x="105" y="1017"/>
                    </a:cubicBezTo>
                    <a:cubicBezTo>
                      <a:pt x="-301" y="1759"/>
                      <a:pt x="512" y="2523"/>
                      <a:pt x="1772" y="2785"/>
                    </a:cubicBezTo>
                    <a:lnTo>
                      <a:pt x="4657" y="3265"/>
                    </a:lnTo>
                    <a:lnTo>
                      <a:pt x="75493" y="21184"/>
                    </a:lnTo>
                    <a:lnTo>
                      <a:pt x="79273" y="22734"/>
                    </a:lnTo>
                    <a:lnTo>
                      <a:pt x="81467" y="24284"/>
                    </a:lnTo>
                    <a:cubicBezTo>
                      <a:pt x="81752" y="24502"/>
                      <a:pt x="82158" y="24611"/>
                      <a:pt x="82564" y="24698"/>
                    </a:cubicBezTo>
                    <a:lnTo>
                      <a:pt x="145962" y="37445"/>
                    </a:lnTo>
                    <a:lnTo>
                      <a:pt x="151611" y="38253"/>
                    </a:lnTo>
                    <a:lnTo>
                      <a:pt x="154375" y="39039"/>
                    </a:lnTo>
                    <a:lnTo>
                      <a:pt x="158033" y="42138"/>
                    </a:lnTo>
                    <a:cubicBezTo>
                      <a:pt x="158439" y="42509"/>
                      <a:pt x="159130" y="42727"/>
                      <a:pt x="159902" y="42771"/>
                    </a:cubicBezTo>
                    <a:lnTo>
                      <a:pt x="215660" y="45434"/>
                    </a:lnTo>
                    <a:lnTo>
                      <a:pt x="227771" y="45543"/>
                    </a:lnTo>
                    <a:lnTo>
                      <a:pt x="291048" y="42247"/>
                    </a:lnTo>
                    <a:lnTo>
                      <a:pt x="301655" y="41832"/>
                    </a:lnTo>
                    <a:lnTo>
                      <a:pt x="305027" y="44277"/>
                    </a:lnTo>
                    <a:lnTo>
                      <a:pt x="305637" y="44604"/>
                    </a:lnTo>
                    <a:lnTo>
                      <a:pt x="307100" y="45194"/>
                    </a:lnTo>
                    <a:cubicBezTo>
                      <a:pt x="307791" y="45412"/>
                      <a:pt x="308604" y="45521"/>
                      <a:pt x="309376" y="45368"/>
                    </a:cubicBezTo>
                    <a:lnTo>
                      <a:pt x="317301" y="43928"/>
                    </a:lnTo>
                    <a:lnTo>
                      <a:pt x="383666" y="34826"/>
                    </a:lnTo>
                    <a:lnTo>
                      <a:pt x="388421" y="36376"/>
                    </a:lnTo>
                    <a:cubicBezTo>
                      <a:pt x="389112" y="36638"/>
                      <a:pt x="390006" y="36638"/>
                      <a:pt x="390818" y="36419"/>
                    </a:cubicBezTo>
                    <a:lnTo>
                      <a:pt x="408375" y="31836"/>
                    </a:lnTo>
                    <a:lnTo>
                      <a:pt x="461167" y="19111"/>
                    </a:lnTo>
                    <a:lnTo>
                      <a:pt x="535985" y="15706"/>
                    </a:lnTo>
                    <a:lnTo>
                      <a:pt x="542325" y="19547"/>
                    </a:lnTo>
                    <a:lnTo>
                      <a:pt x="558011" y="32491"/>
                    </a:lnTo>
                    <a:lnTo>
                      <a:pt x="565733" y="47158"/>
                    </a:lnTo>
                    <a:lnTo>
                      <a:pt x="572682" y="73590"/>
                    </a:lnTo>
                    <a:lnTo>
                      <a:pt x="577844" y="102466"/>
                    </a:lnTo>
                    <a:lnTo>
                      <a:pt x="580810" y="131670"/>
                    </a:lnTo>
                    <a:lnTo>
                      <a:pt x="581786" y="158364"/>
                    </a:lnTo>
                    <a:lnTo>
                      <a:pt x="581298" y="188419"/>
                    </a:lnTo>
                    <a:lnTo>
                      <a:pt x="578129" y="259727"/>
                    </a:lnTo>
                    <a:lnTo>
                      <a:pt x="577641" y="280833"/>
                    </a:lnTo>
                    <a:lnTo>
                      <a:pt x="577844" y="307789"/>
                    </a:lnTo>
                    <a:lnTo>
                      <a:pt x="579225" y="326167"/>
                    </a:lnTo>
                    <a:lnTo>
                      <a:pt x="581502" y="342318"/>
                    </a:lnTo>
                    <a:lnTo>
                      <a:pt x="589020" y="371631"/>
                    </a:lnTo>
                    <a:lnTo>
                      <a:pt x="593002" y="383941"/>
                    </a:lnTo>
                    <a:lnTo>
                      <a:pt x="597270" y="392148"/>
                    </a:lnTo>
                    <a:lnTo>
                      <a:pt x="628400" y="422574"/>
                    </a:lnTo>
                    <a:cubicBezTo>
                      <a:pt x="628888" y="423055"/>
                      <a:pt x="629701" y="423317"/>
                      <a:pt x="630594" y="423317"/>
                    </a:cubicBezTo>
                    <a:lnTo>
                      <a:pt x="717889" y="423426"/>
                    </a:lnTo>
                    <a:lnTo>
                      <a:pt x="799454" y="419322"/>
                    </a:lnTo>
                    <a:lnTo>
                      <a:pt x="883091" y="417358"/>
                    </a:lnTo>
                    <a:lnTo>
                      <a:pt x="1054713" y="417620"/>
                    </a:lnTo>
                    <a:lnTo>
                      <a:pt x="1060566" y="421287"/>
                    </a:lnTo>
                    <a:cubicBezTo>
                      <a:pt x="1061054" y="421614"/>
                      <a:pt x="1061745" y="421767"/>
                      <a:pt x="1062476" y="421767"/>
                    </a:cubicBezTo>
                    <a:lnTo>
                      <a:pt x="1235318" y="422029"/>
                    </a:lnTo>
                    <a:lnTo>
                      <a:pt x="1258036" y="434448"/>
                    </a:lnTo>
                    <a:cubicBezTo>
                      <a:pt x="1258523" y="434710"/>
                      <a:pt x="1259133" y="434885"/>
                      <a:pt x="1259824" y="434885"/>
                    </a:cubicBezTo>
                    <a:lnTo>
                      <a:pt x="1436852" y="435103"/>
                    </a:lnTo>
                    <a:lnTo>
                      <a:pt x="1603841" y="431043"/>
                    </a:lnTo>
                    <a:lnTo>
                      <a:pt x="1955459" y="431523"/>
                    </a:lnTo>
                    <a:lnTo>
                      <a:pt x="1966675" y="435627"/>
                    </a:lnTo>
                    <a:cubicBezTo>
                      <a:pt x="1967082" y="435780"/>
                      <a:pt x="1967569" y="435845"/>
                      <a:pt x="1968057" y="435845"/>
                    </a:cubicBezTo>
                    <a:lnTo>
                      <a:pt x="2055961" y="436020"/>
                    </a:lnTo>
                    <a:lnTo>
                      <a:pt x="2506415" y="593738"/>
                    </a:lnTo>
                    <a:cubicBezTo>
                      <a:pt x="2506821" y="593847"/>
                      <a:pt x="2507309" y="593956"/>
                      <a:pt x="2507797" y="593956"/>
                    </a:cubicBezTo>
                    <a:lnTo>
                      <a:pt x="2828853" y="594480"/>
                    </a:lnTo>
                    <a:lnTo>
                      <a:pt x="2956544" y="589045"/>
                    </a:lnTo>
                    <a:lnTo>
                      <a:pt x="2957641" y="589155"/>
                    </a:lnTo>
                    <a:cubicBezTo>
                      <a:pt x="2957925" y="589220"/>
                      <a:pt x="2958251" y="589220"/>
                      <a:pt x="2958535" y="589155"/>
                    </a:cubicBezTo>
                    <a:lnTo>
                      <a:pt x="3042375" y="583938"/>
                    </a:lnTo>
                    <a:lnTo>
                      <a:pt x="3067369" y="585422"/>
                    </a:lnTo>
                    <a:lnTo>
                      <a:pt x="3126622" y="584571"/>
                    </a:lnTo>
                    <a:lnTo>
                      <a:pt x="3148853" y="594851"/>
                    </a:lnTo>
                    <a:lnTo>
                      <a:pt x="4807289" y="1063031"/>
                    </a:lnTo>
                    <a:cubicBezTo>
                      <a:pt x="4807696" y="1063074"/>
                      <a:pt x="4808061" y="1063140"/>
                      <a:pt x="4808468" y="1063140"/>
                    </a:cubicBezTo>
                    <a:lnTo>
                      <a:pt x="4808468" y="1063140"/>
                    </a:lnTo>
                    <a:lnTo>
                      <a:pt x="4970093" y="1062812"/>
                    </a:lnTo>
                    <a:lnTo>
                      <a:pt x="5131515" y="1060455"/>
                    </a:lnTo>
                    <a:lnTo>
                      <a:pt x="5293344" y="1060673"/>
                    </a:lnTo>
                    <a:lnTo>
                      <a:pt x="5454766" y="1059495"/>
                    </a:lnTo>
                    <a:lnTo>
                      <a:pt x="5512393" y="1068553"/>
                    </a:lnTo>
                    <a:lnTo>
                      <a:pt x="5571647" y="1077502"/>
                    </a:lnTo>
                    <a:lnTo>
                      <a:pt x="5632078" y="1087891"/>
                    </a:lnTo>
                    <a:lnTo>
                      <a:pt x="5693485" y="1099350"/>
                    </a:lnTo>
                    <a:lnTo>
                      <a:pt x="5744489" y="1113690"/>
                    </a:lnTo>
                    <a:lnTo>
                      <a:pt x="5744489" y="11105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0" name="Freeform: Shape 649">
                <a:extLst>
                  <a:ext uri="{FF2B5EF4-FFF2-40B4-BE49-F238E27FC236}">
                    <a16:creationId xmlns:a16="http://schemas.microsoft.com/office/drawing/2014/main" id="{19DAB051-6068-4668-AE5D-68DEBBB95133}"/>
                  </a:ext>
                </a:extLst>
              </p:cNvPr>
              <p:cNvSpPr/>
              <p:nvPr/>
            </p:nvSpPr>
            <p:spPr>
              <a:xfrm>
                <a:off x="2175408" y="5927094"/>
                <a:ext cx="856769" cy="58887"/>
              </a:xfrm>
              <a:custGeom>
                <a:avLst/>
                <a:gdLst>
                  <a:gd name="connsiteX0" fmla="*/ 2530 w 856769"/>
                  <a:gd name="connsiteY0" fmla="*/ 58888 h 58887"/>
                  <a:gd name="connsiteX1" fmla="*/ 254 w 856769"/>
                  <a:gd name="connsiteY1" fmla="*/ 58080 h 58887"/>
                  <a:gd name="connsiteX2" fmla="*/ 1392 w 856769"/>
                  <a:gd name="connsiteY2" fmla="*/ 56225 h 58887"/>
                  <a:gd name="connsiteX3" fmla="*/ 3546 w 856769"/>
                  <a:gd name="connsiteY3" fmla="*/ 55636 h 58887"/>
                  <a:gd name="connsiteX4" fmla="*/ 33457 w 856769"/>
                  <a:gd name="connsiteY4" fmla="*/ 41034 h 58887"/>
                  <a:gd name="connsiteX5" fmla="*/ 63165 w 856769"/>
                  <a:gd name="connsiteY5" fmla="*/ 27349 h 58887"/>
                  <a:gd name="connsiteX6" fmla="*/ 63734 w 856769"/>
                  <a:gd name="connsiteY6" fmla="*/ 27130 h 58887"/>
                  <a:gd name="connsiteX7" fmla="*/ 92914 w 856769"/>
                  <a:gd name="connsiteY7" fmla="*/ 19557 h 58887"/>
                  <a:gd name="connsiteX8" fmla="*/ 121524 w 856769"/>
                  <a:gd name="connsiteY8" fmla="*/ 10979 h 58887"/>
                  <a:gd name="connsiteX9" fmla="*/ 122784 w 856769"/>
                  <a:gd name="connsiteY9" fmla="*/ 10760 h 58887"/>
                  <a:gd name="connsiteX10" fmla="*/ 233000 w 856769"/>
                  <a:gd name="connsiteY10" fmla="*/ 11175 h 58887"/>
                  <a:gd name="connsiteX11" fmla="*/ 343215 w 856769"/>
                  <a:gd name="connsiteY11" fmla="*/ 9320 h 58887"/>
                  <a:gd name="connsiteX12" fmla="*/ 453553 w 856769"/>
                  <a:gd name="connsiteY12" fmla="*/ 6657 h 58887"/>
                  <a:gd name="connsiteX13" fmla="*/ 563931 w 856769"/>
                  <a:gd name="connsiteY13" fmla="*/ 2772 h 58887"/>
                  <a:gd name="connsiteX14" fmla="*/ 674513 w 856769"/>
                  <a:gd name="connsiteY14" fmla="*/ 3776 h 58887"/>
                  <a:gd name="connsiteX15" fmla="*/ 784931 w 856769"/>
                  <a:gd name="connsiteY15" fmla="*/ 3078 h 58887"/>
                  <a:gd name="connsiteX16" fmla="*/ 807934 w 856769"/>
                  <a:gd name="connsiteY16" fmla="*/ 44 h 58887"/>
                  <a:gd name="connsiteX17" fmla="*/ 808625 w 856769"/>
                  <a:gd name="connsiteY17" fmla="*/ 0 h 58887"/>
                  <a:gd name="connsiteX18" fmla="*/ 847395 w 856769"/>
                  <a:gd name="connsiteY18" fmla="*/ 960 h 58887"/>
                  <a:gd name="connsiteX19" fmla="*/ 853857 w 856769"/>
                  <a:gd name="connsiteY19" fmla="*/ 480 h 58887"/>
                  <a:gd name="connsiteX20" fmla="*/ 856742 w 856769"/>
                  <a:gd name="connsiteY20" fmla="*/ 1702 h 58887"/>
                  <a:gd name="connsiteX21" fmla="*/ 854629 w 856769"/>
                  <a:gd name="connsiteY21" fmla="*/ 3296 h 58887"/>
                  <a:gd name="connsiteX22" fmla="*/ 847476 w 856769"/>
                  <a:gd name="connsiteY22" fmla="*/ 3776 h 58887"/>
                  <a:gd name="connsiteX23" fmla="*/ 808787 w 856769"/>
                  <a:gd name="connsiteY23" fmla="*/ 2816 h 58887"/>
                  <a:gd name="connsiteX24" fmla="*/ 785541 w 856769"/>
                  <a:gd name="connsiteY24" fmla="*/ 5849 h 58887"/>
                  <a:gd name="connsiteX25" fmla="*/ 674513 w 856769"/>
                  <a:gd name="connsiteY25" fmla="*/ 6548 h 58887"/>
                  <a:gd name="connsiteX26" fmla="*/ 564094 w 856769"/>
                  <a:gd name="connsiteY26" fmla="*/ 5588 h 58887"/>
                  <a:gd name="connsiteX27" fmla="*/ 453797 w 856769"/>
                  <a:gd name="connsiteY27" fmla="*/ 9473 h 58887"/>
                  <a:gd name="connsiteX28" fmla="*/ 343378 w 856769"/>
                  <a:gd name="connsiteY28" fmla="*/ 12136 h 58887"/>
                  <a:gd name="connsiteX29" fmla="*/ 233040 w 856769"/>
                  <a:gd name="connsiteY29" fmla="*/ 13991 h 58887"/>
                  <a:gd name="connsiteX30" fmla="*/ 123353 w 856769"/>
                  <a:gd name="connsiteY30" fmla="*/ 13576 h 58887"/>
                  <a:gd name="connsiteX31" fmla="*/ 95189 w 856769"/>
                  <a:gd name="connsiteY31" fmla="*/ 22045 h 58887"/>
                  <a:gd name="connsiteX32" fmla="*/ 66213 w 856769"/>
                  <a:gd name="connsiteY32" fmla="*/ 29619 h 58887"/>
                  <a:gd name="connsiteX33" fmla="*/ 36749 w 856769"/>
                  <a:gd name="connsiteY33" fmla="*/ 43151 h 58887"/>
                  <a:gd name="connsiteX34" fmla="*/ 6675 w 856769"/>
                  <a:gd name="connsiteY34" fmla="*/ 57862 h 58887"/>
                  <a:gd name="connsiteX35" fmla="*/ 6106 w 856769"/>
                  <a:gd name="connsiteY35" fmla="*/ 58080 h 58887"/>
                  <a:gd name="connsiteX36" fmla="*/ 3668 w 856769"/>
                  <a:gd name="connsiteY36" fmla="*/ 58713 h 58887"/>
                  <a:gd name="connsiteX37" fmla="*/ 2530 w 856769"/>
                  <a:gd name="connsiteY37" fmla="*/ 58866 h 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56769" h="58887">
                    <a:moveTo>
                      <a:pt x="2530" y="58888"/>
                    </a:moveTo>
                    <a:cubicBezTo>
                      <a:pt x="1595" y="58888"/>
                      <a:pt x="701" y="58561"/>
                      <a:pt x="254" y="58080"/>
                    </a:cubicBezTo>
                    <a:cubicBezTo>
                      <a:pt x="-355" y="57382"/>
                      <a:pt x="173" y="56531"/>
                      <a:pt x="1392" y="56225"/>
                    </a:cubicBezTo>
                    <a:lnTo>
                      <a:pt x="3546" y="55636"/>
                    </a:lnTo>
                    <a:lnTo>
                      <a:pt x="33457" y="41034"/>
                    </a:lnTo>
                    <a:lnTo>
                      <a:pt x="63165" y="27349"/>
                    </a:lnTo>
                    <a:cubicBezTo>
                      <a:pt x="63368" y="27305"/>
                      <a:pt x="63531" y="27174"/>
                      <a:pt x="63734" y="27130"/>
                    </a:cubicBezTo>
                    <a:lnTo>
                      <a:pt x="92914" y="19557"/>
                    </a:lnTo>
                    <a:lnTo>
                      <a:pt x="121524" y="10979"/>
                    </a:lnTo>
                    <a:cubicBezTo>
                      <a:pt x="121930" y="10804"/>
                      <a:pt x="122581" y="10870"/>
                      <a:pt x="122784" y="10760"/>
                    </a:cubicBezTo>
                    <a:lnTo>
                      <a:pt x="233000" y="11175"/>
                    </a:lnTo>
                    <a:lnTo>
                      <a:pt x="343215" y="9320"/>
                    </a:lnTo>
                    <a:lnTo>
                      <a:pt x="453553" y="6657"/>
                    </a:lnTo>
                    <a:lnTo>
                      <a:pt x="563931" y="2772"/>
                    </a:lnTo>
                    <a:lnTo>
                      <a:pt x="674513" y="3776"/>
                    </a:lnTo>
                    <a:lnTo>
                      <a:pt x="784931" y="3078"/>
                    </a:lnTo>
                    <a:lnTo>
                      <a:pt x="807934" y="44"/>
                    </a:lnTo>
                    <a:cubicBezTo>
                      <a:pt x="808178" y="44"/>
                      <a:pt x="808421" y="44"/>
                      <a:pt x="808625" y="0"/>
                    </a:cubicBezTo>
                    <a:lnTo>
                      <a:pt x="847395" y="960"/>
                    </a:lnTo>
                    <a:lnTo>
                      <a:pt x="853857" y="480"/>
                    </a:lnTo>
                    <a:cubicBezTo>
                      <a:pt x="855239" y="371"/>
                      <a:pt x="856539" y="895"/>
                      <a:pt x="856742" y="1702"/>
                    </a:cubicBezTo>
                    <a:cubicBezTo>
                      <a:pt x="856946" y="2445"/>
                      <a:pt x="856011" y="3143"/>
                      <a:pt x="854629" y="3296"/>
                    </a:cubicBezTo>
                    <a:lnTo>
                      <a:pt x="847476" y="3776"/>
                    </a:lnTo>
                    <a:lnTo>
                      <a:pt x="808787" y="2816"/>
                    </a:lnTo>
                    <a:lnTo>
                      <a:pt x="785541" y="5849"/>
                    </a:lnTo>
                    <a:lnTo>
                      <a:pt x="674513" y="6548"/>
                    </a:lnTo>
                    <a:lnTo>
                      <a:pt x="564094" y="5588"/>
                    </a:lnTo>
                    <a:lnTo>
                      <a:pt x="453797" y="9473"/>
                    </a:lnTo>
                    <a:lnTo>
                      <a:pt x="343378" y="12136"/>
                    </a:lnTo>
                    <a:lnTo>
                      <a:pt x="233040" y="13991"/>
                    </a:lnTo>
                    <a:lnTo>
                      <a:pt x="123353" y="13576"/>
                    </a:lnTo>
                    <a:lnTo>
                      <a:pt x="95189" y="22045"/>
                    </a:lnTo>
                    <a:lnTo>
                      <a:pt x="66213" y="29619"/>
                    </a:lnTo>
                    <a:lnTo>
                      <a:pt x="36749" y="43151"/>
                    </a:lnTo>
                    <a:lnTo>
                      <a:pt x="6675" y="57862"/>
                    </a:lnTo>
                    <a:cubicBezTo>
                      <a:pt x="6472" y="57928"/>
                      <a:pt x="6310" y="58037"/>
                      <a:pt x="6106" y="58080"/>
                    </a:cubicBezTo>
                    <a:lnTo>
                      <a:pt x="3668" y="58713"/>
                    </a:lnTo>
                    <a:cubicBezTo>
                      <a:pt x="3302" y="58823"/>
                      <a:pt x="2937" y="58866"/>
                      <a:pt x="2530" y="5886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1" name="Freeform: Shape 650">
                <a:extLst>
                  <a:ext uri="{FF2B5EF4-FFF2-40B4-BE49-F238E27FC236}">
                    <a16:creationId xmlns:a16="http://schemas.microsoft.com/office/drawing/2014/main" id="{0E332DE9-A964-483C-BC6B-5370B363483D}"/>
                  </a:ext>
                </a:extLst>
              </p:cNvPr>
              <p:cNvSpPr/>
              <p:nvPr/>
            </p:nvSpPr>
            <p:spPr>
              <a:xfrm>
                <a:off x="-40" y="5690036"/>
                <a:ext cx="1973571" cy="190021"/>
              </a:xfrm>
              <a:custGeom>
                <a:avLst/>
                <a:gdLst>
                  <a:gd name="connsiteX0" fmla="*/ 1971568 w 1973571"/>
                  <a:gd name="connsiteY0" fmla="*/ 10040 h 190021"/>
                  <a:gd name="connsiteX1" fmla="*/ 1927962 w 1973571"/>
                  <a:gd name="connsiteY1" fmla="*/ 4867 h 190021"/>
                  <a:gd name="connsiteX2" fmla="*/ 1926702 w 1973571"/>
                  <a:gd name="connsiteY2" fmla="*/ 4867 h 190021"/>
                  <a:gd name="connsiteX3" fmla="*/ 1902277 w 1973571"/>
                  <a:gd name="connsiteY3" fmla="*/ 8643 h 190021"/>
                  <a:gd name="connsiteX4" fmla="*/ 1879112 w 1973571"/>
                  <a:gd name="connsiteY4" fmla="*/ 7727 h 190021"/>
                  <a:gd name="connsiteX5" fmla="*/ 1766702 w 1973571"/>
                  <a:gd name="connsiteY5" fmla="*/ 0 h 190021"/>
                  <a:gd name="connsiteX6" fmla="*/ 1766011 w 1973571"/>
                  <a:gd name="connsiteY6" fmla="*/ 109 h 190021"/>
                  <a:gd name="connsiteX7" fmla="*/ 1740489 w 1973571"/>
                  <a:gd name="connsiteY7" fmla="*/ 3034 h 190021"/>
                  <a:gd name="connsiteX8" fmla="*/ 1739758 w 1973571"/>
                  <a:gd name="connsiteY8" fmla="*/ 3143 h 190021"/>
                  <a:gd name="connsiteX9" fmla="*/ 1713179 w 1973571"/>
                  <a:gd name="connsiteY9" fmla="*/ 7617 h 190021"/>
                  <a:gd name="connsiteX10" fmla="*/ 1705539 w 1973571"/>
                  <a:gd name="connsiteY10" fmla="*/ 8141 h 190021"/>
                  <a:gd name="connsiteX11" fmla="*/ 1680586 w 1973571"/>
                  <a:gd name="connsiteY11" fmla="*/ 11655 h 190021"/>
                  <a:gd name="connsiteX12" fmla="*/ 1632875 w 1973571"/>
                  <a:gd name="connsiteY12" fmla="*/ 9953 h 190021"/>
                  <a:gd name="connsiteX13" fmla="*/ 1613530 w 1973571"/>
                  <a:gd name="connsiteY13" fmla="*/ 9102 h 190021"/>
                  <a:gd name="connsiteX14" fmla="*/ 1589512 w 1973571"/>
                  <a:gd name="connsiteY14" fmla="*/ 8403 h 190021"/>
                  <a:gd name="connsiteX15" fmla="*/ 1588699 w 1973571"/>
                  <a:gd name="connsiteY15" fmla="*/ 8469 h 190021"/>
                  <a:gd name="connsiteX16" fmla="*/ 1532209 w 1973571"/>
                  <a:gd name="connsiteY16" fmla="*/ 16894 h 190021"/>
                  <a:gd name="connsiteX17" fmla="*/ 1503558 w 1973571"/>
                  <a:gd name="connsiteY17" fmla="*/ 21477 h 190021"/>
                  <a:gd name="connsiteX18" fmla="*/ 1486489 w 1973571"/>
                  <a:gd name="connsiteY18" fmla="*/ 23769 h 190021"/>
                  <a:gd name="connsiteX19" fmla="*/ 1451336 w 1973571"/>
                  <a:gd name="connsiteY19" fmla="*/ 24140 h 190021"/>
                  <a:gd name="connsiteX20" fmla="*/ 1421059 w 1973571"/>
                  <a:gd name="connsiteY20" fmla="*/ 25581 h 190021"/>
                  <a:gd name="connsiteX21" fmla="*/ 1420287 w 1973571"/>
                  <a:gd name="connsiteY21" fmla="*/ 25690 h 190021"/>
                  <a:gd name="connsiteX22" fmla="*/ 1389807 w 1973571"/>
                  <a:gd name="connsiteY22" fmla="*/ 33089 h 190021"/>
                  <a:gd name="connsiteX23" fmla="*/ 1359652 w 1973571"/>
                  <a:gd name="connsiteY23" fmla="*/ 35010 h 190021"/>
                  <a:gd name="connsiteX24" fmla="*/ 1307958 w 1973571"/>
                  <a:gd name="connsiteY24" fmla="*/ 32609 h 190021"/>
                  <a:gd name="connsiteX25" fmla="*/ 1276096 w 1973571"/>
                  <a:gd name="connsiteY25" fmla="*/ 34530 h 190021"/>
                  <a:gd name="connsiteX26" fmla="*/ 1274349 w 1973571"/>
                  <a:gd name="connsiteY26" fmla="*/ 34530 h 190021"/>
                  <a:gd name="connsiteX27" fmla="*/ 1273495 w 1973571"/>
                  <a:gd name="connsiteY27" fmla="*/ 34573 h 190021"/>
                  <a:gd name="connsiteX28" fmla="*/ 1244559 w 1973571"/>
                  <a:gd name="connsiteY28" fmla="*/ 39528 h 190021"/>
                  <a:gd name="connsiteX29" fmla="*/ 1198433 w 1973571"/>
                  <a:gd name="connsiteY29" fmla="*/ 41667 h 190021"/>
                  <a:gd name="connsiteX30" fmla="*/ 1158687 w 1973571"/>
                  <a:gd name="connsiteY30" fmla="*/ 41623 h 190021"/>
                  <a:gd name="connsiteX31" fmla="*/ 1139180 w 1973571"/>
                  <a:gd name="connsiteY31" fmla="*/ 41099 h 190021"/>
                  <a:gd name="connsiteX32" fmla="*/ 1097443 w 1973571"/>
                  <a:gd name="connsiteY32" fmla="*/ 38109 h 190021"/>
                  <a:gd name="connsiteX33" fmla="*/ 1028639 w 1973571"/>
                  <a:gd name="connsiteY33" fmla="*/ 34901 h 190021"/>
                  <a:gd name="connsiteX34" fmla="*/ 1007100 w 1973571"/>
                  <a:gd name="connsiteY34" fmla="*/ 35315 h 190021"/>
                  <a:gd name="connsiteX35" fmla="*/ 1006368 w 1973571"/>
                  <a:gd name="connsiteY35" fmla="*/ 35424 h 190021"/>
                  <a:gd name="connsiteX36" fmla="*/ 998769 w 1973571"/>
                  <a:gd name="connsiteY36" fmla="*/ 36865 h 190021"/>
                  <a:gd name="connsiteX37" fmla="*/ 975157 w 1973571"/>
                  <a:gd name="connsiteY37" fmla="*/ 36014 h 190021"/>
                  <a:gd name="connsiteX38" fmla="*/ 969833 w 1973571"/>
                  <a:gd name="connsiteY38" fmla="*/ 35468 h 190021"/>
                  <a:gd name="connsiteX39" fmla="*/ 964469 w 1973571"/>
                  <a:gd name="connsiteY39" fmla="*/ 35163 h 190021"/>
                  <a:gd name="connsiteX40" fmla="*/ 957804 w 1973571"/>
                  <a:gd name="connsiteY40" fmla="*/ 35053 h 190021"/>
                  <a:gd name="connsiteX41" fmla="*/ 921797 w 1973571"/>
                  <a:gd name="connsiteY41" fmla="*/ 36276 h 190021"/>
                  <a:gd name="connsiteX42" fmla="*/ 920212 w 1973571"/>
                  <a:gd name="connsiteY42" fmla="*/ 36647 h 190021"/>
                  <a:gd name="connsiteX43" fmla="*/ 883148 w 1973571"/>
                  <a:gd name="connsiteY43" fmla="*/ 55985 h 190021"/>
                  <a:gd name="connsiteX44" fmla="*/ 845800 w 1973571"/>
                  <a:gd name="connsiteY44" fmla="*/ 77091 h 190021"/>
                  <a:gd name="connsiteX45" fmla="*/ 808045 w 1973571"/>
                  <a:gd name="connsiteY45" fmla="*/ 94203 h 190021"/>
                  <a:gd name="connsiteX46" fmla="*/ 769437 w 1973571"/>
                  <a:gd name="connsiteY46" fmla="*/ 108063 h 190021"/>
                  <a:gd name="connsiteX47" fmla="*/ 730220 w 1973571"/>
                  <a:gd name="connsiteY47" fmla="*/ 125110 h 190021"/>
                  <a:gd name="connsiteX48" fmla="*/ 690839 w 1973571"/>
                  <a:gd name="connsiteY48" fmla="*/ 147591 h 190021"/>
                  <a:gd name="connsiteX49" fmla="*/ 651053 w 1973571"/>
                  <a:gd name="connsiteY49" fmla="*/ 163153 h 190021"/>
                  <a:gd name="connsiteX50" fmla="*/ 611063 w 1973571"/>
                  <a:gd name="connsiteY50" fmla="*/ 174547 h 190021"/>
                  <a:gd name="connsiteX51" fmla="*/ 501416 w 1973571"/>
                  <a:gd name="connsiteY51" fmla="*/ 174023 h 190021"/>
                  <a:gd name="connsiteX52" fmla="*/ 391201 w 1973571"/>
                  <a:gd name="connsiteY52" fmla="*/ 173761 h 190021"/>
                  <a:gd name="connsiteX53" fmla="*/ 391201 w 1973571"/>
                  <a:gd name="connsiteY53" fmla="*/ 173761 h 190021"/>
                  <a:gd name="connsiteX54" fmla="*/ 389941 w 1973571"/>
                  <a:gd name="connsiteY54" fmla="*/ 173979 h 190021"/>
                  <a:gd name="connsiteX55" fmla="*/ 347756 w 1973571"/>
                  <a:gd name="connsiteY55" fmla="*/ 187206 h 190021"/>
                  <a:gd name="connsiteX56" fmla="*/ 237825 w 1973571"/>
                  <a:gd name="connsiteY56" fmla="*/ 185395 h 190021"/>
                  <a:gd name="connsiteX57" fmla="*/ 127244 w 1973571"/>
                  <a:gd name="connsiteY57" fmla="*/ 177559 h 190021"/>
                  <a:gd name="connsiteX58" fmla="*/ 16662 w 1973571"/>
                  <a:gd name="connsiteY58" fmla="*/ 167388 h 190021"/>
                  <a:gd name="connsiteX59" fmla="*/ 15281 w 1973571"/>
                  <a:gd name="connsiteY59" fmla="*/ 167497 h 190021"/>
                  <a:gd name="connsiteX60" fmla="*/ 0 w 1973571"/>
                  <a:gd name="connsiteY60" fmla="*/ 171120 h 190021"/>
                  <a:gd name="connsiteX61" fmla="*/ 0 w 1973571"/>
                  <a:gd name="connsiteY61" fmla="*/ 174154 h 190021"/>
                  <a:gd name="connsiteX62" fmla="*/ 16581 w 1973571"/>
                  <a:gd name="connsiteY62" fmla="*/ 170269 h 190021"/>
                  <a:gd name="connsiteX63" fmla="*/ 126512 w 1973571"/>
                  <a:gd name="connsiteY63" fmla="*/ 180331 h 190021"/>
                  <a:gd name="connsiteX64" fmla="*/ 237460 w 1973571"/>
                  <a:gd name="connsiteY64" fmla="*/ 188210 h 190021"/>
                  <a:gd name="connsiteX65" fmla="*/ 348407 w 1973571"/>
                  <a:gd name="connsiteY65" fmla="*/ 190022 h 190021"/>
                  <a:gd name="connsiteX66" fmla="*/ 349707 w 1973571"/>
                  <a:gd name="connsiteY66" fmla="*/ 189847 h 190021"/>
                  <a:gd name="connsiteX67" fmla="*/ 391892 w 1973571"/>
                  <a:gd name="connsiteY67" fmla="*/ 176577 h 190021"/>
                  <a:gd name="connsiteX68" fmla="*/ 501416 w 1973571"/>
                  <a:gd name="connsiteY68" fmla="*/ 176839 h 190021"/>
                  <a:gd name="connsiteX69" fmla="*/ 611713 w 1973571"/>
                  <a:gd name="connsiteY69" fmla="*/ 177384 h 190021"/>
                  <a:gd name="connsiteX70" fmla="*/ 612851 w 1973571"/>
                  <a:gd name="connsiteY70" fmla="*/ 177232 h 190021"/>
                  <a:gd name="connsiteX71" fmla="*/ 653735 w 1973571"/>
                  <a:gd name="connsiteY71" fmla="*/ 165620 h 190021"/>
                  <a:gd name="connsiteX72" fmla="*/ 694172 w 1973571"/>
                  <a:gd name="connsiteY72" fmla="*/ 149730 h 190021"/>
                  <a:gd name="connsiteX73" fmla="*/ 733674 w 1973571"/>
                  <a:gd name="connsiteY73" fmla="*/ 127183 h 190021"/>
                  <a:gd name="connsiteX74" fmla="*/ 772526 w 1973571"/>
                  <a:gd name="connsiteY74" fmla="*/ 110290 h 190021"/>
                  <a:gd name="connsiteX75" fmla="*/ 811134 w 1973571"/>
                  <a:gd name="connsiteY75" fmla="*/ 96430 h 190021"/>
                  <a:gd name="connsiteX76" fmla="*/ 849335 w 1973571"/>
                  <a:gd name="connsiteY76" fmla="*/ 79165 h 190021"/>
                  <a:gd name="connsiteX77" fmla="*/ 886805 w 1973571"/>
                  <a:gd name="connsiteY77" fmla="*/ 58015 h 190021"/>
                  <a:gd name="connsiteX78" fmla="*/ 923178 w 1973571"/>
                  <a:gd name="connsiteY78" fmla="*/ 39048 h 190021"/>
                  <a:gd name="connsiteX79" fmla="*/ 958047 w 1973571"/>
                  <a:gd name="connsiteY79" fmla="*/ 37869 h 190021"/>
                  <a:gd name="connsiteX80" fmla="*/ 964265 w 1973571"/>
                  <a:gd name="connsiteY80" fmla="*/ 37978 h 190021"/>
                  <a:gd name="connsiteX81" fmla="*/ 969183 w 1973571"/>
                  <a:gd name="connsiteY81" fmla="*/ 38240 h 190021"/>
                  <a:gd name="connsiteX82" fmla="*/ 973613 w 1973571"/>
                  <a:gd name="connsiteY82" fmla="*/ 38720 h 190021"/>
                  <a:gd name="connsiteX83" fmla="*/ 999053 w 1973571"/>
                  <a:gd name="connsiteY83" fmla="*/ 39681 h 190021"/>
                  <a:gd name="connsiteX84" fmla="*/ 1000110 w 1973571"/>
                  <a:gd name="connsiteY84" fmla="*/ 39572 h 190021"/>
                  <a:gd name="connsiteX85" fmla="*/ 1007791 w 1973571"/>
                  <a:gd name="connsiteY85" fmla="*/ 38131 h 190021"/>
                  <a:gd name="connsiteX86" fmla="*/ 1028680 w 1973571"/>
                  <a:gd name="connsiteY86" fmla="*/ 37694 h 190021"/>
                  <a:gd name="connsiteX87" fmla="*/ 1097036 w 1973571"/>
                  <a:gd name="connsiteY87" fmla="*/ 40837 h 190021"/>
                  <a:gd name="connsiteX88" fmla="*/ 1138855 w 1973571"/>
                  <a:gd name="connsiteY88" fmla="*/ 43806 h 190021"/>
                  <a:gd name="connsiteX89" fmla="*/ 1158646 w 1973571"/>
                  <a:gd name="connsiteY89" fmla="*/ 44352 h 190021"/>
                  <a:gd name="connsiteX90" fmla="*/ 1198718 w 1973571"/>
                  <a:gd name="connsiteY90" fmla="*/ 44461 h 190021"/>
                  <a:gd name="connsiteX91" fmla="*/ 1245575 w 1973571"/>
                  <a:gd name="connsiteY91" fmla="*/ 42213 h 190021"/>
                  <a:gd name="connsiteX92" fmla="*/ 1274633 w 1973571"/>
                  <a:gd name="connsiteY92" fmla="*/ 37302 h 190021"/>
                  <a:gd name="connsiteX93" fmla="*/ 1275893 w 1973571"/>
                  <a:gd name="connsiteY93" fmla="*/ 37302 h 190021"/>
                  <a:gd name="connsiteX94" fmla="*/ 1276543 w 1973571"/>
                  <a:gd name="connsiteY94" fmla="*/ 37302 h 190021"/>
                  <a:gd name="connsiteX95" fmla="*/ 1307389 w 1973571"/>
                  <a:gd name="connsiteY95" fmla="*/ 35381 h 190021"/>
                  <a:gd name="connsiteX96" fmla="*/ 1307795 w 1973571"/>
                  <a:gd name="connsiteY96" fmla="*/ 35381 h 190021"/>
                  <a:gd name="connsiteX97" fmla="*/ 1359733 w 1973571"/>
                  <a:gd name="connsiteY97" fmla="*/ 37716 h 190021"/>
                  <a:gd name="connsiteX98" fmla="*/ 1390782 w 1973571"/>
                  <a:gd name="connsiteY98" fmla="*/ 35796 h 190021"/>
                  <a:gd name="connsiteX99" fmla="*/ 1391514 w 1973571"/>
                  <a:gd name="connsiteY99" fmla="*/ 35686 h 190021"/>
                  <a:gd name="connsiteX100" fmla="*/ 1421912 w 1973571"/>
                  <a:gd name="connsiteY100" fmla="*/ 28331 h 190021"/>
                  <a:gd name="connsiteX101" fmla="*/ 1451580 w 1973571"/>
                  <a:gd name="connsiteY101" fmla="*/ 26847 h 190021"/>
                  <a:gd name="connsiteX102" fmla="*/ 1487140 w 1973571"/>
                  <a:gd name="connsiteY102" fmla="*/ 26476 h 190021"/>
                  <a:gd name="connsiteX103" fmla="*/ 1504899 w 1973571"/>
                  <a:gd name="connsiteY103" fmla="*/ 24118 h 190021"/>
                  <a:gd name="connsiteX104" fmla="*/ 1533591 w 1973571"/>
                  <a:gd name="connsiteY104" fmla="*/ 19535 h 190021"/>
                  <a:gd name="connsiteX105" fmla="*/ 1589715 w 1973571"/>
                  <a:gd name="connsiteY105" fmla="*/ 11175 h 190021"/>
                  <a:gd name="connsiteX106" fmla="*/ 1680708 w 1973571"/>
                  <a:gd name="connsiteY106" fmla="*/ 14427 h 190021"/>
                  <a:gd name="connsiteX107" fmla="*/ 1681480 w 1973571"/>
                  <a:gd name="connsiteY107" fmla="*/ 14362 h 190021"/>
                  <a:gd name="connsiteX108" fmla="*/ 1706514 w 1973571"/>
                  <a:gd name="connsiteY108" fmla="*/ 10848 h 190021"/>
                  <a:gd name="connsiteX109" fmla="*/ 1713992 w 1973571"/>
                  <a:gd name="connsiteY109" fmla="*/ 10324 h 190021"/>
                  <a:gd name="connsiteX110" fmla="*/ 1714724 w 1973571"/>
                  <a:gd name="connsiteY110" fmla="*/ 10258 h 190021"/>
                  <a:gd name="connsiteX111" fmla="*/ 1741546 w 1973571"/>
                  <a:gd name="connsiteY111" fmla="*/ 5719 h 190021"/>
                  <a:gd name="connsiteX112" fmla="*/ 1766783 w 1973571"/>
                  <a:gd name="connsiteY112" fmla="*/ 2728 h 190021"/>
                  <a:gd name="connsiteX113" fmla="*/ 1878665 w 1973571"/>
                  <a:gd name="connsiteY113" fmla="*/ 10411 h 190021"/>
                  <a:gd name="connsiteX114" fmla="*/ 1900489 w 1973571"/>
                  <a:gd name="connsiteY114" fmla="*/ 11306 h 190021"/>
                  <a:gd name="connsiteX115" fmla="*/ 1902480 w 1973571"/>
                  <a:gd name="connsiteY115" fmla="*/ 11372 h 190021"/>
                  <a:gd name="connsiteX116" fmla="*/ 1903253 w 1973571"/>
                  <a:gd name="connsiteY116" fmla="*/ 11306 h 190021"/>
                  <a:gd name="connsiteX117" fmla="*/ 1927515 w 1973571"/>
                  <a:gd name="connsiteY117" fmla="*/ 7574 h 190021"/>
                  <a:gd name="connsiteX118" fmla="*/ 1970512 w 1973571"/>
                  <a:gd name="connsiteY118" fmla="*/ 12681 h 190021"/>
                  <a:gd name="connsiteX119" fmla="*/ 1973519 w 1973571"/>
                  <a:gd name="connsiteY119" fmla="*/ 11612 h 190021"/>
                  <a:gd name="connsiteX120" fmla="*/ 1971528 w 1973571"/>
                  <a:gd name="connsiteY120" fmla="*/ 9909 h 19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73571" h="190021">
                    <a:moveTo>
                      <a:pt x="1971568" y="10040"/>
                    </a:moveTo>
                    <a:lnTo>
                      <a:pt x="1927962" y="4867"/>
                    </a:lnTo>
                    <a:cubicBezTo>
                      <a:pt x="1927555" y="4802"/>
                      <a:pt x="1927108" y="4802"/>
                      <a:pt x="1926702" y="4867"/>
                    </a:cubicBezTo>
                    <a:lnTo>
                      <a:pt x="1902277" y="8643"/>
                    </a:lnTo>
                    <a:lnTo>
                      <a:pt x="1879112" y="7727"/>
                    </a:lnTo>
                    <a:lnTo>
                      <a:pt x="1766702" y="0"/>
                    </a:lnTo>
                    <a:cubicBezTo>
                      <a:pt x="1766430" y="0"/>
                      <a:pt x="1766202" y="37"/>
                      <a:pt x="1766011" y="109"/>
                    </a:cubicBezTo>
                    <a:lnTo>
                      <a:pt x="1740489" y="3034"/>
                    </a:lnTo>
                    <a:cubicBezTo>
                      <a:pt x="1740489" y="3034"/>
                      <a:pt x="1739839" y="3143"/>
                      <a:pt x="1739758" y="3143"/>
                    </a:cubicBezTo>
                    <a:lnTo>
                      <a:pt x="1713179" y="7617"/>
                    </a:lnTo>
                    <a:lnTo>
                      <a:pt x="1705539" y="8141"/>
                    </a:lnTo>
                    <a:lnTo>
                      <a:pt x="1680586" y="11655"/>
                    </a:lnTo>
                    <a:lnTo>
                      <a:pt x="1632875" y="9953"/>
                    </a:lnTo>
                    <a:lnTo>
                      <a:pt x="1613530" y="9102"/>
                    </a:lnTo>
                    <a:lnTo>
                      <a:pt x="1589512" y="8403"/>
                    </a:lnTo>
                    <a:cubicBezTo>
                      <a:pt x="1589268" y="8403"/>
                      <a:pt x="1588983" y="8403"/>
                      <a:pt x="1588699" y="8469"/>
                    </a:cubicBezTo>
                    <a:lnTo>
                      <a:pt x="1532209" y="16894"/>
                    </a:lnTo>
                    <a:lnTo>
                      <a:pt x="1503558" y="21477"/>
                    </a:lnTo>
                    <a:lnTo>
                      <a:pt x="1486489" y="23769"/>
                    </a:lnTo>
                    <a:lnTo>
                      <a:pt x="1451336" y="24140"/>
                    </a:lnTo>
                    <a:lnTo>
                      <a:pt x="1421059" y="25581"/>
                    </a:lnTo>
                    <a:cubicBezTo>
                      <a:pt x="1420774" y="25624"/>
                      <a:pt x="1420531" y="25624"/>
                      <a:pt x="1420287" y="25690"/>
                    </a:cubicBezTo>
                    <a:lnTo>
                      <a:pt x="1389807" y="33089"/>
                    </a:lnTo>
                    <a:lnTo>
                      <a:pt x="1359652" y="35010"/>
                    </a:lnTo>
                    <a:lnTo>
                      <a:pt x="1307958" y="32609"/>
                    </a:lnTo>
                    <a:lnTo>
                      <a:pt x="1276096" y="34530"/>
                    </a:lnTo>
                    <a:lnTo>
                      <a:pt x="1274349" y="34530"/>
                    </a:lnTo>
                    <a:cubicBezTo>
                      <a:pt x="1274105" y="34530"/>
                      <a:pt x="1273780" y="34530"/>
                      <a:pt x="1273495" y="34573"/>
                    </a:cubicBezTo>
                    <a:lnTo>
                      <a:pt x="1244559" y="39528"/>
                    </a:lnTo>
                    <a:lnTo>
                      <a:pt x="1198433" y="41667"/>
                    </a:lnTo>
                    <a:lnTo>
                      <a:pt x="1158687" y="41623"/>
                    </a:lnTo>
                    <a:lnTo>
                      <a:pt x="1139180" y="41099"/>
                    </a:lnTo>
                    <a:lnTo>
                      <a:pt x="1097443" y="38109"/>
                    </a:lnTo>
                    <a:lnTo>
                      <a:pt x="1028639" y="34901"/>
                    </a:lnTo>
                    <a:lnTo>
                      <a:pt x="1007100" y="35315"/>
                    </a:lnTo>
                    <a:cubicBezTo>
                      <a:pt x="1006815" y="35315"/>
                      <a:pt x="1006531" y="35381"/>
                      <a:pt x="1006368" y="35424"/>
                    </a:cubicBezTo>
                    <a:lnTo>
                      <a:pt x="998769" y="36865"/>
                    </a:lnTo>
                    <a:lnTo>
                      <a:pt x="975157" y="36014"/>
                    </a:lnTo>
                    <a:lnTo>
                      <a:pt x="969833" y="35468"/>
                    </a:lnTo>
                    <a:lnTo>
                      <a:pt x="964469" y="35163"/>
                    </a:lnTo>
                    <a:lnTo>
                      <a:pt x="957804" y="35053"/>
                    </a:lnTo>
                    <a:lnTo>
                      <a:pt x="921797" y="36276"/>
                    </a:lnTo>
                    <a:cubicBezTo>
                      <a:pt x="921187" y="36276"/>
                      <a:pt x="920618" y="36428"/>
                      <a:pt x="920212" y="36647"/>
                    </a:cubicBezTo>
                    <a:lnTo>
                      <a:pt x="883148" y="55985"/>
                    </a:lnTo>
                    <a:lnTo>
                      <a:pt x="845800" y="77091"/>
                    </a:lnTo>
                    <a:lnTo>
                      <a:pt x="808045" y="94203"/>
                    </a:lnTo>
                    <a:lnTo>
                      <a:pt x="769437" y="108063"/>
                    </a:lnTo>
                    <a:lnTo>
                      <a:pt x="730220" y="125110"/>
                    </a:lnTo>
                    <a:lnTo>
                      <a:pt x="690839" y="147591"/>
                    </a:lnTo>
                    <a:lnTo>
                      <a:pt x="651053" y="163153"/>
                    </a:lnTo>
                    <a:lnTo>
                      <a:pt x="611063" y="174547"/>
                    </a:lnTo>
                    <a:lnTo>
                      <a:pt x="501416" y="174023"/>
                    </a:lnTo>
                    <a:lnTo>
                      <a:pt x="391201" y="173761"/>
                    </a:lnTo>
                    <a:lnTo>
                      <a:pt x="391201" y="173761"/>
                    </a:lnTo>
                    <a:cubicBezTo>
                      <a:pt x="390754" y="173761"/>
                      <a:pt x="390307" y="173805"/>
                      <a:pt x="389941" y="173979"/>
                    </a:cubicBezTo>
                    <a:lnTo>
                      <a:pt x="347756" y="187206"/>
                    </a:lnTo>
                    <a:lnTo>
                      <a:pt x="237825" y="185395"/>
                    </a:lnTo>
                    <a:lnTo>
                      <a:pt x="127244" y="177559"/>
                    </a:lnTo>
                    <a:lnTo>
                      <a:pt x="16662" y="167388"/>
                    </a:lnTo>
                    <a:cubicBezTo>
                      <a:pt x="16215" y="167322"/>
                      <a:pt x="15728" y="167388"/>
                      <a:pt x="15281" y="167497"/>
                    </a:cubicBezTo>
                    <a:lnTo>
                      <a:pt x="0" y="171120"/>
                    </a:lnTo>
                    <a:lnTo>
                      <a:pt x="0" y="174154"/>
                    </a:lnTo>
                    <a:lnTo>
                      <a:pt x="16581" y="170269"/>
                    </a:lnTo>
                    <a:lnTo>
                      <a:pt x="126512" y="180331"/>
                    </a:lnTo>
                    <a:lnTo>
                      <a:pt x="237460" y="188210"/>
                    </a:lnTo>
                    <a:lnTo>
                      <a:pt x="348407" y="190022"/>
                    </a:lnTo>
                    <a:cubicBezTo>
                      <a:pt x="348854" y="190022"/>
                      <a:pt x="349301" y="189956"/>
                      <a:pt x="349707" y="189847"/>
                    </a:cubicBezTo>
                    <a:lnTo>
                      <a:pt x="391892" y="176577"/>
                    </a:lnTo>
                    <a:lnTo>
                      <a:pt x="501416" y="176839"/>
                    </a:lnTo>
                    <a:lnTo>
                      <a:pt x="611713" y="177384"/>
                    </a:lnTo>
                    <a:cubicBezTo>
                      <a:pt x="611713" y="177384"/>
                      <a:pt x="612485" y="177319"/>
                      <a:pt x="612851" y="177232"/>
                    </a:cubicBezTo>
                    <a:lnTo>
                      <a:pt x="653735" y="165620"/>
                    </a:lnTo>
                    <a:lnTo>
                      <a:pt x="694172" y="149730"/>
                    </a:lnTo>
                    <a:lnTo>
                      <a:pt x="733674" y="127183"/>
                    </a:lnTo>
                    <a:lnTo>
                      <a:pt x="772526" y="110290"/>
                    </a:lnTo>
                    <a:lnTo>
                      <a:pt x="811134" y="96430"/>
                    </a:lnTo>
                    <a:lnTo>
                      <a:pt x="849335" y="79165"/>
                    </a:lnTo>
                    <a:lnTo>
                      <a:pt x="886805" y="58015"/>
                    </a:lnTo>
                    <a:lnTo>
                      <a:pt x="923178" y="39048"/>
                    </a:lnTo>
                    <a:lnTo>
                      <a:pt x="958047" y="37869"/>
                    </a:lnTo>
                    <a:lnTo>
                      <a:pt x="964265" y="37978"/>
                    </a:lnTo>
                    <a:lnTo>
                      <a:pt x="969183" y="38240"/>
                    </a:lnTo>
                    <a:lnTo>
                      <a:pt x="973613" y="38720"/>
                    </a:lnTo>
                    <a:lnTo>
                      <a:pt x="999053" y="39681"/>
                    </a:lnTo>
                    <a:cubicBezTo>
                      <a:pt x="999419" y="39681"/>
                      <a:pt x="999744" y="39681"/>
                      <a:pt x="1000110" y="39572"/>
                    </a:cubicBezTo>
                    <a:lnTo>
                      <a:pt x="1007791" y="38131"/>
                    </a:lnTo>
                    <a:lnTo>
                      <a:pt x="1028680" y="37694"/>
                    </a:lnTo>
                    <a:lnTo>
                      <a:pt x="1097036" y="40837"/>
                    </a:lnTo>
                    <a:lnTo>
                      <a:pt x="1138855" y="43806"/>
                    </a:lnTo>
                    <a:lnTo>
                      <a:pt x="1158646" y="44352"/>
                    </a:lnTo>
                    <a:lnTo>
                      <a:pt x="1198718" y="44461"/>
                    </a:lnTo>
                    <a:lnTo>
                      <a:pt x="1245575" y="42213"/>
                    </a:lnTo>
                    <a:lnTo>
                      <a:pt x="1274633" y="37302"/>
                    </a:lnTo>
                    <a:lnTo>
                      <a:pt x="1275893" y="37302"/>
                    </a:lnTo>
                    <a:cubicBezTo>
                      <a:pt x="1276137" y="37302"/>
                      <a:pt x="1276340" y="37345"/>
                      <a:pt x="1276543" y="37302"/>
                    </a:cubicBezTo>
                    <a:lnTo>
                      <a:pt x="1307389" y="35381"/>
                    </a:lnTo>
                    <a:lnTo>
                      <a:pt x="1307795" y="35381"/>
                    </a:lnTo>
                    <a:lnTo>
                      <a:pt x="1359733" y="37716"/>
                    </a:lnTo>
                    <a:lnTo>
                      <a:pt x="1390782" y="35796"/>
                    </a:lnTo>
                    <a:cubicBezTo>
                      <a:pt x="1391026" y="35796"/>
                      <a:pt x="1391270" y="35752"/>
                      <a:pt x="1391514" y="35686"/>
                    </a:cubicBezTo>
                    <a:lnTo>
                      <a:pt x="1421912" y="28331"/>
                    </a:lnTo>
                    <a:lnTo>
                      <a:pt x="1451580" y="26847"/>
                    </a:lnTo>
                    <a:lnTo>
                      <a:pt x="1487140" y="26476"/>
                    </a:lnTo>
                    <a:lnTo>
                      <a:pt x="1504899" y="24118"/>
                    </a:lnTo>
                    <a:lnTo>
                      <a:pt x="1533591" y="19535"/>
                    </a:lnTo>
                    <a:lnTo>
                      <a:pt x="1589715" y="11175"/>
                    </a:lnTo>
                    <a:lnTo>
                      <a:pt x="1680708" y="14427"/>
                    </a:lnTo>
                    <a:cubicBezTo>
                      <a:pt x="1680992" y="14427"/>
                      <a:pt x="1681236" y="14427"/>
                      <a:pt x="1681480" y="14362"/>
                    </a:cubicBezTo>
                    <a:lnTo>
                      <a:pt x="1706514" y="10848"/>
                    </a:lnTo>
                    <a:lnTo>
                      <a:pt x="1713992" y="10324"/>
                    </a:lnTo>
                    <a:cubicBezTo>
                      <a:pt x="1713992" y="10324"/>
                      <a:pt x="1714642" y="10258"/>
                      <a:pt x="1714724" y="10258"/>
                    </a:cubicBezTo>
                    <a:lnTo>
                      <a:pt x="1741546" y="5719"/>
                    </a:lnTo>
                    <a:lnTo>
                      <a:pt x="1766783" y="2728"/>
                    </a:lnTo>
                    <a:lnTo>
                      <a:pt x="1878665" y="10411"/>
                    </a:lnTo>
                    <a:lnTo>
                      <a:pt x="1900489" y="11306"/>
                    </a:lnTo>
                    <a:lnTo>
                      <a:pt x="1902480" y="11372"/>
                    </a:lnTo>
                    <a:cubicBezTo>
                      <a:pt x="1902724" y="11372"/>
                      <a:pt x="1903049" y="11372"/>
                      <a:pt x="1903253" y="11306"/>
                    </a:cubicBezTo>
                    <a:lnTo>
                      <a:pt x="1927515" y="7574"/>
                    </a:lnTo>
                    <a:lnTo>
                      <a:pt x="1970512" y="12681"/>
                    </a:lnTo>
                    <a:cubicBezTo>
                      <a:pt x="1971894" y="12834"/>
                      <a:pt x="1973235" y="12354"/>
                      <a:pt x="1973519" y="11612"/>
                    </a:cubicBezTo>
                    <a:cubicBezTo>
                      <a:pt x="1973804" y="10804"/>
                      <a:pt x="1972910" y="10062"/>
                      <a:pt x="1971528" y="990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2" name="Freeform: Shape 651">
                <a:extLst>
                  <a:ext uri="{FF2B5EF4-FFF2-40B4-BE49-F238E27FC236}">
                    <a16:creationId xmlns:a16="http://schemas.microsoft.com/office/drawing/2014/main" id="{E0195FFF-C8A4-494D-8BFB-82F497A85DD9}"/>
                  </a:ext>
                </a:extLst>
              </p:cNvPr>
              <p:cNvSpPr/>
              <p:nvPr/>
            </p:nvSpPr>
            <p:spPr>
              <a:xfrm>
                <a:off x="11686614" y="5841247"/>
                <a:ext cx="505385" cy="19930"/>
              </a:xfrm>
              <a:custGeom>
                <a:avLst/>
                <a:gdLst>
                  <a:gd name="connsiteX0" fmla="*/ 505385 w 505385"/>
                  <a:gd name="connsiteY0" fmla="*/ 17158 h 19930"/>
                  <a:gd name="connsiteX1" fmla="*/ 323725 w 505385"/>
                  <a:gd name="connsiteY1" fmla="*/ 14605 h 19930"/>
                  <a:gd name="connsiteX2" fmla="*/ 266951 w 505385"/>
                  <a:gd name="connsiteY2" fmla="*/ 9606 h 19930"/>
                  <a:gd name="connsiteX3" fmla="*/ 211193 w 505385"/>
                  <a:gd name="connsiteY3" fmla="*/ 5132 h 19930"/>
                  <a:gd name="connsiteX4" fmla="*/ 133489 w 505385"/>
                  <a:gd name="connsiteY4" fmla="*/ 2993 h 19930"/>
                  <a:gd name="connsiteX5" fmla="*/ 57614 w 505385"/>
                  <a:gd name="connsiteY5" fmla="*/ 2666 h 19930"/>
                  <a:gd name="connsiteX6" fmla="*/ 29531 w 505385"/>
                  <a:gd name="connsiteY6" fmla="*/ 2775 h 19930"/>
                  <a:gd name="connsiteX7" fmla="*/ 5310 w 505385"/>
                  <a:gd name="connsiteY7" fmla="*/ 221 h 19930"/>
                  <a:gd name="connsiteX8" fmla="*/ 2913 w 505385"/>
                  <a:gd name="connsiteY8" fmla="*/ 3 h 19930"/>
                  <a:gd name="connsiteX9" fmla="*/ 27 w 505385"/>
                  <a:gd name="connsiteY9" fmla="*/ 1225 h 19930"/>
                  <a:gd name="connsiteX10" fmla="*/ 2221 w 505385"/>
                  <a:gd name="connsiteY10" fmla="*/ 2818 h 19930"/>
                  <a:gd name="connsiteX11" fmla="*/ 29003 w 505385"/>
                  <a:gd name="connsiteY11" fmla="*/ 5547 h 19930"/>
                  <a:gd name="connsiteX12" fmla="*/ 57573 w 505385"/>
                  <a:gd name="connsiteY12" fmla="*/ 5481 h 19930"/>
                  <a:gd name="connsiteX13" fmla="*/ 133285 w 505385"/>
                  <a:gd name="connsiteY13" fmla="*/ 5809 h 19930"/>
                  <a:gd name="connsiteX14" fmla="*/ 210664 w 505385"/>
                  <a:gd name="connsiteY14" fmla="*/ 7948 h 19930"/>
                  <a:gd name="connsiteX15" fmla="*/ 266219 w 505385"/>
                  <a:gd name="connsiteY15" fmla="*/ 12378 h 19930"/>
                  <a:gd name="connsiteX16" fmla="*/ 323155 w 505385"/>
                  <a:gd name="connsiteY16" fmla="*/ 17377 h 19930"/>
                  <a:gd name="connsiteX17" fmla="*/ 505345 w 505385"/>
                  <a:gd name="connsiteY17" fmla="*/ 19930 h 19930"/>
                  <a:gd name="connsiteX18" fmla="*/ 505345 w 505385"/>
                  <a:gd name="connsiteY18" fmla="*/ 17158 h 1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5385" h="19930">
                    <a:moveTo>
                      <a:pt x="505385" y="17158"/>
                    </a:moveTo>
                    <a:lnTo>
                      <a:pt x="323725" y="14605"/>
                    </a:lnTo>
                    <a:lnTo>
                      <a:pt x="266951" y="9606"/>
                    </a:lnTo>
                    <a:lnTo>
                      <a:pt x="211193" y="5132"/>
                    </a:lnTo>
                    <a:lnTo>
                      <a:pt x="133489" y="2993"/>
                    </a:lnTo>
                    <a:lnTo>
                      <a:pt x="57614" y="2666"/>
                    </a:lnTo>
                    <a:lnTo>
                      <a:pt x="29531" y="2775"/>
                    </a:lnTo>
                    <a:lnTo>
                      <a:pt x="5310" y="221"/>
                    </a:lnTo>
                    <a:lnTo>
                      <a:pt x="2913" y="3"/>
                    </a:lnTo>
                    <a:cubicBezTo>
                      <a:pt x="1409" y="-41"/>
                      <a:pt x="230" y="439"/>
                      <a:pt x="27" y="1225"/>
                    </a:cubicBezTo>
                    <a:cubicBezTo>
                      <a:pt x="-176" y="1967"/>
                      <a:pt x="799" y="2709"/>
                      <a:pt x="2221" y="2818"/>
                    </a:cubicBezTo>
                    <a:lnTo>
                      <a:pt x="29003" y="5547"/>
                    </a:lnTo>
                    <a:lnTo>
                      <a:pt x="57573" y="5481"/>
                    </a:lnTo>
                    <a:lnTo>
                      <a:pt x="133285" y="5809"/>
                    </a:lnTo>
                    <a:lnTo>
                      <a:pt x="210664" y="7948"/>
                    </a:lnTo>
                    <a:lnTo>
                      <a:pt x="266219" y="12378"/>
                    </a:lnTo>
                    <a:lnTo>
                      <a:pt x="323155" y="17377"/>
                    </a:lnTo>
                    <a:lnTo>
                      <a:pt x="505345" y="19930"/>
                    </a:lnTo>
                    <a:lnTo>
                      <a:pt x="505345" y="1715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3" name="Freeform: Shape 652">
                <a:extLst>
                  <a:ext uri="{FF2B5EF4-FFF2-40B4-BE49-F238E27FC236}">
                    <a16:creationId xmlns:a16="http://schemas.microsoft.com/office/drawing/2014/main" id="{6998B0F7-C1D6-4812-AB66-BC22E7877877}"/>
                  </a:ext>
                </a:extLst>
              </p:cNvPr>
              <p:cNvSpPr/>
              <p:nvPr/>
            </p:nvSpPr>
            <p:spPr>
              <a:xfrm>
                <a:off x="11196808" y="5727206"/>
                <a:ext cx="995191" cy="125240"/>
              </a:xfrm>
              <a:custGeom>
                <a:avLst/>
                <a:gdLst>
                  <a:gd name="connsiteX0" fmla="*/ 995192 w 995191"/>
                  <a:gd name="connsiteY0" fmla="*/ 122141 h 125240"/>
                  <a:gd name="connsiteX1" fmla="*/ 994988 w 995191"/>
                  <a:gd name="connsiteY1" fmla="*/ 122098 h 125240"/>
                  <a:gd name="connsiteX2" fmla="*/ 994379 w 995191"/>
                  <a:gd name="connsiteY2" fmla="*/ 121989 h 125240"/>
                  <a:gd name="connsiteX3" fmla="*/ 965809 w 995191"/>
                  <a:gd name="connsiteY3" fmla="*/ 118300 h 125240"/>
                  <a:gd name="connsiteX4" fmla="*/ 956787 w 995191"/>
                  <a:gd name="connsiteY4" fmla="*/ 115375 h 125240"/>
                  <a:gd name="connsiteX5" fmla="*/ 929680 w 995191"/>
                  <a:gd name="connsiteY5" fmla="*/ 109460 h 125240"/>
                  <a:gd name="connsiteX6" fmla="*/ 875711 w 995191"/>
                  <a:gd name="connsiteY6" fmla="*/ 102890 h 125240"/>
                  <a:gd name="connsiteX7" fmla="*/ 849010 w 995191"/>
                  <a:gd name="connsiteY7" fmla="*/ 99376 h 125240"/>
                  <a:gd name="connsiteX8" fmla="*/ 745134 w 995191"/>
                  <a:gd name="connsiteY8" fmla="*/ 86957 h 125240"/>
                  <a:gd name="connsiteX9" fmla="*/ 719652 w 995191"/>
                  <a:gd name="connsiteY9" fmla="*/ 83334 h 125240"/>
                  <a:gd name="connsiteX10" fmla="*/ 694456 w 995191"/>
                  <a:gd name="connsiteY10" fmla="*/ 80082 h 125240"/>
                  <a:gd name="connsiteX11" fmla="*/ 669463 w 995191"/>
                  <a:gd name="connsiteY11" fmla="*/ 77353 h 125240"/>
                  <a:gd name="connsiteX12" fmla="*/ 620329 w 995191"/>
                  <a:gd name="connsiteY12" fmla="*/ 71220 h 125240"/>
                  <a:gd name="connsiteX13" fmla="*/ 571805 w 995191"/>
                  <a:gd name="connsiteY13" fmla="*/ 64563 h 125240"/>
                  <a:gd name="connsiteX14" fmla="*/ 524093 w 995191"/>
                  <a:gd name="connsiteY14" fmla="*/ 59455 h 125240"/>
                  <a:gd name="connsiteX15" fmla="*/ 500766 w 995191"/>
                  <a:gd name="connsiteY15" fmla="*/ 57426 h 125240"/>
                  <a:gd name="connsiteX16" fmla="*/ 476951 w 995191"/>
                  <a:gd name="connsiteY16" fmla="*/ 55134 h 125240"/>
                  <a:gd name="connsiteX17" fmla="*/ 432491 w 995191"/>
                  <a:gd name="connsiteY17" fmla="*/ 55723 h 125240"/>
                  <a:gd name="connsiteX18" fmla="*/ 364215 w 995191"/>
                  <a:gd name="connsiteY18" fmla="*/ 49066 h 125240"/>
                  <a:gd name="connsiteX19" fmla="*/ 341904 w 995191"/>
                  <a:gd name="connsiteY19" fmla="*/ 46665 h 125240"/>
                  <a:gd name="connsiteX20" fmla="*/ 232744 w 995191"/>
                  <a:gd name="connsiteY20" fmla="*/ 34246 h 125240"/>
                  <a:gd name="connsiteX21" fmla="*/ 211530 w 995191"/>
                  <a:gd name="connsiteY21" fmla="*/ 31998 h 125240"/>
                  <a:gd name="connsiteX22" fmla="*/ 169956 w 995191"/>
                  <a:gd name="connsiteY22" fmla="*/ 27370 h 125240"/>
                  <a:gd name="connsiteX23" fmla="*/ 151912 w 995191"/>
                  <a:gd name="connsiteY23" fmla="*/ 23376 h 125240"/>
                  <a:gd name="connsiteX24" fmla="*/ 135859 w 995191"/>
                  <a:gd name="connsiteY24" fmla="*/ 18902 h 125240"/>
                  <a:gd name="connsiteX25" fmla="*/ 118587 w 995191"/>
                  <a:gd name="connsiteY25" fmla="*/ 13140 h 125240"/>
                  <a:gd name="connsiteX26" fmla="*/ 99933 w 995191"/>
                  <a:gd name="connsiteY26" fmla="*/ 8818 h 125240"/>
                  <a:gd name="connsiteX27" fmla="*/ 42469 w 995191"/>
                  <a:gd name="connsiteY27" fmla="*/ 3645 h 125240"/>
                  <a:gd name="connsiteX28" fmla="*/ 20441 w 995191"/>
                  <a:gd name="connsiteY28" fmla="*/ 2728 h 125240"/>
                  <a:gd name="connsiteX29" fmla="*/ 5649 w 995191"/>
                  <a:gd name="connsiteY29" fmla="*/ 109 h 125240"/>
                  <a:gd name="connsiteX30" fmla="*/ 4958 w 995191"/>
                  <a:gd name="connsiteY30" fmla="*/ 0 h 125240"/>
                  <a:gd name="connsiteX31" fmla="*/ 2560 w 995191"/>
                  <a:gd name="connsiteY31" fmla="*/ 0 h 125240"/>
                  <a:gd name="connsiteX32" fmla="*/ 0 w 995191"/>
                  <a:gd name="connsiteY32" fmla="*/ 1397 h 125240"/>
                  <a:gd name="connsiteX33" fmla="*/ 2560 w 995191"/>
                  <a:gd name="connsiteY33" fmla="*/ 2837 h 125240"/>
                  <a:gd name="connsiteX34" fmla="*/ 4429 w 995191"/>
                  <a:gd name="connsiteY34" fmla="*/ 2837 h 125240"/>
                  <a:gd name="connsiteX35" fmla="*/ 19425 w 995191"/>
                  <a:gd name="connsiteY35" fmla="*/ 5500 h 125240"/>
                  <a:gd name="connsiteX36" fmla="*/ 41858 w 995191"/>
                  <a:gd name="connsiteY36" fmla="*/ 6417 h 125240"/>
                  <a:gd name="connsiteX37" fmla="*/ 98511 w 995191"/>
                  <a:gd name="connsiteY37" fmla="*/ 11481 h 125240"/>
                  <a:gd name="connsiteX38" fmla="*/ 116270 w 995191"/>
                  <a:gd name="connsiteY38" fmla="*/ 15628 h 125240"/>
                  <a:gd name="connsiteX39" fmla="*/ 133420 w 995191"/>
                  <a:gd name="connsiteY39" fmla="*/ 21325 h 125240"/>
                  <a:gd name="connsiteX40" fmla="*/ 149798 w 995191"/>
                  <a:gd name="connsiteY40" fmla="*/ 25908 h 125240"/>
                  <a:gd name="connsiteX41" fmla="*/ 168453 w 995191"/>
                  <a:gd name="connsiteY41" fmla="*/ 30011 h 125240"/>
                  <a:gd name="connsiteX42" fmla="*/ 189504 w 995191"/>
                  <a:gd name="connsiteY42" fmla="*/ 32456 h 125240"/>
                  <a:gd name="connsiteX43" fmla="*/ 231769 w 995191"/>
                  <a:gd name="connsiteY43" fmla="*/ 36931 h 125240"/>
                  <a:gd name="connsiteX44" fmla="*/ 296752 w 995191"/>
                  <a:gd name="connsiteY44" fmla="*/ 44504 h 125240"/>
                  <a:gd name="connsiteX45" fmla="*/ 408675 w 995191"/>
                  <a:gd name="connsiteY45" fmla="*/ 56378 h 125240"/>
                  <a:gd name="connsiteX46" fmla="*/ 432084 w 995191"/>
                  <a:gd name="connsiteY46" fmla="*/ 58495 h 125240"/>
                  <a:gd name="connsiteX47" fmla="*/ 476544 w 995191"/>
                  <a:gd name="connsiteY47" fmla="*/ 57906 h 125240"/>
                  <a:gd name="connsiteX48" fmla="*/ 499872 w 995191"/>
                  <a:gd name="connsiteY48" fmla="*/ 60132 h 125240"/>
                  <a:gd name="connsiteX49" fmla="*/ 523199 w 995191"/>
                  <a:gd name="connsiteY49" fmla="*/ 62162 h 125240"/>
                  <a:gd name="connsiteX50" fmla="*/ 570707 w 995191"/>
                  <a:gd name="connsiteY50" fmla="*/ 67226 h 125240"/>
                  <a:gd name="connsiteX51" fmla="*/ 619109 w 995191"/>
                  <a:gd name="connsiteY51" fmla="*/ 73948 h 125240"/>
                  <a:gd name="connsiteX52" fmla="*/ 668447 w 995191"/>
                  <a:gd name="connsiteY52" fmla="*/ 80016 h 125240"/>
                  <a:gd name="connsiteX53" fmla="*/ 693359 w 995191"/>
                  <a:gd name="connsiteY53" fmla="*/ 82723 h 125240"/>
                  <a:gd name="connsiteX54" fmla="*/ 718352 w 995191"/>
                  <a:gd name="connsiteY54" fmla="*/ 85975 h 125240"/>
                  <a:gd name="connsiteX55" fmla="*/ 743955 w 995191"/>
                  <a:gd name="connsiteY55" fmla="*/ 89598 h 125240"/>
                  <a:gd name="connsiteX56" fmla="*/ 847953 w 995191"/>
                  <a:gd name="connsiteY56" fmla="*/ 102061 h 125240"/>
                  <a:gd name="connsiteX57" fmla="*/ 874532 w 995191"/>
                  <a:gd name="connsiteY57" fmla="*/ 105575 h 125240"/>
                  <a:gd name="connsiteX58" fmla="*/ 928217 w 995191"/>
                  <a:gd name="connsiteY58" fmla="*/ 112079 h 125240"/>
                  <a:gd name="connsiteX59" fmla="*/ 954633 w 995191"/>
                  <a:gd name="connsiteY59" fmla="*/ 117820 h 125240"/>
                  <a:gd name="connsiteX60" fmla="*/ 963655 w 995191"/>
                  <a:gd name="connsiteY60" fmla="*/ 120744 h 125240"/>
                  <a:gd name="connsiteX61" fmla="*/ 964346 w 995191"/>
                  <a:gd name="connsiteY61" fmla="*/ 120919 h 125240"/>
                  <a:gd name="connsiteX62" fmla="*/ 992916 w 995191"/>
                  <a:gd name="connsiteY62" fmla="*/ 124542 h 125240"/>
                  <a:gd name="connsiteX63" fmla="*/ 995192 w 995191"/>
                  <a:gd name="connsiteY63" fmla="*/ 125241 h 125240"/>
                  <a:gd name="connsiteX64" fmla="*/ 995192 w 995191"/>
                  <a:gd name="connsiteY64" fmla="*/ 122032 h 12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995191" h="125240">
                    <a:moveTo>
                      <a:pt x="995192" y="122141"/>
                    </a:moveTo>
                    <a:lnTo>
                      <a:pt x="994988" y="122098"/>
                    </a:lnTo>
                    <a:cubicBezTo>
                      <a:pt x="994988" y="122098"/>
                      <a:pt x="994583" y="121989"/>
                      <a:pt x="994379" y="121989"/>
                    </a:cubicBezTo>
                    <a:lnTo>
                      <a:pt x="965809" y="118300"/>
                    </a:lnTo>
                    <a:lnTo>
                      <a:pt x="956787" y="115375"/>
                    </a:lnTo>
                    <a:lnTo>
                      <a:pt x="929680" y="109460"/>
                    </a:lnTo>
                    <a:lnTo>
                      <a:pt x="875711" y="102890"/>
                    </a:lnTo>
                    <a:lnTo>
                      <a:pt x="849010" y="99376"/>
                    </a:lnTo>
                    <a:lnTo>
                      <a:pt x="745134" y="86957"/>
                    </a:lnTo>
                    <a:lnTo>
                      <a:pt x="719652" y="83334"/>
                    </a:lnTo>
                    <a:lnTo>
                      <a:pt x="694456" y="80082"/>
                    </a:lnTo>
                    <a:lnTo>
                      <a:pt x="669463" y="77353"/>
                    </a:lnTo>
                    <a:lnTo>
                      <a:pt x="620329" y="71220"/>
                    </a:lnTo>
                    <a:lnTo>
                      <a:pt x="571805" y="64563"/>
                    </a:lnTo>
                    <a:lnTo>
                      <a:pt x="524093" y="59455"/>
                    </a:lnTo>
                    <a:lnTo>
                      <a:pt x="500766" y="57426"/>
                    </a:lnTo>
                    <a:lnTo>
                      <a:pt x="476951" y="55134"/>
                    </a:lnTo>
                    <a:lnTo>
                      <a:pt x="432491" y="55723"/>
                    </a:lnTo>
                    <a:lnTo>
                      <a:pt x="364215" y="49066"/>
                    </a:lnTo>
                    <a:lnTo>
                      <a:pt x="341904" y="46665"/>
                    </a:lnTo>
                    <a:lnTo>
                      <a:pt x="232744" y="34246"/>
                    </a:lnTo>
                    <a:lnTo>
                      <a:pt x="211530" y="31998"/>
                    </a:lnTo>
                    <a:lnTo>
                      <a:pt x="169956" y="27370"/>
                    </a:lnTo>
                    <a:lnTo>
                      <a:pt x="151912" y="23376"/>
                    </a:lnTo>
                    <a:lnTo>
                      <a:pt x="135859" y="18902"/>
                    </a:lnTo>
                    <a:lnTo>
                      <a:pt x="118587" y="13140"/>
                    </a:lnTo>
                    <a:lnTo>
                      <a:pt x="99933" y="8818"/>
                    </a:lnTo>
                    <a:lnTo>
                      <a:pt x="42469" y="3645"/>
                    </a:lnTo>
                    <a:lnTo>
                      <a:pt x="20441" y="2728"/>
                    </a:lnTo>
                    <a:lnTo>
                      <a:pt x="5649" y="109"/>
                    </a:lnTo>
                    <a:cubicBezTo>
                      <a:pt x="5649" y="109"/>
                      <a:pt x="5160" y="0"/>
                      <a:pt x="4958" y="0"/>
                    </a:cubicBezTo>
                    <a:lnTo>
                      <a:pt x="2560" y="0"/>
                    </a:lnTo>
                    <a:cubicBezTo>
                      <a:pt x="1381" y="0"/>
                      <a:pt x="0" y="633"/>
                      <a:pt x="0" y="1397"/>
                    </a:cubicBezTo>
                    <a:cubicBezTo>
                      <a:pt x="0" y="2183"/>
                      <a:pt x="1096" y="2837"/>
                      <a:pt x="2560" y="2837"/>
                    </a:cubicBezTo>
                    <a:lnTo>
                      <a:pt x="4429" y="2837"/>
                    </a:lnTo>
                    <a:lnTo>
                      <a:pt x="19425" y="5500"/>
                    </a:lnTo>
                    <a:lnTo>
                      <a:pt x="41858" y="6417"/>
                    </a:lnTo>
                    <a:lnTo>
                      <a:pt x="98511" y="11481"/>
                    </a:lnTo>
                    <a:lnTo>
                      <a:pt x="116270" y="15628"/>
                    </a:lnTo>
                    <a:lnTo>
                      <a:pt x="133420" y="21325"/>
                    </a:lnTo>
                    <a:lnTo>
                      <a:pt x="149798" y="25908"/>
                    </a:lnTo>
                    <a:lnTo>
                      <a:pt x="168453" y="30011"/>
                    </a:lnTo>
                    <a:lnTo>
                      <a:pt x="189504" y="32456"/>
                    </a:lnTo>
                    <a:lnTo>
                      <a:pt x="231769" y="36931"/>
                    </a:lnTo>
                    <a:lnTo>
                      <a:pt x="296752" y="44504"/>
                    </a:lnTo>
                    <a:lnTo>
                      <a:pt x="408675" y="56378"/>
                    </a:lnTo>
                    <a:lnTo>
                      <a:pt x="432084" y="58495"/>
                    </a:lnTo>
                    <a:lnTo>
                      <a:pt x="476544" y="57906"/>
                    </a:lnTo>
                    <a:lnTo>
                      <a:pt x="499872" y="60132"/>
                    </a:lnTo>
                    <a:lnTo>
                      <a:pt x="523199" y="62162"/>
                    </a:lnTo>
                    <a:lnTo>
                      <a:pt x="570707" y="67226"/>
                    </a:lnTo>
                    <a:lnTo>
                      <a:pt x="619109" y="73948"/>
                    </a:lnTo>
                    <a:lnTo>
                      <a:pt x="668447" y="80016"/>
                    </a:lnTo>
                    <a:lnTo>
                      <a:pt x="693359" y="82723"/>
                    </a:lnTo>
                    <a:lnTo>
                      <a:pt x="718352" y="85975"/>
                    </a:lnTo>
                    <a:lnTo>
                      <a:pt x="743955" y="89598"/>
                    </a:lnTo>
                    <a:lnTo>
                      <a:pt x="847953" y="102061"/>
                    </a:lnTo>
                    <a:lnTo>
                      <a:pt x="874532" y="105575"/>
                    </a:lnTo>
                    <a:lnTo>
                      <a:pt x="928217" y="112079"/>
                    </a:lnTo>
                    <a:lnTo>
                      <a:pt x="954633" y="117820"/>
                    </a:lnTo>
                    <a:lnTo>
                      <a:pt x="963655" y="120744"/>
                    </a:lnTo>
                    <a:cubicBezTo>
                      <a:pt x="963655" y="120744"/>
                      <a:pt x="964062" y="120854"/>
                      <a:pt x="964346" y="120919"/>
                    </a:cubicBezTo>
                    <a:lnTo>
                      <a:pt x="992916" y="124542"/>
                    </a:lnTo>
                    <a:lnTo>
                      <a:pt x="995192" y="125241"/>
                    </a:lnTo>
                    <a:lnTo>
                      <a:pt x="995192" y="12203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4" name="Freeform: Shape 653">
                <a:extLst>
                  <a:ext uri="{FF2B5EF4-FFF2-40B4-BE49-F238E27FC236}">
                    <a16:creationId xmlns:a16="http://schemas.microsoft.com/office/drawing/2014/main" id="{DF4C85DF-9FE9-4B23-8D48-8541A841E04D}"/>
                  </a:ext>
                </a:extLst>
              </p:cNvPr>
              <p:cNvSpPr/>
              <p:nvPr/>
            </p:nvSpPr>
            <p:spPr>
              <a:xfrm>
                <a:off x="2381504" y="6680823"/>
                <a:ext cx="5880404" cy="222069"/>
              </a:xfrm>
              <a:custGeom>
                <a:avLst/>
                <a:gdLst>
                  <a:gd name="connsiteX0" fmla="*/ 7559 w 5880404"/>
                  <a:gd name="connsiteY0" fmla="*/ 222069 h 222069"/>
                  <a:gd name="connsiteX1" fmla="*/ 53848 w 5880404"/>
                  <a:gd name="connsiteY1" fmla="*/ 198933 h 222069"/>
                  <a:gd name="connsiteX2" fmla="*/ 101194 w 5880404"/>
                  <a:gd name="connsiteY2" fmla="*/ 175011 h 222069"/>
                  <a:gd name="connsiteX3" fmla="*/ 192552 w 5880404"/>
                  <a:gd name="connsiteY3" fmla="*/ 126840 h 222069"/>
                  <a:gd name="connsiteX4" fmla="*/ 235793 w 5880404"/>
                  <a:gd name="connsiteY4" fmla="*/ 102591 h 222069"/>
                  <a:gd name="connsiteX5" fmla="*/ 417332 w 5880404"/>
                  <a:gd name="connsiteY5" fmla="*/ 103813 h 222069"/>
                  <a:gd name="connsiteX6" fmla="*/ 419202 w 5880404"/>
                  <a:gd name="connsiteY6" fmla="*/ 103333 h 222069"/>
                  <a:gd name="connsiteX7" fmla="*/ 460167 w 5880404"/>
                  <a:gd name="connsiteY7" fmla="*/ 78451 h 222069"/>
                  <a:gd name="connsiteX8" fmla="*/ 539252 w 5880404"/>
                  <a:gd name="connsiteY8" fmla="*/ 27508 h 222069"/>
                  <a:gd name="connsiteX9" fmla="*/ 576641 w 5880404"/>
                  <a:gd name="connsiteY9" fmla="*/ 2887 h 222069"/>
                  <a:gd name="connsiteX10" fmla="*/ 749930 w 5880404"/>
                  <a:gd name="connsiteY10" fmla="*/ 4000 h 222069"/>
                  <a:gd name="connsiteX11" fmla="*/ 924560 w 5880404"/>
                  <a:gd name="connsiteY11" fmla="*/ 5550 h 222069"/>
                  <a:gd name="connsiteX12" fmla="*/ 1099271 w 5880404"/>
                  <a:gd name="connsiteY12" fmla="*/ 7951 h 222069"/>
                  <a:gd name="connsiteX13" fmla="*/ 1274145 w 5880404"/>
                  <a:gd name="connsiteY13" fmla="*/ 9129 h 222069"/>
                  <a:gd name="connsiteX14" fmla="*/ 1449101 w 5880404"/>
                  <a:gd name="connsiteY14" fmla="*/ 9457 h 222069"/>
                  <a:gd name="connsiteX15" fmla="*/ 1624178 w 5880404"/>
                  <a:gd name="connsiteY15" fmla="*/ 9566 h 222069"/>
                  <a:gd name="connsiteX16" fmla="*/ 1799377 w 5880404"/>
                  <a:gd name="connsiteY16" fmla="*/ 9086 h 222069"/>
                  <a:gd name="connsiteX17" fmla="*/ 1974698 w 5880404"/>
                  <a:gd name="connsiteY17" fmla="*/ 9020 h 222069"/>
                  <a:gd name="connsiteX18" fmla="*/ 2325624 w 5880404"/>
                  <a:gd name="connsiteY18" fmla="*/ 8126 h 222069"/>
                  <a:gd name="connsiteX19" fmla="*/ 2501270 w 5880404"/>
                  <a:gd name="connsiteY19" fmla="*/ 6358 h 222069"/>
                  <a:gd name="connsiteX20" fmla="*/ 2676997 w 5880404"/>
                  <a:gd name="connsiteY20" fmla="*/ 4764 h 222069"/>
                  <a:gd name="connsiteX21" fmla="*/ 2852765 w 5880404"/>
                  <a:gd name="connsiteY21" fmla="*/ 4240 h 222069"/>
                  <a:gd name="connsiteX22" fmla="*/ 3028737 w 5880404"/>
                  <a:gd name="connsiteY22" fmla="*/ 8126 h 222069"/>
                  <a:gd name="connsiteX23" fmla="*/ 3381004 w 5880404"/>
                  <a:gd name="connsiteY23" fmla="*/ 14259 h 222069"/>
                  <a:gd name="connsiteX24" fmla="*/ 3557300 w 5880404"/>
                  <a:gd name="connsiteY24" fmla="*/ 17074 h 222069"/>
                  <a:gd name="connsiteX25" fmla="*/ 3733719 w 5880404"/>
                  <a:gd name="connsiteY25" fmla="*/ 19475 h 222069"/>
                  <a:gd name="connsiteX26" fmla="*/ 3910259 w 5880404"/>
                  <a:gd name="connsiteY26" fmla="*/ 21178 h 222069"/>
                  <a:gd name="connsiteX27" fmla="*/ 4086962 w 5880404"/>
                  <a:gd name="connsiteY27" fmla="*/ 21658 h 222069"/>
                  <a:gd name="connsiteX28" fmla="*/ 4263665 w 5880404"/>
                  <a:gd name="connsiteY28" fmla="*/ 21287 h 222069"/>
                  <a:gd name="connsiteX29" fmla="*/ 4440571 w 5880404"/>
                  <a:gd name="connsiteY29" fmla="*/ 21985 h 222069"/>
                  <a:gd name="connsiteX30" fmla="*/ 4617680 w 5880404"/>
                  <a:gd name="connsiteY30" fmla="*/ 22400 h 222069"/>
                  <a:gd name="connsiteX31" fmla="*/ 4794667 w 5880404"/>
                  <a:gd name="connsiteY31" fmla="*/ 20632 h 222069"/>
                  <a:gd name="connsiteX32" fmla="*/ 4970476 w 5880404"/>
                  <a:gd name="connsiteY32" fmla="*/ 18340 h 222069"/>
                  <a:gd name="connsiteX33" fmla="*/ 4981692 w 5880404"/>
                  <a:gd name="connsiteY33" fmla="*/ 28511 h 222069"/>
                  <a:gd name="connsiteX34" fmla="*/ 4983887 w 5880404"/>
                  <a:gd name="connsiteY34" fmla="*/ 29145 h 222069"/>
                  <a:gd name="connsiteX35" fmla="*/ 5163272 w 5880404"/>
                  <a:gd name="connsiteY35" fmla="*/ 29145 h 222069"/>
                  <a:gd name="connsiteX36" fmla="*/ 5341397 w 5880404"/>
                  <a:gd name="connsiteY36" fmla="*/ 29363 h 222069"/>
                  <a:gd name="connsiteX37" fmla="*/ 5357165 w 5880404"/>
                  <a:gd name="connsiteY37" fmla="*/ 42415 h 222069"/>
                  <a:gd name="connsiteX38" fmla="*/ 5373949 w 5880404"/>
                  <a:gd name="connsiteY38" fmla="*/ 55467 h 222069"/>
                  <a:gd name="connsiteX39" fmla="*/ 5391303 w 5880404"/>
                  <a:gd name="connsiteY39" fmla="*/ 70768 h 222069"/>
                  <a:gd name="connsiteX40" fmla="*/ 5393294 w 5880404"/>
                  <a:gd name="connsiteY40" fmla="*/ 71466 h 222069"/>
                  <a:gd name="connsiteX41" fmla="*/ 5579425 w 5880404"/>
                  <a:gd name="connsiteY41" fmla="*/ 78407 h 222069"/>
                  <a:gd name="connsiteX42" fmla="*/ 5764175 w 5880404"/>
                  <a:gd name="connsiteY42" fmla="*/ 83842 h 222069"/>
                  <a:gd name="connsiteX43" fmla="*/ 5785592 w 5880404"/>
                  <a:gd name="connsiteY43" fmla="*/ 106541 h 222069"/>
                  <a:gd name="connsiteX44" fmla="*/ 5808635 w 5880404"/>
                  <a:gd name="connsiteY44" fmla="*/ 139521 h 222069"/>
                  <a:gd name="connsiteX45" fmla="*/ 5832165 w 5880404"/>
                  <a:gd name="connsiteY45" fmla="*/ 170842 h 222069"/>
                  <a:gd name="connsiteX46" fmla="*/ 5856184 w 5880404"/>
                  <a:gd name="connsiteY46" fmla="*/ 200570 h 222069"/>
                  <a:gd name="connsiteX47" fmla="*/ 5874837 w 5880404"/>
                  <a:gd name="connsiteY47" fmla="*/ 222047 h 222069"/>
                  <a:gd name="connsiteX48" fmla="*/ 5880405 w 5880404"/>
                  <a:gd name="connsiteY48" fmla="*/ 222047 h 222069"/>
                  <a:gd name="connsiteX49" fmla="*/ 5860857 w 5880404"/>
                  <a:gd name="connsiteY49" fmla="*/ 199348 h 222069"/>
                  <a:gd name="connsiteX50" fmla="*/ 5836839 w 5880404"/>
                  <a:gd name="connsiteY50" fmla="*/ 169707 h 222069"/>
                  <a:gd name="connsiteX51" fmla="*/ 5813349 w 5880404"/>
                  <a:gd name="connsiteY51" fmla="*/ 138430 h 222069"/>
                  <a:gd name="connsiteX52" fmla="*/ 5790306 w 5880404"/>
                  <a:gd name="connsiteY52" fmla="*/ 105341 h 222069"/>
                  <a:gd name="connsiteX53" fmla="*/ 5767995 w 5880404"/>
                  <a:gd name="connsiteY53" fmla="*/ 81790 h 222069"/>
                  <a:gd name="connsiteX54" fmla="*/ 5765922 w 5880404"/>
                  <a:gd name="connsiteY54" fmla="*/ 81048 h 222069"/>
                  <a:gd name="connsiteX55" fmla="*/ 5579791 w 5880404"/>
                  <a:gd name="connsiteY55" fmla="*/ 75569 h 222069"/>
                  <a:gd name="connsiteX56" fmla="*/ 5394960 w 5880404"/>
                  <a:gd name="connsiteY56" fmla="*/ 68694 h 222069"/>
                  <a:gd name="connsiteX57" fmla="*/ 5378298 w 5880404"/>
                  <a:gd name="connsiteY57" fmla="*/ 53939 h 222069"/>
                  <a:gd name="connsiteX58" fmla="*/ 5361432 w 5880404"/>
                  <a:gd name="connsiteY58" fmla="*/ 40778 h 222069"/>
                  <a:gd name="connsiteX59" fmla="*/ 5344973 w 5880404"/>
                  <a:gd name="connsiteY59" fmla="*/ 27136 h 222069"/>
                  <a:gd name="connsiteX60" fmla="*/ 5342900 w 5880404"/>
                  <a:gd name="connsiteY60" fmla="*/ 26547 h 222069"/>
                  <a:gd name="connsiteX61" fmla="*/ 5163394 w 5880404"/>
                  <a:gd name="connsiteY61" fmla="*/ 26329 h 222069"/>
                  <a:gd name="connsiteX62" fmla="*/ 4985390 w 5880404"/>
                  <a:gd name="connsiteY62" fmla="*/ 26394 h 222069"/>
                  <a:gd name="connsiteX63" fmla="*/ 4974174 w 5880404"/>
                  <a:gd name="connsiteY63" fmla="*/ 16158 h 222069"/>
                  <a:gd name="connsiteX64" fmla="*/ 4971898 w 5880404"/>
                  <a:gd name="connsiteY64" fmla="*/ 15503 h 222069"/>
                  <a:gd name="connsiteX65" fmla="*/ 4794667 w 5880404"/>
                  <a:gd name="connsiteY65" fmla="*/ 17795 h 222069"/>
                  <a:gd name="connsiteX66" fmla="*/ 4617680 w 5880404"/>
                  <a:gd name="connsiteY66" fmla="*/ 19606 h 222069"/>
                  <a:gd name="connsiteX67" fmla="*/ 4440692 w 5880404"/>
                  <a:gd name="connsiteY67" fmla="*/ 19126 h 222069"/>
                  <a:gd name="connsiteX68" fmla="*/ 4263787 w 5880404"/>
                  <a:gd name="connsiteY68" fmla="*/ 18428 h 222069"/>
                  <a:gd name="connsiteX69" fmla="*/ 4087084 w 5880404"/>
                  <a:gd name="connsiteY69" fmla="*/ 18799 h 222069"/>
                  <a:gd name="connsiteX70" fmla="*/ 3910462 w 5880404"/>
                  <a:gd name="connsiteY70" fmla="*/ 18319 h 222069"/>
                  <a:gd name="connsiteX71" fmla="*/ 3733963 w 5880404"/>
                  <a:gd name="connsiteY71" fmla="*/ 16616 h 222069"/>
                  <a:gd name="connsiteX72" fmla="*/ 3557544 w 5880404"/>
                  <a:gd name="connsiteY72" fmla="*/ 14215 h 222069"/>
                  <a:gd name="connsiteX73" fmla="*/ 3381248 w 5880404"/>
                  <a:gd name="connsiteY73" fmla="*/ 11378 h 222069"/>
                  <a:gd name="connsiteX74" fmla="*/ 3028980 w 5880404"/>
                  <a:gd name="connsiteY74" fmla="*/ 5244 h 222069"/>
                  <a:gd name="connsiteX75" fmla="*/ 2852928 w 5880404"/>
                  <a:gd name="connsiteY75" fmla="*/ 1359 h 222069"/>
                  <a:gd name="connsiteX76" fmla="*/ 2677079 w 5880404"/>
                  <a:gd name="connsiteY76" fmla="*/ 1883 h 222069"/>
                  <a:gd name="connsiteX77" fmla="*/ 2501311 w 5880404"/>
                  <a:gd name="connsiteY77" fmla="*/ 3476 h 222069"/>
                  <a:gd name="connsiteX78" fmla="*/ 2325705 w 5880404"/>
                  <a:gd name="connsiteY78" fmla="*/ 5244 h 222069"/>
                  <a:gd name="connsiteX79" fmla="*/ 1974779 w 5880404"/>
                  <a:gd name="connsiteY79" fmla="*/ 6161 h 222069"/>
                  <a:gd name="connsiteX80" fmla="*/ 1799458 w 5880404"/>
                  <a:gd name="connsiteY80" fmla="*/ 6205 h 222069"/>
                  <a:gd name="connsiteX81" fmla="*/ 1624300 w 5880404"/>
                  <a:gd name="connsiteY81" fmla="*/ 6685 h 222069"/>
                  <a:gd name="connsiteX82" fmla="*/ 1449222 w 5880404"/>
                  <a:gd name="connsiteY82" fmla="*/ 6620 h 222069"/>
                  <a:gd name="connsiteX83" fmla="*/ 1274267 w 5880404"/>
                  <a:gd name="connsiteY83" fmla="*/ 6314 h 222069"/>
                  <a:gd name="connsiteX84" fmla="*/ 1099475 w 5880404"/>
                  <a:gd name="connsiteY84" fmla="*/ 5092 h 222069"/>
                  <a:gd name="connsiteX85" fmla="*/ 924763 w 5880404"/>
                  <a:gd name="connsiteY85" fmla="*/ 2734 h 222069"/>
                  <a:gd name="connsiteX86" fmla="*/ 750093 w 5880404"/>
                  <a:gd name="connsiteY86" fmla="*/ 1185 h 222069"/>
                  <a:gd name="connsiteX87" fmla="*/ 575625 w 5880404"/>
                  <a:gd name="connsiteY87" fmla="*/ 6 h 222069"/>
                  <a:gd name="connsiteX88" fmla="*/ 573634 w 5880404"/>
                  <a:gd name="connsiteY88" fmla="*/ 486 h 222069"/>
                  <a:gd name="connsiteX89" fmla="*/ 535432 w 5880404"/>
                  <a:gd name="connsiteY89" fmla="*/ 25652 h 222069"/>
                  <a:gd name="connsiteX90" fmla="*/ 456428 w 5880404"/>
                  <a:gd name="connsiteY90" fmla="*/ 76530 h 222069"/>
                  <a:gd name="connsiteX91" fmla="*/ 416276 w 5880404"/>
                  <a:gd name="connsiteY91" fmla="*/ 100932 h 222069"/>
                  <a:gd name="connsiteX92" fmla="*/ 234858 w 5880404"/>
                  <a:gd name="connsiteY92" fmla="*/ 99710 h 222069"/>
                  <a:gd name="connsiteX93" fmla="*/ 232949 w 5880404"/>
                  <a:gd name="connsiteY93" fmla="*/ 100146 h 222069"/>
                  <a:gd name="connsiteX94" fmla="*/ 189017 w 5880404"/>
                  <a:gd name="connsiteY94" fmla="*/ 124767 h 222069"/>
                  <a:gd name="connsiteX95" fmla="*/ 97780 w 5880404"/>
                  <a:gd name="connsiteY95" fmla="*/ 172938 h 222069"/>
                  <a:gd name="connsiteX96" fmla="*/ 50475 w 5880404"/>
                  <a:gd name="connsiteY96" fmla="*/ 196816 h 222069"/>
                  <a:gd name="connsiteX97" fmla="*/ 2032 w 5880404"/>
                  <a:gd name="connsiteY97" fmla="*/ 221000 h 222069"/>
                  <a:gd name="connsiteX98" fmla="*/ 0 w 5880404"/>
                  <a:gd name="connsiteY98" fmla="*/ 222026 h 222069"/>
                  <a:gd name="connsiteX99" fmla="*/ 7640 w 5880404"/>
                  <a:gd name="connsiteY99" fmla="*/ 222026 h 22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5880404" h="222069">
                    <a:moveTo>
                      <a:pt x="7559" y="222069"/>
                    </a:moveTo>
                    <a:lnTo>
                      <a:pt x="53848" y="198933"/>
                    </a:lnTo>
                    <a:lnTo>
                      <a:pt x="101194" y="175011"/>
                    </a:lnTo>
                    <a:lnTo>
                      <a:pt x="192552" y="126840"/>
                    </a:lnTo>
                    <a:lnTo>
                      <a:pt x="235793" y="102591"/>
                    </a:lnTo>
                    <a:lnTo>
                      <a:pt x="417332" y="103813"/>
                    </a:lnTo>
                    <a:cubicBezTo>
                      <a:pt x="418186" y="103813"/>
                      <a:pt x="418754" y="103660"/>
                      <a:pt x="419202" y="103333"/>
                    </a:cubicBezTo>
                    <a:lnTo>
                      <a:pt x="460167" y="78451"/>
                    </a:lnTo>
                    <a:lnTo>
                      <a:pt x="539252" y="27508"/>
                    </a:lnTo>
                    <a:lnTo>
                      <a:pt x="576641" y="2887"/>
                    </a:lnTo>
                    <a:lnTo>
                      <a:pt x="749930" y="4000"/>
                    </a:lnTo>
                    <a:lnTo>
                      <a:pt x="924560" y="5550"/>
                    </a:lnTo>
                    <a:lnTo>
                      <a:pt x="1099271" y="7951"/>
                    </a:lnTo>
                    <a:lnTo>
                      <a:pt x="1274145" y="9129"/>
                    </a:lnTo>
                    <a:lnTo>
                      <a:pt x="1449101" y="9457"/>
                    </a:lnTo>
                    <a:lnTo>
                      <a:pt x="1624178" y="9566"/>
                    </a:lnTo>
                    <a:lnTo>
                      <a:pt x="1799377" y="9086"/>
                    </a:lnTo>
                    <a:lnTo>
                      <a:pt x="1974698" y="9020"/>
                    </a:lnTo>
                    <a:lnTo>
                      <a:pt x="2325624" y="8126"/>
                    </a:lnTo>
                    <a:lnTo>
                      <a:pt x="2501270" y="6358"/>
                    </a:lnTo>
                    <a:lnTo>
                      <a:pt x="2676997" y="4764"/>
                    </a:lnTo>
                    <a:lnTo>
                      <a:pt x="2852765" y="4240"/>
                    </a:lnTo>
                    <a:lnTo>
                      <a:pt x="3028737" y="8126"/>
                    </a:lnTo>
                    <a:lnTo>
                      <a:pt x="3381004" y="14259"/>
                    </a:lnTo>
                    <a:lnTo>
                      <a:pt x="3557300" y="17074"/>
                    </a:lnTo>
                    <a:lnTo>
                      <a:pt x="3733719" y="19475"/>
                    </a:lnTo>
                    <a:lnTo>
                      <a:pt x="3910259" y="21178"/>
                    </a:lnTo>
                    <a:lnTo>
                      <a:pt x="4086962" y="21658"/>
                    </a:lnTo>
                    <a:lnTo>
                      <a:pt x="4263665" y="21287"/>
                    </a:lnTo>
                    <a:lnTo>
                      <a:pt x="4440571" y="21985"/>
                    </a:lnTo>
                    <a:lnTo>
                      <a:pt x="4617680" y="22400"/>
                    </a:lnTo>
                    <a:lnTo>
                      <a:pt x="4794667" y="20632"/>
                    </a:lnTo>
                    <a:lnTo>
                      <a:pt x="4970476" y="18340"/>
                    </a:lnTo>
                    <a:lnTo>
                      <a:pt x="4981692" y="28511"/>
                    </a:lnTo>
                    <a:cubicBezTo>
                      <a:pt x="4982180" y="28926"/>
                      <a:pt x="4982993" y="29145"/>
                      <a:pt x="4983887" y="29145"/>
                    </a:cubicBezTo>
                    <a:lnTo>
                      <a:pt x="5163272" y="29145"/>
                    </a:lnTo>
                    <a:lnTo>
                      <a:pt x="5341397" y="29363"/>
                    </a:lnTo>
                    <a:lnTo>
                      <a:pt x="5357165" y="42415"/>
                    </a:lnTo>
                    <a:lnTo>
                      <a:pt x="5373949" y="55467"/>
                    </a:lnTo>
                    <a:lnTo>
                      <a:pt x="5391303" y="70768"/>
                    </a:lnTo>
                    <a:cubicBezTo>
                      <a:pt x="5391709" y="71204"/>
                      <a:pt x="5392481" y="71401"/>
                      <a:pt x="5393294" y="71466"/>
                    </a:cubicBezTo>
                    <a:lnTo>
                      <a:pt x="5579425" y="78407"/>
                    </a:lnTo>
                    <a:lnTo>
                      <a:pt x="5764175" y="83842"/>
                    </a:lnTo>
                    <a:lnTo>
                      <a:pt x="5785592" y="106541"/>
                    </a:lnTo>
                    <a:lnTo>
                      <a:pt x="5808635" y="139521"/>
                    </a:lnTo>
                    <a:lnTo>
                      <a:pt x="5832165" y="170842"/>
                    </a:lnTo>
                    <a:lnTo>
                      <a:pt x="5856184" y="200570"/>
                    </a:lnTo>
                    <a:lnTo>
                      <a:pt x="5874837" y="222047"/>
                    </a:lnTo>
                    <a:lnTo>
                      <a:pt x="5880405" y="222047"/>
                    </a:lnTo>
                    <a:lnTo>
                      <a:pt x="5860857" y="199348"/>
                    </a:lnTo>
                    <a:lnTo>
                      <a:pt x="5836839" y="169707"/>
                    </a:lnTo>
                    <a:lnTo>
                      <a:pt x="5813349" y="138430"/>
                    </a:lnTo>
                    <a:lnTo>
                      <a:pt x="5790306" y="105341"/>
                    </a:lnTo>
                    <a:lnTo>
                      <a:pt x="5767995" y="81790"/>
                    </a:lnTo>
                    <a:cubicBezTo>
                      <a:pt x="5767588" y="81375"/>
                      <a:pt x="5766816" y="81048"/>
                      <a:pt x="5765922" y="81048"/>
                    </a:cubicBezTo>
                    <a:lnTo>
                      <a:pt x="5579791" y="75569"/>
                    </a:lnTo>
                    <a:lnTo>
                      <a:pt x="5394960" y="68694"/>
                    </a:lnTo>
                    <a:lnTo>
                      <a:pt x="5378298" y="53939"/>
                    </a:lnTo>
                    <a:lnTo>
                      <a:pt x="5361432" y="40778"/>
                    </a:lnTo>
                    <a:lnTo>
                      <a:pt x="5344973" y="27136"/>
                    </a:lnTo>
                    <a:cubicBezTo>
                      <a:pt x="5344485" y="26765"/>
                      <a:pt x="5343673" y="26547"/>
                      <a:pt x="5342900" y="26547"/>
                    </a:cubicBezTo>
                    <a:lnTo>
                      <a:pt x="5163394" y="26329"/>
                    </a:lnTo>
                    <a:lnTo>
                      <a:pt x="4985390" y="26394"/>
                    </a:lnTo>
                    <a:lnTo>
                      <a:pt x="4974174" y="16158"/>
                    </a:lnTo>
                    <a:cubicBezTo>
                      <a:pt x="4973686" y="15721"/>
                      <a:pt x="4972873" y="15459"/>
                      <a:pt x="4971898" y="15503"/>
                    </a:cubicBezTo>
                    <a:lnTo>
                      <a:pt x="4794667" y="17795"/>
                    </a:lnTo>
                    <a:lnTo>
                      <a:pt x="4617680" y="19606"/>
                    </a:lnTo>
                    <a:lnTo>
                      <a:pt x="4440692" y="19126"/>
                    </a:lnTo>
                    <a:lnTo>
                      <a:pt x="4263787" y="18428"/>
                    </a:lnTo>
                    <a:lnTo>
                      <a:pt x="4087084" y="18799"/>
                    </a:lnTo>
                    <a:lnTo>
                      <a:pt x="3910462" y="18319"/>
                    </a:lnTo>
                    <a:lnTo>
                      <a:pt x="3733963" y="16616"/>
                    </a:lnTo>
                    <a:lnTo>
                      <a:pt x="3557544" y="14215"/>
                    </a:lnTo>
                    <a:lnTo>
                      <a:pt x="3381248" y="11378"/>
                    </a:lnTo>
                    <a:lnTo>
                      <a:pt x="3028980" y="5244"/>
                    </a:lnTo>
                    <a:lnTo>
                      <a:pt x="2852928" y="1359"/>
                    </a:lnTo>
                    <a:lnTo>
                      <a:pt x="2677079" y="1883"/>
                    </a:lnTo>
                    <a:lnTo>
                      <a:pt x="2501311" y="3476"/>
                    </a:lnTo>
                    <a:lnTo>
                      <a:pt x="2325705" y="5244"/>
                    </a:lnTo>
                    <a:lnTo>
                      <a:pt x="1974779" y="6161"/>
                    </a:lnTo>
                    <a:lnTo>
                      <a:pt x="1799458" y="6205"/>
                    </a:lnTo>
                    <a:lnTo>
                      <a:pt x="1624300" y="6685"/>
                    </a:lnTo>
                    <a:lnTo>
                      <a:pt x="1449222" y="6620"/>
                    </a:lnTo>
                    <a:lnTo>
                      <a:pt x="1274267" y="6314"/>
                    </a:lnTo>
                    <a:lnTo>
                      <a:pt x="1099475" y="5092"/>
                    </a:lnTo>
                    <a:lnTo>
                      <a:pt x="924763" y="2734"/>
                    </a:lnTo>
                    <a:lnTo>
                      <a:pt x="750093" y="1185"/>
                    </a:lnTo>
                    <a:lnTo>
                      <a:pt x="575625" y="6"/>
                    </a:lnTo>
                    <a:cubicBezTo>
                      <a:pt x="574690" y="-38"/>
                      <a:pt x="574121" y="159"/>
                      <a:pt x="573634" y="486"/>
                    </a:cubicBezTo>
                    <a:lnTo>
                      <a:pt x="535432" y="25652"/>
                    </a:lnTo>
                    <a:lnTo>
                      <a:pt x="456428" y="76530"/>
                    </a:lnTo>
                    <a:lnTo>
                      <a:pt x="416276" y="100932"/>
                    </a:lnTo>
                    <a:lnTo>
                      <a:pt x="234858" y="99710"/>
                    </a:lnTo>
                    <a:cubicBezTo>
                      <a:pt x="234249" y="99775"/>
                      <a:pt x="233477" y="99819"/>
                      <a:pt x="232949" y="100146"/>
                    </a:cubicBezTo>
                    <a:lnTo>
                      <a:pt x="189017" y="124767"/>
                    </a:lnTo>
                    <a:lnTo>
                      <a:pt x="97780" y="172938"/>
                    </a:lnTo>
                    <a:lnTo>
                      <a:pt x="50475" y="196816"/>
                    </a:lnTo>
                    <a:lnTo>
                      <a:pt x="2032" y="221000"/>
                    </a:lnTo>
                    <a:lnTo>
                      <a:pt x="0" y="222026"/>
                    </a:lnTo>
                    <a:lnTo>
                      <a:pt x="7640" y="22202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5" name="Freeform: Shape 654">
                <a:extLst>
                  <a:ext uri="{FF2B5EF4-FFF2-40B4-BE49-F238E27FC236}">
                    <a16:creationId xmlns:a16="http://schemas.microsoft.com/office/drawing/2014/main" id="{CBED1954-7046-4631-AE0B-3797C3593D88}"/>
                  </a:ext>
                </a:extLst>
              </p:cNvPr>
              <p:cNvSpPr/>
              <p:nvPr/>
            </p:nvSpPr>
            <p:spPr>
              <a:xfrm>
                <a:off x="11262499" y="5746744"/>
                <a:ext cx="929500" cy="18636"/>
              </a:xfrm>
              <a:custGeom>
                <a:avLst/>
                <a:gdLst>
                  <a:gd name="connsiteX0" fmla="*/ 929500 w 929500"/>
                  <a:gd name="connsiteY0" fmla="*/ 15909 h 18636"/>
                  <a:gd name="connsiteX1" fmla="*/ 723212 w 929500"/>
                  <a:gd name="connsiteY1" fmla="*/ 13835 h 18636"/>
                  <a:gd name="connsiteX2" fmla="*/ 659041 w 929500"/>
                  <a:gd name="connsiteY2" fmla="*/ 14162 h 18636"/>
                  <a:gd name="connsiteX3" fmla="*/ 644654 w 929500"/>
                  <a:gd name="connsiteY3" fmla="*/ 14315 h 18636"/>
                  <a:gd name="connsiteX4" fmla="*/ 640997 w 929500"/>
                  <a:gd name="connsiteY4" fmla="*/ 14730 h 18636"/>
                  <a:gd name="connsiteX5" fmla="*/ 575120 w 929500"/>
                  <a:gd name="connsiteY5" fmla="*/ 12482 h 18636"/>
                  <a:gd name="connsiteX6" fmla="*/ 508429 w 929500"/>
                  <a:gd name="connsiteY6" fmla="*/ 7527 h 18636"/>
                  <a:gd name="connsiteX7" fmla="*/ 444056 w 929500"/>
                  <a:gd name="connsiteY7" fmla="*/ 4646 h 18636"/>
                  <a:gd name="connsiteX8" fmla="*/ 381836 w 929500"/>
                  <a:gd name="connsiteY8" fmla="*/ 6087 h 18636"/>
                  <a:gd name="connsiteX9" fmla="*/ 318925 w 929500"/>
                  <a:gd name="connsiteY9" fmla="*/ 7200 h 18636"/>
                  <a:gd name="connsiteX10" fmla="*/ 255608 w 929500"/>
                  <a:gd name="connsiteY10" fmla="*/ 6239 h 18636"/>
                  <a:gd name="connsiteX11" fmla="*/ 235165 w 929500"/>
                  <a:gd name="connsiteY11" fmla="*/ 5017 h 18636"/>
                  <a:gd name="connsiteX12" fmla="*/ 214440 w 929500"/>
                  <a:gd name="connsiteY12" fmla="*/ 1721 h 18636"/>
                  <a:gd name="connsiteX13" fmla="*/ 193509 w 929500"/>
                  <a:gd name="connsiteY13" fmla="*/ 281 h 18636"/>
                  <a:gd name="connsiteX14" fmla="*/ 129624 w 929500"/>
                  <a:gd name="connsiteY14" fmla="*/ 3009 h 18636"/>
                  <a:gd name="connsiteX15" fmla="*/ 109060 w 929500"/>
                  <a:gd name="connsiteY15" fmla="*/ 1830 h 18636"/>
                  <a:gd name="connsiteX16" fmla="*/ 46230 w 929500"/>
                  <a:gd name="connsiteY16" fmla="*/ 1045 h 18636"/>
                  <a:gd name="connsiteX17" fmla="*/ 7135 w 929500"/>
                  <a:gd name="connsiteY17" fmla="*/ 979 h 18636"/>
                  <a:gd name="connsiteX18" fmla="*/ 3558 w 929500"/>
                  <a:gd name="connsiteY18" fmla="*/ 128 h 18636"/>
                  <a:gd name="connsiteX19" fmla="*/ 186 w 929500"/>
                  <a:gd name="connsiteY19" fmla="*/ 805 h 18636"/>
                  <a:gd name="connsiteX20" fmla="*/ 1485 w 929500"/>
                  <a:gd name="connsiteY20" fmla="*/ 2660 h 18636"/>
                  <a:gd name="connsiteX21" fmla="*/ 5631 w 929500"/>
                  <a:gd name="connsiteY21" fmla="*/ 3686 h 18636"/>
                  <a:gd name="connsiteX22" fmla="*/ 6647 w 929500"/>
                  <a:gd name="connsiteY22" fmla="*/ 3795 h 18636"/>
                  <a:gd name="connsiteX23" fmla="*/ 46149 w 929500"/>
                  <a:gd name="connsiteY23" fmla="*/ 3860 h 18636"/>
                  <a:gd name="connsiteX24" fmla="*/ 108735 w 929500"/>
                  <a:gd name="connsiteY24" fmla="*/ 4602 h 18636"/>
                  <a:gd name="connsiteX25" fmla="*/ 129461 w 929500"/>
                  <a:gd name="connsiteY25" fmla="*/ 5825 h 18636"/>
                  <a:gd name="connsiteX26" fmla="*/ 193266 w 929500"/>
                  <a:gd name="connsiteY26" fmla="*/ 3118 h 18636"/>
                  <a:gd name="connsiteX27" fmla="*/ 213302 w 929500"/>
                  <a:gd name="connsiteY27" fmla="*/ 4493 h 18636"/>
                  <a:gd name="connsiteX28" fmla="*/ 234149 w 929500"/>
                  <a:gd name="connsiteY28" fmla="*/ 7789 h 18636"/>
                  <a:gd name="connsiteX29" fmla="*/ 255283 w 929500"/>
                  <a:gd name="connsiteY29" fmla="*/ 9055 h 18636"/>
                  <a:gd name="connsiteX30" fmla="*/ 318884 w 929500"/>
                  <a:gd name="connsiteY30" fmla="*/ 9972 h 18636"/>
                  <a:gd name="connsiteX31" fmla="*/ 381998 w 929500"/>
                  <a:gd name="connsiteY31" fmla="*/ 8902 h 18636"/>
                  <a:gd name="connsiteX32" fmla="*/ 443934 w 929500"/>
                  <a:gd name="connsiteY32" fmla="*/ 7462 h 18636"/>
                  <a:gd name="connsiteX33" fmla="*/ 507942 w 929500"/>
                  <a:gd name="connsiteY33" fmla="*/ 10277 h 18636"/>
                  <a:gd name="connsiteX34" fmla="*/ 574591 w 929500"/>
                  <a:gd name="connsiteY34" fmla="*/ 15297 h 18636"/>
                  <a:gd name="connsiteX35" fmla="*/ 641363 w 929500"/>
                  <a:gd name="connsiteY35" fmla="*/ 17480 h 18636"/>
                  <a:gd name="connsiteX36" fmla="*/ 645224 w 929500"/>
                  <a:gd name="connsiteY36" fmla="*/ 17065 h 18636"/>
                  <a:gd name="connsiteX37" fmla="*/ 723130 w 929500"/>
                  <a:gd name="connsiteY37" fmla="*/ 16651 h 18636"/>
                  <a:gd name="connsiteX38" fmla="*/ 787016 w 929500"/>
                  <a:gd name="connsiteY38" fmla="*/ 17349 h 18636"/>
                  <a:gd name="connsiteX39" fmla="*/ 929500 w 929500"/>
                  <a:gd name="connsiteY39" fmla="*/ 18637 h 18636"/>
                  <a:gd name="connsiteX40" fmla="*/ 929500 w 929500"/>
                  <a:gd name="connsiteY40" fmla="*/ 15909 h 18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29500" h="18636">
                    <a:moveTo>
                      <a:pt x="929500" y="15909"/>
                    </a:moveTo>
                    <a:lnTo>
                      <a:pt x="723212" y="13835"/>
                    </a:lnTo>
                    <a:lnTo>
                      <a:pt x="659041" y="14162"/>
                    </a:lnTo>
                    <a:lnTo>
                      <a:pt x="644654" y="14315"/>
                    </a:lnTo>
                    <a:lnTo>
                      <a:pt x="640997" y="14730"/>
                    </a:lnTo>
                    <a:lnTo>
                      <a:pt x="575120" y="12482"/>
                    </a:lnTo>
                    <a:lnTo>
                      <a:pt x="508429" y="7527"/>
                    </a:lnTo>
                    <a:lnTo>
                      <a:pt x="444056" y="4646"/>
                    </a:lnTo>
                    <a:lnTo>
                      <a:pt x="381836" y="6087"/>
                    </a:lnTo>
                    <a:lnTo>
                      <a:pt x="318925" y="7200"/>
                    </a:lnTo>
                    <a:lnTo>
                      <a:pt x="255608" y="6239"/>
                    </a:lnTo>
                    <a:lnTo>
                      <a:pt x="235165" y="5017"/>
                    </a:lnTo>
                    <a:lnTo>
                      <a:pt x="214440" y="1721"/>
                    </a:lnTo>
                    <a:lnTo>
                      <a:pt x="193509" y="281"/>
                    </a:lnTo>
                    <a:lnTo>
                      <a:pt x="129624" y="3009"/>
                    </a:lnTo>
                    <a:lnTo>
                      <a:pt x="109060" y="1830"/>
                    </a:lnTo>
                    <a:lnTo>
                      <a:pt x="46230" y="1045"/>
                    </a:lnTo>
                    <a:lnTo>
                      <a:pt x="7135" y="979"/>
                    </a:lnTo>
                    <a:lnTo>
                      <a:pt x="3558" y="128"/>
                    </a:lnTo>
                    <a:cubicBezTo>
                      <a:pt x="2380" y="-199"/>
                      <a:pt x="795" y="128"/>
                      <a:pt x="186" y="805"/>
                    </a:cubicBezTo>
                    <a:cubicBezTo>
                      <a:pt x="-302" y="1547"/>
                      <a:pt x="186" y="2354"/>
                      <a:pt x="1485" y="2660"/>
                    </a:cubicBezTo>
                    <a:lnTo>
                      <a:pt x="5631" y="3686"/>
                    </a:lnTo>
                    <a:cubicBezTo>
                      <a:pt x="5956" y="3751"/>
                      <a:pt x="6241" y="3795"/>
                      <a:pt x="6647" y="3795"/>
                    </a:cubicBezTo>
                    <a:lnTo>
                      <a:pt x="46149" y="3860"/>
                    </a:lnTo>
                    <a:lnTo>
                      <a:pt x="108735" y="4602"/>
                    </a:lnTo>
                    <a:lnTo>
                      <a:pt x="129461" y="5825"/>
                    </a:lnTo>
                    <a:lnTo>
                      <a:pt x="193266" y="3118"/>
                    </a:lnTo>
                    <a:lnTo>
                      <a:pt x="213302" y="4493"/>
                    </a:lnTo>
                    <a:lnTo>
                      <a:pt x="234149" y="7789"/>
                    </a:lnTo>
                    <a:lnTo>
                      <a:pt x="255283" y="9055"/>
                    </a:lnTo>
                    <a:lnTo>
                      <a:pt x="318884" y="9972"/>
                    </a:lnTo>
                    <a:lnTo>
                      <a:pt x="381998" y="8902"/>
                    </a:lnTo>
                    <a:lnTo>
                      <a:pt x="443934" y="7462"/>
                    </a:lnTo>
                    <a:lnTo>
                      <a:pt x="507942" y="10277"/>
                    </a:lnTo>
                    <a:lnTo>
                      <a:pt x="574591" y="15297"/>
                    </a:lnTo>
                    <a:lnTo>
                      <a:pt x="641363" y="17480"/>
                    </a:lnTo>
                    <a:lnTo>
                      <a:pt x="645224" y="17065"/>
                    </a:lnTo>
                    <a:lnTo>
                      <a:pt x="723130" y="16651"/>
                    </a:lnTo>
                    <a:lnTo>
                      <a:pt x="787016" y="17349"/>
                    </a:lnTo>
                    <a:lnTo>
                      <a:pt x="929500" y="18637"/>
                    </a:lnTo>
                    <a:lnTo>
                      <a:pt x="929500" y="1590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6" name="Freeform: Shape 655">
                <a:extLst>
                  <a:ext uri="{FF2B5EF4-FFF2-40B4-BE49-F238E27FC236}">
                    <a16:creationId xmlns:a16="http://schemas.microsoft.com/office/drawing/2014/main" id="{6ECBBF9D-5BCD-4B3D-8FFC-D7113607F7DB}"/>
                  </a:ext>
                </a:extLst>
              </p:cNvPr>
              <p:cNvSpPr/>
              <p:nvPr/>
            </p:nvSpPr>
            <p:spPr>
              <a:xfrm>
                <a:off x="11557081" y="5824945"/>
                <a:ext cx="228726" cy="4780"/>
              </a:xfrm>
              <a:custGeom>
                <a:avLst/>
                <a:gdLst>
                  <a:gd name="connsiteX0" fmla="*/ 226121 w 228726"/>
                  <a:gd name="connsiteY0" fmla="*/ 4780 h 4780"/>
                  <a:gd name="connsiteX1" fmla="*/ 226039 w 228726"/>
                  <a:gd name="connsiteY1" fmla="*/ 4780 h 4780"/>
                  <a:gd name="connsiteX2" fmla="*/ 199949 w 228726"/>
                  <a:gd name="connsiteY2" fmla="*/ 3820 h 4780"/>
                  <a:gd name="connsiteX3" fmla="*/ 154188 w 228726"/>
                  <a:gd name="connsiteY3" fmla="*/ 2859 h 4780"/>
                  <a:gd name="connsiteX4" fmla="*/ 79370 w 228726"/>
                  <a:gd name="connsiteY4" fmla="*/ 3274 h 4780"/>
                  <a:gd name="connsiteX5" fmla="*/ 2478 w 228726"/>
                  <a:gd name="connsiteY5" fmla="*/ 3099 h 4780"/>
                  <a:gd name="connsiteX6" fmla="*/ 0 w 228726"/>
                  <a:gd name="connsiteY6" fmla="*/ 1659 h 4780"/>
                  <a:gd name="connsiteX7" fmla="*/ 2560 w 228726"/>
                  <a:gd name="connsiteY7" fmla="*/ 262 h 4780"/>
                  <a:gd name="connsiteX8" fmla="*/ 4551 w 228726"/>
                  <a:gd name="connsiteY8" fmla="*/ 262 h 4780"/>
                  <a:gd name="connsiteX9" fmla="*/ 79370 w 228726"/>
                  <a:gd name="connsiteY9" fmla="*/ 480 h 4780"/>
                  <a:gd name="connsiteX10" fmla="*/ 154269 w 228726"/>
                  <a:gd name="connsiteY10" fmla="*/ 0 h 4780"/>
                  <a:gd name="connsiteX11" fmla="*/ 200233 w 228726"/>
                  <a:gd name="connsiteY11" fmla="*/ 960 h 4780"/>
                  <a:gd name="connsiteX12" fmla="*/ 226324 w 228726"/>
                  <a:gd name="connsiteY12" fmla="*/ 1964 h 4780"/>
                  <a:gd name="connsiteX13" fmla="*/ 228722 w 228726"/>
                  <a:gd name="connsiteY13" fmla="*/ 3449 h 4780"/>
                  <a:gd name="connsiteX14" fmla="*/ 226121 w 228726"/>
                  <a:gd name="connsiteY14" fmla="*/ 4736 h 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726" h="4780">
                    <a:moveTo>
                      <a:pt x="226121" y="4780"/>
                    </a:moveTo>
                    <a:lnTo>
                      <a:pt x="226039" y="4780"/>
                    </a:lnTo>
                    <a:lnTo>
                      <a:pt x="199949" y="3820"/>
                    </a:lnTo>
                    <a:lnTo>
                      <a:pt x="154188" y="2859"/>
                    </a:lnTo>
                    <a:lnTo>
                      <a:pt x="79370" y="3274"/>
                    </a:lnTo>
                    <a:lnTo>
                      <a:pt x="2478" y="3099"/>
                    </a:lnTo>
                    <a:cubicBezTo>
                      <a:pt x="1097" y="3099"/>
                      <a:pt x="0" y="2466"/>
                      <a:pt x="0" y="1659"/>
                    </a:cubicBezTo>
                    <a:cubicBezTo>
                      <a:pt x="0" y="917"/>
                      <a:pt x="1179" y="262"/>
                      <a:pt x="2560" y="262"/>
                    </a:cubicBezTo>
                    <a:lnTo>
                      <a:pt x="4551" y="262"/>
                    </a:lnTo>
                    <a:lnTo>
                      <a:pt x="79370" y="480"/>
                    </a:lnTo>
                    <a:lnTo>
                      <a:pt x="154269" y="0"/>
                    </a:lnTo>
                    <a:lnTo>
                      <a:pt x="200233" y="960"/>
                    </a:lnTo>
                    <a:lnTo>
                      <a:pt x="226324" y="1964"/>
                    </a:lnTo>
                    <a:cubicBezTo>
                      <a:pt x="227706" y="2008"/>
                      <a:pt x="228803" y="2663"/>
                      <a:pt x="228722" y="3449"/>
                    </a:cubicBezTo>
                    <a:cubicBezTo>
                      <a:pt x="228641" y="4191"/>
                      <a:pt x="227503" y="4736"/>
                      <a:pt x="226121" y="47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7" name="Freeform: Shape 656">
                <a:extLst>
                  <a:ext uri="{FF2B5EF4-FFF2-40B4-BE49-F238E27FC236}">
                    <a16:creationId xmlns:a16="http://schemas.microsoft.com/office/drawing/2014/main" id="{116714D3-8967-49CC-B054-1EDCC5C9C8CD}"/>
                  </a:ext>
                </a:extLst>
              </p:cNvPr>
              <p:cNvSpPr/>
              <p:nvPr/>
            </p:nvSpPr>
            <p:spPr>
              <a:xfrm>
                <a:off x="11262928" y="5746763"/>
                <a:ext cx="929152" cy="29051"/>
              </a:xfrm>
              <a:custGeom>
                <a:avLst/>
                <a:gdLst>
                  <a:gd name="connsiteX0" fmla="*/ 929072 w 929152"/>
                  <a:gd name="connsiteY0" fmla="*/ 26388 h 29051"/>
                  <a:gd name="connsiteX1" fmla="*/ 761472 w 929152"/>
                  <a:gd name="connsiteY1" fmla="*/ 23769 h 29051"/>
                  <a:gd name="connsiteX2" fmla="*/ 737738 w 929152"/>
                  <a:gd name="connsiteY2" fmla="*/ 21368 h 29051"/>
                  <a:gd name="connsiteX3" fmla="*/ 735747 w 929152"/>
                  <a:gd name="connsiteY3" fmla="*/ 21630 h 29051"/>
                  <a:gd name="connsiteX4" fmla="*/ 734162 w 929152"/>
                  <a:gd name="connsiteY4" fmla="*/ 22263 h 29051"/>
                  <a:gd name="connsiteX5" fmla="*/ 668000 w 929152"/>
                  <a:gd name="connsiteY5" fmla="*/ 22154 h 29051"/>
                  <a:gd name="connsiteX6" fmla="*/ 602610 w 929152"/>
                  <a:gd name="connsiteY6" fmla="*/ 20823 h 29051"/>
                  <a:gd name="connsiteX7" fmla="*/ 341092 w 929152"/>
                  <a:gd name="connsiteY7" fmla="*/ 16610 h 29051"/>
                  <a:gd name="connsiteX8" fmla="*/ 275702 w 929152"/>
                  <a:gd name="connsiteY8" fmla="*/ 15213 h 29051"/>
                  <a:gd name="connsiteX9" fmla="*/ 210434 w 929152"/>
                  <a:gd name="connsiteY9" fmla="*/ 13620 h 29051"/>
                  <a:gd name="connsiteX10" fmla="*/ 79980 w 929152"/>
                  <a:gd name="connsiteY10" fmla="*/ 11110 h 29051"/>
                  <a:gd name="connsiteX11" fmla="*/ 37512 w 929152"/>
                  <a:gd name="connsiteY11" fmla="*/ 8338 h 29051"/>
                  <a:gd name="connsiteX12" fmla="*/ 22433 w 929152"/>
                  <a:gd name="connsiteY12" fmla="*/ 2794 h 29051"/>
                  <a:gd name="connsiteX13" fmla="*/ 21661 w 929152"/>
                  <a:gd name="connsiteY13" fmla="*/ 2576 h 29051"/>
                  <a:gd name="connsiteX14" fmla="*/ 4593 w 929152"/>
                  <a:gd name="connsiteY14" fmla="*/ 65 h 29051"/>
                  <a:gd name="connsiteX15" fmla="*/ 2602 w 929152"/>
                  <a:gd name="connsiteY15" fmla="*/ 0 h 29051"/>
                  <a:gd name="connsiteX16" fmla="*/ 0 w 929152"/>
                  <a:gd name="connsiteY16" fmla="*/ 1397 h 29051"/>
                  <a:gd name="connsiteX17" fmla="*/ 2479 w 929152"/>
                  <a:gd name="connsiteY17" fmla="*/ 2837 h 29051"/>
                  <a:gd name="connsiteX18" fmla="*/ 3862 w 929152"/>
                  <a:gd name="connsiteY18" fmla="*/ 2837 h 29051"/>
                  <a:gd name="connsiteX19" fmla="*/ 19955 w 929152"/>
                  <a:gd name="connsiteY19" fmla="*/ 5238 h 29051"/>
                  <a:gd name="connsiteX20" fmla="*/ 35236 w 929152"/>
                  <a:gd name="connsiteY20" fmla="*/ 10891 h 29051"/>
                  <a:gd name="connsiteX21" fmla="*/ 36333 w 929152"/>
                  <a:gd name="connsiteY21" fmla="*/ 11110 h 29051"/>
                  <a:gd name="connsiteX22" fmla="*/ 79614 w 929152"/>
                  <a:gd name="connsiteY22" fmla="*/ 13925 h 29051"/>
                  <a:gd name="connsiteX23" fmla="*/ 210271 w 929152"/>
                  <a:gd name="connsiteY23" fmla="*/ 16435 h 29051"/>
                  <a:gd name="connsiteX24" fmla="*/ 275539 w 929152"/>
                  <a:gd name="connsiteY24" fmla="*/ 18029 h 29051"/>
                  <a:gd name="connsiteX25" fmla="*/ 340930 w 929152"/>
                  <a:gd name="connsiteY25" fmla="*/ 19404 h 29051"/>
                  <a:gd name="connsiteX26" fmla="*/ 471709 w 929152"/>
                  <a:gd name="connsiteY26" fmla="*/ 21652 h 29051"/>
                  <a:gd name="connsiteX27" fmla="*/ 602569 w 929152"/>
                  <a:gd name="connsiteY27" fmla="*/ 23616 h 29051"/>
                  <a:gd name="connsiteX28" fmla="*/ 667960 w 929152"/>
                  <a:gd name="connsiteY28" fmla="*/ 24882 h 29051"/>
                  <a:gd name="connsiteX29" fmla="*/ 735138 w 929152"/>
                  <a:gd name="connsiteY29" fmla="*/ 25057 h 29051"/>
                  <a:gd name="connsiteX30" fmla="*/ 735138 w 929152"/>
                  <a:gd name="connsiteY30" fmla="*/ 25057 h 29051"/>
                  <a:gd name="connsiteX31" fmla="*/ 736641 w 929152"/>
                  <a:gd name="connsiteY31" fmla="*/ 24795 h 29051"/>
                  <a:gd name="connsiteX32" fmla="*/ 738023 w 929152"/>
                  <a:gd name="connsiteY32" fmla="*/ 24206 h 29051"/>
                  <a:gd name="connsiteX33" fmla="*/ 761065 w 929152"/>
                  <a:gd name="connsiteY33" fmla="*/ 26497 h 29051"/>
                  <a:gd name="connsiteX34" fmla="*/ 929153 w 929152"/>
                  <a:gd name="connsiteY34" fmla="*/ 29051 h 29051"/>
                  <a:gd name="connsiteX35" fmla="*/ 929153 w 929152"/>
                  <a:gd name="connsiteY35" fmla="*/ 26345 h 29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29152" h="29051">
                    <a:moveTo>
                      <a:pt x="929072" y="26388"/>
                    </a:moveTo>
                    <a:lnTo>
                      <a:pt x="761472" y="23769"/>
                    </a:lnTo>
                    <a:lnTo>
                      <a:pt x="737738" y="21368"/>
                    </a:lnTo>
                    <a:cubicBezTo>
                      <a:pt x="737048" y="21303"/>
                      <a:pt x="736357" y="21368"/>
                      <a:pt x="735747" y="21630"/>
                    </a:cubicBezTo>
                    <a:lnTo>
                      <a:pt x="734162" y="22263"/>
                    </a:lnTo>
                    <a:lnTo>
                      <a:pt x="668000" y="22154"/>
                    </a:lnTo>
                    <a:lnTo>
                      <a:pt x="602610" y="20823"/>
                    </a:lnTo>
                    <a:lnTo>
                      <a:pt x="341092" y="16610"/>
                    </a:lnTo>
                    <a:lnTo>
                      <a:pt x="275702" y="15213"/>
                    </a:lnTo>
                    <a:lnTo>
                      <a:pt x="210434" y="13620"/>
                    </a:lnTo>
                    <a:lnTo>
                      <a:pt x="79980" y="11110"/>
                    </a:lnTo>
                    <a:lnTo>
                      <a:pt x="37512" y="8338"/>
                    </a:lnTo>
                    <a:lnTo>
                      <a:pt x="22433" y="2794"/>
                    </a:lnTo>
                    <a:cubicBezTo>
                      <a:pt x="22109" y="2685"/>
                      <a:pt x="21946" y="2619"/>
                      <a:pt x="21661" y="2576"/>
                    </a:cubicBezTo>
                    <a:lnTo>
                      <a:pt x="4593" y="65"/>
                    </a:lnTo>
                    <a:lnTo>
                      <a:pt x="2602" y="0"/>
                    </a:lnTo>
                    <a:cubicBezTo>
                      <a:pt x="1219" y="65"/>
                      <a:pt x="122" y="633"/>
                      <a:pt x="0" y="1397"/>
                    </a:cubicBezTo>
                    <a:cubicBezTo>
                      <a:pt x="0" y="2183"/>
                      <a:pt x="1097" y="2837"/>
                      <a:pt x="2479" y="2837"/>
                    </a:cubicBezTo>
                    <a:lnTo>
                      <a:pt x="3862" y="2837"/>
                    </a:lnTo>
                    <a:lnTo>
                      <a:pt x="19955" y="5238"/>
                    </a:lnTo>
                    <a:lnTo>
                      <a:pt x="35236" y="10891"/>
                    </a:lnTo>
                    <a:cubicBezTo>
                      <a:pt x="35560" y="11001"/>
                      <a:pt x="35926" y="11044"/>
                      <a:pt x="36333" y="11110"/>
                    </a:cubicBezTo>
                    <a:lnTo>
                      <a:pt x="79614" y="13925"/>
                    </a:lnTo>
                    <a:lnTo>
                      <a:pt x="210271" y="16435"/>
                    </a:lnTo>
                    <a:lnTo>
                      <a:pt x="275539" y="18029"/>
                    </a:lnTo>
                    <a:lnTo>
                      <a:pt x="340930" y="19404"/>
                    </a:lnTo>
                    <a:lnTo>
                      <a:pt x="471709" y="21652"/>
                    </a:lnTo>
                    <a:lnTo>
                      <a:pt x="602569" y="23616"/>
                    </a:lnTo>
                    <a:lnTo>
                      <a:pt x="667960" y="24882"/>
                    </a:lnTo>
                    <a:lnTo>
                      <a:pt x="735138" y="25057"/>
                    </a:lnTo>
                    <a:lnTo>
                      <a:pt x="735138" y="25057"/>
                    </a:lnTo>
                    <a:cubicBezTo>
                      <a:pt x="735625" y="25057"/>
                      <a:pt x="736235" y="24948"/>
                      <a:pt x="736641" y="24795"/>
                    </a:cubicBezTo>
                    <a:lnTo>
                      <a:pt x="738023" y="24206"/>
                    </a:lnTo>
                    <a:lnTo>
                      <a:pt x="761065" y="26497"/>
                    </a:lnTo>
                    <a:lnTo>
                      <a:pt x="929153" y="29051"/>
                    </a:lnTo>
                    <a:lnTo>
                      <a:pt x="929153" y="2634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8" name="Freeform: Shape 657">
                <a:extLst>
                  <a:ext uri="{FF2B5EF4-FFF2-40B4-BE49-F238E27FC236}">
                    <a16:creationId xmlns:a16="http://schemas.microsoft.com/office/drawing/2014/main" id="{C096FD34-F830-4118-8766-C09E11EC3447}"/>
                  </a:ext>
                </a:extLst>
              </p:cNvPr>
              <p:cNvSpPr/>
              <p:nvPr/>
            </p:nvSpPr>
            <p:spPr>
              <a:xfrm>
                <a:off x="5599180" y="6012785"/>
                <a:ext cx="150770" cy="68251"/>
              </a:xfrm>
              <a:custGeom>
                <a:avLst/>
                <a:gdLst>
                  <a:gd name="connsiteX0" fmla="*/ 2515 w 150770"/>
                  <a:gd name="connsiteY0" fmla="*/ 68252 h 68251"/>
                  <a:gd name="connsiteX1" fmla="*/ 1458 w 150770"/>
                  <a:gd name="connsiteY1" fmla="*/ 68142 h 68251"/>
                  <a:gd name="connsiteX2" fmla="*/ 239 w 150770"/>
                  <a:gd name="connsiteY2" fmla="*/ 66287 h 68251"/>
                  <a:gd name="connsiteX3" fmla="*/ 50470 w 150770"/>
                  <a:gd name="connsiteY3" fmla="*/ 4213 h 68251"/>
                  <a:gd name="connsiteX4" fmla="*/ 54940 w 150770"/>
                  <a:gd name="connsiteY4" fmla="*/ 851 h 68251"/>
                  <a:gd name="connsiteX5" fmla="*/ 56972 w 150770"/>
                  <a:gd name="connsiteY5" fmla="*/ 327 h 68251"/>
                  <a:gd name="connsiteX6" fmla="*/ 148250 w 150770"/>
                  <a:gd name="connsiteY6" fmla="*/ 0 h 68251"/>
                  <a:gd name="connsiteX7" fmla="*/ 148250 w 150770"/>
                  <a:gd name="connsiteY7" fmla="*/ 0 h 68251"/>
                  <a:gd name="connsiteX8" fmla="*/ 150769 w 150770"/>
                  <a:gd name="connsiteY8" fmla="*/ 1375 h 68251"/>
                  <a:gd name="connsiteX9" fmla="*/ 148250 w 150770"/>
                  <a:gd name="connsiteY9" fmla="*/ 2816 h 68251"/>
                  <a:gd name="connsiteX10" fmla="*/ 58273 w 150770"/>
                  <a:gd name="connsiteY10" fmla="*/ 3078 h 68251"/>
                  <a:gd name="connsiteX11" fmla="*/ 54859 w 150770"/>
                  <a:gd name="connsiteY11" fmla="*/ 5631 h 68251"/>
                  <a:gd name="connsiteX12" fmla="*/ 4872 w 150770"/>
                  <a:gd name="connsiteY12" fmla="*/ 67400 h 68251"/>
                  <a:gd name="connsiteX13" fmla="*/ 2555 w 150770"/>
                  <a:gd name="connsiteY13" fmla="*/ 68252 h 6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770" h="68251">
                    <a:moveTo>
                      <a:pt x="2515" y="68252"/>
                    </a:moveTo>
                    <a:cubicBezTo>
                      <a:pt x="2149" y="68252"/>
                      <a:pt x="1824" y="68208"/>
                      <a:pt x="1458" y="68142"/>
                    </a:cubicBezTo>
                    <a:cubicBezTo>
                      <a:pt x="239" y="67815"/>
                      <a:pt x="-371" y="66964"/>
                      <a:pt x="239" y="66287"/>
                    </a:cubicBezTo>
                    <a:lnTo>
                      <a:pt x="50470" y="4213"/>
                    </a:lnTo>
                    <a:lnTo>
                      <a:pt x="54940" y="851"/>
                    </a:lnTo>
                    <a:cubicBezTo>
                      <a:pt x="55428" y="524"/>
                      <a:pt x="56159" y="327"/>
                      <a:pt x="56972" y="327"/>
                    </a:cubicBezTo>
                    <a:lnTo>
                      <a:pt x="148250" y="0"/>
                    </a:lnTo>
                    <a:lnTo>
                      <a:pt x="148250" y="0"/>
                    </a:lnTo>
                    <a:cubicBezTo>
                      <a:pt x="149631" y="0"/>
                      <a:pt x="150769" y="633"/>
                      <a:pt x="150769" y="1375"/>
                    </a:cubicBezTo>
                    <a:cubicBezTo>
                      <a:pt x="150810" y="2183"/>
                      <a:pt x="149672" y="2816"/>
                      <a:pt x="148250" y="2816"/>
                    </a:cubicBezTo>
                    <a:lnTo>
                      <a:pt x="58273" y="3078"/>
                    </a:lnTo>
                    <a:lnTo>
                      <a:pt x="54859" y="5631"/>
                    </a:lnTo>
                    <a:lnTo>
                      <a:pt x="4872" y="67400"/>
                    </a:lnTo>
                    <a:cubicBezTo>
                      <a:pt x="4465" y="67924"/>
                      <a:pt x="3531" y="68252"/>
                      <a:pt x="2555" y="6825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59" name="Freeform: Shape 658">
                <a:extLst>
                  <a:ext uri="{FF2B5EF4-FFF2-40B4-BE49-F238E27FC236}">
                    <a16:creationId xmlns:a16="http://schemas.microsoft.com/office/drawing/2014/main" id="{767575E7-8C58-468C-B661-601B411CAAFC}"/>
                  </a:ext>
                </a:extLst>
              </p:cNvPr>
              <p:cNvSpPr/>
              <p:nvPr/>
            </p:nvSpPr>
            <p:spPr>
              <a:xfrm>
                <a:off x="0" y="5646175"/>
                <a:ext cx="1879487" cy="132454"/>
              </a:xfrm>
              <a:custGeom>
                <a:avLst/>
                <a:gdLst>
                  <a:gd name="connsiteX0" fmla="*/ 1876105 w 1879487"/>
                  <a:gd name="connsiteY0" fmla="*/ 52002 h 132454"/>
                  <a:gd name="connsiteX1" fmla="*/ 1857898 w 1879487"/>
                  <a:gd name="connsiteY1" fmla="*/ 54926 h 132454"/>
                  <a:gd name="connsiteX2" fmla="*/ 1825102 w 1879487"/>
                  <a:gd name="connsiteY2" fmla="*/ 54926 h 132454"/>
                  <a:gd name="connsiteX3" fmla="*/ 1798767 w 1879487"/>
                  <a:gd name="connsiteY3" fmla="*/ 55145 h 132454"/>
                  <a:gd name="connsiteX4" fmla="*/ 1769913 w 1879487"/>
                  <a:gd name="connsiteY4" fmla="*/ 55559 h 132454"/>
                  <a:gd name="connsiteX5" fmla="*/ 1680423 w 1879487"/>
                  <a:gd name="connsiteY5" fmla="*/ 55559 h 132454"/>
                  <a:gd name="connsiteX6" fmla="*/ 1653520 w 1879487"/>
                  <a:gd name="connsiteY6" fmla="*/ 57589 h 132454"/>
                  <a:gd name="connsiteX7" fmla="*/ 1604549 w 1879487"/>
                  <a:gd name="connsiteY7" fmla="*/ 54708 h 132454"/>
                  <a:gd name="connsiteX8" fmla="*/ 1603045 w 1879487"/>
                  <a:gd name="connsiteY8" fmla="*/ 53049 h 132454"/>
                  <a:gd name="connsiteX9" fmla="*/ 1600769 w 1879487"/>
                  <a:gd name="connsiteY9" fmla="*/ 52242 h 132454"/>
                  <a:gd name="connsiteX10" fmla="*/ 1589512 w 1879487"/>
                  <a:gd name="connsiteY10" fmla="*/ 52285 h 132454"/>
                  <a:gd name="connsiteX11" fmla="*/ 1498234 w 1879487"/>
                  <a:gd name="connsiteY11" fmla="*/ 47877 h 132454"/>
                  <a:gd name="connsiteX12" fmla="*/ 1406754 w 1879487"/>
                  <a:gd name="connsiteY12" fmla="*/ 41547 h 132454"/>
                  <a:gd name="connsiteX13" fmla="*/ 1377696 w 1879487"/>
                  <a:gd name="connsiteY13" fmla="*/ 40630 h 132454"/>
                  <a:gd name="connsiteX14" fmla="*/ 1347785 w 1879487"/>
                  <a:gd name="connsiteY14" fmla="*/ 40215 h 132454"/>
                  <a:gd name="connsiteX15" fmla="*/ 1318524 w 1879487"/>
                  <a:gd name="connsiteY15" fmla="*/ 43031 h 132454"/>
                  <a:gd name="connsiteX16" fmla="*/ 1226312 w 1879487"/>
                  <a:gd name="connsiteY16" fmla="*/ 29062 h 132454"/>
                  <a:gd name="connsiteX17" fmla="*/ 1133246 w 1879487"/>
                  <a:gd name="connsiteY17" fmla="*/ 16796 h 132454"/>
                  <a:gd name="connsiteX18" fmla="*/ 1040790 w 1879487"/>
                  <a:gd name="connsiteY18" fmla="*/ 12016 h 132454"/>
                  <a:gd name="connsiteX19" fmla="*/ 948172 w 1879487"/>
                  <a:gd name="connsiteY19" fmla="*/ 33 h 132454"/>
                  <a:gd name="connsiteX20" fmla="*/ 946749 w 1879487"/>
                  <a:gd name="connsiteY20" fmla="*/ 33 h 132454"/>
                  <a:gd name="connsiteX21" fmla="*/ 914522 w 1879487"/>
                  <a:gd name="connsiteY21" fmla="*/ 6166 h 132454"/>
                  <a:gd name="connsiteX22" fmla="*/ 881441 w 1879487"/>
                  <a:gd name="connsiteY22" fmla="*/ 10313 h 132454"/>
                  <a:gd name="connsiteX23" fmla="*/ 848197 w 1879487"/>
                  <a:gd name="connsiteY23" fmla="*/ 17079 h 132454"/>
                  <a:gd name="connsiteX24" fmla="*/ 815076 w 1879487"/>
                  <a:gd name="connsiteY24" fmla="*/ 23213 h 132454"/>
                  <a:gd name="connsiteX25" fmla="*/ 781263 w 1879487"/>
                  <a:gd name="connsiteY25" fmla="*/ 24980 h 132454"/>
                  <a:gd name="connsiteX26" fmla="*/ 746638 w 1879487"/>
                  <a:gd name="connsiteY26" fmla="*/ 25395 h 132454"/>
                  <a:gd name="connsiteX27" fmla="*/ 711159 w 1879487"/>
                  <a:gd name="connsiteY27" fmla="*/ 27905 h 132454"/>
                  <a:gd name="connsiteX28" fmla="*/ 676372 w 1879487"/>
                  <a:gd name="connsiteY28" fmla="*/ 35261 h 132454"/>
                  <a:gd name="connsiteX29" fmla="*/ 579730 w 1879487"/>
                  <a:gd name="connsiteY29" fmla="*/ 26356 h 132454"/>
                  <a:gd name="connsiteX30" fmla="*/ 578836 w 1879487"/>
                  <a:gd name="connsiteY30" fmla="*/ 26356 h 132454"/>
                  <a:gd name="connsiteX31" fmla="*/ 542747 w 1879487"/>
                  <a:gd name="connsiteY31" fmla="*/ 30044 h 132454"/>
                  <a:gd name="connsiteX32" fmla="*/ 508691 w 1879487"/>
                  <a:gd name="connsiteY32" fmla="*/ 31157 h 132454"/>
                  <a:gd name="connsiteX33" fmla="*/ 469311 w 1879487"/>
                  <a:gd name="connsiteY33" fmla="*/ 29302 h 132454"/>
                  <a:gd name="connsiteX34" fmla="*/ 370190 w 1879487"/>
                  <a:gd name="connsiteY34" fmla="*/ 20026 h 132454"/>
                  <a:gd name="connsiteX35" fmla="*/ 368198 w 1879487"/>
                  <a:gd name="connsiteY35" fmla="*/ 20288 h 132454"/>
                  <a:gd name="connsiteX36" fmla="*/ 329184 w 1879487"/>
                  <a:gd name="connsiteY36" fmla="*/ 37553 h 132454"/>
                  <a:gd name="connsiteX37" fmla="*/ 290007 w 1879487"/>
                  <a:gd name="connsiteY37" fmla="*/ 57808 h 132454"/>
                  <a:gd name="connsiteX38" fmla="*/ 250383 w 1879487"/>
                  <a:gd name="connsiteY38" fmla="*/ 73152 h 132454"/>
                  <a:gd name="connsiteX39" fmla="*/ 210434 w 1879487"/>
                  <a:gd name="connsiteY39" fmla="*/ 85615 h 132454"/>
                  <a:gd name="connsiteX40" fmla="*/ 170566 w 1879487"/>
                  <a:gd name="connsiteY40" fmla="*/ 91049 h 132454"/>
                  <a:gd name="connsiteX41" fmla="*/ 129520 w 1879487"/>
                  <a:gd name="connsiteY41" fmla="*/ 92970 h 132454"/>
                  <a:gd name="connsiteX42" fmla="*/ 128422 w 1879487"/>
                  <a:gd name="connsiteY42" fmla="*/ 93188 h 132454"/>
                  <a:gd name="connsiteX43" fmla="*/ 86644 w 1879487"/>
                  <a:gd name="connsiteY43" fmla="*/ 107310 h 132454"/>
                  <a:gd name="connsiteX44" fmla="*/ 44338 w 1879487"/>
                  <a:gd name="connsiteY44" fmla="*/ 119031 h 132454"/>
                  <a:gd name="connsiteX45" fmla="*/ 1422 w 1879487"/>
                  <a:gd name="connsiteY45" fmla="*/ 129159 h 132454"/>
                  <a:gd name="connsiteX46" fmla="*/ 0 w 1879487"/>
                  <a:gd name="connsiteY46" fmla="*/ 129420 h 132454"/>
                  <a:gd name="connsiteX47" fmla="*/ 0 w 1879487"/>
                  <a:gd name="connsiteY47" fmla="*/ 132454 h 132454"/>
                  <a:gd name="connsiteX48" fmla="*/ 3332 w 1879487"/>
                  <a:gd name="connsiteY48" fmla="*/ 131756 h 132454"/>
                  <a:gd name="connsiteX49" fmla="*/ 46452 w 1879487"/>
                  <a:gd name="connsiteY49" fmla="*/ 121585 h 132454"/>
                  <a:gd name="connsiteX50" fmla="*/ 89124 w 1879487"/>
                  <a:gd name="connsiteY50" fmla="*/ 109755 h 132454"/>
                  <a:gd name="connsiteX51" fmla="*/ 130536 w 1879487"/>
                  <a:gd name="connsiteY51" fmla="*/ 95742 h 132454"/>
                  <a:gd name="connsiteX52" fmla="*/ 171379 w 1879487"/>
                  <a:gd name="connsiteY52" fmla="*/ 93778 h 132454"/>
                  <a:gd name="connsiteX53" fmla="*/ 211978 w 1879487"/>
                  <a:gd name="connsiteY53" fmla="*/ 88299 h 132454"/>
                  <a:gd name="connsiteX54" fmla="*/ 212628 w 1879487"/>
                  <a:gd name="connsiteY54" fmla="*/ 88190 h 132454"/>
                  <a:gd name="connsiteX55" fmla="*/ 253106 w 1879487"/>
                  <a:gd name="connsiteY55" fmla="*/ 75553 h 132454"/>
                  <a:gd name="connsiteX56" fmla="*/ 293177 w 1879487"/>
                  <a:gd name="connsiteY56" fmla="*/ 59990 h 132454"/>
                  <a:gd name="connsiteX57" fmla="*/ 332516 w 1879487"/>
                  <a:gd name="connsiteY57" fmla="*/ 39692 h 132454"/>
                  <a:gd name="connsiteX58" fmla="*/ 370474 w 1879487"/>
                  <a:gd name="connsiteY58" fmla="*/ 22907 h 132454"/>
                  <a:gd name="connsiteX59" fmla="*/ 468660 w 1879487"/>
                  <a:gd name="connsiteY59" fmla="*/ 32118 h 132454"/>
                  <a:gd name="connsiteX60" fmla="*/ 508650 w 1879487"/>
                  <a:gd name="connsiteY60" fmla="*/ 33973 h 132454"/>
                  <a:gd name="connsiteX61" fmla="*/ 543316 w 1879487"/>
                  <a:gd name="connsiteY61" fmla="*/ 32794 h 132454"/>
                  <a:gd name="connsiteX62" fmla="*/ 579283 w 1879487"/>
                  <a:gd name="connsiteY62" fmla="*/ 29171 h 132454"/>
                  <a:gd name="connsiteX63" fmla="*/ 676168 w 1879487"/>
                  <a:gd name="connsiteY63" fmla="*/ 38076 h 132454"/>
                  <a:gd name="connsiteX64" fmla="*/ 677469 w 1879487"/>
                  <a:gd name="connsiteY64" fmla="*/ 38011 h 132454"/>
                  <a:gd name="connsiteX65" fmla="*/ 712338 w 1879487"/>
                  <a:gd name="connsiteY65" fmla="*/ 30612 h 132454"/>
                  <a:gd name="connsiteX66" fmla="*/ 746923 w 1879487"/>
                  <a:gd name="connsiteY66" fmla="*/ 28211 h 132454"/>
                  <a:gd name="connsiteX67" fmla="*/ 781507 w 1879487"/>
                  <a:gd name="connsiteY67" fmla="*/ 27796 h 132454"/>
                  <a:gd name="connsiteX68" fmla="*/ 816092 w 1879487"/>
                  <a:gd name="connsiteY68" fmla="*/ 25941 h 132454"/>
                  <a:gd name="connsiteX69" fmla="*/ 849823 w 1879487"/>
                  <a:gd name="connsiteY69" fmla="*/ 19764 h 132454"/>
                  <a:gd name="connsiteX70" fmla="*/ 882863 w 1879487"/>
                  <a:gd name="connsiteY70" fmla="*/ 13041 h 132454"/>
                  <a:gd name="connsiteX71" fmla="*/ 915904 w 1879487"/>
                  <a:gd name="connsiteY71" fmla="*/ 8872 h 132454"/>
                  <a:gd name="connsiteX72" fmla="*/ 947765 w 1879487"/>
                  <a:gd name="connsiteY72" fmla="*/ 2848 h 132454"/>
                  <a:gd name="connsiteX73" fmla="*/ 1039978 w 1879487"/>
                  <a:gd name="connsiteY73" fmla="*/ 14787 h 132454"/>
                  <a:gd name="connsiteX74" fmla="*/ 1132515 w 1879487"/>
                  <a:gd name="connsiteY74" fmla="*/ 19589 h 132454"/>
                  <a:gd name="connsiteX75" fmla="*/ 1225133 w 1879487"/>
                  <a:gd name="connsiteY75" fmla="*/ 31790 h 132454"/>
                  <a:gd name="connsiteX76" fmla="*/ 1317793 w 1879487"/>
                  <a:gd name="connsiteY76" fmla="*/ 45803 h 132454"/>
                  <a:gd name="connsiteX77" fmla="*/ 1318890 w 1879487"/>
                  <a:gd name="connsiteY77" fmla="*/ 45847 h 132454"/>
                  <a:gd name="connsiteX78" fmla="*/ 1348191 w 1879487"/>
                  <a:gd name="connsiteY78" fmla="*/ 42966 h 132454"/>
                  <a:gd name="connsiteX79" fmla="*/ 1377493 w 1879487"/>
                  <a:gd name="connsiteY79" fmla="*/ 43446 h 132454"/>
                  <a:gd name="connsiteX80" fmla="*/ 1406388 w 1879487"/>
                  <a:gd name="connsiteY80" fmla="*/ 44297 h 132454"/>
                  <a:gd name="connsiteX81" fmla="*/ 1497747 w 1879487"/>
                  <a:gd name="connsiteY81" fmla="*/ 50648 h 132454"/>
                  <a:gd name="connsiteX82" fmla="*/ 1589390 w 1879487"/>
                  <a:gd name="connsiteY82" fmla="*/ 55123 h 132454"/>
                  <a:gd name="connsiteX83" fmla="*/ 1599265 w 1879487"/>
                  <a:gd name="connsiteY83" fmla="*/ 55057 h 132454"/>
                  <a:gd name="connsiteX84" fmla="*/ 1600688 w 1879487"/>
                  <a:gd name="connsiteY84" fmla="*/ 56651 h 132454"/>
                  <a:gd name="connsiteX85" fmla="*/ 1602720 w 1879487"/>
                  <a:gd name="connsiteY85" fmla="*/ 57393 h 132454"/>
                  <a:gd name="connsiteX86" fmla="*/ 1653642 w 1879487"/>
                  <a:gd name="connsiteY86" fmla="*/ 60318 h 132454"/>
                  <a:gd name="connsiteX87" fmla="*/ 1680830 w 1879487"/>
                  <a:gd name="connsiteY87" fmla="*/ 58353 h 132454"/>
                  <a:gd name="connsiteX88" fmla="*/ 1770075 w 1879487"/>
                  <a:gd name="connsiteY88" fmla="*/ 58353 h 132454"/>
                  <a:gd name="connsiteX89" fmla="*/ 1798970 w 1879487"/>
                  <a:gd name="connsiteY89" fmla="*/ 57873 h 132454"/>
                  <a:gd name="connsiteX90" fmla="*/ 1825224 w 1879487"/>
                  <a:gd name="connsiteY90" fmla="*/ 57698 h 132454"/>
                  <a:gd name="connsiteX91" fmla="*/ 1858345 w 1879487"/>
                  <a:gd name="connsiteY91" fmla="*/ 57698 h 132454"/>
                  <a:gd name="connsiteX92" fmla="*/ 1859036 w 1879487"/>
                  <a:gd name="connsiteY92" fmla="*/ 57655 h 132454"/>
                  <a:gd name="connsiteX93" fmla="*/ 1877649 w 1879487"/>
                  <a:gd name="connsiteY93" fmla="*/ 54621 h 132454"/>
                  <a:gd name="connsiteX94" fmla="*/ 1879397 w 1879487"/>
                  <a:gd name="connsiteY94" fmla="*/ 52853 h 132454"/>
                  <a:gd name="connsiteX95" fmla="*/ 1876227 w 1879487"/>
                  <a:gd name="connsiteY95" fmla="*/ 51958 h 132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879487" h="132454">
                    <a:moveTo>
                      <a:pt x="1876105" y="52002"/>
                    </a:moveTo>
                    <a:lnTo>
                      <a:pt x="1857898" y="54926"/>
                    </a:lnTo>
                    <a:lnTo>
                      <a:pt x="1825102" y="54926"/>
                    </a:lnTo>
                    <a:lnTo>
                      <a:pt x="1798767" y="55145"/>
                    </a:lnTo>
                    <a:lnTo>
                      <a:pt x="1769913" y="55559"/>
                    </a:lnTo>
                    <a:lnTo>
                      <a:pt x="1680423" y="55559"/>
                    </a:lnTo>
                    <a:lnTo>
                      <a:pt x="1653520" y="57589"/>
                    </a:lnTo>
                    <a:lnTo>
                      <a:pt x="1604549" y="54708"/>
                    </a:lnTo>
                    <a:lnTo>
                      <a:pt x="1603045" y="53049"/>
                    </a:lnTo>
                    <a:cubicBezTo>
                      <a:pt x="1602598" y="52569"/>
                      <a:pt x="1601704" y="52242"/>
                      <a:pt x="1600769" y="52242"/>
                    </a:cubicBezTo>
                    <a:lnTo>
                      <a:pt x="1589512" y="52285"/>
                    </a:lnTo>
                    <a:lnTo>
                      <a:pt x="1498234" y="47877"/>
                    </a:lnTo>
                    <a:lnTo>
                      <a:pt x="1406754" y="41547"/>
                    </a:lnTo>
                    <a:lnTo>
                      <a:pt x="1377696" y="40630"/>
                    </a:lnTo>
                    <a:lnTo>
                      <a:pt x="1347785" y="40215"/>
                    </a:lnTo>
                    <a:lnTo>
                      <a:pt x="1318524" y="43031"/>
                    </a:lnTo>
                    <a:lnTo>
                      <a:pt x="1226312" y="29062"/>
                    </a:lnTo>
                    <a:lnTo>
                      <a:pt x="1133246" y="16796"/>
                    </a:lnTo>
                    <a:lnTo>
                      <a:pt x="1040790" y="12016"/>
                    </a:lnTo>
                    <a:lnTo>
                      <a:pt x="948172" y="33"/>
                    </a:lnTo>
                    <a:cubicBezTo>
                      <a:pt x="947684" y="-11"/>
                      <a:pt x="947237" y="-11"/>
                      <a:pt x="946749" y="33"/>
                    </a:cubicBezTo>
                    <a:lnTo>
                      <a:pt x="914522" y="6166"/>
                    </a:lnTo>
                    <a:lnTo>
                      <a:pt x="881441" y="10313"/>
                    </a:lnTo>
                    <a:lnTo>
                      <a:pt x="848197" y="17079"/>
                    </a:lnTo>
                    <a:lnTo>
                      <a:pt x="815076" y="23213"/>
                    </a:lnTo>
                    <a:lnTo>
                      <a:pt x="781263" y="24980"/>
                    </a:lnTo>
                    <a:lnTo>
                      <a:pt x="746638" y="25395"/>
                    </a:lnTo>
                    <a:lnTo>
                      <a:pt x="711159" y="27905"/>
                    </a:lnTo>
                    <a:lnTo>
                      <a:pt x="676372" y="35261"/>
                    </a:lnTo>
                    <a:lnTo>
                      <a:pt x="579730" y="26356"/>
                    </a:lnTo>
                    <a:cubicBezTo>
                      <a:pt x="579445" y="26312"/>
                      <a:pt x="579120" y="26312"/>
                      <a:pt x="578836" y="26356"/>
                    </a:cubicBezTo>
                    <a:lnTo>
                      <a:pt x="542747" y="30044"/>
                    </a:lnTo>
                    <a:lnTo>
                      <a:pt x="508691" y="31157"/>
                    </a:lnTo>
                    <a:lnTo>
                      <a:pt x="469311" y="29302"/>
                    </a:lnTo>
                    <a:lnTo>
                      <a:pt x="370190" y="20026"/>
                    </a:lnTo>
                    <a:cubicBezTo>
                      <a:pt x="369458" y="19917"/>
                      <a:pt x="368767" y="20026"/>
                      <a:pt x="368198" y="20288"/>
                    </a:cubicBezTo>
                    <a:lnTo>
                      <a:pt x="329184" y="37553"/>
                    </a:lnTo>
                    <a:lnTo>
                      <a:pt x="290007" y="57808"/>
                    </a:lnTo>
                    <a:lnTo>
                      <a:pt x="250383" y="73152"/>
                    </a:lnTo>
                    <a:lnTo>
                      <a:pt x="210434" y="85615"/>
                    </a:lnTo>
                    <a:lnTo>
                      <a:pt x="170566" y="91049"/>
                    </a:lnTo>
                    <a:lnTo>
                      <a:pt x="129520" y="92970"/>
                    </a:lnTo>
                    <a:cubicBezTo>
                      <a:pt x="129113" y="93014"/>
                      <a:pt x="128788" y="93079"/>
                      <a:pt x="128422" y="93188"/>
                    </a:cubicBezTo>
                    <a:lnTo>
                      <a:pt x="86644" y="107310"/>
                    </a:lnTo>
                    <a:lnTo>
                      <a:pt x="44338" y="119031"/>
                    </a:lnTo>
                    <a:lnTo>
                      <a:pt x="1422" y="129159"/>
                    </a:lnTo>
                    <a:lnTo>
                      <a:pt x="0" y="129420"/>
                    </a:lnTo>
                    <a:lnTo>
                      <a:pt x="0" y="132454"/>
                    </a:lnTo>
                    <a:lnTo>
                      <a:pt x="3332" y="131756"/>
                    </a:lnTo>
                    <a:lnTo>
                      <a:pt x="46452" y="121585"/>
                    </a:lnTo>
                    <a:lnTo>
                      <a:pt x="89124" y="109755"/>
                    </a:lnTo>
                    <a:lnTo>
                      <a:pt x="130536" y="95742"/>
                    </a:lnTo>
                    <a:lnTo>
                      <a:pt x="171379" y="93778"/>
                    </a:lnTo>
                    <a:lnTo>
                      <a:pt x="211978" y="88299"/>
                    </a:lnTo>
                    <a:cubicBezTo>
                      <a:pt x="211978" y="88299"/>
                      <a:pt x="212425" y="88234"/>
                      <a:pt x="212628" y="88190"/>
                    </a:cubicBezTo>
                    <a:lnTo>
                      <a:pt x="253106" y="75553"/>
                    </a:lnTo>
                    <a:lnTo>
                      <a:pt x="293177" y="59990"/>
                    </a:lnTo>
                    <a:lnTo>
                      <a:pt x="332516" y="39692"/>
                    </a:lnTo>
                    <a:lnTo>
                      <a:pt x="370474" y="22907"/>
                    </a:lnTo>
                    <a:lnTo>
                      <a:pt x="468660" y="32118"/>
                    </a:lnTo>
                    <a:lnTo>
                      <a:pt x="508650" y="33973"/>
                    </a:lnTo>
                    <a:lnTo>
                      <a:pt x="543316" y="32794"/>
                    </a:lnTo>
                    <a:lnTo>
                      <a:pt x="579283" y="29171"/>
                    </a:lnTo>
                    <a:lnTo>
                      <a:pt x="676168" y="38076"/>
                    </a:lnTo>
                    <a:cubicBezTo>
                      <a:pt x="676575" y="38142"/>
                      <a:pt x="677062" y="38076"/>
                      <a:pt x="677469" y="38011"/>
                    </a:cubicBezTo>
                    <a:lnTo>
                      <a:pt x="712338" y="30612"/>
                    </a:lnTo>
                    <a:lnTo>
                      <a:pt x="746923" y="28211"/>
                    </a:lnTo>
                    <a:lnTo>
                      <a:pt x="781507" y="27796"/>
                    </a:lnTo>
                    <a:lnTo>
                      <a:pt x="816092" y="25941"/>
                    </a:lnTo>
                    <a:lnTo>
                      <a:pt x="849823" y="19764"/>
                    </a:lnTo>
                    <a:lnTo>
                      <a:pt x="882863" y="13041"/>
                    </a:lnTo>
                    <a:lnTo>
                      <a:pt x="915904" y="8872"/>
                    </a:lnTo>
                    <a:lnTo>
                      <a:pt x="947765" y="2848"/>
                    </a:lnTo>
                    <a:lnTo>
                      <a:pt x="1039978" y="14787"/>
                    </a:lnTo>
                    <a:lnTo>
                      <a:pt x="1132515" y="19589"/>
                    </a:lnTo>
                    <a:lnTo>
                      <a:pt x="1225133" y="31790"/>
                    </a:lnTo>
                    <a:lnTo>
                      <a:pt x="1317793" y="45803"/>
                    </a:lnTo>
                    <a:cubicBezTo>
                      <a:pt x="1318158" y="45847"/>
                      <a:pt x="1318565" y="45847"/>
                      <a:pt x="1318890" y="45847"/>
                    </a:cubicBezTo>
                    <a:lnTo>
                      <a:pt x="1348191" y="42966"/>
                    </a:lnTo>
                    <a:lnTo>
                      <a:pt x="1377493" y="43446"/>
                    </a:lnTo>
                    <a:lnTo>
                      <a:pt x="1406388" y="44297"/>
                    </a:lnTo>
                    <a:lnTo>
                      <a:pt x="1497747" y="50648"/>
                    </a:lnTo>
                    <a:lnTo>
                      <a:pt x="1589390" y="55123"/>
                    </a:lnTo>
                    <a:lnTo>
                      <a:pt x="1599265" y="55057"/>
                    </a:lnTo>
                    <a:lnTo>
                      <a:pt x="1600688" y="56651"/>
                    </a:lnTo>
                    <a:cubicBezTo>
                      <a:pt x="1601094" y="57065"/>
                      <a:pt x="1601826" y="57349"/>
                      <a:pt x="1602720" y="57393"/>
                    </a:cubicBezTo>
                    <a:lnTo>
                      <a:pt x="1653642" y="60318"/>
                    </a:lnTo>
                    <a:lnTo>
                      <a:pt x="1680830" y="58353"/>
                    </a:lnTo>
                    <a:lnTo>
                      <a:pt x="1770075" y="58353"/>
                    </a:lnTo>
                    <a:lnTo>
                      <a:pt x="1798970" y="57873"/>
                    </a:lnTo>
                    <a:lnTo>
                      <a:pt x="1825224" y="57698"/>
                    </a:lnTo>
                    <a:lnTo>
                      <a:pt x="1858345" y="57698"/>
                    </a:lnTo>
                    <a:cubicBezTo>
                      <a:pt x="1858589" y="57698"/>
                      <a:pt x="1858833" y="57698"/>
                      <a:pt x="1859036" y="57655"/>
                    </a:cubicBezTo>
                    <a:lnTo>
                      <a:pt x="1877649" y="54621"/>
                    </a:lnTo>
                    <a:cubicBezTo>
                      <a:pt x="1878990" y="54403"/>
                      <a:pt x="1879763" y="53595"/>
                      <a:pt x="1879397" y="52853"/>
                    </a:cubicBezTo>
                    <a:cubicBezTo>
                      <a:pt x="1878990" y="52155"/>
                      <a:pt x="1877568" y="51740"/>
                      <a:pt x="1876227" y="5195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0" name="Freeform: Shape 659">
                <a:extLst>
                  <a:ext uri="{FF2B5EF4-FFF2-40B4-BE49-F238E27FC236}">
                    <a16:creationId xmlns:a16="http://schemas.microsoft.com/office/drawing/2014/main" id="{915C11D3-1FAA-4E09-8DFB-92009F2D0299}"/>
                  </a:ext>
                </a:extLst>
              </p:cNvPr>
              <p:cNvSpPr/>
              <p:nvPr/>
            </p:nvSpPr>
            <p:spPr>
              <a:xfrm>
                <a:off x="0" y="5906258"/>
                <a:ext cx="1365927" cy="79046"/>
              </a:xfrm>
              <a:custGeom>
                <a:avLst/>
                <a:gdLst>
                  <a:gd name="connsiteX0" fmla="*/ 1363188 w 1365927"/>
                  <a:gd name="connsiteY0" fmla="*/ 57 h 79046"/>
                  <a:gd name="connsiteX1" fmla="*/ 1324945 w 1365927"/>
                  <a:gd name="connsiteY1" fmla="*/ 2458 h 79046"/>
                  <a:gd name="connsiteX2" fmla="*/ 1323279 w 1365927"/>
                  <a:gd name="connsiteY2" fmla="*/ 2938 h 79046"/>
                  <a:gd name="connsiteX3" fmla="*/ 1284346 w 1365927"/>
                  <a:gd name="connsiteY3" fmla="*/ 29413 h 79046"/>
                  <a:gd name="connsiteX4" fmla="*/ 1164011 w 1365927"/>
                  <a:gd name="connsiteY4" fmla="*/ 44277 h 79046"/>
                  <a:gd name="connsiteX5" fmla="*/ 1042863 w 1365927"/>
                  <a:gd name="connsiteY5" fmla="*/ 53925 h 79046"/>
                  <a:gd name="connsiteX6" fmla="*/ 921837 w 1365927"/>
                  <a:gd name="connsiteY6" fmla="*/ 60363 h 79046"/>
                  <a:gd name="connsiteX7" fmla="*/ 800811 w 1365927"/>
                  <a:gd name="connsiteY7" fmla="*/ 65471 h 79046"/>
                  <a:gd name="connsiteX8" fmla="*/ 679989 w 1365927"/>
                  <a:gd name="connsiteY8" fmla="*/ 69683 h 79046"/>
                  <a:gd name="connsiteX9" fmla="*/ 559044 w 1365927"/>
                  <a:gd name="connsiteY9" fmla="*/ 71932 h 79046"/>
                  <a:gd name="connsiteX10" fmla="*/ 438424 w 1365927"/>
                  <a:gd name="connsiteY10" fmla="*/ 76253 h 79046"/>
                  <a:gd name="connsiteX11" fmla="*/ 317886 w 1365927"/>
                  <a:gd name="connsiteY11" fmla="*/ 74551 h 79046"/>
                  <a:gd name="connsiteX12" fmla="*/ 197510 w 1365927"/>
                  <a:gd name="connsiteY12" fmla="*/ 70185 h 79046"/>
                  <a:gd name="connsiteX13" fmla="*/ 0 w 1365927"/>
                  <a:gd name="connsiteY13" fmla="*/ 59032 h 79046"/>
                  <a:gd name="connsiteX14" fmla="*/ 0 w 1365927"/>
                  <a:gd name="connsiteY14" fmla="*/ 61848 h 79046"/>
                  <a:gd name="connsiteX15" fmla="*/ 197023 w 1365927"/>
                  <a:gd name="connsiteY15" fmla="*/ 72979 h 79046"/>
                  <a:gd name="connsiteX16" fmla="*/ 317602 w 1365927"/>
                  <a:gd name="connsiteY16" fmla="*/ 77345 h 79046"/>
                  <a:gd name="connsiteX17" fmla="*/ 438424 w 1365927"/>
                  <a:gd name="connsiteY17" fmla="*/ 79047 h 79046"/>
                  <a:gd name="connsiteX18" fmla="*/ 559166 w 1365927"/>
                  <a:gd name="connsiteY18" fmla="*/ 74725 h 79046"/>
                  <a:gd name="connsiteX19" fmla="*/ 680110 w 1365927"/>
                  <a:gd name="connsiteY19" fmla="*/ 72477 h 79046"/>
                  <a:gd name="connsiteX20" fmla="*/ 801096 w 1365927"/>
                  <a:gd name="connsiteY20" fmla="*/ 68265 h 79046"/>
                  <a:gd name="connsiteX21" fmla="*/ 922122 w 1365927"/>
                  <a:gd name="connsiteY21" fmla="*/ 63157 h 79046"/>
                  <a:gd name="connsiteX22" fmla="*/ 1043351 w 1365927"/>
                  <a:gd name="connsiteY22" fmla="*/ 56653 h 79046"/>
                  <a:gd name="connsiteX23" fmla="*/ 1164742 w 1365927"/>
                  <a:gd name="connsiteY23" fmla="*/ 47006 h 79046"/>
                  <a:gd name="connsiteX24" fmla="*/ 1286134 w 1365927"/>
                  <a:gd name="connsiteY24" fmla="*/ 31989 h 79046"/>
                  <a:gd name="connsiteX25" fmla="*/ 1287557 w 1365927"/>
                  <a:gd name="connsiteY25" fmla="*/ 31509 h 79046"/>
                  <a:gd name="connsiteX26" fmla="*/ 1326408 w 1365927"/>
                  <a:gd name="connsiteY26" fmla="*/ 5142 h 79046"/>
                  <a:gd name="connsiteX27" fmla="*/ 1363675 w 1365927"/>
                  <a:gd name="connsiteY27" fmla="*/ 2785 h 79046"/>
                  <a:gd name="connsiteX28" fmla="*/ 1365910 w 1365927"/>
                  <a:gd name="connsiteY28" fmla="*/ 1235 h 79046"/>
                  <a:gd name="connsiteX29" fmla="*/ 1363106 w 1365927"/>
                  <a:gd name="connsiteY29" fmla="*/ 13 h 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65927" h="79046">
                    <a:moveTo>
                      <a:pt x="1363188" y="57"/>
                    </a:moveTo>
                    <a:lnTo>
                      <a:pt x="1324945" y="2458"/>
                    </a:lnTo>
                    <a:cubicBezTo>
                      <a:pt x="1324254" y="2501"/>
                      <a:pt x="1323645" y="2676"/>
                      <a:pt x="1323279" y="2938"/>
                    </a:cubicBezTo>
                    <a:lnTo>
                      <a:pt x="1284346" y="29413"/>
                    </a:lnTo>
                    <a:lnTo>
                      <a:pt x="1164011" y="44277"/>
                    </a:lnTo>
                    <a:lnTo>
                      <a:pt x="1042863" y="53925"/>
                    </a:lnTo>
                    <a:lnTo>
                      <a:pt x="921837" y="60363"/>
                    </a:lnTo>
                    <a:lnTo>
                      <a:pt x="800811" y="65471"/>
                    </a:lnTo>
                    <a:lnTo>
                      <a:pt x="679989" y="69683"/>
                    </a:lnTo>
                    <a:lnTo>
                      <a:pt x="559044" y="71932"/>
                    </a:lnTo>
                    <a:lnTo>
                      <a:pt x="438424" y="76253"/>
                    </a:lnTo>
                    <a:lnTo>
                      <a:pt x="317886" y="74551"/>
                    </a:lnTo>
                    <a:lnTo>
                      <a:pt x="197510" y="70185"/>
                    </a:lnTo>
                    <a:lnTo>
                      <a:pt x="0" y="59032"/>
                    </a:lnTo>
                    <a:lnTo>
                      <a:pt x="0" y="61848"/>
                    </a:lnTo>
                    <a:lnTo>
                      <a:pt x="197023" y="72979"/>
                    </a:lnTo>
                    <a:lnTo>
                      <a:pt x="317602" y="77345"/>
                    </a:lnTo>
                    <a:lnTo>
                      <a:pt x="438424" y="79047"/>
                    </a:lnTo>
                    <a:lnTo>
                      <a:pt x="559166" y="74725"/>
                    </a:lnTo>
                    <a:lnTo>
                      <a:pt x="680110" y="72477"/>
                    </a:lnTo>
                    <a:lnTo>
                      <a:pt x="801096" y="68265"/>
                    </a:lnTo>
                    <a:lnTo>
                      <a:pt x="922122" y="63157"/>
                    </a:lnTo>
                    <a:lnTo>
                      <a:pt x="1043351" y="56653"/>
                    </a:lnTo>
                    <a:lnTo>
                      <a:pt x="1164742" y="47006"/>
                    </a:lnTo>
                    <a:lnTo>
                      <a:pt x="1286134" y="31989"/>
                    </a:lnTo>
                    <a:cubicBezTo>
                      <a:pt x="1286744" y="31923"/>
                      <a:pt x="1287231" y="31771"/>
                      <a:pt x="1287557" y="31509"/>
                    </a:cubicBezTo>
                    <a:lnTo>
                      <a:pt x="1326408" y="5142"/>
                    </a:lnTo>
                    <a:lnTo>
                      <a:pt x="1363675" y="2785"/>
                    </a:lnTo>
                    <a:cubicBezTo>
                      <a:pt x="1365057" y="2741"/>
                      <a:pt x="1366073" y="2043"/>
                      <a:pt x="1365910" y="1235"/>
                    </a:cubicBezTo>
                    <a:cubicBezTo>
                      <a:pt x="1365789" y="493"/>
                      <a:pt x="1364366" y="-96"/>
                      <a:pt x="1363106" y="1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1" name="Freeform: Shape 660">
                <a:extLst>
                  <a:ext uri="{FF2B5EF4-FFF2-40B4-BE49-F238E27FC236}">
                    <a16:creationId xmlns:a16="http://schemas.microsoft.com/office/drawing/2014/main" id="{484DB2F4-110A-41EF-8493-ABB93538D59B}"/>
                  </a:ext>
                </a:extLst>
              </p:cNvPr>
              <p:cNvSpPr/>
              <p:nvPr/>
            </p:nvSpPr>
            <p:spPr>
              <a:xfrm>
                <a:off x="5302473" y="6076758"/>
                <a:ext cx="2880878" cy="7377"/>
              </a:xfrm>
              <a:custGeom>
                <a:avLst/>
                <a:gdLst>
                  <a:gd name="connsiteX0" fmla="*/ 2878318 w 2880878"/>
                  <a:gd name="connsiteY0" fmla="*/ 7377 h 7377"/>
                  <a:gd name="connsiteX1" fmla="*/ 2878318 w 2880878"/>
                  <a:gd name="connsiteY1" fmla="*/ 7377 h 7377"/>
                  <a:gd name="connsiteX2" fmla="*/ 4826 w 2880878"/>
                  <a:gd name="connsiteY2" fmla="*/ 2837 h 7377"/>
                  <a:gd name="connsiteX3" fmla="*/ 4663 w 2880878"/>
                  <a:gd name="connsiteY3" fmla="*/ 2990 h 7377"/>
                  <a:gd name="connsiteX4" fmla="*/ 1168 w 2880878"/>
                  <a:gd name="connsiteY4" fmla="*/ 3427 h 7377"/>
                  <a:gd name="connsiteX5" fmla="*/ 437 w 2880878"/>
                  <a:gd name="connsiteY5" fmla="*/ 1506 h 7377"/>
                  <a:gd name="connsiteX6" fmla="*/ 1331 w 2880878"/>
                  <a:gd name="connsiteY6" fmla="*/ 698 h 7377"/>
                  <a:gd name="connsiteX7" fmla="*/ 3444 w 2880878"/>
                  <a:gd name="connsiteY7" fmla="*/ 0 h 7377"/>
                  <a:gd name="connsiteX8" fmla="*/ 3444 w 2880878"/>
                  <a:gd name="connsiteY8" fmla="*/ 0 h 7377"/>
                  <a:gd name="connsiteX9" fmla="*/ 2878318 w 2880878"/>
                  <a:gd name="connsiteY9" fmla="*/ 4540 h 7377"/>
                  <a:gd name="connsiteX10" fmla="*/ 2880878 w 2880878"/>
                  <a:gd name="connsiteY10" fmla="*/ 5915 h 7377"/>
                  <a:gd name="connsiteX11" fmla="*/ 2878318 w 2880878"/>
                  <a:gd name="connsiteY11" fmla="*/ 7356 h 7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0878" h="7377">
                    <a:moveTo>
                      <a:pt x="2878318" y="7377"/>
                    </a:moveTo>
                    <a:lnTo>
                      <a:pt x="2878318" y="7377"/>
                    </a:lnTo>
                    <a:lnTo>
                      <a:pt x="4826" y="2837"/>
                    </a:lnTo>
                    <a:lnTo>
                      <a:pt x="4663" y="2990"/>
                    </a:lnTo>
                    <a:cubicBezTo>
                      <a:pt x="3932" y="3623"/>
                      <a:pt x="2347" y="3841"/>
                      <a:pt x="1168" y="3427"/>
                    </a:cubicBezTo>
                    <a:cubicBezTo>
                      <a:pt x="-10" y="2990"/>
                      <a:pt x="-376" y="2139"/>
                      <a:pt x="437" y="1506"/>
                    </a:cubicBezTo>
                    <a:lnTo>
                      <a:pt x="1331" y="698"/>
                    </a:lnTo>
                    <a:cubicBezTo>
                      <a:pt x="1818" y="262"/>
                      <a:pt x="2631" y="0"/>
                      <a:pt x="3444" y="0"/>
                    </a:cubicBezTo>
                    <a:lnTo>
                      <a:pt x="3444" y="0"/>
                    </a:lnTo>
                    <a:lnTo>
                      <a:pt x="2878318" y="4540"/>
                    </a:lnTo>
                    <a:cubicBezTo>
                      <a:pt x="2879699" y="4540"/>
                      <a:pt x="2880878" y="5173"/>
                      <a:pt x="2880878" y="5915"/>
                    </a:cubicBezTo>
                    <a:cubicBezTo>
                      <a:pt x="2880878" y="6723"/>
                      <a:pt x="2879699" y="7356"/>
                      <a:pt x="2878318" y="73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2" name="Freeform: Shape 661">
                <a:extLst>
                  <a:ext uri="{FF2B5EF4-FFF2-40B4-BE49-F238E27FC236}">
                    <a16:creationId xmlns:a16="http://schemas.microsoft.com/office/drawing/2014/main" id="{5D92AC5C-F263-448C-A476-F03A88FCD9D4}"/>
                  </a:ext>
                </a:extLst>
              </p:cNvPr>
              <p:cNvSpPr/>
              <p:nvPr/>
            </p:nvSpPr>
            <p:spPr>
              <a:xfrm>
                <a:off x="9030260" y="5812810"/>
                <a:ext cx="3161780" cy="245240"/>
              </a:xfrm>
              <a:custGeom>
                <a:avLst/>
                <a:gdLst>
                  <a:gd name="connsiteX0" fmla="*/ 3161740 w 3161780"/>
                  <a:gd name="connsiteY0" fmla="*/ 240354 h 245240"/>
                  <a:gd name="connsiteX1" fmla="*/ 3140119 w 3161780"/>
                  <a:gd name="connsiteY1" fmla="*/ 242231 h 245240"/>
                  <a:gd name="connsiteX2" fmla="*/ 3103502 w 3161780"/>
                  <a:gd name="connsiteY2" fmla="*/ 227520 h 245240"/>
                  <a:gd name="connsiteX3" fmla="*/ 3102812 w 3161780"/>
                  <a:gd name="connsiteY3" fmla="*/ 227302 h 245240"/>
                  <a:gd name="connsiteX4" fmla="*/ 3065910 w 3161780"/>
                  <a:gd name="connsiteY4" fmla="*/ 220011 h 245240"/>
                  <a:gd name="connsiteX5" fmla="*/ 3064731 w 3161780"/>
                  <a:gd name="connsiteY5" fmla="*/ 219902 h 245240"/>
                  <a:gd name="connsiteX6" fmla="*/ 2966301 w 3161780"/>
                  <a:gd name="connsiteY6" fmla="*/ 228175 h 245240"/>
                  <a:gd name="connsiteX7" fmla="*/ 2931189 w 3161780"/>
                  <a:gd name="connsiteY7" fmla="*/ 221889 h 245240"/>
                  <a:gd name="connsiteX8" fmla="*/ 2896157 w 3161780"/>
                  <a:gd name="connsiteY8" fmla="*/ 214970 h 245240"/>
                  <a:gd name="connsiteX9" fmla="*/ 2861735 w 3161780"/>
                  <a:gd name="connsiteY9" fmla="*/ 206021 h 245240"/>
                  <a:gd name="connsiteX10" fmla="*/ 2827191 w 3161780"/>
                  <a:gd name="connsiteY10" fmla="*/ 191899 h 245240"/>
                  <a:gd name="connsiteX11" fmla="*/ 2793054 w 3161780"/>
                  <a:gd name="connsiteY11" fmla="*/ 175856 h 245240"/>
                  <a:gd name="connsiteX12" fmla="*/ 2759119 w 3161780"/>
                  <a:gd name="connsiteY12" fmla="*/ 157326 h 245240"/>
                  <a:gd name="connsiteX13" fmla="*/ 2725591 w 3161780"/>
                  <a:gd name="connsiteY13" fmla="*/ 136962 h 245240"/>
                  <a:gd name="connsiteX14" fmla="*/ 2724982 w 3161780"/>
                  <a:gd name="connsiteY14" fmla="*/ 136700 h 245240"/>
                  <a:gd name="connsiteX15" fmla="*/ 2692144 w 3161780"/>
                  <a:gd name="connsiteY15" fmla="*/ 126157 h 245240"/>
                  <a:gd name="connsiteX16" fmla="*/ 2690965 w 3161780"/>
                  <a:gd name="connsiteY16" fmla="*/ 125939 h 245240"/>
                  <a:gd name="connsiteX17" fmla="*/ 2655650 w 3161780"/>
                  <a:gd name="connsiteY17" fmla="*/ 125568 h 245240"/>
                  <a:gd name="connsiteX18" fmla="*/ 2654674 w 3161780"/>
                  <a:gd name="connsiteY18" fmla="*/ 125568 h 245240"/>
                  <a:gd name="connsiteX19" fmla="*/ 2624723 w 3161780"/>
                  <a:gd name="connsiteY19" fmla="*/ 122272 h 245240"/>
                  <a:gd name="connsiteX20" fmla="*/ 2594162 w 3161780"/>
                  <a:gd name="connsiteY20" fmla="*/ 115833 h 245240"/>
                  <a:gd name="connsiteX21" fmla="*/ 2564698 w 3161780"/>
                  <a:gd name="connsiteY21" fmla="*/ 108958 h 245240"/>
                  <a:gd name="connsiteX22" fmla="*/ 2540192 w 3161780"/>
                  <a:gd name="connsiteY22" fmla="*/ 100489 h 245240"/>
                  <a:gd name="connsiteX23" fmla="*/ 2518571 w 3161780"/>
                  <a:gd name="connsiteY23" fmla="*/ 89358 h 245240"/>
                  <a:gd name="connsiteX24" fmla="*/ 2499430 w 3161780"/>
                  <a:gd name="connsiteY24" fmla="*/ 74057 h 245240"/>
                  <a:gd name="connsiteX25" fmla="*/ 2482563 w 3161780"/>
                  <a:gd name="connsiteY25" fmla="*/ 57535 h 245240"/>
                  <a:gd name="connsiteX26" fmla="*/ 2467080 w 3161780"/>
                  <a:gd name="connsiteY26" fmla="*/ 39200 h 245240"/>
                  <a:gd name="connsiteX27" fmla="*/ 2465373 w 3161780"/>
                  <a:gd name="connsiteY27" fmla="*/ 38458 h 245240"/>
                  <a:gd name="connsiteX28" fmla="*/ 2396610 w 3161780"/>
                  <a:gd name="connsiteY28" fmla="*/ 29619 h 245240"/>
                  <a:gd name="connsiteX29" fmla="*/ 2326750 w 3161780"/>
                  <a:gd name="connsiteY29" fmla="*/ 25035 h 245240"/>
                  <a:gd name="connsiteX30" fmla="*/ 2175529 w 3161780"/>
                  <a:gd name="connsiteY30" fmla="*/ 7661 h 245240"/>
                  <a:gd name="connsiteX31" fmla="*/ 2089088 w 3161780"/>
                  <a:gd name="connsiteY31" fmla="*/ 3776 h 245240"/>
                  <a:gd name="connsiteX32" fmla="*/ 1994437 w 3161780"/>
                  <a:gd name="connsiteY32" fmla="*/ 4736 h 245240"/>
                  <a:gd name="connsiteX33" fmla="*/ 1892959 w 3161780"/>
                  <a:gd name="connsiteY33" fmla="*/ 11655 h 245240"/>
                  <a:gd name="connsiteX34" fmla="*/ 1789773 w 3161780"/>
                  <a:gd name="connsiteY34" fmla="*/ 17461 h 245240"/>
                  <a:gd name="connsiteX35" fmla="*/ 1688865 w 3161780"/>
                  <a:gd name="connsiteY35" fmla="*/ 21936 h 245240"/>
                  <a:gd name="connsiteX36" fmla="*/ 1592629 w 3161780"/>
                  <a:gd name="connsiteY36" fmla="*/ 21150 h 245240"/>
                  <a:gd name="connsiteX37" fmla="*/ 1502327 w 3161780"/>
                  <a:gd name="connsiteY37" fmla="*/ 18443 h 245240"/>
                  <a:gd name="connsiteX38" fmla="*/ 1418202 w 3161780"/>
                  <a:gd name="connsiteY38" fmla="*/ 13161 h 245240"/>
                  <a:gd name="connsiteX39" fmla="*/ 1337410 w 3161780"/>
                  <a:gd name="connsiteY39" fmla="*/ 6875 h 245240"/>
                  <a:gd name="connsiteX40" fmla="*/ 1255276 w 3161780"/>
                  <a:gd name="connsiteY40" fmla="*/ 2925 h 245240"/>
                  <a:gd name="connsiteX41" fmla="*/ 1170624 w 3161780"/>
                  <a:gd name="connsiteY41" fmla="*/ 0 h 245240"/>
                  <a:gd name="connsiteX42" fmla="*/ 1082028 w 3161780"/>
                  <a:gd name="connsiteY42" fmla="*/ 2183 h 245240"/>
                  <a:gd name="connsiteX43" fmla="*/ 989735 w 3161780"/>
                  <a:gd name="connsiteY43" fmla="*/ 8316 h 245240"/>
                  <a:gd name="connsiteX44" fmla="*/ 895084 w 3161780"/>
                  <a:gd name="connsiteY44" fmla="*/ 20953 h 245240"/>
                  <a:gd name="connsiteX45" fmla="*/ 799661 w 3161780"/>
                  <a:gd name="connsiteY45" fmla="*/ 36363 h 245240"/>
                  <a:gd name="connsiteX46" fmla="*/ 705092 w 3161780"/>
                  <a:gd name="connsiteY46" fmla="*/ 54697 h 245240"/>
                  <a:gd name="connsiteX47" fmla="*/ 612027 w 3161780"/>
                  <a:gd name="connsiteY47" fmla="*/ 69256 h 245240"/>
                  <a:gd name="connsiteX48" fmla="*/ 521359 w 3161780"/>
                  <a:gd name="connsiteY48" fmla="*/ 86149 h 245240"/>
                  <a:gd name="connsiteX49" fmla="*/ 432357 w 3161780"/>
                  <a:gd name="connsiteY49" fmla="*/ 98416 h 245240"/>
                  <a:gd name="connsiteX50" fmla="*/ 345469 w 3161780"/>
                  <a:gd name="connsiteY50" fmla="*/ 106404 h 245240"/>
                  <a:gd name="connsiteX51" fmla="*/ 259555 w 3161780"/>
                  <a:gd name="connsiteY51" fmla="*/ 117449 h 245240"/>
                  <a:gd name="connsiteX52" fmla="*/ 174050 w 3161780"/>
                  <a:gd name="connsiteY52" fmla="*/ 128842 h 245240"/>
                  <a:gd name="connsiteX53" fmla="*/ 87933 w 3161780"/>
                  <a:gd name="connsiteY53" fmla="*/ 134604 h 245240"/>
                  <a:gd name="connsiteX54" fmla="*/ 2101 w 3161780"/>
                  <a:gd name="connsiteY54" fmla="*/ 142440 h 245240"/>
                  <a:gd name="connsiteX55" fmla="*/ 29 w 3161780"/>
                  <a:gd name="connsiteY55" fmla="*/ 144033 h 245240"/>
                  <a:gd name="connsiteX56" fmla="*/ 2914 w 3161780"/>
                  <a:gd name="connsiteY56" fmla="*/ 145212 h 245240"/>
                  <a:gd name="connsiteX57" fmla="*/ 88746 w 3161780"/>
                  <a:gd name="connsiteY57" fmla="*/ 137376 h 245240"/>
                  <a:gd name="connsiteX58" fmla="*/ 174984 w 3161780"/>
                  <a:gd name="connsiteY58" fmla="*/ 131570 h 245240"/>
                  <a:gd name="connsiteX59" fmla="*/ 260815 w 3161780"/>
                  <a:gd name="connsiteY59" fmla="*/ 120221 h 245240"/>
                  <a:gd name="connsiteX60" fmla="*/ 346525 w 3161780"/>
                  <a:gd name="connsiteY60" fmla="*/ 109198 h 245240"/>
                  <a:gd name="connsiteX61" fmla="*/ 433535 w 3161780"/>
                  <a:gd name="connsiteY61" fmla="*/ 101144 h 245240"/>
                  <a:gd name="connsiteX62" fmla="*/ 522821 w 3161780"/>
                  <a:gd name="connsiteY62" fmla="*/ 88834 h 245240"/>
                  <a:gd name="connsiteX63" fmla="*/ 613611 w 3161780"/>
                  <a:gd name="connsiteY63" fmla="*/ 71940 h 245240"/>
                  <a:gd name="connsiteX64" fmla="*/ 706758 w 3161780"/>
                  <a:gd name="connsiteY64" fmla="*/ 57382 h 245240"/>
                  <a:gd name="connsiteX65" fmla="*/ 801327 w 3161780"/>
                  <a:gd name="connsiteY65" fmla="*/ 39091 h 245240"/>
                  <a:gd name="connsiteX66" fmla="*/ 896466 w 3161780"/>
                  <a:gd name="connsiteY66" fmla="*/ 23682 h 245240"/>
                  <a:gd name="connsiteX67" fmla="*/ 990710 w 3161780"/>
                  <a:gd name="connsiteY67" fmla="*/ 11110 h 245240"/>
                  <a:gd name="connsiteX68" fmla="*/ 1082476 w 3161780"/>
                  <a:gd name="connsiteY68" fmla="*/ 5042 h 245240"/>
                  <a:gd name="connsiteX69" fmla="*/ 1170583 w 3161780"/>
                  <a:gd name="connsiteY69" fmla="*/ 2859 h 245240"/>
                  <a:gd name="connsiteX70" fmla="*/ 1254911 w 3161780"/>
                  <a:gd name="connsiteY70" fmla="*/ 5740 h 245240"/>
                  <a:gd name="connsiteX71" fmla="*/ 1336881 w 3161780"/>
                  <a:gd name="connsiteY71" fmla="*/ 9735 h 245240"/>
                  <a:gd name="connsiteX72" fmla="*/ 1417552 w 3161780"/>
                  <a:gd name="connsiteY72" fmla="*/ 16021 h 245240"/>
                  <a:gd name="connsiteX73" fmla="*/ 1501880 w 3161780"/>
                  <a:gd name="connsiteY73" fmla="*/ 21303 h 245240"/>
                  <a:gd name="connsiteX74" fmla="*/ 1592467 w 3161780"/>
                  <a:gd name="connsiteY74" fmla="*/ 24009 h 245240"/>
                  <a:gd name="connsiteX75" fmla="*/ 1689028 w 3161780"/>
                  <a:gd name="connsiteY75" fmla="*/ 24817 h 245240"/>
                  <a:gd name="connsiteX76" fmla="*/ 1790343 w 3161780"/>
                  <a:gd name="connsiteY76" fmla="*/ 20277 h 245240"/>
                  <a:gd name="connsiteX77" fmla="*/ 1893527 w 3161780"/>
                  <a:gd name="connsiteY77" fmla="*/ 14515 h 245240"/>
                  <a:gd name="connsiteX78" fmla="*/ 1994924 w 3161780"/>
                  <a:gd name="connsiteY78" fmla="*/ 7596 h 245240"/>
                  <a:gd name="connsiteX79" fmla="*/ 2089006 w 3161780"/>
                  <a:gd name="connsiteY79" fmla="*/ 6635 h 245240"/>
                  <a:gd name="connsiteX80" fmla="*/ 2174919 w 3161780"/>
                  <a:gd name="connsiteY80" fmla="*/ 10477 h 245240"/>
                  <a:gd name="connsiteX81" fmla="*/ 2326019 w 3161780"/>
                  <a:gd name="connsiteY81" fmla="*/ 27851 h 245240"/>
                  <a:gd name="connsiteX82" fmla="*/ 2395879 w 3161780"/>
                  <a:gd name="connsiteY82" fmla="*/ 32434 h 245240"/>
                  <a:gd name="connsiteX83" fmla="*/ 2463057 w 3161780"/>
                  <a:gd name="connsiteY83" fmla="*/ 41078 h 245240"/>
                  <a:gd name="connsiteX84" fmla="*/ 2478053 w 3161780"/>
                  <a:gd name="connsiteY84" fmla="*/ 58866 h 245240"/>
                  <a:gd name="connsiteX85" fmla="*/ 2495203 w 3161780"/>
                  <a:gd name="connsiteY85" fmla="*/ 75607 h 245240"/>
                  <a:gd name="connsiteX86" fmla="*/ 2514751 w 3161780"/>
                  <a:gd name="connsiteY86" fmla="*/ 91213 h 245240"/>
                  <a:gd name="connsiteX87" fmla="*/ 2537062 w 3161780"/>
                  <a:gd name="connsiteY87" fmla="*/ 102716 h 245240"/>
                  <a:gd name="connsiteX88" fmla="*/ 2562340 w 3161780"/>
                  <a:gd name="connsiteY88" fmla="*/ 111512 h 245240"/>
                  <a:gd name="connsiteX89" fmla="*/ 2592291 w 3161780"/>
                  <a:gd name="connsiteY89" fmla="*/ 118496 h 245240"/>
                  <a:gd name="connsiteX90" fmla="*/ 2623341 w 3161780"/>
                  <a:gd name="connsiteY90" fmla="*/ 125044 h 245240"/>
                  <a:gd name="connsiteX91" fmla="*/ 2654187 w 3161780"/>
                  <a:gd name="connsiteY91" fmla="*/ 128406 h 245240"/>
                  <a:gd name="connsiteX92" fmla="*/ 2690194 w 3161780"/>
                  <a:gd name="connsiteY92" fmla="*/ 128820 h 245240"/>
                  <a:gd name="connsiteX93" fmla="*/ 2722137 w 3161780"/>
                  <a:gd name="connsiteY93" fmla="*/ 139101 h 245240"/>
                  <a:gd name="connsiteX94" fmla="*/ 2755462 w 3161780"/>
                  <a:gd name="connsiteY94" fmla="*/ 159290 h 245240"/>
                  <a:gd name="connsiteX95" fmla="*/ 2789599 w 3161780"/>
                  <a:gd name="connsiteY95" fmla="*/ 177995 h 245240"/>
                  <a:gd name="connsiteX96" fmla="*/ 2824021 w 3161780"/>
                  <a:gd name="connsiteY96" fmla="*/ 194147 h 245240"/>
                  <a:gd name="connsiteX97" fmla="*/ 2859134 w 3161780"/>
                  <a:gd name="connsiteY97" fmla="*/ 208487 h 245240"/>
                  <a:gd name="connsiteX98" fmla="*/ 2894165 w 3161780"/>
                  <a:gd name="connsiteY98" fmla="*/ 217654 h 245240"/>
                  <a:gd name="connsiteX99" fmla="*/ 2929603 w 3161780"/>
                  <a:gd name="connsiteY99" fmla="*/ 224639 h 245240"/>
                  <a:gd name="connsiteX100" fmla="*/ 2965326 w 3161780"/>
                  <a:gd name="connsiteY100" fmla="*/ 231034 h 245240"/>
                  <a:gd name="connsiteX101" fmla="*/ 2966423 w 3161780"/>
                  <a:gd name="connsiteY101" fmla="*/ 231099 h 245240"/>
                  <a:gd name="connsiteX102" fmla="*/ 3064853 w 3161780"/>
                  <a:gd name="connsiteY102" fmla="*/ 222893 h 245240"/>
                  <a:gd name="connsiteX103" fmla="*/ 3100861 w 3161780"/>
                  <a:gd name="connsiteY103" fmla="*/ 230030 h 245240"/>
                  <a:gd name="connsiteX104" fmla="*/ 3138046 w 3161780"/>
                  <a:gd name="connsiteY104" fmla="*/ 244959 h 245240"/>
                  <a:gd name="connsiteX105" fmla="*/ 3139956 w 3161780"/>
                  <a:gd name="connsiteY105" fmla="*/ 245221 h 245240"/>
                  <a:gd name="connsiteX106" fmla="*/ 3161780 w 3161780"/>
                  <a:gd name="connsiteY106" fmla="*/ 243300 h 245240"/>
                  <a:gd name="connsiteX107" fmla="*/ 3161780 w 3161780"/>
                  <a:gd name="connsiteY107" fmla="*/ 240463 h 24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3161780" h="245240">
                    <a:moveTo>
                      <a:pt x="3161740" y="240354"/>
                    </a:moveTo>
                    <a:lnTo>
                      <a:pt x="3140119" y="242231"/>
                    </a:lnTo>
                    <a:lnTo>
                      <a:pt x="3103502" y="227520"/>
                    </a:lnTo>
                    <a:cubicBezTo>
                      <a:pt x="3103502" y="227520"/>
                      <a:pt x="3103096" y="227367"/>
                      <a:pt x="3102812" y="227302"/>
                    </a:cubicBezTo>
                    <a:lnTo>
                      <a:pt x="3065910" y="220011"/>
                    </a:lnTo>
                    <a:cubicBezTo>
                      <a:pt x="3065504" y="219902"/>
                      <a:pt x="3065138" y="219902"/>
                      <a:pt x="3064731" y="219902"/>
                    </a:cubicBezTo>
                    <a:lnTo>
                      <a:pt x="2966301" y="228175"/>
                    </a:lnTo>
                    <a:lnTo>
                      <a:pt x="2931189" y="221889"/>
                    </a:lnTo>
                    <a:lnTo>
                      <a:pt x="2896157" y="214970"/>
                    </a:lnTo>
                    <a:lnTo>
                      <a:pt x="2861735" y="206021"/>
                    </a:lnTo>
                    <a:lnTo>
                      <a:pt x="2827191" y="191899"/>
                    </a:lnTo>
                    <a:lnTo>
                      <a:pt x="2793054" y="175856"/>
                    </a:lnTo>
                    <a:lnTo>
                      <a:pt x="2759119" y="157326"/>
                    </a:lnTo>
                    <a:lnTo>
                      <a:pt x="2725591" y="136962"/>
                    </a:lnTo>
                    <a:cubicBezTo>
                      <a:pt x="2725591" y="136962"/>
                      <a:pt x="2725185" y="136809"/>
                      <a:pt x="2724982" y="136700"/>
                    </a:cubicBezTo>
                    <a:lnTo>
                      <a:pt x="2692144" y="126157"/>
                    </a:lnTo>
                    <a:cubicBezTo>
                      <a:pt x="2691738" y="126005"/>
                      <a:pt x="2691372" y="125939"/>
                      <a:pt x="2690965" y="125939"/>
                    </a:cubicBezTo>
                    <a:lnTo>
                      <a:pt x="2655650" y="125568"/>
                    </a:lnTo>
                    <a:lnTo>
                      <a:pt x="2654674" y="125568"/>
                    </a:lnTo>
                    <a:lnTo>
                      <a:pt x="2624723" y="122272"/>
                    </a:lnTo>
                    <a:lnTo>
                      <a:pt x="2594162" y="115833"/>
                    </a:lnTo>
                    <a:lnTo>
                      <a:pt x="2564698" y="108958"/>
                    </a:lnTo>
                    <a:lnTo>
                      <a:pt x="2540192" y="100489"/>
                    </a:lnTo>
                    <a:lnTo>
                      <a:pt x="2518571" y="89358"/>
                    </a:lnTo>
                    <a:lnTo>
                      <a:pt x="2499430" y="74057"/>
                    </a:lnTo>
                    <a:lnTo>
                      <a:pt x="2482563" y="57535"/>
                    </a:lnTo>
                    <a:lnTo>
                      <a:pt x="2467080" y="39200"/>
                    </a:lnTo>
                    <a:cubicBezTo>
                      <a:pt x="2466796" y="38829"/>
                      <a:pt x="2466105" y="38502"/>
                      <a:pt x="2465373" y="38458"/>
                    </a:cubicBezTo>
                    <a:lnTo>
                      <a:pt x="2396610" y="29619"/>
                    </a:lnTo>
                    <a:lnTo>
                      <a:pt x="2326750" y="25035"/>
                    </a:lnTo>
                    <a:lnTo>
                      <a:pt x="2175529" y="7661"/>
                    </a:lnTo>
                    <a:lnTo>
                      <a:pt x="2089088" y="3776"/>
                    </a:lnTo>
                    <a:lnTo>
                      <a:pt x="1994437" y="4736"/>
                    </a:lnTo>
                    <a:lnTo>
                      <a:pt x="1892959" y="11655"/>
                    </a:lnTo>
                    <a:lnTo>
                      <a:pt x="1789773" y="17461"/>
                    </a:lnTo>
                    <a:lnTo>
                      <a:pt x="1688865" y="21936"/>
                    </a:lnTo>
                    <a:lnTo>
                      <a:pt x="1592629" y="21150"/>
                    </a:lnTo>
                    <a:lnTo>
                      <a:pt x="1502327" y="18443"/>
                    </a:lnTo>
                    <a:lnTo>
                      <a:pt x="1418202" y="13161"/>
                    </a:lnTo>
                    <a:lnTo>
                      <a:pt x="1337410" y="6875"/>
                    </a:lnTo>
                    <a:lnTo>
                      <a:pt x="1255276" y="2925"/>
                    </a:lnTo>
                    <a:lnTo>
                      <a:pt x="1170624" y="0"/>
                    </a:lnTo>
                    <a:lnTo>
                      <a:pt x="1082028" y="2183"/>
                    </a:lnTo>
                    <a:lnTo>
                      <a:pt x="989735" y="8316"/>
                    </a:lnTo>
                    <a:lnTo>
                      <a:pt x="895084" y="20953"/>
                    </a:lnTo>
                    <a:lnTo>
                      <a:pt x="799661" y="36363"/>
                    </a:lnTo>
                    <a:lnTo>
                      <a:pt x="705092" y="54697"/>
                    </a:lnTo>
                    <a:lnTo>
                      <a:pt x="612027" y="69256"/>
                    </a:lnTo>
                    <a:lnTo>
                      <a:pt x="521359" y="86149"/>
                    </a:lnTo>
                    <a:lnTo>
                      <a:pt x="432357" y="98416"/>
                    </a:lnTo>
                    <a:lnTo>
                      <a:pt x="345469" y="106404"/>
                    </a:lnTo>
                    <a:lnTo>
                      <a:pt x="259555" y="117449"/>
                    </a:lnTo>
                    <a:lnTo>
                      <a:pt x="174050" y="128842"/>
                    </a:lnTo>
                    <a:lnTo>
                      <a:pt x="87933" y="134604"/>
                    </a:lnTo>
                    <a:lnTo>
                      <a:pt x="2101" y="142440"/>
                    </a:lnTo>
                    <a:cubicBezTo>
                      <a:pt x="719" y="142549"/>
                      <a:pt x="-175" y="143291"/>
                      <a:pt x="29" y="144033"/>
                    </a:cubicBezTo>
                    <a:cubicBezTo>
                      <a:pt x="232" y="144841"/>
                      <a:pt x="1613" y="145365"/>
                      <a:pt x="2914" y="145212"/>
                    </a:cubicBezTo>
                    <a:lnTo>
                      <a:pt x="88746" y="137376"/>
                    </a:lnTo>
                    <a:lnTo>
                      <a:pt x="174984" y="131570"/>
                    </a:lnTo>
                    <a:lnTo>
                      <a:pt x="260815" y="120221"/>
                    </a:lnTo>
                    <a:lnTo>
                      <a:pt x="346525" y="109198"/>
                    </a:lnTo>
                    <a:lnTo>
                      <a:pt x="433535" y="101144"/>
                    </a:lnTo>
                    <a:lnTo>
                      <a:pt x="522821" y="88834"/>
                    </a:lnTo>
                    <a:lnTo>
                      <a:pt x="613611" y="71940"/>
                    </a:lnTo>
                    <a:lnTo>
                      <a:pt x="706758" y="57382"/>
                    </a:lnTo>
                    <a:lnTo>
                      <a:pt x="801327" y="39091"/>
                    </a:lnTo>
                    <a:lnTo>
                      <a:pt x="896466" y="23682"/>
                    </a:lnTo>
                    <a:lnTo>
                      <a:pt x="990710" y="11110"/>
                    </a:lnTo>
                    <a:lnTo>
                      <a:pt x="1082476" y="5042"/>
                    </a:lnTo>
                    <a:lnTo>
                      <a:pt x="1170583" y="2859"/>
                    </a:lnTo>
                    <a:lnTo>
                      <a:pt x="1254911" y="5740"/>
                    </a:lnTo>
                    <a:lnTo>
                      <a:pt x="1336881" y="9735"/>
                    </a:lnTo>
                    <a:lnTo>
                      <a:pt x="1417552" y="16021"/>
                    </a:lnTo>
                    <a:lnTo>
                      <a:pt x="1501880" y="21303"/>
                    </a:lnTo>
                    <a:lnTo>
                      <a:pt x="1592467" y="24009"/>
                    </a:lnTo>
                    <a:lnTo>
                      <a:pt x="1689028" y="24817"/>
                    </a:lnTo>
                    <a:lnTo>
                      <a:pt x="1790343" y="20277"/>
                    </a:lnTo>
                    <a:lnTo>
                      <a:pt x="1893527" y="14515"/>
                    </a:lnTo>
                    <a:lnTo>
                      <a:pt x="1994924" y="7596"/>
                    </a:lnTo>
                    <a:lnTo>
                      <a:pt x="2089006" y="6635"/>
                    </a:lnTo>
                    <a:lnTo>
                      <a:pt x="2174919" y="10477"/>
                    </a:lnTo>
                    <a:lnTo>
                      <a:pt x="2326019" y="27851"/>
                    </a:lnTo>
                    <a:lnTo>
                      <a:pt x="2395879" y="32434"/>
                    </a:lnTo>
                    <a:lnTo>
                      <a:pt x="2463057" y="41078"/>
                    </a:lnTo>
                    <a:lnTo>
                      <a:pt x="2478053" y="58866"/>
                    </a:lnTo>
                    <a:lnTo>
                      <a:pt x="2495203" y="75607"/>
                    </a:lnTo>
                    <a:lnTo>
                      <a:pt x="2514751" y="91213"/>
                    </a:lnTo>
                    <a:lnTo>
                      <a:pt x="2537062" y="102716"/>
                    </a:lnTo>
                    <a:lnTo>
                      <a:pt x="2562340" y="111512"/>
                    </a:lnTo>
                    <a:lnTo>
                      <a:pt x="2592291" y="118496"/>
                    </a:lnTo>
                    <a:lnTo>
                      <a:pt x="2623341" y="125044"/>
                    </a:lnTo>
                    <a:lnTo>
                      <a:pt x="2654187" y="128406"/>
                    </a:lnTo>
                    <a:lnTo>
                      <a:pt x="2690194" y="128820"/>
                    </a:lnTo>
                    <a:lnTo>
                      <a:pt x="2722137" y="139101"/>
                    </a:lnTo>
                    <a:lnTo>
                      <a:pt x="2755462" y="159290"/>
                    </a:lnTo>
                    <a:lnTo>
                      <a:pt x="2789599" y="177995"/>
                    </a:lnTo>
                    <a:lnTo>
                      <a:pt x="2824021" y="194147"/>
                    </a:lnTo>
                    <a:lnTo>
                      <a:pt x="2859134" y="208487"/>
                    </a:lnTo>
                    <a:lnTo>
                      <a:pt x="2894165" y="217654"/>
                    </a:lnTo>
                    <a:lnTo>
                      <a:pt x="2929603" y="224639"/>
                    </a:lnTo>
                    <a:lnTo>
                      <a:pt x="2965326" y="231034"/>
                    </a:lnTo>
                    <a:cubicBezTo>
                      <a:pt x="2965611" y="231099"/>
                      <a:pt x="2966018" y="231099"/>
                      <a:pt x="2966423" y="231099"/>
                    </a:cubicBezTo>
                    <a:lnTo>
                      <a:pt x="3064853" y="222893"/>
                    </a:lnTo>
                    <a:lnTo>
                      <a:pt x="3100861" y="230030"/>
                    </a:lnTo>
                    <a:lnTo>
                      <a:pt x="3138046" y="244959"/>
                    </a:lnTo>
                    <a:cubicBezTo>
                      <a:pt x="3138534" y="245177"/>
                      <a:pt x="3139225" y="245287"/>
                      <a:pt x="3139956" y="245221"/>
                    </a:cubicBezTo>
                    <a:lnTo>
                      <a:pt x="3161780" y="243300"/>
                    </a:lnTo>
                    <a:lnTo>
                      <a:pt x="3161780" y="24046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3" name="Freeform: Shape 662">
                <a:extLst>
                  <a:ext uri="{FF2B5EF4-FFF2-40B4-BE49-F238E27FC236}">
                    <a16:creationId xmlns:a16="http://schemas.microsoft.com/office/drawing/2014/main" id="{93030E7D-7CED-4DB2-8BA9-ECD4B49508DB}"/>
                  </a:ext>
                </a:extLst>
              </p:cNvPr>
              <p:cNvSpPr/>
              <p:nvPr/>
            </p:nvSpPr>
            <p:spPr>
              <a:xfrm>
                <a:off x="11687571" y="5841293"/>
                <a:ext cx="504428" cy="17155"/>
              </a:xfrm>
              <a:custGeom>
                <a:avLst/>
                <a:gdLst>
                  <a:gd name="connsiteX0" fmla="*/ 504428 w 504428"/>
                  <a:gd name="connsiteY0" fmla="*/ 13489 h 17155"/>
                  <a:gd name="connsiteX1" fmla="*/ 451434 w 504428"/>
                  <a:gd name="connsiteY1" fmla="*/ 14406 h 17155"/>
                  <a:gd name="connsiteX2" fmla="*/ 372674 w 504428"/>
                  <a:gd name="connsiteY2" fmla="*/ 13445 h 17155"/>
                  <a:gd name="connsiteX3" fmla="*/ 293872 w 504428"/>
                  <a:gd name="connsiteY3" fmla="*/ 12114 h 17155"/>
                  <a:gd name="connsiteX4" fmla="*/ 214584 w 504428"/>
                  <a:gd name="connsiteY4" fmla="*/ 12376 h 17155"/>
                  <a:gd name="connsiteX5" fmla="*/ 144155 w 504428"/>
                  <a:gd name="connsiteY5" fmla="*/ 11415 h 17155"/>
                  <a:gd name="connsiteX6" fmla="*/ 141472 w 504428"/>
                  <a:gd name="connsiteY6" fmla="*/ 11306 h 17155"/>
                  <a:gd name="connsiteX7" fmla="*/ 138019 w 504428"/>
                  <a:gd name="connsiteY7" fmla="*/ 9713 h 17155"/>
                  <a:gd name="connsiteX8" fmla="*/ 136718 w 504428"/>
                  <a:gd name="connsiteY8" fmla="*/ 9385 h 17155"/>
                  <a:gd name="connsiteX9" fmla="*/ 58445 w 504428"/>
                  <a:gd name="connsiteY9" fmla="*/ 2772 h 17155"/>
                  <a:gd name="connsiteX10" fmla="*/ 57348 w 504428"/>
                  <a:gd name="connsiteY10" fmla="*/ 1441 h 17155"/>
                  <a:gd name="connsiteX11" fmla="*/ 55153 w 504428"/>
                  <a:gd name="connsiteY11" fmla="*/ 589 h 17155"/>
                  <a:gd name="connsiteX12" fmla="*/ 29347 w 504428"/>
                  <a:gd name="connsiteY12" fmla="*/ 0 h 17155"/>
                  <a:gd name="connsiteX13" fmla="*/ 13294 w 504428"/>
                  <a:gd name="connsiteY13" fmla="*/ 960 h 17155"/>
                  <a:gd name="connsiteX14" fmla="*/ 9514 w 504428"/>
                  <a:gd name="connsiteY14" fmla="*/ 327 h 17155"/>
                  <a:gd name="connsiteX15" fmla="*/ 2769 w 504428"/>
                  <a:gd name="connsiteY15" fmla="*/ 109 h 17155"/>
                  <a:gd name="connsiteX16" fmla="*/ 4 w 504428"/>
                  <a:gd name="connsiteY16" fmla="*/ 1375 h 17155"/>
                  <a:gd name="connsiteX17" fmla="*/ 2362 w 504428"/>
                  <a:gd name="connsiteY17" fmla="*/ 2859 h 17155"/>
                  <a:gd name="connsiteX18" fmla="*/ 8620 w 504428"/>
                  <a:gd name="connsiteY18" fmla="*/ 3078 h 17155"/>
                  <a:gd name="connsiteX19" fmla="*/ 12400 w 504428"/>
                  <a:gd name="connsiteY19" fmla="*/ 3711 h 17155"/>
                  <a:gd name="connsiteX20" fmla="*/ 13416 w 504428"/>
                  <a:gd name="connsiteY20" fmla="*/ 3754 h 17155"/>
                  <a:gd name="connsiteX21" fmla="*/ 29468 w 504428"/>
                  <a:gd name="connsiteY21" fmla="*/ 2728 h 17155"/>
                  <a:gd name="connsiteX22" fmla="*/ 53365 w 504428"/>
                  <a:gd name="connsiteY22" fmla="*/ 3318 h 17155"/>
                  <a:gd name="connsiteX23" fmla="*/ 54259 w 504428"/>
                  <a:gd name="connsiteY23" fmla="*/ 4540 h 17155"/>
                  <a:gd name="connsiteX24" fmla="*/ 56250 w 504428"/>
                  <a:gd name="connsiteY24" fmla="*/ 5391 h 17155"/>
                  <a:gd name="connsiteX25" fmla="*/ 135214 w 504428"/>
                  <a:gd name="connsiteY25" fmla="*/ 12048 h 17155"/>
                  <a:gd name="connsiteX26" fmla="*/ 138790 w 504428"/>
                  <a:gd name="connsiteY26" fmla="*/ 13707 h 17155"/>
                  <a:gd name="connsiteX27" fmla="*/ 140173 w 504428"/>
                  <a:gd name="connsiteY27" fmla="*/ 14013 h 17155"/>
                  <a:gd name="connsiteX28" fmla="*/ 214584 w 504428"/>
                  <a:gd name="connsiteY28" fmla="*/ 15126 h 17155"/>
                  <a:gd name="connsiteX29" fmla="*/ 293750 w 504428"/>
                  <a:gd name="connsiteY29" fmla="*/ 14798 h 17155"/>
                  <a:gd name="connsiteX30" fmla="*/ 372430 w 504428"/>
                  <a:gd name="connsiteY30" fmla="*/ 16195 h 17155"/>
                  <a:gd name="connsiteX31" fmla="*/ 451393 w 504428"/>
                  <a:gd name="connsiteY31" fmla="*/ 17156 h 17155"/>
                  <a:gd name="connsiteX32" fmla="*/ 504388 w 504428"/>
                  <a:gd name="connsiteY32" fmla="*/ 16239 h 17155"/>
                  <a:gd name="connsiteX33" fmla="*/ 504388 w 504428"/>
                  <a:gd name="connsiteY33" fmla="*/ 13423 h 1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428" h="17155">
                    <a:moveTo>
                      <a:pt x="504428" y="13489"/>
                    </a:moveTo>
                    <a:lnTo>
                      <a:pt x="451434" y="14406"/>
                    </a:lnTo>
                    <a:lnTo>
                      <a:pt x="372674" y="13445"/>
                    </a:lnTo>
                    <a:lnTo>
                      <a:pt x="293872" y="12114"/>
                    </a:lnTo>
                    <a:lnTo>
                      <a:pt x="214584" y="12376"/>
                    </a:lnTo>
                    <a:lnTo>
                      <a:pt x="144155" y="11415"/>
                    </a:lnTo>
                    <a:lnTo>
                      <a:pt x="141472" y="11306"/>
                    </a:lnTo>
                    <a:lnTo>
                      <a:pt x="138019" y="9713"/>
                    </a:lnTo>
                    <a:cubicBezTo>
                      <a:pt x="137612" y="9560"/>
                      <a:pt x="137205" y="9451"/>
                      <a:pt x="136718" y="9385"/>
                    </a:cubicBezTo>
                    <a:lnTo>
                      <a:pt x="58445" y="2772"/>
                    </a:lnTo>
                    <a:lnTo>
                      <a:pt x="57348" y="1441"/>
                    </a:lnTo>
                    <a:cubicBezTo>
                      <a:pt x="56941" y="917"/>
                      <a:pt x="56047" y="589"/>
                      <a:pt x="55153" y="589"/>
                    </a:cubicBezTo>
                    <a:lnTo>
                      <a:pt x="29347" y="0"/>
                    </a:lnTo>
                    <a:lnTo>
                      <a:pt x="13294" y="960"/>
                    </a:lnTo>
                    <a:lnTo>
                      <a:pt x="9514" y="327"/>
                    </a:lnTo>
                    <a:lnTo>
                      <a:pt x="2769" y="109"/>
                    </a:lnTo>
                    <a:cubicBezTo>
                      <a:pt x="1102" y="44"/>
                      <a:pt x="86" y="589"/>
                      <a:pt x="4" y="1375"/>
                    </a:cubicBezTo>
                    <a:cubicBezTo>
                      <a:pt x="-76" y="2183"/>
                      <a:pt x="981" y="2816"/>
                      <a:pt x="2362" y="2859"/>
                    </a:cubicBezTo>
                    <a:lnTo>
                      <a:pt x="8620" y="3078"/>
                    </a:lnTo>
                    <a:lnTo>
                      <a:pt x="12400" y="3711"/>
                    </a:lnTo>
                    <a:cubicBezTo>
                      <a:pt x="12725" y="3754"/>
                      <a:pt x="13010" y="3754"/>
                      <a:pt x="13416" y="3754"/>
                    </a:cubicBezTo>
                    <a:lnTo>
                      <a:pt x="29468" y="2728"/>
                    </a:lnTo>
                    <a:lnTo>
                      <a:pt x="53365" y="3318"/>
                    </a:lnTo>
                    <a:lnTo>
                      <a:pt x="54259" y="4540"/>
                    </a:lnTo>
                    <a:cubicBezTo>
                      <a:pt x="54666" y="4955"/>
                      <a:pt x="55356" y="5282"/>
                      <a:pt x="56250" y="5391"/>
                    </a:cubicBezTo>
                    <a:lnTo>
                      <a:pt x="135214" y="12048"/>
                    </a:lnTo>
                    <a:lnTo>
                      <a:pt x="138790" y="13707"/>
                    </a:lnTo>
                    <a:cubicBezTo>
                      <a:pt x="139196" y="13860"/>
                      <a:pt x="139684" y="14013"/>
                      <a:pt x="140173" y="14013"/>
                    </a:cubicBezTo>
                    <a:lnTo>
                      <a:pt x="214584" y="15126"/>
                    </a:lnTo>
                    <a:lnTo>
                      <a:pt x="293750" y="14798"/>
                    </a:lnTo>
                    <a:lnTo>
                      <a:pt x="372430" y="16195"/>
                    </a:lnTo>
                    <a:lnTo>
                      <a:pt x="451393" y="17156"/>
                    </a:lnTo>
                    <a:lnTo>
                      <a:pt x="504388" y="16239"/>
                    </a:lnTo>
                    <a:lnTo>
                      <a:pt x="504388" y="1342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4" name="Freeform: Shape 663">
                <a:extLst>
                  <a:ext uri="{FF2B5EF4-FFF2-40B4-BE49-F238E27FC236}">
                    <a16:creationId xmlns:a16="http://schemas.microsoft.com/office/drawing/2014/main" id="{84E055D3-CBEE-49C7-BA59-3391F25FD053}"/>
                  </a:ext>
                </a:extLst>
              </p:cNvPr>
              <p:cNvSpPr/>
              <p:nvPr/>
            </p:nvSpPr>
            <p:spPr>
              <a:xfrm>
                <a:off x="203" y="5822116"/>
                <a:ext cx="5105535" cy="649549"/>
              </a:xfrm>
              <a:custGeom>
                <a:avLst/>
                <a:gdLst>
                  <a:gd name="connsiteX0" fmla="*/ 5102230 w 5105535"/>
                  <a:gd name="connsiteY0" fmla="*/ 249862 h 649549"/>
                  <a:gd name="connsiteX1" fmla="*/ 5098369 w 5105535"/>
                  <a:gd name="connsiteY1" fmla="*/ 250342 h 649549"/>
                  <a:gd name="connsiteX2" fmla="*/ 5078171 w 5105535"/>
                  <a:gd name="connsiteY2" fmla="*/ 247243 h 649549"/>
                  <a:gd name="connsiteX3" fmla="*/ 5042327 w 5105535"/>
                  <a:gd name="connsiteY3" fmla="*/ 239953 h 649549"/>
                  <a:gd name="connsiteX4" fmla="*/ 5034240 w 5105535"/>
                  <a:gd name="connsiteY4" fmla="*/ 238185 h 649549"/>
                  <a:gd name="connsiteX5" fmla="*/ 5029078 w 5105535"/>
                  <a:gd name="connsiteY5" fmla="*/ 237377 h 649549"/>
                  <a:gd name="connsiteX6" fmla="*/ 4962794 w 5105535"/>
                  <a:gd name="connsiteY6" fmla="*/ 224587 h 649549"/>
                  <a:gd name="connsiteX7" fmla="*/ 4837826 w 5105535"/>
                  <a:gd name="connsiteY7" fmla="*/ 208479 h 649549"/>
                  <a:gd name="connsiteX8" fmla="*/ 4596384 w 5105535"/>
                  <a:gd name="connsiteY8" fmla="*/ 180454 h 649549"/>
                  <a:gd name="connsiteX9" fmla="*/ 4464264 w 5105535"/>
                  <a:gd name="connsiteY9" fmla="*/ 166005 h 649549"/>
                  <a:gd name="connsiteX10" fmla="*/ 4343238 w 5105535"/>
                  <a:gd name="connsiteY10" fmla="*/ 155615 h 649549"/>
                  <a:gd name="connsiteX11" fmla="*/ 4224731 w 5105535"/>
                  <a:gd name="connsiteY11" fmla="*/ 149635 h 649549"/>
                  <a:gd name="connsiteX12" fmla="*/ 4108745 w 5105535"/>
                  <a:gd name="connsiteY12" fmla="*/ 150377 h 649549"/>
                  <a:gd name="connsiteX13" fmla="*/ 3994059 w 5105535"/>
                  <a:gd name="connsiteY13" fmla="*/ 154589 h 649549"/>
                  <a:gd name="connsiteX14" fmla="*/ 3880063 w 5105535"/>
                  <a:gd name="connsiteY14" fmla="*/ 167380 h 649549"/>
                  <a:gd name="connsiteX15" fmla="*/ 3828126 w 5105535"/>
                  <a:gd name="connsiteY15" fmla="*/ 172662 h 649549"/>
                  <a:gd name="connsiteX16" fmla="*/ 3786348 w 5105535"/>
                  <a:gd name="connsiteY16" fmla="*/ 173360 h 649549"/>
                  <a:gd name="connsiteX17" fmla="*/ 3785657 w 5105535"/>
                  <a:gd name="connsiteY17" fmla="*/ 173469 h 649549"/>
                  <a:gd name="connsiteX18" fmla="*/ 3771555 w 5105535"/>
                  <a:gd name="connsiteY18" fmla="*/ 175870 h 649549"/>
                  <a:gd name="connsiteX19" fmla="*/ 3756233 w 5105535"/>
                  <a:gd name="connsiteY19" fmla="*/ 174844 h 649549"/>
                  <a:gd name="connsiteX20" fmla="*/ 3661583 w 5105535"/>
                  <a:gd name="connsiteY20" fmla="*/ 152996 h 649549"/>
                  <a:gd name="connsiteX21" fmla="*/ 3552830 w 5105535"/>
                  <a:gd name="connsiteY21" fmla="*/ 134989 h 649549"/>
                  <a:gd name="connsiteX22" fmla="*/ 3443996 w 5105535"/>
                  <a:gd name="connsiteY22" fmla="*/ 110587 h 649549"/>
                  <a:gd name="connsiteX23" fmla="*/ 3443346 w 5105535"/>
                  <a:gd name="connsiteY23" fmla="*/ 110543 h 649549"/>
                  <a:gd name="connsiteX24" fmla="*/ 3383727 w 5105535"/>
                  <a:gd name="connsiteY24" fmla="*/ 106920 h 649549"/>
                  <a:gd name="connsiteX25" fmla="*/ 3373770 w 5105535"/>
                  <a:gd name="connsiteY25" fmla="*/ 105698 h 649549"/>
                  <a:gd name="connsiteX26" fmla="*/ 3364342 w 5105535"/>
                  <a:gd name="connsiteY26" fmla="*/ 105741 h 649549"/>
                  <a:gd name="connsiteX27" fmla="*/ 3352841 w 5105535"/>
                  <a:gd name="connsiteY27" fmla="*/ 105589 h 649549"/>
                  <a:gd name="connsiteX28" fmla="*/ 3333943 w 5105535"/>
                  <a:gd name="connsiteY28" fmla="*/ 104585 h 649549"/>
                  <a:gd name="connsiteX29" fmla="*/ 3313583 w 5105535"/>
                  <a:gd name="connsiteY29" fmla="*/ 102729 h 649549"/>
                  <a:gd name="connsiteX30" fmla="*/ 3311185 w 5105535"/>
                  <a:gd name="connsiteY30" fmla="*/ 103210 h 649549"/>
                  <a:gd name="connsiteX31" fmla="*/ 3290011 w 5105535"/>
                  <a:gd name="connsiteY31" fmla="*/ 117637 h 649549"/>
                  <a:gd name="connsiteX32" fmla="*/ 3269813 w 5105535"/>
                  <a:gd name="connsiteY32" fmla="*/ 124883 h 649549"/>
                  <a:gd name="connsiteX33" fmla="*/ 3186908 w 5105535"/>
                  <a:gd name="connsiteY33" fmla="*/ 105065 h 649549"/>
                  <a:gd name="connsiteX34" fmla="*/ 3179877 w 5105535"/>
                  <a:gd name="connsiteY34" fmla="*/ 102773 h 649549"/>
                  <a:gd name="connsiteX35" fmla="*/ 3160735 w 5105535"/>
                  <a:gd name="connsiteY35" fmla="*/ 97600 h 649549"/>
                  <a:gd name="connsiteX36" fmla="*/ 3159841 w 5105535"/>
                  <a:gd name="connsiteY36" fmla="*/ 97447 h 649549"/>
                  <a:gd name="connsiteX37" fmla="*/ 3052633 w 5105535"/>
                  <a:gd name="connsiteY37" fmla="*/ 92013 h 649549"/>
                  <a:gd name="connsiteX38" fmla="*/ 2945547 w 5105535"/>
                  <a:gd name="connsiteY38" fmla="*/ 94195 h 649549"/>
                  <a:gd name="connsiteX39" fmla="*/ 2838135 w 5105535"/>
                  <a:gd name="connsiteY39" fmla="*/ 88651 h 649549"/>
                  <a:gd name="connsiteX40" fmla="*/ 2731496 w 5105535"/>
                  <a:gd name="connsiteY40" fmla="*/ 86469 h 649549"/>
                  <a:gd name="connsiteX41" fmla="*/ 2624856 w 5105535"/>
                  <a:gd name="connsiteY41" fmla="*/ 75337 h 649549"/>
                  <a:gd name="connsiteX42" fmla="*/ 2518136 w 5105535"/>
                  <a:gd name="connsiteY42" fmla="*/ 64795 h 649549"/>
                  <a:gd name="connsiteX43" fmla="*/ 2410927 w 5105535"/>
                  <a:gd name="connsiteY43" fmla="*/ 51961 h 649549"/>
                  <a:gd name="connsiteX44" fmla="*/ 2303557 w 5105535"/>
                  <a:gd name="connsiteY44" fmla="*/ 47115 h 649549"/>
                  <a:gd name="connsiteX45" fmla="*/ 2196226 w 5105535"/>
                  <a:gd name="connsiteY45" fmla="*/ 41419 h 649549"/>
                  <a:gd name="connsiteX46" fmla="*/ 2094789 w 5105535"/>
                  <a:gd name="connsiteY46" fmla="*/ 33103 h 649549"/>
                  <a:gd name="connsiteX47" fmla="*/ 1982541 w 5105535"/>
                  <a:gd name="connsiteY47" fmla="*/ 20727 h 649549"/>
                  <a:gd name="connsiteX48" fmla="*/ 1875658 w 5105535"/>
                  <a:gd name="connsiteY48" fmla="*/ 8482 h 649549"/>
                  <a:gd name="connsiteX49" fmla="*/ 1768937 w 5105535"/>
                  <a:gd name="connsiteY49" fmla="*/ 14 h 649549"/>
                  <a:gd name="connsiteX50" fmla="*/ 1766702 w 5105535"/>
                  <a:gd name="connsiteY50" fmla="*/ 428 h 649549"/>
                  <a:gd name="connsiteX51" fmla="*/ 1734759 w 5105535"/>
                  <a:gd name="connsiteY51" fmla="*/ 19941 h 649549"/>
                  <a:gd name="connsiteX52" fmla="*/ 1669776 w 5105535"/>
                  <a:gd name="connsiteY52" fmla="*/ 64904 h 649549"/>
                  <a:gd name="connsiteX53" fmla="*/ 1637508 w 5105535"/>
                  <a:gd name="connsiteY53" fmla="*/ 81841 h 649549"/>
                  <a:gd name="connsiteX54" fmla="*/ 1528958 w 5105535"/>
                  <a:gd name="connsiteY54" fmla="*/ 73416 h 649549"/>
                  <a:gd name="connsiteX55" fmla="*/ 1527129 w 5105535"/>
                  <a:gd name="connsiteY55" fmla="*/ 73678 h 649549"/>
                  <a:gd name="connsiteX56" fmla="*/ 1492951 w 5105535"/>
                  <a:gd name="connsiteY56" fmla="*/ 87364 h 649549"/>
                  <a:gd name="connsiteX57" fmla="*/ 1477914 w 5105535"/>
                  <a:gd name="connsiteY57" fmla="*/ 92427 h 649549"/>
                  <a:gd name="connsiteX58" fmla="*/ 1449791 w 5105535"/>
                  <a:gd name="connsiteY58" fmla="*/ 91205 h 649549"/>
                  <a:gd name="connsiteX59" fmla="*/ 1372250 w 5105535"/>
                  <a:gd name="connsiteY59" fmla="*/ 84766 h 649549"/>
                  <a:gd name="connsiteX60" fmla="*/ 1363553 w 5105535"/>
                  <a:gd name="connsiteY60" fmla="*/ 84177 h 649549"/>
                  <a:gd name="connsiteX61" fmla="*/ 1244072 w 5105535"/>
                  <a:gd name="connsiteY61" fmla="*/ 80816 h 649549"/>
                  <a:gd name="connsiteX62" fmla="*/ 1204895 w 5105535"/>
                  <a:gd name="connsiteY62" fmla="*/ 82780 h 649549"/>
                  <a:gd name="connsiteX63" fmla="*/ 1202863 w 5105535"/>
                  <a:gd name="connsiteY63" fmla="*/ 83588 h 649549"/>
                  <a:gd name="connsiteX64" fmla="*/ 1161979 w 5105535"/>
                  <a:gd name="connsiteY64" fmla="*/ 129139 h 649549"/>
                  <a:gd name="connsiteX65" fmla="*/ 1120526 w 5105535"/>
                  <a:gd name="connsiteY65" fmla="*/ 173164 h 649549"/>
                  <a:gd name="connsiteX66" fmla="*/ 1078504 w 5105535"/>
                  <a:gd name="connsiteY66" fmla="*/ 214416 h 649549"/>
                  <a:gd name="connsiteX67" fmla="*/ 1035954 w 5105535"/>
                  <a:gd name="connsiteY67" fmla="*/ 248945 h 649549"/>
                  <a:gd name="connsiteX68" fmla="*/ 992795 w 5105535"/>
                  <a:gd name="connsiteY68" fmla="*/ 284544 h 649549"/>
                  <a:gd name="connsiteX69" fmla="*/ 949147 w 5105535"/>
                  <a:gd name="connsiteY69" fmla="*/ 312744 h 649549"/>
                  <a:gd name="connsiteX70" fmla="*/ 904890 w 5105535"/>
                  <a:gd name="connsiteY70" fmla="*/ 337321 h 649549"/>
                  <a:gd name="connsiteX71" fmla="*/ 860064 w 5105535"/>
                  <a:gd name="connsiteY71" fmla="*/ 357292 h 649549"/>
                  <a:gd name="connsiteX72" fmla="*/ 814222 w 5105535"/>
                  <a:gd name="connsiteY72" fmla="*/ 373706 h 649549"/>
                  <a:gd name="connsiteX73" fmla="*/ 767568 w 5105535"/>
                  <a:gd name="connsiteY73" fmla="*/ 392346 h 649549"/>
                  <a:gd name="connsiteX74" fmla="*/ 720100 w 5105535"/>
                  <a:gd name="connsiteY74" fmla="*/ 413714 h 649549"/>
                  <a:gd name="connsiteX75" fmla="*/ 671942 w 5105535"/>
                  <a:gd name="connsiteY75" fmla="*/ 436741 h 649549"/>
                  <a:gd name="connsiteX76" fmla="*/ 622971 w 5105535"/>
                  <a:gd name="connsiteY76" fmla="*/ 458895 h 649549"/>
                  <a:gd name="connsiteX77" fmla="*/ 573227 w 5105535"/>
                  <a:gd name="connsiteY77" fmla="*/ 478779 h 649549"/>
                  <a:gd name="connsiteX78" fmla="*/ 522427 w 5105535"/>
                  <a:gd name="connsiteY78" fmla="*/ 497375 h 649549"/>
                  <a:gd name="connsiteX79" fmla="*/ 470896 w 5105535"/>
                  <a:gd name="connsiteY79" fmla="*/ 518307 h 649549"/>
                  <a:gd name="connsiteX80" fmla="*/ 418511 w 5105535"/>
                  <a:gd name="connsiteY80" fmla="*/ 537863 h 649549"/>
                  <a:gd name="connsiteX81" fmla="*/ 365313 w 5105535"/>
                  <a:gd name="connsiteY81" fmla="*/ 554430 h 649549"/>
                  <a:gd name="connsiteX82" fmla="*/ 310855 w 5105535"/>
                  <a:gd name="connsiteY82" fmla="*/ 568290 h 649549"/>
                  <a:gd name="connsiteX83" fmla="*/ 199177 w 5105535"/>
                  <a:gd name="connsiteY83" fmla="*/ 601968 h 649549"/>
                  <a:gd name="connsiteX84" fmla="*/ 141956 w 5105535"/>
                  <a:gd name="connsiteY84" fmla="*/ 617574 h 649549"/>
                  <a:gd name="connsiteX85" fmla="*/ 83637 w 5105535"/>
                  <a:gd name="connsiteY85" fmla="*/ 631063 h 649549"/>
                  <a:gd name="connsiteX86" fmla="*/ 24343 w 5105535"/>
                  <a:gd name="connsiteY86" fmla="*/ 642958 h 649549"/>
                  <a:gd name="connsiteX87" fmla="*/ 0 w 5105535"/>
                  <a:gd name="connsiteY87" fmla="*/ 646625 h 649549"/>
                  <a:gd name="connsiteX88" fmla="*/ 0 w 5105535"/>
                  <a:gd name="connsiteY88" fmla="*/ 649550 h 649549"/>
                  <a:gd name="connsiteX89" fmla="*/ 25847 w 5105535"/>
                  <a:gd name="connsiteY89" fmla="*/ 645599 h 649549"/>
                  <a:gd name="connsiteX90" fmla="*/ 85466 w 5105535"/>
                  <a:gd name="connsiteY90" fmla="*/ 633660 h 649549"/>
                  <a:gd name="connsiteX91" fmla="*/ 144028 w 5105535"/>
                  <a:gd name="connsiteY91" fmla="*/ 620128 h 649549"/>
                  <a:gd name="connsiteX92" fmla="*/ 201534 w 5105535"/>
                  <a:gd name="connsiteY92" fmla="*/ 604456 h 649549"/>
                  <a:gd name="connsiteX93" fmla="*/ 313172 w 5105535"/>
                  <a:gd name="connsiteY93" fmla="*/ 570778 h 649549"/>
                  <a:gd name="connsiteX94" fmla="*/ 367629 w 5105535"/>
                  <a:gd name="connsiteY94" fmla="*/ 556918 h 649549"/>
                  <a:gd name="connsiteX95" fmla="*/ 421193 w 5105535"/>
                  <a:gd name="connsiteY95" fmla="*/ 540242 h 649549"/>
                  <a:gd name="connsiteX96" fmla="*/ 473781 w 5105535"/>
                  <a:gd name="connsiteY96" fmla="*/ 520577 h 649549"/>
                  <a:gd name="connsiteX97" fmla="*/ 525394 w 5105535"/>
                  <a:gd name="connsiteY97" fmla="*/ 499623 h 649549"/>
                  <a:gd name="connsiteX98" fmla="*/ 576153 w 5105535"/>
                  <a:gd name="connsiteY98" fmla="*/ 481071 h 649549"/>
                  <a:gd name="connsiteX99" fmla="*/ 626100 w 5105535"/>
                  <a:gd name="connsiteY99" fmla="*/ 461099 h 649549"/>
                  <a:gd name="connsiteX100" fmla="*/ 675274 w 5105535"/>
                  <a:gd name="connsiteY100" fmla="*/ 438814 h 649549"/>
                  <a:gd name="connsiteX101" fmla="*/ 723433 w 5105535"/>
                  <a:gd name="connsiteY101" fmla="*/ 415853 h 649549"/>
                  <a:gd name="connsiteX102" fmla="*/ 770697 w 5105535"/>
                  <a:gd name="connsiteY102" fmla="*/ 394550 h 649549"/>
                  <a:gd name="connsiteX103" fmla="*/ 817148 w 5105535"/>
                  <a:gd name="connsiteY103" fmla="*/ 376020 h 649549"/>
                  <a:gd name="connsiteX104" fmla="*/ 863072 w 5105535"/>
                  <a:gd name="connsiteY104" fmla="*/ 359540 h 649549"/>
                  <a:gd name="connsiteX105" fmla="*/ 908304 w 5105535"/>
                  <a:gd name="connsiteY105" fmla="*/ 339351 h 649549"/>
                  <a:gd name="connsiteX106" fmla="*/ 952927 w 5105535"/>
                  <a:gd name="connsiteY106" fmla="*/ 314621 h 649549"/>
                  <a:gd name="connsiteX107" fmla="*/ 996940 w 5105535"/>
                  <a:gd name="connsiteY107" fmla="*/ 286225 h 649549"/>
                  <a:gd name="connsiteX108" fmla="*/ 1040262 w 5105535"/>
                  <a:gd name="connsiteY108" fmla="*/ 250517 h 649549"/>
                  <a:gd name="connsiteX109" fmla="*/ 1082934 w 5105535"/>
                  <a:gd name="connsiteY109" fmla="*/ 215878 h 649549"/>
                  <a:gd name="connsiteX110" fmla="*/ 1125118 w 5105535"/>
                  <a:gd name="connsiteY110" fmla="*/ 174473 h 649549"/>
                  <a:gd name="connsiteX111" fmla="*/ 1166653 w 5105535"/>
                  <a:gd name="connsiteY111" fmla="*/ 130405 h 649549"/>
                  <a:gd name="connsiteX112" fmla="*/ 1206927 w 5105535"/>
                  <a:gd name="connsiteY112" fmla="*/ 85486 h 649549"/>
                  <a:gd name="connsiteX113" fmla="*/ 1244316 w 5105535"/>
                  <a:gd name="connsiteY113" fmla="*/ 83631 h 649549"/>
                  <a:gd name="connsiteX114" fmla="*/ 1363228 w 5105535"/>
                  <a:gd name="connsiteY114" fmla="*/ 86927 h 649549"/>
                  <a:gd name="connsiteX115" fmla="*/ 1449304 w 5105535"/>
                  <a:gd name="connsiteY115" fmla="*/ 94021 h 649549"/>
                  <a:gd name="connsiteX116" fmla="*/ 1478483 w 5105535"/>
                  <a:gd name="connsiteY116" fmla="*/ 95243 h 649549"/>
                  <a:gd name="connsiteX117" fmla="*/ 1479946 w 5105535"/>
                  <a:gd name="connsiteY117" fmla="*/ 95025 h 649549"/>
                  <a:gd name="connsiteX118" fmla="*/ 1495877 w 5105535"/>
                  <a:gd name="connsiteY118" fmla="*/ 89699 h 649549"/>
                  <a:gd name="connsiteX119" fmla="*/ 1529405 w 5105535"/>
                  <a:gd name="connsiteY119" fmla="*/ 76276 h 649549"/>
                  <a:gd name="connsiteX120" fmla="*/ 1638117 w 5105535"/>
                  <a:gd name="connsiteY120" fmla="*/ 84701 h 649549"/>
                  <a:gd name="connsiteX121" fmla="*/ 1640190 w 5105535"/>
                  <a:gd name="connsiteY121" fmla="*/ 84330 h 649549"/>
                  <a:gd name="connsiteX122" fmla="*/ 1673637 w 5105535"/>
                  <a:gd name="connsiteY122" fmla="*/ 66803 h 649549"/>
                  <a:gd name="connsiteX123" fmla="*/ 1738701 w 5105535"/>
                  <a:gd name="connsiteY123" fmla="*/ 21775 h 649549"/>
                  <a:gd name="connsiteX124" fmla="*/ 1769710 w 5105535"/>
                  <a:gd name="connsiteY124" fmla="*/ 2851 h 649549"/>
                  <a:gd name="connsiteX125" fmla="*/ 1874926 w 5105535"/>
                  <a:gd name="connsiteY125" fmla="*/ 11276 h 649549"/>
                  <a:gd name="connsiteX126" fmla="*/ 1981647 w 5105535"/>
                  <a:gd name="connsiteY126" fmla="*/ 23434 h 649549"/>
                  <a:gd name="connsiteX127" fmla="*/ 2088530 w 5105535"/>
                  <a:gd name="connsiteY127" fmla="*/ 35416 h 649549"/>
                  <a:gd name="connsiteX128" fmla="*/ 2195779 w 5105535"/>
                  <a:gd name="connsiteY128" fmla="*/ 44212 h 649549"/>
                  <a:gd name="connsiteX129" fmla="*/ 2303272 w 5105535"/>
                  <a:gd name="connsiteY129" fmla="*/ 49909 h 649549"/>
                  <a:gd name="connsiteX130" fmla="*/ 2410277 w 5105535"/>
                  <a:gd name="connsiteY130" fmla="*/ 54711 h 649549"/>
                  <a:gd name="connsiteX131" fmla="*/ 2517323 w 5105535"/>
                  <a:gd name="connsiteY131" fmla="*/ 67545 h 649549"/>
                  <a:gd name="connsiteX132" fmla="*/ 2624084 w 5105535"/>
                  <a:gd name="connsiteY132" fmla="*/ 78087 h 649549"/>
                  <a:gd name="connsiteX133" fmla="*/ 2731089 w 5105535"/>
                  <a:gd name="connsiteY133" fmla="*/ 89284 h 649549"/>
                  <a:gd name="connsiteX134" fmla="*/ 2837932 w 5105535"/>
                  <a:gd name="connsiteY134" fmla="*/ 91423 h 649549"/>
                  <a:gd name="connsiteX135" fmla="*/ 2945547 w 5105535"/>
                  <a:gd name="connsiteY135" fmla="*/ 97011 h 649549"/>
                  <a:gd name="connsiteX136" fmla="*/ 3052674 w 5105535"/>
                  <a:gd name="connsiteY136" fmla="*/ 94828 h 649549"/>
                  <a:gd name="connsiteX137" fmla="*/ 3159069 w 5105535"/>
                  <a:gd name="connsiteY137" fmla="*/ 100219 h 649549"/>
                  <a:gd name="connsiteX138" fmla="*/ 3177642 w 5105535"/>
                  <a:gd name="connsiteY138" fmla="*/ 105218 h 649549"/>
                  <a:gd name="connsiteX139" fmla="*/ 3184794 w 5105535"/>
                  <a:gd name="connsiteY139" fmla="*/ 107553 h 649549"/>
                  <a:gd name="connsiteX140" fmla="*/ 3269285 w 5105535"/>
                  <a:gd name="connsiteY140" fmla="*/ 127743 h 649549"/>
                  <a:gd name="connsiteX141" fmla="*/ 3271683 w 5105535"/>
                  <a:gd name="connsiteY141" fmla="*/ 127633 h 649549"/>
                  <a:gd name="connsiteX142" fmla="*/ 3293303 w 5105535"/>
                  <a:gd name="connsiteY142" fmla="*/ 119863 h 649549"/>
                  <a:gd name="connsiteX143" fmla="*/ 3293872 w 5105535"/>
                  <a:gd name="connsiteY143" fmla="*/ 119601 h 649549"/>
                  <a:gd name="connsiteX144" fmla="*/ 3314355 w 5105535"/>
                  <a:gd name="connsiteY144" fmla="*/ 105589 h 649549"/>
                  <a:gd name="connsiteX145" fmla="*/ 3333455 w 5105535"/>
                  <a:gd name="connsiteY145" fmla="*/ 107400 h 649549"/>
                  <a:gd name="connsiteX146" fmla="*/ 3352678 w 5105535"/>
                  <a:gd name="connsiteY146" fmla="*/ 108426 h 649549"/>
                  <a:gd name="connsiteX147" fmla="*/ 3364464 w 5105535"/>
                  <a:gd name="connsiteY147" fmla="*/ 108579 h 649549"/>
                  <a:gd name="connsiteX148" fmla="*/ 3373364 w 5105535"/>
                  <a:gd name="connsiteY148" fmla="*/ 108470 h 649549"/>
                  <a:gd name="connsiteX149" fmla="*/ 3383036 w 5105535"/>
                  <a:gd name="connsiteY149" fmla="*/ 109692 h 649549"/>
                  <a:gd name="connsiteX150" fmla="*/ 3442615 w 5105535"/>
                  <a:gd name="connsiteY150" fmla="*/ 113315 h 649549"/>
                  <a:gd name="connsiteX151" fmla="*/ 3551286 w 5105535"/>
                  <a:gd name="connsiteY151" fmla="*/ 137674 h 649549"/>
                  <a:gd name="connsiteX152" fmla="*/ 3660039 w 5105535"/>
                  <a:gd name="connsiteY152" fmla="*/ 155637 h 649549"/>
                  <a:gd name="connsiteX153" fmla="*/ 3754730 w 5105535"/>
                  <a:gd name="connsiteY153" fmla="*/ 177529 h 649549"/>
                  <a:gd name="connsiteX154" fmla="*/ 3755380 w 5105535"/>
                  <a:gd name="connsiteY154" fmla="*/ 177638 h 649549"/>
                  <a:gd name="connsiteX155" fmla="*/ 3771677 w 5105535"/>
                  <a:gd name="connsiteY155" fmla="*/ 178751 h 649549"/>
                  <a:gd name="connsiteX156" fmla="*/ 3772733 w 5105535"/>
                  <a:gd name="connsiteY156" fmla="*/ 178708 h 649549"/>
                  <a:gd name="connsiteX157" fmla="*/ 3787039 w 5105535"/>
                  <a:gd name="connsiteY157" fmla="*/ 176198 h 649549"/>
                  <a:gd name="connsiteX158" fmla="*/ 3828857 w 5105535"/>
                  <a:gd name="connsiteY158" fmla="*/ 175455 h 649549"/>
                  <a:gd name="connsiteX159" fmla="*/ 3881242 w 5105535"/>
                  <a:gd name="connsiteY159" fmla="*/ 170173 h 649549"/>
                  <a:gd name="connsiteX160" fmla="*/ 3991620 w 5105535"/>
                  <a:gd name="connsiteY160" fmla="*/ 157754 h 649549"/>
                  <a:gd name="connsiteX161" fmla="*/ 3994912 w 5105535"/>
                  <a:gd name="connsiteY161" fmla="*/ 157383 h 649549"/>
                  <a:gd name="connsiteX162" fmla="*/ 4109151 w 5105535"/>
                  <a:gd name="connsiteY162" fmla="*/ 153236 h 649549"/>
                  <a:gd name="connsiteX163" fmla="*/ 4224731 w 5105535"/>
                  <a:gd name="connsiteY163" fmla="*/ 152494 h 649549"/>
                  <a:gd name="connsiteX164" fmla="*/ 4342791 w 5105535"/>
                  <a:gd name="connsiteY164" fmla="*/ 158409 h 649549"/>
                  <a:gd name="connsiteX165" fmla="*/ 4463613 w 5105535"/>
                  <a:gd name="connsiteY165" fmla="*/ 168798 h 649549"/>
                  <a:gd name="connsiteX166" fmla="*/ 4574886 w 5105535"/>
                  <a:gd name="connsiteY166" fmla="*/ 180890 h 649549"/>
                  <a:gd name="connsiteX167" fmla="*/ 4836932 w 5105535"/>
                  <a:gd name="connsiteY167" fmla="*/ 211207 h 649549"/>
                  <a:gd name="connsiteX168" fmla="*/ 4961616 w 5105535"/>
                  <a:gd name="connsiteY168" fmla="*/ 227250 h 649549"/>
                  <a:gd name="connsiteX169" fmla="*/ 5027778 w 5105535"/>
                  <a:gd name="connsiteY169" fmla="*/ 240084 h 649549"/>
                  <a:gd name="connsiteX170" fmla="*/ 5032777 w 5105535"/>
                  <a:gd name="connsiteY170" fmla="*/ 240826 h 649549"/>
                  <a:gd name="connsiteX171" fmla="*/ 5074920 w 5105535"/>
                  <a:gd name="connsiteY171" fmla="*/ 249513 h 649549"/>
                  <a:gd name="connsiteX172" fmla="*/ 5084267 w 5105535"/>
                  <a:gd name="connsiteY172" fmla="*/ 251063 h 649549"/>
                  <a:gd name="connsiteX173" fmla="*/ 5086462 w 5105535"/>
                  <a:gd name="connsiteY173" fmla="*/ 251237 h 649549"/>
                  <a:gd name="connsiteX174" fmla="*/ 5097719 w 5105535"/>
                  <a:gd name="connsiteY174" fmla="*/ 253092 h 649549"/>
                  <a:gd name="connsiteX175" fmla="*/ 5099020 w 5105535"/>
                  <a:gd name="connsiteY175" fmla="*/ 253158 h 649549"/>
                  <a:gd name="connsiteX176" fmla="*/ 5103531 w 5105535"/>
                  <a:gd name="connsiteY176" fmla="*/ 252569 h 649549"/>
                  <a:gd name="connsiteX177" fmla="*/ 5105481 w 5105535"/>
                  <a:gd name="connsiteY177" fmla="*/ 250910 h 649549"/>
                  <a:gd name="connsiteX178" fmla="*/ 5102474 w 5105535"/>
                  <a:gd name="connsiteY178" fmla="*/ 249840 h 649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105535" h="649549">
                    <a:moveTo>
                      <a:pt x="5102230" y="249862"/>
                    </a:moveTo>
                    <a:lnTo>
                      <a:pt x="5098369" y="250342"/>
                    </a:lnTo>
                    <a:lnTo>
                      <a:pt x="5078171" y="247243"/>
                    </a:lnTo>
                    <a:lnTo>
                      <a:pt x="5042327" y="239953"/>
                    </a:lnTo>
                    <a:lnTo>
                      <a:pt x="5034240" y="238185"/>
                    </a:lnTo>
                    <a:lnTo>
                      <a:pt x="5029078" y="237377"/>
                    </a:lnTo>
                    <a:lnTo>
                      <a:pt x="4962794" y="224587"/>
                    </a:lnTo>
                    <a:lnTo>
                      <a:pt x="4837826" y="208479"/>
                    </a:lnTo>
                    <a:lnTo>
                      <a:pt x="4596384" y="180454"/>
                    </a:lnTo>
                    <a:lnTo>
                      <a:pt x="4464264" y="166005"/>
                    </a:lnTo>
                    <a:lnTo>
                      <a:pt x="4343238" y="155615"/>
                    </a:lnTo>
                    <a:lnTo>
                      <a:pt x="4224731" y="149635"/>
                    </a:lnTo>
                    <a:lnTo>
                      <a:pt x="4108745" y="150377"/>
                    </a:lnTo>
                    <a:lnTo>
                      <a:pt x="3994059" y="154589"/>
                    </a:lnTo>
                    <a:lnTo>
                      <a:pt x="3880063" y="167380"/>
                    </a:lnTo>
                    <a:lnTo>
                      <a:pt x="3828126" y="172662"/>
                    </a:lnTo>
                    <a:lnTo>
                      <a:pt x="3786348" y="173360"/>
                    </a:lnTo>
                    <a:cubicBezTo>
                      <a:pt x="3786104" y="173404"/>
                      <a:pt x="3785901" y="173404"/>
                      <a:pt x="3785657" y="173469"/>
                    </a:cubicBezTo>
                    <a:lnTo>
                      <a:pt x="3771555" y="175870"/>
                    </a:lnTo>
                    <a:lnTo>
                      <a:pt x="3756233" y="174844"/>
                    </a:lnTo>
                    <a:lnTo>
                      <a:pt x="3661583" y="152996"/>
                    </a:lnTo>
                    <a:lnTo>
                      <a:pt x="3552830" y="134989"/>
                    </a:lnTo>
                    <a:lnTo>
                      <a:pt x="3443996" y="110587"/>
                    </a:lnTo>
                    <a:cubicBezTo>
                      <a:pt x="3443996" y="110587"/>
                      <a:pt x="3443549" y="110543"/>
                      <a:pt x="3443346" y="110543"/>
                    </a:cubicBezTo>
                    <a:lnTo>
                      <a:pt x="3383727" y="106920"/>
                    </a:lnTo>
                    <a:lnTo>
                      <a:pt x="3373770" y="105698"/>
                    </a:lnTo>
                    <a:lnTo>
                      <a:pt x="3364342" y="105741"/>
                    </a:lnTo>
                    <a:lnTo>
                      <a:pt x="3352841" y="105589"/>
                    </a:lnTo>
                    <a:lnTo>
                      <a:pt x="3333943" y="104585"/>
                    </a:lnTo>
                    <a:lnTo>
                      <a:pt x="3313583" y="102729"/>
                    </a:lnTo>
                    <a:cubicBezTo>
                      <a:pt x="3312688" y="102620"/>
                      <a:pt x="3311754" y="102773"/>
                      <a:pt x="3311185" y="103210"/>
                    </a:cubicBezTo>
                    <a:lnTo>
                      <a:pt x="3290011" y="117637"/>
                    </a:lnTo>
                    <a:lnTo>
                      <a:pt x="3269813" y="124883"/>
                    </a:lnTo>
                    <a:lnTo>
                      <a:pt x="3186908" y="105065"/>
                    </a:lnTo>
                    <a:lnTo>
                      <a:pt x="3179877" y="102773"/>
                    </a:lnTo>
                    <a:lnTo>
                      <a:pt x="3160735" y="97600"/>
                    </a:lnTo>
                    <a:cubicBezTo>
                      <a:pt x="3160451" y="97491"/>
                      <a:pt x="3160167" y="97491"/>
                      <a:pt x="3159841" y="97447"/>
                    </a:cubicBezTo>
                    <a:lnTo>
                      <a:pt x="3052633" y="92013"/>
                    </a:lnTo>
                    <a:lnTo>
                      <a:pt x="2945547" y="94195"/>
                    </a:lnTo>
                    <a:lnTo>
                      <a:pt x="2838135" y="88651"/>
                    </a:lnTo>
                    <a:lnTo>
                      <a:pt x="2731496" y="86469"/>
                    </a:lnTo>
                    <a:lnTo>
                      <a:pt x="2624856" y="75337"/>
                    </a:lnTo>
                    <a:lnTo>
                      <a:pt x="2518136" y="64795"/>
                    </a:lnTo>
                    <a:lnTo>
                      <a:pt x="2410927" y="51961"/>
                    </a:lnTo>
                    <a:lnTo>
                      <a:pt x="2303557" y="47115"/>
                    </a:lnTo>
                    <a:lnTo>
                      <a:pt x="2196226" y="41419"/>
                    </a:lnTo>
                    <a:lnTo>
                      <a:pt x="2094789" y="33103"/>
                    </a:lnTo>
                    <a:lnTo>
                      <a:pt x="1982541" y="20727"/>
                    </a:lnTo>
                    <a:lnTo>
                      <a:pt x="1875658" y="8482"/>
                    </a:lnTo>
                    <a:lnTo>
                      <a:pt x="1768937" y="14"/>
                    </a:lnTo>
                    <a:cubicBezTo>
                      <a:pt x="1768084" y="-52"/>
                      <a:pt x="1767271" y="123"/>
                      <a:pt x="1766702" y="428"/>
                    </a:cubicBezTo>
                    <a:lnTo>
                      <a:pt x="1734759" y="19941"/>
                    </a:lnTo>
                    <a:lnTo>
                      <a:pt x="1669776" y="64904"/>
                    </a:lnTo>
                    <a:lnTo>
                      <a:pt x="1637508" y="81841"/>
                    </a:lnTo>
                    <a:lnTo>
                      <a:pt x="1528958" y="73416"/>
                    </a:lnTo>
                    <a:cubicBezTo>
                      <a:pt x="1528308" y="73351"/>
                      <a:pt x="1527658" y="73460"/>
                      <a:pt x="1527129" y="73678"/>
                    </a:cubicBezTo>
                    <a:lnTo>
                      <a:pt x="1492951" y="87364"/>
                    </a:lnTo>
                    <a:lnTo>
                      <a:pt x="1477914" y="92427"/>
                    </a:lnTo>
                    <a:lnTo>
                      <a:pt x="1449791" y="91205"/>
                    </a:lnTo>
                    <a:lnTo>
                      <a:pt x="1372250" y="84766"/>
                    </a:lnTo>
                    <a:lnTo>
                      <a:pt x="1363553" y="84177"/>
                    </a:lnTo>
                    <a:lnTo>
                      <a:pt x="1244072" y="80816"/>
                    </a:lnTo>
                    <a:lnTo>
                      <a:pt x="1204895" y="82780"/>
                    </a:lnTo>
                    <a:cubicBezTo>
                      <a:pt x="1204001" y="82845"/>
                      <a:pt x="1203269" y="83107"/>
                      <a:pt x="1202863" y="83588"/>
                    </a:cubicBezTo>
                    <a:lnTo>
                      <a:pt x="1161979" y="129139"/>
                    </a:lnTo>
                    <a:lnTo>
                      <a:pt x="1120526" y="173164"/>
                    </a:lnTo>
                    <a:lnTo>
                      <a:pt x="1078504" y="214416"/>
                    </a:lnTo>
                    <a:lnTo>
                      <a:pt x="1035954" y="248945"/>
                    </a:lnTo>
                    <a:lnTo>
                      <a:pt x="992795" y="284544"/>
                    </a:lnTo>
                    <a:lnTo>
                      <a:pt x="949147" y="312744"/>
                    </a:lnTo>
                    <a:lnTo>
                      <a:pt x="904890" y="337321"/>
                    </a:lnTo>
                    <a:lnTo>
                      <a:pt x="860064" y="357292"/>
                    </a:lnTo>
                    <a:lnTo>
                      <a:pt x="814222" y="373706"/>
                    </a:lnTo>
                    <a:lnTo>
                      <a:pt x="767568" y="392346"/>
                    </a:lnTo>
                    <a:lnTo>
                      <a:pt x="720100" y="413714"/>
                    </a:lnTo>
                    <a:lnTo>
                      <a:pt x="671942" y="436741"/>
                    </a:lnTo>
                    <a:lnTo>
                      <a:pt x="622971" y="458895"/>
                    </a:lnTo>
                    <a:lnTo>
                      <a:pt x="573227" y="478779"/>
                    </a:lnTo>
                    <a:lnTo>
                      <a:pt x="522427" y="497375"/>
                    </a:lnTo>
                    <a:lnTo>
                      <a:pt x="470896" y="518307"/>
                    </a:lnTo>
                    <a:lnTo>
                      <a:pt x="418511" y="537863"/>
                    </a:lnTo>
                    <a:lnTo>
                      <a:pt x="365313" y="554430"/>
                    </a:lnTo>
                    <a:lnTo>
                      <a:pt x="310855" y="568290"/>
                    </a:lnTo>
                    <a:lnTo>
                      <a:pt x="199177" y="601968"/>
                    </a:lnTo>
                    <a:lnTo>
                      <a:pt x="141956" y="617574"/>
                    </a:lnTo>
                    <a:lnTo>
                      <a:pt x="83637" y="631063"/>
                    </a:lnTo>
                    <a:lnTo>
                      <a:pt x="24343" y="642958"/>
                    </a:lnTo>
                    <a:lnTo>
                      <a:pt x="0" y="646625"/>
                    </a:lnTo>
                    <a:lnTo>
                      <a:pt x="0" y="649550"/>
                    </a:lnTo>
                    <a:lnTo>
                      <a:pt x="25847" y="645599"/>
                    </a:lnTo>
                    <a:lnTo>
                      <a:pt x="85466" y="633660"/>
                    </a:lnTo>
                    <a:lnTo>
                      <a:pt x="144028" y="620128"/>
                    </a:lnTo>
                    <a:lnTo>
                      <a:pt x="201534" y="604456"/>
                    </a:lnTo>
                    <a:lnTo>
                      <a:pt x="313172" y="570778"/>
                    </a:lnTo>
                    <a:lnTo>
                      <a:pt x="367629" y="556918"/>
                    </a:lnTo>
                    <a:lnTo>
                      <a:pt x="421193" y="540242"/>
                    </a:lnTo>
                    <a:lnTo>
                      <a:pt x="473781" y="520577"/>
                    </a:lnTo>
                    <a:lnTo>
                      <a:pt x="525394" y="499623"/>
                    </a:lnTo>
                    <a:lnTo>
                      <a:pt x="576153" y="481071"/>
                    </a:lnTo>
                    <a:lnTo>
                      <a:pt x="626100" y="461099"/>
                    </a:lnTo>
                    <a:lnTo>
                      <a:pt x="675274" y="438814"/>
                    </a:lnTo>
                    <a:lnTo>
                      <a:pt x="723433" y="415853"/>
                    </a:lnTo>
                    <a:lnTo>
                      <a:pt x="770697" y="394550"/>
                    </a:lnTo>
                    <a:lnTo>
                      <a:pt x="817148" y="376020"/>
                    </a:lnTo>
                    <a:lnTo>
                      <a:pt x="863072" y="359540"/>
                    </a:lnTo>
                    <a:lnTo>
                      <a:pt x="908304" y="339351"/>
                    </a:lnTo>
                    <a:lnTo>
                      <a:pt x="952927" y="314621"/>
                    </a:lnTo>
                    <a:lnTo>
                      <a:pt x="996940" y="286225"/>
                    </a:lnTo>
                    <a:lnTo>
                      <a:pt x="1040262" y="250517"/>
                    </a:lnTo>
                    <a:lnTo>
                      <a:pt x="1082934" y="215878"/>
                    </a:lnTo>
                    <a:lnTo>
                      <a:pt x="1125118" y="174473"/>
                    </a:lnTo>
                    <a:lnTo>
                      <a:pt x="1166653" y="130405"/>
                    </a:lnTo>
                    <a:lnTo>
                      <a:pt x="1206927" y="85486"/>
                    </a:lnTo>
                    <a:lnTo>
                      <a:pt x="1244316" y="83631"/>
                    </a:lnTo>
                    <a:lnTo>
                      <a:pt x="1363228" y="86927"/>
                    </a:lnTo>
                    <a:lnTo>
                      <a:pt x="1449304" y="94021"/>
                    </a:lnTo>
                    <a:lnTo>
                      <a:pt x="1478483" y="95243"/>
                    </a:lnTo>
                    <a:cubicBezTo>
                      <a:pt x="1479012" y="95287"/>
                      <a:pt x="1479499" y="95177"/>
                      <a:pt x="1479946" y="95025"/>
                    </a:cubicBezTo>
                    <a:lnTo>
                      <a:pt x="1495877" y="89699"/>
                    </a:lnTo>
                    <a:lnTo>
                      <a:pt x="1529405" y="76276"/>
                    </a:lnTo>
                    <a:lnTo>
                      <a:pt x="1638117" y="84701"/>
                    </a:lnTo>
                    <a:cubicBezTo>
                      <a:pt x="1638849" y="84744"/>
                      <a:pt x="1639662" y="84635"/>
                      <a:pt x="1640190" y="84330"/>
                    </a:cubicBezTo>
                    <a:lnTo>
                      <a:pt x="1673637" y="66803"/>
                    </a:lnTo>
                    <a:lnTo>
                      <a:pt x="1738701" y="21775"/>
                    </a:lnTo>
                    <a:lnTo>
                      <a:pt x="1769710" y="2851"/>
                    </a:lnTo>
                    <a:lnTo>
                      <a:pt x="1874926" y="11276"/>
                    </a:lnTo>
                    <a:lnTo>
                      <a:pt x="1981647" y="23434"/>
                    </a:lnTo>
                    <a:lnTo>
                      <a:pt x="2088530" y="35416"/>
                    </a:lnTo>
                    <a:lnTo>
                      <a:pt x="2195779" y="44212"/>
                    </a:lnTo>
                    <a:lnTo>
                      <a:pt x="2303272" y="49909"/>
                    </a:lnTo>
                    <a:lnTo>
                      <a:pt x="2410277" y="54711"/>
                    </a:lnTo>
                    <a:lnTo>
                      <a:pt x="2517323" y="67545"/>
                    </a:lnTo>
                    <a:lnTo>
                      <a:pt x="2624084" y="78087"/>
                    </a:lnTo>
                    <a:lnTo>
                      <a:pt x="2731089" y="89284"/>
                    </a:lnTo>
                    <a:lnTo>
                      <a:pt x="2837932" y="91423"/>
                    </a:lnTo>
                    <a:lnTo>
                      <a:pt x="2945547" y="97011"/>
                    </a:lnTo>
                    <a:lnTo>
                      <a:pt x="3052674" y="94828"/>
                    </a:lnTo>
                    <a:lnTo>
                      <a:pt x="3159069" y="100219"/>
                    </a:lnTo>
                    <a:lnTo>
                      <a:pt x="3177642" y="105218"/>
                    </a:lnTo>
                    <a:lnTo>
                      <a:pt x="3184794" y="107553"/>
                    </a:lnTo>
                    <a:lnTo>
                      <a:pt x="3269285" y="127743"/>
                    </a:lnTo>
                    <a:cubicBezTo>
                      <a:pt x="3270016" y="127961"/>
                      <a:pt x="3270911" y="127895"/>
                      <a:pt x="3271683" y="127633"/>
                    </a:cubicBezTo>
                    <a:lnTo>
                      <a:pt x="3293303" y="119863"/>
                    </a:lnTo>
                    <a:cubicBezTo>
                      <a:pt x="3293547" y="119798"/>
                      <a:pt x="3293750" y="119710"/>
                      <a:pt x="3293872" y="119601"/>
                    </a:cubicBezTo>
                    <a:lnTo>
                      <a:pt x="3314355" y="105589"/>
                    </a:lnTo>
                    <a:lnTo>
                      <a:pt x="3333455" y="107400"/>
                    </a:lnTo>
                    <a:lnTo>
                      <a:pt x="3352678" y="108426"/>
                    </a:lnTo>
                    <a:lnTo>
                      <a:pt x="3364464" y="108579"/>
                    </a:lnTo>
                    <a:lnTo>
                      <a:pt x="3373364" y="108470"/>
                    </a:lnTo>
                    <a:lnTo>
                      <a:pt x="3383036" y="109692"/>
                    </a:lnTo>
                    <a:lnTo>
                      <a:pt x="3442615" y="113315"/>
                    </a:lnTo>
                    <a:lnTo>
                      <a:pt x="3551286" y="137674"/>
                    </a:lnTo>
                    <a:lnTo>
                      <a:pt x="3660039" y="155637"/>
                    </a:lnTo>
                    <a:lnTo>
                      <a:pt x="3754730" y="177529"/>
                    </a:lnTo>
                    <a:cubicBezTo>
                      <a:pt x="3754730" y="177529"/>
                      <a:pt x="3755177" y="177638"/>
                      <a:pt x="3755380" y="177638"/>
                    </a:cubicBezTo>
                    <a:lnTo>
                      <a:pt x="3771677" y="178751"/>
                    </a:lnTo>
                    <a:cubicBezTo>
                      <a:pt x="3772042" y="178751"/>
                      <a:pt x="3772367" y="178751"/>
                      <a:pt x="3772733" y="178708"/>
                    </a:cubicBezTo>
                    <a:lnTo>
                      <a:pt x="3787039" y="176198"/>
                    </a:lnTo>
                    <a:lnTo>
                      <a:pt x="3828857" y="175455"/>
                    </a:lnTo>
                    <a:lnTo>
                      <a:pt x="3881242" y="170173"/>
                    </a:lnTo>
                    <a:lnTo>
                      <a:pt x="3991620" y="157754"/>
                    </a:lnTo>
                    <a:lnTo>
                      <a:pt x="3994912" y="157383"/>
                    </a:lnTo>
                    <a:lnTo>
                      <a:pt x="4109151" y="153236"/>
                    </a:lnTo>
                    <a:lnTo>
                      <a:pt x="4224731" y="152494"/>
                    </a:lnTo>
                    <a:lnTo>
                      <a:pt x="4342791" y="158409"/>
                    </a:lnTo>
                    <a:lnTo>
                      <a:pt x="4463613" y="168798"/>
                    </a:lnTo>
                    <a:lnTo>
                      <a:pt x="4574886" y="180890"/>
                    </a:lnTo>
                    <a:lnTo>
                      <a:pt x="4836932" y="211207"/>
                    </a:lnTo>
                    <a:lnTo>
                      <a:pt x="4961616" y="227250"/>
                    </a:lnTo>
                    <a:lnTo>
                      <a:pt x="5027778" y="240084"/>
                    </a:lnTo>
                    <a:lnTo>
                      <a:pt x="5032777" y="240826"/>
                    </a:lnTo>
                    <a:lnTo>
                      <a:pt x="5074920" y="249513"/>
                    </a:lnTo>
                    <a:lnTo>
                      <a:pt x="5084267" y="251063"/>
                    </a:lnTo>
                    <a:lnTo>
                      <a:pt x="5086462" y="251237"/>
                    </a:lnTo>
                    <a:lnTo>
                      <a:pt x="5097719" y="253092"/>
                    </a:lnTo>
                    <a:cubicBezTo>
                      <a:pt x="5098126" y="253202"/>
                      <a:pt x="5098573" y="253202"/>
                      <a:pt x="5099020" y="253158"/>
                    </a:cubicBezTo>
                    <a:lnTo>
                      <a:pt x="5103531" y="252569"/>
                    </a:lnTo>
                    <a:cubicBezTo>
                      <a:pt x="5104913" y="252394"/>
                      <a:pt x="5105766" y="251652"/>
                      <a:pt x="5105481" y="250910"/>
                    </a:cubicBezTo>
                    <a:cubicBezTo>
                      <a:pt x="5105197" y="250168"/>
                      <a:pt x="5103856" y="249644"/>
                      <a:pt x="5102474" y="24984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5" name="Freeform: Shape 664">
                <a:extLst>
                  <a:ext uri="{FF2B5EF4-FFF2-40B4-BE49-F238E27FC236}">
                    <a16:creationId xmlns:a16="http://schemas.microsoft.com/office/drawing/2014/main" id="{8133B7C3-A134-475D-8F77-0C3E8A531B00}"/>
                  </a:ext>
                </a:extLst>
              </p:cNvPr>
              <p:cNvSpPr/>
              <p:nvPr/>
            </p:nvSpPr>
            <p:spPr>
              <a:xfrm>
                <a:off x="11247727" y="5739860"/>
                <a:ext cx="944272" cy="23687"/>
              </a:xfrm>
              <a:custGeom>
                <a:avLst/>
                <a:gdLst>
                  <a:gd name="connsiteX0" fmla="*/ 944273 w 944272"/>
                  <a:gd name="connsiteY0" fmla="*/ 20916 h 23687"/>
                  <a:gd name="connsiteX1" fmla="*/ 651787 w 944272"/>
                  <a:gd name="connsiteY1" fmla="*/ 18209 h 23687"/>
                  <a:gd name="connsiteX2" fmla="*/ 584609 w 944272"/>
                  <a:gd name="connsiteY2" fmla="*/ 12731 h 23687"/>
                  <a:gd name="connsiteX3" fmla="*/ 565142 w 944272"/>
                  <a:gd name="connsiteY3" fmla="*/ 12403 h 23687"/>
                  <a:gd name="connsiteX4" fmla="*/ 548195 w 944272"/>
                  <a:gd name="connsiteY4" fmla="*/ 12403 h 23687"/>
                  <a:gd name="connsiteX5" fmla="*/ 507921 w 944272"/>
                  <a:gd name="connsiteY5" fmla="*/ 8933 h 23687"/>
                  <a:gd name="connsiteX6" fmla="*/ 506945 w 944272"/>
                  <a:gd name="connsiteY6" fmla="*/ 8933 h 23687"/>
                  <a:gd name="connsiteX7" fmla="*/ 501987 w 944272"/>
                  <a:gd name="connsiteY7" fmla="*/ 9522 h 23687"/>
                  <a:gd name="connsiteX8" fmla="*/ 479352 w 944272"/>
                  <a:gd name="connsiteY8" fmla="*/ 10897 h 23687"/>
                  <a:gd name="connsiteX9" fmla="*/ 458828 w 944272"/>
                  <a:gd name="connsiteY9" fmla="*/ 11552 h 23687"/>
                  <a:gd name="connsiteX10" fmla="*/ 437696 w 944272"/>
                  <a:gd name="connsiteY10" fmla="*/ 12076 h 23687"/>
                  <a:gd name="connsiteX11" fmla="*/ 417741 w 944272"/>
                  <a:gd name="connsiteY11" fmla="*/ 14477 h 23687"/>
                  <a:gd name="connsiteX12" fmla="*/ 376857 w 944272"/>
                  <a:gd name="connsiteY12" fmla="*/ 18165 h 23687"/>
                  <a:gd name="connsiteX13" fmla="*/ 312646 w 944272"/>
                  <a:gd name="connsiteY13" fmla="*/ 18689 h 23687"/>
                  <a:gd name="connsiteX14" fmla="*/ 183370 w 944272"/>
                  <a:gd name="connsiteY14" fmla="*/ 15961 h 23687"/>
                  <a:gd name="connsiteX15" fmla="*/ 162562 w 944272"/>
                  <a:gd name="connsiteY15" fmla="*/ 13560 h 23687"/>
                  <a:gd name="connsiteX16" fmla="*/ 143421 w 944272"/>
                  <a:gd name="connsiteY16" fmla="*/ 10679 h 23687"/>
                  <a:gd name="connsiteX17" fmla="*/ 25037 w 944272"/>
                  <a:gd name="connsiteY17" fmla="*/ 1621 h 23687"/>
                  <a:gd name="connsiteX18" fmla="*/ 5692 w 944272"/>
                  <a:gd name="connsiteY18" fmla="*/ 28 h 23687"/>
                  <a:gd name="connsiteX19" fmla="*/ 3213 w 944272"/>
                  <a:gd name="connsiteY19" fmla="*/ 617 h 23687"/>
                  <a:gd name="connsiteX20" fmla="*/ 449 w 944272"/>
                  <a:gd name="connsiteY20" fmla="*/ 2865 h 23687"/>
                  <a:gd name="connsiteX21" fmla="*/ 1140 w 944272"/>
                  <a:gd name="connsiteY21" fmla="*/ 4829 h 23687"/>
                  <a:gd name="connsiteX22" fmla="*/ 4635 w 944272"/>
                  <a:gd name="connsiteY22" fmla="*/ 4458 h 23687"/>
                  <a:gd name="connsiteX23" fmla="*/ 6505 w 944272"/>
                  <a:gd name="connsiteY23" fmla="*/ 2952 h 23687"/>
                  <a:gd name="connsiteX24" fmla="*/ 142445 w 944272"/>
                  <a:gd name="connsiteY24" fmla="*/ 13451 h 23687"/>
                  <a:gd name="connsiteX25" fmla="*/ 161384 w 944272"/>
                  <a:gd name="connsiteY25" fmla="*/ 16288 h 23687"/>
                  <a:gd name="connsiteX26" fmla="*/ 182801 w 944272"/>
                  <a:gd name="connsiteY26" fmla="*/ 18733 h 23687"/>
                  <a:gd name="connsiteX27" fmla="*/ 312565 w 944272"/>
                  <a:gd name="connsiteY27" fmla="*/ 21505 h 23687"/>
                  <a:gd name="connsiteX28" fmla="*/ 377345 w 944272"/>
                  <a:gd name="connsiteY28" fmla="*/ 20981 h 23687"/>
                  <a:gd name="connsiteX29" fmla="*/ 418635 w 944272"/>
                  <a:gd name="connsiteY29" fmla="*/ 17249 h 23687"/>
                  <a:gd name="connsiteX30" fmla="*/ 438386 w 944272"/>
                  <a:gd name="connsiteY30" fmla="*/ 14848 h 23687"/>
                  <a:gd name="connsiteX31" fmla="*/ 459032 w 944272"/>
                  <a:gd name="connsiteY31" fmla="*/ 14368 h 23687"/>
                  <a:gd name="connsiteX32" fmla="*/ 479879 w 944272"/>
                  <a:gd name="connsiteY32" fmla="*/ 13735 h 23687"/>
                  <a:gd name="connsiteX33" fmla="*/ 502801 w 944272"/>
                  <a:gd name="connsiteY33" fmla="*/ 12294 h 23687"/>
                  <a:gd name="connsiteX34" fmla="*/ 507555 w 944272"/>
                  <a:gd name="connsiteY34" fmla="*/ 11705 h 23687"/>
                  <a:gd name="connsiteX35" fmla="*/ 547424 w 944272"/>
                  <a:gd name="connsiteY35" fmla="*/ 15175 h 23687"/>
                  <a:gd name="connsiteX36" fmla="*/ 548114 w 944272"/>
                  <a:gd name="connsiteY36" fmla="*/ 15219 h 23687"/>
                  <a:gd name="connsiteX37" fmla="*/ 565061 w 944272"/>
                  <a:gd name="connsiteY37" fmla="*/ 15219 h 23687"/>
                  <a:gd name="connsiteX38" fmla="*/ 584202 w 944272"/>
                  <a:gd name="connsiteY38" fmla="*/ 15546 h 23687"/>
                  <a:gd name="connsiteX39" fmla="*/ 651380 w 944272"/>
                  <a:gd name="connsiteY39" fmla="*/ 21025 h 23687"/>
                  <a:gd name="connsiteX40" fmla="*/ 842266 w 944272"/>
                  <a:gd name="connsiteY40" fmla="*/ 22902 h 23687"/>
                  <a:gd name="connsiteX41" fmla="*/ 944273 w 944272"/>
                  <a:gd name="connsiteY41" fmla="*/ 23688 h 23687"/>
                  <a:gd name="connsiteX42" fmla="*/ 944273 w 944272"/>
                  <a:gd name="connsiteY42" fmla="*/ 20916 h 23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44272" h="23687">
                    <a:moveTo>
                      <a:pt x="944273" y="20916"/>
                    </a:moveTo>
                    <a:lnTo>
                      <a:pt x="651787" y="18209"/>
                    </a:lnTo>
                    <a:lnTo>
                      <a:pt x="584609" y="12731"/>
                    </a:lnTo>
                    <a:lnTo>
                      <a:pt x="565142" y="12403"/>
                    </a:lnTo>
                    <a:lnTo>
                      <a:pt x="548195" y="12403"/>
                    </a:lnTo>
                    <a:lnTo>
                      <a:pt x="507921" y="8933"/>
                    </a:lnTo>
                    <a:cubicBezTo>
                      <a:pt x="507596" y="8889"/>
                      <a:pt x="507230" y="8889"/>
                      <a:pt x="506945" y="8933"/>
                    </a:cubicBezTo>
                    <a:lnTo>
                      <a:pt x="501987" y="9522"/>
                    </a:lnTo>
                    <a:lnTo>
                      <a:pt x="479352" y="10897"/>
                    </a:lnTo>
                    <a:lnTo>
                      <a:pt x="458828" y="11552"/>
                    </a:lnTo>
                    <a:lnTo>
                      <a:pt x="437696" y="12076"/>
                    </a:lnTo>
                    <a:lnTo>
                      <a:pt x="417741" y="14477"/>
                    </a:lnTo>
                    <a:lnTo>
                      <a:pt x="376857" y="18165"/>
                    </a:lnTo>
                    <a:lnTo>
                      <a:pt x="312646" y="18689"/>
                    </a:lnTo>
                    <a:lnTo>
                      <a:pt x="183370" y="15961"/>
                    </a:lnTo>
                    <a:lnTo>
                      <a:pt x="162562" y="13560"/>
                    </a:lnTo>
                    <a:lnTo>
                      <a:pt x="143421" y="10679"/>
                    </a:lnTo>
                    <a:lnTo>
                      <a:pt x="25037" y="1621"/>
                    </a:lnTo>
                    <a:lnTo>
                      <a:pt x="5692" y="28"/>
                    </a:lnTo>
                    <a:cubicBezTo>
                      <a:pt x="4717" y="-82"/>
                      <a:pt x="3701" y="137"/>
                      <a:pt x="3213" y="617"/>
                    </a:cubicBezTo>
                    <a:lnTo>
                      <a:pt x="449" y="2865"/>
                    </a:lnTo>
                    <a:cubicBezTo>
                      <a:pt x="-363" y="3498"/>
                      <a:pt x="-39" y="4349"/>
                      <a:pt x="1140" y="4829"/>
                    </a:cubicBezTo>
                    <a:cubicBezTo>
                      <a:pt x="2237" y="5244"/>
                      <a:pt x="3823" y="5091"/>
                      <a:pt x="4635" y="4458"/>
                    </a:cubicBezTo>
                    <a:lnTo>
                      <a:pt x="6505" y="2952"/>
                    </a:lnTo>
                    <a:lnTo>
                      <a:pt x="142445" y="13451"/>
                    </a:lnTo>
                    <a:lnTo>
                      <a:pt x="161384" y="16288"/>
                    </a:lnTo>
                    <a:lnTo>
                      <a:pt x="182801" y="18733"/>
                    </a:lnTo>
                    <a:lnTo>
                      <a:pt x="312565" y="21505"/>
                    </a:lnTo>
                    <a:lnTo>
                      <a:pt x="377345" y="20981"/>
                    </a:lnTo>
                    <a:lnTo>
                      <a:pt x="418635" y="17249"/>
                    </a:lnTo>
                    <a:lnTo>
                      <a:pt x="438386" y="14848"/>
                    </a:lnTo>
                    <a:lnTo>
                      <a:pt x="459032" y="14368"/>
                    </a:lnTo>
                    <a:lnTo>
                      <a:pt x="479879" y="13735"/>
                    </a:lnTo>
                    <a:lnTo>
                      <a:pt x="502801" y="12294"/>
                    </a:lnTo>
                    <a:lnTo>
                      <a:pt x="507555" y="11705"/>
                    </a:lnTo>
                    <a:lnTo>
                      <a:pt x="547424" y="15175"/>
                    </a:lnTo>
                    <a:cubicBezTo>
                      <a:pt x="547424" y="15175"/>
                      <a:pt x="548114" y="15175"/>
                      <a:pt x="548114" y="15219"/>
                    </a:cubicBezTo>
                    <a:lnTo>
                      <a:pt x="565061" y="15219"/>
                    </a:lnTo>
                    <a:lnTo>
                      <a:pt x="584202" y="15546"/>
                    </a:lnTo>
                    <a:lnTo>
                      <a:pt x="651380" y="21025"/>
                    </a:lnTo>
                    <a:lnTo>
                      <a:pt x="842266" y="22902"/>
                    </a:lnTo>
                    <a:lnTo>
                      <a:pt x="944273" y="23688"/>
                    </a:lnTo>
                    <a:lnTo>
                      <a:pt x="944273" y="2091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6" name="Freeform: Shape 665">
                <a:extLst>
                  <a:ext uri="{FF2B5EF4-FFF2-40B4-BE49-F238E27FC236}">
                    <a16:creationId xmlns:a16="http://schemas.microsoft.com/office/drawing/2014/main" id="{25C2EA52-8534-4E38-A84C-CE337056DAC9}"/>
                  </a:ext>
                </a:extLst>
              </p:cNvPr>
              <p:cNvSpPr/>
              <p:nvPr/>
            </p:nvSpPr>
            <p:spPr>
              <a:xfrm>
                <a:off x="-121" y="5636779"/>
                <a:ext cx="1931948" cy="105247"/>
              </a:xfrm>
              <a:custGeom>
                <a:avLst/>
                <a:gdLst>
                  <a:gd name="connsiteX0" fmla="*/ 1929709 w 1931948"/>
                  <a:gd name="connsiteY0" fmla="*/ 64738 h 105247"/>
                  <a:gd name="connsiteX1" fmla="*/ 1916176 w 1931948"/>
                  <a:gd name="connsiteY1" fmla="*/ 64366 h 105247"/>
                  <a:gd name="connsiteX2" fmla="*/ 1861149 w 1931948"/>
                  <a:gd name="connsiteY2" fmla="*/ 65523 h 105247"/>
                  <a:gd name="connsiteX3" fmla="*/ 1770400 w 1931948"/>
                  <a:gd name="connsiteY3" fmla="*/ 64934 h 105247"/>
                  <a:gd name="connsiteX4" fmla="*/ 1759549 w 1931948"/>
                  <a:gd name="connsiteY4" fmla="*/ 63166 h 105247"/>
                  <a:gd name="connsiteX5" fmla="*/ 1708018 w 1931948"/>
                  <a:gd name="connsiteY5" fmla="*/ 61398 h 105247"/>
                  <a:gd name="connsiteX6" fmla="*/ 1658478 w 1931948"/>
                  <a:gd name="connsiteY6" fmla="*/ 61507 h 105247"/>
                  <a:gd name="connsiteX7" fmla="*/ 1640718 w 1931948"/>
                  <a:gd name="connsiteY7" fmla="*/ 61398 h 105247"/>
                  <a:gd name="connsiteX8" fmla="*/ 1553789 w 1931948"/>
                  <a:gd name="connsiteY8" fmla="*/ 56662 h 105247"/>
                  <a:gd name="connsiteX9" fmla="*/ 1526682 w 1931948"/>
                  <a:gd name="connsiteY9" fmla="*/ 58473 h 105247"/>
                  <a:gd name="connsiteX10" fmla="*/ 1497665 w 1931948"/>
                  <a:gd name="connsiteY10" fmla="*/ 57251 h 105247"/>
                  <a:gd name="connsiteX11" fmla="*/ 1469299 w 1931948"/>
                  <a:gd name="connsiteY11" fmla="*/ 59586 h 105247"/>
                  <a:gd name="connsiteX12" fmla="*/ 1440038 w 1931948"/>
                  <a:gd name="connsiteY12" fmla="*/ 60874 h 105247"/>
                  <a:gd name="connsiteX13" fmla="*/ 1410858 w 1931948"/>
                  <a:gd name="connsiteY13" fmla="*/ 64650 h 105247"/>
                  <a:gd name="connsiteX14" fmla="*/ 1380866 w 1931948"/>
                  <a:gd name="connsiteY14" fmla="*/ 67575 h 105247"/>
                  <a:gd name="connsiteX15" fmla="*/ 1351565 w 1931948"/>
                  <a:gd name="connsiteY15" fmla="*/ 72901 h 105247"/>
                  <a:gd name="connsiteX16" fmla="*/ 1258580 w 1931948"/>
                  <a:gd name="connsiteY16" fmla="*/ 59325 h 105247"/>
                  <a:gd name="connsiteX17" fmla="*/ 1164864 w 1931948"/>
                  <a:gd name="connsiteY17" fmla="*/ 41427 h 105247"/>
                  <a:gd name="connsiteX18" fmla="*/ 1163361 w 1931948"/>
                  <a:gd name="connsiteY18" fmla="*/ 41383 h 105247"/>
                  <a:gd name="connsiteX19" fmla="*/ 1131946 w 1931948"/>
                  <a:gd name="connsiteY19" fmla="*/ 45705 h 105247"/>
                  <a:gd name="connsiteX20" fmla="*/ 1099962 w 1931948"/>
                  <a:gd name="connsiteY20" fmla="*/ 49328 h 105247"/>
                  <a:gd name="connsiteX21" fmla="*/ 1067410 w 1931948"/>
                  <a:gd name="connsiteY21" fmla="*/ 53759 h 105247"/>
                  <a:gd name="connsiteX22" fmla="*/ 1035304 w 1931948"/>
                  <a:gd name="connsiteY22" fmla="*/ 60198 h 105247"/>
                  <a:gd name="connsiteX23" fmla="*/ 939922 w 1931948"/>
                  <a:gd name="connsiteY23" fmla="*/ 49001 h 105247"/>
                  <a:gd name="connsiteX24" fmla="*/ 815889 w 1931948"/>
                  <a:gd name="connsiteY24" fmla="*/ 32653 h 105247"/>
                  <a:gd name="connsiteX25" fmla="*/ 721076 w 1931948"/>
                  <a:gd name="connsiteY25" fmla="*/ 19338 h 105247"/>
                  <a:gd name="connsiteX26" fmla="*/ 626059 w 1931948"/>
                  <a:gd name="connsiteY26" fmla="*/ 5697 h 105247"/>
                  <a:gd name="connsiteX27" fmla="*/ 602935 w 1931948"/>
                  <a:gd name="connsiteY27" fmla="*/ 2597 h 105247"/>
                  <a:gd name="connsiteX28" fmla="*/ 589280 w 1931948"/>
                  <a:gd name="connsiteY28" fmla="*/ 2074 h 105247"/>
                  <a:gd name="connsiteX29" fmla="*/ 558231 w 1931948"/>
                  <a:gd name="connsiteY29" fmla="*/ 1419 h 105247"/>
                  <a:gd name="connsiteX30" fmla="*/ 506781 w 1931948"/>
                  <a:gd name="connsiteY30" fmla="*/ 153 h 105247"/>
                  <a:gd name="connsiteX31" fmla="*/ 419608 w 1931948"/>
                  <a:gd name="connsiteY31" fmla="*/ 2183 h 105247"/>
                  <a:gd name="connsiteX32" fmla="*/ 381569 w 1931948"/>
                  <a:gd name="connsiteY32" fmla="*/ 1855 h 105247"/>
                  <a:gd name="connsiteX33" fmla="*/ 325567 w 1931948"/>
                  <a:gd name="connsiteY33" fmla="*/ 262 h 105247"/>
                  <a:gd name="connsiteX34" fmla="*/ 287244 w 1931948"/>
                  <a:gd name="connsiteY34" fmla="*/ 0 h 105247"/>
                  <a:gd name="connsiteX35" fmla="*/ 249001 w 1931948"/>
                  <a:gd name="connsiteY35" fmla="*/ 4955 h 105247"/>
                  <a:gd name="connsiteX36" fmla="*/ 248270 w 1931948"/>
                  <a:gd name="connsiteY36" fmla="*/ 5107 h 105247"/>
                  <a:gd name="connsiteX37" fmla="*/ 169388 w 1931948"/>
                  <a:gd name="connsiteY37" fmla="*/ 31277 h 105247"/>
                  <a:gd name="connsiteX38" fmla="*/ 129154 w 1931948"/>
                  <a:gd name="connsiteY38" fmla="*/ 51314 h 105247"/>
                  <a:gd name="connsiteX39" fmla="*/ 88555 w 1931948"/>
                  <a:gd name="connsiteY39" fmla="*/ 70609 h 105247"/>
                  <a:gd name="connsiteX40" fmla="*/ 47589 w 1931948"/>
                  <a:gd name="connsiteY40" fmla="*/ 87503 h 105247"/>
                  <a:gd name="connsiteX41" fmla="*/ 6259 w 1931948"/>
                  <a:gd name="connsiteY41" fmla="*/ 101472 h 105247"/>
                  <a:gd name="connsiteX42" fmla="*/ 0 w 1931948"/>
                  <a:gd name="connsiteY42" fmla="*/ 102323 h 105247"/>
                  <a:gd name="connsiteX43" fmla="*/ 0 w 1931948"/>
                  <a:gd name="connsiteY43" fmla="*/ 105248 h 105247"/>
                  <a:gd name="connsiteX44" fmla="*/ 7844 w 1931948"/>
                  <a:gd name="connsiteY44" fmla="*/ 104134 h 105247"/>
                  <a:gd name="connsiteX45" fmla="*/ 8575 w 1931948"/>
                  <a:gd name="connsiteY45" fmla="*/ 103960 h 105247"/>
                  <a:gd name="connsiteX46" fmla="*/ 50394 w 1931948"/>
                  <a:gd name="connsiteY46" fmla="*/ 89838 h 105247"/>
                  <a:gd name="connsiteX47" fmla="*/ 91724 w 1931948"/>
                  <a:gd name="connsiteY47" fmla="*/ 72835 h 105247"/>
                  <a:gd name="connsiteX48" fmla="*/ 132486 w 1931948"/>
                  <a:gd name="connsiteY48" fmla="*/ 53388 h 105247"/>
                  <a:gd name="connsiteX49" fmla="*/ 172314 w 1931948"/>
                  <a:gd name="connsiteY49" fmla="*/ 33504 h 105247"/>
                  <a:gd name="connsiteX50" fmla="*/ 250505 w 1931948"/>
                  <a:gd name="connsiteY50" fmla="*/ 7596 h 105247"/>
                  <a:gd name="connsiteX51" fmla="*/ 287772 w 1931948"/>
                  <a:gd name="connsiteY51" fmla="*/ 2750 h 105247"/>
                  <a:gd name="connsiteX52" fmla="*/ 325323 w 1931948"/>
                  <a:gd name="connsiteY52" fmla="*/ 3078 h 105247"/>
                  <a:gd name="connsiteX53" fmla="*/ 381325 w 1931948"/>
                  <a:gd name="connsiteY53" fmla="*/ 4671 h 105247"/>
                  <a:gd name="connsiteX54" fmla="*/ 419608 w 1931948"/>
                  <a:gd name="connsiteY54" fmla="*/ 4998 h 105247"/>
                  <a:gd name="connsiteX55" fmla="*/ 506740 w 1931948"/>
                  <a:gd name="connsiteY55" fmla="*/ 2968 h 105247"/>
                  <a:gd name="connsiteX56" fmla="*/ 547380 w 1931948"/>
                  <a:gd name="connsiteY56" fmla="*/ 4038 h 105247"/>
                  <a:gd name="connsiteX57" fmla="*/ 588996 w 1931948"/>
                  <a:gd name="connsiteY57" fmla="*/ 4889 h 105247"/>
                  <a:gd name="connsiteX58" fmla="*/ 602163 w 1931948"/>
                  <a:gd name="connsiteY58" fmla="*/ 5369 h 105247"/>
                  <a:gd name="connsiteX59" fmla="*/ 624759 w 1931948"/>
                  <a:gd name="connsiteY59" fmla="*/ 8403 h 105247"/>
                  <a:gd name="connsiteX60" fmla="*/ 719775 w 1931948"/>
                  <a:gd name="connsiteY60" fmla="*/ 22045 h 105247"/>
                  <a:gd name="connsiteX61" fmla="*/ 814629 w 1931948"/>
                  <a:gd name="connsiteY61" fmla="*/ 35359 h 105247"/>
                  <a:gd name="connsiteX62" fmla="*/ 907694 w 1931948"/>
                  <a:gd name="connsiteY62" fmla="*/ 47735 h 105247"/>
                  <a:gd name="connsiteX63" fmla="*/ 938743 w 1931948"/>
                  <a:gd name="connsiteY63" fmla="*/ 51773 h 105247"/>
                  <a:gd name="connsiteX64" fmla="*/ 1034898 w 1931948"/>
                  <a:gd name="connsiteY64" fmla="*/ 63013 h 105247"/>
                  <a:gd name="connsiteX65" fmla="*/ 1036279 w 1931948"/>
                  <a:gd name="connsiteY65" fmla="*/ 62970 h 105247"/>
                  <a:gd name="connsiteX66" fmla="*/ 1068751 w 1931948"/>
                  <a:gd name="connsiteY66" fmla="*/ 56422 h 105247"/>
                  <a:gd name="connsiteX67" fmla="*/ 1100938 w 1931948"/>
                  <a:gd name="connsiteY67" fmla="*/ 52100 h 105247"/>
                  <a:gd name="connsiteX68" fmla="*/ 1133003 w 1931948"/>
                  <a:gd name="connsiteY68" fmla="*/ 48477 h 105247"/>
                  <a:gd name="connsiteX69" fmla="*/ 1163767 w 1931948"/>
                  <a:gd name="connsiteY69" fmla="*/ 44221 h 105247"/>
                  <a:gd name="connsiteX70" fmla="*/ 1256995 w 1931948"/>
                  <a:gd name="connsiteY70" fmla="*/ 62031 h 105247"/>
                  <a:gd name="connsiteX71" fmla="*/ 1350874 w 1931948"/>
                  <a:gd name="connsiteY71" fmla="*/ 75782 h 105247"/>
                  <a:gd name="connsiteX72" fmla="*/ 1352296 w 1931948"/>
                  <a:gd name="connsiteY72" fmla="*/ 75738 h 105247"/>
                  <a:gd name="connsiteX73" fmla="*/ 1382004 w 1931948"/>
                  <a:gd name="connsiteY73" fmla="*/ 70347 h 105247"/>
                  <a:gd name="connsiteX74" fmla="*/ 1411712 w 1931948"/>
                  <a:gd name="connsiteY74" fmla="*/ 67466 h 105247"/>
                  <a:gd name="connsiteX75" fmla="*/ 1440647 w 1931948"/>
                  <a:gd name="connsiteY75" fmla="*/ 63690 h 105247"/>
                  <a:gd name="connsiteX76" fmla="*/ 1469705 w 1931948"/>
                  <a:gd name="connsiteY76" fmla="*/ 62402 h 105247"/>
                  <a:gd name="connsiteX77" fmla="*/ 1497706 w 1931948"/>
                  <a:gd name="connsiteY77" fmla="*/ 60067 h 105247"/>
                  <a:gd name="connsiteX78" fmla="*/ 1526682 w 1931948"/>
                  <a:gd name="connsiteY78" fmla="*/ 61333 h 105247"/>
                  <a:gd name="connsiteX79" fmla="*/ 1553708 w 1931948"/>
                  <a:gd name="connsiteY79" fmla="*/ 59477 h 105247"/>
                  <a:gd name="connsiteX80" fmla="*/ 1640271 w 1931948"/>
                  <a:gd name="connsiteY80" fmla="*/ 64279 h 105247"/>
                  <a:gd name="connsiteX81" fmla="*/ 1658315 w 1931948"/>
                  <a:gd name="connsiteY81" fmla="*/ 64388 h 105247"/>
                  <a:gd name="connsiteX82" fmla="*/ 1700418 w 1931948"/>
                  <a:gd name="connsiteY82" fmla="*/ 64323 h 105247"/>
                  <a:gd name="connsiteX83" fmla="*/ 1707774 w 1931948"/>
                  <a:gd name="connsiteY83" fmla="*/ 64257 h 105247"/>
                  <a:gd name="connsiteX84" fmla="*/ 1758533 w 1931948"/>
                  <a:gd name="connsiteY84" fmla="*/ 65916 h 105247"/>
                  <a:gd name="connsiteX85" fmla="*/ 1769181 w 1931948"/>
                  <a:gd name="connsiteY85" fmla="*/ 67684 h 105247"/>
                  <a:gd name="connsiteX86" fmla="*/ 1769872 w 1931948"/>
                  <a:gd name="connsiteY86" fmla="*/ 67793 h 105247"/>
                  <a:gd name="connsiteX87" fmla="*/ 1861109 w 1931948"/>
                  <a:gd name="connsiteY87" fmla="*/ 68383 h 105247"/>
                  <a:gd name="connsiteX88" fmla="*/ 1916013 w 1931948"/>
                  <a:gd name="connsiteY88" fmla="*/ 67204 h 105247"/>
                  <a:gd name="connsiteX89" fmla="*/ 1929303 w 1931948"/>
                  <a:gd name="connsiteY89" fmla="*/ 67575 h 105247"/>
                  <a:gd name="connsiteX90" fmla="*/ 1931944 w 1931948"/>
                  <a:gd name="connsiteY90" fmla="*/ 66244 h 105247"/>
                  <a:gd name="connsiteX91" fmla="*/ 1929547 w 1931948"/>
                  <a:gd name="connsiteY91" fmla="*/ 64759 h 10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931948" h="105247">
                    <a:moveTo>
                      <a:pt x="1929709" y="64738"/>
                    </a:moveTo>
                    <a:lnTo>
                      <a:pt x="1916176" y="64366"/>
                    </a:lnTo>
                    <a:lnTo>
                      <a:pt x="1861149" y="65523"/>
                    </a:lnTo>
                    <a:lnTo>
                      <a:pt x="1770400" y="64934"/>
                    </a:lnTo>
                    <a:lnTo>
                      <a:pt x="1759549" y="63166"/>
                    </a:lnTo>
                    <a:lnTo>
                      <a:pt x="1708018" y="61398"/>
                    </a:lnTo>
                    <a:lnTo>
                      <a:pt x="1658478" y="61507"/>
                    </a:lnTo>
                    <a:lnTo>
                      <a:pt x="1640718" y="61398"/>
                    </a:lnTo>
                    <a:lnTo>
                      <a:pt x="1553789" y="56662"/>
                    </a:lnTo>
                    <a:lnTo>
                      <a:pt x="1526682" y="58473"/>
                    </a:lnTo>
                    <a:lnTo>
                      <a:pt x="1497665" y="57251"/>
                    </a:lnTo>
                    <a:lnTo>
                      <a:pt x="1469299" y="59586"/>
                    </a:lnTo>
                    <a:lnTo>
                      <a:pt x="1440038" y="60874"/>
                    </a:lnTo>
                    <a:lnTo>
                      <a:pt x="1410858" y="64650"/>
                    </a:lnTo>
                    <a:lnTo>
                      <a:pt x="1380866" y="67575"/>
                    </a:lnTo>
                    <a:lnTo>
                      <a:pt x="1351565" y="72901"/>
                    </a:lnTo>
                    <a:lnTo>
                      <a:pt x="1258580" y="59325"/>
                    </a:lnTo>
                    <a:lnTo>
                      <a:pt x="1164864" y="41427"/>
                    </a:lnTo>
                    <a:cubicBezTo>
                      <a:pt x="1164377" y="41318"/>
                      <a:pt x="1163889" y="41318"/>
                      <a:pt x="1163361" y="41383"/>
                    </a:cubicBezTo>
                    <a:lnTo>
                      <a:pt x="1131946" y="45705"/>
                    </a:lnTo>
                    <a:lnTo>
                      <a:pt x="1099962" y="49328"/>
                    </a:lnTo>
                    <a:lnTo>
                      <a:pt x="1067410" y="53759"/>
                    </a:lnTo>
                    <a:lnTo>
                      <a:pt x="1035304" y="60198"/>
                    </a:lnTo>
                    <a:lnTo>
                      <a:pt x="939922" y="49001"/>
                    </a:lnTo>
                    <a:lnTo>
                      <a:pt x="815889" y="32653"/>
                    </a:lnTo>
                    <a:lnTo>
                      <a:pt x="721076" y="19338"/>
                    </a:lnTo>
                    <a:lnTo>
                      <a:pt x="626059" y="5697"/>
                    </a:lnTo>
                    <a:lnTo>
                      <a:pt x="602935" y="2597"/>
                    </a:lnTo>
                    <a:lnTo>
                      <a:pt x="589280" y="2074"/>
                    </a:lnTo>
                    <a:lnTo>
                      <a:pt x="558231" y="1419"/>
                    </a:lnTo>
                    <a:lnTo>
                      <a:pt x="506781" y="153"/>
                    </a:lnTo>
                    <a:lnTo>
                      <a:pt x="419608" y="2183"/>
                    </a:lnTo>
                    <a:lnTo>
                      <a:pt x="381569" y="1855"/>
                    </a:lnTo>
                    <a:lnTo>
                      <a:pt x="325567" y="262"/>
                    </a:lnTo>
                    <a:lnTo>
                      <a:pt x="287244" y="0"/>
                    </a:lnTo>
                    <a:lnTo>
                      <a:pt x="249001" y="4955"/>
                    </a:lnTo>
                    <a:cubicBezTo>
                      <a:pt x="248757" y="4955"/>
                      <a:pt x="248514" y="5020"/>
                      <a:pt x="248270" y="5107"/>
                    </a:cubicBezTo>
                    <a:lnTo>
                      <a:pt x="169388" y="31277"/>
                    </a:lnTo>
                    <a:lnTo>
                      <a:pt x="129154" y="51314"/>
                    </a:lnTo>
                    <a:lnTo>
                      <a:pt x="88555" y="70609"/>
                    </a:lnTo>
                    <a:lnTo>
                      <a:pt x="47589" y="87503"/>
                    </a:lnTo>
                    <a:lnTo>
                      <a:pt x="6259" y="101472"/>
                    </a:lnTo>
                    <a:lnTo>
                      <a:pt x="0" y="102323"/>
                    </a:lnTo>
                    <a:lnTo>
                      <a:pt x="0" y="105248"/>
                    </a:lnTo>
                    <a:lnTo>
                      <a:pt x="7844" y="104134"/>
                    </a:lnTo>
                    <a:cubicBezTo>
                      <a:pt x="8087" y="104091"/>
                      <a:pt x="8331" y="104025"/>
                      <a:pt x="8575" y="103960"/>
                    </a:cubicBezTo>
                    <a:lnTo>
                      <a:pt x="50394" y="89838"/>
                    </a:lnTo>
                    <a:lnTo>
                      <a:pt x="91724" y="72835"/>
                    </a:lnTo>
                    <a:lnTo>
                      <a:pt x="132486" y="53388"/>
                    </a:lnTo>
                    <a:lnTo>
                      <a:pt x="172314" y="33504"/>
                    </a:lnTo>
                    <a:lnTo>
                      <a:pt x="250505" y="7596"/>
                    </a:lnTo>
                    <a:lnTo>
                      <a:pt x="287772" y="2750"/>
                    </a:lnTo>
                    <a:lnTo>
                      <a:pt x="325323" y="3078"/>
                    </a:lnTo>
                    <a:lnTo>
                      <a:pt x="381325" y="4671"/>
                    </a:lnTo>
                    <a:lnTo>
                      <a:pt x="419608" y="4998"/>
                    </a:lnTo>
                    <a:lnTo>
                      <a:pt x="506740" y="2968"/>
                    </a:lnTo>
                    <a:lnTo>
                      <a:pt x="547380" y="4038"/>
                    </a:lnTo>
                    <a:lnTo>
                      <a:pt x="588996" y="4889"/>
                    </a:lnTo>
                    <a:lnTo>
                      <a:pt x="602163" y="5369"/>
                    </a:lnTo>
                    <a:lnTo>
                      <a:pt x="624759" y="8403"/>
                    </a:lnTo>
                    <a:lnTo>
                      <a:pt x="719775" y="22045"/>
                    </a:lnTo>
                    <a:lnTo>
                      <a:pt x="814629" y="35359"/>
                    </a:lnTo>
                    <a:lnTo>
                      <a:pt x="907694" y="47735"/>
                    </a:lnTo>
                    <a:lnTo>
                      <a:pt x="938743" y="51773"/>
                    </a:lnTo>
                    <a:lnTo>
                      <a:pt x="1034898" y="63013"/>
                    </a:lnTo>
                    <a:cubicBezTo>
                      <a:pt x="1035385" y="63079"/>
                      <a:pt x="1035832" y="63079"/>
                      <a:pt x="1036279" y="62970"/>
                    </a:cubicBezTo>
                    <a:lnTo>
                      <a:pt x="1068751" y="56422"/>
                    </a:lnTo>
                    <a:lnTo>
                      <a:pt x="1100938" y="52100"/>
                    </a:lnTo>
                    <a:lnTo>
                      <a:pt x="1133003" y="48477"/>
                    </a:lnTo>
                    <a:lnTo>
                      <a:pt x="1163767" y="44221"/>
                    </a:lnTo>
                    <a:lnTo>
                      <a:pt x="1256995" y="62031"/>
                    </a:lnTo>
                    <a:lnTo>
                      <a:pt x="1350874" y="75782"/>
                    </a:lnTo>
                    <a:cubicBezTo>
                      <a:pt x="1351361" y="75825"/>
                      <a:pt x="1351849" y="75825"/>
                      <a:pt x="1352296" y="75738"/>
                    </a:cubicBezTo>
                    <a:lnTo>
                      <a:pt x="1382004" y="70347"/>
                    </a:lnTo>
                    <a:lnTo>
                      <a:pt x="1411712" y="67466"/>
                    </a:lnTo>
                    <a:lnTo>
                      <a:pt x="1440647" y="63690"/>
                    </a:lnTo>
                    <a:lnTo>
                      <a:pt x="1469705" y="62402"/>
                    </a:lnTo>
                    <a:lnTo>
                      <a:pt x="1497706" y="60067"/>
                    </a:lnTo>
                    <a:lnTo>
                      <a:pt x="1526682" y="61333"/>
                    </a:lnTo>
                    <a:lnTo>
                      <a:pt x="1553708" y="59477"/>
                    </a:lnTo>
                    <a:lnTo>
                      <a:pt x="1640271" y="64279"/>
                    </a:lnTo>
                    <a:lnTo>
                      <a:pt x="1658315" y="64388"/>
                    </a:lnTo>
                    <a:lnTo>
                      <a:pt x="1700418" y="64323"/>
                    </a:lnTo>
                    <a:lnTo>
                      <a:pt x="1707774" y="64257"/>
                    </a:lnTo>
                    <a:lnTo>
                      <a:pt x="1758533" y="65916"/>
                    </a:lnTo>
                    <a:lnTo>
                      <a:pt x="1769181" y="67684"/>
                    </a:lnTo>
                    <a:cubicBezTo>
                      <a:pt x="1769181" y="67684"/>
                      <a:pt x="1769628" y="67750"/>
                      <a:pt x="1769872" y="67793"/>
                    </a:cubicBezTo>
                    <a:lnTo>
                      <a:pt x="1861109" y="68383"/>
                    </a:lnTo>
                    <a:lnTo>
                      <a:pt x="1916013" y="67204"/>
                    </a:lnTo>
                    <a:lnTo>
                      <a:pt x="1929303" y="67575"/>
                    </a:lnTo>
                    <a:cubicBezTo>
                      <a:pt x="1930725" y="67684"/>
                      <a:pt x="1931863" y="66986"/>
                      <a:pt x="1931944" y="66244"/>
                    </a:cubicBezTo>
                    <a:cubicBezTo>
                      <a:pt x="1932026" y="65458"/>
                      <a:pt x="1930969" y="64803"/>
                      <a:pt x="1929547" y="6475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7" name="Freeform: Shape 666">
                <a:extLst>
                  <a:ext uri="{FF2B5EF4-FFF2-40B4-BE49-F238E27FC236}">
                    <a16:creationId xmlns:a16="http://schemas.microsoft.com/office/drawing/2014/main" id="{A9447E15-3436-47EF-A83D-8EA7EC1BFBC9}"/>
                  </a:ext>
                </a:extLst>
              </p:cNvPr>
              <p:cNvSpPr/>
              <p:nvPr/>
            </p:nvSpPr>
            <p:spPr>
              <a:xfrm>
                <a:off x="11247923" y="5742163"/>
                <a:ext cx="944239" cy="18109"/>
              </a:xfrm>
              <a:custGeom>
                <a:avLst/>
                <a:gdLst>
                  <a:gd name="connsiteX0" fmla="*/ 944077 w 944239"/>
                  <a:gd name="connsiteY0" fmla="*/ 12915 h 18109"/>
                  <a:gd name="connsiteX1" fmla="*/ 647120 w 944239"/>
                  <a:gd name="connsiteY1" fmla="*/ 10951 h 18109"/>
                  <a:gd name="connsiteX2" fmla="*/ 586811 w 944239"/>
                  <a:gd name="connsiteY2" fmla="*/ 11977 h 18109"/>
                  <a:gd name="connsiteX3" fmla="*/ 569944 w 944239"/>
                  <a:gd name="connsiteY3" fmla="*/ 11911 h 18109"/>
                  <a:gd name="connsiteX4" fmla="*/ 569944 w 944239"/>
                  <a:gd name="connsiteY4" fmla="*/ 11911 h 18109"/>
                  <a:gd name="connsiteX5" fmla="*/ 569173 w 944239"/>
                  <a:gd name="connsiteY5" fmla="*/ 12020 h 18109"/>
                  <a:gd name="connsiteX6" fmla="*/ 566003 w 944239"/>
                  <a:gd name="connsiteY6" fmla="*/ 12610 h 18109"/>
                  <a:gd name="connsiteX7" fmla="*/ 503295 w 944239"/>
                  <a:gd name="connsiteY7" fmla="*/ 14574 h 18109"/>
                  <a:gd name="connsiteX8" fmla="*/ 440507 w 944239"/>
                  <a:gd name="connsiteY8" fmla="*/ 15316 h 18109"/>
                  <a:gd name="connsiteX9" fmla="*/ 379669 w 944239"/>
                  <a:gd name="connsiteY9" fmla="*/ 14247 h 18109"/>
                  <a:gd name="connsiteX10" fmla="*/ 377798 w 944239"/>
                  <a:gd name="connsiteY10" fmla="*/ 13177 h 18109"/>
                  <a:gd name="connsiteX11" fmla="*/ 376214 w 944239"/>
                  <a:gd name="connsiteY11" fmla="*/ 12697 h 18109"/>
                  <a:gd name="connsiteX12" fmla="*/ 354878 w 944239"/>
                  <a:gd name="connsiteY12" fmla="*/ 11365 h 18109"/>
                  <a:gd name="connsiteX13" fmla="*/ 354187 w 944239"/>
                  <a:gd name="connsiteY13" fmla="*/ 11365 h 18109"/>
                  <a:gd name="connsiteX14" fmla="*/ 333623 w 944239"/>
                  <a:gd name="connsiteY14" fmla="*/ 13068 h 18109"/>
                  <a:gd name="connsiteX15" fmla="*/ 312369 w 944239"/>
                  <a:gd name="connsiteY15" fmla="*/ 13068 h 18109"/>
                  <a:gd name="connsiteX16" fmla="*/ 120791 w 944239"/>
                  <a:gd name="connsiteY16" fmla="*/ 9707 h 18109"/>
                  <a:gd name="connsiteX17" fmla="*/ 101365 w 944239"/>
                  <a:gd name="connsiteY17" fmla="*/ 7742 h 18109"/>
                  <a:gd name="connsiteX18" fmla="*/ 41341 w 944239"/>
                  <a:gd name="connsiteY18" fmla="*/ 4381 h 18109"/>
                  <a:gd name="connsiteX19" fmla="*/ 7893 w 944239"/>
                  <a:gd name="connsiteY19" fmla="*/ 1347 h 18109"/>
                  <a:gd name="connsiteX20" fmla="*/ 3708 w 944239"/>
                  <a:gd name="connsiteY20" fmla="*/ 168 h 18109"/>
                  <a:gd name="connsiteX21" fmla="*/ 253 w 944239"/>
                  <a:gd name="connsiteY21" fmla="*/ 758 h 18109"/>
                  <a:gd name="connsiteX22" fmla="*/ 1432 w 944239"/>
                  <a:gd name="connsiteY22" fmla="*/ 2679 h 18109"/>
                  <a:gd name="connsiteX23" fmla="*/ 5983 w 944239"/>
                  <a:gd name="connsiteY23" fmla="*/ 3966 h 18109"/>
                  <a:gd name="connsiteX24" fmla="*/ 6675 w 944239"/>
                  <a:gd name="connsiteY24" fmla="*/ 4119 h 18109"/>
                  <a:gd name="connsiteX25" fmla="*/ 40608 w 944239"/>
                  <a:gd name="connsiteY25" fmla="*/ 7153 h 18109"/>
                  <a:gd name="connsiteX26" fmla="*/ 100634 w 944239"/>
                  <a:gd name="connsiteY26" fmla="*/ 10558 h 18109"/>
                  <a:gd name="connsiteX27" fmla="*/ 120182 w 944239"/>
                  <a:gd name="connsiteY27" fmla="*/ 12479 h 18109"/>
                  <a:gd name="connsiteX28" fmla="*/ 312287 w 944239"/>
                  <a:gd name="connsiteY28" fmla="*/ 15884 h 18109"/>
                  <a:gd name="connsiteX29" fmla="*/ 334029 w 944239"/>
                  <a:gd name="connsiteY29" fmla="*/ 15840 h 18109"/>
                  <a:gd name="connsiteX30" fmla="*/ 354674 w 944239"/>
                  <a:gd name="connsiteY30" fmla="*/ 14181 h 18109"/>
                  <a:gd name="connsiteX31" fmla="*/ 374710 w 944239"/>
                  <a:gd name="connsiteY31" fmla="*/ 15447 h 18109"/>
                  <a:gd name="connsiteX32" fmla="*/ 376621 w 944239"/>
                  <a:gd name="connsiteY32" fmla="*/ 16560 h 18109"/>
                  <a:gd name="connsiteX33" fmla="*/ 378409 w 944239"/>
                  <a:gd name="connsiteY33" fmla="*/ 17040 h 18109"/>
                  <a:gd name="connsiteX34" fmla="*/ 440547 w 944239"/>
                  <a:gd name="connsiteY34" fmla="*/ 18110 h 18109"/>
                  <a:gd name="connsiteX35" fmla="*/ 503539 w 944239"/>
                  <a:gd name="connsiteY35" fmla="*/ 17368 h 18109"/>
                  <a:gd name="connsiteX36" fmla="*/ 566734 w 944239"/>
                  <a:gd name="connsiteY36" fmla="*/ 15338 h 18109"/>
                  <a:gd name="connsiteX37" fmla="*/ 567344 w 944239"/>
                  <a:gd name="connsiteY37" fmla="*/ 15272 h 18109"/>
                  <a:gd name="connsiteX38" fmla="*/ 570433 w 944239"/>
                  <a:gd name="connsiteY38" fmla="*/ 14683 h 18109"/>
                  <a:gd name="connsiteX39" fmla="*/ 587013 w 944239"/>
                  <a:gd name="connsiteY39" fmla="*/ 14727 h 18109"/>
                  <a:gd name="connsiteX40" fmla="*/ 647242 w 944239"/>
                  <a:gd name="connsiteY40" fmla="*/ 13657 h 18109"/>
                  <a:gd name="connsiteX41" fmla="*/ 835771 w 944239"/>
                  <a:gd name="connsiteY41" fmla="*/ 15032 h 18109"/>
                  <a:gd name="connsiteX42" fmla="*/ 944239 w 944239"/>
                  <a:gd name="connsiteY42" fmla="*/ 15622 h 18109"/>
                  <a:gd name="connsiteX43" fmla="*/ 944239 w 944239"/>
                  <a:gd name="connsiteY43" fmla="*/ 12850 h 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44239" h="18109">
                    <a:moveTo>
                      <a:pt x="944077" y="12915"/>
                    </a:moveTo>
                    <a:lnTo>
                      <a:pt x="647120" y="10951"/>
                    </a:lnTo>
                    <a:lnTo>
                      <a:pt x="586811" y="11977"/>
                    </a:lnTo>
                    <a:lnTo>
                      <a:pt x="569944" y="11911"/>
                    </a:lnTo>
                    <a:lnTo>
                      <a:pt x="569944" y="11911"/>
                    </a:lnTo>
                    <a:cubicBezTo>
                      <a:pt x="569661" y="11911"/>
                      <a:pt x="569335" y="11977"/>
                      <a:pt x="569173" y="12020"/>
                    </a:cubicBezTo>
                    <a:lnTo>
                      <a:pt x="566003" y="12610"/>
                    </a:lnTo>
                    <a:lnTo>
                      <a:pt x="503295" y="14574"/>
                    </a:lnTo>
                    <a:lnTo>
                      <a:pt x="440507" y="15316"/>
                    </a:lnTo>
                    <a:lnTo>
                      <a:pt x="379669" y="14247"/>
                    </a:lnTo>
                    <a:lnTo>
                      <a:pt x="377798" y="13177"/>
                    </a:lnTo>
                    <a:cubicBezTo>
                      <a:pt x="377393" y="12915"/>
                      <a:pt x="376904" y="12762"/>
                      <a:pt x="376214" y="12697"/>
                    </a:cubicBezTo>
                    <a:lnTo>
                      <a:pt x="354878" y="11365"/>
                    </a:lnTo>
                    <a:lnTo>
                      <a:pt x="354187" y="11365"/>
                    </a:lnTo>
                    <a:lnTo>
                      <a:pt x="333623" y="13068"/>
                    </a:lnTo>
                    <a:lnTo>
                      <a:pt x="312369" y="13068"/>
                    </a:lnTo>
                    <a:lnTo>
                      <a:pt x="120791" y="9707"/>
                    </a:lnTo>
                    <a:lnTo>
                      <a:pt x="101365" y="7742"/>
                    </a:lnTo>
                    <a:lnTo>
                      <a:pt x="41341" y="4381"/>
                    </a:lnTo>
                    <a:lnTo>
                      <a:pt x="7893" y="1347"/>
                    </a:lnTo>
                    <a:lnTo>
                      <a:pt x="3708" y="168"/>
                    </a:lnTo>
                    <a:cubicBezTo>
                      <a:pt x="2407" y="-203"/>
                      <a:pt x="944" y="59"/>
                      <a:pt x="253" y="758"/>
                    </a:cubicBezTo>
                    <a:cubicBezTo>
                      <a:pt x="-356" y="1456"/>
                      <a:pt x="172" y="2307"/>
                      <a:pt x="1432" y="2679"/>
                    </a:cubicBezTo>
                    <a:lnTo>
                      <a:pt x="5983" y="3966"/>
                    </a:lnTo>
                    <a:cubicBezTo>
                      <a:pt x="5983" y="3966"/>
                      <a:pt x="6390" y="4075"/>
                      <a:pt x="6675" y="4119"/>
                    </a:cubicBezTo>
                    <a:lnTo>
                      <a:pt x="40608" y="7153"/>
                    </a:lnTo>
                    <a:lnTo>
                      <a:pt x="100634" y="10558"/>
                    </a:lnTo>
                    <a:lnTo>
                      <a:pt x="120182" y="12479"/>
                    </a:lnTo>
                    <a:lnTo>
                      <a:pt x="312287" y="15884"/>
                    </a:lnTo>
                    <a:lnTo>
                      <a:pt x="334029" y="15840"/>
                    </a:lnTo>
                    <a:lnTo>
                      <a:pt x="354674" y="14181"/>
                    </a:lnTo>
                    <a:lnTo>
                      <a:pt x="374710" y="15447"/>
                    </a:lnTo>
                    <a:lnTo>
                      <a:pt x="376621" y="16560"/>
                    </a:lnTo>
                    <a:cubicBezTo>
                      <a:pt x="377108" y="16888"/>
                      <a:pt x="377717" y="17040"/>
                      <a:pt x="378409" y="17040"/>
                    </a:cubicBezTo>
                    <a:lnTo>
                      <a:pt x="440547" y="18110"/>
                    </a:lnTo>
                    <a:lnTo>
                      <a:pt x="503539" y="17368"/>
                    </a:lnTo>
                    <a:lnTo>
                      <a:pt x="566734" y="15338"/>
                    </a:lnTo>
                    <a:cubicBezTo>
                      <a:pt x="566734" y="15338"/>
                      <a:pt x="567141" y="15338"/>
                      <a:pt x="567344" y="15272"/>
                    </a:cubicBezTo>
                    <a:lnTo>
                      <a:pt x="570433" y="14683"/>
                    </a:lnTo>
                    <a:lnTo>
                      <a:pt x="587013" y="14727"/>
                    </a:lnTo>
                    <a:lnTo>
                      <a:pt x="647242" y="13657"/>
                    </a:lnTo>
                    <a:lnTo>
                      <a:pt x="835771" y="15032"/>
                    </a:lnTo>
                    <a:lnTo>
                      <a:pt x="944239" y="15622"/>
                    </a:lnTo>
                    <a:lnTo>
                      <a:pt x="944239" y="1285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8" name="Freeform: Shape 667">
                <a:extLst>
                  <a:ext uri="{FF2B5EF4-FFF2-40B4-BE49-F238E27FC236}">
                    <a16:creationId xmlns:a16="http://schemas.microsoft.com/office/drawing/2014/main" id="{B8003AFF-58FE-4649-B836-A7A2DCEAA16F}"/>
                  </a:ext>
                </a:extLst>
              </p:cNvPr>
              <p:cNvSpPr/>
              <p:nvPr/>
            </p:nvSpPr>
            <p:spPr>
              <a:xfrm>
                <a:off x="6286926" y="6079388"/>
                <a:ext cx="14680" cy="219083"/>
              </a:xfrm>
              <a:custGeom>
                <a:avLst/>
                <a:gdLst>
                  <a:gd name="connsiteX0" fmla="*/ 12192 w 14680"/>
                  <a:gd name="connsiteY0" fmla="*/ 219062 h 219083"/>
                  <a:gd name="connsiteX1" fmla="*/ 9713 w 14680"/>
                  <a:gd name="connsiteY1" fmla="*/ 217884 h 219083"/>
                  <a:gd name="connsiteX2" fmla="*/ 6340 w 14680"/>
                  <a:gd name="connsiteY2" fmla="*/ 208127 h 219083"/>
                  <a:gd name="connsiteX3" fmla="*/ 3576 w 14680"/>
                  <a:gd name="connsiteY3" fmla="*/ 192521 h 219083"/>
                  <a:gd name="connsiteX4" fmla="*/ 1382 w 14680"/>
                  <a:gd name="connsiteY4" fmla="*/ 168817 h 219083"/>
                  <a:gd name="connsiteX5" fmla="*/ 285 w 14680"/>
                  <a:gd name="connsiteY5" fmla="*/ 140247 h 219083"/>
                  <a:gd name="connsiteX6" fmla="*/ 0 w 14680"/>
                  <a:gd name="connsiteY6" fmla="*/ 104451 h 219083"/>
                  <a:gd name="connsiteX7" fmla="*/ 203 w 14680"/>
                  <a:gd name="connsiteY7" fmla="*/ 84371 h 219083"/>
                  <a:gd name="connsiteX8" fmla="*/ 1788 w 14680"/>
                  <a:gd name="connsiteY8" fmla="*/ 53246 h 219083"/>
                  <a:gd name="connsiteX9" fmla="*/ 2764 w 14680"/>
                  <a:gd name="connsiteY9" fmla="*/ 26661 h 219083"/>
                  <a:gd name="connsiteX10" fmla="*/ 4227 w 14680"/>
                  <a:gd name="connsiteY10" fmla="*/ 1626 h 219083"/>
                  <a:gd name="connsiteX11" fmla="*/ 4917 w 14680"/>
                  <a:gd name="connsiteY11" fmla="*/ 666 h 219083"/>
                  <a:gd name="connsiteX12" fmla="*/ 5405 w 14680"/>
                  <a:gd name="connsiteY12" fmla="*/ 448 h 219083"/>
                  <a:gd name="connsiteX13" fmla="*/ 8981 w 14680"/>
                  <a:gd name="connsiteY13" fmla="*/ 404 h 219083"/>
                  <a:gd name="connsiteX14" fmla="*/ 9266 w 14680"/>
                  <a:gd name="connsiteY14" fmla="*/ 2259 h 219083"/>
                  <a:gd name="connsiteX15" fmla="*/ 7803 w 14680"/>
                  <a:gd name="connsiteY15" fmla="*/ 26727 h 219083"/>
                  <a:gd name="connsiteX16" fmla="*/ 5324 w 14680"/>
                  <a:gd name="connsiteY16" fmla="*/ 84436 h 219083"/>
                  <a:gd name="connsiteX17" fmla="*/ 5039 w 14680"/>
                  <a:gd name="connsiteY17" fmla="*/ 104473 h 219083"/>
                  <a:gd name="connsiteX18" fmla="*/ 5324 w 14680"/>
                  <a:gd name="connsiteY18" fmla="*/ 140225 h 219083"/>
                  <a:gd name="connsiteX19" fmla="*/ 6421 w 14680"/>
                  <a:gd name="connsiteY19" fmla="*/ 168730 h 219083"/>
                  <a:gd name="connsiteX20" fmla="*/ 8616 w 14680"/>
                  <a:gd name="connsiteY20" fmla="*/ 192325 h 219083"/>
                  <a:gd name="connsiteX21" fmla="*/ 11379 w 14680"/>
                  <a:gd name="connsiteY21" fmla="*/ 207778 h 219083"/>
                  <a:gd name="connsiteX22" fmla="*/ 14630 w 14680"/>
                  <a:gd name="connsiteY22" fmla="*/ 217425 h 219083"/>
                  <a:gd name="connsiteX23" fmla="*/ 12639 w 14680"/>
                  <a:gd name="connsiteY23" fmla="*/ 219084 h 219083"/>
                  <a:gd name="connsiteX24" fmla="*/ 12151 w 14680"/>
                  <a:gd name="connsiteY24" fmla="*/ 219084 h 21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680" h="219083">
                    <a:moveTo>
                      <a:pt x="12192" y="219062"/>
                    </a:moveTo>
                    <a:cubicBezTo>
                      <a:pt x="11013" y="219062"/>
                      <a:pt x="9916" y="218582"/>
                      <a:pt x="9713" y="217884"/>
                    </a:cubicBezTo>
                    <a:lnTo>
                      <a:pt x="6340" y="208127"/>
                    </a:lnTo>
                    <a:lnTo>
                      <a:pt x="3576" y="192521"/>
                    </a:lnTo>
                    <a:lnTo>
                      <a:pt x="1382" y="168817"/>
                    </a:lnTo>
                    <a:lnTo>
                      <a:pt x="285" y="140247"/>
                    </a:lnTo>
                    <a:lnTo>
                      <a:pt x="0" y="104451"/>
                    </a:lnTo>
                    <a:lnTo>
                      <a:pt x="203" y="84371"/>
                    </a:lnTo>
                    <a:lnTo>
                      <a:pt x="1788" y="53246"/>
                    </a:lnTo>
                    <a:lnTo>
                      <a:pt x="2764" y="26661"/>
                    </a:lnTo>
                    <a:lnTo>
                      <a:pt x="4227" y="1626"/>
                    </a:lnTo>
                    <a:cubicBezTo>
                      <a:pt x="4227" y="1255"/>
                      <a:pt x="4511" y="928"/>
                      <a:pt x="4917" y="666"/>
                    </a:cubicBezTo>
                    <a:lnTo>
                      <a:pt x="5405" y="448"/>
                    </a:lnTo>
                    <a:cubicBezTo>
                      <a:pt x="6381" y="-142"/>
                      <a:pt x="8006" y="-142"/>
                      <a:pt x="8981" y="404"/>
                    </a:cubicBezTo>
                    <a:cubicBezTo>
                      <a:pt x="9876" y="884"/>
                      <a:pt x="9957" y="1692"/>
                      <a:pt x="9266" y="2259"/>
                    </a:cubicBezTo>
                    <a:lnTo>
                      <a:pt x="7803" y="26727"/>
                    </a:lnTo>
                    <a:lnTo>
                      <a:pt x="5324" y="84436"/>
                    </a:lnTo>
                    <a:lnTo>
                      <a:pt x="5039" y="104473"/>
                    </a:lnTo>
                    <a:lnTo>
                      <a:pt x="5324" y="140225"/>
                    </a:lnTo>
                    <a:lnTo>
                      <a:pt x="6421" y="168730"/>
                    </a:lnTo>
                    <a:lnTo>
                      <a:pt x="8616" y="192325"/>
                    </a:lnTo>
                    <a:lnTo>
                      <a:pt x="11379" y="207778"/>
                    </a:lnTo>
                    <a:lnTo>
                      <a:pt x="14630" y="217425"/>
                    </a:lnTo>
                    <a:cubicBezTo>
                      <a:pt x="14915" y="218167"/>
                      <a:pt x="13940" y="218909"/>
                      <a:pt x="12639" y="219084"/>
                    </a:cubicBezTo>
                    <a:lnTo>
                      <a:pt x="12151" y="21908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69" name="Freeform: Shape 668">
                <a:extLst>
                  <a:ext uri="{FF2B5EF4-FFF2-40B4-BE49-F238E27FC236}">
                    <a16:creationId xmlns:a16="http://schemas.microsoft.com/office/drawing/2014/main" id="{6B4D402D-79A1-4618-8C13-C30B55476B31}"/>
                  </a:ext>
                </a:extLst>
              </p:cNvPr>
              <p:cNvSpPr/>
              <p:nvPr/>
            </p:nvSpPr>
            <p:spPr>
              <a:xfrm>
                <a:off x="11536435" y="5822108"/>
                <a:ext cx="655564" cy="24271"/>
              </a:xfrm>
              <a:custGeom>
                <a:avLst/>
                <a:gdLst>
                  <a:gd name="connsiteX0" fmla="*/ 655564 w 655564"/>
                  <a:gd name="connsiteY0" fmla="*/ 21477 h 24271"/>
                  <a:gd name="connsiteX1" fmla="*/ 644551 w 655564"/>
                  <a:gd name="connsiteY1" fmla="*/ 21215 h 24271"/>
                  <a:gd name="connsiteX2" fmla="*/ 570139 w 655564"/>
                  <a:gd name="connsiteY2" fmla="*/ 18334 h 24271"/>
                  <a:gd name="connsiteX3" fmla="*/ 495808 w 655564"/>
                  <a:gd name="connsiteY3" fmla="*/ 15126 h 24271"/>
                  <a:gd name="connsiteX4" fmla="*/ 421316 w 655564"/>
                  <a:gd name="connsiteY4" fmla="*/ 12136 h 24271"/>
                  <a:gd name="connsiteX5" fmla="*/ 409733 w 655564"/>
                  <a:gd name="connsiteY5" fmla="*/ 11765 h 24271"/>
                  <a:gd name="connsiteX6" fmla="*/ 408635 w 655564"/>
                  <a:gd name="connsiteY6" fmla="*/ 11874 h 24271"/>
                  <a:gd name="connsiteX7" fmla="*/ 403189 w 655564"/>
                  <a:gd name="connsiteY7" fmla="*/ 13052 h 24271"/>
                  <a:gd name="connsiteX8" fmla="*/ 326706 w 655564"/>
                  <a:gd name="connsiteY8" fmla="*/ 11284 h 24271"/>
                  <a:gd name="connsiteX9" fmla="*/ 323535 w 655564"/>
                  <a:gd name="connsiteY9" fmla="*/ 11066 h 24271"/>
                  <a:gd name="connsiteX10" fmla="*/ 321259 w 655564"/>
                  <a:gd name="connsiteY10" fmla="*/ 9582 h 24271"/>
                  <a:gd name="connsiteX11" fmla="*/ 319471 w 655564"/>
                  <a:gd name="connsiteY11" fmla="*/ 9102 h 24271"/>
                  <a:gd name="connsiteX12" fmla="*/ 248717 w 655564"/>
                  <a:gd name="connsiteY12" fmla="*/ 5740 h 24271"/>
                  <a:gd name="connsiteX13" fmla="*/ 222829 w 655564"/>
                  <a:gd name="connsiteY13" fmla="*/ 3885 h 24271"/>
                  <a:gd name="connsiteX14" fmla="*/ 175605 w 655564"/>
                  <a:gd name="connsiteY14" fmla="*/ 2816 h 24271"/>
                  <a:gd name="connsiteX15" fmla="*/ 149515 w 655564"/>
                  <a:gd name="connsiteY15" fmla="*/ 1550 h 24271"/>
                  <a:gd name="connsiteX16" fmla="*/ 74819 w 655564"/>
                  <a:gd name="connsiteY16" fmla="*/ 0 h 24271"/>
                  <a:gd name="connsiteX17" fmla="*/ 407 w 655564"/>
                  <a:gd name="connsiteY17" fmla="*/ 109 h 24271"/>
                  <a:gd name="connsiteX18" fmla="*/ 122 w 655564"/>
                  <a:gd name="connsiteY18" fmla="*/ 109 h 24271"/>
                  <a:gd name="connsiteX19" fmla="*/ 0 w 655564"/>
                  <a:gd name="connsiteY19" fmla="*/ 1484 h 24271"/>
                  <a:gd name="connsiteX20" fmla="*/ 285 w 655564"/>
                  <a:gd name="connsiteY20" fmla="*/ 2925 h 24271"/>
                  <a:gd name="connsiteX21" fmla="*/ 74697 w 655564"/>
                  <a:gd name="connsiteY21" fmla="*/ 2816 h 24271"/>
                  <a:gd name="connsiteX22" fmla="*/ 149108 w 655564"/>
                  <a:gd name="connsiteY22" fmla="*/ 4365 h 24271"/>
                  <a:gd name="connsiteX23" fmla="*/ 173614 w 655564"/>
                  <a:gd name="connsiteY23" fmla="*/ 5588 h 24271"/>
                  <a:gd name="connsiteX24" fmla="*/ 215962 w 655564"/>
                  <a:gd name="connsiteY24" fmla="*/ 6395 h 24271"/>
                  <a:gd name="connsiteX25" fmla="*/ 248189 w 655564"/>
                  <a:gd name="connsiteY25" fmla="*/ 8578 h 24271"/>
                  <a:gd name="connsiteX26" fmla="*/ 317967 w 655564"/>
                  <a:gd name="connsiteY26" fmla="*/ 11830 h 24271"/>
                  <a:gd name="connsiteX27" fmla="*/ 320243 w 655564"/>
                  <a:gd name="connsiteY27" fmla="*/ 13314 h 24271"/>
                  <a:gd name="connsiteX28" fmla="*/ 321909 w 655564"/>
                  <a:gd name="connsiteY28" fmla="*/ 13838 h 24271"/>
                  <a:gd name="connsiteX29" fmla="*/ 403555 w 655564"/>
                  <a:gd name="connsiteY29" fmla="*/ 15868 h 24271"/>
                  <a:gd name="connsiteX30" fmla="*/ 404531 w 655564"/>
                  <a:gd name="connsiteY30" fmla="*/ 15759 h 24271"/>
                  <a:gd name="connsiteX31" fmla="*/ 409895 w 655564"/>
                  <a:gd name="connsiteY31" fmla="*/ 14580 h 24271"/>
                  <a:gd name="connsiteX32" fmla="*/ 493939 w 655564"/>
                  <a:gd name="connsiteY32" fmla="*/ 17876 h 24271"/>
                  <a:gd name="connsiteX33" fmla="*/ 564693 w 655564"/>
                  <a:gd name="connsiteY33" fmla="*/ 20910 h 24271"/>
                  <a:gd name="connsiteX34" fmla="*/ 644266 w 655564"/>
                  <a:gd name="connsiteY34" fmla="*/ 23944 h 24271"/>
                  <a:gd name="connsiteX35" fmla="*/ 655564 w 655564"/>
                  <a:gd name="connsiteY35" fmla="*/ 24271 h 24271"/>
                  <a:gd name="connsiteX36" fmla="*/ 655564 w 655564"/>
                  <a:gd name="connsiteY36" fmla="*/ 21455 h 24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55564" h="24271">
                    <a:moveTo>
                      <a:pt x="655564" y="21477"/>
                    </a:moveTo>
                    <a:lnTo>
                      <a:pt x="644551" y="21215"/>
                    </a:lnTo>
                    <a:lnTo>
                      <a:pt x="570139" y="18334"/>
                    </a:lnTo>
                    <a:lnTo>
                      <a:pt x="495808" y="15126"/>
                    </a:lnTo>
                    <a:lnTo>
                      <a:pt x="421316" y="12136"/>
                    </a:lnTo>
                    <a:lnTo>
                      <a:pt x="409733" y="11765"/>
                    </a:lnTo>
                    <a:cubicBezTo>
                      <a:pt x="409326" y="11699"/>
                      <a:pt x="408961" y="11765"/>
                      <a:pt x="408635" y="11874"/>
                    </a:cubicBezTo>
                    <a:lnTo>
                      <a:pt x="403189" y="13052"/>
                    </a:lnTo>
                    <a:lnTo>
                      <a:pt x="326706" y="11284"/>
                    </a:lnTo>
                    <a:lnTo>
                      <a:pt x="323535" y="11066"/>
                    </a:lnTo>
                    <a:lnTo>
                      <a:pt x="321259" y="9582"/>
                    </a:lnTo>
                    <a:cubicBezTo>
                      <a:pt x="320772" y="9320"/>
                      <a:pt x="320162" y="9102"/>
                      <a:pt x="319471" y="9102"/>
                    </a:cubicBezTo>
                    <a:lnTo>
                      <a:pt x="248717" y="5740"/>
                    </a:lnTo>
                    <a:lnTo>
                      <a:pt x="222829" y="3885"/>
                    </a:lnTo>
                    <a:lnTo>
                      <a:pt x="175605" y="2816"/>
                    </a:lnTo>
                    <a:lnTo>
                      <a:pt x="149515" y="1550"/>
                    </a:lnTo>
                    <a:lnTo>
                      <a:pt x="74819" y="0"/>
                    </a:lnTo>
                    <a:lnTo>
                      <a:pt x="407" y="109"/>
                    </a:lnTo>
                    <a:lnTo>
                      <a:pt x="122" y="109"/>
                    </a:lnTo>
                    <a:lnTo>
                      <a:pt x="0" y="1484"/>
                    </a:lnTo>
                    <a:lnTo>
                      <a:pt x="285" y="2925"/>
                    </a:lnTo>
                    <a:lnTo>
                      <a:pt x="74697" y="2816"/>
                    </a:lnTo>
                    <a:lnTo>
                      <a:pt x="149108" y="4365"/>
                    </a:lnTo>
                    <a:lnTo>
                      <a:pt x="173614" y="5588"/>
                    </a:lnTo>
                    <a:lnTo>
                      <a:pt x="215962" y="6395"/>
                    </a:lnTo>
                    <a:lnTo>
                      <a:pt x="248189" y="8578"/>
                    </a:lnTo>
                    <a:lnTo>
                      <a:pt x="317967" y="11830"/>
                    </a:lnTo>
                    <a:lnTo>
                      <a:pt x="320243" y="13314"/>
                    </a:lnTo>
                    <a:cubicBezTo>
                      <a:pt x="320650" y="13642"/>
                      <a:pt x="321259" y="13794"/>
                      <a:pt x="321909" y="13838"/>
                    </a:cubicBezTo>
                    <a:lnTo>
                      <a:pt x="403555" y="15868"/>
                    </a:lnTo>
                    <a:cubicBezTo>
                      <a:pt x="403840" y="15868"/>
                      <a:pt x="404246" y="15868"/>
                      <a:pt x="404531" y="15759"/>
                    </a:cubicBezTo>
                    <a:lnTo>
                      <a:pt x="409895" y="14580"/>
                    </a:lnTo>
                    <a:lnTo>
                      <a:pt x="493939" y="17876"/>
                    </a:lnTo>
                    <a:lnTo>
                      <a:pt x="564693" y="20910"/>
                    </a:lnTo>
                    <a:lnTo>
                      <a:pt x="644266" y="23944"/>
                    </a:lnTo>
                    <a:lnTo>
                      <a:pt x="655564" y="24271"/>
                    </a:lnTo>
                    <a:lnTo>
                      <a:pt x="655564" y="2145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0" name="Freeform: Shape 669">
                <a:extLst>
                  <a:ext uri="{FF2B5EF4-FFF2-40B4-BE49-F238E27FC236}">
                    <a16:creationId xmlns:a16="http://schemas.microsoft.com/office/drawing/2014/main" id="{6293EBBC-47BF-42BC-A3AD-515214A182DB}"/>
                  </a:ext>
                </a:extLst>
              </p:cNvPr>
              <p:cNvSpPr/>
              <p:nvPr/>
            </p:nvSpPr>
            <p:spPr>
              <a:xfrm>
                <a:off x="40" y="5644264"/>
                <a:ext cx="1867093" cy="56968"/>
              </a:xfrm>
              <a:custGeom>
                <a:avLst/>
                <a:gdLst>
                  <a:gd name="connsiteX0" fmla="*/ 1864116 w 1867093"/>
                  <a:gd name="connsiteY0" fmla="*/ 38067 h 56968"/>
                  <a:gd name="connsiteX1" fmla="*/ 1839123 w 1867093"/>
                  <a:gd name="connsiteY1" fmla="*/ 40053 h 56968"/>
                  <a:gd name="connsiteX2" fmla="*/ 1751218 w 1867093"/>
                  <a:gd name="connsiteY2" fmla="*/ 33243 h 56968"/>
                  <a:gd name="connsiteX3" fmla="*/ 1749471 w 1867093"/>
                  <a:gd name="connsiteY3" fmla="*/ 33505 h 56968"/>
                  <a:gd name="connsiteX4" fmla="*/ 1723908 w 1867093"/>
                  <a:gd name="connsiteY4" fmla="*/ 42890 h 56968"/>
                  <a:gd name="connsiteX5" fmla="*/ 1636166 w 1867093"/>
                  <a:gd name="connsiteY5" fmla="*/ 36822 h 56968"/>
                  <a:gd name="connsiteX6" fmla="*/ 1634988 w 1867093"/>
                  <a:gd name="connsiteY6" fmla="*/ 36932 h 56968"/>
                  <a:gd name="connsiteX7" fmla="*/ 1608003 w 1867093"/>
                  <a:gd name="connsiteY7" fmla="*/ 42148 h 56968"/>
                  <a:gd name="connsiteX8" fmla="*/ 1581262 w 1867093"/>
                  <a:gd name="connsiteY8" fmla="*/ 47103 h 56968"/>
                  <a:gd name="connsiteX9" fmla="*/ 1492138 w 1867093"/>
                  <a:gd name="connsiteY9" fmla="*/ 39965 h 56968"/>
                  <a:gd name="connsiteX10" fmla="*/ 1491447 w 1867093"/>
                  <a:gd name="connsiteY10" fmla="*/ 39965 h 56968"/>
                  <a:gd name="connsiteX11" fmla="*/ 1463568 w 1867093"/>
                  <a:gd name="connsiteY11" fmla="*/ 42039 h 56968"/>
                  <a:gd name="connsiteX12" fmla="*/ 1435608 w 1867093"/>
                  <a:gd name="connsiteY12" fmla="*/ 42737 h 56968"/>
                  <a:gd name="connsiteX13" fmla="*/ 1345225 w 1867093"/>
                  <a:gd name="connsiteY13" fmla="*/ 30013 h 56968"/>
                  <a:gd name="connsiteX14" fmla="*/ 1254598 w 1867093"/>
                  <a:gd name="connsiteY14" fmla="*/ 20212 h 56968"/>
                  <a:gd name="connsiteX15" fmla="*/ 1224443 w 1867093"/>
                  <a:gd name="connsiteY15" fmla="*/ 17397 h 56968"/>
                  <a:gd name="connsiteX16" fmla="*/ 1194735 w 1867093"/>
                  <a:gd name="connsiteY16" fmla="*/ 17440 h 56968"/>
                  <a:gd name="connsiteX17" fmla="*/ 1172748 w 1867093"/>
                  <a:gd name="connsiteY17" fmla="*/ 13664 h 56968"/>
                  <a:gd name="connsiteX18" fmla="*/ 1147105 w 1867093"/>
                  <a:gd name="connsiteY18" fmla="*/ 10260 h 56968"/>
                  <a:gd name="connsiteX19" fmla="*/ 1102888 w 1867093"/>
                  <a:gd name="connsiteY19" fmla="*/ 6222 h 56968"/>
                  <a:gd name="connsiteX20" fmla="*/ 979505 w 1867093"/>
                  <a:gd name="connsiteY20" fmla="*/ 2271 h 56968"/>
                  <a:gd name="connsiteX21" fmla="*/ 887131 w 1867093"/>
                  <a:gd name="connsiteY21" fmla="*/ 612 h 56968"/>
                  <a:gd name="connsiteX22" fmla="*/ 805688 w 1867093"/>
                  <a:gd name="connsiteY22" fmla="*/ 678 h 56968"/>
                  <a:gd name="connsiteX23" fmla="*/ 796747 w 1867093"/>
                  <a:gd name="connsiteY23" fmla="*/ 1049 h 56968"/>
                  <a:gd name="connsiteX24" fmla="*/ 789066 w 1867093"/>
                  <a:gd name="connsiteY24" fmla="*/ 45 h 56968"/>
                  <a:gd name="connsiteX25" fmla="*/ 787725 w 1867093"/>
                  <a:gd name="connsiteY25" fmla="*/ 88 h 56968"/>
                  <a:gd name="connsiteX26" fmla="*/ 719897 w 1867093"/>
                  <a:gd name="connsiteY26" fmla="*/ 11918 h 56968"/>
                  <a:gd name="connsiteX27" fmla="*/ 685800 w 1867093"/>
                  <a:gd name="connsiteY27" fmla="*/ 15476 h 56968"/>
                  <a:gd name="connsiteX28" fmla="*/ 590946 w 1867093"/>
                  <a:gd name="connsiteY28" fmla="*/ 3013 h 56968"/>
                  <a:gd name="connsiteX29" fmla="*/ 590012 w 1867093"/>
                  <a:gd name="connsiteY29" fmla="*/ 3013 h 56968"/>
                  <a:gd name="connsiteX30" fmla="*/ 518282 w 1867093"/>
                  <a:gd name="connsiteY30" fmla="*/ 8863 h 56968"/>
                  <a:gd name="connsiteX31" fmla="*/ 517672 w 1867093"/>
                  <a:gd name="connsiteY31" fmla="*/ 8972 h 56968"/>
                  <a:gd name="connsiteX32" fmla="*/ 481259 w 1867093"/>
                  <a:gd name="connsiteY32" fmla="*/ 17506 h 56968"/>
                  <a:gd name="connsiteX33" fmla="*/ 445008 w 1867093"/>
                  <a:gd name="connsiteY33" fmla="*/ 20212 h 56968"/>
                  <a:gd name="connsiteX34" fmla="*/ 408066 w 1867093"/>
                  <a:gd name="connsiteY34" fmla="*/ 19950 h 56968"/>
                  <a:gd name="connsiteX35" fmla="*/ 309189 w 1867093"/>
                  <a:gd name="connsiteY35" fmla="*/ 10631 h 56968"/>
                  <a:gd name="connsiteX36" fmla="*/ 210353 w 1867093"/>
                  <a:gd name="connsiteY36" fmla="*/ 10369 h 56968"/>
                  <a:gd name="connsiteX37" fmla="*/ 111638 w 1867093"/>
                  <a:gd name="connsiteY37" fmla="*/ 13883 h 56968"/>
                  <a:gd name="connsiteX38" fmla="*/ 110663 w 1867093"/>
                  <a:gd name="connsiteY38" fmla="*/ 14035 h 56968"/>
                  <a:gd name="connsiteX39" fmla="*/ 100056 w 1867093"/>
                  <a:gd name="connsiteY39" fmla="*/ 17026 h 56968"/>
                  <a:gd name="connsiteX40" fmla="*/ 65593 w 1867093"/>
                  <a:gd name="connsiteY40" fmla="*/ 30776 h 56968"/>
                  <a:gd name="connsiteX41" fmla="*/ 29789 w 1867093"/>
                  <a:gd name="connsiteY41" fmla="*/ 44091 h 56968"/>
                  <a:gd name="connsiteX42" fmla="*/ 19751 w 1867093"/>
                  <a:gd name="connsiteY42" fmla="*/ 45946 h 56968"/>
                  <a:gd name="connsiteX43" fmla="*/ 19141 w 1867093"/>
                  <a:gd name="connsiteY43" fmla="*/ 46099 h 56968"/>
                  <a:gd name="connsiteX44" fmla="*/ 0 w 1867093"/>
                  <a:gd name="connsiteY44" fmla="*/ 53520 h 56968"/>
                  <a:gd name="connsiteX45" fmla="*/ 0 w 1867093"/>
                  <a:gd name="connsiteY45" fmla="*/ 56968 h 56968"/>
                  <a:gd name="connsiteX46" fmla="*/ 21742 w 1867093"/>
                  <a:gd name="connsiteY46" fmla="*/ 48543 h 56968"/>
                  <a:gd name="connsiteX47" fmla="*/ 31699 w 1867093"/>
                  <a:gd name="connsiteY47" fmla="*/ 46623 h 56968"/>
                  <a:gd name="connsiteX48" fmla="*/ 32309 w 1867093"/>
                  <a:gd name="connsiteY48" fmla="*/ 46470 h 56968"/>
                  <a:gd name="connsiteX49" fmla="*/ 68519 w 1867093"/>
                  <a:gd name="connsiteY49" fmla="*/ 33046 h 56968"/>
                  <a:gd name="connsiteX50" fmla="*/ 102697 w 1867093"/>
                  <a:gd name="connsiteY50" fmla="*/ 19405 h 56968"/>
                  <a:gd name="connsiteX51" fmla="*/ 112532 w 1867093"/>
                  <a:gd name="connsiteY51" fmla="*/ 16676 h 56968"/>
                  <a:gd name="connsiteX52" fmla="*/ 210556 w 1867093"/>
                  <a:gd name="connsiteY52" fmla="*/ 13162 h 56968"/>
                  <a:gd name="connsiteX53" fmla="*/ 308783 w 1867093"/>
                  <a:gd name="connsiteY53" fmla="*/ 13424 h 56968"/>
                  <a:gd name="connsiteX54" fmla="*/ 407579 w 1867093"/>
                  <a:gd name="connsiteY54" fmla="*/ 22701 h 56968"/>
                  <a:gd name="connsiteX55" fmla="*/ 445333 w 1867093"/>
                  <a:gd name="connsiteY55" fmla="*/ 23028 h 56968"/>
                  <a:gd name="connsiteX56" fmla="*/ 482356 w 1867093"/>
                  <a:gd name="connsiteY56" fmla="*/ 20256 h 56968"/>
                  <a:gd name="connsiteX57" fmla="*/ 483006 w 1867093"/>
                  <a:gd name="connsiteY57" fmla="*/ 20191 h 56968"/>
                  <a:gd name="connsiteX58" fmla="*/ 519420 w 1867093"/>
                  <a:gd name="connsiteY58" fmla="*/ 11613 h 56968"/>
                  <a:gd name="connsiteX59" fmla="*/ 590296 w 1867093"/>
                  <a:gd name="connsiteY59" fmla="*/ 5807 h 56968"/>
                  <a:gd name="connsiteX60" fmla="*/ 685190 w 1867093"/>
                  <a:gd name="connsiteY60" fmla="*/ 18226 h 56968"/>
                  <a:gd name="connsiteX61" fmla="*/ 686247 w 1867093"/>
                  <a:gd name="connsiteY61" fmla="*/ 18292 h 56968"/>
                  <a:gd name="connsiteX62" fmla="*/ 721157 w 1867093"/>
                  <a:gd name="connsiteY62" fmla="*/ 14603 h 56968"/>
                  <a:gd name="connsiteX63" fmla="*/ 788619 w 1867093"/>
                  <a:gd name="connsiteY63" fmla="*/ 2817 h 56968"/>
                  <a:gd name="connsiteX64" fmla="*/ 795975 w 1867093"/>
                  <a:gd name="connsiteY64" fmla="*/ 3777 h 56968"/>
                  <a:gd name="connsiteX65" fmla="*/ 796707 w 1867093"/>
                  <a:gd name="connsiteY65" fmla="*/ 3842 h 56968"/>
                  <a:gd name="connsiteX66" fmla="*/ 805810 w 1867093"/>
                  <a:gd name="connsiteY66" fmla="*/ 3471 h 56968"/>
                  <a:gd name="connsiteX67" fmla="*/ 887049 w 1867093"/>
                  <a:gd name="connsiteY67" fmla="*/ 3362 h 56968"/>
                  <a:gd name="connsiteX68" fmla="*/ 944799 w 1867093"/>
                  <a:gd name="connsiteY68" fmla="*/ 4432 h 56968"/>
                  <a:gd name="connsiteX69" fmla="*/ 979343 w 1867093"/>
                  <a:gd name="connsiteY69" fmla="*/ 5087 h 56968"/>
                  <a:gd name="connsiteX70" fmla="*/ 1102360 w 1867093"/>
                  <a:gd name="connsiteY70" fmla="*/ 8972 h 56968"/>
                  <a:gd name="connsiteX71" fmla="*/ 1146089 w 1867093"/>
                  <a:gd name="connsiteY71" fmla="*/ 13031 h 56968"/>
                  <a:gd name="connsiteX72" fmla="*/ 1171448 w 1867093"/>
                  <a:gd name="connsiteY72" fmla="*/ 16393 h 56968"/>
                  <a:gd name="connsiteX73" fmla="*/ 1193638 w 1867093"/>
                  <a:gd name="connsiteY73" fmla="*/ 20169 h 56968"/>
                  <a:gd name="connsiteX74" fmla="*/ 1194369 w 1867093"/>
                  <a:gd name="connsiteY74" fmla="*/ 20234 h 56968"/>
                  <a:gd name="connsiteX75" fmla="*/ 1224077 w 1867093"/>
                  <a:gd name="connsiteY75" fmla="*/ 20234 h 56968"/>
                  <a:gd name="connsiteX76" fmla="*/ 1253703 w 1867093"/>
                  <a:gd name="connsiteY76" fmla="*/ 23006 h 56968"/>
                  <a:gd name="connsiteX77" fmla="*/ 1344209 w 1867093"/>
                  <a:gd name="connsiteY77" fmla="*/ 32763 h 56968"/>
                  <a:gd name="connsiteX78" fmla="*/ 1434795 w 1867093"/>
                  <a:gd name="connsiteY78" fmla="*/ 45618 h 56968"/>
                  <a:gd name="connsiteX79" fmla="*/ 1435527 w 1867093"/>
                  <a:gd name="connsiteY79" fmla="*/ 45618 h 56968"/>
                  <a:gd name="connsiteX80" fmla="*/ 1464097 w 1867093"/>
                  <a:gd name="connsiteY80" fmla="*/ 44920 h 56968"/>
                  <a:gd name="connsiteX81" fmla="*/ 1491894 w 1867093"/>
                  <a:gd name="connsiteY81" fmla="*/ 42847 h 56968"/>
                  <a:gd name="connsiteX82" fmla="*/ 1581180 w 1867093"/>
                  <a:gd name="connsiteY82" fmla="*/ 49984 h 56968"/>
                  <a:gd name="connsiteX83" fmla="*/ 1582359 w 1867093"/>
                  <a:gd name="connsiteY83" fmla="*/ 49940 h 56968"/>
                  <a:gd name="connsiteX84" fmla="*/ 1609750 w 1867093"/>
                  <a:gd name="connsiteY84" fmla="*/ 44876 h 56968"/>
                  <a:gd name="connsiteX85" fmla="*/ 1636207 w 1867093"/>
                  <a:gd name="connsiteY85" fmla="*/ 39769 h 56968"/>
                  <a:gd name="connsiteX86" fmla="*/ 1724355 w 1867093"/>
                  <a:gd name="connsiteY86" fmla="*/ 45837 h 56968"/>
                  <a:gd name="connsiteX87" fmla="*/ 1726022 w 1867093"/>
                  <a:gd name="connsiteY87" fmla="*/ 45575 h 56968"/>
                  <a:gd name="connsiteX88" fmla="*/ 1751543 w 1867093"/>
                  <a:gd name="connsiteY88" fmla="*/ 36189 h 56968"/>
                  <a:gd name="connsiteX89" fmla="*/ 1838838 w 1867093"/>
                  <a:gd name="connsiteY89" fmla="*/ 42912 h 56968"/>
                  <a:gd name="connsiteX90" fmla="*/ 1839529 w 1867093"/>
                  <a:gd name="connsiteY90" fmla="*/ 42912 h 56968"/>
                  <a:gd name="connsiteX91" fmla="*/ 1864888 w 1867093"/>
                  <a:gd name="connsiteY91" fmla="*/ 40948 h 56968"/>
                  <a:gd name="connsiteX92" fmla="*/ 1867083 w 1867093"/>
                  <a:gd name="connsiteY92" fmla="*/ 39354 h 56968"/>
                  <a:gd name="connsiteX93" fmla="*/ 1864198 w 1867093"/>
                  <a:gd name="connsiteY93" fmla="*/ 38176 h 5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867093" h="56968">
                    <a:moveTo>
                      <a:pt x="1864116" y="38067"/>
                    </a:moveTo>
                    <a:lnTo>
                      <a:pt x="1839123" y="40053"/>
                    </a:lnTo>
                    <a:lnTo>
                      <a:pt x="1751218" y="33243"/>
                    </a:lnTo>
                    <a:cubicBezTo>
                      <a:pt x="1750649" y="33243"/>
                      <a:pt x="1749958" y="33286"/>
                      <a:pt x="1749471" y="33505"/>
                    </a:cubicBezTo>
                    <a:lnTo>
                      <a:pt x="1723908" y="42890"/>
                    </a:lnTo>
                    <a:lnTo>
                      <a:pt x="1636166" y="36822"/>
                    </a:lnTo>
                    <a:cubicBezTo>
                      <a:pt x="1635719" y="36822"/>
                      <a:pt x="1635354" y="36822"/>
                      <a:pt x="1634988" y="36932"/>
                    </a:cubicBezTo>
                    <a:lnTo>
                      <a:pt x="1608003" y="42148"/>
                    </a:lnTo>
                    <a:lnTo>
                      <a:pt x="1581262" y="47103"/>
                    </a:lnTo>
                    <a:lnTo>
                      <a:pt x="1492138" y="39965"/>
                    </a:lnTo>
                    <a:cubicBezTo>
                      <a:pt x="1492138" y="39965"/>
                      <a:pt x="1491691" y="39922"/>
                      <a:pt x="1491447" y="39965"/>
                    </a:cubicBezTo>
                    <a:lnTo>
                      <a:pt x="1463568" y="42039"/>
                    </a:lnTo>
                    <a:lnTo>
                      <a:pt x="1435608" y="42737"/>
                    </a:lnTo>
                    <a:lnTo>
                      <a:pt x="1345225" y="30013"/>
                    </a:lnTo>
                    <a:lnTo>
                      <a:pt x="1254598" y="20212"/>
                    </a:lnTo>
                    <a:lnTo>
                      <a:pt x="1224443" y="17397"/>
                    </a:lnTo>
                    <a:lnTo>
                      <a:pt x="1194735" y="17440"/>
                    </a:lnTo>
                    <a:lnTo>
                      <a:pt x="1172748" y="13664"/>
                    </a:lnTo>
                    <a:lnTo>
                      <a:pt x="1147105" y="10260"/>
                    </a:lnTo>
                    <a:lnTo>
                      <a:pt x="1102888" y="6222"/>
                    </a:lnTo>
                    <a:lnTo>
                      <a:pt x="979505" y="2271"/>
                    </a:lnTo>
                    <a:lnTo>
                      <a:pt x="887131" y="612"/>
                    </a:lnTo>
                    <a:lnTo>
                      <a:pt x="805688" y="678"/>
                    </a:lnTo>
                    <a:lnTo>
                      <a:pt x="796747" y="1049"/>
                    </a:lnTo>
                    <a:lnTo>
                      <a:pt x="789066" y="45"/>
                    </a:lnTo>
                    <a:cubicBezTo>
                      <a:pt x="788660" y="-21"/>
                      <a:pt x="788172" y="-21"/>
                      <a:pt x="787725" y="88"/>
                    </a:cubicBezTo>
                    <a:lnTo>
                      <a:pt x="719897" y="11918"/>
                    </a:lnTo>
                    <a:lnTo>
                      <a:pt x="685800" y="15476"/>
                    </a:lnTo>
                    <a:lnTo>
                      <a:pt x="590946" y="3013"/>
                    </a:lnTo>
                    <a:cubicBezTo>
                      <a:pt x="590581" y="2948"/>
                      <a:pt x="590296" y="2948"/>
                      <a:pt x="590012" y="3013"/>
                    </a:cubicBezTo>
                    <a:lnTo>
                      <a:pt x="518282" y="8863"/>
                    </a:lnTo>
                    <a:cubicBezTo>
                      <a:pt x="518079" y="8863"/>
                      <a:pt x="517876" y="8928"/>
                      <a:pt x="517672" y="8972"/>
                    </a:cubicBezTo>
                    <a:lnTo>
                      <a:pt x="481259" y="17506"/>
                    </a:lnTo>
                    <a:lnTo>
                      <a:pt x="445008" y="20212"/>
                    </a:lnTo>
                    <a:lnTo>
                      <a:pt x="408066" y="19950"/>
                    </a:lnTo>
                    <a:lnTo>
                      <a:pt x="309189" y="10631"/>
                    </a:lnTo>
                    <a:lnTo>
                      <a:pt x="210353" y="10369"/>
                    </a:lnTo>
                    <a:lnTo>
                      <a:pt x="111638" y="13883"/>
                    </a:lnTo>
                    <a:cubicBezTo>
                      <a:pt x="111272" y="13926"/>
                      <a:pt x="110947" y="13992"/>
                      <a:pt x="110663" y="14035"/>
                    </a:cubicBezTo>
                    <a:lnTo>
                      <a:pt x="100056" y="17026"/>
                    </a:lnTo>
                    <a:lnTo>
                      <a:pt x="65593" y="30776"/>
                    </a:lnTo>
                    <a:lnTo>
                      <a:pt x="29789" y="44091"/>
                    </a:lnTo>
                    <a:lnTo>
                      <a:pt x="19751" y="45946"/>
                    </a:lnTo>
                    <a:cubicBezTo>
                      <a:pt x="19751" y="45946"/>
                      <a:pt x="19345" y="46055"/>
                      <a:pt x="19141" y="46099"/>
                    </a:cubicBezTo>
                    <a:lnTo>
                      <a:pt x="0" y="53520"/>
                    </a:lnTo>
                    <a:lnTo>
                      <a:pt x="0" y="56968"/>
                    </a:lnTo>
                    <a:lnTo>
                      <a:pt x="21742" y="48543"/>
                    </a:lnTo>
                    <a:lnTo>
                      <a:pt x="31699" y="46623"/>
                    </a:lnTo>
                    <a:cubicBezTo>
                      <a:pt x="31943" y="46623"/>
                      <a:pt x="32146" y="46557"/>
                      <a:pt x="32309" y="46470"/>
                    </a:cubicBezTo>
                    <a:lnTo>
                      <a:pt x="68519" y="33046"/>
                    </a:lnTo>
                    <a:lnTo>
                      <a:pt x="102697" y="19405"/>
                    </a:lnTo>
                    <a:lnTo>
                      <a:pt x="112532" y="16676"/>
                    </a:lnTo>
                    <a:lnTo>
                      <a:pt x="210556" y="13162"/>
                    </a:lnTo>
                    <a:lnTo>
                      <a:pt x="308783" y="13424"/>
                    </a:lnTo>
                    <a:lnTo>
                      <a:pt x="407579" y="22701"/>
                    </a:lnTo>
                    <a:lnTo>
                      <a:pt x="445333" y="23028"/>
                    </a:lnTo>
                    <a:lnTo>
                      <a:pt x="482356" y="20256"/>
                    </a:lnTo>
                    <a:cubicBezTo>
                      <a:pt x="482600" y="20256"/>
                      <a:pt x="482803" y="20191"/>
                      <a:pt x="483006" y="20191"/>
                    </a:cubicBezTo>
                    <a:lnTo>
                      <a:pt x="519420" y="11613"/>
                    </a:lnTo>
                    <a:lnTo>
                      <a:pt x="590296" y="5807"/>
                    </a:lnTo>
                    <a:lnTo>
                      <a:pt x="685190" y="18226"/>
                    </a:lnTo>
                    <a:cubicBezTo>
                      <a:pt x="685475" y="18292"/>
                      <a:pt x="685881" y="18292"/>
                      <a:pt x="686247" y="18292"/>
                    </a:cubicBezTo>
                    <a:lnTo>
                      <a:pt x="721157" y="14603"/>
                    </a:lnTo>
                    <a:lnTo>
                      <a:pt x="788619" y="2817"/>
                    </a:lnTo>
                    <a:lnTo>
                      <a:pt x="795975" y="3777"/>
                    </a:lnTo>
                    <a:cubicBezTo>
                      <a:pt x="796219" y="3842"/>
                      <a:pt x="796463" y="3842"/>
                      <a:pt x="796707" y="3842"/>
                    </a:cubicBezTo>
                    <a:lnTo>
                      <a:pt x="805810" y="3471"/>
                    </a:lnTo>
                    <a:lnTo>
                      <a:pt x="887049" y="3362"/>
                    </a:lnTo>
                    <a:lnTo>
                      <a:pt x="944799" y="4432"/>
                    </a:lnTo>
                    <a:lnTo>
                      <a:pt x="979343" y="5087"/>
                    </a:lnTo>
                    <a:lnTo>
                      <a:pt x="1102360" y="8972"/>
                    </a:lnTo>
                    <a:lnTo>
                      <a:pt x="1146089" y="13031"/>
                    </a:lnTo>
                    <a:lnTo>
                      <a:pt x="1171448" y="16393"/>
                    </a:lnTo>
                    <a:lnTo>
                      <a:pt x="1193638" y="20169"/>
                    </a:lnTo>
                    <a:cubicBezTo>
                      <a:pt x="1193881" y="20234"/>
                      <a:pt x="1194125" y="20234"/>
                      <a:pt x="1194369" y="20234"/>
                    </a:cubicBezTo>
                    <a:lnTo>
                      <a:pt x="1224077" y="20234"/>
                    </a:lnTo>
                    <a:lnTo>
                      <a:pt x="1253703" y="23006"/>
                    </a:lnTo>
                    <a:lnTo>
                      <a:pt x="1344209" y="32763"/>
                    </a:lnTo>
                    <a:lnTo>
                      <a:pt x="1434795" y="45618"/>
                    </a:lnTo>
                    <a:cubicBezTo>
                      <a:pt x="1435039" y="45618"/>
                      <a:pt x="1435283" y="45662"/>
                      <a:pt x="1435527" y="45618"/>
                    </a:cubicBezTo>
                    <a:lnTo>
                      <a:pt x="1464097" y="44920"/>
                    </a:lnTo>
                    <a:lnTo>
                      <a:pt x="1491894" y="42847"/>
                    </a:lnTo>
                    <a:lnTo>
                      <a:pt x="1581180" y="49984"/>
                    </a:lnTo>
                    <a:cubicBezTo>
                      <a:pt x="1581587" y="50027"/>
                      <a:pt x="1582034" y="50027"/>
                      <a:pt x="1582359" y="49940"/>
                    </a:cubicBezTo>
                    <a:lnTo>
                      <a:pt x="1609750" y="44876"/>
                    </a:lnTo>
                    <a:lnTo>
                      <a:pt x="1636207" y="39769"/>
                    </a:lnTo>
                    <a:lnTo>
                      <a:pt x="1724355" y="45837"/>
                    </a:lnTo>
                    <a:cubicBezTo>
                      <a:pt x="1724965" y="45837"/>
                      <a:pt x="1725534" y="45771"/>
                      <a:pt x="1726022" y="45575"/>
                    </a:cubicBezTo>
                    <a:lnTo>
                      <a:pt x="1751543" y="36189"/>
                    </a:lnTo>
                    <a:lnTo>
                      <a:pt x="1838838" y="42912"/>
                    </a:lnTo>
                    <a:cubicBezTo>
                      <a:pt x="1839082" y="42956"/>
                      <a:pt x="1839326" y="42956"/>
                      <a:pt x="1839529" y="42912"/>
                    </a:cubicBezTo>
                    <a:lnTo>
                      <a:pt x="1864888" y="40948"/>
                    </a:lnTo>
                    <a:cubicBezTo>
                      <a:pt x="1866270" y="40838"/>
                      <a:pt x="1867205" y="40162"/>
                      <a:pt x="1867083" y="39354"/>
                    </a:cubicBezTo>
                    <a:cubicBezTo>
                      <a:pt x="1866880" y="38612"/>
                      <a:pt x="1865539" y="38067"/>
                      <a:pt x="1864198" y="3817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1" name="Freeform: Shape 670">
                <a:extLst>
                  <a:ext uri="{FF2B5EF4-FFF2-40B4-BE49-F238E27FC236}">
                    <a16:creationId xmlns:a16="http://schemas.microsoft.com/office/drawing/2014/main" id="{DD8919D1-8A89-4826-97D5-F8A406CD52EA}"/>
                  </a:ext>
                </a:extLst>
              </p:cNvPr>
              <p:cNvSpPr/>
              <p:nvPr/>
            </p:nvSpPr>
            <p:spPr>
              <a:xfrm>
                <a:off x="3753099" y="6063946"/>
                <a:ext cx="514384" cy="20189"/>
              </a:xfrm>
              <a:custGeom>
                <a:avLst/>
                <a:gdLst>
                  <a:gd name="connsiteX0" fmla="*/ 2524 w 514384"/>
                  <a:gd name="connsiteY0" fmla="*/ 20190 h 20189"/>
                  <a:gd name="connsiteX1" fmla="*/ 4 w 514384"/>
                  <a:gd name="connsiteY1" fmla="*/ 18858 h 20189"/>
                  <a:gd name="connsiteX2" fmla="*/ 2402 w 514384"/>
                  <a:gd name="connsiteY2" fmla="*/ 17374 h 20189"/>
                  <a:gd name="connsiteX3" fmla="*/ 107619 w 514384"/>
                  <a:gd name="connsiteY3" fmla="*/ 14122 h 20189"/>
                  <a:gd name="connsiteX4" fmla="*/ 123509 w 514384"/>
                  <a:gd name="connsiteY4" fmla="*/ 13423 h 20189"/>
                  <a:gd name="connsiteX5" fmla="*/ 139237 w 514384"/>
                  <a:gd name="connsiteY5" fmla="*/ 5915 h 20189"/>
                  <a:gd name="connsiteX6" fmla="*/ 140822 w 514384"/>
                  <a:gd name="connsiteY6" fmla="*/ 5588 h 20189"/>
                  <a:gd name="connsiteX7" fmla="*/ 263473 w 514384"/>
                  <a:gd name="connsiteY7" fmla="*/ 3252 h 20189"/>
                  <a:gd name="connsiteX8" fmla="*/ 511784 w 514384"/>
                  <a:gd name="connsiteY8" fmla="*/ 0 h 20189"/>
                  <a:gd name="connsiteX9" fmla="*/ 514385 w 514384"/>
                  <a:gd name="connsiteY9" fmla="*/ 1375 h 20189"/>
                  <a:gd name="connsiteX10" fmla="*/ 511906 w 514384"/>
                  <a:gd name="connsiteY10" fmla="*/ 2816 h 20189"/>
                  <a:gd name="connsiteX11" fmla="*/ 263677 w 514384"/>
                  <a:gd name="connsiteY11" fmla="*/ 6068 h 20189"/>
                  <a:gd name="connsiteX12" fmla="*/ 142000 w 514384"/>
                  <a:gd name="connsiteY12" fmla="*/ 8360 h 20189"/>
                  <a:gd name="connsiteX13" fmla="*/ 126273 w 514384"/>
                  <a:gd name="connsiteY13" fmla="*/ 15868 h 20189"/>
                  <a:gd name="connsiteX14" fmla="*/ 124850 w 514384"/>
                  <a:gd name="connsiteY14" fmla="*/ 16195 h 20189"/>
                  <a:gd name="connsiteX15" fmla="*/ 108066 w 514384"/>
                  <a:gd name="connsiteY15" fmla="*/ 16937 h 20189"/>
                  <a:gd name="connsiteX16" fmla="*/ 2808 w 514384"/>
                  <a:gd name="connsiteY16" fmla="*/ 20190 h 20189"/>
                  <a:gd name="connsiteX17" fmla="*/ 2646 w 514384"/>
                  <a:gd name="connsiteY17" fmla="*/ 20190 h 20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4384" h="20189">
                    <a:moveTo>
                      <a:pt x="2524" y="20190"/>
                    </a:moveTo>
                    <a:cubicBezTo>
                      <a:pt x="1183" y="20190"/>
                      <a:pt x="86" y="19600"/>
                      <a:pt x="4" y="18858"/>
                    </a:cubicBezTo>
                    <a:cubicBezTo>
                      <a:pt x="-77" y="18116"/>
                      <a:pt x="1020" y="17418"/>
                      <a:pt x="2402" y="17374"/>
                    </a:cubicBezTo>
                    <a:lnTo>
                      <a:pt x="107619" y="14122"/>
                    </a:lnTo>
                    <a:lnTo>
                      <a:pt x="123509" y="13423"/>
                    </a:lnTo>
                    <a:lnTo>
                      <a:pt x="139237" y="5915"/>
                    </a:lnTo>
                    <a:cubicBezTo>
                      <a:pt x="139684" y="5697"/>
                      <a:pt x="140212" y="5588"/>
                      <a:pt x="140822" y="5588"/>
                    </a:cubicBezTo>
                    <a:lnTo>
                      <a:pt x="263473" y="3252"/>
                    </a:lnTo>
                    <a:lnTo>
                      <a:pt x="511784" y="0"/>
                    </a:lnTo>
                    <a:cubicBezTo>
                      <a:pt x="513166" y="44"/>
                      <a:pt x="514304" y="589"/>
                      <a:pt x="514385" y="1375"/>
                    </a:cubicBezTo>
                    <a:cubicBezTo>
                      <a:pt x="514385" y="2117"/>
                      <a:pt x="513288" y="2816"/>
                      <a:pt x="511906" y="2816"/>
                    </a:cubicBezTo>
                    <a:lnTo>
                      <a:pt x="263677" y="6068"/>
                    </a:lnTo>
                    <a:lnTo>
                      <a:pt x="142000" y="8360"/>
                    </a:lnTo>
                    <a:lnTo>
                      <a:pt x="126273" y="15868"/>
                    </a:lnTo>
                    <a:cubicBezTo>
                      <a:pt x="125866" y="16021"/>
                      <a:pt x="125379" y="16195"/>
                      <a:pt x="124850" y="16195"/>
                    </a:cubicBezTo>
                    <a:lnTo>
                      <a:pt x="108066" y="16937"/>
                    </a:lnTo>
                    <a:lnTo>
                      <a:pt x="2808" y="20190"/>
                    </a:lnTo>
                    <a:lnTo>
                      <a:pt x="2646" y="2019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2" name="Freeform: Shape 671">
                <a:extLst>
                  <a:ext uri="{FF2B5EF4-FFF2-40B4-BE49-F238E27FC236}">
                    <a16:creationId xmlns:a16="http://schemas.microsoft.com/office/drawing/2014/main" id="{9127EE30-D641-49F9-8F60-DF012ADFB6C6}"/>
                  </a:ext>
                </a:extLst>
              </p:cNvPr>
              <p:cNvSpPr/>
              <p:nvPr/>
            </p:nvSpPr>
            <p:spPr>
              <a:xfrm>
                <a:off x="5634817" y="5532477"/>
                <a:ext cx="156237" cy="96487"/>
              </a:xfrm>
              <a:custGeom>
                <a:avLst/>
                <a:gdLst>
                  <a:gd name="connsiteX0" fmla="*/ 152766 w 156237"/>
                  <a:gd name="connsiteY0" fmla="*/ 96466 h 96487"/>
                  <a:gd name="connsiteX1" fmla="*/ 152359 w 156237"/>
                  <a:gd name="connsiteY1" fmla="*/ 96400 h 96487"/>
                  <a:gd name="connsiteX2" fmla="*/ 150246 w 156237"/>
                  <a:gd name="connsiteY2" fmla="*/ 94807 h 96487"/>
                  <a:gd name="connsiteX3" fmla="*/ 150937 w 156237"/>
                  <a:gd name="connsiteY3" fmla="*/ 92406 h 96487"/>
                  <a:gd name="connsiteX4" fmla="*/ 67340 w 156237"/>
                  <a:gd name="connsiteY4" fmla="*/ 38473 h 96487"/>
                  <a:gd name="connsiteX5" fmla="*/ 33284 w 156237"/>
                  <a:gd name="connsiteY5" fmla="*/ 17476 h 96487"/>
                  <a:gd name="connsiteX6" fmla="*/ 21092 w 156237"/>
                  <a:gd name="connsiteY6" fmla="*/ 11299 h 96487"/>
                  <a:gd name="connsiteX7" fmla="*/ 20401 w 156237"/>
                  <a:gd name="connsiteY7" fmla="*/ 10709 h 96487"/>
                  <a:gd name="connsiteX8" fmla="*/ 19223 w 156237"/>
                  <a:gd name="connsiteY8" fmla="*/ 8592 h 96487"/>
                  <a:gd name="connsiteX9" fmla="*/ 3454 w 156237"/>
                  <a:gd name="connsiteY9" fmla="*/ 3528 h 96487"/>
                  <a:gd name="connsiteX10" fmla="*/ 975 w 156237"/>
                  <a:gd name="connsiteY10" fmla="*/ 2524 h 96487"/>
                  <a:gd name="connsiteX11" fmla="*/ 528 w 156237"/>
                  <a:gd name="connsiteY11" fmla="*/ 560 h 96487"/>
                  <a:gd name="connsiteX12" fmla="*/ 4105 w 156237"/>
                  <a:gd name="connsiteY12" fmla="*/ 298 h 96487"/>
                  <a:gd name="connsiteX13" fmla="*/ 6299 w 156237"/>
                  <a:gd name="connsiteY13" fmla="*/ 1258 h 96487"/>
                  <a:gd name="connsiteX14" fmla="*/ 22596 w 156237"/>
                  <a:gd name="connsiteY14" fmla="*/ 6431 h 96487"/>
                  <a:gd name="connsiteX15" fmla="*/ 23734 w 156237"/>
                  <a:gd name="connsiteY15" fmla="*/ 7239 h 96487"/>
                  <a:gd name="connsiteX16" fmla="*/ 25034 w 156237"/>
                  <a:gd name="connsiteY16" fmla="*/ 9531 h 96487"/>
                  <a:gd name="connsiteX17" fmla="*/ 36942 w 156237"/>
                  <a:gd name="connsiteY17" fmla="*/ 15555 h 96487"/>
                  <a:gd name="connsiteX18" fmla="*/ 71161 w 156237"/>
                  <a:gd name="connsiteY18" fmla="*/ 36661 h 96487"/>
                  <a:gd name="connsiteX19" fmla="*/ 82784 w 156237"/>
                  <a:gd name="connsiteY19" fmla="*/ 44060 h 96487"/>
                  <a:gd name="connsiteX20" fmla="*/ 155611 w 156237"/>
                  <a:gd name="connsiteY20" fmla="*/ 91118 h 96487"/>
                  <a:gd name="connsiteX21" fmla="*/ 156220 w 156237"/>
                  <a:gd name="connsiteY21" fmla="*/ 92231 h 96487"/>
                  <a:gd name="connsiteX22" fmla="*/ 155367 w 156237"/>
                  <a:gd name="connsiteY22" fmla="*/ 95265 h 96487"/>
                  <a:gd name="connsiteX23" fmla="*/ 152847 w 156237"/>
                  <a:gd name="connsiteY23" fmla="*/ 96488 h 9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37" h="96487">
                    <a:moveTo>
                      <a:pt x="152766" y="96466"/>
                    </a:moveTo>
                    <a:cubicBezTo>
                      <a:pt x="152766" y="96466"/>
                      <a:pt x="152522" y="96400"/>
                      <a:pt x="152359" y="96400"/>
                    </a:cubicBezTo>
                    <a:cubicBezTo>
                      <a:pt x="150978" y="96291"/>
                      <a:pt x="150043" y="95549"/>
                      <a:pt x="150246" y="94807"/>
                    </a:cubicBezTo>
                    <a:lnTo>
                      <a:pt x="150937" y="92406"/>
                    </a:lnTo>
                    <a:lnTo>
                      <a:pt x="67340" y="38473"/>
                    </a:lnTo>
                    <a:lnTo>
                      <a:pt x="33284" y="17476"/>
                    </a:lnTo>
                    <a:lnTo>
                      <a:pt x="21092" y="11299"/>
                    </a:lnTo>
                    <a:cubicBezTo>
                      <a:pt x="20808" y="11124"/>
                      <a:pt x="20523" y="10928"/>
                      <a:pt x="20401" y="10709"/>
                    </a:cubicBezTo>
                    <a:lnTo>
                      <a:pt x="19223" y="8592"/>
                    </a:lnTo>
                    <a:lnTo>
                      <a:pt x="3454" y="3528"/>
                    </a:lnTo>
                    <a:lnTo>
                      <a:pt x="975" y="2524"/>
                    </a:lnTo>
                    <a:cubicBezTo>
                      <a:pt x="-122" y="2044"/>
                      <a:pt x="-325" y="1149"/>
                      <a:pt x="528" y="560"/>
                    </a:cubicBezTo>
                    <a:cubicBezTo>
                      <a:pt x="1382" y="-73"/>
                      <a:pt x="2967" y="-182"/>
                      <a:pt x="4105" y="298"/>
                    </a:cubicBezTo>
                    <a:lnTo>
                      <a:pt x="6299" y="1258"/>
                    </a:lnTo>
                    <a:lnTo>
                      <a:pt x="22596" y="6431"/>
                    </a:lnTo>
                    <a:cubicBezTo>
                      <a:pt x="23165" y="6650"/>
                      <a:pt x="23531" y="6911"/>
                      <a:pt x="23734" y="7239"/>
                    </a:cubicBezTo>
                    <a:lnTo>
                      <a:pt x="25034" y="9531"/>
                    </a:lnTo>
                    <a:lnTo>
                      <a:pt x="36942" y="15555"/>
                    </a:lnTo>
                    <a:lnTo>
                      <a:pt x="71161" y="36661"/>
                    </a:lnTo>
                    <a:lnTo>
                      <a:pt x="82784" y="44060"/>
                    </a:lnTo>
                    <a:lnTo>
                      <a:pt x="155611" y="91118"/>
                    </a:lnTo>
                    <a:cubicBezTo>
                      <a:pt x="156098" y="91446"/>
                      <a:pt x="156301" y="91860"/>
                      <a:pt x="156220" y="92231"/>
                    </a:cubicBezTo>
                    <a:lnTo>
                      <a:pt x="155367" y="95265"/>
                    </a:lnTo>
                    <a:cubicBezTo>
                      <a:pt x="155163" y="95964"/>
                      <a:pt x="154066" y="96488"/>
                      <a:pt x="152847" y="9648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3" name="Freeform: Shape 672">
                <a:extLst>
                  <a:ext uri="{FF2B5EF4-FFF2-40B4-BE49-F238E27FC236}">
                    <a16:creationId xmlns:a16="http://schemas.microsoft.com/office/drawing/2014/main" id="{159E8BB6-7599-411A-A9C1-47D3612D7241}"/>
                  </a:ext>
                </a:extLst>
              </p:cNvPr>
              <p:cNvSpPr/>
              <p:nvPr/>
            </p:nvSpPr>
            <p:spPr>
              <a:xfrm>
                <a:off x="121" y="6133987"/>
                <a:ext cx="10018044" cy="768839"/>
              </a:xfrm>
              <a:custGeom>
                <a:avLst/>
                <a:gdLst>
                  <a:gd name="connsiteX0" fmla="*/ 216367 w 10018044"/>
                  <a:gd name="connsiteY0" fmla="*/ 560811 h 768839"/>
                  <a:gd name="connsiteX1" fmla="*/ 393070 w 10018044"/>
                  <a:gd name="connsiteY1" fmla="*/ 563430 h 768839"/>
                  <a:gd name="connsiteX2" fmla="*/ 394614 w 10018044"/>
                  <a:gd name="connsiteY2" fmla="*/ 563168 h 768839"/>
                  <a:gd name="connsiteX3" fmla="*/ 461833 w 10018044"/>
                  <a:gd name="connsiteY3" fmla="*/ 537479 h 768839"/>
                  <a:gd name="connsiteX4" fmla="*/ 526816 w 10018044"/>
                  <a:gd name="connsiteY4" fmla="*/ 511963 h 768839"/>
                  <a:gd name="connsiteX5" fmla="*/ 871850 w 10018044"/>
                  <a:gd name="connsiteY5" fmla="*/ 517398 h 768839"/>
                  <a:gd name="connsiteX6" fmla="*/ 1044976 w 10018044"/>
                  <a:gd name="connsiteY6" fmla="*/ 521392 h 768839"/>
                  <a:gd name="connsiteX7" fmla="*/ 1218225 w 10018044"/>
                  <a:gd name="connsiteY7" fmla="*/ 523095 h 768839"/>
                  <a:gd name="connsiteX8" fmla="*/ 1391554 w 10018044"/>
                  <a:gd name="connsiteY8" fmla="*/ 525452 h 768839"/>
                  <a:gd name="connsiteX9" fmla="*/ 1500917 w 10018044"/>
                  <a:gd name="connsiteY9" fmla="*/ 527482 h 768839"/>
                  <a:gd name="connsiteX10" fmla="*/ 1501364 w 10018044"/>
                  <a:gd name="connsiteY10" fmla="*/ 527438 h 768839"/>
                  <a:gd name="connsiteX11" fmla="*/ 1738498 w 10018044"/>
                  <a:gd name="connsiteY11" fmla="*/ 531651 h 768839"/>
                  <a:gd name="connsiteX12" fmla="*/ 1912193 w 10018044"/>
                  <a:gd name="connsiteY12" fmla="*/ 535536 h 768839"/>
                  <a:gd name="connsiteX13" fmla="*/ 2085970 w 10018044"/>
                  <a:gd name="connsiteY13" fmla="*/ 538941 h 768839"/>
                  <a:gd name="connsiteX14" fmla="*/ 2259909 w 10018044"/>
                  <a:gd name="connsiteY14" fmla="*/ 541866 h 768839"/>
                  <a:gd name="connsiteX15" fmla="*/ 2261860 w 10018044"/>
                  <a:gd name="connsiteY15" fmla="*/ 541385 h 768839"/>
                  <a:gd name="connsiteX16" fmla="*/ 2306970 w 10018044"/>
                  <a:gd name="connsiteY16" fmla="*/ 514844 h 768839"/>
                  <a:gd name="connsiteX17" fmla="*/ 2350821 w 10018044"/>
                  <a:gd name="connsiteY17" fmla="*/ 488303 h 768839"/>
                  <a:gd name="connsiteX18" fmla="*/ 2393777 w 10018044"/>
                  <a:gd name="connsiteY18" fmla="*/ 469271 h 768839"/>
                  <a:gd name="connsiteX19" fmla="*/ 2435840 w 10018044"/>
                  <a:gd name="connsiteY19" fmla="*/ 452071 h 768839"/>
                  <a:gd name="connsiteX20" fmla="*/ 2477008 w 10018044"/>
                  <a:gd name="connsiteY20" fmla="*/ 435396 h 768839"/>
                  <a:gd name="connsiteX21" fmla="*/ 2517079 w 10018044"/>
                  <a:gd name="connsiteY21" fmla="*/ 418764 h 768839"/>
                  <a:gd name="connsiteX22" fmla="*/ 2556581 w 10018044"/>
                  <a:gd name="connsiteY22" fmla="*/ 405646 h 768839"/>
                  <a:gd name="connsiteX23" fmla="*/ 2595271 w 10018044"/>
                  <a:gd name="connsiteY23" fmla="*/ 391830 h 768839"/>
                  <a:gd name="connsiteX24" fmla="*/ 2633066 w 10018044"/>
                  <a:gd name="connsiteY24" fmla="*/ 377228 h 768839"/>
                  <a:gd name="connsiteX25" fmla="*/ 2670251 w 10018044"/>
                  <a:gd name="connsiteY25" fmla="*/ 363521 h 768839"/>
                  <a:gd name="connsiteX26" fmla="*/ 2706584 w 10018044"/>
                  <a:gd name="connsiteY26" fmla="*/ 348701 h 768839"/>
                  <a:gd name="connsiteX27" fmla="*/ 2777419 w 10018044"/>
                  <a:gd name="connsiteY27" fmla="*/ 321090 h 768839"/>
                  <a:gd name="connsiteX28" fmla="*/ 2811800 w 10018044"/>
                  <a:gd name="connsiteY28" fmla="*/ 302429 h 768839"/>
                  <a:gd name="connsiteX29" fmla="*/ 2845247 w 10018044"/>
                  <a:gd name="connsiteY29" fmla="*/ 282937 h 768839"/>
                  <a:gd name="connsiteX30" fmla="*/ 2878166 w 10018044"/>
                  <a:gd name="connsiteY30" fmla="*/ 268881 h 768839"/>
                  <a:gd name="connsiteX31" fmla="*/ 2909702 w 10018044"/>
                  <a:gd name="connsiteY31" fmla="*/ 255873 h 768839"/>
                  <a:gd name="connsiteX32" fmla="*/ 3054868 w 10018044"/>
                  <a:gd name="connsiteY32" fmla="*/ 263010 h 768839"/>
                  <a:gd name="connsiteX33" fmla="*/ 3056778 w 10018044"/>
                  <a:gd name="connsiteY33" fmla="*/ 262682 h 768839"/>
                  <a:gd name="connsiteX34" fmla="*/ 3087380 w 10018044"/>
                  <a:gd name="connsiteY34" fmla="*/ 248626 h 768839"/>
                  <a:gd name="connsiteX35" fmla="*/ 3117413 w 10018044"/>
                  <a:gd name="connsiteY35" fmla="*/ 230357 h 768839"/>
                  <a:gd name="connsiteX36" fmla="*/ 3146796 w 10018044"/>
                  <a:gd name="connsiteY36" fmla="*/ 210321 h 768839"/>
                  <a:gd name="connsiteX37" fmla="*/ 3175732 w 10018044"/>
                  <a:gd name="connsiteY37" fmla="*/ 190175 h 768839"/>
                  <a:gd name="connsiteX38" fmla="*/ 3204180 w 10018044"/>
                  <a:gd name="connsiteY38" fmla="*/ 167039 h 768839"/>
                  <a:gd name="connsiteX39" fmla="*/ 3232059 w 10018044"/>
                  <a:gd name="connsiteY39" fmla="*/ 143160 h 768839"/>
                  <a:gd name="connsiteX40" fmla="*/ 3259572 w 10018044"/>
                  <a:gd name="connsiteY40" fmla="*/ 117732 h 768839"/>
                  <a:gd name="connsiteX41" fmla="*/ 3286557 w 10018044"/>
                  <a:gd name="connsiteY41" fmla="*/ 86499 h 768839"/>
                  <a:gd name="connsiteX42" fmla="*/ 3313136 w 10018044"/>
                  <a:gd name="connsiteY42" fmla="*/ 56225 h 768839"/>
                  <a:gd name="connsiteX43" fmla="*/ 3339023 w 10018044"/>
                  <a:gd name="connsiteY43" fmla="*/ 21215 h 768839"/>
                  <a:gd name="connsiteX44" fmla="*/ 3363245 w 10018044"/>
                  <a:gd name="connsiteY44" fmla="*/ 10411 h 768839"/>
                  <a:gd name="connsiteX45" fmla="*/ 3494959 w 10018044"/>
                  <a:gd name="connsiteY45" fmla="*/ 6264 h 768839"/>
                  <a:gd name="connsiteX46" fmla="*/ 3627608 w 10018044"/>
                  <a:gd name="connsiteY46" fmla="*/ 4867 h 768839"/>
                  <a:gd name="connsiteX47" fmla="*/ 3760135 w 10018044"/>
                  <a:gd name="connsiteY47" fmla="*/ 2903 h 768839"/>
                  <a:gd name="connsiteX48" fmla="*/ 4025555 w 10018044"/>
                  <a:gd name="connsiteY48" fmla="*/ 8076 h 768839"/>
                  <a:gd name="connsiteX49" fmla="*/ 4158448 w 10018044"/>
                  <a:gd name="connsiteY49" fmla="*/ 13773 h 768839"/>
                  <a:gd name="connsiteX50" fmla="*/ 4290893 w 10018044"/>
                  <a:gd name="connsiteY50" fmla="*/ 17396 h 768839"/>
                  <a:gd name="connsiteX51" fmla="*/ 4421226 w 10018044"/>
                  <a:gd name="connsiteY51" fmla="*/ 21979 h 768839"/>
                  <a:gd name="connsiteX52" fmla="*/ 4677908 w 10018044"/>
                  <a:gd name="connsiteY52" fmla="*/ 33002 h 768839"/>
                  <a:gd name="connsiteX53" fmla="*/ 4804095 w 10018044"/>
                  <a:gd name="connsiteY53" fmla="*/ 34289 h 768839"/>
                  <a:gd name="connsiteX54" fmla="*/ 4929998 w 10018044"/>
                  <a:gd name="connsiteY54" fmla="*/ 37847 h 768839"/>
                  <a:gd name="connsiteX55" fmla="*/ 5056551 w 10018044"/>
                  <a:gd name="connsiteY55" fmla="*/ 39812 h 768839"/>
                  <a:gd name="connsiteX56" fmla="*/ 5185339 w 10018044"/>
                  <a:gd name="connsiteY56" fmla="*/ 41994 h 768839"/>
                  <a:gd name="connsiteX57" fmla="*/ 5316850 w 10018044"/>
                  <a:gd name="connsiteY57" fmla="*/ 41405 h 768839"/>
                  <a:gd name="connsiteX58" fmla="*/ 5452181 w 10018044"/>
                  <a:gd name="connsiteY58" fmla="*/ 47975 h 768839"/>
                  <a:gd name="connsiteX59" fmla="*/ 5590682 w 10018044"/>
                  <a:gd name="connsiteY59" fmla="*/ 55745 h 768839"/>
                  <a:gd name="connsiteX60" fmla="*/ 5872033 w 10018044"/>
                  <a:gd name="connsiteY60" fmla="*/ 72311 h 768839"/>
                  <a:gd name="connsiteX61" fmla="*/ 6012810 w 10018044"/>
                  <a:gd name="connsiteY61" fmla="*/ 94356 h 768839"/>
                  <a:gd name="connsiteX62" fmla="*/ 6151921 w 10018044"/>
                  <a:gd name="connsiteY62" fmla="*/ 120308 h 768839"/>
                  <a:gd name="connsiteX63" fmla="*/ 6292251 w 10018044"/>
                  <a:gd name="connsiteY63" fmla="*/ 139079 h 768839"/>
                  <a:gd name="connsiteX64" fmla="*/ 6429858 w 10018044"/>
                  <a:gd name="connsiteY64" fmla="*/ 154576 h 768839"/>
                  <a:gd name="connsiteX65" fmla="*/ 6564783 w 10018044"/>
                  <a:gd name="connsiteY65" fmla="*/ 164223 h 768839"/>
                  <a:gd name="connsiteX66" fmla="*/ 6699301 w 10018044"/>
                  <a:gd name="connsiteY66" fmla="*/ 170945 h 768839"/>
                  <a:gd name="connsiteX67" fmla="*/ 6833454 w 10018044"/>
                  <a:gd name="connsiteY67" fmla="*/ 177013 h 768839"/>
                  <a:gd name="connsiteX68" fmla="*/ 6967200 w 10018044"/>
                  <a:gd name="connsiteY68" fmla="*/ 181597 h 768839"/>
                  <a:gd name="connsiteX69" fmla="*/ 7099442 w 10018044"/>
                  <a:gd name="connsiteY69" fmla="*/ 190065 h 768839"/>
                  <a:gd name="connsiteX70" fmla="*/ 7107692 w 10018044"/>
                  <a:gd name="connsiteY70" fmla="*/ 200411 h 768839"/>
                  <a:gd name="connsiteX71" fmla="*/ 7109562 w 10018044"/>
                  <a:gd name="connsiteY71" fmla="*/ 201263 h 768839"/>
                  <a:gd name="connsiteX72" fmla="*/ 7243796 w 10018044"/>
                  <a:gd name="connsiteY72" fmla="*/ 211652 h 768839"/>
                  <a:gd name="connsiteX73" fmla="*/ 7283460 w 10018044"/>
                  <a:gd name="connsiteY73" fmla="*/ 216825 h 768839"/>
                  <a:gd name="connsiteX74" fmla="*/ 7292767 w 10018044"/>
                  <a:gd name="connsiteY74" fmla="*/ 218746 h 768839"/>
                  <a:gd name="connsiteX75" fmla="*/ 7298416 w 10018044"/>
                  <a:gd name="connsiteY75" fmla="*/ 223067 h 768839"/>
                  <a:gd name="connsiteX76" fmla="*/ 7304959 w 10018044"/>
                  <a:gd name="connsiteY76" fmla="*/ 232169 h 768839"/>
                  <a:gd name="connsiteX77" fmla="*/ 7307357 w 10018044"/>
                  <a:gd name="connsiteY77" fmla="*/ 235268 h 768839"/>
                  <a:gd name="connsiteX78" fmla="*/ 7309348 w 10018044"/>
                  <a:gd name="connsiteY78" fmla="*/ 236119 h 768839"/>
                  <a:gd name="connsiteX79" fmla="*/ 7400626 w 10018044"/>
                  <a:gd name="connsiteY79" fmla="*/ 243475 h 768839"/>
                  <a:gd name="connsiteX80" fmla="*/ 7521977 w 10018044"/>
                  <a:gd name="connsiteY80" fmla="*/ 248059 h 768839"/>
                  <a:gd name="connsiteX81" fmla="*/ 7537826 w 10018044"/>
                  <a:gd name="connsiteY81" fmla="*/ 249325 h 768839"/>
                  <a:gd name="connsiteX82" fmla="*/ 7546848 w 10018044"/>
                  <a:gd name="connsiteY82" fmla="*/ 264232 h 768839"/>
                  <a:gd name="connsiteX83" fmla="*/ 7559162 w 10018044"/>
                  <a:gd name="connsiteY83" fmla="*/ 276913 h 768839"/>
                  <a:gd name="connsiteX84" fmla="*/ 7583871 w 10018044"/>
                  <a:gd name="connsiteY84" fmla="*/ 307776 h 768839"/>
                  <a:gd name="connsiteX85" fmla="*/ 7595982 w 10018044"/>
                  <a:gd name="connsiteY85" fmla="*/ 322116 h 768839"/>
                  <a:gd name="connsiteX86" fmla="*/ 7607890 w 10018044"/>
                  <a:gd name="connsiteY86" fmla="*/ 335387 h 768839"/>
                  <a:gd name="connsiteX87" fmla="*/ 7619594 w 10018044"/>
                  <a:gd name="connsiteY87" fmla="*/ 349072 h 768839"/>
                  <a:gd name="connsiteX88" fmla="*/ 7667305 w 10018044"/>
                  <a:gd name="connsiteY88" fmla="*/ 411889 h 768839"/>
                  <a:gd name="connsiteX89" fmla="*/ 7679985 w 10018044"/>
                  <a:gd name="connsiteY89" fmla="*/ 427887 h 768839"/>
                  <a:gd name="connsiteX90" fmla="*/ 7693559 w 10018044"/>
                  <a:gd name="connsiteY90" fmla="*/ 442206 h 768839"/>
                  <a:gd name="connsiteX91" fmla="*/ 7707742 w 10018044"/>
                  <a:gd name="connsiteY91" fmla="*/ 456066 h 768839"/>
                  <a:gd name="connsiteX92" fmla="*/ 7722250 w 10018044"/>
                  <a:gd name="connsiteY92" fmla="*/ 467852 h 768839"/>
                  <a:gd name="connsiteX93" fmla="*/ 7737043 w 10018044"/>
                  <a:gd name="connsiteY93" fmla="*/ 478722 h 768839"/>
                  <a:gd name="connsiteX94" fmla="*/ 7751918 w 10018044"/>
                  <a:gd name="connsiteY94" fmla="*/ 487823 h 768839"/>
                  <a:gd name="connsiteX95" fmla="*/ 7767483 w 10018044"/>
                  <a:gd name="connsiteY95" fmla="*/ 497951 h 768839"/>
                  <a:gd name="connsiteX96" fmla="*/ 7782967 w 10018044"/>
                  <a:gd name="connsiteY96" fmla="*/ 504761 h 768839"/>
                  <a:gd name="connsiteX97" fmla="*/ 7798654 w 10018044"/>
                  <a:gd name="connsiteY97" fmla="*/ 512116 h 768839"/>
                  <a:gd name="connsiteX98" fmla="*/ 7814910 w 10018044"/>
                  <a:gd name="connsiteY98" fmla="*/ 521436 h 768839"/>
                  <a:gd name="connsiteX99" fmla="*/ 7816779 w 10018044"/>
                  <a:gd name="connsiteY99" fmla="*/ 521851 h 768839"/>
                  <a:gd name="connsiteX100" fmla="*/ 8156692 w 10018044"/>
                  <a:gd name="connsiteY100" fmla="*/ 519144 h 768839"/>
                  <a:gd name="connsiteX101" fmla="*/ 8326770 w 10018044"/>
                  <a:gd name="connsiteY101" fmla="*/ 518075 h 768839"/>
                  <a:gd name="connsiteX102" fmla="*/ 8497012 w 10018044"/>
                  <a:gd name="connsiteY102" fmla="*/ 518926 h 768839"/>
                  <a:gd name="connsiteX103" fmla="*/ 8667455 w 10018044"/>
                  <a:gd name="connsiteY103" fmla="*/ 518664 h 768839"/>
                  <a:gd name="connsiteX104" fmla="*/ 8837818 w 10018044"/>
                  <a:gd name="connsiteY104" fmla="*/ 517071 h 768839"/>
                  <a:gd name="connsiteX105" fmla="*/ 9007693 w 10018044"/>
                  <a:gd name="connsiteY105" fmla="*/ 516700 h 768839"/>
                  <a:gd name="connsiteX106" fmla="*/ 9036670 w 10018044"/>
                  <a:gd name="connsiteY106" fmla="*/ 526085 h 768839"/>
                  <a:gd name="connsiteX107" fmla="*/ 9066743 w 10018044"/>
                  <a:gd name="connsiteY107" fmla="*/ 537479 h 768839"/>
                  <a:gd name="connsiteX108" fmla="*/ 9097914 w 10018044"/>
                  <a:gd name="connsiteY108" fmla="*/ 558847 h 768839"/>
                  <a:gd name="connsiteX109" fmla="*/ 9129857 w 10018044"/>
                  <a:gd name="connsiteY109" fmla="*/ 578250 h 768839"/>
                  <a:gd name="connsiteX110" fmla="*/ 9229953 w 10018044"/>
                  <a:gd name="connsiteY110" fmla="*/ 632817 h 768839"/>
                  <a:gd name="connsiteX111" fmla="*/ 9264904 w 10018044"/>
                  <a:gd name="connsiteY111" fmla="*/ 651631 h 768839"/>
                  <a:gd name="connsiteX112" fmla="*/ 9300505 w 10018044"/>
                  <a:gd name="connsiteY112" fmla="*/ 673807 h 768839"/>
                  <a:gd name="connsiteX113" fmla="*/ 9337406 w 10018044"/>
                  <a:gd name="connsiteY113" fmla="*/ 702640 h 768839"/>
                  <a:gd name="connsiteX114" fmla="*/ 9339478 w 10018044"/>
                  <a:gd name="connsiteY114" fmla="*/ 703229 h 768839"/>
                  <a:gd name="connsiteX115" fmla="*/ 9531096 w 10018044"/>
                  <a:gd name="connsiteY115" fmla="*/ 702967 h 768839"/>
                  <a:gd name="connsiteX116" fmla="*/ 9722876 w 10018044"/>
                  <a:gd name="connsiteY116" fmla="*/ 703491 h 768839"/>
                  <a:gd name="connsiteX117" fmla="*/ 9903439 w 10018044"/>
                  <a:gd name="connsiteY117" fmla="*/ 703557 h 768839"/>
                  <a:gd name="connsiteX118" fmla="*/ 9947615 w 10018044"/>
                  <a:gd name="connsiteY118" fmla="*/ 731364 h 768839"/>
                  <a:gd name="connsiteX119" fmla="*/ 9993457 w 10018044"/>
                  <a:gd name="connsiteY119" fmla="*/ 758756 h 768839"/>
                  <a:gd name="connsiteX120" fmla="*/ 10011014 w 10018044"/>
                  <a:gd name="connsiteY120" fmla="*/ 768840 h 768839"/>
                  <a:gd name="connsiteX121" fmla="*/ 10018045 w 10018044"/>
                  <a:gd name="connsiteY121" fmla="*/ 768840 h 768839"/>
                  <a:gd name="connsiteX122" fmla="*/ 9997237 w 10018044"/>
                  <a:gd name="connsiteY122" fmla="*/ 756792 h 768839"/>
                  <a:gd name="connsiteX123" fmla="*/ 9951395 w 10018044"/>
                  <a:gd name="connsiteY123" fmla="*/ 729508 h 768839"/>
                  <a:gd name="connsiteX124" fmla="*/ 9906569 w 10018044"/>
                  <a:gd name="connsiteY124" fmla="*/ 701199 h 768839"/>
                  <a:gd name="connsiteX125" fmla="*/ 9904659 w 10018044"/>
                  <a:gd name="connsiteY125" fmla="*/ 700719 h 768839"/>
                  <a:gd name="connsiteX126" fmla="*/ 9722917 w 10018044"/>
                  <a:gd name="connsiteY126" fmla="*/ 700654 h 768839"/>
                  <a:gd name="connsiteX127" fmla="*/ 9531137 w 10018044"/>
                  <a:gd name="connsiteY127" fmla="*/ 700130 h 768839"/>
                  <a:gd name="connsiteX128" fmla="*/ 9340819 w 10018044"/>
                  <a:gd name="connsiteY128" fmla="*/ 700392 h 768839"/>
                  <a:gd name="connsiteX129" fmla="*/ 9304528 w 10018044"/>
                  <a:gd name="connsiteY129" fmla="*/ 672083 h 768839"/>
                  <a:gd name="connsiteX130" fmla="*/ 9268602 w 10018044"/>
                  <a:gd name="connsiteY130" fmla="*/ 649711 h 768839"/>
                  <a:gd name="connsiteX131" fmla="*/ 9133555 w 10018044"/>
                  <a:gd name="connsiteY131" fmla="*/ 576286 h 768839"/>
                  <a:gd name="connsiteX132" fmla="*/ 9101694 w 10018044"/>
                  <a:gd name="connsiteY132" fmla="*/ 556991 h 768839"/>
                  <a:gd name="connsiteX133" fmla="*/ 9070563 w 10018044"/>
                  <a:gd name="connsiteY133" fmla="*/ 535580 h 768839"/>
                  <a:gd name="connsiteX134" fmla="*/ 9069954 w 10018044"/>
                  <a:gd name="connsiteY134" fmla="*/ 535318 h 768839"/>
                  <a:gd name="connsiteX135" fmla="*/ 9039393 w 10018044"/>
                  <a:gd name="connsiteY135" fmla="*/ 523706 h 768839"/>
                  <a:gd name="connsiteX136" fmla="*/ 9009725 w 10018044"/>
                  <a:gd name="connsiteY136" fmla="*/ 514059 h 768839"/>
                  <a:gd name="connsiteX137" fmla="*/ 9008425 w 10018044"/>
                  <a:gd name="connsiteY137" fmla="*/ 513884 h 768839"/>
                  <a:gd name="connsiteX138" fmla="*/ 9008425 w 10018044"/>
                  <a:gd name="connsiteY138" fmla="*/ 513884 h 768839"/>
                  <a:gd name="connsiteX139" fmla="*/ 8837859 w 10018044"/>
                  <a:gd name="connsiteY139" fmla="*/ 514255 h 768839"/>
                  <a:gd name="connsiteX140" fmla="*/ 8667415 w 10018044"/>
                  <a:gd name="connsiteY140" fmla="*/ 515848 h 768839"/>
                  <a:gd name="connsiteX141" fmla="*/ 8497174 w 10018044"/>
                  <a:gd name="connsiteY141" fmla="*/ 516110 h 768839"/>
                  <a:gd name="connsiteX142" fmla="*/ 8326811 w 10018044"/>
                  <a:gd name="connsiteY142" fmla="*/ 515259 h 768839"/>
                  <a:gd name="connsiteX143" fmla="*/ 8156651 w 10018044"/>
                  <a:gd name="connsiteY143" fmla="*/ 516329 h 768839"/>
                  <a:gd name="connsiteX144" fmla="*/ 7817795 w 10018044"/>
                  <a:gd name="connsiteY144" fmla="*/ 519057 h 768839"/>
                  <a:gd name="connsiteX145" fmla="*/ 7802108 w 10018044"/>
                  <a:gd name="connsiteY145" fmla="*/ 510043 h 768839"/>
                  <a:gd name="connsiteX146" fmla="*/ 7786218 w 10018044"/>
                  <a:gd name="connsiteY146" fmla="*/ 502578 h 768839"/>
                  <a:gd name="connsiteX147" fmla="*/ 7771018 w 10018044"/>
                  <a:gd name="connsiteY147" fmla="*/ 495921 h 768839"/>
                  <a:gd name="connsiteX148" fmla="*/ 7755657 w 10018044"/>
                  <a:gd name="connsiteY148" fmla="*/ 485968 h 768839"/>
                  <a:gd name="connsiteX149" fmla="*/ 7740864 w 10018044"/>
                  <a:gd name="connsiteY149" fmla="*/ 476910 h 768839"/>
                  <a:gd name="connsiteX150" fmla="*/ 7726355 w 10018044"/>
                  <a:gd name="connsiteY150" fmla="*/ 466259 h 768839"/>
                  <a:gd name="connsiteX151" fmla="*/ 7712050 w 10018044"/>
                  <a:gd name="connsiteY151" fmla="*/ 454647 h 768839"/>
                  <a:gd name="connsiteX152" fmla="*/ 7697948 w 10018044"/>
                  <a:gd name="connsiteY152" fmla="*/ 440896 h 768839"/>
                  <a:gd name="connsiteX153" fmla="*/ 7684455 w 10018044"/>
                  <a:gd name="connsiteY153" fmla="*/ 426665 h 768839"/>
                  <a:gd name="connsiteX154" fmla="*/ 7671857 w 10018044"/>
                  <a:gd name="connsiteY154" fmla="*/ 410775 h 768839"/>
                  <a:gd name="connsiteX155" fmla="*/ 7635850 w 10018044"/>
                  <a:gd name="connsiteY155" fmla="*/ 362866 h 768839"/>
                  <a:gd name="connsiteX156" fmla="*/ 7624146 w 10018044"/>
                  <a:gd name="connsiteY156" fmla="*/ 347893 h 768839"/>
                  <a:gd name="connsiteX157" fmla="*/ 7612360 w 10018044"/>
                  <a:gd name="connsiteY157" fmla="*/ 334142 h 768839"/>
                  <a:gd name="connsiteX158" fmla="*/ 7600452 w 10018044"/>
                  <a:gd name="connsiteY158" fmla="*/ 320872 h 768839"/>
                  <a:gd name="connsiteX159" fmla="*/ 7588342 w 10018044"/>
                  <a:gd name="connsiteY159" fmla="*/ 306532 h 768839"/>
                  <a:gd name="connsiteX160" fmla="*/ 7563633 w 10018044"/>
                  <a:gd name="connsiteY160" fmla="*/ 275626 h 768839"/>
                  <a:gd name="connsiteX161" fmla="*/ 7551441 w 10018044"/>
                  <a:gd name="connsiteY161" fmla="*/ 263163 h 768839"/>
                  <a:gd name="connsiteX162" fmla="*/ 7542012 w 10018044"/>
                  <a:gd name="connsiteY162" fmla="*/ 247557 h 768839"/>
                  <a:gd name="connsiteX163" fmla="*/ 7540021 w 10018044"/>
                  <a:gd name="connsiteY163" fmla="*/ 246640 h 768839"/>
                  <a:gd name="connsiteX164" fmla="*/ 7522383 w 10018044"/>
                  <a:gd name="connsiteY164" fmla="*/ 245199 h 768839"/>
                  <a:gd name="connsiteX165" fmla="*/ 7401032 w 10018044"/>
                  <a:gd name="connsiteY165" fmla="*/ 240659 h 768839"/>
                  <a:gd name="connsiteX166" fmla="*/ 7311339 w 10018044"/>
                  <a:gd name="connsiteY166" fmla="*/ 233413 h 768839"/>
                  <a:gd name="connsiteX167" fmla="*/ 7302927 w 10018044"/>
                  <a:gd name="connsiteY167" fmla="*/ 221801 h 768839"/>
                  <a:gd name="connsiteX168" fmla="*/ 7302642 w 10018044"/>
                  <a:gd name="connsiteY168" fmla="*/ 221474 h 768839"/>
                  <a:gd name="connsiteX169" fmla="*/ 7296303 w 10018044"/>
                  <a:gd name="connsiteY169" fmla="*/ 216738 h 768839"/>
                  <a:gd name="connsiteX170" fmla="*/ 7295205 w 10018044"/>
                  <a:gd name="connsiteY170" fmla="*/ 216257 h 768839"/>
                  <a:gd name="connsiteX171" fmla="*/ 7284883 w 10018044"/>
                  <a:gd name="connsiteY171" fmla="*/ 214075 h 768839"/>
                  <a:gd name="connsiteX172" fmla="*/ 7244609 w 10018044"/>
                  <a:gd name="connsiteY172" fmla="*/ 208902 h 768839"/>
                  <a:gd name="connsiteX173" fmla="*/ 7111675 w 10018044"/>
                  <a:gd name="connsiteY173" fmla="*/ 198556 h 768839"/>
                  <a:gd name="connsiteX174" fmla="*/ 7103425 w 10018044"/>
                  <a:gd name="connsiteY174" fmla="*/ 188123 h 768839"/>
                  <a:gd name="connsiteX175" fmla="*/ 7101353 w 10018044"/>
                  <a:gd name="connsiteY175" fmla="*/ 187315 h 768839"/>
                  <a:gd name="connsiteX176" fmla="*/ 6967525 w 10018044"/>
                  <a:gd name="connsiteY176" fmla="*/ 178738 h 768839"/>
                  <a:gd name="connsiteX177" fmla="*/ 6833779 w 10018044"/>
                  <a:gd name="connsiteY177" fmla="*/ 174154 h 768839"/>
                  <a:gd name="connsiteX178" fmla="*/ 6699626 w 10018044"/>
                  <a:gd name="connsiteY178" fmla="*/ 168086 h 768839"/>
                  <a:gd name="connsiteX179" fmla="*/ 6565311 w 10018044"/>
                  <a:gd name="connsiteY179" fmla="*/ 161429 h 768839"/>
                  <a:gd name="connsiteX180" fmla="*/ 6430589 w 10018044"/>
                  <a:gd name="connsiteY180" fmla="*/ 151738 h 768839"/>
                  <a:gd name="connsiteX181" fmla="*/ 6293389 w 10018044"/>
                  <a:gd name="connsiteY181" fmla="*/ 136285 h 768839"/>
                  <a:gd name="connsiteX182" fmla="*/ 6154806 w 10018044"/>
                  <a:gd name="connsiteY182" fmla="*/ 117841 h 768839"/>
                  <a:gd name="connsiteX183" fmla="*/ 6014314 w 10018044"/>
                  <a:gd name="connsiteY183" fmla="*/ 91671 h 768839"/>
                  <a:gd name="connsiteX184" fmla="*/ 5872927 w 10018044"/>
                  <a:gd name="connsiteY184" fmla="*/ 69496 h 768839"/>
                  <a:gd name="connsiteX185" fmla="*/ 5591211 w 10018044"/>
                  <a:gd name="connsiteY185" fmla="*/ 52864 h 768839"/>
                  <a:gd name="connsiteX186" fmla="*/ 5452669 w 10018044"/>
                  <a:gd name="connsiteY186" fmla="*/ 45094 h 768839"/>
                  <a:gd name="connsiteX187" fmla="*/ 5317053 w 10018044"/>
                  <a:gd name="connsiteY187" fmla="*/ 38546 h 768839"/>
                  <a:gd name="connsiteX188" fmla="*/ 5185380 w 10018044"/>
                  <a:gd name="connsiteY188" fmla="*/ 39179 h 768839"/>
                  <a:gd name="connsiteX189" fmla="*/ 5056714 w 10018044"/>
                  <a:gd name="connsiteY189" fmla="*/ 36931 h 768839"/>
                  <a:gd name="connsiteX190" fmla="*/ 4930201 w 10018044"/>
                  <a:gd name="connsiteY190" fmla="*/ 34966 h 768839"/>
                  <a:gd name="connsiteX191" fmla="*/ 4804298 w 10018044"/>
                  <a:gd name="connsiteY191" fmla="*/ 31387 h 768839"/>
                  <a:gd name="connsiteX192" fmla="*/ 4678152 w 10018044"/>
                  <a:gd name="connsiteY192" fmla="*/ 30121 h 768839"/>
                  <a:gd name="connsiteX193" fmla="*/ 4421592 w 10018044"/>
                  <a:gd name="connsiteY193" fmla="*/ 19076 h 768839"/>
                  <a:gd name="connsiteX194" fmla="*/ 4291218 w 10018044"/>
                  <a:gd name="connsiteY194" fmla="*/ 14536 h 768839"/>
                  <a:gd name="connsiteX195" fmla="*/ 4158813 w 10018044"/>
                  <a:gd name="connsiteY195" fmla="*/ 10870 h 768839"/>
                  <a:gd name="connsiteX196" fmla="*/ 4025880 w 10018044"/>
                  <a:gd name="connsiteY196" fmla="*/ 5173 h 768839"/>
                  <a:gd name="connsiteX197" fmla="*/ 3760216 w 10018044"/>
                  <a:gd name="connsiteY197" fmla="*/ 0 h 768839"/>
                  <a:gd name="connsiteX198" fmla="*/ 3627527 w 10018044"/>
                  <a:gd name="connsiteY198" fmla="*/ 1964 h 768839"/>
                  <a:gd name="connsiteX199" fmla="*/ 3494756 w 10018044"/>
                  <a:gd name="connsiteY199" fmla="*/ 3339 h 768839"/>
                  <a:gd name="connsiteX200" fmla="*/ 3362147 w 10018044"/>
                  <a:gd name="connsiteY200" fmla="*/ 7486 h 768839"/>
                  <a:gd name="connsiteX201" fmla="*/ 3360725 w 10018044"/>
                  <a:gd name="connsiteY201" fmla="*/ 7814 h 768839"/>
                  <a:gd name="connsiteX202" fmla="*/ 3335325 w 10018044"/>
                  <a:gd name="connsiteY202" fmla="*/ 19164 h 768839"/>
                  <a:gd name="connsiteX203" fmla="*/ 3334593 w 10018044"/>
                  <a:gd name="connsiteY203" fmla="*/ 19753 h 768839"/>
                  <a:gd name="connsiteX204" fmla="*/ 3308543 w 10018044"/>
                  <a:gd name="connsiteY204" fmla="*/ 54981 h 768839"/>
                  <a:gd name="connsiteX205" fmla="*/ 3282005 w 10018044"/>
                  <a:gd name="connsiteY205" fmla="*/ 85189 h 768839"/>
                  <a:gd name="connsiteX206" fmla="*/ 3255142 w 10018044"/>
                  <a:gd name="connsiteY206" fmla="*/ 116314 h 768839"/>
                  <a:gd name="connsiteX207" fmla="*/ 3227792 w 10018044"/>
                  <a:gd name="connsiteY207" fmla="*/ 141567 h 768839"/>
                  <a:gd name="connsiteX208" fmla="*/ 3199912 w 10018044"/>
                  <a:gd name="connsiteY208" fmla="*/ 165380 h 768839"/>
                  <a:gd name="connsiteX209" fmla="*/ 3171668 w 10018044"/>
                  <a:gd name="connsiteY209" fmla="*/ 188407 h 768839"/>
                  <a:gd name="connsiteX210" fmla="*/ 3142854 w 10018044"/>
                  <a:gd name="connsiteY210" fmla="*/ 208443 h 768839"/>
                  <a:gd name="connsiteX211" fmla="*/ 3113593 w 10018044"/>
                  <a:gd name="connsiteY211" fmla="*/ 228437 h 768839"/>
                  <a:gd name="connsiteX212" fmla="*/ 3083967 w 10018044"/>
                  <a:gd name="connsiteY212" fmla="*/ 246509 h 768839"/>
                  <a:gd name="connsiteX213" fmla="*/ 3054340 w 10018044"/>
                  <a:gd name="connsiteY213" fmla="*/ 260085 h 768839"/>
                  <a:gd name="connsiteX214" fmla="*/ 2909255 w 10018044"/>
                  <a:gd name="connsiteY214" fmla="*/ 252948 h 768839"/>
                  <a:gd name="connsiteX215" fmla="*/ 2907508 w 10018044"/>
                  <a:gd name="connsiteY215" fmla="*/ 253210 h 768839"/>
                  <a:gd name="connsiteX216" fmla="*/ 2875158 w 10018044"/>
                  <a:gd name="connsiteY216" fmla="*/ 266524 h 768839"/>
                  <a:gd name="connsiteX217" fmla="*/ 2841874 w 10018044"/>
                  <a:gd name="connsiteY217" fmla="*/ 280755 h 768839"/>
                  <a:gd name="connsiteX218" fmla="*/ 2808224 w 10018044"/>
                  <a:gd name="connsiteY218" fmla="*/ 300355 h 768839"/>
                  <a:gd name="connsiteX219" fmla="*/ 2774249 w 10018044"/>
                  <a:gd name="connsiteY219" fmla="*/ 318842 h 768839"/>
                  <a:gd name="connsiteX220" fmla="*/ 2703657 w 10018044"/>
                  <a:gd name="connsiteY220" fmla="*/ 346278 h 768839"/>
                  <a:gd name="connsiteX221" fmla="*/ 2667407 w 10018044"/>
                  <a:gd name="connsiteY221" fmla="*/ 361033 h 768839"/>
                  <a:gd name="connsiteX222" fmla="*/ 2630302 w 10018044"/>
                  <a:gd name="connsiteY222" fmla="*/ 374783 h 768839"/>
                  <a:gd name="connsiteX223" fmla="*/ 2592507 w 10018044"/>
                  <a:gd name="connsiteY223" fmla="*/ 389342 h 768839"/>
                  <a:gd name="connsiteX224" fmla="*/ 2553980 w 10018044"/>
                  <a:gd name="connsiteY224" fmla="*/ 403093 h 768839"/>
                  <a:gd name="connsiteX225" fmla="*/ 2514356 w 10018044"/>
                  <a:gd name="connsiteY225" fmla="*/ 416254 h 768839"/>
                  <a:gd name="connsiteX226" fmla="*/ 2474082 w 10018044"/>
                  <a:gd name="connsiteY226" fmla="*/ 432929 h 768839"/>
                  <a:gd name="connsiteX227" fmla="*/ 2432914 w 10018044"/>
                  <a:gd name="connsiteY227" fmla="*/ 449605 h 768839"/>
                  <a:gd name="connsiteX228" fmla="*/ 2390729 w 10018044"/>
                  <a:gd name="connsiteY228" fmla="*/ 466870 h 768839"/>
                  <a:gd name="connsiteX229" fmla="*/ 2347407 w 10018044"/>
                  <a:gd name="connsiteY229" fmla="*/ 486099 h 768839"/>
                  <a:gd name="connsiteX230" fmla="*/ 2303313 w 10018044"/>
                  <a:gd name="connsiteY230" fmla="*/ 512749 h 768839"/>
                  <a:gd name="connsiteX231" fmla="*/ 2259015 w 10018044"/>
                  <a:gd name="connsiteY231" fmla="*/ 538810 h 768839"/>
                  <a:gd name="connsiteX232" fmla="*/ 2086295 w 10018044"/>
                  <a:gd name="connsiteY232" fmla="*/ 535929 h 768839"/>
                  <a:gd name="connsiteX233" fmla="*/ 1912518 w 10018044"/>
                  <a:gd name="connsiteY233" fmla="*/ 532524 h 768839"/>
                  <a:gd name="connsiteX234" fmla="*/ 1738823 w 10018044"/>
                  <a:gd name="connsiteY234" fmla="*/ 528639 h 768839"/>
                  <a:gd name="connsiteX235" fmla="*/ 1565250 w 10018044"/>
                  <a:gd name="connsiteY235" fmla="*/ 525649 h 768839"/>
                  <a:gd name="connsiteX236" fmla="*/ 1501323 w 10018044"/>
                  <a:gd name="connsiteY236" fmla="*/ 524426 h 768839"/>
                  <a:gd name="connsiteX237" fmla="*/ 1500835 w 10018044"/>
                  <a:gd name="connsiteY237" fmla="*/ 524470 h 768839"/>
                  <a:gd name="connsiteX238" fmla="*/ 1391798 w 10018044"/>
                  <a:gd name="connsiteY238" fmla="*/ 522440 h 768839"/>
                  <a:gd name="connsiteX239" fmla="*/ 1218428 w 10018044"/>
                  <a:gd name="connsiteY239" fmla="*/ 520105 h 768839"/>
                  <a:gd name="connsiteX240" fmla="*/ 1045261 w 10018044"/>
                  <a:gd name="connsiteY240" fmla="*/ 518402 h 768839"/>
                  <a:gd name="connsiteX241" fmla="*/ 872134 w 10018044"/>
                  <a:gd name="connsiteY241" fmla="*/ 514452 h 768839"/>
                  <a:gd name="connsiteX242" fmla="*/ 526247 w 10018044"/>
                  <a:gd name="connsiteY242" fmla="*/ 508973 h 768839"/>
                  <a:gd name="connsiteX243" fmla="*/ 524703 w 10018044"/>
                  <a:gd name="connsiteY243" fmla="*/ 509235 h 768839"/>
                  <a:gd name="connsiteX244" fmla="*/ 459029 w 10018044"/>
                  <a:gd name="connsiteY244" fmla="*/ 535034 h 768839"/>
                  <a:gd name="connsiteX245" fmla="*/ 392501 w 10018044"/>
                  <a:gd name="connsiteY245" fmla="*/ 560462 h 768839"/>
                  <a:gd name="connsiteX246" fmla="*/ 216692 w 10018044"/>
                  <a:gd name="connsiteY246" fmla="*/ 557865 h 768839"/>
                  <a:gd name="connsiteX247" fmla="*/ 40071 w 10018044"/>
                  <a:gd name="connsiteY247" fmla="*/ 554241 h 768839"/>
                  <a:gd name="connsiteX248" fmla="*/ 0 w 10018044"/>
                  <a:gd name="connsiteY248" fmla="*/ 553870 h 768839"/>
                  <a:gd name="connsiteX249" fmla="*/ 0 w 10018044"/>
                  <a:gd name="connsiteY249" fmla="*/ 556708 h 768839"/>
                  <a:gd name="connsiteX250" fmla="*/ 39949 w 10018044"/>
                  <a:gd name="connsiteY250" fmla="*/ 557079 h 768839"/>
                  <a:gd name="connsiteX251" fmla="*/ 216530 w 10018044"/>
                  <a:gd name="connsiteY251" fmla="*/ 560702 h 76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0018044" h="768839">
                    <a:moveTo>
                      <a:pt x="216367" y="560811"/>
                    </a:moveTo>
                    <a:lnTo>
                      <a:pt x="393070" y="563430"/>
                    </a:lnTo>
                    <a:cubicBezTo>
                      <a:pt x="393720" y="563365"/>
                      <a:pt x="394167" y="563321"/>
                      <a:pt x="394614" y="563168"/>
                    </a:cubicBezTo>
                    <a:lnTo>
                      <a:pt x="461833" y="537479"/>
                    </a:lnTo>
                    <a:lnTo>
                      <a:pt x="526816" y="511963"/>
                    </a:lnTo>
                    <a:lnTo>
                      <a:pt x="871850" y="517398"/>
                    </a:lnTo>
                    <a:lnTo>
                      <a:pt x="1044976" y="521392"/>
                    </a:lnTo>
                    <a:lnTo>
                      <a:pt x="1218225" y="523095"/>
                    </a:lnTo>
                    <a:lnTo>
                      <a:pt x="1391554" y="525452"/>
                    </a:lnTo>
                    <a:lnTo>
                      <a:pt x="1500917" y="527482"/>
                    </a:lnTo>
                    <a:cubicBezTo>
                      <a:pt x="1500917" y="527482"/>
                      <a:pt x="1501160" y="527482"/>
                      <a:pt x="1501364" y="527438"/>
                    </a:cubicBezTo>
                    <a:lnTo>
                      <a:pt x="1738498" y="531651"/>
                    </a:lnTo>
                    <a:lnTo>
                      <a:pt x="1912193" y="535536"/>
                    </a:lnTo>
                    <a:lnTo>
                      <a:pt x="2085970" y="538941"/>
                    </a:lnTo>
                    <a:lnTo>
                      <a:pt x="2259909" y="541866"/>
                    </a:lnTo>
                    <a:cubicBezTo>
                      <a:pt x="2260560" y="541800"/>
                      <a:pt x="2261372" y="541691"/>
                      <a:pt x="2261860" y="541385"/>
                    </a:cubicBezTo>
                    <a:lnTo>
                      <a:pt x="2306970" y="514844"/>
                    </a:lnTo>
                    <a:lnTo>
                      <a:pt x="2350821" y="488303"/>
                    </a:lnTo>
                    <a:lnTo>
                      <a:pt x="2393777" y="469271"/>
                    </a:lnTo>
                    <a:lnTo>
                      <a:pt x="2435840" y="452071"/>
                    </a:lnTo>
                    <a:lnTo>
                      <a:pt x="2477008" y="435396"/>
                    </a:lnTo>
                    <a:lnTo>
                      <a:pt x="2517079" y="418764"/>
                    </a:lnTo>
                    <a:lnTo>
                      <a:pt x="2556581" y="405646"/>
                    </a:lnTo>
                    <a:lnTo>
                      <a:pt x="2595271" y="391830"/>
                    </a:lnTo>
                    <a:lnTo>
                      <a:pt x="2633066" y="377228"/>
                    </a:lnTo>
                    <a:lnTo>
                      <a:pt x="2670251" y="363521"/>
                    </a:lnTo>
                    <a:lnTo>
                      <a:pt x="2706584" y="348701"/>
                    </a:lnTo>
                    <a:lnTo>
                      <a:pt x="2777419" y="321090"/>
                    </a:lnTo>
                    <a:lnTo>
                      <a:pt x="2811800" y="302429"/>
                    </a:lnTo>
                    <a:lnTo>
                      <a:pt x="2845247" y="282937"/>
                    </a:lnTo>
                    <a:lnTo>
                      <a:pt x="2878166" y="268881"/>
                    </a:lnTo>
                    <a:lnTo>
                      <a:pt x="2909702" y="255873"/>
                    </a:lnTo>
                    <a:lnTo>
                      <a:pt x="3054868" y="263010"/>
                    </a:lnTo>
                    <a:cubicBezTo>
                      <a:pt x="3055559" y="263119"/>
                      <a:pt x="3056209" y="262944"/>
                      <a:pt x="3056778" y="262682"/>
                    </a:cubicBezTo>
                    <a:lnTo>
                      <a:pt x="3087380" y="248626"/>
                    </a:lnTo>
                    <a:lnTo>
                      <a:pt x="3117413" y="230357"/>
                    </a:lnTo>
                    <a:lnTo>
                      <a:pt x="3146796" y="210321"/>
                    </a:lnTo>
                    <a:lnTo>
                      <a:pt x="3175732" y="190175"/>
                    </a:lnTo>
                    <a:lnTo>
                      <a:pt x="3204180" y="167039"/>
                    </a:lnTo>
                    <a:lnTo>
                      <a:pt x="3232059" y="143160"/>
                    </a:lnTo>
                    <a:lnTo>
                      <a:pt x="3259572" y="117732"/>
                    </a:lnTo>
                    <a:lnTo>
                      <a:pt x="3286557" y="86499"/>
                    </a:lnTo>
                    <a:lnTo>
                      <a:pt x="3313136" y="56225"/>
                    </a:lnTo>
                    <a:lnTo>
                      <a:pt x="3339023" y="21215"/>
                    </a:lnTo>
                    <a:lnTo>
                      <a:pt x="3363245" y="10411"/>
                    </a:lnTo>
                    <a:lnTo>
                      <a:pt x="3494959" y="6264"/>
                    </a:lnTo>
                    <a:lnTo>
                      <a:pt x="3627608" y="4867"/>
                    </a:lnTo>
                    <a:lnTo>
                      <a:pt x="3760135" y="2903"/>
                    </a:lnTo>
                    <a:lnTo>
                      <a:pt x="4025555" y="8076"/>
                    </a:lnTo>
                    <a:lnTo>
                      <a:pt x="4158448" y="13773"/>
                    </a:lnTo>
                    <a:lnTo>
                      <a:pt x="4290893" y="17396"/>
                    </a:lnTo>
                    <a:lnTo>
                      <a:pt x="4421226" y="21979"/>
                    </a:lnTo>
                    <a:lnTo>
                      <a:pt x="4677908" y="33002"/>
                    </a:lnTo>
                    <a:lnTo>
                      <a:pt x="4804095" y="34289"/>
                    </a:lnTo>
                    <a:lnTo>
                      <a:pt x="4929998" y="37847"/>
                    </a:lnTo>
                    <a:lnTo>
                      <a:pt x="5056551" y="39812"/>
                    </a:lnTo>
                    <a:lnTo>
                      <a:pt x="5185339" y="41994"/>
                    </a:lnTo>
                    <a:lnTo>
                      <a:pt x="5316850" y="41405"/>
                    </a:lnTo>
                    <a:lnTo>
                      <a:pt x="5452181" y="47975"/>
                    </a:lnTo>
                    <a:lnTo>
                      <a:pt x="5590682" y="55745"/>
                    </a:lnTo>
                    <a:lnTo>
                      <a:pt x="5872033" y="72311"/>
                    </a:lnTo>
                    <a:lnTo>
                      <a:pt x="6012810" y="94356"/>
                    </a:lnTo>
                    <a:lnTo>
                      <a:pt x="6151921" y="120308"/>
                    </a:lnTo>
                    <a:lnTo>
                      <a:pt x="6292251" y="139079"/>
                    </a:lnTo>
                    <a:lnTo>
                      <a:pt x="6429858" y="154576"/>
                    </a:lnTo>
                    <a:lnTo>
                      <a:pt x="6564783" y="164223"/>
                    </a:lnTo>
                    <a:lnTo>
                      <a:pt x="6699301" y="170945"/>
                    </a:lnTo>
                    <a:lnTo>
                      <a:pt x="6833454" y="177013"/>
                    </a:lnTo>
                    <a:lnTo>
                      <a:pt x="6967200" y="181597"/>
                    </a:lnTo>
                    <a:lnTo>
                      <a:pt x="7099442" y="190065"/>
                    </a:lnTo>
                    <a:lnTo>
                      <a:pt x="7107692" y="200411"/>
                    </a:lnTo>
                    <a:cubicBezTo>
                      <a:pt x="7107977" y="200891"/>
                      <a:pt x="7108790" y="201219"/>
                      <a:pt x="7109562" y="201263"/>
                    </a:cubicBezTo>
                    <a:lnTo>
                      <a:pt x="7243796" y="211652"/>
                    </a:lnTo>
                    <a:lnTo>
                      <a:pt x="7283460" y="216825"/>
                    </a:lnTo>
                    <a:lnTo>
                      <a:pt x="7292767" y="218746"/>
                    </a:lnTo>
                    <a:lnTo>
                      <a:pt x="7298416" y="223067"/>
                    </a:lnTo>
                    <a:lnTo>
                      <a:pt x="7304959" y="232169"/>
                    </a:lnTo>
                    <a:lnTo>
                      <a:pt x="7307357" y="235268"/>
                    </a:lnTo>
                    <a:cubicBezTo>
                      <a:pt x="7307763" y="235748"/>
                      <a:pt x="7308454" y="236010"/>
                      <a:pt x="7309348" y="236119"/>
                    </a:cubicBezTo>
                    <a:lnTo>
                      <a:pt x="7400626" y="243475"/>
                    </a:lnTo>
                    <a:lnTo>
                      <a:pt x="7521977" y="248059"/>
                    </a:lnTo>
                    <a:lnTo>
                      <a:pt x="7537826" y="249325"/>
                    </a:lnTo>
                    <a:lnTo>
                      <a:pt x="7546848" y="264232"/>
                    </a:lnTo>
                    <a:lnTo>
                      <a:pt x="7559162" y="276913"/>
                    </a:lnTo>
                    <a:lnTo>
                      <a:pt x="7583871" y="307776"/>
                    </a:lnTo>
                    <a:lnTo>
                      <a:pt x="7595982" y="322116"/>
                    </a:lnTo>
                    <a:lnTo>
                      <a:pt x="7607890" y="335387"/>
                    </a:lnTo>
                    <a:lnTo>
                      <a:pt x="7619594" y="349072"/>
                    </a:lnTo>
                    <a:lnTo>
                      <a:pt x="7667305" y="411889"/>
                    </a:lnTo>
                    <a:lnTo>
                      <a:pt x="7679985" y="427887"/>
                    </a:lnTo>
                    <a:lnTo>
                      <a:pt x="7693559" y="442206"/>
                    </a:lnTo>
                    <a:lnTo>
                      <a:pt x="7707742" y="456066"/>
                    </a:lnTo>
                    <a:lnTo>
                      <a:pt x="7722250" y="467852"/>
                    </a:lnTo>
                    <a:lnTo>
                      <a:pt x="7737043" y="478722"/>
                    </a:lnTo>
                    <a:lnTo>
                      <a:pt x="7751918" y="487823"/>
                    </a:lnTo>
                    <a:lnTo>
                      <a:pt x="7767483" y="497951"/>
                    </a:lnTo>
                    <a:lnTo>
                      <a:pt x="7782967" y="504761"/>
                    </a:lnTo>
                    <a:lnTo>
                      <a:pt x="7798654" y="512116"/>
                    </a:lnTo>
                    <a:lnTo>
                      <a:pt x="7814910" y="521436"/>
                    </a:lnTo>
                    <a:cubicBezTo>
                      <a:pt x="7815397" y="521698"/>
                      <a:pt x="7816088" y="521982"/>
                      <a:pt x="7816779" y="521851"/>
                    </a:cubicBezTo>
                    <a:lnTo>
                      <a:pt x="8156692" y="519144"/>
                    </a:lnTo>
                    <a:lnTo>
                      <a:pt x="8326770" y="518075"/>
                    </a:lnTo>
                    <a:lnTo>
                      <a:pt x="8497012" y="518926"/>
                    </a:lnTo>
                    <a:lnTo>
                      <a:pt x="8667455" y="518664"/>
                    </a:lnTo>
                    <a:lnTo>
                      <a:pt x="8837818" y="517071"/>
                    </a:lnTo>
                    <a:lnTo>
                      <a:pt x="9007693" y="516700"/>
                    </a:lnTo>
                    <a:lnTo>
                      <a:pt x="9036670" y="526085"/>
                    </a:lnTo>
                    <a:lnTo>
                      <a:pt x="9066743" y="537479"/>
                    </a:lnTo>
                    <a:lnTo>
                      <a:pt x="9097914" y="558847"/>
                    </a:lnTo>
                    <a:lnTo>
                      <a:pt x="9129857" y="578250"/>
                    </a:lnTo>
                    <a:lnTo>
                      <a:pt x="9229953" y="632817"/>
                    </a:lnTo>
                    <a:lnTo>
                      <a:pt x="9264904" y="651631"/>
                    </a:lnTo>
                    <a:lnTo>
                      <a:pt x="9300505" y="673807"/>
                    </a:lnTo>
                    <a:lnTo>
                      <a:pt x="9337406" y="702640"/>
                    </a:lnTo>
                    <a:cubicBezTo>
                      <a:pt x="9337812" y="703011"/>
                      <a:pt x="9338584" y="703229"/>
                      <a:pt x="9339478" y="703229"/>
                    </a:cubicBezTo>
                    <a:lnTo>
                      <a:pt x="9531096" y="702967"/>
                    </a:lnTo>
                    <a:lnTo>
                      <a:pt x="9722876" y="703491"/>
                    </a:lnTo>
                    <a:lnTo>
                      <a:pt x="9903439" y="703557"/>
                    </a:lnTo>
                    <a:lnTo>
                      <a:pt x="9947615" y="731364"/>
                    </a:lnTo>
                    <a:lnTo>
                      <a:pt x="9993457" y="758756"/>
                    </a:lnTo>
                    <a:lnTo>
                      <a:pt x="10011014" y="768840"/>
                    </a:lnTo>
                    <a:lnTo>
                      <a:pt x="10018045" y="768840"/>
                    </a:lnTo>
                    <a:lnTo>
                      <a:pt x="9997237" y="756792"/>
                    </a:lnTo>
                    <a:lnTo>
                      <a:pt x="9951395" y="729508"/>
                    </a:lnTo>
                    <a:lnTo>
                      <a:pt x="9906569" y="701199"/>
                    </a:lnTo>
                    <a:cubicBezTo>
                      <a:pt x="9906081" y="700872"/>
                      <a:pt x="9905390" y="700719"/>
                      <a:pt x="9904659" y="700719"/>
                    </a:cubicBezTo>
                    <a:lnTo>
                      <a:pt x="9722917" y="700654"/>
                    </a:lnTo>
                    <a:lnTo>
                      <a:pt x="9531137" y="700130"/>
                    </a:lnTo>
                    <a:lnTo>
                      <a:pt x="9340819" y="700392"/>
                    </a:lnTo>
                    <a:lnTo>
                      <a:pt x="9304528" y="672083"/>
                    </a:lnTo>
                    <a:lnTo>
                      <a:pt x="9268602" y="649711"/>
                    </a:lnTo>
                    <a:lnTo>
                      <a:pt x="9133555" y="576286"/>
                    </a:lnTo>
                    <a:lnTo>
                      <a:pt x="9101694" y="556991"/>
                    </a:lnTo>
                    <a:lnTo>
                      <a:pt x="9070563" y="535580"/>
                    </a:lnTo>
                    <a:cubicBezTo>
                      <a:pt x="9070360" y="535471"/>
                      <a:pt x="9070158" y="535361"/>
                      <a:pt x="9069954" y="535318"/>
                    </a:cubicBezTo>
                    <a:lnTo>
                      <a:pt x="9039393" y="523706"/>
                    </a:lnTo>
                    <a:lnTo>
                      <a:pt x="9009725" y="514059"/>
                    </a:lnTo>
                    <a:cubicBezTo>
                      <a:pt x="9009319" y="513949"/>
                      <a:pt x="9008831" y="513884"/>
                      <a:pt x="9008425" y="513884"/>
                    </a:cubicBezTo>
                    <a:lnTo>
                      <a:pt x="9008425" y="513884"/>
                    </a:lnTo>
                    <a:lnTo>
                      <a:pt x="8837859" y="514255"/>
                    </a:lnTo>
                    <a:lnTo>
                      <a:pt x="8667415" y="515848"/>
                    </a:lnTo>
                    <a:lnTo>
                      <a:pt x="8497174" y="516110"/>
                    </a:lnTo>
                    <a:lnTo>
                      <a:pt x="8326811" y="515259"/>
                    </a:lnTo>
                    <a:lnTo>
                      <a:pt x="8156651" y="516329"/>
                    </a:lnTo>
                    <a:lnTo>
                      <a:pt x="7817795" y="519057"/>
                    </a:lnTo>
                    <a:lnTo>
                      <a:pt x="7802108" y="510043"/>
                    </a:lnTo>
                    <a:lnTo>
                      <a:pt x="7786218" y="502578"/>
                    </a:lnTo>
                    <a:lnTo>
                      <a:pt x="7771018" y="495921"/>
                    </a:lnTo>
                    <a:lnTo>
                      <a:pt x="7755657" y="485968"/>
                    </a:lnTo>
                    <a:lnTo>
                      <a:pt x="7740864" y="476910"/>
                    </a:lnTo>
                    <a:lnTo>
                      <a:pt x="7726355" y="466259"/>
                    </a:lnTo>
                    <a:lnTo>
                      <a:pt x="7712050" y="454647"/>
                    </a:lnTo>
                    <a:lnTo>
                      <a:pt x="7697948" y="440896"/>
                    </a:lnTo>
                    <a:lnTo>
                      <a:pt x="7684455" y="426665"/>
                    </a:lnTo>
                    <a:lnTo>
                      <a:pt x="7671857" y="410775"/>
                    </a:lnTo>
                    <a:lnTo>
                      <a:pt x="7635850" y="362866"/>
                    </a:lnTo>
                    <a:lnTo>
                      <a:pt x="7624146" y="347893"/>
                    </a:lnTo>
                    <a:lnTo>
                      <a:pt x="7612360" y="334142"/>
                    </a:lnTo>
                    <a:lnTo>
                      <a:pt x="7600452" y="320872"/>
                    </a:lnTo>
                    <a:lnTo>
                      <a:pt x="7588342" y="306532"/>
                    </a:lnTo>
                    <a:lnTo>
                      <a:pt x="7563633" y="275626"/>
                    </a:lnTo>
                    <a:lnTo>
                      <a:pt x="7551441" y="263163"/>
                    </a:lnTo>
                    <a:lnTo>
                      <a:pt x="7542012" y="247557"/>
                    </a:lnTo>
                    <a:cubicBezTo>
                      <a:pt x="7541728" y="247076"/>
                      <a:pt x="7540915" y="246705"/>
                      <a:pt x="7540021" y="246640"/>
                    </a:cubicBezTo>
                    <a:lnTo>
                      <a:pt x="7522383" y="245199"/>
                    </a:lnTo>
                    <a:lnTo>
                      <a:pt x="7401032" y="240659"/>
                    </a:lnTo>
                    <a:lnTo>
                      <a:pt x="7311339" y="233413"/>
                    </a:lnTo>
                    <a:lnTo>
                      <a:pt x="7302927" y="221801"/>
                    </a:lnTo>
                    <a:cubicBezTo>
                      <a:pt x="7302927" y="221801"/>
                      <a:pt x="7302846" y="221583"/>
                      <a:pt x="7302642" y="221474"/>
                    </a:cubicBezTo>
                    <a:lnTo>
                      <a:pt x="7296303" y="216738"/>
                    </a:lnTo>
                    <a:cubicBezTo>
                      <a:pt x="7296018" y="216519"/>
                      <a:pt x="7295612" y="216323"/>
                      <a:pt x="7295205" y="216257"/>
                    </a:cubicBezTo>
                    <a:lnTo>
                      <a:pt x="7284883" y="214075"/>
                    </a:lnTo>
                    <a:lnTo>
                      <a:pt x="7244609" y="208902"/>
                    </a:lnTo>
                    <a:lnTo>
                      <a:pt x="7111675" y="198556"/>
                    </a:lnTo>
                    <a:lnTo>
                      <a:pt x="7103425" y="188123"/>
                    </a:lnTo>
                    <a:cubicBezTo>
                      <a:pt x="7103019" y="187708"/>
                      <a:pt x="7102247" y="187381"/>
                      <a:pt x="7101353" y="187315"/>
                    </a:cubicBezTo>
                    <a:lnTo>
                      <a:pt x="6967525" y="178738"/>
                    </a:lnTo>
                    <a:lnTo>
                      <a:pt x="6833779" y="174154"/>
                    </a:lnTo>
                    <a:lnTo>
                      <a:pt x="6699626" y="168086"/>
                    </a:lnTo>
                    <a:lnTo>
                      <a:pt x="6565311" y="161429"/>
                    </a:lnTo>
                    <a:lnTo>
                      <a:pt x="6430589" y="151738"/>
                    </a:lnTo>
                    <a:lnTo>
                      <a:pt x="6293389" y="136285"/>
                    </a:lnTo>
                    <a:lnTo>
                      <a:pt x="6154806" y="117841"/>
                    </a:lnTo>
                    <a:lnTo>
                      <a:pt x="6014314" y="91671"/>
                    </a:lnTo>
                    <a:lnTo>
                      <a:pt x="5872927" y="69496"/>
                    </a:lnTo>
                    <a:lnTo>
                      <a:pt x="5591211" y="52864"/>
                    </a:lnTo>
                    <a:lnTo>
                      <a:pt x="5452669" y="45094"/>
                    </a:lnTo>
                    <a:lnTo>
                      <a:pt x="5317053" y="38546"/>
                    </a:lnTo>
                    <a:lnTo>
                      <a:pt x="5185380" y="39179"/>
                    </a:lnTo>
                    <a:lnTo>
                      <a:pt x="5056714" y="36931"/>
                    </a:lnTo>
                    <a:lnTo>
                      <a:pt x="4930201" y="34966"/>
                    </a:lnTo>
                    <a:lnTo>
                      <a:pt x="4804298" y="31387"/>
                    </a:lnTo>
                    <a:lnTo>
                      <a:pt x="4678152" y="30121"/>
                    </a:lnTo>
                    <a:lnTo>
                      <a:pt x="4421592" y="19076"/>
                    </a:lnTo>
                    <a:lnTo>
                      <a:pt x="4291218" y="14536"/>
                    </a:lnTo>
                    <a:lnTo>
                      <a:pt x="4158813" y="10870"/>
                    </a:lnTo>
                    <a:lnTo>
                      <a:pt x="4025880" y="5173"/>
                    </a:lnTo>
                    <a:lnTo>
                      <a:pt x="3760216" y="0"/>
                    </a:lnTo>
                    <a:lnTo>
                      <a:pt x="3627527" y="1964"/>
                    </a:lnTo>
                    <a:lnTo>
                      <a:pt x="3494756" y="3339"/>
                    </a:lnTo>
                    <a:lnTo>
                      <a:pt x="3362147" y="7486"/>
                    </a:lnTo>
                    <a:cubicBezTo>
                      <a:pt x="3361619" y="7552"/>
                      <a:pt x="3361091" y="7661"/>
                      <a:pt x="3360725" y="7814"/>
                    </a:cubicBezTo>
                    <a:lnTo>
                      <a:pt x="3335325" y="19164"/>
                    </a:lnTo>
                    <a:cubicBezTo>
                      <a:pt x="3335040" y="19317"/>
                      <a:pt x="3334715" y="19535"/>
                      <a:pt x="3334593" y="19753"/>
                    </a:cubicBezTo>
                    <a:lnTo>
                      <a:pt x="3308543" y="54981"/>
                    </a:lnTo>
                    <a:lnTo>
                      <a:pt x="3282005" y="85189"/>
                    </a:lnTo>
                    <a:lnTo>
                      <a:pt x="3255142" y="116314"/>
                    </a:lnTo>
                    <a:lnTo>
                      <a:pt x="3227792" y="141567"/>
                    </a:lnTo>
                    <a:lnTo>
                      <a:pt x="3199912" y="165380"/>
                    </a:lnTo>
                    <a:lnTo>
                      <a:pt x="3171668" y="188407"/>
                    </a:lnTo>
                    <a:lnTo>
                      <a:pt x="3142854" y="208443"/>
                    </a:lnTo>
                    <a:lnTo>
                      <a:pt x="3113593" y="228437"/>
                    </a:lnTo>
                    <a:lnTo>
                      <a:pt x="3083967" y="246509"/>
                    </a:lnTo>
                    <a:lnTo>
                      <a:pt x="3054340" y="260085"/>
                    </a:lnTo>
                    <a:lnTo>
                      <a:pt x="2909255" y="252948"/>
                    </a:lnTo>
                    <a:cubicBezTo>
                      <a:pt x="2908605" y="252882"/>
                      <a:pt x="2907995" y="252991"/>
                      <a:pt x="2907508" y="253210"/>
                    </a:cubicBezTo>
                    <a:lnTo>
                      <a:pt x="2875158" y="266524"/>
                    </a:lnTo>
                    <a:lnTo>
                      <a:pt x="2841874" y="280755"/>
                    </a:lnTo>
                    <a:lnTo>
                      <a:pt x="2808224" y="300355"/>
                    </a:lnTo>
                    <a:lnTo>
                      <a:pt x="2774249" y="318842"/>
                    </a:lnTo>
                    <a:lnTo>
                      <a:pt x="2703657" y="346278"/>
                    </a:lnTo>
                    <a:lnTo>
                      <a:pt x="2667407" y="361033"/>
                    </a:lnTo>
                    <a:lnTo>
                      <a:pt x="2630302" y="374783"/>
                    </a:lnTo>
                    <a:lnTo>
                      <a:pt x="2592507" y="389342"/>
                    </a:lnTo>
                    <a:lnTo>
                      <a:pt x="2553980" y="403093"/>
                    </a:lnTo>
                    <a:lnTo>
                      <a:pt x="2514356" y="416254"/>
                    </a:lnTo>
                    <a:lnTo>
                      <a:pt x="2474082" y="432929"/>
                    </a:lnTo>
                    <a:lnTo>
                      <a:pt x="2432914" y="449605"/>
                    </a:lnTo>
                    <a:lnTo>
                      <a:pt x="2390729" y="466870"/>
                    </a:lnTo>
                    <a:lnTo>
                      <a:pt x="2347407" y="486099"/>
                    </a:lnTo>
                    <a:lnTo>
                      <a:pt x="2303313" y="512749"/>
                    </a:lnTo>
                    <a:lnTo>
                      <a:pt x="2259015" y="538810"/>
                    </a:lnTo>
                    <a:lnTo>
                      <a:pt x="2086295" y="535929"/>
                    </a:lnTo>
                    <a:lnTo>
                      <a:pt x="1912518" y="532524"/>
                    </a:lnTo>
                    <a:lnTo>
                      <a:pt x="1738823" y="528639"/>
                    </a:lnTo>
                    <a:lnTo>
                      <a:pt x="1565250" y="525649"/>
                    </a:lnTo>
                    <a:lnTo>
                      <a:pt x="1501323" y="524426"/>
                    </a:lnTo>
                    <a:cubicBezTo>
                      <a:pt x="1501323" y="524426"/>
                      <a:pt x="1501038" y="524470"/>
                      <a:pt x="1500835" y="524470"/>
                    </a:cubicBezTo>
                    <a:lnTo>
                      <a:pt x="1391798" y="522440"/>
                    </a:lnTo>
                    <a:lnTo>
                      <a:pt x="1218428" y="520105"/>
                    </a:lnTo>
                    <a:lnTo>
                      <a:pt x="1045261" y="518402"/>
                    </a:lnTo>
                    <a:lnTo>
                      <a:pt x="872134" y="514452"/>
                    </a:lnTo>
                    <a:lnTo>
                      <a:pt x="526247" y="508973"/>
                    </a:lnTo>
                    <a:cubicBezTo>
                      <a:pt x="525597" y="508973"/>
                      <a:pt x="525150" y="509017"/>
                      <a:pt x="524703" y="509235"/>
                    </a:cubicBezTo>
                    <a:lnTo>
                      <a:pt x="459029" y="535034"/>
                    </a:lnTo>
                    <a:lnTo>
                      <a:pt x="392501" y="560462"/>
                    </a:lnTo>
                    <a:lnTo>
                      <a:pt x="216692" y="557865"/>
                    </a:lnTo>
                    <a:lnTo>
                      <a:pt x="40071" y="554241"/>
                    </a:lnTo>
                    <a:lnTo>
                      <a:pt x="0" y="553870"/>
                    </a:lnTo>
                    <a:lnTo>
                      <a:pt x="0" y="556708"/>
                    </a:lnTo>
                    <a:lnTo>
                      <a:pt x="39949" y="557079"/>
                    </a:lnTo>
                    <a:lnTo>
                      <a:pt x="216530" y="5607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4" name="Freeform: Shape 673">
                <a:extLst>
                  <a:ext uri="{FF2B5EF4-FFF2-40B4-BE49-F238E27FC236}">
                    <a16:creationId xmlns:a16="http://schemas.microsoft.com/office/drawing/2014/main" id="{7C55609A-621B-46D5-BF9F-4DE6EAC64131}"/>
                  </a:ext>
                </a:extLst>
              </p:cNvPr>
              <p:cNvSpPr/>
              <p:nvPr/>
            </p:nvSpPr>
            <p:spPr>
              <a:xfrm>
                <a:off x="1578010" y="6593916"/>
                <a:ext cx="8161568" cy="308976"/>
              </a:xfrm>
              <a:custGeom>
                <a:avLst/>
                <a:gdLst>
                  <a:gd name="connsiteX0" fmla="*/ 8331 w 8161568"/>
                  <a:gd name="connsiteY0" fmla="*/ 308977 h 308976"/>
                  <a:gd name="connsiteX1" fmla="*/ 148986 w 8161568"/>
                  <a:gd name="connsiteY1" fmla="*/ 249870 h 308976"/>
                  <a:gd name="connsiteX2" fmla="*/ 258226 w 8161568"/>
                  <a:gd name="connsiteY2" fmla="*/ 201481 h 308976"/>
                  <a:gd name="connsiteX3" fmla="*/ 362428 w 8161568"/>
                  <a:gd name="connsiteY3" fmla="*/ 152982 h 308976"/>
                  <a:gd name="connsiteX4" fmla="*/ 461874 w 8161568"/>
                  <a:gd name="connsiteY4" fmla="*/ 103632 h 308976"/>
                  <a:gd name="connsiteX5" fmla="*/ 509991 w 8161568"/>
                  <a:gd name="connsiteY5" fmla="*/ 78532 h 308976"/>
                  <a:gd name="connsiteX6" fmla="*/ 602651 w 8161568"/>
                  <a:gd name="connsiteY6" fmla="*/ 25886 h 308976"/>
                  <a:gd name="connsiteX7" fmla="*/ 646867 w 8161568"/>
                  <a:gd name="connsiteY7" fmla="*/ 8840 h 308976"/>
                  <a:gd name="connsiteX8" fmla="*/ 814344 w 8161568"/>
                  <a:gd name="connsiteY8" fmla="*/ 9582 h 308976"/>
                  <a:gd name="connsiteX9" fmla="*/ 1151250 w 8161568"/>
                  <a:gd name="connsiteY9" fmla="*/ 11699 h 308976"/>
                  <a:gd name="connsiteX10" fmla="*/ 1319825 w 8161568"/>
                  <a:gd name="connsiteY10" fmla="*/ 13140 h 308976"/>
                  <a:gd name="connsiteX11" fmla="*/ 1488521 w 8161568"/>
                  <a:gd name="connsiteY11" fmla="*/ 14995 h 308976"/>
                  <a:gd name="connsiteX12" fmla="*/ 1657259 w 8161568"/>
                  <a:gd name="connsiteY12" fmla="*/ 17068 h 308976"/>
                  <a:gd name="connsiteX13" fmla="*/ 1826199 w 8161568"/>
                  <a:gd name="connsiteY13" fmla="*/ 20473 h 308976"/>
                  <a:gd name="connsiteX14" fmla="*/ 1995221 w 8161568"/>
                  <a:gd name="connsiteY14" fmla="*/ 23398 h 308976"/>
                  <a:gd name="connsiteX15" fmla="*/ 2164365 w 8161568"/>
                  <a:gd name="connsiteY15" fmla="*/ 26650 h 308976"/>
                  <a:gd name="connsiteX16" fmla="*/ 2333590 w 8161568"/>
                  <a:gd name="connsiteY16" fmla="*/ 29488 h 308976"/>
                  <a:gd name="connsiteX17" fmla="*/ 2502936 w 8161568"/>
                  <a:gd name="connsiteY17" fmla="*/ 31452 h 308976"/>
                  <a:gd name="connsiteX18" fmla="*/ 2672405 w 8161568"/>
                  <a:gd name="connsiteY18" fmla="*/ 32631 h 308976"/>
                  <a:gd name="connsiteX19" fmla="*/ 2672446 w 8161568"/>
                  <a:gd name="connsiteY19" fmla="*/ 32631 h 308976"/>
                  <a:gd name="connsiteX20" fmla="*/ 2674437 w 8161568"/>
                  <a:gd name="connsiteY20" fmla="*/ 32151 h 308976"/>
                  <a:gd name="connsiteX21" fmla="*/ 2717393 w 8161568"/>
                  <a:gd name="connsiteY21" fmla="*/ 2794 h 308976"/>
                  <a:gd name="connsiteX22" fmla="*/ 2882026 w 8161568"/>
                  <a:gd name="connsiteY22" fmla="*/ 3907 h 308976"/>
                  <a:gd name="connsiteX23" fmla="*/ 3048082 w 8161568"/>
                  <a:gd name="connsiteY23" fmla="*/ 7639 h 308976"/>
                  <a:gd name="connsiteX24" fmla="*/ 3214217 w 8161568"/>
                  <a:gd name="connsiteY24" fmla="*/ 12179 h 308976"/>
                  <a:gd name="connsiteX25" fmla="*/ 3380557 w 8161568"/>
                  <a:gd name="connsiteY25" fmla="*/ 15475 h 308976"/>
                  <a:gd name="connsiteX26" fmla="*/ 3546856 w 8161568"/>
                  <a:gd name="connsiteY26" fmla="*/ 16916 h 308976"/>
                  <a:gd name="connsiteX27" fmla="*/ 3713236 w 8161568"/>
                  <a:gd name="connsiteY27" fmla="*/ 20321 h 308976"/>
                  <a:gd name="connsiteX28" fmla="*/ 3879819 w 8161568"/>
                  <a:gd name="connsiteY28" fmla="*/ 25974 h 308976"/>
                  <a:gd name="connsiteX29" fmla="*/ 4046484 w 8161568"/>
                  <a:gd name="connsiteY29" fmla="*/ 30863 h 308976"/>
                  <a:gd name="connsiteX30" fmla="*/ 4213312 w 8161568"/>
                  <a:gd name="connsiteY30" fmla="*/ 34639 h 308976"/>
                  <a:gd name="connsiteX31" fmla="*/ 4380179 w 8161568"/>
                  <a:gd name="connsiteY31" fmla="*/ 38044 h 308976"/>
                  <a:gd name="connsiteX32" fmla="*/ 4547169 w 8161568"/>
                  <a:gd name="connsiteY32" fmla="*/ 41252 h 308976"/>
                  <a:gd name="connsiteX33" fmla="*/ 4714281 w 8161568"/>
                  <a:gd name="connsiteY33" fmla="*/ 43282 h 308976"/>
                  <a:gd name="connsiteX34" fmla="*/ 4881474 w 8161568"/>
                  <a:gd name="connsiteY34" fmla="*/ 43457 h 308976"/>
                  <a:gd name="connsiteX35" fmla="*/ 5048748 w 8161568"/>
                  <a:gd name="connsiteY35" fmla="*/ 45312 h 308976"/>
                  <a:gd name="connsiteX36" fmla="*/ 5383703 w 8161568"/>
                  <a:gd name="connsiteY36" fmla="*/ 51882 h 308976"/>
                  <a:gd name="connsiteX37" fmla="*/ 5551384 w 8161568"/>
                  <a:gd name="connsiteY37" fmla="*/ 52951 h 308976"/>
                  <a:gd name="connsiteX38" fmla="*/ 5719064 w 8161568"/>
                  <a:gd name="connsiteY38" fmla="*/ 52209 h 308976"/>
                  <a:gd name="connsiteX39" fmla="*/ 5886826 w 8161568"/>
                  <a:gd name="connsiteY39" fmla="*/ 52384 h 308976"/>
                  <a:gd name="connsiteX40" fmla="*/ 6054832 w 8161568"/>
                  <a:gd name="connsiteY40" fmla="*/ 52864 h 308976"/>
                  <a:gd name="connsiteX41" fmla="*/ 6222797 w 8161568"/>
                  <a:gd name="connsiteY41" fmla="*/ 52711 h 308976"/>
                  <a:gd name="connsiteX42" fmla="*/ 6389990 w 8161568"/>
                  <a:gd name="connsiteY42" fmla="*/ 52929 h 308976"/>
                  <a:gd name="connsiteX43" fmla="*/ 6425591 w 8161568"/>
                  <a:gd name="connsiteY43" fmla="*/ 68077 h 308976"/>
                  <a:gd name="connsiteX44" fmla="*/ 6463711 w 8161568"/>
                  <a:gd name="connsiteY44" fmla="*/ 88900 h 308976"/>
                  <a:gd name="connsiteX45" fmla="*/ 6483462 w 8161568"/>
                  <a:gd name="connsiteY45" fmla="*/ 100249 h 308976"/>
                  <a:gd name="connsiteX46" fmla="*/ 6485372 w 8161568"/>
                  <a:gd name="connsiteY46" fmla="*/ 100664 h 308976"/>
                  <a:gd name="connsiteX47" fmla="*/ 6485372 w 8161568"/>
                  <a:gd name="connsiteY47" fmla="*/ 100664 h 308976"/>
                  <a:gd name="connsiteX48" fmla="*/ 6662075 w 8161568"/>
                  <a:gd name="connsiteY48" fmla="*/ 99966 h 308976"/>
                  <a:gd name="connsiteX49" fmla="*/ 6683614 w 8161568"/>
                  <a:gd name="connsiteY49" fmla="*/ 111686 h 308976"/>
                  <a:gd name="connsiteX50" fmla="*/ 6685199 w 8161568"/>
                  <a:gd name="connsiteY50" fmla="*/ 112101 h 308976"/>
                  <a:gd name="connsiteX51" fmla="*/ 6865275 w 8161568"/>
                  <a:gd name="connsiteY51" fmla="*/ 118867 h 308976"/>
                  <a:gd name="connsiteX52" fmla="*/ 7045472 w 8161568"/>
                  <a:gd name="connsiteY52" fmla="*/ 124346 h 308976"/>
                  <a:gd name="connsiteX53" fmla="*/ 7225630 w 8161568"/>
                  <a:gd name="connsiteY53" fmla="*/ 128340 h 308976"/>
                  <a:gd name="connsiteX54" fmla="*/ 7405989 w 8161568"/>
                  <a:gd name="connsiteY54" fmla="*/ 132771 h 308976"/>
                  <a:gd name="connsiteX55" fmla="*/ 7586472 w 8161568"/>
                  <a:gd name="connsiteY55" fmla="*/ 136547 h 308976"/>
                  <a:gd name="connsiteX56" fmla="*/ 7767076 w 8161568"/>
                  <a:gd name="connsiteY56" fmla="*/ 139646 h 308976"/>
                  <a:gd name="connsiteX57" fmla="*/ 7947843 w 8161568"/>
                  <a:gd name="connsiteY57" fmla="*/ 141829 h 308976"/>
                  <a:gd name="connsiteX58" fmla="*/ 8118205 w 8161568"/>
                  <a:gd name="connsiteY58" fmla="*/ 143095 h 308976"/>
                  <a:gd name="connsiteX59" fmla="*/ 8157220 w 8161568"/>
                  <a:gd name="connsiteY59" fmla="*/ 160251 h 308976"/>
                  <a:gd name="connsiteX60" fmla="*/ 8158724 w 8161568"/>
                  <a:gd name="connsiteY60" fmla="*/ 160578 h 308976"/>
                  <a:gd name="connsiteX61" fmla="*/ 8159212 w 8161568"/>
                  <a:gd name="connsiteY61" fmla="*/ 160578 h 308976"/>
                  <a:gd name="connsiteX62" fmla="*/ 8161569 w 8161568"/>
                  <a:gd name="connsiteY62" fmla="*/ 159203 h 308976"/>
                  <a:gd name="connsiteX63" fmla="*/ 8159984 w 8161568"/>
                  <a:gd name="connsiteY63" fmla="*/ 157915 h 308976"/>
                  <a:gd name="connsiteX64" fmla="*/ 8120685 w 8161568"/>
                  <a:gd name="connsiteY64" fmla="*/ 140607 h 308976"/>
                  <a:gd name="connsiteX65" fmla="*/ 8119100 w 8161568"/>
                  <a:gd name="connsiteY65" fmla="*/ 140279 h 308976"/>
                  <a:gd name="connsiteX66" fmla="*/ 7947965 w 8161568"/>
                  <a:gd name="connsiteY66" fmla="*/ 139057 h 308976"/>
                  <a:gd name="connsiteX67" fmla="*/ 7767280 w 8161568"/>
                  <a:gd name="connsiteY67" fmla="*/ 136809 h 308976"/>
                  <a:gd name="connsiteX68" fmla="*/ 7586716 w 8161568"/>
                  <a:gd name="connsiteY68" fmla="*/ 133731 h 308976"/>
                  <a:gd name="connsiteX69" fmla="*/ 7406234 w 8161568"/>
                  <a:gd name="connsiteY69" fmla="*/ 129933 h 308976"/>
                  <a:gd name="connsiteX70" fmla="*/ 7225874 w 8161568"/>
                  <a:gd name="connsiteY70" fmla="*/ 125568 h 308976"/>
                  <a:gd name="connsiteX71" fmla="*/ 7045676 w 8161568"/>
                  <a:gd name="connsiteY71" fmla="*/ 121530 h 308976"/>
                  <a:gd name="connsiteX72" fmla="*/ 6865600 w 8161568"/>
                  <a:gd name="connsiteY72" fmla="*/ 116052 h 308976"/>
                  <a:gd name="connsiteX73" fmla="*/ 6686540 w 8161568"/>
                  <a:gd name="connsiteY73" fmla="*/ 109329 h 308976"/>
                  <a:gd name="connsiteX74" fmla="*/ 6664920 w 8161568"/>
                  <a:gd name="connsiteY74" fmla="*/ 97543 h 308976"/>
                  <a:gd name="connsiteX75" fmla="*/ 6663131 w 8161568"/>
                  <a:gd name="connsiteY75" fmla="*/ 97172 h 308976"/>
                  <a:gd name="connsiteX76" fmla="*/ 6663131 w 8161568"/>
                  <a:gd name="connsiteY76" fmla="*/ 97172 h 308976"/>
                  <a:gd name="connsiteX77" fmla="*/ 6486510 w 8161568"/>
                  <a:gd name="connsiteY77" fmla="*/ 97805 h 308976"/>
                  <a:gd name="connsiteX78" fmla="*/ 6467450 w 8161568"/>
                  <a:gd name="connsiteY78" fmla="*/ 86870 h 308976"/>
                  <a:gd name="connsiteX79" fmla="*/ 6429045 w 8161568"/>
                  <a:gd name="connsiteY79" fmla="*/ 65938 h 308976"/>
                  <a:gd name="connsiteX80" fmla="*/ 6392510 w 8161568"/>
                  <a:gd name="connsiteY80" fmla="*/ 50376 h 308976"/>
                  <a:gd name="connsiteX81" fmla="*/ 6390925 w 8161568"/>
                  <a:gd name="connsiteY81" fmla="*/ 50048 h 308976"/>
                  <a:gd name="connsiteX82" fmla="*/ 6222838 w 8161568"/>
                  <a:gd name="connsiteY82" fmla="*/ 49830 h 308976"/>
                  <a:gd name="connsiteX83" fmla="*/ 6054873 w 8161568"/>
                  <a:gd name="connsiteY83" fmla="*/ 50048 h 308976"/>
                  <a:gd name="connsiteX84" fmla="*/ 5948802 w 8161568"/>
                  <a:gd name="connsiteY84" fmla="*/ 49721 h 308976"/>
                  <a:gd name="connsiteX85" fmla="*/ 5719105 w 8161568"/>
                  <a:gd name="connsiteY85" fmla="*/ 49350 h 308976"/>
                  <a:gd name="connsiteX86" fmla="*/ 5551424 w 8161568"/>
                  <a:gd name="connsiteY86" fmla="*/ 50092 h 308976"/>
                  <a:gd name="connsiteX87" fmla="*/ 5383866 w 8161568"/>
                  <a:gd name="connsiteY87" fmla="*/ 49022 h 308976"/>
                  <a:gd name="connsiteX88" fmla="*/ 5048911 w 8161568"/>
                  <a:gd name="connsiteY88" fmla="*/ 42474 h 308976"/>
                  <a:gd name="connsiteX89" fmla="*/ 4881636 w 8161568"/>
                  <a:gd name="connsiteY89" fmla="*/ 40619 h 308976"/>
                  <a:gd name="connsiteX90" fmla="*/ 4714443 w 8161568"/>
                  <a:gd name="connsiteY90" fmla="*/ 40466 h 308976"/>
                  <a:gd name="connsiteX91" fmla="*/ 4547372 w 8161568"/>
                  <a:gd name="connsiteY91" fmla="*/ 38437 h 308976"/>
                  <a:gd name="connsiteX92" fmla="*/ 4380383 w 8161568"/>
                  <a:gd name="connsiteY92" fmla="*/ 35228 h 308976"/>
                  <a:gd name="connsiteX93" fmla="*/ 4213555 w 8161568"/>
                  <a:gd name="connsiteY93" fmla="*/ 31823 h 308976"/>
                  <a:gd name="connsiteX94" fmla="*/ 4046769 w 8161568"/>
                  <a:gd name="connsiteY94" fmla="*/ 28025 h 308976"/>
                  <a:gd name="connsiteX95" fmla="*/ 3880145 w 8161568"/>
                  <a:gd name="connsiteY95" fmla="*/ 23114 h 308976"/>
                  <a:gd name="connsiteX96" fmla="*/ 3713521 w 8161568"/>
                  <a:gd name="connsiteY96" fmla="*/ 17461 h 308976"/>
                  <a:gd name="connsiteX97" fmla="*/ 3547059 w 8161568"/>
                  <a:gd name="connsiteY97" fmla="*/ 14056 h 308976"/>
                  <a:gd name="connsiteX98" fmla="*/ 3380720 w 8161568"/>
                  <a:gd name="connsiteY98" fmla="*/ 12616 h 308976"/>
                  <a:gd name="connsiteX99" fmla="*/ 3214543 w 8161568"/>
                  <a:gd name="connsiteY99" fmla="*/ 9320 h 308976"/>
                  <a:gd name="connsiteX100" fmla="*/ 3048366 w 8161568"/>
                  <a:gd name="connsiteY100" fmla="*/ 4846 h 308976"/>
                  <a:gd name="connsiteX101" fmla="*/ 2882270 w 8161568"/>
                  <a:gd name="connsiteY101" fmla="*/ 1070 h 308976"/>
                  <a:gd name="connsiteX102" fmla="*/ 2716337 w 8161568"/>
                  <a:gd name="connsiteY102" fmla="*/ 0 h 308976"/>
                  <a:gd name="connsiteX103" fmla="*/ 2714305 w 8161568"/>
                  <a:gd name="connsiteY103" fmla="*/ 480 h 308976"/>
                  <a:gd name="connsiteX104" fmla="*/ 2671349 w 8161568"/>
                  <a:gd name="connsiteY104" fmla="*/ 29793 h 308976"/>
                  <a:gd name="connsiteX105" fmla="*/ 2503139 w 8161568"/>
                  <a:gd name="connsiteY105" fmla="*/ 28615 h 308976"/>
                  <a:gd name="connsiteX106" fmla="*/ 2333833 w 8161568"/>
                  <a:gd name="connsiteY106" fmla="*/ 26628 h 308976"/>
                  <a:gd name="connsiteX107" fmla="*/ 2164608 w 8161568"/>
                  <a:gd name="connsiteY107" fmla="*/ 23813 h 308976"/>
                  <a:gd name="connsiteX108" fmla="*/ 2031919 w 8161568"/>
                  <a:gd name="connsiteY108" fmla="*/ 21259 h 308976"/>
                  <a:gd name="connsiteX109" fmla="*/ 1826524 w 8161568"/>
                  <a:gd name="connsiteY109" fmla="*/ 17636 h 308976"/>
                  <a:gd name="connsiteX110" fmla="*/ 1657543 w 8161568"/>
                  <a:gd name="connsiteY110" fmla="*/ 14275 h 308976"/>
                  <a:gd name="connsiteX111" fmla="*/ 1488765 w 8161568"/>
                  <a:gd name="connsiteY111" fmla="*/ 12136 h 308976"/>
                  <a:gd name="connsiteX112" fmla="*/ 1320028 w 8161568"/>
                  <a:gd name="connsiteY112" fmla="*/ 10280 h 308976"/>
                  <a:gd name="connsiteX113" fmla="*/ 1151412 w 8161568"/>
                  <a:gd name="connsiteY113" fmla="*/ 8840 h 308976"/>
                  <a:gd name="connsiteX114" fmla="*/ 814507 w 8161568"/>
                  <a:gd name="connsiteY114" fmla="*/ 6766 h 308976"/>
                  <a:gd name="connsiteX115" fmla="*/ 646176 w 8161568"/>
                  <a:gd name="connsiteY115" fmla="*/ 6024 h 308976"/>
                  <a:gd name="connsiteX116" fmla="*/ 646176 w 8161568"/>
                  <a:gd name="connsiteY116" fmla="*/ 6024 h 308976"/>
                  <a:gd name="connsiteX117" fmla="*/ 644713 w 8161568"/>
                  <a:gd name="connsiteY117" fmla="*/ 6242 h 308976"/>
                  <a:gd name="connsiteX118" fmla="*/ 599521 w 8161568"/>
                  <a:gd name="connsiteY118" fmla="*/ 23726 h 308976"/>
                  <a:gd name="connsiteX119" fmla="*/ 506618 w 8161568"/>
                  <a:gd name="connsiteY119" fmla="*/ 76524 h 308976"/>
                  <a:gd name="connsiteX120" fmla="*/ 458582 w 8161568"/>
                  <a:gd name="connsiteY120" fmla="*/ 101559 h 308976"/>
                  <a:gd name="connsiteX121" fmla="*/ 359176 w 8161568"/>
                  <a:gd name="connsiteY121" fmla="*/ 150800 h 308976"/>
                  <a:gd name="connsiteX122" fmla="*/ 255138 w 8161568"/>
                  <a:gd name="connsiteY122" fmla="*/ 199233 h 308976"/>
                  <a:gd name="connsiteX123" fmla="*/ 146019 w 8161568"/>
                  <a:gd name="connsiteY123" fmla="*/ 247579 h 308976"/>
                  <a:gd name="connsiteX124" fmla="*/ 31415 w 8161568"/>
                  <a:gd name="connsiteY124" fmla="*/ 295531 h 308976"/>
                  <a:gd name="connsiteX125" fmla="*/ 0 w 8161568"/>
                  <a:gd name="connsiteY125" fmla="*/ 308911 h 308976"/>
                  <a:gd name="connsiteX126" fmla="*/ 8494 w 8161568"/>
                  <a:gd name="connsiteY126" fmla="*/ 308911 h 30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8161568" h="308976">
                    <a:moveTo>
                      <a:pt x="8331" y="308977"/>
                    </a:moveTo>
                    <a:lnTo>
                      <a:pt x="148986" y="249870"/>
                    </a:lnTo>
                    <a:lnTo>
                      <a:pt x="258226" y="201481"/>
                    </a:lnTo>
                    <a:lnTo>
                      <a:pt x="362428" y="152982"/>
                    </a:lnTo>
                    <a:lnTo>
                      <a:pt x="461874" y="103632"/>
                    </a:lnTo>
                    <a:lnTo>
                      <a:pt x="509991" y="78532"/>
                    </a:lnTo>
                    <a:lnTo>
                      <a:pt x="602651" y="25886"/>
                    </a:lnTo>
                    <a:lnTo>
                      <a:pt x="646867" y="8840"/>
                    </a:lnTo>
                    <a:lnTo>
                      <a:pt x="814344" y="9582"/>
                    </a:lnTo>
                    <a:lnTo>
                      <a:pt x="1151250" y="11699"/>
                    </a:lnTo>
                    <a:lnTo>
                      <a:pt x="1319825" y="13140"/>
                    </a:lnTo>
                    <a:lnTo>
                      <a:pt x="1488521" y="14995"/>
                    </a:lnTo>
                    <a:lnTo>
                      <a:pt x="1657259" y="17068"/>
                    </a:lnTo>
                    <a:lnTo>
                      <a:pt x="1826199" y="20473"/>
                    </a:lnTo>
                    <a:lnTo>
                      <a:pt x="1995221" y="23398"/>
                    </a:lnTo>
                    <a:lnTo>
                      <a:pt x="2164365" y="26650"/>
                    </a:lnTo>
                    <a:lnTo>
                      <a:pt x="2333590" y="29488"/>
                    </a:lnTo>
                    <a:lnTo>
                      <a:pt x="2502936" y="31452"/>
                    </a:lnTo>
                    <a:lnTo>
                      <a:pt x="2672405" y="32631"/>
                    </a:lnTo>
                    <a:lnTo>
                      <a:pt x="2672446" y="32631"/>
                    </a:lnTo>
                    <a:cubicBezTo>
                      <a:pt x="2673178" y="32631"/>
                      <a:pt x="2673909" y="32478"/>
                      <a:pt x="2674437" y="32151"/>
                    </a:cubicBezTo>
                    <a:lnTo>
                      <a:pt x="2717393" y="2794"/>
                    </a:lnTo>
                    <a:lnTo>
                      <a:pt x="2882026" y="3907"/>
                    </a:lnTo>
                    <a:lnTo>
                      <a:pt x="3048082" y="7639"/>
                    </a:lnTo>
                    <a:lnTo>
                      <a:pt x="3214217" y="12179"/>
                    </a:lnTo>
                    <a:lnTo>
                      <a:pt x="3380557" y="15475"/>
                    </a:lnTo>
                    <a:lnTo>
                      <a:pt x="3546856" y="16916"/>
                    </a:lnTo>
                    <a:lnTo>
                      <a:pt x="3713236" y="20321"/>
                    </a:lnTo>
                    <a:lnTo>
                      <a:pt x="3879819" y="25974"/>
                    </a:lnTo>
                    <a:lnTo>
                      <a:pt x="4046484" y="30863"/>
                    </a:lnTo>
                    <a:lnTo>
                      <a:pt x="4213312" y="34639"/>
                    </a:lnTo>
                    <a:lnTo>
                      <a:pt x="4380179" y="38044"/>
                    </a:lnTo>
                    <a:lnTo>
                      <a:pt x="4547169" y="41252"/>
                    </a:lnTo>
                    <a:lnTo>
                      <a:pt x="4714281" y="43282"/>
                    </a:lnTo>
                    <a:lnTo>
                      <a:pt x="4881474" y="43457"/>
                    </a:lnTo>
                    <a:lnTo>
                      <a:pt x="5048748" y="45312"/>
                    </a:lnTo>
                    <a:lnTo>
                      <a:pt x="5383703" y="51882"/>
                    </a:lnTo>
                    <a:lnTo>
                      <a:pt x="5551384" y="52951"/>
                    </a:lnTo>
                    <a:lnTo>
                      <a:pt x="5719064" y="52209"/>
                    </a:lnTo>
                    <a:lnTo>
                      <a:pt x="5886826" y="52384"/>
                    </a:lnTo>
                    <a:lnTo>
                      <a:pt x="6054832" y="52864"/>
                    </a:lnTo>
                    <a:lnTo>
                      <a:pt x="6222797" y="52711"/>
                    </a:lnTo>
                    <a:lnTo>
                      <a:pt x="6389990" y="52929"/>
                    </a:lnTo>
                    <a:lnTo>
                      <a:pt x="6425591" y="68077"/>
                    </a:lnTo>
                    <a:lnTo>
                      <a:pt x="6463711" y="88900"/>
                    </a:lnTo>
                    <a:lnTo>
                      <a:pt x="6483462" y="100249"/>
                    </a:lnTo>
                    <a:cubicBezTo>
                      <a:pt x="6483950" y="100511"/>
                      <a:pt x="6484641" y="100664"/>
                      <a:pt x="6485372" y="100664"/>
                    </a:cubicBezTo>
                    <a:lnTo>
                      <a:pt x="6485372" y="100664"/>
                    </a:lnTo>
                    <a:lnTo>
                      <a:pt x="6662075" y="99966"/>
                    </a:lnTo>
                    <a:lnTo>
                      <a:pt x="6683614" y="111686"/>
                    </a:lnTo>
                    <a:cubicBezTo>
                      <a:pt x="6684020" y="111948"/>
                      <a:pt x="6684589" y="112058"/>
                      <a:pt x="6685199" y="112101"/>
                    </a:cubicBezTo>
                    <a:lnTo>
                      <a:pt x="6865275" y="118867"/>
                    </a:lnTo>
                    <a:lnTo>
                      <a:pt x="7045472" y="124346"/>
                    </a:lnTo>
                    <a:lnTo>
                      <a:pt x="7225630" y="128340"/>
                    </a:lnTo>
                    <a:lnTo>
                      <a:pt x="7405989" y="132771"/>
                    </a:lnTo>
                    <a:lnTo>
                      <a:pt x="7586472" y="136547"/>
                    </a:lnTo>
                    <a:lnTo>
                      <a:pt x="7767076" y="139646"/>
                    </a:lnTo>
                    <a:lnTo>
                      <a:pt x="7947843" y="141829"/>
                    </a:lnTo>
                    <a:lnTo>
                      <a:pt x="8118205" y="143095"/>
                    </a:lnTo>
                    <a:lnTo>
                      <a:pt x="8157220" y="160251"/>
                    </a:lnTo>
                    <a:cubicBezTo>
                      <a:pt x="8157627" y="160469"/>
                      <a:pt x="8158114" y="160578"/>
                      <a:pt x="8158724" y="160578"/>
                    </a:cubicBezTo>
                    <a:lnTo>
                      <a:pt x="8159212" y="160578"/>
                    </a:lnTo>
                    <a:cubicBezTo>
                      <a:pt x="8160594" y="160578"/>
                      <a:pt x="8161488" y="159989"/>
                      <a:pt x="8161569" y="159203"/>
                    </a:cubicBezTo>
                    <a:cubicBezTo>
                      <a:pt x="8161569" y="158679"/>
                      <a:pt x="8160877" y="158177"/>
                      <a:pt x="8159984" y="157915"/>
                    </a:cubicBezTo>
                    <a:lnTo>
                      <a:pt x="8120685" y="140607"/>
                    </a:lnTo>
                    <a:cubicBezTo>
                      <a:pt x="8120198" y="140388"/>
                      <a:pt x="8119669" y="140279"/>
                      <a:pt x="8119100" y="140279"/>
                    </a:cubicBezTo>
                    <a:lnTo>
                      <a:pt x="7947965" y="139057"/>
                    </a:lnTo>
                    <a:lnTo>
                      <a:pt x="7767280" y="136809"/>
                    </a:lnTo>
                    <a:lnTo>
                      <a:pt x="7586716" y="133731"/>
                    </a:lnTo>
                    <a:lnTo>
                      <a:pt x="7406234" y="129933"/>
                    </a:lnTo>
                    <a:lnTo>
                      <a:pt x="7225874" y="125568"/>
                    </a:lnTo>
                    <a:lnTo>
                      <a:pt x="7045676" y="121530"/>
                    </a:lnTo>
                    <a:lnTo>
                      <a:pt x="6865600" y="116052"/>
                    </a:lnTo>
                    <a:lnTo>
                      <a:pt x="6686540" y="109329"/>
                    </a:lnTo>
                    <a:lnTo>
                      <a:pt x="6664920" y="97543"/>
                    </a:lnTo>
                    <a:cubicBezTo>
                      <a:pt x="6664513" y="97281"/>
                      <a:pt x="6663822" y="97172"/>
                      <a:pt x="6663131" y="97172"/>
                    </a:cubicBezTo>
                    <a:lnTo>
                      <a:pt x="6663131" y="97172"/>
                    </a:lnTo>
                    <a:lnTo>
                      <a:pt x="6486510" y="97805"/>
                    </a:lnTo>
                    <a:lnTo>
                      <a:pt x="6467450" y="86870"/>
                    </a:lnTo>
                    <a:lnTo>
                      <a:pt x="6429045" y="65938"/>
                    </a:lnTo>
                    <a:lnTo>
                      <a:pt x="6392510" y="50376"/>
                    </a:lnTo>
                    <a:cubicBezTo>
                      <a:pt x="6392022" y="50157"/>
                      <a:pt x="6391534" y="50048"/>
                      <a:pt x="6390925" y="50048"/>
                    </a:cubicBezTo>
                    <a:lnTo>
                      <a:pt x="6222838" y="49830"/>
                    </a:lnTo>
                    <a:lnTo>
                      <a:pt x="6054873" y="50048"/>
                    </a:lnTo>
                    <a:lnTo>
                      <a:pt x="5948802" y="49721"/>
                    </a:lnTo>
                    <a:lnTo>
                      <a:pt x="5719105" y="49350"/>
                    </a:lnTo>
                    <a:lnTo>
                      <a:pt x="5551424" y="50092"/>
                    </a:lnTo>
                    <a:lnTo>
                      <a:pt x="5383866" y="49022"/>
                    </a:lnTo>
                    <a:lnTo>
                      <a:pt x="5048911" y="42474"/>
                    </a:lnTo>
                    <a:lnTo>
                      <a:pt x="4881636" y="40619"/>
                    </a:lnTo>
                    <a:lnTo>
                      <a:pt x="4714443" y="40466"/>
                    </a:lnTo>
                    <a:lnTo>
                      <a:pt x="4547372" y="38437"/>
                    </a:lnTo>
                    <a:lnTo>
                      <a:pt x="4380383" y="35228"/>
                    </a:lnTo>
                    <a:lnTo>
                      <a:pt x="4213555" y="31823"/>
                    </a:lnTo>
                    <a:lnTo>
                      <a:pt x="4046769" y="28025"/>
                    </a:lnTo>
                    <a:lnTo>
                      <a:pt x="3880145" y="23114"/>
                    </a:lnTo>
                    <a:lnTo>
                      <a:pt x="3713521" y="17461"/>
                    </a:lnTo>
                    <a:lnTo>
                      <a:pt x="3547059" y="14056"/>
                    </a:lnTo>
                    <a:lnTo>
                      <a:pt x="3380720" y="12616"/>
                    </a:lnTo>
                    <a:lnTo>
                      <a:pt x="3214543" y="9320"/>
                    </a:lnTo>
                    <a:lnTo>
                      <a:pt x="3048366" y="4846"/>
                    </a:lnTo>
                    <a:lnTo>
                      <a:pt x="2882270" y="1070"/>
                    </a:lnTo>
                    <a:lnTo>
                      <a:pt x="2716337" y="0"/>
                    </a:lnTo>
                    <a:cubicBezTo>
                      <a:pt x="2715687" y="0"/>
                      <a:pt x="2714793" y="153"/>
                      <a:pt x="2714305" y="480"/>
                    </a:cubicBezTo>
                    <a:lnTo>
                      <a:pt x="2671349" y="29793"/>
                    </a:lnTo>
                    <a:lnTo>
                      <a:pt x="2503139" y="28615"/>
                    </a:lnTo>
                    <a:lnTo>
                      <a:pt x="2333833" y="26628"/>
                    </a:lnTo>
                    <a:lnTo>
                      <a:pt x="2164608" y="23813"/>
                    </a:lnTo>
                    <a:lnTo>
                      <a:pt x="2031919" y="21259"/>
                    </a:lnTo>
                    <a:lnTo>
                      <a:pt x="1826524" y="17636"/>
                    </a:lnTo>
                    <a:lnTo>
                      <a:pt x="1657543" y="14275"/>
                    </a:lnTo>
                    <a:lnTo>
                      <a:pt x="1488765" y="12136"/>
                    </a:lnTo>
                    <a:lnTo>
                      <a:pt x="1320028" y="10280"/>
                    </a:lnTo>
                    <a:lnTo>
                      <a:pt x="1151412" y="8840"/>
                    </a:lnTo>
                    <a:lnTo>
                      <a:pt x="814507" y="6766"/>
                    </a:lnTo>
                    <a:lnTo>
                      <a:pt x="646176" y="6024"/>
                    </a:lnTo>
                    <a:lnTo>
                      <a:pt x="646176" y="6024"/>
                    </a:lnTo>
                    <a:cubicBezTo>
                      <a:pt x="645648" y="6024"/>
                      <a:pt x="645119" y="6068"/>
                      <a:pt x="644713" y="6242"/>
                    </a:cubicBezTo>
                    <a:lnTo>
                      <a:pt x="599521" y="23726"/>
                    </a:lnTo>
                    <a:lnTo>
                      <a:pt x="506618" y="76524"/>
                    </a:lnTo>
                    <a:lnTo>
                      <a:pt x="458582" y="101559"/>
                    </a:lnTo>
                    <a:lnTo>
                      <a:pt x="359176" y="150800"/>
                    </a:lnTo>
                    <a:lnTo>
                      <a:pt x="255138" y="199233"/>
                    </a:lnTo>
                    <a:lnTo>
                      <a:pt x="146019" y="247579"/>
                    </a:lnTo>
                    <a:lnTo>
                      <a:pt x="31415" y="295531"/>
                    </a:lnTo>
                    <a:lnTo>
                      <a:pt x="0" y="308911"/>
                    </a:lnTo>
                    <a:lnTo>
                      <a:pt x="8494" y="30891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5" name="Freeform: Shape 674">
                <a:extLst>
                  <a:ext uri="{FF2B5EF4-FFF2-40B4-BE49-F238E27FC236}">
                    <a16:creationId xmlns:a16="http://schemas.microsoft.com/office/drawing/2014/main" id="{9C5E3130-C676-4A97-8708-C79946A368FF}"/>
                  </a:ext>
                </a:extLst>
              </p:cNvPr>
              <p:cNvSpPr/>
              <p:nvPr/>
            </p:nvSpPr>
            <p:spPr>
              <a:xfrm>
                <a:off x="1780844" y="6610543"/>
                <a:ext cx="7880258" cy="292349"/>
              </a:xfrm>
              <a:custGeom>
                <a:avLst/>
                <a:gdLst>
                  <a:gd name="connsiteX0" fmla="*/ 8412 w 7880258"/>
                  <a:gd name="connsiteY0" fmla="*/ 292349 h 292349"/>
                  <a:gd name="connsiteX1" fmla="*/ 24953 w 7880258"/>
                  <a:gd name="connsiteY1" fmla="*/ 285321 h 292349"/>
                  <a:gd name="connsiteX2" fmla="*/ 80630 w 7880258"/>
                  <a:gd name="connsiteY2" fmla="*/ 260810 h 292349"/>
                  <a:gd name="connsiteX3" fmla="*/ 134843 w 7880258"/>
                  <a:gd name="connsiteY3" fmla="*/ 236233 h 292349"/>
                  <a:gd name="connsiteX4" fmla="*/ 187879 w 7880258"/>
                  <a:gd name="connsiteY4" fmla="*/ 212726 h 292349"/>
                  <a:gd name="connsiteX5" fmla="*/ 290170 w 7880258"/>
                  <a:gd name="connsiteY5" fmla="*/ 164926 h 292349"/>
                  <a:gd name="connsiteX6" fmla="*/ 339506 w 7880258"/>
                  <a:gd name="connsiteY6" fmla="*/ 140262 h 292349"/>
                  <a:gd name="connsiteX7" fmla="*/ 387787 w 7880258"/>
                  <a:gd name="connsiteY7" fmla="*/ 115227 h 292349"/>
                  <a:gd name="connsiteX8" fmla="*/ 434970 w 7880258"/>
                  <a:gd name="connsiteY8" fmla="*/ 90454 h 292349"/>
                  <a:gd name="connsiteX9" fmla="*/ 480324 w 7880258"/>
                  <a:gd name="connsiteY9" fmla="*/ 65310 h 292349"/>
                  <a:gd name="connsiteX10" fmla="*/ 653247 w 7880258"/>
                  <a:gd name="connsiteY10" fmla="*/ 67274 h 292349"/>
                  <a:gd name="connsiteX11" fmla="*/ 827430 w 7880258"/>
                  <a:gd name="connsiteY11" fmla="*/ 69893 h 292349"/>
                  <a:gd name="connsiteX12" fmla="*/ 1001695 w 7880258"/>
                  <a:gd name="connsiteY12" fmla="*/ 71923 h 292349"/>
                  <a:gd name="connsiteX13" fmla="*/ 1003686 w 7880258"/>
                  <a:gd name="connsiteY13" fmla="*/ 71377 h 292349"/>
                  <a:gd name="connsiteX14" fmla="*/ 1043066 w 7880258"/>
                  <a:gd name="connsiteY14" fmla="*/ 45120 h 292349"/>
                  <a:gd name="connsiteX15" fmla="*/ 1080740 w 7880258"/>
                  <a:gd name="connsiteY15" fmla="*/ 18208 h 292349"/>
                  <a:gd name="connsiteX16" fmla="*/ 1420693 w 7880258"/>
                  <a:gd name="connsiteY16" fmla="*/ 20914 h 292349"/>
                  <a:gd name="connsiteX17" fmla="*/ 1762354 w 7880258"/>
                  <a:gd name="connsiteY17" fmla="*/ 24647 h 292349"/>
                  <a:gd name="connsiteX18" fmla="*/ 1933285 w 7880258"/>
                  <a:gd name="connsiteY18" fmla="*/ 26306 h 292349"/>
                  <a:gd name="connsiteX19" fmla="*/ 2104380 w 7880258"/>
                  <a:gd name="connsiteY19" fmla="*/ 27419 h 292349"/>
                  <a:gd name="connsiteX20" fmla="*/ 2275596 w 7880258"/>
                  <a:gd name="connsiteY20" fmla="*/ 29012 h 292349"/>
                  <a:gd name="connsiteX21" fmla="*/ 2446853 w 7880258"/>
                  <a:gd name="connsiteY21" fmla="*/ 31086 h 292349"/>
                  <a:gd name="connsiteX22" fmla="*/ 2618313 w 7880258"/>
                  <a:gd name="connsiteY22" fmla="*/ 34229 h 292349"/>
                  <a:gd name="connsiteX23" fmla="*/ 2620386 w 7880258"/>
                  <a:gd name="connsiteY23" fmla="*/ 33639 h 292349"/>
                  <a:gd name="connsiteX24" fmla="*/ 2641234 w 7880258"/>
                  <a:gd name="connsiteY24" fmla="*/ 18339 h 292349"/>
                  <a:gd name="connsiteX25" fmla="*/ 2660742 w 7880258"/>
                  <a:gd name="connsiteY25" fmla="*/ 2886 h 292349"/>
                  <a:gd name="connsiteX26" fmla="*/ 2827162 w 7880258"/>
                  <a:gd name="connsiteY26" fmla="*/ 7033 h 292349"/>
                  <a:gd name="connsiteX27" fmla="*/ 2995087 w 7880258"/>
                  <a:gd name="connsiteY27" fmla="*/ 10809 h 292349"/>
                  <a:gd name="connsiteX28" fmla="*/ 3163174 w 7880258"/>
                  <a:gd name="connsiteY28" fmla="*/ 13908 h 292349"/>
                  <a:gd name="connsiteX29" fmla="*/ 3331342 w 7880258"/>
                  <a:gd name="connsiteY29" fmla="*/ 15763 h 292349"/>
                  <a:gd name="connsiteX30" fmla="*/ 3499470 w 7880258"/>
                  <a:gd name="connsiteY30" fmla="*/ 17051 h 292349"/>
                  <a:gd name="connsiteX31" fmla="*/ 3667882 w 7880258"/>
                  <a:gd name="connsiteY31" fmla="*/ 23381 h 292349"/>
                  <a:gd name="connsiteX32" fmla="*/ 3836335 w 7880258"/>
                  <a:gd name="connsiteY32" fmla="*/ 28183 h 292349"/>
                  <a:gd name="connsiteX33" fmla="*/ 4004910 w 7880258"/>
                  <a:gd name="connsiteY33" fmla="*/ 31915 h 292349"/>
                  <a:gd name="connsiteX34" fmla="*/ 4173606 w 7880258"/>
                  <a:gd name="connsiteY34" fmla="*/ 35429 h 292349"/>
                  <a:gd name="connsiteX35" fmla="*/ 4342425 w 7880258"/>
                  <a:gd name="connsiteY35" fmla="*/ 38572 h 292349"/>
                  <a:gd name="connsiteX36" fmla="*/ 4511325 w 7880258"/>
                  <a:gd name="connsiteY36" fmla="*/ 40755 h 292349"/>
                  <a:gd name="connsiteX37" fmla="*/ 4680387 w 7880258"/>
                  <a:gd name="connsiteY37" fmla="*/ 41868 h 292349"/>
                  <a:gd name="connsiteX38" fmla="*/ 4849449 w 7880258"/>
                  <a:gd name="connsiteY38" fmla="*/ 42348 h 292349"/>
                  <a:gd name="connsiteX39" fmla="*/ 5018593 w 7880258"/>
                  <a:gd name="connsiteY39" fmla="*/ 43418 h 292349"/>
                  <a:gd name="connsiteX40" fmla="*/ 5187940 w 7880258"/>
                  <a:gd name="connsiteY40" fmla="*/ 46452 h 292349"/>
                  <a:gd name="connsiteX41" fmla="*/ 5357409 w 7880258"/>
                  <a:gd name="connsiteY41" fmla="*/ 47456 h 292349"/>
                  <a:gd name="connsiteX42" fmla="*/ 5526959 w 7880258"/>
                  <a:gd name="connsiteY42" fmla="*/ 46757 h 292349"/>
                  <a:gd name="connsiteX43" fmla="*/ 5696509 w 7880258"/>
                  <a:gd name="connsiteY43" fmla="*/ 46386 h 292349"/>
                  <a:gd name="connsiteX44" fmla="*/ 5866262 w 7880258"/>
                  <a:gd name="connsiteY44" fmla="*/ 45491 h 292349"/>
                  <a:gd name="connsiteX45" fmla="*/ 6035121 w 7880258"/>
                  <a:gd name="connsiteY45" fmla="*/ 45382 h 292349"/>
                  <a:gd name="connsiteX46" fmla="*/ 6067674 w 7880258"/>
                  <a:gd name="connsiteY46" fmla="*/ 60879 h 292349"/>
                  <a:gd name="connsiteX47" fmla="*/ 6085027 w 7880258"/>
                  <a:gd name="connsiteY47" fmla="*/ 71901 h 292349"/>
                  <a:gd name="connsiteX48" fmla="*/ 6086897 w 7880258"/>
                  <a:gd name="connsiteY48" fmla="*/ 72381 h 292349"/>
                  <a:gd name="connsiteX49" fmla="*/ 6262624 w 7880258"/>
                  <a:gd name="connsiteY49" fmla="*/ 72643 h 292349"/>
                  <a:gd name="connsiteX50" fmla="*/ 6438433 w 7880258"/>
                  <a:gd name="connsiteY50" fmla="*/ 72381 h 292349"/>
                  <a:gd name="connsiteX51" fmla="*/ 6613347 w 7880258"/>
                  <a:gd name="connsiteY51" fmla="*/ 71465 h 292349"/>
                  <a:gd name="connsiteX52" fmla="*/ 6636349 w 7880258"/>
                  <a:gd name="connsiteY52" fmla="*/ 81592 h 292349"/>
                  <a:gd name="connsiteX53" fmla="*/ 6637853 w 7880258"/>
                  <a:gd name="connsiteY53" fmla="*/ 81920 h 292349"/>
                  <a:gd name="connsiteX54" fmla="*/ 6815938 w 7880258"/>
                  <a:gd name="connsiteY54" fmla="*/ 87398 h 292349"/>
                  <a:gd name="connsiteX55" fmla="*/ 6994022 w 7880258"/>
                  <a:gd name="connsiteY55" fmla="*/ 92309 h 292349"/>
                  <a:gd name="connsiteX56" fmla="*/ 7172432 w 7880258"/>
                  <a:gd name="connsiteY56" fmla="*/ 97591 h 292349"/>
                  <a:gd name="connsiteX57" fmla="*/ 7350841 w 7880258"/>
                  <a:gd name="connsiteY57" fmla="*/ 102109 h 292349"/>
                  <a:gd name="connsiteX58" fmla="*/ 7708027 w 7880258"/>
                  <a:gd name="connsiteY58" fmla="*/ 107762 h 292349"/>
                  <a:gd name="connsiteX59" fmla="*/ 7877373 w 7880258"/>
                  <a:gd name="connsiteY59" fmla="*/ 109356 h 292349"/>
                  <a:gd name="connsiteX60" fmla="*/ 7877983 w 7880258"/>
                  <a:gd name="connsiteY60" fmla="*/ 109356 h 292349"/>
                  <a:gd name="connsiteX61" fmla="*/ 7880259 w 7880258"/>
                  <a:gd name="connsiteY61" fmla="*/ 107959 h 292349"/>
                  <a:gd name="connsiteX62" fmla="*/ 7877495 w 7880258"/>
                  <a:gd name="connsiteY62" fmla="*/ 106518 h 292349"/>
                  <a:gd name="connsiteX63" fmla="*/ 7708107 w 7880258"/>
                  <a:gd name="connsiteY63" fmla="*/ 104925 h 292349"/>
                  <a:gd name="connsiteX64" fmla="*/ 7351004 w 7880258"/>
                  <a:gd name="connsiteY64" fmla="*/ 99337 h 292349"/>
                  <a:gd name="connsiteX65" fmla="*/ 7172636 w 7880258"/>
                  <a:gd name="connsiteY65" fmla="*/ 94754 h 292349"/>
                  <a:gd name="connsiteX66" fmla="*/ 6994347 w 7880258"/>
                  <a:gd name="connsiteY66" fmla="*/ 89472 h 292349"/>
                  <a:gd name="connsiteX67" fmla="*/ 6816141 w 7880258"/>
                  <a:gd name="connsiteY67" fmla="*/ 84583 h 292349"/>
                  <a:gd name="connsiteX68" fmla="*/ 6638951 w 7880258"/>
                  <a:gd name="connsiteY68" fmla="*/ 79104 h 292349"/>
                  <a:gd name="connsiteX69" fmla="*/ 6615827 w 7880258"/>
                  <a:gd name="connsiteY69" fmla="*/ 68977 h 292349"/>
                  <a:gd name="connsiteX70" fmla="*/ 6614241 w 7880258"/>
                  <a:gd name="connsiteY70" fmla="*/ 68649 h 292349"/>
                  <a:gd name="connsiteX71" fmla="*/ 6614241 w 7880258"/>
                  <a:gd name="connsiteY71" fmla="*/ 68649 h 292349"/>
                  <a:gd name="connsiteX72" fmla="*/ 6438311 w 7880258"/>
                  <a:gd name="connsiteY72" fmla="*/ 69566 h 292349"/>
                  <a:gd name="connsiteX73" fmla="*/ 6262583 w 7880258"/>
                  <a:gd name="connsiteY73" fmla="*/ 69871 h 292349"/>
                  <a:gd name="connsiteX74" fmla="*/ 6088075 w 7880258"/>
                  <a:gd name="connsiteY74" fmla="*/ 69566 h 292349"/>
                  <a:gd name="connsiteX75" fmla="*/ 6071210 w 7880258"/>
                  <a:gd name="connsiteY75" fmla="*/ 58915 h 292349"/>
                  <a:gd name="connsiteX76" fmla="*/ 6037682 w 7880258"/>
                  <a:gd name="connsiteY76" fmla="*/ 42938 h 292349"/>
                  <a:gd name="connsiteX77" fmla="*/ 6036015 w 7880258"/>
                  <a:gd name="connsiteY77" fmla="*/ 42566 h 292349"/>
                  <a:gd name="connsiteX78" fmla="*/ 5866262 w 7880258"/>
                  <a:gd name="connsiteY78" fmla="*/ 42676 h 292349"/>
                  <a:gd name="connsiteX79" fmla="*/ 5696509 w 7880258"/>
                  <a:gd name="connsiteY79" fmla="*/ 43592 h 292349"/>
                  <a:gd name="connsiteX80" fmla="*/ 5526837 w 7880258"/>
                  <a:gd name="connsiteY80" fmla="*/ 43963 h 292349"/>
                  <a:gd name="connsiteX81" fmla="*/ 5357368 w 7880258"/>
                  <a:gd name="connsiteY81" fmla="*/ 44662 h 292349"/>
                  <a:gd name="connsiteX82" fmla="*/ 5188021 w 7880258"/>
                  <a:gd name="connsiteY82" fmla="*/ 43658 h 292349"/>
                  <a:gd name="connsiteX83" fmla="*/ 5018674 w 7880258"/>
                  <a:gd name="connsiteY83" fmla="*/ 40624 h 292349"/>
                  <a:gd name="connsiteX84" fmla="*/ 4849409 w 7880258"/>
                  <a:gd name="connsiteY84" fmla="*/ 39554 h 292349"/>
                  <a:gd name="connsiteX85" fmla="*/ 4680346 w 7880258"/>
                  <a:gd name="connsiteY85" fmla="*/ 39074 h 292349"/>
                  <a:gd name="connsiteX86" fmla="*/ 4511365 w 7880258"/>
                  <a:gd name="connsiteY86" fmla="*/ 38005 h 292349"/>
                  <a:gd name="connsiteX87" fmla="*/ 4342506 w 7880258"/>
                  <a:gd name="connsiteY87" fmla="*/ 35756 h 292349"/>
                  <a:gd name="connsiteX88" fmla="*/ 4173728 w 7880258"/>
                  <a:gd name="connsiteY88" fmla="*/ 32614 h 292349"/>
                  <a:gd name="connsiteX89" fmla="*/ 4004991 w 7880258"/>
                  <a:gd name="connsiteY89" fmla="*/ 29099 h 292349"/>
                  <a:gd name="connsiteX90" fmla="*/ 3836457 w 7880258"/>
                  <a:gd name="connsiteY90" fmla="*/ 25367 h 292349"/>
                  <a:gd name="connsiteX91" fmla="*/ 3668045 w 7880258"/>
                  <a:gd name="connsiteY91" fmla="*/ 20565 h 292349"/>
                  <a:gd name="connsiteX92" fmla="*/ 3499511 w 7880258"/>
                  <a:gd name="connsiteY92" fmla="*/ 14236 h 292349"/>
                  <a:gd name="connsiteX93" fmla="*/ 3331302 w 7880258"/>
                  <a:gd name="connsiteY93" fmla="*/ 13013 h 292349"/>
                  <a:gd name="connsiteX94" fmla="*/ 3163174 w 7880258"/>
                  <a:gd name="connsiteY94" fmla="*/ 11093 h 292349"/>
                  <a:gd name="connsiteX95" fmla="*/ 2995168 w 7880258"/>
                  <a:gd name="connsiteY95" fmla="*/ 8015 h 292349"/>
                  <a:gd name="connsiteX96" fmla="*/ 2827244 w 7880258"/>
                  <a:gd name="connsiteY96" fmla="*/ 4217 h 292349"/>
                  <a:gd name="connsiteX97" fmla="*/ 2659441 w 7880258"/>
                  <a:gd name="connsiteY97" fmla="*/ 5 h 292349"/>
                  <a:gd name="connsiteX98" fmla="*/ 2657247 w 7880258"/>
                  <a:gd name="connsiteY98" fmla="*/ 638 h 292349"/>
                  <a:gd name="connsiteX99" fmla="*/ 2637008 w 7880258"/>
                  <a:gd name="connsiteY99" fmla="*/ 16680 h 292349"/>
                  <a:gd name="connsiteX100" fmla="*/ 2617013 w 7880258"/>
                  <a:gd name="connsiteY100" fmla="*/ 31348 h 292349"/>
                  <a:gd name="connsiteX101" fmla="*/ 2446894 w 7880258"/>
                  <a:gd name="connsiteY101" fmla="*/ 28248 h 292349"/>
                  <a:gd name="connsiteX102" fmla="*/ 2275596 w 7880258"/>
                  <a:gd name="connsiteY102" fmla="*/ 26218 h 292349"/>
                  <a:gd name="connsiteX103" fmla="*/ 2104339 w 7880258"/>
                  <a:gd name="connsiteY103" fmla="*/ 24560 h 292349"/>
                  <a:gd name="connsiteX104" fmla="*/ 1933285 w 7880258"/>
                  <a:gd name="connsiteY104" fmla="*/ 23446 h 292349"/>
                  <a:gd name="connsiteX105" fmla="*/ 1798320 w 7880258"/>
                  <a:gd name="connsiteY105" fmla="*/ 22159 h 292349"/>
                  <a:gd name="connsiteX106" fmla="*/ 1420653 w 7880258"/>
                  <a:gd name="connsiteY106" fmla="*/ 18055 h 292349"/>
                  <a:gd name="connsiteX107" fmla="*/ 1079439 w 7880258"/>
                  <a:gd name="connsiteY107" fmla="*/ 15327 h 292349"/>
                  <a:gd name="connsiteX108" fmla="*/ 1077407 w 7880258"/>
                  <a:gd name="connsiteY108" fmla="*/ 15873 h 292349"/>
                  <a:gd name="connsiteX109" fmla="*/ 1039002 w 7880258"/>
                  <a:gd name="connsiteY109" fmla="*/ 43309 h 292349"/>
                  <a:gd name="connsiteX110" fmla="*/ 1000476 w 7880258"/>
                  <a:gd name="connsiteY110" fmla="*/ 69042 h 292349"/>
                  <a:gd name="connsiteX111" fmla="*/ 827430 w 7880258"/>
                  <a:gd name="connsiteY111" fmla="*/ 67012 h 292349"/>
                  <a:gd name="connsiteX112" fmla="*/ 653288 w 7880258"/>
                  <a:gd name="connsiteY112" fmla="*/ 64458 h 292349"/>
                  <a:gd name="connsiteX113" fmla="*/ 479268 w 7880258"/>
                  <a:gd name="connsiteY113" fmla="*/ 62429 h 292349"/>
                  <a:gd name="connsiteX114" fmla="*/ 477357 w 7880258"/>
                  <a:gd name="connsiteY114" fmla="*/ 62843 h 292349"/>
                  <a:gd name="connsiteX115" fmla="*/ 431312 w 7880258"/>
                  <a:gd name="connsiteY115" fmla="*/ 88359 h 292349"/>
                  <a:gd name="connsiteX116" fmla="*/ 384170 w 7880258"/>
                  <a:gd name="connsiteY116" fmla="*/ 113132 h 292349"/>
                  <a:gd name="connsiteX117" fmla="*/ 335971 w 7880258"/>
                  <a:gd name="connsiteY117" fmla="*/ 138123 h 292349"/>
                  <a:gd name="connsiteX118" fmla="*/ 286674 w 7880258"/>
                  <a:gd name="connsiteY118" fmla="*/ 162743 h 292349"/>
                  <a:gd name="connsiteX119" fmla="*/ 184506 w 7880258"/>
                  <a:gd name="connsiteY119" fmla="*/ 210543 h 292349"/>
                  <a:gd name="connsiteX120" fmla="*/ 131511 w 7880258"/>
                  <a:gd name="connsiteY120" fmla="*/ 233985 h 292349"/>
                  <a:gd name="connsiteX121" fmla="*/ 77257 w 7880258"/>
                  <a:gd name="connsiteY121" fmla="*/ 258540 h 292349"/>
                  <a:gd name="connsiteX122" fmla="*/ 21702 w 7880258"/>
                  <a:gd name="connsiteY122" fmla="*/ 283008 h 292349"/>
                  <a:gd name="connsiteX123" fmla="*/ 0 w 7880258"/>
                  <a:gd name="connsiteY123" fmla="*/ 292284 h 292349"/>
                  <a:gd name="connsiteX124" fmla="*/ 8290 w 7880258"/>
                  <a:gd name="connsiteY124" fmla="*/ 292284 h 292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7880258" h="292349">
                    <a:moveTo>
                      <a:pt x="8412" y="292349"/>
                    </a:moveTo>
                    <a:lnTo>
                      <a:pt x="24953" y="285321"/>
                    </a:lnTo>
                    <a:lnTo>
                      <a:pt x="80630" y="260810"/>
                    </a:lnTo>
                    <a:lnTo>
                      <a:pt x="134843" y="236233"/>
                    </a:lnTo>
                    <a:lnTo>
                      <a:pt x="187879" y="212726"/>
                    </a:lnTo>
                    <a:lnTo>
                      <a:pt x="290170" y="164926"/>
                    </a:lnTo>
                    <a:lnTo>
                      <a:pt x="339506" y="140262"/>
                    </a:lnTo>
                    <a:lnTo>
                      <a:pt x="387787" y="115227"/>
                    </a:lnTo>
                    <a:lnTo>
                      <a:pt x="434970" y="90454"/>
                    </a:lnTo>
                    <a:lnTo>
                      <a:pt x="480324" y="65310"/>
                    </a:lnTo>
                    <a:lnTo>
                      <a:pt x="653247" y="67274"/>
                    </a:lnTo>
                    <a:lnTo>
                      <a:pt x="827430" y="69893"/>
                    </a:lnTo>
                    <a:lnTo>
                      <a:pt x="1001695" y="71923"/>
                    </a:lnTo>
                    <a:cubicBezTo>
                      <a:pt x="1002385" y="71923"/>
                      <a:pt x="1003198" y="71749"/>
                      <a:pt x="1003686" y="71377"/>
                    </a:cubicBezTo>
                    <a:lnTo>
                      <a:pt x="1043066" y="45120"/>
                    </a:lnTo>
                    <a:lnTo>
                      <a:pt x="1080740" y="18208"/>
                    </a:lnTo>
                    <a:lnTo>
                      <a:pt x="1420693" y="20914"/>
                    </a:lnTo>
                    <a:lnTo>
                      <a:pt x="1762354" y="24647"/>
                    </a:lnTo>
                    <a:lnTo>
                      <a:pt x="1933285" y="26306"/>
                    </a:lnTo>
                    <a:lnTo>
                      <a:pt x="2104380" y="27419"/>
                    </a:lnTo>
                    <a:lnTo>
                      <a:pt x="2275596" y="29012"/>
                    </a:lnTo>
                    <a:lnTo>
                      <a:pt x="2446853" y="31086"/>
                    </a:lnTo>
                    <a:lnTo>
                      <a:pt x="2618313" y="34229"/>
                    </a:lnTo>
                    <a:cubicBezTo>
                      <a:pt x="2619370" y="34229"/>
                      <a:pt x="2619898" y="34010"/>
                      <a:pt x="2620386" y="33639"/>
                    </a:cubicBezTo>
                    <a:lnTo>
                      <a:pt x="2641234" y="18339"/>
                    </a:lnTo>
                    <a:lnTo>
                      <a:pt x="2660742" y="2886"/>
                    </a:lnTo>
                    <a:lnTo>
                      <a:pt x="2827162" y="7033"/>
                    </a:lnTo>
                    <a:lnTo>
                      <a:pt x="2995087" y="10809"/>
                    </a:lnTo>
                    <a:lnTo>
                      <a:pt x="3163174" y="13908"/>
                    </a:lnTo>
                    <a:lnTo>
                      <a:pt x="3331342" y="15763"/>
                    </a:lnTo>
                    <a:lnTo>
                      <a:pt x="3499470" y="17051"/>
                    </a:lnTo>
                    <a:lnTo>
                      <a:pt x="3667882" y="23381"/>
                    </a:lnTo>
                    <a:lnTo>
                      <a:pt x="3836335" y="28183"/>
                    </a:lnTo>
                    <a:lnTo>
                      <a:pt x="4004910" y="31915"/>
                    </a:lnTo>
                    <a:lnTo>
                      <a:pt x="4173606" y="35429"/>
                    </a:lnTo>
                    <a:lnTo>
                      <a:pt x="4342425" y="38572"/>
                    </a:lnTo>
                    <a:lnTo>
                      <a:pt x="4511325" y="40755"/>
                    </a:lnTo>
                    <a:lnTo>
                      <a:pt x="4680387" y="41868"/>
                    </a:lnTo>
                    <a:lnTo>
                      <a:pt x="4849449" y="42348"/>
                    </a:lnTo>
                    <a:lnTo>
                      <a:pt x="5018593" y="43418"/>
                    </a:lnTo>
                    <a:lnTo>
                      <a:pt x="5187940" y="46452"/>
                    </a:lnTo>
                    <a:lnTo>
                      <a:pt x="5357409" y="47456"/>
                    </a:lnTo>
                    <a:lnTo>
                      <a:pt x="5526959" y="46757"/>
                    </a:lnTo>
                    <a:lnTo>
                      <a:pt x="5696509" y="46386"/>
                    </a:lnTo>
                    <a:lnTo>
                      <a:pt x="5866262" y="45491"/>
                    </a:lnTo>
                    <a:lnTo>
                      <a:pt x="6035121" y="45382"/>
                    </a:lnTo>
                    <a:lnTo>
                      <a:pt x="6067674" y="60879"/>
                    </a:lnTo>
                    <a:lnTo>
                      <a:pt x="6085027" y="71901"/>
                    </a:lnTo>
                    <a:cubicBezTo>
                      <a:pt x="6085515" y="72229"/>
                      <a:pt x="6086206" y="72381"/>
                      <a:pt x="6086897" y="72381"/>
                    </a:cubicBezTo>
                    <a:lnTo>
                      <a:pt x="6262624" y="72643"/>
                    </a:lnTo>
                    <a:lnTo>
                      <a:pt x="6438433" y="72381"/>
                    </a:lnTo>
                    <a:lnTo>
                      <a:pt x="6613347" y="71465"/>
                    </a:lnTo>
                    <a:lnTo>
                      <a:pt x="6636349" y="81592"/>
                    </a:lnTo>
                    <a:cubicBezTo>
                      <a:pt x="6636756" y="81745"/>
                      <a:pt x="6637243" y="81854"/>
                      <a:pt x="6637853" y="81920"/>
                    </a:cubicBezTo>
                    <a:lnTo>
                      <a:pt x="6815938" y="87398"/>
                    </a:lnTo>
                    <a:lnTo>
                      <a:pt x="6994022" y="92309"/>
                    </a:lnTo>
                    <a:lnTo>
                      <a:pt x="7172432" y="97591"/>
                    </a:lnTo>
                    <a:lnTo>
                      <a:pt x="7350841" y="102109"/>
                    </a:lnTo>
                    <a:lnTo>
                      <a:pt x="7708027" y="107762"/>
                    </a:lnTo>
                    <a:lnTo>
                      <a:pt x="7877373" y="109356"/>
                    </a:lnTo>
                    <a:lnTo>
                      <a:pt x="7877983" y="109356"/>
                    </a:lnTo>
                    <a:cubicBezTo>
                      <a:pt x="7879365" y="109356"/>
                      <a:pt x="7880177" y="108701"/>
                      <a:pt x="7880259" y="107959"/>
                    </a:cubicBezTo>
                    <a:cubicBezTo>
                      <a:pt x="7880259" y="107217"/>
                      <a:pt x="7878877" y="106584"/>
                      <a:pt x="7877495" y="106518"/>
                    </a:cubicBezTo>
                    <a:lnTo>
                      <a:pt x="7708107" y="104925"/>
                    </a:lnTo>
                    <a:lnTo>
                      <a:pt x="7351004" y="99337"/>
                    </a:lnTo>
                    <a:lnTo>
                      <a:pt x="7172636" y="94754"/>
                    </a:lnTo>
                    <a:lnTo>
                      <a:pt x="6994347" y="89472"/>
                    </a:lnTo>
                    <a:lnTo>
                      <a:pt x="6816141" y="84583"/>
                    </a:lnTo>
                    <a:lnTo>
                      <a:pt x="6638951" y="79104"/>
                    </a:lnTo>
                    <a:lnTo>
                      <a:pt x="6615827" y="68977"/>
                    </a:lnTo>
                    <a:cubicBezTo>
                      <a:pt x="6615339" y="68758"/>
                      <a:pt x="6614852" y="68649"/>
                      <a:pt x="6614241" y="68649"/>
                    </a:cubicBezTo>
                    <a:lnTo>
                      <a:pt x="6614241" y="68649"/>
                    </a:lnTo>
                    <a:lnTo>
                      <a:pt x="6438311" y="69566"/>
                    </a:lnTo>
                    <a:lnTo>
                      <a:pt x="6262583" y="69871"/>
                    </a:lnTo>
                    <a:lnTo>
                      <a:pt x="6088075" y="69566"/>
                    </a:lnTo>
                    <a:lnTo>
                      <a:pt x="6071210" y="58915"/>
                    </a:lnTo>
                    <a:lnTo>
                      <a:pt x="6037682" y="42938"/>
                    </a:lnTo>
                    <a:cubicBezTo>
                      <a:pt x="6037275" y="42719"/>
                      <a:pt x="6036706" y="42566"/>
                      <a:pt x="6036015" y="42566"/>
                    </a:cubicBezTo>
                    <a:lnTo>
                      <a:pt x="5866262" y="42676"/>
                    </a:lnTo>
                    <a:lnTo>
                      <a:pt x="5696509" y="43592"/>
                    </a:lnTo>
                    <a:lnTo>
                      <a:pt x="5526837" y="43963"/>
                    </a:lnTo>
                    <a:lnTo>
                      <a:pt x="5357368" y="44662"/>
                    </a:lnTo>
                    <a:lnTo>
                      <a:pt x="5188021" y="43658"/>
                    </a:lnTo>
                    <a:lnTo>
                      <a:pt x="5018674" y="40624"/>
                    </a:lnTo>
                    <a:lnTo>
                      <a:pt x="4849409" y="39554"/>
                    </a:lnTo>
                    <a:lnTo>
                      <a:pt x="4680346" y="39074"/>
                    </a:lnTo>
                    <a:lnTo>
                      <a:pt x="4511365" y="38005"/>
                    </a:lnTo>
                    <a:lnTo>
                      <a:pt x="4342506" y="35756"/>
                    </a:lnTo>
                    <a:lnTo>
                      <a:pt x="4173728" y="32614"/>
                    </a:lnTo>
                    <a:lnTo>
                      <a:pt x="4004991" y="29099"/>
                    </a:lnTo>
                    <a:lnTo>
                      <a:pt x="3836457" y="25367"/>
                    </a:lnTo>
                    <a:lnTo>
                      <a:pt x="3668045" y="20565"/>
                    </a:lnTo>
                    <a:lnTo>
                      <a:pt x="3499511" y="14236"/>
                    </a:lnTo>
                    <a:lnTo>
                      <a:pt x="3331302" y="13013"/>
                    </a:lnTo>
                    <a:lnTo>
                      <a:pt x="3163174" y="11093"/>
                    </a:lnTo>
                    <a:lnTo>
                      <a:pt x="2995168" y="8015"/>
                    </a:lnTo>
                    <a:lnTo>
                      <a:pt x="2827244" y="4217"/>
                    </a:lnTo>
                    <a:lnTo>
                      <a:pt x="2659441" y="5"/>
                    </a:lnTo>
                    <a:cubicBezTo>
                      <a:pt x="2658547" y="-39"/>
                      <a:pt x="2657775" y="223"/>
                      <a:pt x="2657247" y="638"/>
                    </a:cubicBezTo>
                    <a:lnTo>
                      <a:pt x="2637008" y="16680"/>
                    </a:lnTo>
                    <a:lnTo>
                      <a:pt x="2617013" y="31348"/>
                    </a:lnTo>
                    <a:lnTo>
                      <a:pt x="2446894" y="28248"/>
                    </a:lnTo>
                    <a:lnTo>
                      <a:pt x="2275596" y="26218"/>
                    </a:lnTo>
                    <a:lnTo>
                      <a:pt x="2104339" y="24560"/>
                    </a:lnTo>
                    <a:lnTo>
                      <a:pt x="1933285" y="23446"/>
                    </a:lnTo>
                    <a:lnTo>
                      <a:pt x="1798320" y="22159"/>
                    </a:lnTo>
                    <a:lnTo>
                      <a:pt x="1420653" y="18055"/>
                    </a:lnTo>
                    <a:lnTo>
                      <a:pt x="1079439" y="15327"/>
                    </a:lnTo>
                    <a:cubicBezTo>
                      <a:pt x="1078545" y="15283"/>
                      <a:pt x="1077895" y="15545"/>
                      <a:pt x="1077407" y="15873"/>
                    </a:cubicBezTo>
                    <a:lnTo>
                      <a:pt x="1039002" y="43309"/>
                    </a:lnTo>
                    <a:lnTo>
                      <a:pt x="1000476" y="69042"/>
                    </a:lnTo>
                    <a:lnTo>
                      <a:pt x="827430" y="67012"/>
                    </a:lnTo>
                    <a:lnTo>
                      <a:pt x="653288" y="64458"/>
                    </a:lnTo>
                    <a:lnTo>
                      <a:pt x="479268" y="62429"/>
                    </a:lnTo>
                    <a:cubicBezTo>
                      <a:pt x="478658" y="62429"/>
                      <a:pt x="477886" y="62581"/>
                      <a:pt x="477357" y="62843"/>
                    </a:cubicBezTo>
                    <a:lnTo>
                      <a:pt x="431312" y="88359"/>
                    </a:lnTo>
                    <a:lnTo>
                      <a:pt x="384170" y="113132"/>
                    </a:lnTo>
                    <a:lnTo>
                      <a:pt x="335971" y="138123"/>
                    </a:lnTo>
                    <a:lnTo>
                      <a:pt x="286674" y="162743"/>
                    </a:lnTo>
                    <a:lnTo>
                      <a:pt x="184506" y="210543"/>
                    </a:lnTo>
                    <a:lnTo>
                      <a:pt x="131511" y="233985"/>
                    </a:lnTo>
                    <a:lnTo>
                      <a:pt x="77257" y="258540"/>
                    </a:lnTo>
                    <a:lnTo>
                      <a:pt x="21702" y="283008"/>
                    </a:lnTo>
                    <a:lnTo>
                      <a:pt x="0" y="292284"/>
                    </a:lnTo>
                    <a:lnTo>
                      <a:pt x="8290" y="29228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6" name="Freeform: Shape 675">
                <a:extLst>
                  <a:ext uri="{FF2B5EF4-FFF2-40B4-BE49-F238E27FC236}">
                    <a16:creationId xmlns:a16="http://schemas.microsoft.com/office/drawing/2014/main" id="{4F6915E9-B544-4369-BD2F-A4595077D9F7}"/>
                  </a:ext>
                </a:extLst>
              </p:cNvPr>
              <p:cNvSpPr/>
              <p:nvPr/>
            </p:nvSpPr>
            <p:spPr>
              <a:xfrm>
                <a:off x="162" y="6100047"/>
                <a:ext cx="9624039" cy="602215"/>
              </a:xfrm>
              <a:custGeom>
                <a:avLst/>
                <a:gdLst>
                  <a:gd name="connsiteX0" fmla="*/ 9621479 w 9624039"/>
                  <a:gd name="connsiteY0" fmla="*/ 599226 h 602215"/>
                  <a:gd name="connsiteX1" fmla="*/ 9453108 w 9624039"/>
                  <a:gd name="connsiteY1" fmla="*/ 596672 h 602215"/>
                  <a:gd name="connsiteX2" fmla="*/ 9276527 w 9624039"/>
                  <a:gd name="connsiteY2" fmla="*/ 593682 h 602215"/>
                  <a:gd name="connsiteX3" fmla="*/ 9100109 w 9624039"/>
                  <a:gd name="connsiteY3" fmla="*/ 590539 h 602215"/>
                  <a:gd name="connsiteX4" fmla="*/ 8923691 w 9624039"/>
                  <a:gd name="connsiteY4" fmla="*/ 585628 h 602215"/>
                  <a:gd name="connsiteX5" fmla="*/ 8747272 w 9624039"/>
                  <a:gd name="connsiteY5" fmla="*/ 579887 h 602215"/>
                  <a:gd name="connsiteX6" fmla="*/ 8571829 w 9624039"/>
                  <a:gd name="connsiteY6" fmla="*/ 577639 h 602215"/>
                  <a:gd name="connsiteX7" fmla="*/ 8522939 w 9624039"/>
                  <a:gd name="connsiteY7" fmla="*/ 560702 h 602215"/>
                  <a:gd name="connsiteX8" fmla="*/ 8475309 w 9624039"/>
                  <a:gd name="connsiteY8" fmla="*/ 540185 h 602215"/>
                  <a:gd name="connsiteX9" fmla="*/ 8474415 w 9624039"/>
                  <a:gd name="connsiteY9" fmla="*/ 539967 h 602215"/>
                  <a:gd name="connsiteX10" fmla="*/ 8451616 w 9624039"/>
                  <a:gd name="connsiteY10" fmla="*/ 536125 h 602215"/>
                  <a:gd name="connsiteX11" fmla="*/ 8429183 w 9624039"/>
                  <a:gd name="connsiteY11" fmla="*/ 531280 h 602215"/>
                  <a:gd name="connsiteX12" fmla="*/ 8407563 w 9624039"/>
                  <a:gd name="connsiteY12" fmla="*/ 526282 h 602215"/>
                  <a:gd name="connsiteX13" fmla="*/ 8386227 w 9624039"/>
                  <a:gd name="connsiteY13" fmla="*/ 518293 h 602215"/>
                  <a:gd name="connsiteX14" fmla="*/ 8044810 w 9624039"/>
                  <a:gd name="connsiteY14" fmla="*/ 287979 h 602215"/>
                  <a:gd name="connsiteX15" fmla="*/ 8042941 w 9624039"/>
                  <a:gd name="connsiteY15" fmla="*/ 287455 h 602215"/>
                  <a:gd name="connsiteX16" fmla="*/ 7773254 w 9624039"/>
                  <a:gd name="connsiteY16" fmla="*/ 286910 h 602215"/>
                  <a:gd name="connsiteX17" fmla="*/ 7639711 w 9624039"/>
                  <a:gd name="connsiteY17" fmla="*/ 282588 h 602215"/>
                  <a:gd name="connsiteX18" fmla="*/ 7629104 w 9624039"/>
                  <a:gd name="connsiteY18" fmla="*/ 273203 h 602215"/>
                  <a:gd name="connsiteX19" fmla="*/ 7617806 w 9624039"/>
                  <a:gd name="connsiteY19" fmla="*/ 260674 h 602215"/>
                  <a:gd name="connsiteX20" fmla="*/ 7606792 w 9624039"/>
                  <a:gd name="connsiteY20" fmla="*/ 248844 h 602215"/>
                  <a:gd name="connsiteX21" fmla="*/ 7605126 w 9624039"/>
                  <a:gd name="connsiteY21" fmla="*/ 248146 h 602215"/>
                  <a:gd name="connsiteX22" fmla="*/ 7473574 w 9624039"/>
                  <a:gd name="connsiteY22" fmla="*/ 229768 h 602215"/>
                  <a:gd name="connsiteX23" fmla="*/ 7211040 w 9624039"/>
                  <a:gd name="connsiteY23" fmla="*/ 203860 h 602215"/>
                  <a:gd name="connsiteX24" fmla="*/ 7079976 w 9624039"/>
                  <a:gd name="connsiteY24" fmla="*/ 187708 h 602215"/>
                  <a:gd name="connsiteX25" fmla="*/ 6948831 w 9624039"/>
                  <a:gd name="connsiteY25" fmla="*/ 167628 h 602215"/>
                  <a:gd name="connsiteX26" fmla="*/ 6817767 w 9624039"/>
                  <a:gd name="connsiteY26" fmla="*/ 148333 h 602215"/>
                  <a:gd name="connsiteX27" fmla="*/ 6686499 w 9624039"/>
                  <a:gd name="connsiteY27" fmla="*/ 128624 h 602215"/>
                  <a:gd name="connsiteX28" fmla="*/ 6555842 w 9624039"/>
                  <a:gd name="connsiteY28" fmla="*/ 118278 h 602215"/>
                  <a:gd name="connsiteX29" fmla="*/ 6424087 w 9624039"/>
                  <a:gd name="connsiteY29" fmla="*/ 103043 h 602215"/>
                  <a:gd name="connsiteX30" fmla="*/ 6290056 w 9624039"/>
                  <a:gd name="connsiteY30" fmla="*/ 82373 h 602215"/>
                  <a:gd name="connsiteX31" fmla="*/ 6153994 w 9624039"/>
                  <a:gd name="connsiteY31" fmla="*/ 62598 h 602215"/>
                  <a:gd name="connsiteX32" fmla="*/ 6016386 w 9624039"/>
                  <a:gd name="connsiteY32" fmla="*/ 54435 h 602215"/>
                  <a:gd name="connsiteX33" fmla="*/ 5877357 w 9624039"/>
                  <a:gd name="connsiteY33" fmla="*/ 49110 h 602215"/>
                  <a:gd name="connsiteX34" fmla="*/ 5744667 w 9624039"/>
                  <a:gd name="connsiteY34" fmla="*/ 39724 h 602215"/>
                  <a:gd name="connsiteX35" fmla="*/ 5598485 w 9624039"/>
                  <a:gd name="connsiteY35" fmla="*/ 28156 h 602215"/>
                  <a:gd name="connsiteX36" fmla="*/ 5461813 w 9624039"/>
                  <a:gd name="connsiteY36" fmla="*/ 17723 h 602215"/>
                  <a:gd name="connsiteX37" fmla="*/ 5329367 w 9624039"/>
                  <a:gd name="connsiteY37" fmla="*/ 14165 h 602215"/>
                  <a:gd name="connsiteX38" fmla="*/ 5201270 w 9624039"/>
                  <a:gd name="connsiteY38" fmla="*/ 9844 h 602215"/>
                  <a:gd name="connsiteX39" fmla="*/ 5077399 w 9624039"/>
                  <a:gd name="connsiteY39" fmla="*/ 10804 h 602215"/>
                  <a:gd name="connsiteX40" fmla="*/ 4956048 w 9624039"/>
                  <a:gd name="connsiteY40" fmla="*/ 10215 h 602215"/>
                  <a:gd name="connsiteX41" fmla="*/ 4835754 w 9624039"/>
                  <a:gd name="connsiteY41" fmla="*/ 11437 h 602215"/>
                  <a:gd name="connsiteX42" fmla="*/ 4714565 w 9624039"/>
                  <a:gd name="connsiteY42" fmla="*/ 10739 h 602215"/>
                  <a:gd name="connsiteX43" fmla="*/ 4591386 w 9624039"/>
                  <a:gd name="connsiteY43" fmla="*/ 8447 h 602215"/>
                  <a:gd name="connsiteX44" fmla="*/ 4466214 w 9624039"/>
                  <a:gd name="connsiteY44" fmla="*/ 5042 h 602215"/>
                  <a:gd name="connsiteX45" fmla="*/ 4339377 w 9624039"/>
                  <a:gd name="connsiteY45" fmla="*/ 2335 h 602215"/>
                  <a:gd name="connsiteX46" fmla="*/ 4210954 w 9624039"/>
                  <a:gd name="connsiteY46" fmla="*/ 2073 h 602215"/>
                  <a:gd name="connsiteX47" fmla="*/ 4081435 w 9624039"/>
                  <a:gd name="connsiteY47" fmla="*/ 0 h 602215"/>
                  <a:gd name="connsiteX48" fmla="*/ 3952321 w 9624039"/>
                  <a:gd name="connsiteY48" fmla="*/ 1506 h 602215"/>
                  <a:gd name="connsiteX49" fmla="*/ 3950289 w 9624039"/>
                  <a:gd name="connsiteY49" fmla="*/ 2139 h 602215"/>
                  <a:gd name="connsiteX50" fmla="*/ 3931961 w 9624039"/>
                  <a:gd name="connsiteY50" fmla="*/ 17003 h 602215"/>
                  <a:gd name="connsiteX51" fmla="*/ 3912657 w 9624039"/>
                  <a:gd name="connsiteY51" fmla="*/ 27436 h 602215"/>
                  <a:gd name="connsiteX52" fmla="*/ 3782080 w 9624039"/>
                  <a:gd name="connsiteY52" fmla="*/ 23813 h 602215"/>
                  <a:gd name="connsiteX53" fmla="*/ 3650529 w 9624039"/>
                  <a:gd name="connsiteY53" fmla="*/ 23551 h 602215"/>
                  <a:gd name="connsiteX54" fmla="*/ 3650529 w 9624039"/>
                  <a:gd name="connsiteY54" fmla="*/ 23551 h 602215"/>
                  <a:gd name="connsiteX55" fmla="*/ 3648741 w 9624039"/>
                  <a:gd name="connsiteY55" fmla="*/ 23987 h 602215"/>
                  <a:gd name="connsiteX56" fmla="*/ 3626023 w 9624039"/>
                  <a:gd name="connsiteY56" fmla="*/ 36407 h 602215"/>
                  <a:gd name="connsiteX57" fmla="*/ 3625535 w 9624039"/>
                  <a:gd name="connsiteY57" fmla="*/ 36778 h 602215"/>
                  <a:gd name="connsiteX58" fmla="*/ 3602208 w 9624039"/>
                  <a:gd name="connsiteY58" fmla="*/ 61725 h 602215"/>
                  <a:gd name="connsiteX59" fmla="*/ 3578474 w 9624039"/>
                  <a:gd name="connsiteY59" fmla="*/ 94443 h 602215"/>
                  <a:gd name="connsiteX60" fmla="*/ 3554375 w 9624039"/>
                  <a:gd name="connsiteY60" fmla="*/ 124018 h 602215"/>
                  <a:gd name="connsiteX61" fmla="*/ 3529869 w 9624039"/>
                  <a:gd name="connsiteY61" fmla="*/ 153331 h 602215"/>
                  <a:gd name="connsiteX62" fmla="*/ 3504916 w 9624039"/>
                  <a:gd name="connsiteY62" fmla="*/ 179021 h 602215"/>
                  <a:gd name="connsiteX63" fmla="*/ 3479556 w 9624039"/>
                  <a:gd name="connsiteY63" fmla="*/ 204602 h 602215"/>
                  <a:gd name="connsiteX64" fmla="*/ 3453791 w 9624039"/>
                  <a:gd name="connsiteY64" fmla="*/ 229157 h 602215"/>
                  <a:gd name="connsiteX65" fmla="*/ 3427618 w 9624039"/>
                  <a:gd name="connsiteY65" fmla="*/ 252031 h 602215"/>
                  <a:gd name="connsiteX66" fmla="*/ 3401690 w 9624039"/>
                  <a:gd name="connsiteY66" fmla="*/ 271806 h 602215"/>
                  <a:gd name="connsiteX67" fmla="*/ 3259409 w 9624039"/>
                  <a:gd name="connsiteY67" fmla="*/ 267222 h 602215"/>
                  <a:gd name="connsiteX68" fmla="*/ 3115788 w 9624039"/>
                  <a:gd name="connsiteY68" fmla="*/ 262049 h 602215"/>
                  <a:gd name="connsiteX69" fmla="*/ 2972369 w 9624039"/>
                  <a:gd name="connsiteY69" fmla="*/ 258055 h 602215"/>
                  <a:gd name="connsiteX70" fmla="*/ 2828951 w 9624039"/>
                  <a:gd name="connsiteY70" fmla="*/ 252249 h 602215"/>
                  <a:gd name="connsiteX71" fmla="*/ 2826878 w 9624039"/>
                  <a:gd name="connsiteY71" fmla="*/ 252729 h 602215"/>
                  <a:gd name="connsiteX72" fmla="*/ 2794569 w 9624039"/>
                  <a:gd name="connsiteY72" fmla="*/ 272657 h 602215"/>
                  <a:gd name="connsiteX73" fmla="*/ 2761732 w 9624039"/>
                  <a:gd name="connsiteY73" fmla="*/ 287368 h 602215"/>
                  <a:gd name="connsiteX74" fmla="*/ 2728001 w 9624039"/>
                  <a:gd name="connsiteY74" fmla="*/ 298783 h 602215"/>
                  <a:gd name="connsiteX75" fmla="*/ 2693254 w 9624039"/>
                  <a:gd name="connsiteY75" fmla="*/ 311203 h 602215"/>
                  <a:gd name="connsiteX76" fmla="*/ 2658141 w 9624039"/>
                  <a:gd name="connsiteY76" fmla="*/ 330061 h 602215"/>
                  <a:gd name="connsiteX77" fmla="*/ 2622621 w 9624039"/>
                  <a:gd name="connsiteY77" fmla="*/ 348701 h 602215"/>
                  <a:gd name="connsiteX78" fmla="*/ 2586289 w 9624039"/>
                  <a:gd name="connsiteY78" fmla="*/ 362757 h 602215"/>
                  <a:gd name="connsiteX79" fmla="*/ 2549022 w 9624039"/>
                  <a:gd name="connsiteY79" fmla="*/ 376028 h 602215"/>
                  <a:gd name="connsiteX80" fmla="*/ 2511146 w 9624039"/>
                  <a:gd name="connsiteY80" fmla="*/ 391175 h 602215"/>
                  <a:gd name="connsiteX81" fmla="*/ 2472335 w 9624039"/>
                  <a:gd name="connsiteY81" fmla="*/ 405777 h 602215"/>
                  <a:gd name="connsiteX82" fmla="*/ 2433036 w 9624039"/>
                  <a:gd name="connsiteY82" fmla="*/ 422082 h 602215"/>
                  <a:gd name="connsiteX83" fmla="*/ 2392761 w 9624039"/>
                  <a:gd name="connsiteY83" fmla="*/ 435832 h 602215"/>
                  <a:gd name="connsiteX84" fmla="*/ 2351431 w 9624039"/>
                  <a:gd name="connsiteY84" fmla="*/ 449539 h 602215"/>
                  <a:gd name="connsiteX85" fmla="*/ 2309531 w 9624039"/>
                  <a:gd name="connsiteY85" fmla="*/ 467066 h 602215"/>
                  <a:gd name="connsiteX86" fmla="*/ 2266574 w 9624039"/>
                  <a:gd name="connsiteY86" fmla="*/ 482890 h 602215"/>
                  <a:gd name="connsiteX87" fmla="*/ 2223374 w 9624039"/>
                  <a:gd name="connsiteY87" fmla="*/ 499937 h 602215"/>
                  <a:gd name="connsiteX88" fmla="*/ 2056018 w 9624039"/>
                  <a:gd name="connsiteY88" fmla="*/ 497863 h 602215"/>
                  <a:gd name="connsiteX89" fmla="*/ 1887931 w 9624039"/>
                  <a:gd name="connsiteY89" fmla="*/ 498300 h 602215"/>
                  <a:gd name="connsiteX90" fmla="*/ 1719885 w 9624039"/>
                  <a:gd name="connsiteY90" fmla="*/ 496532 h 602215"/>
                  <a:gd name="connsiteX91" fmla="*/ 1551960 w 9624039"/>
                  <a:gd name="connsiteY91" fmla="*/ 496532 h 602215"/>
                  <a:gd name="connsiteX92" fmla="*/ 1384076 w 9624039"/>
                  <a:gd name="connsiteY92" fmla="*/ 498234 h 602215"/>
                  <a:gd name="connsiteX93" fmla="*/ 1216396 w 9624039"/>
                  <a:gd name="connsiteY93" fmla="*/ 500308 h 602215"/>
                  <a:gd name="connsiteX94" fmla="*/ 1048756 w 9624039"/>
                  <a:gd name="connsiteY94" fmla="*/ 500526 h 602215"/>
                  <a:gd name="connsiteX95" fmla="*/ 1047862 w 9624039"/>
                  <a:gd name="connsiteY95" fmla="*/ 500635 h 602215"/>
                  <a:gd name="connsiteX96" fmla="*/ 990275 w 9624039"/>
                  <a:gd name="connsiteY96" fmla="*/ 513120 h 602215"/>
                  <a:gd name="connsiteX97" fmla="*/ 931875 w 9624039"/>
                  <a:gd name="connsiteY97" fmla="*/ 527351 h 602215"/>
                  <a:gd name="connsiteX98" fmla="*/ 761147 w 9624039"/>
                  <a:gd name="connsiteY98" fmla="*/ 528791 h 602215"/>
                  <a:gd name="connsiteX99" fmla="*/ 760049 w 9624039"/>
                  <a:gd name="connsiteY99" fmla="*/ 528944 h 602215"/>
                  <a:gd name="connsiteX100" fmla="*/ 697626 w 9624039"/>
                  <a:gd name="connsiteY100" fmla="*/ 546144 h 602215"/>
                  <a:gd name="connsiteX101" fmla="*/ 634553 w 9624039"/>
                  <a:gd name="connsiteY101" fmla="*/ 570502 h 602215"/>
                  <a:gd name="connsiteX102" fmla="*/ 460532 w 9624039"/>
                  <a:gd name="connsiteY102" fmla="*/ 568909 h 602215"/>
                  <a:gd name="connsiteX103" fmla="*/ 285862 w 9624039"/>
                  <a:gd name="connsiteY103" fmla="*/ 566311 h 602215"/>
                  <a:gd name="connsiteX104" fmla="*/ 111232 w 9624039"/>
                  <a:gd name="connsiteY104" fmla="*/ 562252 h 602215"/>
                  <a:gd name="connsiteX105" fmla="*/ 0 w 9624039"/>
                  <a:gd name="connsiteY105" fmla="*/ 561335 h 602215"/>
                  <a:gd name="connsiteX106" fmla="*/ 0 w 9624039"/>
                  <a:gd name="connsiteY106" fmla="*/ 564172 h 602215"/>
                  <a:gd name="connsiteX107" fmla="*/ 111069 w 9624039"/>
                  <a:gd name="connsiteY107" fmla="*/ 565089 h 602215"/>
                  <a:gd name="connsiteX108" fmla="*/ 285699 w 9624039"/>
                  <a:gd name="connsiteY108" fmla="*/ 569127 h 602215"/>
                  <a:gd name="connsiteX109" fmla="*/ 460411 w 9624039"/>
                  <a:gd name="connsiteY109" fmla="*/ 571746 h 602215"/>
                  <a:gd name="connsiteX110" fmla="*/ 635285 w 9624039"/>
                  <a:gd name="connsiteY110" fmla="*/ 573340 h 602215"/>
                  <a:gd name="connsiteX111" fmla="*/ 636788 w 9624039"/>
                  <a:gd name="connsiteY111" fmla="*/ 573078 h 602215"/>
                  <a:gd name="connsiteX112" fmla="*/ 700187 w 9624039"/>
                  <a:gd name="connsiteY112" fmla="*/ 548566 h 602215"/>
                  <a:gd name="connsiteX113" fmla="*/ 761797 w 9624039"/>
                  <a:gd name="connsiteY113" fmla="*/ 531629 h 602215"/>
                  <a:gd name="connsiteX114" fmla="*/ 932404 w 9624039"/>
                  <a:gd name="connsiteY114" fmla="*/ 530188 h 602215"/>
                  <a:gd name="connsiteX115" fmla="*/ 933420 w 9624039"/>
                  <a:gd name="connsiteY115" fmla="*/ 530079 h 602215"/>
                  <a:gd name="connsiteX116" fmla="*/ 992144 w 9624039"/>
                  <a:gd name="connsiteY116" fmla="*/ 515696 h 602215"/>
                  <a:gd name="connsiteX117" fmla="*/ 1049203 w 9624039"/>
                  <a:gd name="connsiteY117" fmla="*/ 503385 h 602215"/>
                  <a:gd name="connsiteX118" fmla="*/ 1216396 w 9624039"/>
                  <a:gd name="connsiteY118" fmla="*/ 503167 h 602215"/>
                  <a:gd name="connsiteX119" fmla="*/ 1384158 w 9624039"/>
                  <a:gd name="connsiteY119" fmla="*/ 501094 h 602215"/>
                  <a:gd name="connsiteX120" fmla="*/ 1551920 w 9624039"/>
                  <a:gd name="connsiteY120" fmla="*/ 499391 h 602215"/>
                  <a:gd name="connsiteX121" fmla="*/ 1719763 w 9624039"/>
                  <a:gd name="connsiteY121" fmla="*/ 499391 h 602215"/>
                  <a:gd name="connsiteX122" fmla="*/ 1887809 w 9624039"/>
                  <a:gd name="connsiteY122" fmla="*/ 501159 h 602215"/>
                  <a:gd name="connsiteX123" fmla="*/ 2055896 w 9624039"/>
                  <a:gd name="connsiteY123" fmla="*/ 500744 h 602215"/>
                  <a:gd name="connsiteX124" fmla="*/ 2224065 w 9624039"/>
                  <a:gd name="connsiteY124" fmla="*/ 502818 h 602215"/>
                  <a:gd name="connsiteX125" fmla="*/ 2225609 w 9624039"/>
                  <a:gd name="connsiteY125" fmla="*/ 502556 h 602215"/>
                  <a:gd name="connsiteX126" fmla="*/ 2269419 w 9624039"/>
                  <a:gd name="connsiteY126" fmla="*/ 485291 h 602215"/>
                  <a:gd name="connsiteX127" fmla="*/ 2312457 w 9624039"/>
                  <a:gd name="connsiteY127" fmla="*/ 469402 h 602215"/>
                  <a:gd name="connsiteX128" fmla="*/ 2354275 w 9624039"/>
                  <a:gd name="connsiteY128" fmla="*/ 451918 h 602215"/>
                  <a:gd name="connsiteX129" fmla="*/ 2395444 w 9624039"/>
                  <a:gd name="connsiteY129" fmla="*/ 438277 h 602215"/>
                  <a:gd name="connsiteX130" fmla="*/ 2435880 w 9624039"/>
                  <a:gd name="connsiteY130" fmla="*/ 424417 h 602215"/>
                  <a:gd name="connsiteX131" fmla="*/ 2475261 w 9624039"/>
                  <a:gd name="connsiteY131" fmla="*/ 408113 h 602215"/>
                  <a:gd name="connsiteX132" fmla="*/ 2513991 w 9624039"/>
                  <a:gd name="connsiteY132" fmla="*/ 393511 h 602215"/>
                  <a:gd name="connsiteX133" fmla="*/ 2551786 w 9624039"/>
                  <a:gd name="connsiteY133" fmla="*/ 378428 h 602215"/>
                  <a:gd name="connsiteX134" fmla="*/ 2589053 w 9624039"/>
                  <a:gd name="connsiteY134" fmla="*/ 365158 h 602215"/>
                  <a:gd name="connsiteX135" fmla="*/ 2625791 w 9624039"/>
                  <a:gd name="connsiteY135" fmla="*/ 350927 h 602215"/>
                  <a:gd name="connsiteX136" fmla="*/ 2661595 w 9624039"/>
                  <a:gd name="connsiteY136" fmla="*/ 332113 h 602215"/>
                  <a:gd name="connsiteX137" fmla="*/ 2696342 w 9624039"/>
                  <a:gd name="connsiteY137" fmla="*/ 313473 h 602215"/>
                  <a:gd name="connsiteX138" fmla="*/ 2730602 w 9624039"/>
                  <a:gd name="connsiteY138" fmla="*/ 301206 h 602215"/>
                  <a:gd name="connsiteX139" fmla="*/ 2764577 w 9624039"/>
                  <a:gd name="connsiteY139" fmla="*/ 289704 h 602215"/>
                  <a:gd name="connsiteX140" fmla="*/ 2797942 w 9624039"/>
                  <a:gd name="connsiteY140" fmla="*/ 274731 h 602215"/>
                  <a:gd name="connsiteX141" fmla="*/ 2829723 w 9624039"/>
                  <a:gd name="connsiteY141" fmla="*/ 255174 h 602215"/>
                  <a:gd name="connsiteX142" fmla="*/ 2971922 w 9624039"/>
                  <a:gd name="connsiteY142" fmla="*/ 260936 h 602215"/>
                  <a:gd name="connsiteX143" fmla="*/ 3115381 w 9624039"/>
                  <a:gd name="connsiteY143" fmla="*/ 264930 h 602215"/>
                  <a:gd name="connsiteX144" fmla="*/ 3259003 w 9624039"/>
                  <a:gd name="connsiteY144" fmla="*/ 270103 h 602215"/>
                  <a:gd name="connsiteX145" fmla="*/ 3402665 w 9624039"/>
                  <a:gd name="connsiteY145" fmla="*/ 274731 h 602215"/>
                  <a:gd name="connsiteX146" fmla="*/ 3404901 w 9624039"/>
                  <a:gd name="connsiteY146" fmla="*/ 274141 h 602215"/>
                  <a:gd name="connsiteX147" fmla="*/ 3431682 w 9624039"/>
                  <a:gd name="connsiteY147" fmla="*/ 253624 h 602215"/>
                  <a:gd name="connsiteX148" fmla="*/ 3458017 w 9624039"/>
                  <a:gd name="connsiteY148" fmla="*/ 230663 h 602215"/>
                  <a:gd name="connsiteX149" fmla="*/ 3483905 w 9624039"/>
                  <a:gd name="connsiteY149" fmla="*/ 206043 h 602215"/>
                  <a:gd name="connsiteX150" fmla="*/ 3509305 w 9624039"/>
                  <a:gd name="connsiteY150" fmla="*/ 180462 h 602215"/>
                  <a:gd name="connsiteX151" fmla="*/ 3534298 w 9624039"/>
                  <a:gd name="connsiteY151" fmla="*/ 154663 h 602215"/>
                  <a:gd name="connsiteX152" fmla="*/ 3558845 w 9624039"/>
                  <a:gd name="connsiteY152" fmla="*/ 125262 h 602215"/>
                  <a:gd name="connsiteX153" fmla="*/ 3583026 w 9624039"/>
                  <a:gd name="connsiteY153" fmla="*/ 95578 h 602215"/>
                  <a:gd name="connsiteX154" fmla="*/ 3606678 w 9624039"/>
                  <a:gd name="connsiteY154" fmla="*/ 62970 h 602215"/>
                  <a:gd name="connsiteX155" fmla="*/ 3629762 w 9624039"/>
                  <a:gd name="connsiteY155" fmla="*/ 38349 h 602215"/>
                  <a:gd name="connsiteX156" fmla="*/ 3651464 w 9624039"/>
                  <a:gd name="connsiteY156" fmla="*/ 26476 h 602215"/>
                  <a:gd name="connsiteX157" fmla="*/ 3781837 w 9624039"/>
                  <a:gd name="connsiteY157" fmla="*/ 26694 h 602215"/>
                  <a:gd name="connsiteX158" fmla="*/ 3913470 w 9624039"/>
                  <a:gd name="connsiteY158" fmla="*/ 30361 h 602215"/>
                  <a:gd name="connsiteX159" fmla="*/ 3915339 w 9624039"/>
                  <a:gd name="connsiteY159" fmla="*/ 29990 h 602215"/>
                  <a:gd name="connsiteX160" fmla="*/ 3935740 w 9624039"/>
                  <a:gd name="connsiteY160" fmla="*/ 18902 h 602215"/>
                  <a:gd name="connsiteX161" fmla="*/ 3953663 w 9624039"/>
                  <a:gd name="connsiteY161" fmla="*/ 4409 h 602215"/>
                  <a:gd name="connsiteX162" fmla="*/ 4081353 w 9624039"/>
                  <a:gd name="connsiteY162" fmla="*/ 2925 h 602215"/>
                  <a:gd name="connsiteX163" fmla="*/ 4210833 w 9624039"/>
                  <a:gd name="connsiteY163" fmla="*/ 4998 h 602215"/>
                  <a:gd name="connsiteX164" fmla="*/ 4339214 w 9624039"/>
                  <a:gd name="connsiteY164" fmla="*/ 5260 h 602215"/>
                  <a:gd name="connsiteX165" fmla="*/ 4465930 w 9624039"/>
                  <a:gd name="connsiteY165" fmla="*/ 7923 h 602215"/>
                  <a:gd name="connsiteX166" fmla="*/ 4591142 w 9624039"/>
                  <a:gd name="connsiteY166" fmla="*/ 11393 h 602215"/>
                  <a:gd name="connsiteX167" fmla="*/ 4714403 w 9624039"/>
                  <a:gd name="connsiteY167" fmla="*/ 13685 h 602215"/>
                  <a:gd name="connsiteX168" fmla="*/ 4835673 w 9624039"/>
                  <a:gd name="connsiteY168" fmla="*/ 14384 h 602215"/>
                  <a:gd name="connsiteX169" fmla="*/ 4955967 w 9624039"/>
                  <a:gd name="connsiteY169" fmla="*/ 13161 h 602215"/>
                  <a:gd name="connsiteX170" fmla="*/ 5077318 w 9624039"/>
                  <a:gd name="connsiteY170" fmla="*/ 13751 h 602215"/>
                  <a:gd name="connsiteX171" fmla="*/ 5201026 w 9624039"/>
                  <a:gd name="connsiteY171" fmla="*/ 12790 h 602215"/>
                  <a:gd name="connsiteX172" fmla="*/ 5328961 w 9624039"/>
                  <a:gd name="connsiteY172" fmla="*/ 17112 h 602215"/>
                  <a:gd name="connsiteX173" fmla="*/ 5461203 w 9624039"/>
                  <a:gd name="connsiteY173" fmla="*/ 20626 h 602215"/>
                  <a:gd name="connsiteX174" fmla="*/ 5597632 w 9624039"/>
                  <a:gd name="connsiteY174" fmla="*/ 31059 h 602215"/>
                  <a:gd name="connsiteX175" fmla="*/ 5736743 w 9624039"/>
                  <a:gd name="connsiteY175" fmla="*/ 42147 h 602215"/>
                  <a:gd name="connsiteX176" fmla="*/ 5876788 w 9624039"/>
                  <a:gd name="connsiteY176" fmla="*/ 52013 h 602215"/>
                  <a:gd name="connsiteX177" fmla="*/ 6015899 w 9624039"/>
                  <a:gd name="connsiteY177" fmla="*/ 57404 h 602215"/>
                  <a:gd name="connsiteX178" fmla="*/ 6153059 w 9624039"/>
                  <a:gd name="connsiteY178" fmla="*/ 65501 h 602215"/>
                  <a:gd name="connsiteX179" fmla="*/ 6288756 w 9624039"/>
                  <a:gd name="connsiteY179" fmla="*/ 85211 h 602215"/>
                  <a:gd name="connsiteX180" fmla="*/ 6422908 w 9624039"/>
                  <a:gd name="connsiteY180" fmla="*/ 105946 h 602215"/>
                  <a:gd name="connsiteX181" fmla="*/ 6555070 w 9624039"/>
                  <a:gd name="connsiteY181" fmla="*/ 121181 h 602215"/>
                  <a:gd name="connsiteX182" fmla="*/ 6685524 w 9624039"/>
                  <a:gd name="connsiteY182" fmla="*/ 131527 h 602215"/>
                  <a:gd name="connsiteX183" fmla="*/ 6816507 w 9624039"/>
                  <a:gd name="connsiteY183" fmla="*/ 151192 h 602215"/>
                  <a:gd name="connsiteX184" fmla="*/ 6947571 w 9624039"/>
                  <a:gd name="connsiteY184" fmla="*/ 170487 h 602215"/>
                  <a:gd name="connsiteX185" fmla="*/ 7078757 w 9624039"/>
                  <a:gd name="connsiteY185" fmla="*/ 190568 h 602215"/>
                  <a:gd name="connsiteX186" fmla="*/ 7210105 w 9624039"/>
                  <a:gd name="connsiteY186" fmla="*/ 206763 h 602215"/>
                  <a:gd name="connsiteX187" fmla="*/ 7472518 w 9624039"/>
                  <a:gd name="connsiteY187" fmla="*/ 232649 h 602215"/>
                  <a:gd name="connsiteX188" fmla="*/ 7602891 w 9624039"/>
                  <a:gd name="connsiteY188" fmla="*/ 250831 h 602215"/>
                  <a:gd name="connsiteX189" fmla="*/ 7613417 w 9624039"/>
                  <a:gd name="connsiteY189" fmla="*/ 262071 h 602215"/>
                  <a:gd name="connsiteX190" fmla="*/ 7624714 w 9624039"/>
                  <a:gd name="connsiteY190" fmla="*/ 274687 h 602215"/>
                  <a:gd name="connsiteX191" fmla="*/ 7636216 w 9624039"/>
                  <a:gd name="connsiteY191" fmla="*/ 284814 h 602215"/>
                  <a:gd name="connsiteX192" fmla="*/ 7638207 w 9624039"/>
                  <a:gd name="connsiteY192" fmla="*/ 285447 h 602215"/>
                  <a:gd name="connsiteX193" fmla="*/ 7773132 w 9624039"/>
                  <a:gd name="connsiteY193" fmla="*/ 289769 h 602215"/>
                  <a:gd name="connsiteX194" fmla="*/ 8041722 w 9624039"/>
                  <a:gd name="connsiteY194" fmla="*/ 290358 h 602215"/>
                  <a:gd name="connsiteX195" fmla="*/ 8382650 w 9624039"/>
                  <a:gd name="connsiteY195" fmla="*/ 520301 h 602215"/>
                  <a:gd name="connsiteX196" fmla="*/ 8383138 w 9624039"/>
                  <a:gd name="connsiteY196" fmla="*/ 520563 h 602215"/>
                  <a:gd name="connsiteX197" fmla="*/ 8405246 w 9624039"/>
                  <a:gd name="connsiteY197" fmla="*/ 528879 h 602215"/>
                  <a:gd name="connsiteX198" fmla="*/ 8427354 w 9624039"/>
                  <a:gd name="connsiteY198" fmla="*/ 533986 h 602215"/>
                  <a:gd name="connsiteX199" fmla="*/ 8450072 w 9624039"/>
                  <a:gd name="connsiteY199" fmla="*/ 538897 h 602215"/>
                  <a:gd name="connsiteX200" fmla="*/ 8472587 w 9624039"/>
                  <a:gd name="connsiteY200" fmla="*/ 542695 h 602215"/>
                  <a:gd name="connsiteX201" fmla="*/ 8520013 w 9624039"/>
                  <a:gd name="connsiteY201" fmla="*/ 563103 h 602215"/>
                  <a:gd name="connsiteX202" fmla="*/ 8569838 w 9624039"/>
                  <a:gd name="connsiteY202" fmla="*/ 580368 h 602215"/>
                  <a:gd name="connsiteX203" fmla="*/ 8571139 w 9624039"/>
                  <a:gd name="connsiteY203" fmla="*/ 580586 h 602215"/>
                  <a:gd name="connsiteX204" fmla="*/ 8747150 w 9624039"/>
                  <a:gd name="connsiteY204" fmla="*/ 582834 h 602215"/>
                  <a:gd name="connsiteX205" fmla="*/ 8923487 w 9624039"/>
                  <a:gd name="connsiteY205" fmla="*/ 588596 h 602215"/>
                  <a:gd name="connsiteX206" fmla="*/ 9099987 w 9624039"/>
                  <a:gd name="connsiteY206" fmla="*/ 593507 h 602215"/>
                  <a:gd name="connsiteX207" fmla="*/ 9276486 w 9624039"/>
                  <a:gd name="connsiteY207" fmla="*/ 596650 h 602215"/>
                  <a:gd name="connsiteX208" fmla="*/ 9453108 w 9624039"/>
                  <a:gd name="connsiteY208" fmla="*/ 599640 h 602215"/>
                  <a:gd name="connsiteX209" fmla="*/ 9620463 w 9624039"/>
                  <a:gd name="connsiteY209" fmla="*/ 602151 h 602215"/>
                  <a:gd name="connsiteX210" fmla="*/ 9621439 w 9624039"/>
                  <a:gd name="connsiteY210" fmla="*/ 602216 h 602215"/>
                  <a:gd name="connsiteX211" fmla="*/ 9621439 w 9624039"/>
                  <a:gd name="connsiteY211" fmla="*/ 602216 h 602215"/>
                  <a:gd name="connsiteX212" fmla="*/ 9624039 w 9624039"/>
                  <a:gd name="connsiteY212" fmla="*/ 600819 h 602215"/>
                  <a:gd name="connsiteX213" fmla="*/ 9621561 w 9624039"/>
                  <a:gd name="connsiteY213" fmla="*/ 599379 h 60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9624039" h="602215">
                    <a:moveTo>
                      <a:pt x="9621479" y="599226"/>
                    </a:moveTo>
                    <a:lnTo>
                      <a:pt x="9453108" y="596672"/>
                    </a:lnTo>
                    <a:lnTo>
                      <a:pt x="9276527" y="593682"/>
                    </a:lnTo>
                    <a:lnTo>
                      <a:pt x="9100109" y="590539"/>
                    </a:lnTo>
                    <a:lnTo>
                      <a:pt x="8923691" y="585628"/>
                    </a:lnTo>
                    <a:lnTo>
                      <a:pt x="8747272" y="579887"/>
                    </a:lnTo>
                    <a:lnTo>
                      <a:pt x="8571829" y="577639"/>
                    </a:lnTo>
                    <a:lnTo>
                      <a:pt x="8522939" y="560702"/>
                    </a:lnTo>
                    <a:lnTo>
                      <a:pt x="8475309" y="540185"/>
                    </a:lnTo>
                    <a:cubicBezTo>
                      <a:pt x="8475025" y="540076"/>
                      <a:pt x="8474700" y="540032"/>
                      <a:pt x="8474415" y="539967"/>
                    </a:cubicBezTo>
                    <a:lnTo>
                      <a:pt x="8451616" y="536125"/>
                    </a:lnTo>
                    <a:lnTo>
                      <a:pt x="8429183" y="531280"/>
                    </a:lnTo>
                    <a:lnTo>
                      <a:pt x="8407563" y="526282"/>
                    </a:lnTo>
                    <a:lnTo>
                      <a:pt x="8386227" y="518293"/>
                    </a:lnTo>
                    <a:lnTo>
                      <a:pt x="8044810" y="287979"/>
                    </a:lnTo>
                    <a:cubicBezTo>
                      <a:pt x="8044322" y="287652"/>
                      <a:pt x="8043632" y="287455"/>
                      <a:pt x="8042941" y="287455"/>
                    </a:cubicBezTo>
                    <a:lnTo>
                      <a:pt x="7773254" y="286910"/>
                    </a:lnTo>
                    <a:lnTo>
                      <a:pt x="7639711" y="282588"/>
                    </a:lnTo>
                    <a:lnTo>
                      <a:pt x="7629104" y="273203"/>
                    </a:lnTo>
                    <a:lnTo>
                      <a:pt x="7617806" y="260674"/>
                    </a:lnTo>
                    <a:lnTo>
                      <a:pt x="7606792" y="248844"/>
                    </a:lnTo>
                    <a:cubicBezTo>
                      <a:pt x="7606386" y="248473"/>
                      <a:pt x="7605817" y="248211"/>
                      <a:pt x="7605126" y="248146"/>
                    </a:cubicBezTo>
                    <a:lnTo>
                      <a:pt x="7473574" y="229768"/>
                    </a:lnTo>
                    <a:lnTo>
                      <a:pt x="7211040" y="203860"/>
                    </a:lnTo>
                    <a:lnTo>
                      <a:pt x="7079976" y="187708"/>
                    </a:lnTo>
                    <a:lnTo>
                      <a:pt x="6948831" y="167628"/>
                    </a:lnTo>
                    <a:lnTo>
                      <a:pt x="6817767" y="148333"/>
                    </a:lnTo>
                    <a:lnTo>
                      <a:pt x="6686499" y="128624"/>
                    </a:lnTo>
                    <a:lnTo>
                      <a:pt x="6555842" y="118278"/>
                    </a:lnTo>
                    <a:lnTo>
                      <a:pt x="6424087" y="103043"/>
                    </a:lnTo>
                    <a:lnTo>
                      <a:pt x="6290056" y="82373"/>
                    </a:lnTo>
                    <a:lnTo>
                      <a:pt x="6153994" y="62598"/>
                    </a:lnTo>
                    <a:lnTo>
                      <a:pt x="6016386" y="54435"/>
                    </a:lnTo>
                    <a:lnTo>
                      <a:pt x="5877357" y="49110"/>
                    </a:lnTo>
                    <a:lnTo>
                      <a:pt x="5744667" y="39724"/>
                    </a:lnTo>
                    <a:lnTo>
                      <a:pt x="5598485" y="28156"/>
                    </a:lnTo>
                    <a:lnTo>
                      <a:pt x="5461813" y="17723"/>
                    </a:lnTo>
                    <a:lnTo>
                      <a:pt x="5329367" y="14165"/>
                    </a:lnTo>
                    <a:lnTo>
                      <a:pt x="5201270" y="9844"/>
                    </a:lnTo>
                    <a:lnTo>
                      <a:pt x="5077399" y="10804"/>
                    </a:lnTo>
                    <a:lnTo>
                      <a:pt x="4956048" y="10215"/>
                    </a:lnTo>
                    <a:lnTo>
                      <a:pt x="4835754" y="11437"/>
                    </a:lnTo>
                    <a:lnTo>
                      <a:pt x="4714565" y="10739"/>
                    </a:lnTo>
                    <a:lnTo>
                      <a:pt x="4591386" y="8447"/>
                    </a:lnTo>
                    <a:lnTo>
                      <a:pt x="4466214" y="5042"/>
                    </a:lnTo>
                    <a:lnTo>
                      <a:pt x="4339377" y="2335"/>
                    </a:lnTo>
                    <a:lnTo>
                      <a:pt x="4210954" y="2073"/>
                    </a:lnTo>
                    <a:lnTo>
                      <a:pt x="4081435" y="0"/>
                    </a:lnTo>
                    <a:lnTo>
                      <a:pt x="3952321" y="1506"/>
                    </a:lnTo>
                    <a:cubicBezTo>
                      <a:pt x="3951549" y="1506"/>
                      <a:pt x="3950736" y="1768"/>
                      <a:pt x="3950289" y="2139"/>
                    </a:cubicBezTo>
                    <a:lnTo>
                      <a:pt x="3931961" y="17003"/>
                    </a:lnTo>
                    <a:lnTo>
                      <a:pt x="3912657" y="27436"/>
                    </a:lnTo>
                    <a:lnTo>
                      <a:pt x="3782080" y="23813"/>
                    </a:lnTo>
                    <a:lnTo>
                      <a:pt x="3650529" y="23551"/>
                    </a:lnTo>
                    <a:lnTo>
                      <a:pt x="3650529" y="23551"/>
                    </a:lnTo>
                    <a:cubicBezTo>
                      <a:pt x="3649838" y="23551"/>
                      <a:pt x="3649188" y="23704"/>
                      <a:pt x="3648741" y="23987"/>
                    </a:cubicBezTo>
                    <a:lnTo>
                      <a:pt x="3626023" y="36407"/>
                    </a:lnTo>
                    <a:cubicBezTo>
                      <a:pt x="3625820" y="36516"/>
                      <a:pt x="3625657" y="36625"/>
                      <a:pt x="3625535" y="36778"/>
                    </a:cubicBezTo>
                    <a:lnTo>
                      <a:pt x="3602208" y="61725"/>
                    </a:lnTo>
                    <a:lnTo>
                      <a:pt x="3578474" y="94443"/>
                    </a:lnTo>
                    <a:lnTo>
                      <a:pt x="3554375" y="124018"/>
                    </a:lnTo>
                    <a:lnTo>
                      <a:pt x="3529869" y="153331"/>
                    </a:lnTo>
                    <a:lnTo>
                      <a:pt x="3504916" y="179021"/>
                    </a:lnTo>
                    <a:lnTo>
                      <a:pt x="3479556" y="204602"/>
                    </a:lnTo>
                    <a:lnTo>
                      <a:pt x="3453791" y="229157"/>
                    </a:lnTo>
                    <a:lnTo>
                      <a:pt x="3427618" y="252031"/>
                    </a:lnTo>
                    <a:lnTo>
                      <a:pt x="3401690" y="271806"/>
                    </a:lnTo>
                    <a:lnTo>
                      <a:pt x="3259409" y="267222"/>
                    </a:lnTo>
                    <a:lnTo>
                      <a:pt x="3115788" y="262049"/>
                    </a:lnTo>
                    <a:lnTo>
                      <a:pt x="2972369" y="258055"/>
                    </a:lnTo>
                    <a:lnTo>
                      <a:pt x="2828951" y="252249"/>
                    </a:lnTo>
                    <a:cubicBezTo>
                      <a:pt x="2828219" y="252184"/>
                      <a:pt x="2827406" y="252402"/>
                      <a:pt x="2826878" y="252729"/>
                    </a:cubicBezTo>
                    <a:lnTo>
                      <a:pt x="2794569" y="272657"/>
                    </a:lnTo>
                    <a:lnTo>
                      <a:pt x="2761732" y="287368"/>
                    </a:lnTo>
                    <a:lnTo>
                      <a:pt x="2728001" y="298783"/>
                    </a:lnTo>
                    <a:lnTo>
                      <a:pt x="2693254" y="311203"/>
                    </a:lnTo>
                    <a:lnTo>
                      <a:pt x="2658141" y="330061"/>
                    </a:lnTo>
                    <a:lnTo>
                      <a:pt x="2622621" y="348701"/>
                    </a:lnTo>
                    <a:lnTo>
                      <a:pt x="2586289" y="362757"/>
                    </a:lnTo>
                    <a:lnTo>
                      <a:pt x="2549022" y="376028"/>
                    </a:lnTo>
                    <a:lnTo>
                      <a:pt x="2511146" y="391175"/>
                    </a:lnTo>
                    <a:lnTo>
                      <a:pt x="2472335" y="405777"/>
                    </a:lnTo>
                    <a:lnTo>
                      <a:pt x="2433036" y="422082"/>
                    </a:lnTo>
                    <a:lnTo>
                      <a:pt x="2392761" y="435832"/>
                    </a:lnTo>
                    <a:lnTo>
                      <a:pt x="2351431" y="449539"/>
                    </a:lnTo>
                    <a:lnTo>
                      <a:pt x="2309531" y="467066"/>
                    </a:lnTo>
                    <a:lnTo>
                      <a:pt x="2266574" y="482890"/>
                    </a:lnTo>
                    <a:lnTo>
                      <a:pt x="2223374" y="499937"/>
                    </a:lnTo>
                    <a:lnTo>
                      <a:pt x="2056018" y="497863"/>
                    </a:lnTo>
                    <a:lnTo>
                      <a:pt x="1887931" y="498300"/>
                    </a:lnTo>
                    <a:lnTo>
                      <a:pt x="1719885" y="496532"/>
                    </a:lnTo>
                    <a:lnTo>
                      <a:pt x="1551960" y="496532"/>
                    </a:lnTo>
                    <a:lnTo>
                      <a:pt x="1384076" y="498234"/>
                    </a:lnTo>
                    <a:lnTo>
                      <a:pt x="1216396" y="500308"/>
                    </a:lnTo>
                    <a:lnTo>
                      <a:pt x="1048756" y="500526"/>
                    </a:lnTo>
                    <a:cubicBezTo>
                      <a:pt x="1048431" y="500526"/>
                      <a:pt x="1048146" y="500592"/>
                      <a:pt x="1047862" y="500635"/>
                    </a:cubicBezTo>
                    <a:lnTo>
                      <a:pt x="990275" y="513120"/>
                    </a:lnTo>
                    <a:lnTo>
                      <a:pt x="931875" y="527351"/>
                    </a:lnTo>
                    <a:lnTo>
                      <a:pt x="761147" y="528791"/>
                    </a:lnTo>
                    <a:cubicBezTo>
                      <a:pt x="760781" y="528791"/>
                      <a:pt x="760415" y="528835"/>
                      <a:pt x="760049" y="528944"/>
                    </a:cubicBezTo>
                    <a:lnTo>
                      <a:pt x="697626" y="546144"/>
                    </a:lnTo>
                    <a:lnTo>
                      <a:pt x="634553" y="570502"/>
                    </a:lnTo>
                    <a:lnTo>
                      <a:pt x="460532" y="568909"/>
                    </a:lnTo>
                    <a:lnTo>
                      <a:pt x="285862" y="566311"/>
                    </a:lnTo>
                    <a:lnTo>
                      <a:pt x="111232" y="562252"/>
                    </a:lnTo>
                    <a:lnTo>
                      <a:pt x="0" y="561335"/>
                    </a:lnTo>
                    <a:lnTo>
                      <a:pt x="0" y="564172"/>
                    </a:lnTo>
                    <a:lnTo>
                      <a:pt x="111069" y="565089"/>
                    </a:lnTo>
                    <a:lnTo>
                      <a:pt x="285699" y="569127"/>
                    </a:lnTo>
                    <a:lnTo>
                      <a:pt x="460411" y="571746"/>
                    </a:lnTo>
                    <a:lnTo>
                      <a:pt x="635285" y="573340"/>
                    </a:lnTo>
                    <a:cubicBezTo>
                      <a:pt x="635772" y="573340"/>
                      <a:pt x="636341" y="573230"/>
                      <a:pt x="636788" y="573078"/>
                    </a:cubicBezTo>
                    <a:lnTo>
                      <a:pt x="700187" y="548566"/>
                    </a:lnTo>
                    <a:lnTo>
                      <a:pt x="761797" y="531629"/>
                    </a:lnTo>
                    <a:lnTo>
                      <a:pt x="932404" y="530188"/>
                    </a:lnTo>
                    <a:cubicBezTo>
                      <a:pt x="932769" y="530188"/>
                      <a:pt x="933094" y="530123"/>
                      <a:pt x="933420" y="530079"/>
                    </a:cubicBezTo>
                    <a:lnTo>
                      <a:pt x="992144" y="515696"/>
                    </a:lnTo>
                    <a:lnTo>
                      <a:pt x="1049203" y="503385"/>
                    </a:lnTo>
                    <a:lnTo>
                      <a:pt x="1216396" y="503167"/>
                    </a:lnTo>
                    <a:lnTo>
                      <a:pt x="1384158" y="501094"/>
                    </a:lnTo>
                    <a:lnTo>
                      <a:pt x="1551920" y="499391"/>
                    </a:lnTo>
                    <a:lnTo>
                      <a:pt x="1719763" y="499391"/>
                    </a:lnTo>
                    <a:lnTo>
                      <a:pt x="1887809" y="501159"/>
                    </a:lnTo>
                    <a:lnTo>
                      <a:pt x="2055896" y="500744"/>
                    </a:lnTo>
                    <a:lnTo>
                      <a:pt x="2224065" y="502818"/>
                    </a:lnTo>
                    <a:cubicBezTo>
                      <a:pt x="2224512" y="502752"/>
                      <a:pt x="2225162" y="502752"/>
                      <a:pt x="2225609" y="502556"/>
                    </a:cubicBezTo>
                    <a:lnTo>
                      <a:pt x="2269419" y="485291"/>
                    </a:lnTo>
                    <a:lnTo>
                      <a:pt x="2312457" y="469402"/>
                    </a:lnTo>
                    <a:lnTo>
                      <a:pt x="2354275" y="451918"/>
                    </a:lnTo>
                    <a:lnTo>
                      <a:pt x="2395444" y="438277"/>
                    </a:lnTo>
                    <a:lnTo>
                      <a:pt x="2435880" y="424417"/>
                    </a:lnTo>
                    <a:lnTo>
                      <a:pt x="2475261" y="408113"/>
                    </a:lnTo>
                    <a:lnTo>
                      <a:pt x="2513991" y="393511"/>
                    </a:lnTo>
                    <a:lnTo>
                      <a:pt x="2551786" y="378428"/>
                    </a:lnTo>
                    <a:lnTo>
                      <a:pt x="2589053" y="365158"/>
                    </a:lnTo>
                    <a:lnTo>
                      <a:pt x="2625791" y="350927"/>
                    </a:lnTo>
                    <a:lnTo>
                      <a:pt x="2661595" y="332113"/>
                    </a:lnTo>
                    <a:lnTo>
                      <a:pt x="2696342" y="313473"/>
                    </a:lnTo>
                    <a:lnTo>
                      <a:pt x="2730602" y="301206"/>
                    </a:lnTo>
                    <a:lnTo>
                      <a:pt x="2764577" y="289704"/>
                    </a:lnTo>
                    <a:lnTo>
                      <a:pt x="2797942" y="274731"/>
                    </a:lnTo>
                    <a:lnTo>
                      <a:pt x="2829723" y="255174"/>
                    </a:lnTo>
                    <a:lnTo>
                      <a:pt x="2971922" y="260936"/>
                    </a:lnTo>
                    <a:lnTo>
                      <a:pt x="3115381" y="264930"/>
                    </a:lnTo>
                    <a:lnTo>
                      <a:pt x="3259003" y="270103"/>
                    </a:lnTo>
                    <a:lnTo>
                      <a:pt x="3402665" y="274731"/>
                    </a:lnTo>
                    <a:cubicBezTo>
                      <a:pt x="3403519" y="274731"/>
                      <a:pt x="3404332" y="274512"/>
                      <a:pt x="3404901" y="274141"/>
                    </a:cubicBezTo>
                    <a:lnTo>
                      <a:pt x="3431682" y="253624"/>
                    </a:lnTo>
                    <a:lnTo>
                      <a:pt x="3458017" y="230663"/>
                    </a:lnTo>
                    <a:lnTo>
                      <a:pt x="3483905" y="206043"/>
                    </a:lnTo>
                    <a:lnTo>
                      <a:pt x="3509305" y="180462"/>
                    </a:lnTo>
                    <a:lnTo>
                      <a:pt x="3534298" y="154663"/>
                    </a:lnTo>
                    <a:lnTo>
                      <a:pt x="3558845" y="125262"/>
                    </a:lnTo>
                    <a:lnTo>
                      <a:pt x="3583026" y="95578"/>
                    </a:lnTo>
                    <a:lnTo>
                      <a:pt x="3606678" y="62970"/>
                    </a:lnTo>
                    <a:lnTo>
                      <a:pt x="3629762" y="38349"/>
                    </a:lnTo>
                    <a:lnTo>
                      <a:pt x="3651464" y="26476"/>
                    </a:lnTo>
                    <a:lnTo>
                      <a:pt x="3781837" y="26694"/>
                    </a:lnTo>
                    <a:lnTo>
                      <a:pt x="3913470" y="30361"/>
                    </a:lnTo>
                    <a:cubicBezTo>
                      <a:pt x="3914201" y="30426"/>
                      <a:pt x="3914851" y="30252"/>
                      <a:pt x="3915339" y="29990"/>
                    </a:cubicBezTo>
                    <a:lnTo>
                      <a:pt x="3935740" y="18902"/>
                    </a:lnTo>
                    <a:lnTo>
                      <a:pt x="3953663" y="4409"/>
                    </a:lnTo>
                    <a:lnTo>
                      <a:pt x="4081353" y="2925"/>
                    </a:lnTo>
                    <a:lnTo>
                      <a:pt x="4210833" y="4998"/>
                    </a:lnTo>
                    <a:lnTo>
                      <a:pt x="4339214" y="5260"/>
                    </a:lnTo>
                    <a:lnTo>
                      <a:pt x="4465930" y="7923"/>
                    </a:lnTo>
                    <a:lnTo>
                      <a:pt x="4591142" y="11393"/>
                    </a:lnTo>
                    <a:lnTo>
                      <a:pt x="4714403" y="13685"/>
                    </a:lnTo>
                    <a:lnTo>
                      <a:pt x="4835673" y="14384"/>
                    </a:lnTo>
                    <a:lnTo>
                      <a:pt x="4955967" y="13161"/>
                    </a:lnTo>
                    <a:lnTo>
                      <a:pt x="5077318" y="13751"/>
                    </a:lnTo>
                    <a:lnTo>
                      <a:pt x="5201026" y="12790"/>
                    </a:lnTo>
                    <a:lnTo>
                      <a:pt x="5328961" y="17112"/>
                    </a:lnTo>
                    <a:lnTo>
                      <a:pt x="5461203" y="20626"/>
                    </a:lnTo>
                    <a:lnTo>
                      <a:pt x="5597632" y="31059"/>
                    </a:lnTo>
                    <a:lnTo>
                      <a:pt x="5736743" y="42147"/>
                    </a:lnTo>
                    <a:lnTo>
                      <a:pt x="5876788" y="52013"/>
                    </a:lnTo>
                    <a:lnTo>
                      <a:pt x="6015899" y="57404"/>
                    </a:lnTo>
                    <a:lnTo>
                      <a:pt x="6153059" y="65501"/>
                    </a:lnTo>
                    <a:lnTo>
                      <a:pt x="6288756" y="85211"/>
                    </a:lnTo>
                    <a:lnTo>
                      <a:pt x="6422908" y="105946"/>
                    </a:lnTo>
                    <a:lnTo>
                      <a:pt x="6555070" y="121181"/>
                    </a:lnTo>
                    <a:lnTo>
                      <a:pt x="6685524" y="131527"/>
                    </a:lnTo>
                    <a:lnTo>
                      <a:pt x="6816507" y="151192"/>
                    </a:lnTo>
                    <a:lnTo>
                      <a:pt x="6947571" y="170487"/>
                    </a:lnTo>
                    <a:lnTo>
                      <a:pt x="7078757" y="190568"/>
                    </a:lnTo>
                    <a:lnTo>
                      <a:pt x="7210105" y="206763"/>
                    </a:lnTo>
                    <a:lnTo>
                      <a:pt x="7472518" y="232649"/>
                    </a:lnTo>
                    <a:lnTo>
                      <a:pt x="7602891" y="250831"/>
                    </a:lnTo>
                    <a:lnTo>
                      <a:pt x="7613417" y="262071"/>
                    </a:lnTo>
                    <a:lnTo>
                      <a:pt x="7624714" y="274687"/>
                    </a:lnTo>
                    <a:lnTo>
                      <a:pt x="7636216" y="284814"/>
                    </a:lnTo>
                    <a:cubicBezTo>
                      <a:pt x="7636622" y="285186"/>
                      <a:pt x="7637394" y="285447"/>
                      <a:pt x="7638207" y="285447"/>
                    </a:cubicBezTo>
                    <a:lnTo>
                      <a:pt x="7773132" y="289769"/>
                    </a:lnTo>
                    <a:lnTo>
                      <a:pt x="8041722" y="290358"/>
                    </a:lnTo>
                    <a:lnTo>
                      <a:pt x="8382650" y="520301"/>
                    </a:lnTo>
                    <a:cubicBezTo>
                      <a:pt x="8382650" y="520301"/>
                      <a:pt x="8382976" y="520519"/>
                      <a:pt x="8383138" y="520563"/>
                    </a:cubicBezTo>
                    <a:lnTo>
                      <a:pt x="8405246" y="528879"/>
                    </a:lnTo>
                    <a:lnTo>
                      <a:pt x="8427354" y="533986"/>
                    </a:lnTo>
                    <a:lnTo>
                      <a:pt x="8450072" y="538897"/>
                    </a:lnTo>
                    <a:lnTo>
                      <a:pt x="8472587" y="542695"/>
                    </a:lnTo>
                    <a:lnTo>
                      <a:pt x="8520013" y="563103"/>
                    </a:lnTo>
                    <a:lnTo>
                      <a:pt x="8569838" y="580368"/>
                    </a:lnTo>
                    <a:cubicBezTo>
                      <a:pt x="8570245" y="580477"/>
                      <a:pt x="8570610" y="580586"/>
                      <a:pt x="8571139" y="580586"/>
                    </a:cubicBezTo>
                    <a:lnTo>
                      <a:pt x="8747150" y="582834"/>
                    </a:lnTo>
                    <a:lnTo>
                      <a:pt x="8923487" y="588596"/>
                    </a:lnTo>
                    <a:lnTo>
                      <a:pt x="9099987" y="593507"/>
                    </a:lnTo>
                    <a:lnTo>
                      <a:pt x="9276486" y="596650"/>
                    </a:lnTo>
                    <a:lnTo>
                      <a:pt x="9453108" y="599640"/>
                    </a:lnTo>
                    <a:lnTo>
                      <a:pt x="9620463" y="602151"/>
                    </a:lnTo>
                    <a:lnTo>
                      <a:pt x="9621439" y="602216"/>
                    </a:lnTo>
                    <a:lnTo>
                      <a:pt x="9621439" y="602216"/>
                    </a:lnTo>
                    <a:cubicBezTo>
                      <a:pt x="9622821" y="602216"/>
                      <a:pt x="9624039" y="601583"/>
                      <a:pt x="9624039" y="600819"/>
                    </a:cubicBezTo>
                    <a:cubicBezTo>
                      <a:pt x="9624039" y="600033"/>
                      <a:pt x="9622942" y="599379"/>
                      <a:pt x="9621561" y="59937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7" name="Freeform: Shape 676">
                <a:extLst>
                  <a:ext uri="{FF2B5EF4-FFF2-40B4-BE49-F238E27FC236}">
                    <a16:creationId xmlns:a16="http://schemas.microsoft.com/office/drawing/2014/main" id="{8515FF47-0255-431C-8AE5-89682986D689}"/>
                  </a:ext>
                </a:extLst>
              </p:cNvPr>
              <p:cNvSpPr/>
              <p:nvPr/>
            </p:nvSpPr>
            <p:spPr>
              <a:xfrm>
                <a:off x="406" y="6152933"/>
                <a:ext cx="9583847" cy="529184"/>
              </a:xfrm>
              <a:custGeom>
                <a:avLst/>
                <a:gdLst>
                  <a:gd name="connsiteX0" fmla="*/ 9583237 w 9583847"/>
                  <a:gd name="connsiteY0" fmla="*/ 526412 h 529184"/>
                  <a:gd name="connsiteX1" fmla="*/ 9417751 w 9583847"/>
                  <a:gd name="connsiteY1" fmla="*/ 523684 h 529184"/>
                  <a:gd name="connsiteX2" fmla="*/ 9243121 w 9583847"/>
                  <a:gd name="connsiteY2" fmla="*/ 520541 h 529184"/>
                  <a:gd name="connsiteX3" fmla="*/ 9068491 w 9583847"/>
                  <a:gd name="connsiteY3" fmla="*/ 516176 h 529184"/>
                  <a:gd name="connsiteX4" fmla="*/ 8894755 w 9583847"/>
                  <a:gd name="connsiteY4" fmla="*/ 513076 h 529184"/>
                  <a:gd name="connsiteX5" fmla="*/ 8866794 w 9583847"/>
                  <a:gd name="connsiteY5" fmla="*/ 504979 h 529184"/>
                  <a:gd name="connsiteX6" fmla="*/ 8865616 w 9583847"/>
                  <a:gd name="connsiteY6" fmla="*/ 504826 h 529184"/>
                  <a:gd name="connsiteX7" fmla="*/ 8865616 w 9583847"/>
                  <a:gd name="connsiteY7" fmla="*/ 504826 h 529184"/>
                  <a:gd name="connsiteX8" fmla="*/ 8693953 w 9583847"/>
                  <a:gd name="connsiteY8" fmla="*/ 505241 h 529184"/>
                  <a:gd name="connsiteX9" fmla="*/ 8668837 w 9583847"/>
                  <a:gd name="connsiteY9" fmla="*/ 497252 h 529184"/>
                  <a:gd name="connsiteX10" fmla="*/ 8643031 w 9583847"/>
                  <a:gd name="connsiteY10" fmla="*/ 487714 h 529184"/>
                  <a:gd name="connsiteX11" fmla="*/ 8617955 w 9583847"/>
                  <a:gd name="connsiteY11" fmla="*/ 481210 h 529184"/>
                  <a:gd name="connsiteX12" fmla="*/ 8593856 w 9583847"/>
                  <a:gd name="connsiteY12" fmla="*/ 476997 h 529184"/>
                  <a:gd name="connsiteX13" fmla="*/ 8570326 w 9583847"/>
                  <a:gd name="connsiteY13" fmla="*/ 471824 h 529184"/>
                  <a:gd name="connsiteX14" fmla="*/ 8547405 w 9583847"/>
                  <a:gd name="connsiteY14" fmla="*/ 465058 h 529184"/>
                  <a:gd name="connsiteX15" fmla="*/ 8524809 w 9583847"/>
                  <a:gd name="connsiteY15" fmla="*/ 451526 h 529184"/>
                  <a:gd name="connsiteX16" fmla="*/ 8318724 w 9583847"/>
                  <a:gd name="connsiteY16" fmla="*/ 322509 h 529184"/>
                  <a:gd name="connsiteX17" fmla="*/ 8316814 w 9583847"/>
                  <a:gd name="connsiteY17" fmla="*/ 322029 h 529184"/>
                  <a:gd name="connsiteX18" fmla="*/ 8026888 w 9583847"/>
                  <a:gd name="connsiteY18" fmla="*/ 321330 h 529184"/>
                  <a:gd name="connsiteX19" fmla="*/ 7882941 w 9583847"/>
                  <a:gd name="connsiteY19" fmla="*/ 318602 h 529184"/>
                  <a:gd name="connsiteX20" fmla="*/ 7740254 w 9583847"/>
                  <a:gd name="connsiteY20" fmla="*/ 312098 h 529184"/>
                  <a:gd name="connsiteX21" fmla="*/ 7598054 w 9583847"/>
                  <a:gd name="connsiteY21" fmla="*/ 301119 h 529184"/>
                  <a:gd name="connsiteX22" fmla="*/ 7462114 w 9583847"/>
                  <a:gd name="connsiteY22" fmla="*/ 285709 h 529184"/>
                  <a:gd name="connsiteX23" fmla="*/ 7358035 w 9583847"/>
                  <a:gd name="connsiteY23" fmla="*/ 273727 h 529184"/>
                  <a:gd name="connsiteX24" fmla="*/ 7348810 w 9583847"/>
                  <a:gd name="connsiteY24" fmla="*/ 259605 h 529184"/>
                  <a:gd name="connsiteX25" fmla="*/ 7339381 w 9583847"/>
                  <a:gd name="connsiteY25" fmla="*/ 248037 h 529184"/>
                  <a:gd name="connsiteX26" fmla="*/ 7339096 w 9583847"/>
                  <a:gd name="connsiteY26" fmla="*/ 247775 h 529184"/>
                  <a:gd name="connsiteX27" fmla="*/ 7330278 w 9583847"/>
                  <a:gd name="connsiteY27" fmla="*/ 235792 h 529184"/>
                  <a:gd name="connsiteX28" fmla="*/ 7329587 w 9583847"/>
                  <a:gd name="connsiteY28" fmla="*/ 235312 h 529184"/>
                  <a:gd name="connsiteX29" fmla="*/ 7320971 w 9583847"/>
                  <a:gd name="connsiteY29" fmla="*/ 225403 h 529184"/>
                  <a:gd name="connsiteX30" fmla="*/ 7320402 w 9583847"/>
                  <a:gd name="connsiteY30" fmla="*/ 224988 h 529184"/>
                  <a:gd name="connsiteX31" fmla="*/ 7312152 w 9583847"/>
                  <a:gd name="connsiteY31" fmla="*/ 215232 h 529184"/>
                  <a:gd name="connsiteX32" fmla="*/ 7309795 w 9583847"/>
                  <a:gd name="connsiteY32" fmla="*/ 214380 h 529184"/>
                  <a:gd name="connsiteX33" fmla="*/ 7265538 w 9583847"/>
                  <a:gd name="connsiteY33" fmla="*/ 210801 h 529184"/>
                  <a:gd name="connsiteX34" fmla="*/ 7132686 w 9583847"/>
                  <a:gd name="connsiteY34" fmla="*/ 194125 h 529184"/>
                  <a:gd name="connsiteX35" fmla="*/ 6994388 w 9583847"/>
                  <a:gd name="connsiteY35" fmla="*/ 182732 h 529184"/>
                  <a:gd name="connsiteX36" fmla="*/ 6971264 w 9583847"/>
                  <a:gd name="connsiteY36" fmla="*/ 180549 h 529184"/>
                  <a:gd name="connsiteX37" fmla="*/ 6872752 w 9583847"/>
                  <a:gd name="connsiteY37" fmla="*/ 172080 h 529184"/>
                  <a:gd name="connsiteX38" fmla="*/ 6867591 w 9583847"/>
                  <a:gd name="connsiteY38" fmla="*/ 172124 h 529184"/>
                  <a:gd name="connsiteX39" fmla="*/ 6858447 w 9583847"/>
                  <a:gd name="connsiteY39" fmla="*/ 169876 h 529184"/>
                  <a:gd name="connsiteX40" fmla="*/ 6850523 w 9583847"/>
                  <a:gd name="connsiteY40" fmla="*/ 168545 h 529184"/>
                  <a:gd name="connsiteX41" fmla="*/ 6812037 w 9583847"/>
                  <a:gd name="connsiteY41" fmla="*/ 166515 h 529184"/>
                  <a:gd name="connsiteX42" fmla="*/ 6802730 w 9583847"/>
                  <a:gd name="connsiteY42" fmla="*/ 166296 h 529184"/>
                  <a:gd name="connsiteX43" fmla="*/ 6783060 w 9583847"/>
                  <a:gd name="connsiteY43" fmla="*/ 165074 h 529184"/>
                  <a:gd name="connsiteX44" fmla="*/ 6728806 w 9583847"/>
                  <a:gd name="connsiteY44" fmla="*/ 160534 h 529184"/>
                  <a:gd name="connsiteX45" fmla="*/ 6711534 w 9583847"/>
                  <a:gd name="connsiteY45" fmla="*/ 160534 h 529184"/>
                  <a:gd name="connsiteX46" fmla="*/ 6707591 w 9583847"/>
                  <a:gd name="connsiteY46" fmla="*/ 157544 h 529184"/>
                  <a:gd name="connsiteX47" fmla="*/ 6705722 w 9583847"/>
                  <a:gd name="connsiteY47" fmla="*/ 157020 h 529184"/>
                  <a:gd name="connsiteX48" fmla="*/ 6575349 w 9583847"/>
                  <a:gd name="connsiteY48" fmla="*/ 151956 h 529184"/>
                  <a:gd name="connsiteX49" fmla="*/ 6433963 w 9583847"/>
                  <a:gd name="connsiteY49" fmla="*/ 143902 h 529184"/>
                  <a:gd name="connsiteX50" fmla="*/ 6296071 w 9583847"/>
                  <a:gd name="connsiteY50" fmla="*/ 132924 h 529184"/>
                  <a:gd name="connsiteX51" fmla="*/ 6156513 w 9583847"/>
                  <a:gd name="connsiteY51" fmla="*/ 116248 h 529184"/>
                  <a:gd name="connsiteX52" fmla="*/ 6016264 w 9583847"/>
                  <a:gd name="connsiteY52" fmla="*/ 94400 h 529184"/>
                  <a:gd name="connsiteX53" fmla="*/ 5873537 w 9583847"/>
                  <a:gd name="connsiteY53" fmla="*/ 71285 h 529184"/>
                  <a:gd name="connsiteX54" fmla="*/ 5732313 w 9583847"/>
                  <a:gd name="connsiteY54" fmla="*/ 58561 h 529184"/>
                  <a:gd name="connsiteX55" fmla="*/ 5591821 w 9583847"/>
                  <a:gd name="connsiteY55" fmla="*/ 49503 h 529184"/>
                  <a:gd name="connsiteX56" fmla="*/ 5452831 w 9583847"/>
                  <a:gd name="connsiteY56" fmla="*/ 40270 h 529184"/>
                  <a:gd name="connsiteX57" fmla="*/ 5316687 w 9583847"/>
                  <a:gd name="connsiteY57" fmla="*/ 37280 h 529184"/>
                  <a:gd name="connsiteX58" fmla="*/ 5183267 w 9583847"/>
                  <a:gd name="connsiteY58" fmla="*/ 33242 h 529184"/>
                  <a:gd name="connsiteX59" fmla="*/ 5052650 w 9583847"/>
                  <a:gd name="connsiteY59" fmla="*/ 31758 h 529184"/>
                  <a:gd name="connsiteX60" fmla="*/ 4923780 w 9583847"/>
                  <a:gd name="connsiteY60" fmla="*/ 29619 h 529184"/>
                  <a:gd name="connsiteX61" fmla="*/ 4795439 w 9583847"/>
                  <a:gd name="connsiteY61" fmla="*/ 26148 h 529184"/>
                  <a:gd name="connsiteX62" fmla="*/ 4666854 w 9583847"/>
                  <a:gd name="connsiteY62" fmla="*/ 24075 h 529184"/>
                  <a:gd name="connsiteX63" fmla="*/ 4537253 w 9583847"/>
                  <a:gd name="connsiteY63" fmla="*/ 19447 h 529184"/>
                  <a:gd name="connsiteX64" fmla="*/ 4406189 w 9583847"/>
                  <a:gd name="connsiteY64" fmla="*/ 10695 h 529184"/>
                  <a:gd name="connsiteX65" fmla="*/ 4273987 w 9583847"/>
                  <a:gd name="connsiteY65" fmla="*/ 9364 h 529184"/>
                  <a:gd name="connsiteX66" fmla="*/ 4139916 w 9583847"/>
                  <a:gd name="connsiteY66" fmla="*/ 9953 h 529184"/>
                  <a:gd name="connsiteX67" fmla="*/ 4005926 w 9583847"/>
                  <a:gd name="connsiteY67" fmla="*/ 9735 h 529184"/>
                  <a:gd name="connsiteX68" fmla="*/ 3871895 w 9583847"/>
                  <a:gd name="connsiteY68" fmla="*/ 8185 h 529184"/>
                  <a:gd name="connsiteX69" fmla="*/ 3738108 w 9583847"/>
                  <a:gd name="connsiteY69" fmla="*/ 9560 h 529184"/>
                  <a:gd name="connsiteX70" fmla="*/ 3604280 w 9583847"/>
                  <a:gd name="connsiteY70" fmla="*/ 7901 h 529184"/>
                  <a:gd name="connsiteX71" fmla="*/ 3470737 w 9583847"/>
                  <a:gd name="connsiteY71" fmla="*/ 7312 h 529184"/>
                  <a:gd name="connsiteX72" fmla="*/ 3336747 w 9583847"/>
                  <a:gd name="connsiteY72" fmla="*/ 0 h 529184"/>
                  <a:gd name="connsiteX73" fmla="*/ 3203042 w 9583847"/>
                  <a:gd name="connsiteY73" fmla="*/ 3776 h 529184"/>
                  <a:gd name="connsiteX74" fmla="*/ 3201010 w 9583847"/>
                  <a:gd name="connsiteY74" fmla="*/ 4431 h 529184"/>
                  <a:gd name="connsiteX75" fmla="*/ 3173740 w 9583847"/>
                  <a:gd name="connsiteY75" fmla="*/ 27829 h 529184"/>
                  <a:gd name="connsiteX76" fmla="*/ 3146064 w 9583847"/>
                  <a:gd name="connsiteY76" fmla="*/ 62686 h 529184"/>
                  <a:gd name="connsiteX77" fmla="*/ 3117982 w 9583847"/>
                  <a:gd name="connsiteY77" fmla="*/ 90602 h 529184"/>
                  <a:gd name="connsiteX78" fmla="*/ 3089290 w 9583847"/>
                  <a:gd name="connsiteY78" fmla="*/ 115746 h 529184"/>
                  <a:gd name="connsiteX79" fmla="*/ 3060273 w 9583847"/>
                  <a:gd name="connsiteY79" fmla="*/ 142767 h 529184"/>
                  <a:gd name="connsiteX80" fmla="*/ 3031460 w 9583847"/>
                  <a:gd name="connsiteY80" fmla="*/ 164725 h 529184"/>
                  <a:gd name="connsiteX81" fmla="*/ 2892146 w 9583847"/>
                  <a:gd name="connsiteY81" fmla="*/ 157588 h 529184"/>
                  <a:gd name="connsiteX82" fmla="*/ 2889911 w 9583847"/>
                  <a:gd name="connsiteY82" fmla="*/ 158111 h 529184"/>
                  <a:gd name="connsiteX83" fmla="*/ 2859227 w 9583847"/>
                  <a:gd name="connsiteY83" fmla="*/ 179785 h 529184"/>
                  <a:gd name="connsiteX84" fmla="*/ 2718328 w 9583847"/>
                  <a:gd name="connsiteY84" fmla="*/ 179370 h 529184"/>
                  <a:gd name="connsiteX85" fmla="*/ 2576251 w 9583847"/>
                  <a:gd name="connsiteY85" fmla="*/ 180964 h 529184"/>
                  <a:gd name="connsiteX86" fmla="*/ 2574422 w 9583847"/>
                  <a:gd name="connsiteY86" fmla="*/ 181444 h 529184"/>
                  <a:gd name="connsiteX87" fmla="*/ 2539919 w 9583847"/>
                  <a:gd name="connsiteY87" fmla="*/ 202812 h 529184"/>
                  <a:gd name="connsiteX88" fmla="*/ 2504847 w 9583847"/>
                  <a:gd name="connsiteY88" fmla="*/ 221190 h 529184"/>
                  <a:gd name="connsiteX89" fmla="*/ 2469043 w 9583847"/>
                  <a:gd name="connsiteY89" fmla="*/ 236905 h 529184"/>
                  <a:gd name="connsiteX90" fmla="*/ 2432548 w 9583847"/>
                  <a:gd name="connsiteY90" fmla="*/ 252249 h 529184"/>
                  <a:gd name="connsiteX91" fmla="*/ 2395444 w 9583847"/>
                  <a:gd name="connsiteY91" fmla="*/ 268074 h 529184"/>
                  <a:gd name="connsiteX92" fmla="*/ 2357689 w 9583847"/>
                  <a:gd name="connsiteY92" fmla="*/ 282086 h 529184"/>
                  <a:gd name="connsiteX93" fmla="*/ 2318919 w 9583847"/>
                  <a:gd name="connsiteY93" fmla="*/ 294287 h 529184"/>
                  <a:gd name="connsiteX94" fmla="*/ 2239386 w 9583847"/>
                  <a:gd name="connsiteY94" fmla="*/ 323971 h 529184"/>
                  <a:gd name="connsiteX95" fmla="*/ 2198949 w 9583847"/>
                  <a:gd name="connsiteY95" fmla="*/ 337831 h 529184"/>
                  <a:gd name="connsiteX96" fmla="*/ 2043257 w 9583847"/>
                  <a:gd name="connsiteY96" fmla="*/ 340931 h 529184"/>
                  <a:gd name="connsiteX97" fmla="*/ 1985671 w 9583847"/>
                  <a:gd name="connsiteY97" fmla="*/ 342786 h 529184"/>
                  <a:gd name="connsiteX98" fmla="*/ 1984451 w 9583847"/>
                  <a:gd name="connsiteY98" fmla="*/ 343048 h 529184"/>
                  <a:gd name="connsiteX99" fmla="*/ 1940885 w 9583847"/>
                  <a:gd name="connsiteY99" fmla="*/ 358763 h 529184"/>
                  <a:gd name="connsiteX100" fmla="*/ 1940235 w 9583847"/>
                  <a:gd name="connsiteY100" fmla="*/ 358916 h 529184"/>
                  <a:gd name="connsiteX101" fmla="*/ 1897644 w 9583847"/>
                  <a:gd name="connsiteY101" fmla="*/ 374063 h 529184"/>
                  <a:gd name="connsiteX102" fmla="*/ 1895775 w 9583847"/>
                  <a:gd name="connsiteY102" fmla="*/ 374696 h 529184"/>
                  <a:gd name="connsiteX103" fmla="*/ 1895287 w 9583847"/>
                  <a:gd name="connsiteY103" fmla="*/ 374805 h 529184"/>
                  <a:gd name="connsiteX104" fmla="*/ 1858996 w 9583847"/>
                  <a:gd name="connsiteY104" fmla="*/ 386155 h 529184"/>
                  <a:gd name="connsiteX105" fmla="*/ 1850380 w 9583847"/>
                  <a:gd name="connsiteY105" fmla="*/ 388818 h 529184"/>
                  <a:gd name="connsiteX106" fmla="*/ 1588333 w 9583847"/>
                  <a:gd name="connsiteY106" fmla="*/ 394471 h 529184"/>
                  <a:gd name="connsiteX107" fmla="*/ 1427439 w 9583847"/>
                  <a:gd name="connsiteY107" fmla="*/ 397396 h 529184"/>
                  <a:gd name="connsiteX108" fmla="*/ 1426464 w 9583847"/>
                  <a:gd name="connsiteY108" fmla="*/ 397505 h 529184"/>
                  <a:gd name="connsiteX109" fmla="*/ 1375827 w 9583847"/>
                  <a:gd name="connsiteY109" fmla="*/ 410448 h 529184"/>
                  <a:gd name="connsiteX110" fmla="*/ 1213998 w 9583847"/>
                  <a:gd name="connsiteY110" fmla="*/ 411365 h 529184"/>
                  <a:gd name="connsiteX111" fmla="*/ 1051682 w 9583847"/>
                  <a:gd name="connsiteY111" fmla="*/ 411408 h 529184"/>
                  <a:gd name="connsiteX112" fmla="*/ 889447 w 9583847"/>
                  <a:gd name="connsiteY112" fmla="*/ 413067 h 529184"/>
                  <a:gd name="connsiteX113" fmla="*/ 888553 w 9583847"/>
                  <a:gd name="connsiteY113" fmla="*/ 413176 h 529184"/>
                  <a:gd name="connsiteX114" fmla="*/ 831169 w 9583847"/>
                  <a:gd name="connsiteY114" fmla="*/ 425858 h 529184"/>
                  <a:gd name="connsiteX115" fmla="*/ 772973 w 9583847"/>
                  <a:gd name="connsiteY115" fmla="*/ 438953 h 529184"/>
                  <a:gd name="connsiteX116" fmla="*/ 607893 w 9583847"/>
                  <a:gd name="connsiteY116" fmla="*/ 441726 h 529184"/>
                  <a:gd name="connsiteX117" fmla="*/ 442448 w 9583847"/>
                  <a:gd name="connsiteY117" fmla="*/ 443864 h 529184"/>
                  <a:gd name="connsiteX118" fmla="*/ 277205 w 9583847"/>
                  <a:gd name="connsiteY118" fmla="*/ 444017 h 529184"/>
                  <a:gd name="connsiteX119" fmla="*/ 112044 w 9583847"/>
                  <a:gd name="connsiteY119" fmla="*/ 441573 h 529184"/>
                  <a:gd name="connsiteX120" fmla="*/ 111150 w 9583847"/>
                  <a:gd name="connsiteY120" fmla="*/ 441682 h 529184"/>
                  <a:gd name="connsiteX121" fmla="*/ 44338 w 9583847"/>
                  <a:gd name="connsiteY121" fmla="*/ 453774 h 529184"/>
                  <a:gd name="connsiteX122" fmla="*/ 0 w 9583847"/>
                  <a:gd name="connsiteY122" fmla="*/ 461238 h 529184"/>
                  <a:gd name="connsiteX123" fmla="*/ 0 w 9583847"/>
                  <a:gd name="connsiteY123" fmla="*/ 464163 h 529184"/>
                  <a:gd name="connsiteX124" fmla="*/ 45842 w 9583847"/>
                  <a:gd name="connsiteY124" fmla="*/ 456502 h 529184"/>
                  <a:gd name="connsiteX125" fmla="*/ 112370 w 9583847"/>
                  <a:gd name="connsiteY125" fmla="*/ 444410 h 529184"/>
                  <a:gd name="connsiteX126" fmla="*/ 277165 w 9583847"/>
                  <a:gd name="connsiteY126" fmla="*/ 446811 h 529184"/>
                  <a:gd name="connsiteX127" fmla="*/ 442529 w 9583847"/>
                  <a:gd name="connsiteY127" fmla="*/ 446702 h 529184"/>
                  <a:gd name="connsiteX128" fmla="*/ 608056 w 9583847"/>
                  <a:gd name="connsiteY128" fmla="*/ 444585 h 529184"/>
                  <a:gd name="connsiteX129" fmla="*/ 773623 w 9583847"/>
                  <a:gd name="connsiteY129" fmla="*/ 441747 h 529184"/>
                  <a:gd name="connsiteX130" fmla="*/ 774477 w 9583847"/>
                  <a:gd name="connsiteY130" fmla="*/ 441638 h 529184"/>
                  <a:gd name="connsiteX131" fmla="*/ 833079 w 9583847"/>
                  <a:gd name="connsiteY131" fmla="*/ 428477 h 529184"/>
                  <a:gd name="connsiteX132" fmla="*/ 890057 w 9583847"/>
                  <a:gd name="connsiteY132" fmla="*/ 415905 h 529184"/>
                  <a:gd name="connsiteX133" fmla="*/ 1051804 w 9583847"/>
                  <a:gd name="connsiteY133" fmla="*/ 414246 h 529184"/>
                  <a:gd name="connsiteX134" fmla="*/ 1214079 w 9583847"/>
                  <a:gd name="connsiteY134" fmla="*/ 414202 h 529184"/>
                  <a:gd name="connsiteX135" fmla="*/ 1376517 w 9583847"/>
                  <a:gd name="connsiteY135" fmla="*/ 413286 h 529184"/>
                  <a:gd name="connsiteX136" fmla="*/ 1377574 w 9583847"/>
                  <a:gd name="connsiteY136" fmla="*/ 413133 h 529184"/>
                  <a:gd name="connsiteX137" fmla="*/ 1428293 w 9583847"/>
                  <a:gd name="connsiteY137" fmla="*/ 400233 h 529184"/>
                  <a:gd name="connsiteX138" fmla="*/ 1588618 w 9583847"/>
                  <a:gd name="connsiteY138" fmla="*/ 397309 h 529184"/>
                  <a:gd name="connsiteX139" fmla="*/ 1749593 w 9583847"/>
                  <a:gd name="connsiteY139" fmla="*/ 393947 h 529184"/>
                  <a:gd name="connsiteX140" fmla="*/ 1851152 w 9583847"/>
                  <a:gd name="connsiteY140" fmla="*/ 391655 h 529184"/>
                  <a:gd name="connsiteX141" fmla="*/ 1897725 w 9583847"/>
                  <a:gd name="connsiteY141" fmla="*/ 377315 h 529184"/>
                  <a:gd name="connsiteX142" fmla="*/ 1898335 w 9583847"/>
                  <a:gd name="connsiteY142" fmla="*/ 377141 h 529184"/>
                  <a:gd name="connsiteX143" fmla="*/ 1942673 w 9583847"/>
                  <a:gd name="connsiteY143" fmla="*/ 361469 h 529184"/>
                  <a:gd name="connsiteX144" fmla="*/ 1943324 w 9583847"/>
                  <a:gd name="connsiteY144" fmla="*/ 361317 h 529184"/>
                  <a:gd name="connsiteX145" fmla="*/ 1986849 w 9583847"/>
                  <a:gd name="connsiteY145" fmla="*/ 345601 h 529184"/>
                  <a:gd name="connsiteX146" fmla="*/ 2043704 w 9583847"/>
                  <a:gd name="connsiteY146" fmla="*/ 343746 h 529184"/>
                  <a:gd name="connsiteX147" fmla="*/ 2199965 w 9583847"/>
                  <a:gd name="connsiteY147" fmla="*/ 340647 h 529184"/>
                  <a:gd name="connsiteX148" fmla="*/ 2201225 w 9583847"/>
                  <a:gd name="connsiteY148" fmla="*/ 340429 h 529184"/>
                  <a:gd name="connsiteX149" fmla="*/ 2242312 w 9583847"/>
                  <a:gd name="connsiteY149" fmla="*/ 326307 h 529184"/>
                  <a:gd name="connsiteX150" fmla="*/ 2321804 w 9583847"/>
                  <a:gd name="connsiteY150" fmla="*/ 296666 h 529184"/>
                  <a:gd name="connsiteX151" fmla="*/ 2360615 w 9583847"/>
                  <a:gd name="connsiteY151" fmla="*/ 284465 h 529184"/>
                  <a:gd name="connsiteX152" fmla="*/ 2398654 w 9583847"/>
                  <a:gd name="connsiteY152" fmla="*/ 270344 h 529184"/>
                  <a:gd name="connsiteX153" fmla="*/ 2435880 w 9583847"/>
                  <a:gd name="connsiteY153" fmla="*/ 254476 h 529184"/>
                  <a:gd name="connsiteX154" fmla="*/ 2472456 w 9583847"/>
                  <a:gd name="connsiteY154" fmla="*/ 239132 h 529184"/>
                  <a:gd name="connsiteX155" fmla="*/ 2508464 w 9583847"/>
                  <a:gd name="connsiteY155" fmla="*/ 223307 h 529184"/>
                  <a:gd name="connsiteX156" fmla="*/ 2543861 w 9583847"/>
                  <a:gd name="connsiteY156" fmla="*/ 204755 h 529184"/>
                  <a:gd name="connsiteX157" fmla="*/ 2577755 w 9583847"/>
                  <a:gd name="connsiteY157" fmla="*/ 183758 h 529184"/>
                  <a:gd name="connsiteX158" fmla="*/ 2718654 w 9583847"/>
                  <a:gd name="connsiteY158" fmla="*/ 182164 h 529184"/>
                  <a:gd name="connsiteX159" fmla="*/ 2860772 w 9583847"/>
                  <a:gd name="connsiteY159" fmla="*/ 182579 h 529184"/>
                  <a:gd name="connsiteX160" fmla="*/ 2860772 w 9583847"/>
                  <a:gd name="connsiteY160" fmla="*/ 182579 h 529184"/>
                  <a:gd name="connsiteX161" fmla="*/ 2862763 w 9583847"/>
                  <a:gd name="connsiteY161" fmla="*/ 182055 h 529184"/>
                  <a:gd name="connsiteX162" fmla="*/ 2893365 w 9583847"/>
                  <a:gd name="connsiteY162" fmla="*/ 160425 h 529184"/>
                  <a:gd name="connsiteX163" fmla="*/ 3032760 w 9583847"/>
                  <a:gd name="connsiteY163" fmla="*/ 167562 h 529184"/>
                  <a:gd name="connsiteX164" fmla="*/ 3035036 w 9583847"/>
                  <a:gd name="connsiteY164" fmla="*/ 166973 h 529184"/>
                  <a:gd name="connsiteX165" fmla="*/ 3064784 w 9583847"/>
                  <a:gd name="connsiteY165" fmla="*/ 144273 h 529184"/>
                  <a:gd name="connsiteX166" fmla="*/ 3093883 w 9583847"/>
                  <a:gd name="connsiteY166" fmla="*/ 117209 h 529184"/>
                  <a:gd name="connsiteX167" fmla="*/ 3122615 w 9583847"/>
                  <a:gd name="connsiteY167" fmla="*/ 91999 h 529184"/>
                  <a:gd name="connsiteX168" fmla="*/ 3150901 w 9583847"/>
                  <a:gd name="connsiteY168" fmla="*/ 63930 h 529184"/>
                  <a:gd name="connsiteX169" fmla="*/ 3178495 w 9583847"/>
                  <a:gd name="connsiteY169" fmla="*/ 29138 h 529184"/>
                  <a:gd name="connsiteX170" fmla="*/ 3204911 w 9583847"/>
                  <a:gd name="connsiteY170" fmla="*/ 6548 h 529184"/>
                  <a:gd name="connsiteX171" fmla="*/ 3336951 w 9583847"/>
                  <a:gd name="connsiteY171" fmla="*/ 2772 h 529184"/>
                  <a:gd name="connsiteX172" fmla="*/ 3470819 w 9583847"/>
                  <a:gd name="connsiteY172" fmla="*/ 10128 h 529184"/>
                  <a:gd name="connsiteX173" fmla="*/ 3604524 w 9583847"/>
                  <a:gd name="connsiteY173" fmla="*/ 10717 h 529184"/>
                  <a:gd name="connsiteX174" fmla="*/ 3738474 w 9583847"/>
                  <a:gd name="connsiteY174" fmla="*/ 12310 h 529184"/>
                  <a:gd name="connsiteX175" fmla="*/ 3872261 w 9583847"/>
                  <a:gd name="connsiteY175" fmla="*/ 10979 h 529184"/>
                  <a:gd name="connsiteX176" fmla="*/ 4006251 w 9583847"/>
                  <a:gd name="connsiteY176" fmla="*/ 12528 h 529184"/>
                  <a:gd name="connsiteX177" fmla="*/ 4140281 w 9583847"/>
                  <a:gd name="connsiteY177" fmla="*/ 12747 h 529184"/>
                  <a:gd name="connsiteX178" fmla="*/ 4274312 w 9583847"/>
                  <a:gd name="connsiteY178" fmla="*/ 12157 h 529184"/>
                  <a:gd name="connsiteX179" fmla="*/ 4406189 w 9583847"/>
                  <a:gd name="connsiteY179" fmla="*/ 13489 h 529184"/>
                  <a:gd name="connsiteX180" fmla="*/ 4537213 w 9583847"/>
                  <a:gd name="connsiteY180" fmla="*/ 22176 h 529184"/>
                  <a:gd name="connsiteX181" fmla="*/ 4666976 w 9583847"/>
                  <a:gd name="connsiteY181" fmla="*/ 26803 h 529184"/>
                  <a:gd name="connsiteX182" fmla="*/ 4795602 w 9583847"/>
                  <a:gd name="connsiteY182" fmla="*/ 28942 h 529184"/>
                  <a:gd name="connsiteX183" fmla="*/ 4923942 w 9583847"/>
                  <a:gd name="connsiteY183" fmla="*/ 32347 h 529184"/>
                  <a:gd name="connsiteX184" fmla="*/ 5052934 w 9583847"/>
                  <a:gd name="connsiteY184" fmla="*/ 34530 h 529184"/>
                  <a:gd name="connsiteX185" fmla="*/ 5183470 w 9583847"/>
                  <a:gd name="connsiteY185" fmla="*/ 36036 h 529184"/>
                  <a:gd name="connsiteX186" fmla="*/ 5316810 w 9583847"/>
                  <a:gd name="connsiteY186" fmla="*/ 40030 h 529184"/>
                  <a:gd name="connsiteX187" fmla="*/ 5452750 w 9583847"/>
                  <a:gd name="connsiteY187" fmla="*/ 43064 h 529184"/>
                  <a:gd name="connsiteX188" fmla="*/ 5591617 w 9583847"/>
                  <a:gd name="connsiteY188" fmla="*/ 52231 h 529184"/>
                  <a:gd name="connsiteX189" fmla="*/ 5724998 w 9583847"/>
                  <a:gd name="connsiteY189" fmla="*/ 60874 h 529184"/>
                  <a:gd name="connsiteX190" fmla="*/ 5872806 w 9583847"/>
                  <a:gd name="connsiteY190" fmla="*/ 73992 h 529184"/>
                  <a:gd name="connsiteX191" fmla="*/ 6013339 w 9583847"/>
                  <a:gd name="connsiteY191" fmla="*/ 96801 h 529184"/>
                  <a:gd name="connsiteX192" fmla="*/ 6154481 w 9583847"/>
                  <a:gd name="connsiteY192" fmla="*/ 118802 h 529184"/>
                  <a:gd name="connsiteX193" fmla="*/ 6293917 w 9583847"/>
                  <a:gd name="connsiteY193" fmla="*/ 135477 h 529184"/>
                  <a:gd name="connsiteX194" fmla="*/ 6433718 w 9583847"/>
                  <a:gd name="connsiteY194" fmla="*/ 146674 h 529184"/>
                  <a:gd name="connsiteX195" fmla="*/ 6569944 w 9583847"/>
                  <a:gd name="connsiteY195" fmla="*/ 154554 h 529184"/>
                  <a:gd name="connsiteX196" fmla="*/ 6704584 w 9583847"/>
                  <a:gd name="connsiteY196" fmla="*/ 159770 h 529184"/>
                  <a:gd name="connsiteX197" fmla="*/ 6708526 w 9583847"/>
                  <a:gd name="connsiteY197" fmla="*/ 162761 h 529184"/>
                  <a:gd name="connsiteX198" fmla="*/ 6710599 w 9583847"/>
                  <a:gd name="connsiteY198" fmla="*/ 163350 h 529184"/>
                  <a:gd name="connsiteX199" fmla="*/ 6728765 w 9583847"/>
                  <a:gd name="connsiteY199" fmla="*/ 163350 h 529184"/>
                  <a:gd name="connsiteX200" fmla="*/ 6782857 w 9583847"/>
                  <a:gd name="connsiteY200" fmla="*/ 167824 h 529184"/>
                  <a:gd name="connsiteX201" fmla="*/ 6802689 w 9583847"/>
                  <a:gd name="connsiteY201" fmla="*/ 169047 h 529184"/>
                  <a:gd name="connsiteX202" fmla="*/ 6812118 w 9583847"/>
                  <a:gd name="connsiteY202" fmla="*/ 169308 h 529184"/>
                  <a:gd name="connsiteX203" fmla="*/ 6849913 w 9583847"/>
                  <a:gd name="connsiteY203" fmla="*/ 171229 h 529184"/>
                  <a:gd name="connsiteX204" fmla="*/ 6857066 w 9583847"/>
                  <a:gd name="connsiteY204" fmla="*/ 172495 h 529184"/>
                  <a:gd name="connsiteX205" fmla="*/ 6866494 w 9583847"/>
                  <a:gd name="connsiteY205" fmla="*/ 174787 h 529184"/>
                  <a:gd name="connsiteX206" fmla="*/ 6867591 w 9583847"/>
                  <a:gd name="connsiteY206" fmla="*/ 174896 h 529184"/>
                  <a:gd name="connsiteX207" fmla="*/ 6872834 w 9583847"/>
                  <a:gd name="connsiteY207" fmla="*/ 174787 h 529184"/>
                  <a:gd name="connsiteX208" fmla="*/ 6970858 w 9583847"/>
                  <a:gd name="connsiteY208" fmla="*/ 183256 h 529184"/>
                  <a:gd name="connsiteX209" fmla="*/ 6993982 w 9583847"/>
                  <a:gd name="connsiteY209" fmla="*/ 185438 h 529184"/>
                  <a:gd name="connsiteX210" fmla="*/ 7125534 w 9583847"/>
                  <a:gd name="connsiteY210" fmla="*/ 196199 h 529184"/>
                  <a:gd name="connsiteX211" fmla="*/ 7265051 w 9583847"/>
                  <a:gd name="connsiteY211" fmla="*/ 213529 h 529184"/>
                  <a:gd name="connsiteX212" fmla="*/ 7308616 w 9583847"/>
                  <a:gd name="connsiteY212" fmla="*/ 217043 h 529184"/>
                  <a:gd name="connsiteX213" fmla="*/ 7316542 w 9583847"/>
                  <a:gd name="connsiteY213" fmla="*/ 226538 h 529184"/>
                  <a:gd name="connsiteX214" fmla="*/ 7317151 w 9583847"/>
                  <a:gd name="connsiteY214" fmla="*/ 226909 h 529184"/>
                  <a:gd name="connsiteX215" fmla="*/ 7325766 w 9583847"/>
                  <a:gd name="connsiteY215" fmla="*/ 236883 h 529184"/>
                  <a:gd name="connsiteX216" fmla="*/ 7326254 w 9583847"/>
                  <a:gd name="connsiteY216" fmla="*/ 237255 h 529184"/>
                  <a:gd name="connsiteX217" fmla="*/ 7334992 w 9583847"/>
                  <a:gd name="connsiteY217" fmla="*/ 249128 h 529184"/>
                  <a:gd name="connsiteX218" fmla="*/ 7335398 w 9583847"/>
                  <a:gd name="connsiteY218" fmla="*/ 249456 h 529184"/>
                  <a:gd name="connsiteX219" fmla="*/ 7344542 w 9583847"/>
                  <a:gd name="connsiteY219" fmla="*/ 260653 h 529184"/>
                  <a:gd name="connsiteX220" fmla="*/ 7354255 w 9583847"/>
                  <a:gd name="connsiteY220" fmla="*/ 275407 h 529184"/>
                  <a:gd name="connsiteX221" fmla="*/ 7356125 w 9583847"/>
                  <a:gd name="connsiteY221" fmla="*/ 276259 h 529184"/>
                  <a:gd name="connsiteX222" fmla="*/ 7457725 w 9583847"/>
                  <a:gd name="connsiteY222" fmla="*/ 288045 h 529184"/>
                  <a:gd name="connsiteX223" fmla="*/ 7597526 w 9583847"/>
                  <a:gd name="connsiteY223" fmla="*/ 303869 h 529184"/>
                  <a:gd name="connsiteX224" fmla="*/ 7598299 w 9583847"/>
                  <a:gd name="connsiteY224" fmla="*/ 303978 h 529184"/>
                  <a:gd name="connsiteX225" fmla="*/ 7740092 w 9583847"/>
                  <a:gd name="connsiteY225" fmla="*/ 314913 h 529184"/>
                  <a:gd name="connsiteX226" fmla="*/ 7883063 w 9583847"/>
                  <a:gd name="connsiteY226" fmla="*/ 321418 h 529184"/>
                  <a:gd name="connsiteX227" fmla="*/ 8027213 w 9583847"/>
                  <a:gd name="connsiteY227" fmla="*/ 324124 h 529184"/>
                  <a:gd name="connsiteX228" fmla="*/ 8316123 w 9583847"/>
                  <a:gd name="connsiteY228" fmla="*/ 324823 h 529184"/>
                  <a:gd name="connsiteX229" fmla="*/ 8521395 w 9583847"/>
                  <a:gd name="connsiteY229" fmla="*/ 453337 h 529184"/>
                  <a:gd name="connsiteX230" fmla="*/ 8544316 w 9583847"/>
                  <a:gd name="connsiteY230" fmla="*/ 467088 h 529184"/>
                  <a:gd name="connsiteX231" fmla="*/ 8545007 w 9583847"/>
                  <a:gd name="connsiteY231" fmla="*/ 467415 h 529184"/>
                  <a:gd name="connsiteX232" fmla="*/ 8568497 w 9583847"/>
                  <a:gd name="connsiteY232" fmla="*/ 474334 h 529184"/>
                  <a:gd name="connsiteX233" fmla="*/ 8592515 w 9583847"/>
                  <a:gd name="connsiteY233" fmla="*/ 479616 h 529184"/>
                  <a:gd name="connsiteX234" fmla="*/ 8616412 w 9583847"/>
                  <a:gd name="connsiteY234" fmla="*/ 483763 h 529184"/>
                  <a:gd name="connsiteX235" fmla="*/ 8640918 w 9583847"/>
                  <a:gd name="connsiteY235" fmla="*/ 490115 h 529184"/>
                  <a:gd name="connsiteX236" fmla="*/ 8666440 w 9583847"/>
                  <a:gd name="connsiteY236" fmla="*/ 499610 h 529184"/>
                  <a:gd name="connsiteX237" fmla="*/ 8692449 w 9583847"/>
                  <a:gd name="connsiteY237" fmla="*/ 507860 h 529184"/>
                  <a:gd name="connsiteX238" fmla="*/ 8693750 w 9583847"/>
                  <a:gd name="connsiteY238" fmla="*/ 508013 h 529184"/>
                  <a:gd name="connsiteX239" fmla="*/ 8693750 w 9583847"/>
                  <a:gd name="connsiteY239" fmla="*/ 508013 h 529184"/>
                  <a:gd name="connsiteX240" fmla="*/ 8865413 w 9583847"/>
                  <a:gd name="connsiteY240" fmla="*/ 507598 h 529184"/>
                  <a:gd name="connsiteX241" fmla="*/ 8893291 w 9583847"/>
                  <a:gd name="connsiteY241" fmla="*/ 515696 h 529184"/>
                  <a:gd name="connsiteX242" fmla="*/ 8894389 w 9583847"/>
                  <a:gd name="connsiteY242" fmla="*/ 515848 h 529184"/>
                  <a:gd name="connsiteX243" fmla="*/ 9068694 w 9583847"/>
                  <a:gd name="connsiteY243" fmla="*/ 518948 h 529184"/>
                  <a:gd name="connsiteX244" fmla="*/ 9243324 w 9583847"/>
                  <a:gd name="connsiteY244" fmla="*/ 523313 h 529184"/>
                  <a:gd name="connsiteX245" fmla="*/ 9417954 w 9583847"/>
                  <a:gd name="connsiteY245" fmla="*/ 526412 h 529184"/>
                  <a:gd name="connsiteX246" fmla="*/ 9583440 w 9583847"/>
                  <a:gd name="connsiteY246" fmla="*/ 529184 h 529184"/>
                  <a:gd name="connsiteX247" fmla="*/ 9583644 w 9583847"/>
                  <a:gd name="connsiteY247" fmla="*/ 529184 h 529184"/>
                  <a:gd name="connsiteX248" fmla="*/ 9583847 w 9583847"/>
                  <a:gd name="connsiteY248" fmla="*/ 527744 h 529184"/>
                  <a:gd name="connsiteX249" fmla="*/ 9583644 w 9583847"/>
                  <a:gd name="connsiteY249" fmla="*/ 526369 h 529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9583847" h="529184">
                    <a:moveTo>
                      <a:pt x="9583237" y="526412"/>
                    </a:moveTo>
                    <a:lnTo>
                      <a:pt x="9417751" y="523684"/>
                    </a:lnTo>
                    <a:lnTo>
                      <a:pt x="9243121" y="520541"/>
                    </a:lnTo>
                    <a:lnTo>
                      <a:pt x="9068491" y="516176"/>
                    </a:lnTo>
                    <a:lnTo>
                      <a:pt x="8894755" y="513076"/>
                    </a:lnTo>
                    <a:lnTo>
                      <a:pt x="8866794" y="504979"/>
                    </a:lnTo>
                    <a:cubicBezTo>
                      <a:pt x="8866510" y="504870"/>
                      <a:pt x="8866104" y="504826"/>
                      <a:pt x="8865616" y="504826"/>
                    </a:cubicBezTo>
                    <a:lnTo>
                      <a:pt x="8865616" y="504826"/>
                    </a:lnTo>
                    <a:lnTo>
                      <a:pt x="8693953" y="505241"/>
                    </a:lnTo>
                    <a:lnTo>
                      <a:pt x="8668837" y="497252"/>
                    </a:lnTo>
                    <a:lnTo>
                      <a:pt x="8643031" y="487714"/>
                    </a:lnTo>
                    <a:lnTo>
                      <a:pt x="8617955" y="481210"/>
                    </a:lnTo>
                    <a:lnTo>
                      <a:pt x="8593856" y="476997"/>
                    </a:lnTo>
                    <a:lnTo>
                      <a:pt x="8570326" y="471824"/>
                    </a:lnTo>
                    <a:lnTo>
                      <a:pt x="8547405" y="465058"/>
                    </a:lnTo>
                    <a:lnTo>
                      <a:pt x="8524809" y="451526"/>
                    </a:lnTo>
                    <a:lnTo>
                      <a:pt x="8318724" y="322509"/>
                    </a:lnTo>
                    <a:cubicBezTo>
                      <a:pt x="8318318" y="322182"/>
                      <a:pt x="8317627" y="322029"/>
                      <a:pt x="8316814" y="322029"/>
                    </a:cubicBezTo>
                    <a:lnTo>
                      <a:pt x="8026888" y="321330"/>
                    </a:lnTo>
                    <a:lnTo>
                      <a:pt x="7882941" y="318602"/>
                    </a:lnTo>
                    <a:lnTo>
                      <a:pt x="7740254" y="312098"/>
                    </a:lnTo>
                    <a:lnTo>
                      <a:pt x="7598054" y="301119"/>
                    </a:lnTo>
                    <a:lnTo>
                      <a:pt x="7462114" y="285709"/>
                    </a:lnTo>
                    <a:lnTo>
                      <a:pt x="7358035" y="273727"/>
                    </a:lnTo>
                    <a:lnTo>
                      <a:pt x="7348810" y="259605"/>
                    </a:lnTo>
                    <a:lnTo>
                      <a:pt x="7339381" y="248037"/>
                    </a:lnTo>
                    <a:cubicBezTo>
                      <a:pt x="7339381" y="248037"/>
                      <a:pt x="7339178" y="247819"/>
                      <a:pt x="7339096" y="247775"/>
                    </a:cubicBezTo>
                    <a:lnTo>
                      <a:pt x="7330278" y="235792"/>
                    </a:lnTo>
                    <a:cubicBezTo>
                      <a:pt x="7330075" y="235639"/>
                      <a:pt x="7329871" y="235465"/>
                      <a:pt x="7329587" y="235312"/>
                    </a:cubicBezTo>
                    <a:lnTo>
                      <a:pt x="7320971" y="225403"/>
                    </a:lnTo>
                    <a:cubicBezTo>
                      <a:pt x="7320890" y="225250"/>
                      <a:pt x="7320686" y="225141"/>
                      <a:pt x="7320402" y="224988"/>
                    </a:cubicBezTo>
                    <a:lnTo>
                      <a:pt x="7312152" y="215232"/>
                    </a:lnTo>
                    <a:cubicBezTo>
                      <a:pt x="7311868" y="214817"/>
                      <a:pt x="7310689" y="214424"/>
                      <a:pt x="7309795" y="214380"/>
                    </a:cubicBezTo>
                    <a:lnTo>
                      <a:pt x="7265538" y="210801"/>
                    </a:lnTo>
                    <a:lnTo>
                      <a:pt x="7132686" y="194125"/>
                    </a:lnTo>
                    <a:lnTo>
                      <a:pt x="6994388" y="182732"/>
                    </a:lnTo>
                    <a:lnTo>
                      <a:pt x="6971264" y="180549"/>
                    </a:lnTo>
                    <a:lnTo>
                      <a:pt x="6872752" y="172080"/>
                    </a:lnTo>
                    <a:lnTo>
                      <a:pt x="6867591" y="172124"/>
                    </a:lnTo>
                    <a:lnTo>
                      <a:pt x="6858447" y="169876"/>
                    </a:lnTo>
                    <a:lnTo>
                      <a:pt x="6850523" y="168545"/>
                    </a:lnTo>
                    <a:lnTo>
                      <a:pt x="6812037" y="166515"/>
                    </a:lnTo>
                    <a:lnTo>
                      <a:pt x="6802730" y="166296"/>
                    </a:lnTo>
                    <a:lnTo>
                      <a:pt x="6783060" y="165074"/>
                    </a:lnTo>
                    <a:lnTo>
                      <a:pt x="6728806" y="160534"/>
                    </a:lnTo>
                    <a:lnTo>
                      <a:pt x="6711534" y="160534"/>
                    </a:lnTo>
                    <a:lnTo>
                      <a:pt x="6707591" y="157544"/>
                    </a:lnTo>
                    <a:cubicBezTo>
                      <a:pt x="6707185" y="157217"/>
                      <a:pt x="6706494" y="157020"/>
                      <a:pt x="6705722" y="157020"/>
                    </a:cubicBezTo>
                    <a:lnTo>
                      <a:pt x="6575349" y="151956"/>
                    </a:lnTo>
                    <a:lnTo>
                      <a:pt x="6433963" y="143902"/>
                    </a:lnTo>
                    <a:lnTo>
                      <a:pt x="6296071" y="132924"/>
                    </a:lnTo>
                    <a:lnTo>
                      <a:pt x="6156513" y="116248"/>
                    </a:lnTo>
                    <a:lnTo>
                      <a:pt x="6016264" y="94400"/>
                    </a:lnTo>
                    <a:lnTo>
                      <a:pt x="5873537" y="71285"/>
                    </a:lnTo>
                    <a:lnTo>
                      <a:pt x="5732313" y="58561"/>
                    </a:lnTo>
                    <a:lnTo>
                      <a:pt x="5591821" y="49503"/>
                    </a:lnTo>
                    <a:lnTo>
                      <a:pt x="5452831" y="40270"/>
                    </a:lnTo>
                    <a:lnTo>
                      <a:pt x="5316687" y="37280"/>
                    </a:lnTo>
                    <a:lnTo>
                      <a:pt x="5183267" y="33242"/>
                    </a:lnTo>
                    <a:lnTo>
                      <a:pt x="5052650" y="31758"/>
                    </a:lnTo>
                    <a:lnTo>
                      <a:pt x="4923780" y="29619"/>
                    </a:lnTo>
                    <a:lnTo>
                      <a:pt x="4795439" y="26148"/>
                    </a:lnTo>
                    <a:lnTo>
                      <a:pt x="4666854" y="24075"/>
                    </a:lnTo>
                    <a:lnTo>
                      <a:pt x="4537253" y="19447"/>
                    </a:lnTo>
                    <a:lnTo>
                      <a:pt x="4406189" y="10695"/>
                    </a:lnTo>
                    <a:lnTo>
                      <a:pt x="4273987" y="9364"/>
                    </a:lnTo>
                    <a:lnTo>
                      <a:pt x="4139916" y="9953"/>
                    </a:lnTo>
                    <a:lnTo>
                      <a:pt x="4005926" y="9735"/>
                    </a:lnTo>
                    <a:lnTo>
                      <a:pt x="3871895" y="8185"/>
                    </a:lnTo>
                    <a:lnTo>
                      <a:pt x="3738108" y="9560"/>
                    </a:lnTo>
                    <a:lnTo>
                      <a:pt x="3604280" y="7901"/>
                    </a:lnTo>
                    <a:lnTo>
                      <a:pt x="3470737" y="7312"/>
                    </a:lnTo>
                    <a:lnTo>
                      <a:pt x="3336747" y="0"/>
                    </a:lnTo>
                    <a:lnTo>
                      <a:pt x="3203042" y="3776"/>
                    </a:lnTo>
                    <a:cubicBezTo>
                      <a:pt x="3202188" y="3841"/>
                      <a:pt x="3201457" y="4038"/>
                      <a:pt x="3201010" y="4431"/>
                    </a:cubicBezTo>
                    <a:lnTo>
                      <a:pt x="3173740" y="27829"/>
                    </a:lnTo>
                    <a:lnTo>
                      <a:pt x="3146064" y="62686"/>
                    </a:lnTo>
                    <a:lnTo>
                      <a:pt x="3117982" y="90602"/>
                    </a:lnTo>
                    <a:lnTo>
                      <a:pt x="3089290" y="115746"/>
                    </a:lnTo>
                    <a:lnTo>
                      <a:pt x="3060273" y="142767"/>
                    </a:lnTo>
                    <a:lnTo>
                      <a:pt x="3031460" y="164725"/>
                    </a:lnTo>
                    <a:lnTo>
                      <a:pt x="2892146" y="157588"/>
                    </a:lnTo>
                    <a:cubicBezTo>
                      <a:pt x="2891374" y="157478"/>
                      <a:pt x="2890398" y="157740"/>
                      <a:pt x="2889911" y="158111"/>
                    </a:cubicBezTo>
                    <a:lnTo>
                      <a:pt x="2859227" y="179785"/>
                    </a:lnTo>
                    <a:lnTo>
                      <a:pt x="2718328" y="179370"/>
                    </a:lnTo>
                    <a:lnTo>
                      <a:pt x="2576251" y="180964"/>
                    </a:lnTo>
                    <a:cubicBezTo>
                      <a:pt x="2575560" y="180964"/>
                      <a:pt x="2574869" y="181117"/>
                      <a:pt x="2574422" y="181444"/>
                    </a:cubicBezTo>
                    <a:lnTo>
                      <a:pt x="2539919" y="202812"/>
                    </a:lnTo>
                    <a:lnTo>
                      <a:pt x="2504847" y="221190"/>
                    </a:lnTo>
                    <a:lnTo>
                      <a:pt x="2469043" y="236905"/>
                    </a:lnTo>
                    <a:lnTo>
                      <a:pt x="2432548" y="252249"/>
                    </a:lnTo>
                    <a:lnTo>
                      <a:pt x="2395444" y="268074"/>
                    </a:lnTo>
                    <a:lnTo>
                      <a:pt x="2357689" y="282086"/>
                    </a:lnTo>
                    <a:lnTo>
                      <a:pt x="2318919" y="294287"/>
                    </a:lnTo>
                    <a:lnTo>
                      <a:pt x="2239386" y="323971"/>
                    </a:lnTo>
                    <a:lnTo>
                      <a:pt x="2198949" y="337831"/>
                    </a:lnTo>
                    <a:lnTo>
                      <a:pt x="2043257" y="340931"/>
                    </a:lnTo>
                    <a:lnTo>
                      <a:pt x="1985671" y="342786"/>
                    </a:lnTo>
                    <a:cubicBezTo>
                      <a:pt x="1985223" y="342829"/>
                      <a:pt x="1984817" y="342895"/>
                      <a:pt x="1984451" y="343048"/>
                    </a:cubicBezTo>
                    <a:lnTo>
                      <a:pt x="1940885" y="358763"/>
                    </a:lnTo>
                    <a:cubicBezTo>
                      <a:pt x="1940885" y="358763"/>
                      <a:pt x="1940438" y="358872"/>
                      <a:pt x="1940235" y="358916"/>
                    </a:cubicBezTo>
                    <a:lnTo>
                      <a:pt x="1897644" y="374063"/>
                    </a:lnTo>
                    <a:lnTo>
                      <a:pt x="1895775" y="374696"/>
                    </a:lnTo>
                    <a:cubicBezTo>
                      <a:pt x="1895572" y="374696"/>
                      <a:pt x="1895368" y="374740"/>
                      <a:pt x="1895287" y="374805"/>
                    </a:cubicBezTo>
                    <a:lnTo>
                      <a:pt x="1858996" y="386155"/>
                    </a:lnTo>
                    <a:lnTo>
                      <a:pt x="1850380" y="388818"/>
                    </a:lnTo>
                    <a:lnTo>
                      <a:pt x="1588333" y="394471"/>
                    </a:lnTo>
                    <a:lnTo>
                      <a:pt x="1427439" y="397396"/>
                    </a:lnTo>
                    <a:cubicBezTo>
                      <a:pt x="1427074" y="397396"/>
                      <a:pt x="1426749" y="397461"/>
                      <a:pt x="1426464" y="397505"/>
                    </a:cubicBezTo>
                    <a:lnTo>
                      <a:pt x="1375827" y="410448"/>
                    </a:lnTo>
                    <a:lnTo>
                      <a:pt x="1213998" y="411365"/>
                    </a:lnTo>
                    <a:lnTo>
                      <a:pt x="1051682" y="411408"/>
                    </a:lnTo>
                    <a:lnTo>
                      <a:pt x="889447" y="413067"/>
                    </a:lnTo>
                    <a:cubicBezTo>
                      <a:pt x="889081" y="413067"/>
                      <a:pt x="888797" y="413133"/>
                      <a:pt x="888553" y="413176"/>
                    </a:cubicBezTo>
                    <a:lnTo>
                      <a:pt x="831169" y="425858"/>
                    </a:lnTo>
                    <a:lnTo>
                      <a:pt x="772973" y="438953"/>
                    </a:lnTo>
                    <a:lnTo>
                      <a:pt x="607893" y="441726"/>
                    </a:lnTo>
                    <a:lnTo>
                      <a:pt x="442448" y="443864"/>
                    </a:lnTo>
                    <a:lnTo>
                      <a:pt x="277205" y="444017"/>
                    </a:lnTo>
                    <a:lnTo>
                      <a:pt x="112044" y="441573"/>
                    </a:lnTo>
                    <a:cubicBezTo>
                      <a:pt x="111760" y="441638"/>
                      <a:pt x="111435" y="441638"/>
                      <a:pt x="111150" y="441682"/>
                    </a:cubicBezTo>
                    <a:lnTo>
                      <a:pt x="44338" y="453774"/>
                    </a:lnTo>
                    <a:lnTo>
                      <a:pt x="0" y="461238"/>
                    </a:lnTo>
                    <a:lnTo>
                      <a:pt x="0" y="464163"/>
                    </a:lnTo>
                    <a:lnTo>
                      <a:pt x="45842" y="456502"/>
                    </a:lnTo>
                    <a:lnTo>
                      <a:pt x="112370" y="444410"/>
                    </a:lnTo>
                    <a:lnTo>
                      <a:pt x="277165" y="446811"/>
                    </a:lnTo>
                    <a:lnTo>
                      <a:pt x="442529" y="446702"/>
                    </a:lnTo>
                    <a:lnTo>
                      <a:pt x="608056" y="444585"/>
                    </a:lnTo>
                    <a:lnTo>
                      <a:pt x="773623" y="441747"/>
                    </a:lnTo>
                    <a:cubicBezTo>
                      <a:pt x="773908" y="441747"/>
                      <a:pt x="774233" y="441747"/>
                      <a:pt x="774477" y="441638"/>
                    </a:cubicBezTo>
                    <a:lnTo>
                      <a:pt x="833079" y="428477"/>
                    </a:lnTo>
                    <a:lnTo>
                      <a:pt x="890057" y="415905"/>
                    </a:lnTo>
                    <a:lnTo>
                      <a:pt x="1051804" y="414246"/>
                    </a:lnTo>
                    <a:lnTo>
                      <a:pt x="1214079" y="414202"/>
                    </a:lnTo>
                    <a:lnTo>
                      <a:pt x="1376517" y="413286"/>
                    </a:lnTo>
                    <a:cubicBezTo>
                      <a:pt x="1376883" y="413286"/>
                      <a:pt x="1377208" y="413242"/>
                      <a:pt x="1377574" y="413133"/>
                    </a:cubicBezTo>
                    <a:lnTo>
                      <a:pt x="1428293" y="400233"/>
                    </a:lnTo>
                    <a:lnTo>
                      <a:pt x="1588618" y="397309"/>
                    </a:lnTo>
                    <a:lnTo>
                      <a:pt x="1749593" y="393947"/>
                    </a:lnTo>
                    <a:lnTo>
                      <a:pt x="1851152" y="391655"/>
                    </a:lnTo>
                    <a:lnTo>
                      <a:pt x="1897725" y="377315"/>
                    </a:lnTo>
                    <a:cubicBezTo>
                      <a:pt x="1897929" y="377315"/>
                      <a:pt x="1898173" y="377272"/>
                      <a:pt x="1898335" y="377141"/>
                    </a:cubicBezTo>
                    <a:lnTo>
                      <a:pt x="1942673" y="361469"/>
                    </a:lnTo>
                    <a:cubicBezTo>
                      <a:pt x="1942917" y="361404"/>
                      <a:pt x="1943120" y="361360"/>
                      <a:pt x="1943324" y="361317"/>
                    </a:cubicBezTo>
                    <a:lnTo>
                      <a:pt x="1986849" y="345601"/>
                    </a:lnTo>
                    <a:lnTo>
                      <a:pt x="2043704" y="343746"/>
                    </a:lnTo>
                    <a:lnTo>
                      <a:pt x="2199965" y="340647"/>
                    </a:lnTo>
                    <a:cubicBezTo>
                      <a:pt x="2200412" y="340647"/>
                      <a:pt x="2200859" y="340538"/>
                      <a:pt x="2201225" y="340429"/>
                    </a:cubicBezTo>
                    <a:lnTo>
                      <a:pt x="2242312" y="326307"/>
                    </a:lnTo>
                    <a:lnTo>
                      <a:pt x="2321804" y="296666"/>
                    </a:lnTo>
                    <a:lnTo>
                      <a:pt x="2360615" y="284465"/>
                    </a:lnTo>
                    <a:lnTo>
                      <a:pt x="2398654" y="270344"/>
                    </a:lnTo>
                    <a:lnTo>
                      <a:pt x="2435880" y="254476"/>
                    </a:lnTo>
                    <a:lnTo>
                      <a:pt x="2472456" y="239132"/>
                    </a:lnTo>
                    <a:lnTo>
                      <a:pt x="2508464" y="223307"/>
                    </a:lnTo>
                    <a:lnTo>
                      <a:pt x="2543861" y="204755"/>
                    </a:lnTo>
                    <a:lnTo>
                      <a:pt x="2577755" y="183758"/>
                    </a:lnTo>
                    <a:lnTo>
                      <a:pt x="2718654" y="182164"/>
                    </a:lnTo>
                    <a:lnTo>
                      <a:pt x="2860772" y="182579"/>
                    </a:lnTo>
                    <a:lnTo>
                      <a:pt x="2860772" y="182579"/>
                    </a:lnTo>
                    <a:cubicBezTo>
                      <a:pt x="2861584" y="182579"/>
                      <a:pt x="2862316" y="182426"/>
                      <a:pt x="2862763" y="182055"/>
                    </a:cubicBezTo>
                    <a:lnTo>
                      <a:pt x="2893365" y="160425"/>
                    </a:lnTo>
                    <a:lnTo>
                      <a:pt x="3032760" y="167562"/>
                    </a:lnTo>
                    <a:cubicBezTo>
                      <a:pt x="3033654" y="167606"/>
                      <a:pt x="3034548" y="167410"/>
                      <a:pt x="3035036" y="166973"/>
                    </a:cubicBezTo>
                    <a:lnTo>
                      <a:pt x="3064784" y="144273"/>
                    </a:lnTo>
                    <a:lnTo>
                      <a:pt x="3093883" y="117209"/>
                    </a:lnTo>
                    <a:lnTo>
                      <a:pt x="3122615" y="91999"/>
                    </a:lnTo>
                    <a:lnTo>
                      <a:pt x="3150901" y="63930"/>
                    </a:lnTo>
                    <a:lnTo>
                      <a:pt x="3178495" y="29138"/>
                    </a:lnTo>
                    <a:lnTo>
                      <a:pt x="3204911" y="6548"/>
                    </a:lnTo>
                    <a:lnTo>
                      <a:pt x="3336951" y="2772"/>
                    </a:lnTo>
                    <a:lnTo>
                      <a:pt x="3470819" y="10128"/>
                    </a:lnTo>
                    <a:lnTo>
                      <a:pt x="3604524" y="10717"/>
                    </a:lnTo>
                    <a:lnTo>
                      <a:pt x="3738474" y="12310"/>
                    </a:lnTo>
                    <a:lnTo>
                      <a:pt x="3872261" y="10979"/>
                    </a:lnTo>
                    <a:lnTo>
                      <a:pt x="4006251" y="12528"/>
                    </a:lnTo>
                    <a:lnTo>
                      <a:pt x="4140281" y="12747"/>
                    </a:lnTo>
                    <a:lnTo>
                      <a:pt x="4274312" y="12157"/>
                    </a:lnTo>
                    <a:lnTo>
                      <a:pt x="4406189" y="13489"/>
                    </a:lnTo>
                    <a:lnTo>
                      <a:pt x="4537213" y="22176"/>
                    </a:lnTo>
                    <a:lnTo>
                      <a:pt x="4666976" y="26803"/>
                    </a:lnTo>
                    <a:lnTo>
                      <a:pt x="4795602" y="28942"/>
                    </a:lnTo>
                    <a:lnTo>
                      <a:pt x="4923942" y="32347"/>
                    </a:lnTo>
                    <a:lnTo>
                      <a:pt x="5052934" y="34530"/>
                    </a:lnTo>
                    <a:lnTo>
                      <a:pt x="5183470" y="36036"/>
                    </a:lnTo>
                    <a:lnTo>
                      <a:pt x="5316810" y="40030"/>
                    </a:lnTo>
                    <a:lnTo>
                      <a:pt x="5452750" y="43064"/>
                    </a:lnTo>
                    <a:lnTo>
                      <a:pt x="5591617" y="52231"/>
                    </a:lnTo>
                    <a:lnTo>
                      <a:pt x="5724998" y="60874"/>
                    </a:lnTo>
                    <a:lnTo>
                      <a:pt x="5872806" y="73992"/>
                    </a:lnTo>
                    <a:lnTo>
                      <a:pt x="6013339" y="96801"/>
                    </a:lnTo>
                    <a:lnTo>
                      <a:pt x="6154481" y="118802"/>
                    </a:lnTo>
                    <a:lnTo>
                      <a:pt x="6293917" y="135477"/>
                    </a:lnTo>
                    <a:lnTo>
                      <a:pt x="6433718" y="146674"/>
                    </a:lnTo>
                    <a:lnTo>
                      <a:pt x="6569944" y="154554"/>
                    </a:lnTo>
                    <a:lnTo>
                      <a:pt x="6704584" y="159770"/>
                    </a:lnTo>
                    <a:lnTo>
                      <a:pt x="6708526" y="162761"/>
                    </a:lnTo>
                    <a:cubicBezTo>
                      <a:pt x="6709014" y="163132"/>
                      <a:pt x="6709827" y="163350"/>
                      <a:pt x="6710599" y="163350"/>
                    </a:cubicBezTo>
                    <a:lnTo>
                      <a:pt x="6728765" y="163350"/>
                    </a:lnTo>
                    <a:lnTo>
                      <a:pt x="6782857" y="167824"/>
                    </a:lnTo>
                    <a:lnTo>
                      <a:pt x="6802689" y="169047"/>
                    </a:lnTo>
                    <a:lnTo>
                      <a:pt x="6812118" y="169308"/>
                    </a:lnTo>
                    <a:lnTo>
                      <a:pt x="6849913" y="171229"/>
                    </a:lnTo>
                    <a:lnTo>
                      <a:pt x="6857066" y="172495"/>
                    </a:lnTo>
                    <a:lnTo>
                      <a:pt x="6866494" y="174787"/>
                    </a:lnTo>
                    <a:cubicBezTo>
                      <a:pt x="6866779" y="174852"/>
                      <a:pt x="6867388" y="174896"/>
                      <a:pt x="6867591" y="174896"/>
                    </a:cubicBezTo>
                    <a:lnTo>
                      <a:pt x="6872834" y="174787"/>
                    </a:lnTo>
                    <a:lnTo>
                      <a:pt x="6970858" y="183256"/>
                    </a:lnTo>
                    <a:lnTo>
                      <a:pt x="6993982" y="185438"/>
                    </a:lnTo>
                    <a:lnTo>
                      <a:pt x="7125534" y="196199"/>
                    </a:lnTo>
                    <a:lnTo>
                      <a:pt x="7265051" y="213529"/>
                    </a:lnTo>
                    <a:lnTo>
                      <a:pt x="7308616" y="217043"/>
                    </a:lnTo>
                    <a:lnTo>
                      <a:pt x="7316542" y="226538"/>
                    </a:lnTo>
                    <a:cubicBezTo>
                      <a:pt x="7316622" y="226690"/>
                      <a:pt x="7316948" y="226800"/>
                      <a:pt x="7317151" y="226909"/>
                    </a:cubicBezTo>
                    <a:lnTo>
                      <a:pt x="7325766" y="236883"/>
                    </a:lnTo>
                    <a:cubicBezTo>
                      <a:pt x="7325766" y="236883"/>
                      <a:pt x="7326051" y="237145"/>
                      <a:pt x="7326254" y="237255"/>
                    </a:cubicBezTo>
                    <a:lnTo>
                      <a:pt x="7334992" y="249128"/>
                    </a:lnTo>
                    <a:cubicBezTo>
                      <a:pt x="7334992" y="249128"/>
                      <a:pt x="7335277" y="249346"/>
                      <a:pt x="7335398" y="249456"/>
                    </a:cubicBezTo>
                    <a:lnTo>
                      <a:pt x="7344542" y="260653"/>
                    </a:lnTo>
                    <a:lnTo>
                      <a:pt x="7354255" y="275407"/>
                    </a:lnTo>
                    <a:cubicBezTo>
                      <a:pt x="7354540" y="275822"/>
                      <a:pt x="7355230" y="276193"/>
                      <a:pt x="7356125" y="276259"/>
                    </a:cubicBezTo>
                    <a:lnTo>
                      <a:pt x="7457725" y="288045"/>
                    </a:lnTo>
                    <a:lnTo>
                      <a:pt x="7597526" y="303869"/>
                    </a:lnTo>
                    <a:cubicBezTo>
                      <a:pt x="7597526" y="303869"/>
                      <a:pt x="7598217" y="303978"/>
                      <a:pt x="7598299" y="303978"/>
                    </a:cubicBezTo>
                    <a:lnTo>
                      <a:pt x="7740092" y="314913"/>
                    </a:lnTo>
                    <a:lnTo>
                      <a:pt x="7883063" y="321418"/>
                    </a:lnTo>
                    <a:lnTo>
                      <a:pt x="8027213" y="324124"/>
                    </a:lnTo>
                    <a:lnTo>
                      <a:pt x="8316123" y="324823"/>
                    </a:lnTo>
                    <a:lnTo>
                      <a:pt x="8521395" y="453337"/>
                    </a:lnTo>
                    <a:lnTo>
                      <a:pt x="8544316" y="467088"/>
                    </a:lnTo>
                    <a:cubicBezTo>
                      <a:pt x="8544316" y="467088"/>
                      <a:pt x="8544722" y="467306"/>
                      <a:pt x="8545007" y="467415"/>
                    </a:cubicBezTo>
                    <a:lnTo>
                      <a:pt x="8568497" y="474334"/>
                    </a:lnTo>
                    <a:lnTo>
                      <a:pt x="8592515" y="479616"/>
                    </a:lnTo>
                    <a:lnTo>
                      <a:pt x="8616412" y="483763"/>
                    </a:lnTo>
                    <a:lnTo>
                      <a:pt x="8640918" y="490115"/>
                    </a:lnTo>
                    <a:lnTo>
                      <a:pt x="8666440" y="499610"/>
                    </a:lnTo>
                    <a:lnTo>
                      <a:pt x="8692449" y="507860"/>
                    </a:lnTo>
                    <a:cubicBezTo>
                      <a:pt x="8692856" y="507969"/>
                      <a:pt x="8693221" y="508013"/>
                      <a:pt x="8693750" y="508013"/>
                    </a:cubicBezTo>
                    <a:lnTo>
                      <a:pt x="8693750" y="508013"/>
                    </a:lnTo>
                    <a:lnTo>
                      <a:pt x="8865413" y="507598"/>
                    </a:lnTo>
                    <a:lnTo>
                      <a:pt x="8893291" y="515696"/>
                    </a:lnTo>
                    <a:cubicBezTo>
                      <a:pt x="8893617" y="515805"/>
                      <a:pt x="8893983" y="515848"/>
                      <a:pt x="8894389" y="515848"/>
                    </a:cubicBezTo>
                    <a:lnTo>
                      <a:pt x="9068694" y="518948"/>
                    </a:lnTo>
                    <a:lnTo>
                      <a:pt x="9243324" y="523313"/>
                    </a:lnTo>
                    <a:lnTo>
                      <a:pt x="9417954" y="526412"/>
                    </a:lnTo>
                    <a:lnTo>
                      <a:pt x="9583440" y="529184"/>
                    </a:lnTo>
                    <a:lnTo>
                      <a:pt x="9583644" y="529184"/>
                    </a:lnTo>
                    <a:lnTo>
                      <a:pt x="9583847" y="527744"/>
                    </a:lnTo>
                    <a:lnTo>
                      <a:pt x="9583644" y="52636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8" name="Freeform: Shape 677">
                <a:extLst>
                  <a:ext uri="{FF2B5EF4-FFF2-40B4-BE49-F238E27FC236}">
                    <a16:creationId xmlns:a16="http://schemas.microsoft.com/office/drawing/2014/main" id="{D6F4CA41-A325-4061-83B5-9E6922A55A09}"/>
                  </a:ext>
                </a:extLst>
              </p:cNvPr>
              <p:cNvSpPr/>
              <p:nvPr/>
            </p:nvSpPr>
            <p:spPr>
              <a:xfrm>
                <a:off x="9321714" y="6606008"/>
                <a:ext cx="2179690" cy="68709"/>
              </a:xfrm>
              <a:custGeom>
                <a:avLst/>
                <a:gdLst>
                  <a:gd name="connsiteX0" fmla="*/ 2177048 w 2179690"/>
                  <a:gd name="connsiteY0" fmla="*/ 68710 h 68709"/>
                  <a:gd name="connsiteX1" fmla="*/ 2177048 w 2179690"/>
                  <a:gd name="connsiteY1" fmla="*/ 68710 h 68709"/>
                  <a:gd name="connsiteX2" fmla="*/ 2086461 w 2179690"/>
                  <a:gd name="connsiteY2" fmla="*/ 68492 h 68709"/>
                  <a:gd name="connsiteX3" fmla="*/ 2085161 w 2179690"/>
                  <a:gd name="connsiteY3" fmla="*/ 68273 h 68709"/>
                  <a:gd name="connsiteX4" fmla="*/ 2030501 w 2179690"/>
                  <a:gd name="connsiteY4" fmla="*/ 51380 h 68709"/>
                  <a:gd name="connsiteX5" fmla="*/ 1861031 w 2179690"/>
                  <a:gd name="connsiteY5" fmla="*/ 51271 h 68709"/>
                  <a:gd name="connsiteX6" fmla="*/ 1690872 w 2179690"/>
                  <a:gd name="connsiteY6" fmla="*/ 50485 h 68709"/>
                  <a:gd name="connsiteX7" fmla="*/ 1520834 w 2179690"/>
                  <a:gd name="connsiteY7" fmla="*/ 47560 h 68709"/>
                  <a:gd name="connsiteX8" fmla="*/ 1350877 w 2179690"/>
                  <a:gd name="connsiteY8" fmla="*/ 44199 h 68709"/>
                  <a:gd name="connsiteX9" fmla="*/ 1304141 w 2179690"/>
                  <a:gd name="connsiteY9" fmla="*/ 40248 h 68709"/>
                  <a:gd name="connsiteX10" fmla="*/ 1258382 w 2179690"/>
                  <a:gd name="connsiteY10" fmla="*/ 34704 h 68709"/>
                  <a:gd name="connsiteX11" fmla="*/ 1213637 w 2179690"/>
                  <a:gd name="connsiteY11" fmla="*/ 27305 h 68709"/>
                  <a:gd name="connsiteX12" fmla="*/ 1169908 w 2179690"/>
                  <a:gd name="connsiteY12" fmla="*/ 19426 h 68709"/>
                  <a:gd name="connsiteX13" fmla="*/ 1127033 w 2179690"/>
                  <a:gd name="connsiteY13" fmla="*/ 5675 h 68709"/>
                  <a:gd name="connsiteX14" fmla="*/ 2483 w 2179690"/>
                  <a:gd name="connsiteY14" fmla="*/ 2837 h 68709"/>
                  <a:gd name="connsiteX15" fmla="*/ 4 w 2179690"/>
                  <a:gd name="connsiteY15" fmla="*/ 1397 h 68709"/>
                  <a:gd name="connsiteX16" fmla="*/ 2483 w 2179690"/>
                  <a:gd name="connsiteY16" fmla="*/ 0 h 68709"/>
                  <a:gd name="connsiteX17" fmla="*/ 2483 w 2179690"/>
                  <a:gd name="connsiteY17" fmla="*/ 0 h 68709"/>
                  <a:gd name="connsiteX18" fmla="*/ 1127723 w 2179690"/>
                  <a:gd name="connsiteY18" fmla="*/ 2816 h 68709"/>
                  <a:gd name="connsiteX19" fmla="*/ 1128943 w 2179690"/>
                  <a:gd name="connsiteY19" fmla="*/ 2990 h 68709"/>
                  <a:gd name="connsiteX20" fmla="*/ 1172022 w 2179690"/>
                  <a:gd name="connsiteY20" fmla="*/ 16850 h 68709"/>
                  <a:gd name="connsiteX21" fmla="*/ 1215303 w 2179690"/>
                  <a:gd name="connsiteY21" fmla="*/ 24620 h 68709"/>
                  <a:gd name="connsiteX22" fmla="*/ 1259763 w 2179690"/>
                  <a:gd name="connsiteY22" fmla="*/ 31976 h 68709"/>
                  <a:gd name="connsiteX23" fmla="*/ 1305118 w 2179690"/>
                  <a:gd name="connsiteY23" fmla="*/ 37454 h 68709"/>
                  <a:gd name="connsiteX24" fmla="*/ 1351447 w 2179690"/>
                  <a:gd name="connsiteY24" fmla="*/ 41405 h 68709"/>
                  <a:gd name="connsiteX25" fmla="*/ 1520997 w 2179690"/>
                  <a:gd name="connsiteY25" fmla="*/ 44701 h 68709"/>
                  <a:gd name="connsiteX26" fmla="*/ 1691076 w 2179690"/>
                  <a:gd name="connsiteY26" fmla="*/ 47626 h 68709"/>
                  <a:gd name="connsiteX27" fmla="*/ 1861153 w 2179690"/>
                  <a:gd name="connsiteY27" fmla="*/ 48433 h 68709"/>
                  <a:gd name="connsiteX28" fmla="*/ 2031191 w 2179690"/>
                  <a:gd name="connsiteY28" fmla="*/ 48542 h 68709"/>
                  <a:gd name="connsiteX29" fmla="*/ 2032492 w 2179690"/>
                  <a:gd name="connsiteY29" fmla="*/ 48695 h 68709"/>
                  <a:gd name="connsiteX30" fmla="*/ 2087153 w 2179690"/>
                  <a:gd name="connsiteY30" fmla="*/ 65632 h 68709"/>
                  <a:gd name="connsiteX31" fmla="*/ 2177129 w 2179690"/>
                  <a:gd name="connsiteY31" fmla="*/ 65894 h 68709"/>
                  <a:gd name="connsiteX32" fmla="*/ 2179690 w 2179690"/>
                  <a:gd name="connsiteY32" fmla="*/ 67291 h 68709"/>
                  <a:gd name="connsiteX33" fmla="*/ 2177129 w 2179690"/>
                  <a:gd name="connsiteY33" fmla="*/ 68666 h 68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79690" h="68709">
                    <a:moveTo>
                      <a:pt x="2177048" y="68710"/>
                    </a:moveTo>
                    <a:lnTo>
                      <a:pt x="2177048" y="68710"/>
                    </a:lnTo>
                    <a:lnTo>
                      <a:pt x="2086461" y="68492"/>
                    </a:lnTo>
                    <a:cubicBezTo>
                      <a:pt x="2085974" y="68492"/>
                      <a:pt x="2085567" y="68383"/>
                      <a:pt x="2085161" y="68273"/>
                    </a:cubicBezTo>
                    <a:lnTo>
                      <a:pt x="2030501" y="51380"/>
                    </a:lnTo>
                    <a:lnTo>
                      <a:pt x="1861031" y="51271"/>
                    </a:lnTo>
                    <a:lnTo>
                      <a:pt x="1690872" y="50485"/>
                    </a:lnTo>
                    <a:lnTo>
                      <a:pt x="1520834" y="47560"/>
                    </a:lnTo>
                    <a:lnTo>
                      <a:pt x="1350877" y="44199"/>
                    </a:lnTo>
                    <a:lnTo>
                      <a:pt x="1304141" y="40248"/>
                    </a:lnTo>
                    <a:lnTo>
                      <a:pt x="1258382" y="34704"/>
                    </a:lnTo>
                    <a:lnTo>
                      <a:pt x="1213637" y="27305"/>
                    </a:lnTo>
                    <a:lnTo>
                      <a:pt x="1169908" y="19426"/>
                    </a:lnTo>
                    <a:lnTo>
                      <a:pt x="1127033" y="5675"/>
                    </a:lnTo>
                    <a:lnTo>
                      <a:pt x="2483" y="2837"/>
                    </a:lnTo>
                    <a:cubicBezTo>
                      <a:pt x="1101" y="2794"/>
                      <a:pt x="-77" y="2205"/>
                      <a:pt x="4" y="1397"/>
                    </a:cubicBezTo>
                    <a:cubicBezTo>
                      <a:pt x="4" y="655"/>
                      <a:pt x="1101" y="0"/>
                      <a:pt x="2483" y="0"/>
                    </a:cubicBezTo>
                    <a:lnTo>
                      <a:pt x="2483" y="0"/>
                    </a:lnTo>
                    <a:lnTo>
                      <a:pt x="1127723" y="2816"/>
                    </a:lnTo>
                    <a:cubicBezTo>
                      <a:pt x="1128130" y="2816"/>
                      <a:pt x="1128617" y="2881"/>
                      <a:pt x="1128943" y="2990"/>
                    </a:cubicBezTo>
                    <a:lnTo>
                      <a:pt x="1172022" y="16850"/>
                    </a:lnTo>
                    <a:lnTo>
                      <a:pt x="1215303" y="24620"/>
                    </a:lnTo>
                    <a:lnTo>
                      <a:pt x="1259763" y="31976"/>
                    </a:lnTo>
                    <a:lnTo>
                      <a:pt x="1305118" y="37454"/>
                    </a:lnTo>
                    <a:lnTo>
                      <a:pt x="1351447" y="41405"/>
                    </a:lnTo>
                    <a:lnTo>
                      <a:pt x="1520997" y="44701"/>
                    </a:lnTo>
                    <a:lnTo>
                      <a:pt x="1691076" y="47626"/>
                    </a:lnTo>
                    <a:lnTo>
                      <a:pt x="1861153" y="48433"/>
                    </a:lnTo>
                    <a:lnTo>
                      <a:pt x="2031191" y="48542"/>
                    </a:lnTo>
                    <a:cubicBezTo>
                      <a:pt x="2031679" y="48542"/>
                      <a:pt x="2032085" y="48586"/>
                      <a:pt x="2032492" y="48695"/>
                    </a:cubicBezTo>
                    <a:lnTo>
                      <a:pt x="2087153" y="65632"/>
                    </a:lnTo>
                    <a:lnTo>
                      <a:pt x="2177129" y="65894"/>
                    </a:lnTo>
                    <a:cubicBezTo>
                      <a:pt x="2178511" y="65894"/>
                      <a:pt x="2179690" y="66527"/>
                      <a:pt x="2179690" y="67291"/>
                    </a:cubicBezTo>
                    <a:cubicBezTo>
                      <a:pt x="2179609" y="68077"/>
                      <a:pt x="2178511" y="68666"/>
                      <a:pt x="2177129" y="6866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79" name="Freeform: Shape 678">
                <a:extLst>
                  <a:ext uri="{FF2B5EF4-FFF2-40B4-BE49-F238E27FC236}">
                    <a16:creationId xmlns:a16="http://schemas.microsoft.com/office/drawing/2014/main" id="{3CD1EC92-81D2-4199-8440-6C2B1D96A88A}"/>
                  </a:ext>
                </a:extLst>
              </p:cNvPr>
              <p:cNvSpPr/>
              <p:nvPr/>
            </p:nvSpPr>
            <p:spPr>
              <a:xfrm>
                <a:off x="4141012" y="6520950"/>
                <a:ext cx="5373258" cy="381942"/>
              </a:xfrm>
              <a:custGeom>
                <a:avLst/>
                <a:gdLst>
                  <a:gd name="connsiteX0" fmla="*/ 6177 w 5373258"/>
                  <a:gd name="connsiteY0" fmla="*/ 381943 h 381942"/>
                  <a:gd name="connsiteX1" fmla="*/ 23937 w 5373258"/>
                  <a:gd name="connsiteY1" fmla="*/ 366642 h 381942"/>
                  <a:gd name="connsiteX2" fmla="*/ 50191 w 5373258"/>
                  <a:gd name="connsiteY2" fmla="*/ 343201 h 381942"/>
                  <a:gd name="connsiteX3" fmla="*/ 75834 w 5373258"/>
                  <a:gd name="connsiteY3" fmla="*/ 319322 h 381942"/>
                  <a:gd name="connsiteX4" fmla="*/ 100828 w 5373258"/>
                  <a:gd name="connsiteY4" fmla="*/ 295138 h 381942"/>
                  <a:gd name="connsiteX5" fmla="*/ 125212 w 5373258"/>
                  <a:gd name="connsiteY5" fmla="*/ 270300 h 381942"/>
                  <a:gd name="connsiteX6" fmla="*/ 149067 w 5373258"/>
                  <a:gd name="connsiteY6" fmla="*/ 245352 h 381942"/>
                  <a:gd name="connsiteX7" fmla="*/ 172395 w 5373258"/>
                  <a:gd name="connsiteY7" fmla="*/ 220208 h 381942"/>
                  <a:gd name="connsiteX8" fmla="*/ 195194 w 5373258"/>
                  <a:gd name="connsiteY8" fmla="*/ 194300 h 381942"/>
                  <a:gd name="connsiteX9" fmla="*/ 217464 w 5373258"/>
                  <a:gd name="connsiteY9" fmla="*/ 168086 h 381942"/>
                  <a:gd name="connsiteX10" fmla="*/ 239085 w 5373258"/>
                  <a:gd name="connsiteY10" fmla="*/ 141872 h 381942"/>
                  <a:gd name="connsiteX11" fmla="*/ 259527 w 5373258"/>
                  <a:gd name="connsiteY11" fmla="*/ 123800 h 381942"/>
                  <a:gd name="connsiteX12" fmla="*/ 429565 w 5373258"/>
                  <a:gd name="connsiteY12" fmla="*/ 126681 h 381942"/>
                  <a:gd name="connsiteX13" fmla="*/ 431759 w 5373258"/>
                  <a:gd name="connsiteY13" fmla="*/ 126048 h 381942"/>
                  <a:gd name="connsiteX14" fmla="*/ 450657 w 5373258"/>
                  <a:gd name="connsiteY14" fmla="*/ 111119 h 381942"/>
                  <a:gd name="connsiteX15" fmla="*/ 469148 w 5373258"/>
                  <a:gd name="connsiteY15" fmla="*/ 95928 h 381942"/>
                  <a:gd name="connsiteX16" fmla="*/ 487233 w 5373258"/>
                  <a:gd name="connsiteY16" fmla="*/ 79994 h 381942"/>
                  <a:gd name="connsiteX17" fmla="*/ 504992 w 5373258"/>
                  <a:gd name="connsiteY17" fmla="*/ 63843 h 381942"/>
                  <a:gd name="connsiteX18" fmla="*/ 522305 w 5373258"/>
                  <a:gd name="connsiteY18" fmla="*/ 47058 h 381942"/>
                  <a:gd name="connsiteX19" fmla="*/ 555874 w 5373258"/>
                  <a:gd name="connsiteY19" fmla="*/ 16152 h 381942"/>
                  <a:gd name="connsiteX20" fmla="*/ 571358 w 5373258"/>
                  <a:gd name="connsiteY20" fmla="*/ 2881 h 381942"/>
                  <a:gd name="connsiteX21" fmla="*/ 727619 w 5373258"/>
                  <a:gd name="connsiteY21" fmla="*/ 5282 h 381942"/>
                  <a:gd name="connsiteX22" fmla="*/ 885423 w 5373258"/>
                  <a:gd name="connsiteY22" fmla="*/ 9429 h 381942"/>
                  <a:gd name="connsiteX23" fmla="*/ 1201399 w 5373258"/>
                  <a:gd name="connsiteY23" fmla="*/ 19076 h 381942"/>
                  <a:gd name="connsiteX24" fmla="*/ 1517742 w 5373258"/>
                  <a:gd name="connsiteY24" fmla="*/ 27327 h 381942"/>
                  <a:gd name="connsiteX25" fmla="*/ 1676034 w 5373258"/>
                  <a:gd name="connsiteY25" fmla="*/ 30426 h 381942"/>
                  <a:gd name="connsiteX26" fmla="*/ 1834327 w 5373258"/>
                  <a:gd name="connsiteY26" fmla="*/ 34202 h 381942"/>
                  <a:gd name="connsiteX27" fmla="*/ 1992863 w 5373258"/>
                  <a:gd name="connsiteY27" fmla="*/ 40270 h 381942"/>
                  <a:gd name="connsiteX28" fmla="*/ 2151441 w 5373258"/>
                  <a:gd name="connsiteY28" fmla="*/ 44592 h 381942"/>
                  <a:gd name="connsiteX29" fmla="*/ 2310181 w 5373258"/>
                  <a:gd name="connsiteY29" fmla="*/ 49655 h 381942"/>
                  <a:gd name="connsiteX30" fmla="*/ 2469246 w 5373258"/>
                  <a:gd name="connsiteY30" fmla="*/ 54283 h 381942"/>
                  <a:gd name="connsiteX31" fmla="*/ 2628189 w 5373258"/>
                  <a:gd name="connsiteY31" fmla="*/ 57687 h 381942"/>
                  <a:gd name="connsiteX32" fmla="*/ 2787132 w 5373258"/>
                  <a:gd name="connsiteY32" fmla="*/ 62642 h 381942"/>
                  <a:gd name="connsiteX33" fmla="*/ 2945872 w 5373258"/>
                  <a:gd name="connsiteY33" fmla="*/ 66898 h 381942"/>
                  <a:gd name="connsiteX34" fmla="*/ 3105099 w 5373258"/>
                  <a:gd name="connsiteY34" fmla="*/ 73184 h 381942"/>
                  <a:gd name="connsiteX35" fmla="*/ 3264449 w 5373258"/>
                  <a:gd name="connsiteY35" fmla="*/ 77331 h 381942"/>
                  <a:gd name="connsiteX36" fmla="*/ 3423798 w 5373258"/>
                  <a:gd name="connsiteY36" fmla="*/ 78990 h 381942"/>
                  <a:gd name="connsiteX37" fmla="*/ 3583351 w 5373258"/>
                  <a:gd name="connsiteY37" fmla="*/ 81500 h 381942"/>
                  <a:gd name="connsiteX38" fmla="*/ 3742903 w 5373258"/>
                  <a:gd name="connsiteY38" fmla="*/ 84207 h 381942"/>
                  <a:gd name="connsiteX39" fmla="*/ 4701235 w 5373258"/>
                  <a:gd name="connsiteY39" fmla="*/ 86608 h 381942"/>
                  <a:gd name="connsiteX40" fmla="*/ 4727245 w 5373258"/>
                  <a:gd name="connsiteY40" fmla="*/ 97892 h 381942"/>
                  <a:gd name="connsiteX41" fmla="*/ 4754027 w 5373258"/>
                  <a:gd name="connsiteY41" fmla="*/ 104877 h 381942"/>
                  <a:gd name="connsiteX42" fmla="*/ 4781581 w 5373258"/>
                  <a:gd name="connsiteY42" fmla="*/ 111599 h 381942"/>
                  <a:gd name="connsiteX43" fmla="*/ 4809257 w 5373258"/>
                  <a:gd name="connsiteY43" fmla="*/ 115812 h 381942"/>
                  <a:gd name="connsiteX44" fmla="*/ 4837623 w 5373258"/>
                  <a:gd name="connsiteY44" fmla="*/ 120832 h 381942"/>
                  <a:gd name="connsiteX45" fmla="*/ 4838395 w 5373258"/>
                  <a:gd name="connsiteY45" fmla="*/ 120875 h 381942"/>
                  <a:gd name="connsiteX46" fmla="*/ 5007173 w 5373258"/>
                  <a:gd name="connsiteY46" fmla="*/ 120723 h 381942"/>
                  <a:gd name="connsiteX47" fmla="*/ 5175545 w 5373258"/>
                  <a:gd name="connsiteY47" fmla="*/ 121246 h 381942"/>
                  <a:gd name="connsiteX48" fmla="*/ 5207894 w 5373258"/>
                  <a:gd name="connsiteY48" fmla="*/ 129126 h 381942"/>
                  <a:gd name="connsiteX49" fmla="*/ 5208869 w 5373258"/>
                  <a:gd name="connsiteY49" fmla="*/ 129279 h 381942"/>
                  <a:gd name="connsiteX50" fmla="*/ 5208869 w 5373258"/>
                  <a:gd name="connsiteY50" fmla="*/ 129279 h 381942"/>
                  <a:gd name="connsiteX51" fmla="*/ 5370698 w 5373258"/>
                  <a:gd name="connsiteY51" fmla="*/ 128798 h 381942"/>
                  <a:gd name="connsiteX52" fmla="*/ 5373259 w 5373258"/>
                  <a:gd name="connsiteY52" fmla="*/ 127358 h 381942"/>
                  <a:gd name="connsiteX53" fmla="*/ 5370698 w 5373258"/>
                  <a:gd name="connsiteY53" fmla="*/ 125983 h 381942"/>
                  <a:gd name="connsiteX54" fmla="*/ 5370698 w 5373258"/>
                  <a:gd name="connsiteY54" fmla="*/ 125983 h 381942"/>
                  <a:gd name="connsiteX55" fmla="*/ 5209357 w 5373258"/>
                  <a:gd name="connsiteY55" fmla="*/ 126463 h 381942"/>
                  <a:gd name="connsiteX56" fmla="*/ 5177090 w 5373258"/>
                  <a:gd name="connsiteY56" fmla="*/ 118518 h 381942"/>
                  <a:gd name="connsiteX57" fmla="*/ 5176114 w 5373258"/>
                  <a:gd name="connsiteY57" fmla="*/ 118409 h 381942"/>
                  <a:gd name="connsiteX58" fmla="*/ 5007133 w 5373258"/>
                  <a:gd name="connsiteY58" fmla="*/ 117863 h 381942"/>
                  <a:gd name="connsiteX59" fmla="*/ 4838762 w 5373258"/>
                  <a:gd name="connsiteY59" fmla="*/ 118082 h 381942"/>
                  <a:gd name="connsiteX60" fmla="*/ 4810679 w 5373258"/>
                  <a:gd name="connsiteY60" fmla="*/ 113083 h 381942"/>
                  <a:gd name="connsiteX61" fmla="*/ 4783206 w 5373258"/>
                  <a:gd name="connsiteY61" fmla="*/ 108936 h 381942"/>
                  <a:gd name="connsiteX62" fmla="*/ 4756018 w 5373258"/>
                  <a:gd name="connsiteY62" fmla="*/ 102323 h 381942"/>
                  <a:gd name="connsiteX63" fmla="*/ 4729846 w 5373258"/>
                  <a:gd name="connsiteY63" fmla="*/ 95513 h 381942"/>
                  <a:gd name="connsiteX64" fmla="*/ 4703634 w 5373258"/>
                  <a:gd name="connsiteY64" fmla="*/ 84120 h 381942"/>
                  <a:gd name="connsiteX65" fmla="*/ 4702048 w 5373258"/>
                  <a:gd name="connsiteY65" fmla="*/ 83792 h 381942"/>
                  <a:gd name="connsiteX66" fmla="*/ 3742903 w 5373258"/>
                  <a:gd name="connsiteY66" fmla="*/ 81391 h 381942"/>
                  <a:gd name="connsiteX67" fmla="*/ 3583351 w 5373258"/>
                  <a:gd name="connsiteY67" fmla="*/ 78685 h 381942"/>
                  <a:gd name="connsiteX68" fmla="*/ 3423798 w 5373258"/>
                  <a:gd name="connsiteY68" fmla="*/ 76175 h 381942"/>
                  <a:gd name="connsiteX69" fmla="*/ 3264530 w 5373258"/>
                  <a:gd name="connsiteY69" fmla="*/ 74581 h 381942"/>
                  <a:gd name="connsiteX70" fmla="*/ 3105303 w 5373258"/>
                  <a:gd name="connsiteY70" fmla="*/ 70434 h 381942"/>
                  <a:gd name="connsiteX71" fmla="*/ 2946075 w 5373258"/>
                  <a:gd name="connsiteY71" fmla="*/ 64148 h 381942"/>
                  <a:gd name="connsiteX72" fmla="*/ 2787213 w 5373258"/>
                  <a:gd name="connsiteY72" fmla="*/ 59827 h 381942"/>
                  <a:gd name="connsiteX73" fmla="*/ 2628270 w 5373258"/>
                  <a:gd name="connsiteY73" fmla="*/ 54872 h 381942"/>
                  <a:gd name="connsiteX74" fmla="*/ 2469408 w 5373258"/>
                  <a:gd name="connsiteY74" fmla="*/ 51467 h 381942"/>
                  <a:gd name="connsiteX75" fmla="*/ 2310384 w 5373258"/>
                  <a:gd name="connsiteY75" fmla="*/ 46840 h 381942"/>
                  <a:gd name="connsiteX76" fmla="*/ 2151644 w 5373258"/>
                  <a:gd name="connsiteY76" fmla="*/ 41776 h 381942"/>
                  <a:gd name="connsiteX77" fmla="*/ 1993026 w 5373258"/>
                  <a:gd name="connsiteY77" fmla="*/ 37520 h 381942"/>
                  <a:gd name="connsiteX78" fmla="*/ 1834490 w 5373258"/>
                  <a:gd name="connsiteY78" fmla="*/ 31387 h 381942"/>
                  <a:gd name="connsiteX79" fmla="*/ 1676075 w 5373258"/>
                  <a:gd name="connsiteY79" fmla="*/ 27589 h 381942"/>
                  <a:gd name="connsiteX80" fmla="*/ 1517782 w 5373258"/>
                  <a:gd name="connsiteY80" fmla="*/ 24489 h 381942"/>
                  <a:gd name="connsiteX81" fmla="*/ 1201481 w 5373258"/>
                  <a:gd name="connsiteY81" fmla="*/ 16239 h 381942"/>
                  <a:gd name="connsiteX82" fmla="*/ 885545 w 5373258"/>
                  <a:gd name="connsiteY82" fmla="*/ 6592 h 381942"/>
                  <a:gd name="connsiteX83" fmla="*/ 727700 w 5373258"/>
                  <a:gd name="connsiteY83" fmla="*/ 2445 h 381942"/>
                  <a:gd name="connsiteX84" fmla="*/ 569935 w 5373258"/>
                  <a:gd name="connsiteY84" fmla="*/ 0 h 381942"/>
                  <a:gd name="connsiteX85" fmla="*/ 567741 w 5373258"/>
                  <a:gd name="connsiteY85" fmla="*/ 633 h 381942"/>
                  <a:gd name="connsiteX86" fmla="*/ 551444 w 5373258"/>
                  <a:gd name="connsiteY86" fmla="*/ 14646 h 381942"/>
                  <a:gd name="connsiteX87" fmla="*/ 517753 w 5373258"/>
                  <a:gd name="connsiteY87" fmla="*/ 45617 h 381942"/>
                  <a:gd name="connsiteX88" fmla="*/ 500481 w 5373258"/>
                  <a:gd name="connsiteY88" fmla="*/ 62402 h 381942"/>
                  <a:gd name="connsiteX89" fmla="*/ 482762 w 5373258"/>
                  <a:gd name="connsiteY89" fmla="*/ 78510 h 381942"/>
                  <a:gd name="connsiteX90" fmla="*/ 464719 w 5373258"/>
                  <a:gd name="connsiteY90" fmla="*/ 94400 h 381942"/>
                  <a:gd name="connsiteX91" fmla="*/ 446309 w 5373258"/>
                  <a:gd name="connsiteY91" fmla="*/ 109525 h 381942"/>
                  <a:gd name="connsiteX92" fmla="*/ 428223 w 5373258"/>
                  <a:gd name="connsiteY92" fmla="*/ 123800 h 381942"/>
                  <a:gd name="connsiteX93" fmla="*/ 258064 w 5373258"/>
                  <a:gd name="connsiteY93" fmla="*/ 120984 h 381942"/>
                  <a:gd name="connsiteX94" fmla="*/ 255829 w 5373258"/>
                  <a:gd name="connsiteY94" fmla="*/ 121617 h 381942"/>
                  <a:gd name="connsiteX95" fmla="*/ 234452 w 5373258"/>
                  <a:gd name="connsiteY95" fmla="*/ 140541 h 381942"/>
                  <a:gd name="connsiteX96" fmla="*/ 212669 w 5373258"/>
                  <a:gd name="connsiteY96" fmla="*/ 166864 h 381942"/>
                  <a:gd name="connsiteX97" fmla="*/ 190399 w 5373258"/>
                  <a:gd name="connsiteY97" fmla="*/ 193078 h 381942"/>
                  <a:gd name="connsiteX98" fmla="*/ 167680 w 5373258"/>
                  <a:gd name="connsiteY98" fmla="*/ 218920 h 381942"/>
                  <a:gd name="connsiteX99" fmla="*/ 144394 w 5373258"/>
                  <a:gd name="connsiteY99" fmla="*/ 244021 h 381942"/>
                  <a:gd name="connsiteX100" fmla="*/ 120579 w 5373258"/>
                  <a:gd name="connsiteY100" fmla="*/ 268968 h 381942"/>
                  <a:gd name="connsiteX101" fmla="*/ 96235 w 5373258"/>
                  <a:gd name="connsiteY101" fmla="*/ 293742 h 381942"/>
                  <a:gd name="connsiteX102" fmla="*/ 71242 w 5373258"/>
                  <a:gd name="connsiteY102" fmla="*/ 317925 h 381942"/>
                  <a:gd name="connsiteX103" fmla="*/ 45720 w 5373258"/>
                  <a:gd name="connsiteY103" fmla="*/ 341760 h 381942"/>
                  <a:gd name="connsiteX104" fmla="*/ 19548 w 5373258"/>
                  <a:gd name="connsiteY104" fmla="*/ 365093 h 381942"/>
                  <a:gd name="connsiteX105" fmla="*/ 0 w 5373258"/>
                  <a:gd name="connsiteY105" fmla="*/ 381943 h 381942"/>
                  <a:gd name="connsiteX106" fmla="*/ 6055 w 5373258"/>
                  <a:gd name="connsiteY106" fmla="*/ 381943 h 381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5373258" h="381942">
                    <a:moveTo>
                      <a:pt x="6177" y="381943"/>
                    </a:moveTo>
                    <a:lnTo>
                      <a:pt x="23937" y="366642"/>
                    </a:lnTo>
                    <a:lnTo>
                      <a:pt x="50191" y="343201"/>
                    </a:lnTo>
                    <a:lnTo>
                      <a:pt x="75834" y="319322"/>
                    </a:lnTo>
                    <a:lnTo>
                      <a:pt x="100828" y="295138"/>
                    </a:lnTo>
                    <a:lnTo>
                      <a:pt x="125212" y="270300"/>
                    </a:lnTo>
                    <a:lnTo>
                      <a:pt x="149067" y="245352"/>
                    </a:lnTo>
                    <a:lnTo>
                      <a:pt x="172395" y="220208"/>
                    </a:lnTo>
                    <a:lnTo>
                      <a:pt x="195194" y="194300"/>
                    </a:lnTo>
                    <a:lnTo>
                      <a:pt x="217464" y="168086"/>
                    </a:lnTo>
                    <a:lnTo>
                      <a:pt x="239085" y="141872"/>
                    </a:lnTo>
                    <a:lnTo>
                      <a:pt x="259527" y="123800"/>
                    </a:lnTo>
                    <a:lnTo>
                      <a:pt x="429565" y="126681"/>
                    </a:lnTo>
                    <a:cubicBezTo>
                      <a:pt x="430540" y="126681"/>
                      <a:pt x="431231" y="126463"/>
                      <a:pt x="431759" y="126048"/>
                    </a:cubicBezTo>
                    <a:lnTo>
                      <a:pt x="450657" y="111119"/>
                    </a:lnTo>
                    <a:lnTo>
                      <a:pt x="469148" y="95928"/>
                    </a:lnTo>
                    <a:lnTo>
                      <a:pt x="487233" y="79994"/>
                    </a:lnTo>
                    <a:lnTo>
                      <a:pt x="504992" y="63843"/>
                    </a:lnTo>
                    <a:lnTo>
                      <a:pt x="522305" y="47058"/>
                    </a:lnTo>
                    <a:lnTo>
                      <a:pt x="555874" y="16152"/>
                    </a:lnTo>
                    <a:lnTo>
                      <a:pt x="571358" y="2881"/>
                    </a:lnTo>
                    <a:lnTo>
                      <a:pt x="727619" y="5282"/>
                    </a:lnTo>
                    <a:lnTo>
                      <a:pt x="885423" y="9429"/>
                    </a:lnTo>
                    <a:lnTo>
                      <a:pt x="1201399" y="19076"/>
                    </a:lnTo>
                    <a:lnTo>
                      <a:pt x="1517742" y="27327"/>
                    </a:lnTo>
                    <a:lnTo>
                      <a:pt x="1676034" y="30426"/>
                    </a:lnTo>
                    <a:lnTo>
                      <a:pt x="1834327" y="34202"/>
                    </a:lnTo>
                    <a:lnTo>
                      <a:pt x="1992863" y="40270"/>
                    </a:lnTo>
                    <a:lnTo>
                      <a:pt x="2151441" y="44592"/>
                    </a:lnTo>
                    <a:lnTo>
                      <a:pt x="2310181" y="49655"/>
                    </a:lnTo>
                    <a:lnTo>
                      <a:pt x="2469246" y="54283"/>
                    </a:lnTo>
                    <a:lnTo>
                      <a:pt x="2628189" y="57687"/>
                    </a:lnTo>
                    <a:lnTo>
                      <a:pt x="2787132" y="62642"/>
                    </a:lnTo>
                    <a:lnTo>
                      <a:pt x="2945872" y="66898"/>
                    </a:lnTo>
                    <a:lnTo>
                      <a:pt x="3105099" y="73184"/>
                    </a:lnTo>
                    <a:lnTo>
                      <a:pt x="3264449" y="77331"/>
                    </a:lnTo>
                    <a:lnTo>
                      <a:pt x="3423798" y="78990"/>
                    </a:lnTo>
                    <a:lnTo>
                      <a:pt x="3583351" y="81500"/>
                    </a:lnTo>
                    <a:lnTo>
                      <a:pt x="3742903" y="84207"/>
                    </a:lnTo>
                    <a:lnTo>
                      <a:pt x="4701235" y="86608"/>
                    </a:lnTo>
                    <a:lnTo>
                      <a:pt x="4727245" y="97892"/>
                    </a:lnTo>
                    <a:lnTo>
                      <a:pt x="4754027" y="104877"/>
                    </a:lnTo>
                    <a:lnTo>
                      <a:pt x="4781581" y="111599"/>
                    </a:lnTo>
                    <a:lnTo>
                      <a:pt x="4809257" y="115812"/>
                    </a:lnTo>
                    <a:lnTo>
                      <a:pt x="4837623" y="120832"/>
                    </a:lnTo>
                    <a:cubicBezTo>
                      <a:pt x="4837907" y="120875"/>
                      <a:pt x="4838111" y="120875"/>
                      <a:pt x="4838395" y="120875"/>
                    </a:cubicBezTo>
                    <a:lnTo>
                      <a:pt x="5007173" y="120723"/>
                    </a:lnTo>
                    <a:lnTo>
                      <a:pt x="5175545" y="121246"/>
                    </a:lnTo>
                    <a:lnTo>
                      <a:pt x="5207894" y="129126"/>
                    </a:lnTo>
                    <a:cubicBezTo>
                      <a:pt x="5208179" y="129235"/>
                      <a:pt x="5208504" y="129279"/>
                      <a:pt x="5208869" y="129279"/>
                    </a:cubicBezTo>
                    <a:lnTo>
                      <a:pt x="5208869" y="129279"/>
                    </a:lnTo>
                    <a:lnTo>
                      <a:pt x="5370698" y="128798"/>
                    </a:lnTo>
                    <a:cubicBezTo>
                      <a:pt x="5372202" y="128798"/>
                      <a:pt x="5373259" y="128165"/>
                      <a:pt x="5373259" y="127358"/>
                    </a:cubicBezTo>
                    <a:cubicBezTo>
                      <a:pt x="5373259" y="126616"/>
                      <a:pt x="5372080" y="125983"/>
                      <a:pt x="5370698" y="125983"/>
                    </a:cubicBezTo>
                    <a:lnTo>
                      <a:pt x="5370698" y="125983"/>
                    </a:lnTo>
                    <a:lnTo>
                      <a:pt x="5209357" y="126463"/>
                    </a:lnTo>
                    <a:lnTo>
                      <a:pt x="5177090" y="118518"/>
                    </a:lnTo>
                    <a:cubicBezTo>
                      <a:pt x="5176805" y="118474"/>
                      <a:pt x="5176479" y="118409"/>
                      <a:pt x="5176114" y="118409"/>
                    </a:cubicBezTo>
                    <a:lnTo>
                      <a:pt x="5007133" y="117863"/>
                    </a:lnTo>
                    <a:lnTo>
                      <a:pt x="4838762" y="118082"/>
                    </a:lnTo>
                    <a:lnTo>
                      <a:pt x="4810679" y="113083"/>
                    </a:lnTo>
                    <a:lnTo>
                      <a:pt x="4783206" y="108936"/>
                    </a:lnTo>
                    <a:lnTo>
                      <a:pt x="4756018" y="102323"/>
                    </a:lnTo>
                    <a:lnTo>
                      <a:pt x="4729846" y="95513"/>
                    </a:lnTo>
                    <a:lnTo>
                      <a:pt x="4703634" y="84120"/>
                    </a:lnTo>
                    <a:cubicBezTo>
                      <a:pt x="4703145" y="83901"/>
                      <a:pt x="4702658" y="83792"/>
                      <a:pt x="4702048" y="83792"/>
                    </a:cubicBezTo>
                    <a:lnTo>
                      <a:pt x="3742903" y="81391"/>
                    </a:lnTo>
                    <a:lnTo>
                      <a:pt x="3583351" y="78685"/>
                    </a:lnTo>
                    <a:lnTo>
                      <a:pt x="3423798" y="76175"/>
                    </a:lnTo>
                    <a:lnTo>
                      <a:pt x="3264530" y="74581"/>
                    </a:lnTo>
                    <a:lnTo>
                      <a:pt x="3105303" y="70434"/>
                    </a:lnTo>
                    <a:lnTo>
                      <a:pt x="2946075" y="64148"/>
                    </a:lnTo>
                    <a:lnTo>
                      <a:pt x="2787213" y="59827"/>
                    </a:lnTo>
                    <a:lnTo>
                      <a:pt x="2628270" y="54872"/>
                    </a:lnTo>
                    <a:lnTo>
                      <a:pt x="2469408" y="51467"/>
                    </a:lnTo>
                    <a:lnTo>
                      <a:pt x="2310384" y="46840"/>
                    </a:lnTo>
                    <a:lnTo>
                      <a:pt x="2151644" y="41776"/>
                    </a:lnTo>
                    <a:lnTo>
                      <a:pt x="1993026" y="37520"/>
                    </a:lnTo>
                    <a:lnTo>
                      <a:pt x="1834490" y="31387"/>
                    </a:lnTo>
                    <a:lnTo>
                      <a:pt x="1676075" y="27589"/>
                    </a:lnTo>
                    <a:lnTo>
                      <a:pt x="1517782" y="24489"/>
                    </a:lnTo>
                    <a:lnTo>
                      <a:pt x="1201481" y="16239"/>
                    </a:lnTo>
                    <a:lnTo>
                      <a:pt x="885545" y="6592"/>
                    </a:lnTo>
                    <a:lnTo>
                      <a:pt x="727700" y="2445"/>
                    </a:lnTo>
                    <a:lnTo>
                      <a:pt x="569935" y="0"/>
                    </a:lnTo>
                    <a:cubicBezTo>
                      <a:pt x="569041" y="65"/>
                      <a:pt x="568188" y="262"/>
                      <a:pt x="567741" y="633"/>
                    </a:cubicBezTo>
                    <a:lnTo>
                      <a:pt x="551444" y="14646"/>
                    </a:lnTo>
                    <a:lnTo>
                      <a:pt x="517753" y="45617"/>
                    </a:lnTo>
                    <a:lnTo>
                      <a:pt x="500481" y="62402"/>
                    </a:lnTo>
                    <a:lnTo>
                      <a:pt x="482762" y="78510"/>
                    </a:lnTo>
                    <a:lnTo>
                      <a:pt x="464719" y="94400"/>
                    </a:lnTo>
                    <a:lnTo>
                      <a:pt x="446309" y="109525"/>
                    </a:lnTo>
                    <a:lnTo>
                      <a:pt x="428223" y="123800"/>
                    </a:lnTo>
                    <a:lnTo>
                      <a:pt x="258064" y="120984"/>
                    </a:lnTo>
                    <a:cubicBezTo>
                      <a:pt x="256926" y="121028"/>
                      <a:pt x="256317" y="121203"/>
                      <a:pt x="255829" y="121617"/>
                    </a:cubicBezTo>
                    <a:lnTo>
                      <a:pt x="234452" y="140541"/>
                    </a:lnTo>
                    <a:lnTo>
                      <a:pt x="212669" y="166864"/>
                    </a:lnTo>
                    <a:lnTo>
                      <a:pt x="190399" y="193078"/>
                    </a:lnTo>
                    <a:lnTo>
                      <a:pt x="167680" y="218920"/>
                    </a:lnTo>
                    <a:lnTo>
                      <a:pt x="144394" y="244021"/>
                    </a:lnTo>
                    <a:lnTo>
                      <a:pt x="120579" y="268968"/>
                    </a:lnTo>
                    <a:lnTo>
                      <a:pt x="96235" y="293742"/>
                    </a:lnTo>
                    <a:lnTo>
                      <a:pt x="71242" y="317925"/>
                    </a:lnTo>
                    <a:lnTo>
                      <a:pt x="45720" y="341760"/>
                    </a:lnTo>
                    <a:lnTo>
                      <a:pt x="19548" y="365093"/>
                    </a:lnTo>
                    <a:lnTo>
                      <a:pt x="0" y="381943"/>
                    </a:lnTo>
                    <a:lnTo>
                      <a:pt x="6055" y="38194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0" name="Freeform: Shape 679">
                <a:extLst>
                  <a:ext uri="{FF2B5EF4-FFF2-40B4-BE49-F238E27FC236}">
                    <a16:creationId xmlns:a16="http://schemas.microsoft.com/office/drawing/2014/main" id="{66EF8D0B-DE17-4A5D-95AE-CB56D1CDDD62}"/>
                  </a:ext>
                </a:extLst>
              </p:cNvPr>
              <p:cNvSpPr/>
              <p:nvPr/>
            </p:nvSpPr>
            <p:spPr>
              <a:xfrm>
                <a:off x="81" y="6015944"/>
                <a:ext cx="4714642" cy="619551"/>
              </a:xfrm>
              <a:custGeom>
                <a:avLst/>
                <a:gdLst>
                  <a:gd name="connsiteX0" fmla="*/ 4713265 w 4714642"/>
                  <a:gd name="connsiteY0" fmla="*/ 136 h 619551"/>
                  <a:gd name="connsiteX1" fmla="*/ 4709851 w 4714642"/>
                  <a:gd name="connsiteY1" fmla="*/ 769 h 619551"/>
                  <a:gd name="connsiteX2" fmla="*/ 4696806 w 4714642"/>
                  <a:gd name="connsiteY2" fmla="*/ 15153 h 619551"/>
                  <a:gd name="connsiteX3" fmla="*/ 4685061 w 4714642"/>
                  <a:gd name="connsiteY3" fmla="*/ 29820 h 619551"/>
                  <a:gd name="connsiteX4" fmla="*/ 4673803 w 4714642"/>
                  <a:gd name="connsiteY4" fmla="*/ 40210 h 619551"/>
                  <a:gd name="connsiteX5" fmla="*/ 4662262 w 4714642"/>
                  <a:gd name="connsiteY5" fmla="*/ 49704 h 619551"/>
                  <a:gd name="connsiteX6" fmla="*/ 4651248 w 4714642"/>
                  <a:gd name="connsiteY6" fmla="*/ 60246 h 619551"/>
                  <a:gd name="connsiteX7" fmla="*/ 4644136 w 4714642"/>
                  <a:gd name="connsiteY7" fmla="*/ 62014 h 619551"/>
                  <a:gd name="connsiteX8" fmla="*/ 4629303 w 4714642"/>
                  <a:gd name="connsiteY8" fmla="*/ 61905 h 619551"/>
                  <a:gd name="connsiteX9" fmla="*/ 4619874 w 4714642"/>
                  <a:gd name="connsiteY9" fmla="*/ 62429 h 619551"/>
                  <a:gd name="connsiteX10" fmla="*/ 4516608 w 4714642"/>
                  <a:gd name="connsiteY10" fmla="*/ 56143 h 619551"/>
                  <a:gd name="connsiteX11" fmla="*/ 4391112 w 4714642"/>
                  <a:gd name="connsiteY11" fmla="*/ 51188 h 619551"/>
                  <a:gd name="connsiteX12" fmla="*/ 4264965 w 4714642"/>
                  <a:gd name="connsiteY12" fmla="*/ 47980 h 619551"/>
                  <a:gd name="connsiteX13" fmla="*/ 4263014 w 4714642"/>
                  <a:gd name="connsiteY13" fmla="*/ 48395 h 619551"/>
                  <a:gd name="connsiteX14" fmla="*/ 4251432 w 4714642"/>
                  <a:gd name="connsiteY14" fmla="*/ 54899 h 619551"/>
                  <a:gd name="connsiteX15" fmla="*/ 4239077 w 4714642"/>
                  <a:gd name="connsiteY15" fmla="*/ 57780 h 619551"/>
                  <a:gd name="connsiteX16" fmla="*/ 4238427 w 4714642"/>
                  <a:gd name="connsiteY16" fmla="*/ 57998 h 619551"/>
                  <a:gd name="connsiteX17" fmla="*/ 4225138 w 4714642"/>
                  <a:gd name="connsiteY17" fmla="*/ 64241 h 619551"/>
                  <a:gd name="connsiteX18" fmla="*/ 4097650 w 4714642"/>
                  <a:gd name="connsiteY18" fmla="*/ 62691 h 619551"/>
                  <a:gd name="connsiteX19" fmla="*/ 3969797 w 4714642"/>
                  <a:gd name="connsiteY19" fmla="*/ 66489 h 619551"/>
                  <a:gd name="connsiteX20" fmla="*/ 3967683 w 4714642"/>
                  <a:gd name="connsiteY20" fmla="*/ 67274 h 619551"/>
                  <a:gd name="connsiteX21" fmla="*/ 3950615 w 4714642"/>
                  <a:gd name="connsiteY21" fmla="*/ 85652 h 619551"/>
                  <a:gd name="connsiteX22" fmla="*/ 3823168 w 4714642"/>
                  <a:gd name="connsiteY22" fmla="*/ 89974 h 619551"/>
                  <a:gd name="connsiteX23" fmla="*/ 3694420 w 4714642"/>
                  <a:gd name="connsiteY23" fmla="*/ 92681 h 619551"/>
                  <a:gd name="connsiteX24" fmla="*/ 3565063 w 4714642"/>
                  <a:gd name="connsiteY24" fmla="*/ 91982 h 619551"/>
                  <a:gd name="connsiteX25" fmla="*/ 3435625 w 4714642"/>
                  <a:gd name="connsiteY25" fmla="*/ 95125 h 619551"/>
                  <a:gd name="connsiteX26" fmla="*/ 3306430 w 4714642"/>
                  <a:gd name="connsiteY26" fmla="*/ 101258 h 619551"/>
                  <a:gd name="connsiteX27" fmla="*/ 3177235 w 4714642"/>
                  <a:gd name="connsiteY27" fmla="*/ 104140 h 619551"/>
                  <a:gd name="connsiteX28" fmla="*/ 3175732 w 4714642"/>
                  <a:gd name="connsiteY28" fmla="*/ 104467 h 619551"/>
                  <a:gd name="connsiteX29" fmla="*/ 3150129 w 4714642"/>
                  <a:gd name="connsiteY29" fmla="*/ 115860 h 619551"/>
                  <a:gd name="connsiteX30" fmla="*/ 3020853 w 4714642"/>
                  <a:gd name="connsiteY30" fmla="*/ 116450 h 619551"/>
                  <a:gd name="connsiteX31" fmla="*/ 3019268 w 4714642"/>
                  <a:gd name="connsiteY31" fmla="*/ 116777 h 619551"/>
                  <a:gd name="connsiteX32" fmla="*/ 2992120 w 4714642"/>
                  <a:gd name="connsiteY32" fmla="*/ 129153 h 619551"/>
                  <a:gd name="connsiteX33" fmla="*/ 2861828 w 4714642"/>
                  <a:gd name="connsiteY33" fmla="*/ 129044 h 619551"/>
                  <a:gd name="connsiteX34" fmla="*/ 2861828 w 4714642"/>
                  <a:gd name="connsiteY34" fmla="*/ 129044 h 619551"/>
                  <a:gd name="connsiteX35" fmla="*/ 2860243 w 4714642"/>
                  <a:gd name="connsiteY35" fmla="*/ 129371 h 619551"/>
                  <a:gd name="connsiteX36" fmla="*/ 2830983 w 4714642"/>
                  <a:gd name="connsiteY36" fmla="*/ 141943 h 619551"/>
                  <a:gd name="connsiteX37" fmla="*/ 2801153 w 4714642"/>
                  <a:gd name="connsiteY37" fmla="*/ 152922 h 619551"/>
                  <a:gd name="connsiteX38" fmla="*/ 2771282 w 4714642"/>
                  <a:gd name="connsiteY38" fmla="*/ 162897 h 619551"/>
                  <a:gd name="connsiteX39" fmla="*/ 2637333 w 4714642"/>
                  <a:gd name="connsiteY39" fmla="*/ 166673 h 619551"/>
                  <a:gd name="connsiteX40" fmla="*/ 2503018 w 4714642"/>
                  <a:gd name="connsiteY40" fmla="*/ 169968 h 619551"/>
                  <a:gd name="connsiteX41" fmla="*/ 2368662 w 4714642"/>
                  <a:gd name="connsiteY41" fmla="*/ 166018 h 619551"/>
                  <a:gd name="connsiteX42" fmla="*/ 2367077 w 4714642"/>
                  <a:gd name="connsiteY42" fmla="*/ 166236 h 619551"/>
                  <a:gd name="connsiteX43" fmla="*/ 2332614 w 4714642"/>
                  <a:gd name="connsiteY43" fmla="*/ 179354 h 619551"/>
                  <a:gd name="connsiteX44" fmla="*/ 2331883 w 4714642"/>
                  <a:gd name="connsiteY44" fmla="*/ 179768 h 619551"/>
                  <a:gd name="connsiteX45" fmla="*/ 2296363 w 4714642"/>
                  <a:gd name="connsiteY45" fmla="*/ 212923 h 619551"/>
                  <a:gd name="connsiteX46" fmla="*/ 2260275 w 4714642"/>
                  <a:gd name="connsiteY46" fmla="*/ 247082 h 619551"/>
                  <a:gd name="connsiteX47" fmla="*/ 2223658 w 4714642"/>
                  <a:gd name="connsiteY47" fmla="*/ 277028 h 619551"/>
                  <a:gd name="connsiteX48" fmla="*/ 2186351 w 4714642"/>
                  <a:gd name="connsiteY48" fmla="*/ 304464 h 619551"/>
                  <a:gd name="connsiteX49" fmla="*/ 2148556 w 4714642"/>
                  <a:gd name="connsiteY49" fmla="*/ 330197 h 619551"/>
                  <a:gd name="connsiteX50" fmla="*/ 2110720 w 4714642"/>
                  <a:gd name="connsiteY50" fmla="*/ 351674 h 619551"/>
                  <a:gd name="connsiteX51" fmla="*/ 1968724 w 4714642"/>
                  <a:gd name="connsiteY51" fmla="*/ 351303 h 619551"/>
                  <a:gd name="connsiteX52" fmla="*/ 1825752 w 4714642"/>
                  <a:gd name="connsiteY52" fmla="*/ 350670 h 619551"/>
                  <a:gd name="connsiteX53" fmla="*/ 1824086 w 4714642"/>
                  <a:gd name="connsiteY53" fmla="*/ 350976 h 619551"/>
                  <a:gd name="connsiteX54" fmla="*/ 1782267 w 4714642"/>
                  <a:gd name="connsiteY54" fmla="*/ 371384 h 619551"/>
                  <a:gd name="connsiteX55" fmla="*/ 1739717 w 4714642"/>
                  <a:gd name="connsiteY55" fmla="*/ 389500 h 619551"/>
                  <a:gd name="connsiteX56" fmla="*/ 1696232 w 4714642"/>
                  <a:gd name="connsiteY56" fmla="*/ 406284 h 619551"/>
                  <a:gd name="connsiteX57" fmla="*/ 1652016 w 4714642"/>
                  <a:gd name="connsiteY57" fmla="*/ 424029 h 619551"/>
                  <a:gd name="connsiteX58" fmla="*/ 1607028 w 4714642"/>
                  <a:gd name="connsiteY58" fmla="*/ 440181 h 619551"/>
                  <a:gd name="connsiteX59" fmla="*/ 1561145 w 4714642"/>
                  <a:gd name="connsiteY59" fmla="*/ 454848 h 619551"/>
                  <a:gd name="connsiteX60" fmla="*/ 1514328 w 4714642"/>
                  <a:gd name="connsiteY60" fmla="*/ 468817 h 619551"/>
                  <a:gd name="connsiteX61" fmla="*/ 1467063 w 4714642"/>
                  <a:gd name="connsiteY61" fmla="*/ 482393 h 619551"/>
                  <a:gd name="connsiteX62" fmla="*/ 1313282 w 4714642"/>
                  <a:gd name="connsiteY62" fmla="*/ 485908 h 619551"/>
                  <a:gd name="connsiteX63" fmla="*/ 1312306 w 4714642"/>
                  <a:gd name="connsiteY63" fmla="*/ 486060 h 619551"/>
                  <a:gd name="connsiteX64" fmla="*/ 1211316 w 4714642"/>
                  <a:gd name="connsiteY64" fmla="*/ 512492 h 619551"/>
                  <a:gd name="connsiteX65" fmla="*/ 1054608 w 4714642"/>
                  <a:gd name="connsiteY65" fmla="*/ 512558 h 619551"/>
                  <a:gd name="connsiteX66" fmla="*/ 1053633 w 4714642"/>
                  <a:gd name="connsiteY66" fmla="*/ 512667 h 619551"/>
                  <a:gd name="connsiteX67" fmla="*/ 944717 w 4714642"/>
                  <a:gd name="connsiteY67" fmla="*/ 537767 h 619551"/>
                  <a:gd name="connsiteX68" fmla="*/ 888919 w 4714642"/>
                  <a:gd name="connsiteY68" fmla="*/ 550187 h 619551"/>
                  <a:gd name="connsiteX69" fmla="*/ 727253 w 4714642"/>
                  <a:gd name="connsiteY69" fmla="*/ 554290 h 619551"/>
                  <a:gd name="connsiteX70" fmla="*/ 565302 w 4714642"/>
                  <a:gd name="connsiteY70" fmla="*/ 556058 h 619551"/>
                  <a:gd name="connsiteX71" fmla="*/ 403433 w 4714642"/>
                  <a:gd name="connsiteY71" fmla="*/ 555731 h 619551"/>
                  <a:gd name="connsiteX72" fmla="*/ 403393 w 4714642"/>
                  <a:gd name="connsiteY72" fmla="*/ 555731 h 619551"/>
                  <a:gd name="connsiteX73" fmla="*/ 402539 w 4714642"/>
                  <a:gd name="connsiteY73" fmla="*/ 555774 h 619551"/>
                  <a:gd name="connsiteX74" fmla="*/ 340076 w 4714642"/>
                  <a:gd name="connsiteY74" fmla="*/ 568041 h 619551"/>
                  <a:gd name="connsiteX75" fmla="*/ 276352 w 4714642"/>
                  <a:gd name="connsiteY75" fmla="*/ 581202 h 619551"/>
                  <a:gd name="connsiteX76" fmla="*/ 211287 w 4714642"/>
                  <a:gd name="connsiteY76" fmla="*/ 592661 h 619551"/>
                  <a:gd name="connsiteX77" fmla="*/ 144638 w 4714642"/>
                  <a:gd name="connsiteY77" fmla="*/ 603858 h 619551"/>
                  <a:gd name="connsiteX78" fmla="*/ 76972 w 4714642"/>
                  <a:gd name="connsiteY78" fmla="*/ 616758 h 619551"/>
                  <a:gd name="connsiteX79" fmla="*/ 0 w 4714642"/>
                  <a:gd name="connsiteY79" fmla="*/ 616321 h 619551"/>
                  <a:gd name="connsiteX80" fmla="*/ 0 w 4714642"/>
                  <a:gd name="connsiteY80" fmla="*/ 619137 h 619551"/>
                  <a:gd name="connsiteX81" fmla="*/ 77379 w 4714642"/>
                  <a:gd name="connsiteY81" fmla="*/ 619551 h 619551"/>
                  <a:gd name="connsiteX82" fmla="*/ 77419 w 4714642"/>
                  <a:gd name="connsiteY82" fmla="*/ 619551 h 619551"/>
                  <a:gd name="connsiteX83" fmla="*/ 78232 w 4714642"/>
                  <a:gd name="connsiteY83" fmla="*/ 619508 h 619551"/>
                  <a:gd name="connsiteX84" fmla="*/ 146223 w 4714642"/>
                  <a:gd name="connsiteY84" fmla="*/ 606499 h 619551"/>
                  <a:gd name="connsiteX85" fmla="*/ 212791 w 4714642"/>
                  <a:gd name="connsiteY85" fmla="*/ 595302 h 619551"/>
                  <a:gd name="connsiteX86" fmla="*/ 278018 w 4714642"/>
                  <a:gd name="connsiteY86" fmla="*/ 583843 h 619551"/>
                  <a:gd name="connsiteX87" fmla="*/ 341782 w 4714642"/>
                  <a:gd name="connsiteY87" fmla="*/ 570616 h 619551"/>
                  <a:gd name="connsiteX88" fmla="*/ 403840 w 4714642"/>
                  <a:gd name="connsiteY88" fmla="*/ 558524 h 619551"/>
                  <a:gd name="connsiteX89" fmla="*/ 565384 w 4714642"/>
                  <a:gd name="connsiteY89" fmla="*/ 558852 h 619551"/>
                  <a:gd name="connsiteX90" fmla="*/ 727456 w 4714642"/>
                  <a:gd name="connsiteY90" fmla="*/ 557040 h 619551"/>
                  <a:gd name="connsiteX91" fmla="*/ 889650 w 4714642"/>
                  <a:gd name="connsiteY91" fmla="*/ 552981 h 619551"/>
                  <a:gd name="connsiteX92" fmla="*/ 890504 w 4714642"/>
                  <a:gd name="connsiteY92" fmla="*/ 552871 h 619551"/>
                  <a:gd name="connsiteX93" fmla="*/ 946709 w 4714642"/>
                  <a:gd name="connsiteY93" fmla="*/ 540299 h 619551"/>
                  <a:gd name="connsiteX94" fmla="*/ 1055177 w 4714642"/>
                  <a:gd name="connsiteY94" fmla="*/ 515308 h 619551"/>
                  <a:gd name="connsiteX95" fmla="*/ 1211926 w 4714642"/>
                  <a:gd name="connsiteY95" fmla="*/ 515308 h 619551"/>
                  <a:gd name="connsiteX96" fmla="*/ 1213023 w 4714642"/>
                  <a:gd name="connsiteY96" fmla="*/ 515133 h 619551"/>
                  <a:gd name="connsiteX97" fmla="*/ 1314135 w 4714642"/>
                  <a:gd name="connsiteY97" fmla="*/ 488701 h 619551"/>
                  <a:gd name="connsiteX98" fmla="*/ 1467917 w 4714642"/>
                  <a:gd name="connsiteY98" fmla="*/ 485144 h 619551"/>
                  <a:gd name="connsiteX99" fmla="*/ 1469014 w 4714642"/>
                  <a:gd name="connsiteY99" fmla="*/ 484991 h 619551"/>
                  <a:gd name="connsiteX100" fmla="*/ 1516847 w 4714642"/>
                  <a:gd name="connsiteY100" fmla="*/ 471306 h 619551"/>
                  <a:gd name="connsiteX101" fmla="*/ 1563787 w 4714642"/>
                  <a:gd name="connsiteY101" fmla="*/ 457293 h 619551"/>
                  <a:gd name="connsiteX102" fmla="*/ 1609832 w 4714642"/>
                  <a:gd name="connsiteY102" fmla="*/ 442625 h 619551"/>
                  <a:gd name="connsiteX103" fmla="*/ 1655105 w 4714642"/>
                  <a:gd name="connsiteY103" fmla="*/ 426387 h 619551"/>
                  <a:gd name="connsiteX104" fmla="*/ 1699362 w 4714642"/>
                  <a:gd name="connsiteY104" fmla="*/ 408598 h 619551"/>
                  <a:gd name="connsiteX105" fmla="*/ 1742928 w 4714642"/>
                  <a:gd name="connsiteY105" fmla="*/ 391813 h 619551"/>
                  <a:gd name="connsiteX106" fmla="*/ 1785722 w 4714642"/>
                  <a:gd name="connsiteY106" fmla="*/ 373588 h 619551"/>
                  <a:gd name="connsiteX107" fmla="*/ 1826971 w 4714642"/>
                  <a:gd name="connsiteY107" fmla="*/ 353508 h 619551"/>
                  <a:gd name="connsiteX108" fmla="*/ 1969008 w 4714642"/>
                  <a:gd name="connsiteY108" fmla="*/ 354141 h 619551"/>
                  <a:gd name="connsiteX109" fmla="*/ 2112020 w 4714642"/>
                  <a:gd name="connsiteY109" fmla="*/ 354512 h 619551"/>
                  <a:gd name="connsiteX110" fmla="*/ 2112061 w 4714642"/>
                  <a:gd name="connsiteY110" fmla="*/ 354512 h 619551"/>
                  <a:gd name="connsiteX111" fmla="*/ 2113849 w 4714642"/>
                  <a:gd name="connsiteY111" fmla="*/ 354097 h 619551"/>
                  <a:gd name="connsiteX112" fmla="*/ 2152579 w 4714642"/>
                  <a:gd name="connsiteY112" fmla="*/ 332096 h 619551"/>
                  <a:gd name="connsiteX113" fmla="*/ 2190618 w 4714642"/>
                  <a:gd name="connsiteY113" fmla="*/ 306253 h 619551"/>
                  <a:gd name="connsiteX114" fmla="*/ 2228007 w 4714642"/>
                  <a:gd name="connsiteY114" fmla="*/ 278708 h 619551"/>
                  <a:gd name="connsiteX115" fmla="*/ 2264827 w 4714642"/>
                  <a:gd name="connsiteY115" fmla="*/ 248609 h 619551"/>
                  <a:gd name="connsiteX116" fmla="*/ 2300956 w 4714642"/>
                  <a:gd name="connsiteY116" fmla="*/ 214385 h 619551"/>
                  <a:gd name="connsiteX117" fmla="*/ 2336191 w 4714642"/>
                  <a:gd name="connsiteY117" fmla="*/ 181515 h 619551"/>
                  <a:gd name="connsiteX118" fmla="*/ 2369515 w 4714642"/>
                  <a:gd name="connsiteY118" fmla="*/ 168877 h 619551"/>
                  <a:gd name="connsiteX119" fmla="*/ 2503261 w 4714642"/>
                  <a:gd name="connsiteY119" fmla="*/ 172828 h 619551"/>
                  <a:gd name="connsiteX120" fmla="*/ 2588199 w 4714642"/>
                  <a:gd name="connsiteY120" fmla="*/ 170754 h 619551"/>
                  <a:gd name="connsiteX121" fmla="*/ 2772380 w 4714642"/>
                  <a:gd name="connsiteY121" fmla="*/ 165756 h 619551"/>
                  <a:gd name="connsiteX122" fmla="*/ 2773558 w 4714642"/>
                  <a:gd name="connsiteY122" fmla="*/ 165538 h 619551"/>
                  <a:gd name="connsiteX123" fmla="*/ 2804079 w 4714642"/>
                  <a:gd name="connsiteY123" fmla="*/ 155366 h 619551"/>
                  <a:gd name="connsiteX124" fmla="*/ 2834153 w 4714642"/>
                  <a:gd name="connsiteY124" fmla="*/ 144279 h 619551"/>
                  <a:gd name="connsiteX125" fmla="*/ 2862885 w 4714642"/>
                  <a:gd name="connsiteY125" fmla="*/ 131903 h 619551"/>
                  <a:gd name="connsiteX126" fmla="*/ 2993217 w 4714642"/>
                  <a:gd name="connsiteY126" fmla="*/ 132012 h 619551"/>
                  <a:gd name="connsiteX127" fmla="*/ 2993217 w 4714642"/>
                  <a:gd name="connsiteY127" fmla="*/ 132012 h 619551"/>
                  <a:gd name="connsiteX128" fmla="*/ 2994843 w 4714642"/>
                  <a:gd name="connsiteY128" fmla="*/ 131685 h 619551"/>
                  <a:gd name="connsiteX129" fmla="*/ 3021991 w 4714642"/>
                  <a:gd name="connsiteY129" fmla="*/ 119331 h 619551"/>
                  <a:gd name="connsiteX130" fmla="*/ 3151266 w 4714642"/>
                  <a:gd name="connsiteY130" fmla="*/ 118742 h 619551"/>
                  <a:gd name="connsiteX131" fmla="*/ 3152851 w 4714642"/>
                  <a:gd name="connsiteY131" fmla="*/ 118414 h 619551"/>
                  <a:gd name="connsiteX132" fmla="*/ 3178455 w 4714642"/>
                  <a:gd name="connsiteY132" fmla="*/ 106955 h 619551"/>
                  <a:gd name="connsiteX133" fmla="*/ 3306958 w 4714642"/>
                  <a:gd name="connsiteY133" fmla="*/ 104140 h 619551"/>
                  <a:gd name="connsiteX134" fmla="*/ 3436112 w 4714642"/>
                  <a:gd name="connsiteY134" fmla="*/ 98006 h 619551"/>
                  <a:gd name="connsiteX135" fmla="*/ 3565307 w 4714642"/>
                  <a:gd name="connsiteY135" fmla="*/ 94863 h 619551"/>
                  <a:gd name="connsiteX136" fmla="*/ 3694664 w 4714642"/>
                  <a:gd name="connsiteY136" fmla="*/ 95562 h 619551"/>
                  <a:gd name="connsiteX137" fmla="*/ 3823533 w 4714642"/>
                  <a:gd name="connsiteY137" fmla="*/ 92833 h 619551"/>
                  <a:gd name="connsiteX138" fmla="*/ 3952484 w 4714642"/>
                  <a:gd name="connsiteY138" fmla="*/ 88468 h 619551"/>
                  <a:gd name="connsiteX139" fmla="*/ 3954597 w 4714642"/>
                  <a:gd name="connsiteY139" fmla="*/ 87726 h 619551"/>
                  <a:gd name="connsiteX140" fmla="*/ 3971666 w 4714642"/>
                  <a:gd name="connsiteY140" fmla="*/ 69283 h 619551"/>
                  <a:gd name="connsiteX141" fmla="*/ 4097853 w 4714642"/>
                  <a:gd name="connsiteY141" fmla="*/ 65507 h 619551"/>
                  <a:gd name="connsiteX142" fmla="*/ 4226073 w 4714642"/>
                  <a:gd name="connsiteY142" fmla="*/ 67100 h 619551"/>
                  <a:gd name="connsiteX143" fmla="*/ 4227739 w 4714642"/>
                  <a:gd name="connsiteY143" fmla="*/ 66773 h 619551"/>
                  <a:gd name="connsiteX144" fmla="*/ 4241475 w 4714642"/>
                  <a:gd name="connsiteY144" fmla="*/ 60334 h 619551"/>
                  <a:gd name="connsiteX145" fmla="*/ 4253911 w 4714642"/>
                  <a:gd name="connsiteY145" fmla="*/ 57453 h 619551"/>
                  <a:gd name="connsiteX146" fmla="*/ 4254764 w 4714642"/>
                  <a:gd name="connsiteY146" fmla="*/ 57125 h 619551"/>
                  <a:gd name="connsiteX147" fmla="*/ 4265859 w 4714642"/>
                  <a:gd name="connsiteY147" fmla="*/ 50839 h 619551"/>
                  <a:gd name="connsiteX148" fmla="*/ 4390827 w 4714642"/>
                  <a:gd name="connsiteY148" fmla="*/ 53982 h 619551"/>
                  <a:gd name="connsiteX149" fmla="*/ 4516202 w 4714642"/>
                  <a:gd name="connsiteY149" fmla="*/ 58937 h 619551"/>
                  <a:gd name="connsiteX150" fmla="*/ 4619874 w 4714642"/>
                  <a:gd name="connsiteY150" fmla="*/ 65223 h 619551"/>
                  <a:gd name="connsiteX151" fmla="*/ 4629547 w 4714642"/>
                  <a:gd name="connsiteY151" fmla="*/ 64743 h 619551"/>
                  <a:gd name="connsiteX152" fmla="*/ 4644665 w 4714642"/>
                  <a:gd name="connsiteY152" fmla="*/ 64852 h 619551"/>
                  <a:gd name="connsiteX153" fmla="*/ 4645762 w 4714642"/>
                  <a:gd name="connsiteY153" fmla="*/ 64743 h 619551"/>
                  <a:gd name="connsiteX154" fmla="*/ 4654134 w 4714642"/>
                  <a:gd name="connsiteY154" fmla="*/ 62669 h 619551"/>
                  <a:gd name="connsiteX155" fmla="*/ 4655272 w 4714642"/>
                  <a:gd name="connsiteY155" fmla="*/ 62080 h 619551"/>
                  <a:gd name="connsiteX156" fmla="*/ 4666570 w 4714642"/>
                  <a:gd name="connsiteY156" fmla="*/ 51210 h 619551"/>
                  <a:gd name="connsiteX157" fmla="*/ 4678111 w 4714642"/>
                  <a:gd name="connsiteY157" fmla="*/ 41716 h 619551"/>
                  <a:gd name="connsiteX158" fmla="*/ 4689572 w 4714642"/>
                  <a:gd name="connsiteY158" fmla="*/ 31108 h 619551"/>
                  <a:gd name="connsiteX159" fmla="*/ 4701357 w 4714642"/>
                  <a:gd name="connsiteY159" fmla="*/ 16397 h 619551"/>
                  <a:gd name="connsiteX160" fmla="*/ 4714362 w 4714642"/>
                  <a:gd name="connsiteY160" fmla="*/ 2057 h 619551"/>
                  <a:gd name="connsiteX161" fmla="*/ 4713265 w 4714642"/>
                  <a:gd name="connsiteY161" fmla="*/ 136 h 61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4714642" h="619551">
                    <a:moveTo>
                      <a:pt x="4713265" y="136"/>
                    </a:moveTo>
                    <a:cubicBezTo>
                      <a:pt x="4711964" y="-191"/>
                      <a:pt x="4710461" y="92"/>
                      <a:pt x="4709851" y="769"/>
                    </a:cubicBezTo>
                    <a:lnTo>
                      <a:pt x="4696806" y="15153"/>
                    </a:lnTo>
                    <a:lnTo>
                      <a:pt x="4685061" y="29820"/>
                    </a:lnTo>
                    <a:lnTo>
                      <a:pt x="4673803" y="40210"/>
                    </a:lnTo>
                    <a:lnTo>
                      <a:pt x="4662262" y="49704"/>
                    </a:lnTo>
                    <a:lnTo>
                      <a:pt x="4651248" y="60246"/>
                    </a:lnTo>
                    <a:lnTo>
                      <a:pt x="4644136" y="62014"/>
                    </a:lnTo>
                    <a:lnTo>
                      <a:pt x="4629303" y="61905"/>
                    </a:lnTo>
                    <a:lnTo>
                      <a:pt x="4619874" y="62429"/>
                    </a:lnTo>
                    <a:lnTo>
                      <a:pt x="4516608" y="56143"/>
                    </a:lnTo>
                    <a:lnTo>
                      <a:pt x="4391112" y="51188"/>
                    </a:lnTo>
                    <a:lnTo>
                      <a:pt x="4264965" y="47980"/>
                    </a:lnTo>
                    <a:cubicBezTo>
                      <a:pt x="4264355" y="47980"/>
                      <a:pt x="4263543" y="48133"/>
                      <a:pt x="4263014" y="48395"/>
                    </a:cubicBezTo>
                    <a:lnTo>
                      <a:pt x="4251432" y="54899"/>
                    </a:lnTo>
                    <a:lnTo>
                      <a:pt x="4239077" y="57780"/>
                    </a:lnTo>
                    <a:cubicBezTo>
                      <a:pt x="4238834" y="57824"/>
                      <a:pt x="4238630" y="57889"/>
                      <a:pt x="4238427" y="57998"/>
                    </a:cubicBezTo>
                    <a:lnTo>
                      <a:pt x="4225138" y="64241"/>
                    </a:lnTo>
                    <a:lnTo>
                      <a:pt x="4097650" y="62691"/>
                    </a:lnTo>
                    <a:lnTo>
                      <a:pt x="3969797" y="66489"/>
                    </a:lnTo>
                    <a:cubicBezTo>
                      <a:pt x="3968903" y="66532"/>
                      <a:pt x="3968049" y="66816"/>
                      <a:pt x="3967683" y="67274"/>
                    </a:cubicBezTo>
                    <a:lnTo>
                      <a:pt x="3950615" y="85652"/>
                    </a:lnTo>
                    <a:lnTo>
                      <a:pt x="3823168" y="89974"/>
                    </a:lnTo>
                    <a:lnTo>
                      <a:pt x="3694420" y="92681"/>
                    </a:lnTo>
                    <a:lnTo>
                      <a:pt x="3565063" y="91982"/>
                    </a:lnTo>
                    <a:lnTo>
                      <a:pt x="3435625" y="95125"/>
                    </a:lnTo>
                    <a:lnTo>
                      <a:pt x="3306430" y="101258"/>
                    </a:lnTo>
                    <a:lnTo>
                      <a:pt x="3177235" y="104140"/>
                    </a:lnTo>
                    <a:cubicBezTo>
                      <a:pt x="3176707" y="104140"/>
                      <a:pt x="3176179" y="104249"/>
                      <a:pt x="3175732" y="104467"/>
                    </a:cubicBezTo>
                    <a:lnTo>
                      <a:pt x="3150129" y="115860"/>
                    </a:lnTo>
                    <a:lnTo>
                      <a:pt x="3020853" y="116450"/>
                    </a:lnTo>
                    <a:cubicBezTo>
                      <a:pt x="3020243" y="116515"/>
                      <a:pt x="3019715" y="116602"/>
                      <a:pt x="3019268" y="116777"/>
                    </a:cubicBezTo>
                    <a:lnTo>
                      <a:pt x="2992120" y="129153"/>
                    </a:lnTo>
                    <a:lnTo>
                      <a:pt x="2861828" y="129044"/>
                    </a:lnTo>
                    <a:lnTo>
                      <a:pt x="2861828" y="129044"/>
                    </a:lnTo>
                    <a:cubicBezTo>
                      <a:pt x="2861259" y="129044"/>
                      <a:pt x="2860690" y="129153"/>
                      <a:pt x="2860243" y="129371"/>
                    </a:cubicBezTo>
                    <a:lnTo>
                      <a:pt x="2830983" y="141943"/>
                    </a:lnTo>
                    <a:lnTo>
                      <a:pt x="2801153" y="152922"/>
                    </a:lnTo>
                    <a:lnTo>
                      <a:pt x="2771282" y="162897"/>
                    </a:lnTo>
                    <a:lnTo>
                      <a:pt x="2637333" y="166673"/>
                    </a:lnTo>
                    <a:lnTo>
                      <a:pt x="2503018" y="169968"/>
                    </a:lnTo>
                    <a:lnTo>
                      <a:pt x="2368662" y="166018"/>
                    </a:lnTo>
                    <a:cubicBezTo>
                      <a:pt x="2368133" y="165952"/>
                      <a:pt x="2367565" y="166083"/>
                      <a:pt x="2367077" y="166236"/>
                    </a:cubicBezTo>
                    <a:lnTo>
                      <a:pt x="2332614" y="179354"/>
                    </a:lnTo>
                    <a:cubicBezTo>
                      <a:pt x="2332330" y="179463"/>
                      <a:pt x="2332005" y="179616"/>
                      <a:pt x="2331883" y="179768"/>
                    </a:cubicBezTo>
                    <a:lnTo>
                      <a:pt x="2296363" y="212923"/>
                    </a:lnTo>
                    <a:lnTo>
                      <a:pt x="2260275" y="247082"/>
                    </a:lnTo>
                    <a:lnTo>
                      <a:pt x="2223658" y="277028"/>
                    </a:lnTo>
                    <a:lnTo>
                      <a:pt x="2186351" y="304464"/>
                    </a:lnTo>
                    <a:lnTo>
                      <a:pt x="2148556" y="330197"/>
                    </a:lnTo>
                    <a:lnTo>
                      <a:pt x="2110720" y="351674"/>
                    </a:lnTo>
                    <a:lnTo>
                      <a:pt x="1968724" y="351303"/>
                    </a:lnTo>
                    <a:lnTo>
                      <a:pt x="1825752" y="350670"/>
                    </a:lnTo>
                    <a:cubicBezTo>
                      <a:pt x="1825305" y="350605"/>
                      <a:pt x="1824574" y="350779"/>
                      <a:pt x="1824086" y="350976"/>
                    </a:cubicBezTo>
                    <a:lnTo>
                      <a:pt x="1782267" y="371384"/>
                    </a:lnTo>
                    <a:lnTo>
                      <a:pt x="1739717" y="389500"/>
                    </a:lnTo>
                    <a:lnTo>
                      <a:pt x="1696232" y="406284"/>
                    </a:lnTo>
                    <a:lnTo>
                      <a:pt x="1652016" y="424029"/>
                    </a:lnTo>
                    <a:lnTo>
                      <a:pt x="1607028" y="440181"/>
                    </a:lnTo>
                    <a:lnTo>
                      <a:pt x="1561145" y="454848"/>
                    </a:lnTo>
                    <a:lnTo>
                      <a:pt x="1514328" y="468817"/>
                    </a:lnTo>
                    <a:lnTo>
                      <a:pt x="1467063" y="482393"/>
                    </a:lnTo>
                    <a:lnTo>
                      <a:pt x="1313282" y="485908"/>
                    </a:lnTo>
                    <a:cubicBezTo>
                      <a:pt x="1312916" y="485973"/>
                      <a:pt x="1312631" y="485973"/>
                      <a:pt x="1312306" y="486060"/>
                    </a:cubicBezTo>
                    <a:lnTo>
                      <a:pt x="1211316" y="512492"/>
                    </a:lnTo>
                    <a:lnTo>
                      <a:pt x="1054608" y="512558"/>
                    </a:lnTo>
                    <a:cubicBezTo>
                      <a:pt x="1054283" y="512558"/>
                      <a:pt x="1053917" y="512558"/>
                      <a:pt x="1053633" y="512667"/>
                    </a:cubicBezTo>
                    <a:lnTo>
                      <a:pt x="944717" y="537767"/>
                    </a:lnTo>
                    <a:lnTo>
                      <a:pt x="888919" y="550187"/>
                    </a:lnTo>
                    <a:lnTo>
                      <a:pt x="727253" y="554290"/>
                    </a:lnTo>
                    <a:lnTo>
                      <a:pt x="565302" y="556058"/>
                    </a:lnTo>
                    <a:lnTo>
                      <a:pt x="403433" y="555731"/>
                    </a:lnTo>
                    <a:lnTo>
                      <a:pt x="403393" y="555731"/>
                    </a:lnTo>
                    <a:cubicBezTo>
                      <a:pt x="403149" y="555731"/>
                      <a:pt x="402864" y="555731"/>
                      <a:pt x="402539" y="555774"/>
                    </a:cubicBezTo>
                    <a:lnTo>
                      <a:pt x="340076" y="568041"/>
                    </a:lnTo>
                    <a:lnTo>
                      <a:pt x="276352" y="581202"/>
                    </a:lnTo>
                    <a:lnTo>
                      <a:pt x="211287" y="592661"/>
                    </a:lnTo>
                    <a:lnTo>
                      <a:pt x="144638" y="603858"/>
                    </a:lnTo>
                    <a:lnTo>
                      <a:pt x="76972" y="616758"/>
                    </a:lnTo>
                    <a:lnTo>
                      <a:pt x="0" y="616321"/>
                    </a:lnTo>
                    <a:lnTo>
                      <a:pt x="0" y="619137"/>
                    </a:lnTo>
                    <a:lnTo>
                      <a:pt x="77379" y="619551"/>
                    </a:lnTo>
                    <a:lnTo>
                      <a:pt x="77419" y="619551"/>
                    </a:lnTo>
                    <a:cubicBezTo>
                      <a:pt x="77663" y="619551"/>
                      <a:pt x="77988" y="619551"/>
                      <a:pt x="78232" y="619508"/>
                    </a:cubicBezTo>
                    <a:lnTo>
                      <a:pt x="146223" y="606499"/>
                    </a:lnTo>
                    <a:lnTo>
                      <a:pt x="212791" y="595302"/>
                    </a:lnTo>
                    <a:lnTo>
                      <a:pt x="278018" y="583843"/>
                    </a:lnTo>
                    <a:lnTo>
                      <a:pt x="341782" y="570616"/>
                    </a:lnTo>
                    <a:lnTo>
                      <a:pt x="403840" y="558524"/>
                    </a:lnTo>
                    <a:lnTo>
                      <a:pt x="565384" y="558852"/>
                    </a:lnTo>
                    <a:lnTo>
                      <a:pt x="727456" y="557040"/>
                    </a:lnTo>
                    <a:lnTo>
                      <a:pt x="889650" y="552981"/>
                    </a:lnTo>
                    <a:cubicBezTo>
                      <a:pt x="889975" y="552981"/>
                      <a:pt x="890219" y="552937"/>
                      <a:pt x="890504" y="552871"/>
                    </a:cubicBezTo>
                    <a:lnTo>
                      <a:pt x="946709" y="540299"/>
                    </a:lnTo>
                    <a:lnTo>
                      <a:pt x="1055177" y="515308"/>
                    </a:lnTo>
                    <a:lnTo>
                      <a:pt x="1211926" y="515308"/>
                    </a:lnTo>
                    <a:cubicBezTo>
                      <a:pt x="1212332" y="515308"/>
                      <a:pt x="1212657" y="515242"/>
                      <a:pt x="1213023" y="515133"/>
                    </a:cubicBezTo>
                    <a:lnTo>
                      <a:pt x="1314135" y="488701"/>
                    </a:lnTo>
                    <a:lnTo>
                      <a:pt x="1467917" y="485144"/>
                    </a:lnTo>
                    <a:cubicBezTo>
                      <a:pt x="1468323" y="485144"/>
                      <a:pt x="1468648" y="485078"/>
                      <a:pt x="1469014" y="484991"/>
                    </a:cubicBezTo>
                    <a:lnTo>
                      <a:pt x="1516847" y="471306"/>
                    </a:lnTo>
                    <a:lnTo>
                      <a:pt x="1563787" y="457293"/>
                    </a:lnTo>
                    <a:lnTo>
                      <a:pt x="1609832" y="442625"/>
                    </a:lnTo>
                    <a:lnTo>
                      <a:pt x="1655105" y="426387"/>
                    </a:lnTo>
                    <a:lnTo>
                      <a:pt x="1699362" y="408598"/>
                    </a:lnTo>
                    <a:lnTo>
                      <a:pt x="1742928" y="391813"/>
                    </a:lnTo>
                    <a:lnTo>
                      <a:pt x="1785722" y="373588"/>
                    </a:lnTo>
                    <a:lnTo>
                      <a:pt x="1826971" y="353508"/>
                    </a:lnTo>
                    <a:lnTo>
                      <a:pt x="1969008" y="354141"/>
                    </a:lnTo>
                    <a:lnTo>
                      <a:pt x="2112020" y="354512"/>
                    </a:lnTo>
                    <a:lnTo>
                      <a:pt x="2112061" y="354512"/>
                    </a:lnTo>
                    <a:cubicBezTo>
                      <a:pt x="2112711" y="354512"/>
                      <a:pt x="2113402" y="354359"/>
                      <a:pt x="2113849" y="354097"/>
                    </a:cubicBezTo>
                    <a:lnTo>
                      <a:pt x="2152579" y="332096"/>
                    </a:lnTo>
                    <a:lnTo>
                      <a:pt x="2190618" y="306253"/>
                    </a:lnTo>
                    <a:lnTo>
                      <a:pt x="2228007" y="278708"/>
                    </a:lnTo>
                    <a:lnTo>
                      <a:pt x="2264827" y="248609"/>
                    </a:lnTo>
                    <a:lnTo>
                      <a:pt x="2300956" y="214385"/>
                    </a:lnTo>
                    <a:lnTo>
                      <a:pt x="2336191" y="181515"/>
                    </a:lnTo>
                    <a:lnTo>
                      <a:pt x="2369515" y="168877"/>
                    </a:lnTo>
                    <a:lnTo>
                      <a:pt x="2503261" y="172828"/>
                    </a:lnTo>
                    <a:lnTo>
                      <a:pt x="2588199" y="170754"/>
                    </a:lnTo>
                    <a:lnTo>
                      <a:pt x="2772380" y="165756"/>
                    </a:lnTo>
                    <a:cubicBezTo>
                      <a:pt x="2772827" y="165756"/>
                      <a:pt x="2773233" y="165647"/>
                      <a:pt x="2773558" y="165538"/>
                    </a:cubicBezTo>
                    <a:lnTo>
                      <a:pt x="2804079" y="155366"/>
                    </a:lnTo>
                    <a:lnTo>
                      <a:pt x="2834153" y="144279"/>
                    </a:lnTo>
                    <a:lnTo>
                      <a:pt x="2862885" y="131903"/>
                    </a:lnTo>
                    <a:lnTo>
                      <a:pt x="2993217" y="132012"/>
                    </a:lnTo>
                    <a:lnTo>
                      <a:pt x="2993217" y="132012"/>
                    </a:lnTo>
                    <a:cubicBezTo>
                      <a:pt x="2993786" y="132012"/>
                      <a:pt x="2994396" y="131903"/>
                      <a:pt x="2994843" y="131685"/>
                    </a:cubicBezTo>
                    <a:lnTo>
                      <a:pt x="3021991" y="119331"/>
                    </a:lnTo>
                    <a:lnTo>
                      <a:pt x="3151266" y="118742"/>
                    </a:lnTo>
                    <a:cubicBezTo>
                      <a:pt x="3151876" y="118742"/>
                      <a:pt x="3152404" y="118632"/>
                      <a:pt x="3152851" y="118414"/>
                    </a:cubicBezTo>
                    <a:lnTo>
                      <a:pt x="3178455" y="106955"/>
                    </a:lnTo>
                    <a:lnTo>
                      <a:pt x="3306958" y="104140"/>
                    </a:lnTo>
                    <a:lnTo>
                      <a:pt x="3436112" y="98006"/>
                    </a:lnTo>
                    <a:lnTo>
                      <a:pt x="3565307" y="94863"/>
                    </a:lnTo>
                    <a:lnTo>
                      <a:pt x="3694664" y="95562"/>
                    </a:lnTo>
                    <a:lnTo>
                      <a:pt x="3823533" y="92833"/>
                    </a:lnTo>
                    <a:lnTo>
                      <a:pt x="3952484" y="88468"/>
                    </a:lnTo>
                    <a:cubicBezTo>
                      <a:pt x="3953378" y="88403"/>
                      <a:pt x="3954232" y="88141"/>
                      <a:pt x="3954597" y="87726"/>
                    </a:cubicBezTo>
                    <a:lnTo>
                      <a:pt x="3971666" y="69283"/>
                    </a:lnTo>
                    <a:lnTo>
                      <a:pt x="4097853" y="65507"/>
                    </a:lnTo>
                    <a:lnTo>
                      <a:pt x="4226073" y="67100"/>
                    </a:lnTo>
                    <a:cubicBezTo>
                      <a:pt x="4226479" y="67100"/>
                      <a:pt x="4227292" y="66991"/>
                      <a:pt x="4227739" y="66773"/>
                    </a:cubicBezTo>
                    <a:lnTo>
                      <a:pt x="4241475" y="60334"/>
                    </a:lnTo>
                    <a:lnTo>
                      <a:pt x="4253911" y="57453"/>
                    </a:lnTo>
                    <a:cubicBezTo>
                      <a:pt x="4254277" y="57343"/>
                      <a:pt x="4254521" y="57234"/>
                      <a:pt x="4254764" y="57125"/>
                    </a:cubicBezTo>
                    <a:lnTo>
                      <a:pt x="4265859" y="50839"/>
                    </a:lnTo>
                    <a:lnTo>
                      <a:pt x="4390827" y="53982"/>
                    </a:lnTo>
                    <a:lnTo>
                      <a:pt x="4516202" y="58937"/>
                    </a:lnTo>
                    <a:lnTo>
                      <a:pt x="4619874" y="65223"/>
                    </a:lnTo>
                    <a:lnTo>
                      <a:pt x="4629547" y="64743"/>
                    </a:lnTo>
                    <a:lnTo>
                      <a:pt x="4644665" y="64852"/>
                    </a:lnTo>
                    <a:cubicBezTo>
                      <a:pt x="4645193" y="64786"/>
                      <a:pt x="4645396" y="64786"/>
                      <a:pt x="4645762" y="64743"/>
                    </a:cubicBezTo>
                    <a:lnTo>
                      <a:pt x="4654134" y="62669"/>
                    </a:lnTo>
                    <a:cubicBezTo>
                      <a:pt x="4654581" y="62494"/>
                      <a:pt x="4655028" y="62298"/>
                      <a:pt x="4655272" y="62080"/>
                    </a:cubicBezTo>
                    <a:lnTo>
                      <a:pt x="4666570" y="51210"/>
                    </a:lnTo>
                    <a:lnTo>
                      <a:pt x="4678111" y="41716"/>
                    </a:lnTo>
                    <a:lnTo>
                      <a:pt x="4689572" y="31108"/>
                    </a:lnTo>
                    <a:lnTo>
                      <a:pt x="4701357" y="16397"/>
                    </a:lnTo>
                    <a:lnTo>
                      <a:pt x="4714362" y="2057"/>
                    </a:lnTo>
                    <a:cubicBezTo>
                      <a:pt x="4715012" y="1358"/>
                      <a:pt x="4714484" y="507"/>
                      <a:pt x="4713265" y="1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1" name="Freeform: Shape 680">
                <a:extLst>
                  <a:ext uri="{FF2B5EF4-FFF2-40B4-BE49-F238E27FC236}">
                    <a16:creationId xmlns:a16="http://schemas.microsoft.com/office/drawing/2014/main" id="{35DEF70C-E56F-4EEA-9BB0-937FBBA55617}"/>
                  </a:ext>
                </a:extLst>
              </p:cNvPr>
              <p:cNvSpPr/>
              <p:nvPr/>
            </p:nvSpPr>
            <p:spPr>
              <a:xfrm>
                <a:off x="9478752" y="6639032"/>
                <a:ext cx="2537805" cy="263839"/>
              </a:xfrm>
              <a:custGeom>
                <a:avLst/>
                <a:gdLst>
                  <a:gd name="connsiteX0" fmla="*/ 2397 w 2537805"/>
                  <a:gd name="connsiteY0" fmla="*/ 2859 h 263839"/>
                  <a:gd name="connsiteX1" fmla="*/ 141183 w 2537805"/>
                  <a:gd name="connsiteY1" fmla="*/ 5042 h 263839"/>
                  <a:gd name="connsiteX2" fmla="*/ 176905 w 2537805"/>
                  <a:gd name="connsiteY2" fmla="*/ 6221 h 263839"/>
                  <a:gd name="connsiteX3" fmla="*/ 345968 w 2537805"/>
                  <a:gd name="connsiteY3" fmla="*/ 6155 h 263839"/>
                  <a:gd name="connsiteX4" fmla="*/ 515436 w 2537805"/>
                  <a:gd name="connsiteY4" fmla="*/ 7967 h 263839"/>
                  <a:gd name="connsiteX5" fmla="*/ 684499 w 2537805"/>
                  <a:gd name="connsiteY5" fmla="*/ 8185 h 263839"/>
                  <a:gd name="connsiteX6" fmla="*/ 726683 w 2537805"/>
                  <a:gd name="connsiteY6" fmla="*/ 11961 h 263839"/>
                  <a:gd name="connsiteX7" fmla="*/ 898144 w 2537805"/>
                  <a:gd name="connsiteY7" fmla="*/ 16021 h 263839"/>
                  <a:gd name="connsiteX8" fmla="*/ 1069685 w 2537805"/>
                  <a:gd name="connsiteY8" fmla="*/ 21936 h 263839"/>
                  <a:gd name="connsiteX9" fmla="*/ 1241430 w 2537805"/>
                  <a:gd name="connsiteY9" fmla="*/ 26934 h 263839"/>
                  <a:gd name="connsiteX10" fmla="*/ 1413377 w 2537805"/>
                  <a:gd name="connsiteY10" fmla="*/ 31256 h 263839"/>
                  <a:gd name="connsiteX11" fmla="*/ 1585325 w 2537805"/>
                  <a:gd name="connsiteY11" fmla="*/ 34028 h 263839"/>
                  <a:gd name="connsiteX12" fmla="*/ 1756704 w 2537805"/>
                  <a:gd name="connsiteY12" fmla="*/ 35839 h 263839"/>
                  <a:gd name="connsiteX13" fmla="*/ 1810755 w 2537805"/>
                  <a:gd name="connsiteY13" fmla="*/ 52515 h 263839"/>
                  <a:gd name="connsiteX14" fmla="*/ 1923572 w 2537805"/>
                  <a:gd name="connsiteY14" fmla="*/ 85342 h 263839"/>
                  <a:gd name="connsiteX15" fmla="*/ 1981809 w 2537805"/>
                  <a:gd name="connsiteY15" fmla="*/ 101821 h 263839"/>
                  <a:gd name="connsiteX16" fmla="*/ 2041550 w 2537805"/>
                  <a:gd name="connsiteY16" fmla="*/ 119500 h 263839"/>
                  <a:gd name="connsiteX17" fmla="*/ 2102551 w 2537805"/>
                  <a:gd name="connsiteY17" fmla="*/ 137027 h 263839"/>
                  <a:gd name="connsiteX18" fmla="*/ 2165055 w 2537805"/>
                  <a:gd name="connsiteY18" fmla="*/ 155667 h 263839"/>
                  <a:gd name="connsiteX19" fmla="*/ 2229144 w 2537805"/>
                  <a:gd name="connsiteY19" fmla="*/ 175071 h 263839"/>
                  <a:gd name="connsiteX20" fmla="*/ 2294615 w 2537805"/>
                  <a:gd name="connsiteY20" fmla="*/ 193711 h 263839"/>
                  <a:gd name="connsiteX21" fmla="*/ 2361793 w 2537805"/>
                  <a:gd name="connsiteY21" fmla="*/ 213594 h 263839"/>
                  <a:gd name="connsiteX22" fmla="*/ 2501189 w 2537805"/>
                  <a:gd name="connsiteY22" fmla="*/ 255785 h 263839"/>
                  <a:gd name="connsiteX23" fmla="*/ 2527279 w 2537805"/>
                  <a:gd name="connsiteY23" fmla="*/ 263839 h 263839"/>
                  <a:gd name="connsiteX24" fmla="*/ 2537805 w 2537805"/>
                  <a:gd name="connsiteY24" fmla="*/ 263839 h 263839"/>
                  <a:gd name="connsiteX25" fmla="*/ 2503667 w 2537805"/>
                  <a:gd name="connsiteY25" fmla="*/ 253341 h 263839"/>
                  <a:gd name="connsiteX26" fmla="*/ 2364272 w 2537805"/>
                  <a:gd name="connsiteY26" fmla="*/ 211084 h 263839"/>
                  <a:gd name="connsiteX27" fmla="*/ 2297013 w 2537805"/>
                  <a:gd name="connsiteY27" fmla="*/ 191200 h 263839"/>
                  <a:gd name="connsiteX28" fmla="*/ 2231542 w 2537805"/>
                  <a:gd name="connsiteY28" fmla="*/ 172539 h 263839"/>
                  <a:gd name="connsiteX29" fmla="*/ 2167534 w 2537805"/>
                  <a:gd name="connsiteY29" fmla="*/ 153200 h 263839"/>
                  <a:gd name="connsiteX30" fmla="*/ 2104908 w 2537805"/>
                  <a:gd name="connsiteY30" fmla="*/ 134495 h 263839"/>
                  <a:gd name="connsiteX31" fmla="*/ 2043907 w 2537805"/>
                  <a:gd name="connsiteY31" fmla="*/ 116968 h 263839"/>
                  <a:gd name="connsiteX32" fmla="*/ 1984085 w 2537805"/>
                  <a:gd name="connsiteY32" fmla="*/ 99289 h 263839"/>
                  <a:gd name="connsiteX33" fmla="*/ 1925970 w 2537805"/>
                  <a:gd name="connsiteY33" fmla="*/ 82810 h 263839"/>
                  <a:gd name="connsiteX34" fmla="*/ 1813235 w 2537805"/>
                  <a:gd name="connsiteY34" fmla="*/ 50048 h 263839"/>
                  <a:gd name="connsiteX35" fmla="*/ 1758574 w 2537805"/>
                  <a:gd name="connsiteY35" fmla="*/ 33198 h 263839"/>
                  <a:gd name="connsiteX36" fmla="*/ 1757395 w 2537805"/>
                  <a:gd name="connsiteY36" fmla="*/ 33045 h 263839"/>
                  <a:gd name="connsiteX37" fmla="*/ 1585447 w 2537805"/>
                  <a:gd name="connsiteY37" fmla="*/ 31168 h 263839"/>
                  <a:gd name="connsiteX38" fmla="*/ 1413621 w 2537805"/>
                  <a:gd name="connsiteY38" fmla="*/ 28396 h 263839"/>
                  <a:gd name="connsiteX39" fmla="*/ 1241754 w 2537805"/>
                  <a:gd name="connsiteY39" fmla="*/ 24075 h 263839"/>
                  <a:gd name="connsiteX40" fmla="*/ 1070010 w 2537805"/>
                  <a:gd name="connsiteY40" fmla="*/ 19120 h 263839"/>
                  <a:gd name="connsiteX41" fmla="*/ 898468 w 2537805"/>
                  <a:gd name="connsiteY41" fmla="*/ 13161 h 263839"/>
                  <a:gd name="connsiteX42" fmla="*/ 727212 w 2537805"/>
                  <a:gd name="connsiteY42" fmla="*/ 9167 h 263839"/>
                  <a:gd name="connsiteX43" fmla="*/ 684946 w 2537805"/>
                  <a:gd name="connsiteY43" fmla="*/ 5326 h 263839"/>
                  <a:gd name="connsiteX44" fmla="*/ 515599 w 2537805"/>
                  <a:gd name="connsiteY44" fmla="*/ 5107 h 263839"/>
                  <a:gd name="connsiteX45" fmla="*/ 346131 w 2537805"/>
                  <a:gd name="connsiteY45" fmla="*/ 3296 h 263839"/>
                  <a:gd name="connsiteX46" fmla="*/ 177068 w 2537805"/>
                  <a:gd name="connsiteY46" fmla="*/ 3361 h 263839"/>
                  <a:gd name="connsiteX47" fmla="*/ 141467 w 2537805"/>
                  <a:gd name="connsiteY47" fmla="*/ 2183 h 263839"/>
                  <a:gd name="connsiteX48" fmla="*/ 2560 w 2537805"/>
                  <a:gd name="connsiteY48" fmla="*/ 0 h 263839"/>
                  <a:gd name="connsiteX49" fmla="*/ 2560 w 2537805"/>
                  <a:gd name="connsiteY49" fmla="*/ 0 h 263839"/>
                  <a:gd name="connsiteX50" fmla="*/ 0 w 2537805"/>
                  <a:gd name="connsiteY50" fmla="*/ 1375 h 263839"/>
                  <a:gd name="connsiteX51" fmla="*/ 2478 w 2537805"/>
                  <a:gd name="connsiteY51" fmla="*/ 2816 h 263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537805" h="263839">
                    <a:moveTo>
                      <a:pt x="2397" y="2859"/>
                    </a:moveTo>
                    <a:lnTo>
                      <a:pt x="141183" y="5042"/>
                    </a:lnTo>
                    <a:lnTo>
                      <a:pt x="176905" y="6221"/>
                    </a:lnTo>
                    <a:lnTo>
                      <a:pt x="345968" y="6155"/>
                    </a:lnTo>
                    <a:lnTo>
                      <a:pt x="515436" y="7967"/>
                    </a:lnTo>
                    <a:lnTo>
                      <a:pt x="684499" y="8185"/>
                    </a:lnTo>
                    <a:lnTo>
                      <a:pt x="726683" y="11961"/>
                    </a:lnTo>
                    <a:lnTo>
                      <a:pt x="898144" y="16021"/>
                    </a:lnTo>
                    <a:lnTo>
                      <a:pt x="1069685" y="21936"/>
                    </a:lnTo>
                    <a:lnTo>
                      <a:pt x="1241430" y="26934"/>
                    </a:lnTo>
                    <a:lnTo>
                      <a:pt x="1413377" y="31256"/>
                    </a:lnTo>
                    <a:lnTo>
                      <a:pt x="1585325" y="34028"/>
                    </a:lnTo>
                    <a:lnTo>
                      <a:pt x="1756704" y="35839"/>
                    </a:lnTo>
                    <a:lnTo>
                      <a:pt x="1810755" y="52515"/>
                    </a:lnTo>
                    <a:lnTo>
                      <a:pt x="1923572" y="85342"/>
                    </a:lnTo>
                    <a:lnTo>
                      <a:pt x="1981809" y="101821"/>
                    </a:lnTo>
                    <a:lnTo>
                      <a:pt x="2041550" y="119500"/>
                    </a:lnTo>
                    <a:lnTo>
                      <a:pt x="2102551" y="137027"/>
                    </a:lnTo>
                    <a:lnTo>
                      <a:pt x="2165055" y="155667"/>
                    </a:lnTo>
                    <a:lnTo>
                      <a:pt x="2229144" y="175071"/>
                    </a:lnTo>
                    <a:lnTo>
                      <a:pt x="2294615" y="193711"/>
                    </a:lnTo>
                    <a:lnTo>
                      <a:pt x="2361793" y="213594"/>
                    </a:lnTo>
                    <a:lnTo>
                      <a:pt x="2501189" y="255785"/>
                    </a:lnTo>
                    <a:lnTo>
                      <a:pt x="2527279" y="263839"/>
                    </a:lnTo>
                    <a:lnTo>
                      <a:pt x="2537805" y="263839"/>
                    </a:lnTo>
                    <a:lnTo>
                      <a:pt x="2503667" y="253341"/>
                    </a:lnTo>
                    <a:lnTo>
                      <a:pt x="2364272" y="211084"/>
                    </a:lnTo>
                    <a:lnTo>
                      <a:pt x="2297013" y="191200"/>
                    </a:lnTo>
                    <a:lnTo>
                      <a:pt x="2231542" y="172539"/>
                    </a:lnTo>
                    <a:lnTo>
                      <a:pt x="2167534" y="153200"/>
                    </a:lnTo>
                    <a:lnTo>
                      <a:pt x="2104908" y="134495"/>
                    </a:lnTo>
                    <a:lnTo>
                      <a:pt x="2043907" y="116968"/>
                    </a:lnTo>
                    <a:lnTo>
                      <a:pt x="1984085" y="99289"/>
                    </a:lnTo>
                    <a:lnTo>
                      <a:pt x="1925970" y="82810"/>
                    </a:lnTo>
                    <a:lnTo>
                      <a:pt x="1813235" y="50048"/>
                    </a:lnTo>
                    <a:lnTo>
                      <a:pt x="1758574" y="33198"/>
                    </a:lnTo>
                    <a:cubicBezTo>
                      <a:pt x="1758289" y="33089"/>
                      <a:pt x="1757801" y="33045"/>
                      <a:pt x="1757395" y="33045"/>
                    </a:cubicBezTo>
                    <a:lnTo>
                      <a:pt x="1585447" y="31168"/>
                    </a:lnTo>
                    <a:lnTo>
                      <a:pt x="1413621" y="28396"/>
                    </a:lnTo>
                    <a:lnTo>
                      <a:pt x="1241754" y="24075"/>
                    </a:lnTo>
                    <a:lnTo>
                      <a:pt x="1070010" y="19120"/>
                    </a:lnTo>
                    <a:lnTo>
                      <a:pt x="898468" y="13161"/>
                    </a:lnTo>
                    <a:lnTo>
                      <a:pt x="727212" y="9167"/>
                    </a:lnTo>
                    <a:lnTo>
                      <a:pt x="684946" y="5326"/>
                    </a:lnTo>
                    <a:lnTo>
                      <a:pt x="515599" y="5107"/>
                    </a:lnTo>
                    <a:lnTo>
                      <a:pt x="346131" y="3296"/>
                    </a:lnTo>
                    <a:lnTo>
                      <a:pt x="177068" y="3361"/>
                    </a:lnTo>
                    <a:lnTo>
                      <a:pt x="141467" y="2183"/>
                    </a:lnTo>
                    <a:lnTo>
                      <a:pt x="2560" y="0"/>
                    </a:lnTo>
                    <a:lnTo>
                      <a:pt x="2560" y="0"/>
                    </a:lnTo>
                    <a:cubicBezTo>
                      <a:pt x="1178" y="0"/>
                      <a:pt x="0" y="633"/>
                      <a:pt x="0" y="1375"/>
                    </a:cubicBezTo>
                    <a:cubicBezTo>
                      <a:pt x="0" y="2183"/>
                      <a:pt x="1096" y="2816"/>
                      <a:pt x="2478" y="28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2" name="Freeform: Shape 681">
                <a:extLst>
                  <a:ext uri="{FF2B5EF4-FFF2-40B4-BE49-F238E27FC236}">
                    <a16:creationId xmlns:a16="http://schemas.microsoft.com/office/drawing/2014/main" id="{B067A79E-CAC6-4298-80DF-7B013576B7B0}"/>
                  </a:ext>
                </a:extLst>
              </p:cNvPr>
              <p:cNvSpPr/>
              <p:nvPr/>
            </p:nvSpPr>
            <p:spPr>
              <a:xfrm>
                <a:off x="1379037" y="6567925"/>
                <a:ext cx="6137290" cy="334967"/>
              </a:xfrm>
              <a:custGeom>
                <a:avLst/>
                <a:gdLst>
                  <a:gd name="connsiteX0" fmla="*/ 8372 w 6137290"/>
                  <a:gd name="connsiteY0" fmla="*/ 334968 h 334967"/>
                  <a:gd name="connsiteX1" fmla="*/ 100462 w 6137290"/>
                  <a:gd name="connsiteY1" fmla="*/ 296400 h 334967"/>
                  <a:gd name="connsiteX2" fmla="*/ 159390 w 6137290"/>
                  <a:gd name="connsiteY2" fmla="*/ 272107 h 334967"/>
                  <a:gd name="connsiteX3" fmla="*/ 216896 w 6137290"/>
                  <a:gd name="connsiteY3" fmla="*/ 247443 h 334967"/>
                  <a:gd name="connsiteX4" fmla="*/ 273060 w 6137290"/>
                  <a:gd name="connsiteY4" fmla="*/ 223936 h 334967"/>
                  <a:gd name="connsiteX5" fmla="*/ 327924 w 6137290"/>
                  <a:gd name="connsiteY5" fmla="*/ 199272 h 334967"/>
                  <a:gd name="connsiteX6" fmla="*/ 433832 w 6137290"/>
                  <a:gd name="connsiteY6" fmla="*/ 150730 h 334967"/>
                  <a:gd name="connsiteX7" fmla="*/ 484226 w 6137290"/>
                  <a:gd name="connsiteY7" fmla="*/ 126917 h 334967"/>
                  <a:gd name="connsiteX8" fmla="*/ 659018 w 6137290"/>
                  <a:gd name="connsiteY8" fmla="*/ 130126 h 334967"/>
                  <a:gd name="connsiteX9" fmla="*/ 834949 w 6137290"/>
                  <a:gd name="connsiteY9" fmla="*/ 133487 h 334967"/>
                  <a:gd name="connsiteX10" fmla="*/ 1010961 w 6137290"/>
                  <a:gd name="connsiteY10" fmla="*/ 136041 h 334967"/>
                  <a:gd name="connsiteX11" fmla="*/ 1187094 w 6137290"/>
                  <a:gd name="connsiteY11" fmla="*/ 138223 h 334967"/>
                  <a:gd name="connsiteX12" fmla="*/ 1363350 w 6137290"/>
                  <a:gd name="connsiteY12" fmla="*/ 140035 h 334967"/>
                  <a:gd name="connsiteX13" fmla="*/ 1365301 w 6137290"/>
                  <a:gd name="connsiteY13" fmla="*/ 139555 h 334967"/>
                  <a:gd name="connsiteX14" fmla="*/ 1404722 w 6137290"/>
                  <a:gd name="connsiteY14" fmla="*/ 114563 h 334967"/>
                  <a:gd name="connsiteX15" fmla="*/ 1577889 w 6137290"/>
                  <a:gd name="connsiteY15" fmla="*/ 115829 h 334967"/>
                  <a:gd name="connsiteX16" fmla="*/ 1579921 w 6137290"/>
                  <a:gd name="connsiteY16" fmla="*/ 115306 h 334967"/>
                  <a:gd name="connsiteX17" fmla="*/ 1616537 w 6137290"/>
                  <a:gd name="connsiteY17" fmla="*/ 89725 h 334967"/>
                  <a:gd name="connsiteX18" fmla="*/ 1960474 w 6137290"/>
                  <a:gd name="connsiteY18" fmla="*/ 92279 h 334967"/>
                  <a:gd name="connsiteX19" fmla="*/ 2133316 w 6137290"/>
                  <a:gd name="connsiteY19" fmla="*/ 94614 h 334967"/>
                  <a:gd name="connsiteX20" fmla="*/ 2169689 w 6137290"/>
                  <a:gd name="connsiteY20" fmla="*/ 94832 h 334967"/>
                  <a:gd name="connsiteX21" fmla="*/ 2169729 w 6137290"/>
                  <a:gd name="connsiteY21" fmla="*/ 94832 h 334967"/>
                  <a:gd name="connsiteX22" fmla="*/ 2171964 w 6137290"/>
                  <a:gd name="connsiteY22" fmla="*/ 94090 h 334967"/>
                  <a:gd name="connsiteX23" fmla="*/ 2202038 w 6137290"/>
                  <a:gd name="connsiteY23" fmla="*/ 67222 h 334967"/>
                  <a:gd name="connsiteX24" fmla="*/ 2231583 w 6137290"/>
                  <a:gd name="connsiteY24" fmla="*/ 50000 h 334967"/>
                  <a:gd name="connsiteX25" fmla="*/ 2260966 w 6137290"/>
                  <a:gd name="connsiteY25" fmla="*/ 34285 h 334967"/>
                  <a:gd name="connsiteX26" fmla="*/ 2316196 w 6137290"/>
                  <a:gd name="connsiteY26" fmla="*/ 2899 h 334967"/>
                  <a:gd name="connsiteX27" fmla="*/ 2444334 w 6137290"/>
                  <a:gd name="connsiteY27" fmla="*/ 6522 h 334967"/>
                  <a:gd name="connsiteX28" fmla="*/ 2608235 w 6137290"/>
                  <a:gd name="connsiteY28" fmla="*/ 9512 h 334967"/>
                  <a:gd name="connsiteX29" fmla="*/ 2772258 w 6137290"/>
                  <a:gd name="connsiteY29" fmla="*/ 11586 h 334967"/>
                  <a:gd name="connsiteX30" fmla="*/ 2936362 w 6137290"/>
                  <a:gd name="connsiteY30" fmla="*/ 13441 h 334967"/>
                  <a:gd name="connsiteX31" fmla="*/ 3100507 w 6137290"/>
                  <a:gd name="connsiteY31" fmla="*/ 14358 h 334967"/>
                  <a:gd name="connsiteX32" fmla="*/ 3264733 w 6137290"/>
                  <a:gd name="connsiteY32" fmla="*/ 17610 h 334967"/>
                  <a:gd name="connsiteX33" fmla="*/ 3429163 w 6137290"/>
                  <a:gd name="connsiteY33" fmla="*/ 22826 h 334967"/>
                  <a:gd name="connsiteX34" fmla="*/ 3593714 w 6137290"/>
                  <a:gd name="connsiteY34" fmla="*/ 26079 h 334967"/>
                  <a:gd name="connsiteX35" fmla="*/ 3758225 w 6137290"/>
                  <a:gd name="connsiteY35" fmla="*/ 27083 h 334967"/>
                  <a:gd name="connsiteX36" fmla="*/ 3922857 w 6137290"/>
                  <a:gd name="connsiteY36" fmla="*/ 31819 h 334967"/>
                  <a:gd name="connsiteX37" fmla="*/ 4087693 w 6137290"/>
                  <a:gd name="connsiteY37" fmla="*/ 37996 h 334967"/>
                  <a:gd name="connsiteX38" fmla="*/ 4252651 w 6137290"/>
                  <a:gd name="connsiteY38" fmla="*/ 42623 h 334967"/>
                  <a:gd name="connsiteX39" fmla="*/ 4417649 w 6137290"/>
                  <a:gd name="connsiteY39" fmla="*/ 46028 h 334967"/>
                  <a:gd name="connsiteX40" fmla="*/ 4582811 w 6137290"/>
                  <a:gd name="connsiteY40" fmla="*/ 49062 h 334967"/>
                  <a:gd name="connsiteX41" fmla="*/ 4748012 w 6137290"/>
                  <a:gd name="connsiteY41" fmla="*/ 51790 h 334967"/>
                  <a:gd name="connsiteX42" fmla="*/ 4913417 w 6137290"/>
                  <a:gd name="connsiteY42" fmla="*/ 54235 h 334967"/>
                  <a:gd name="connsiteX43" fmla="*/ 5078700 w 6137290"/>
                  <a:gd name="connsiteY43" fmla="*/ 55348 h 334967"/>
                  <a:gd name="connsiteX44" fmla="*/ 5244308 w 6137290"/>
                  <a:gd name="connsiteY44" fmla="*/ 60674 h 334967"/>
                  <a:gd name="connsiteX45" fmla="*/ 5409997 w 6137290"/>
                  <a:gd name="connsiteY45" fmla="*/ 64188 h 334967"/>
                  <a:gd name="connsiteX46" fmla="*/ 5575767 w 6137290"/>
                  <a:gd name="connsiteY46" fmla="*/ 66305 h 334967"/>
                  <a:gd name="connsiteX47" fmla="*/ 5741457 w 6137290"/>
                  <a:gd name="connsiteY47" fmla="*/ 66567 h 334967"/>
                  <a:gd name="connsiteX48" fmla="*/ 5907431 w 6137290"/>
                  <a:gd name="connsiteY48" fmla="*/ 69710 h 334967"/>
                  <a:gd name="connsiteX49" fmla="*/ 6073527 w 6137290"/>
                  <a:gd name="connsiteY49" fmla="*/ 72220 h 334967"/>
                  <a:gd name="connsiteX50" fmla="*/ 6134730 w 6137290"/>
                  <a:gd name="connsiteY50" fmla="*/ 72220 h 334967"/>
                  <a:gd name="connsiteX51" fmla="*/ 6137291 w 6137290"/>
                  <a:gd name="connsiteY51" fmla="*/ 70779 h 334967"/>
                  <a:gd name="connsiteX52" fmla="*/ 6134730 w 6137290"/>
                  <a:gd name="connsiteY52" fmla="*/ 69382 h 334967"/>
                  <a:gd name="connsiteX53" fmla="*/ 6073607 w 6137290"/>
                  <a:gd name="connsiteY53" fmla="*/ 69382 h 334967"/>
                  <a:gd name="connsiteX54" fmla="*/ 5907512 w 6137290"/>
                  <a:gd name="connsiteY54" fmla="*/ 66872 h 334967"/>
                  <a:gd name="connsiteX55" fmla="*/ 5741538 w 6137290"/>
                  <a:gd name="connsiteY55" fmla="*/ 63729 h 334967"/>
                  <a:gd name="connsiteX56" fmla="*/ 5575727 w 6137290"/>
                  <a:gd name="connsiteY56" fmla="*/ 63467 h 334967"/>
                  <a:gd name="connsiteX57" fmla="*/ 5410038 w 6137290"/>
                  <a:gd name="connsiteY57" fmla="*/ 61328 h 334967"/>
                  <a:gd name="connsiteX58" fmla="*/ 5244430 w 6137290"/>
                  <a:gd name="connsiteY58" fmla="*/ 57814 h 334967"/>
                  <a:gd name="connsiteX59" fmla="*/ 5078822 w 6137290"/>
                  <a:gd name="connsiteY59" fmla="*/ 52489 h 334967"/>
                  <a:gd name="connsiteX60" fmla="*/ 4913417 w 6137290"/>
                  <a:gd name="connsiteY60" fmla="*/ 51419 h 334967"/>
                  <a:gd name="connsiteX61" fmla="*/ 4748053 w 6137290"/>
                  <a:gd name="connsiteY61" fmla="*/ 48909 h 334967"/>
                  <a:gd name="connsiteX62" fmla="*/ 4582851 w 6137290"/>
                  <a:gd name="connsiteY62" fmla="*/ 46203 h 334967"/>
                  <a:gd name="connsiteX63" fmla="*/ 4417772 w 6137290"/>
                  <a:gd name="connsiteY63" fmla="*/ 43169 h 334967"/>
                  <a:gd name="connsiteX64" fmla="*/ 4252773 w 6137290"/>
                  <a:gd name="connsiteY64" fmla="*/ 39764 h 334967"/>
                  <a:gd name="connsiteX65" fmla="*/ 4087937 w 6137290"/>
                  <a:gd name="connsiteY65" fmla="*/ 35137 h 334967"/>
                  <a:gd name="connsiteX66" fmla="*/ 3923101 w 6137290"/>
                  <a:gd name="connsiteY66" fmla="*/ 28960 h 334967"/>
                  <a:gd name="connsiteX67" fmla="*/ 3758306 w 6137290"/>
                  <a:gd name="connsiteY67" fmla="*/ 24223 h 334967"/>
                  <a:gd name="connsiteX68" fmla="*/ 3593755 w 6137290"/>
                  <a:gd name="connsiteY68" fmla="*/ 23198 h 334967"/>
                  <a:gd name="connsiteX69" fmla="*/ 3429366 w 6137290"/>
                  <a:gd name="connsiteY69" fmla="*/ 19945 h 334967"/>
                  <a:gd name="connsiteX70" fmla="*/ 3264936 w 6137290"/>
                  <a:gd name="connsiteY70" fmla="*/ 14729 h 334967"/>
                  <a:gd name="connsiteX71" fmla="*/ 3100588 w 6137290"/>
                  <a:gd name="connsiteY71" fmla="*/ 11477 h 334967"/>
                  <a:gd name="connsiteX72" fmla="*/ 2936443 w 6137290"/>
                  <a:gd name="connsiteY72" fmla="*/ 10560 h 334967"/>
                  <a:gd name="connsiteX73" fmla="*/ 2772339 w 6137290"/>
                  <a:gd name="connsiteY73" fmla="*/ 8705 h 334967"/>
                  <a:gd name="connsiteX74" fmla="*/ 2608397 w 6137290"/>
                  <a:gd name="connsiteY74" fmla="*/ 6631 h 334967"/>
                  <a:gd name="connsiteX75" fmla="*/ 2444537 w 6137290"/>
                  <a:gd name="connsiteY75" fmla="*/ 3641 h 334967"/>
                  <a:gd name="connsiteX76" fmla="*/ 2315424 w 6137290"/>
                  <a:gd name="connsiteY76" fmla="*/ 18 h 334967"/>
                  <a:gd name="connsiteX77" fmla="*/ 2314042 w 6137290"/>
                  <a:gd name="connsiteY77" fmla="*/ 171 h 334967"/>
                  <a:gd name="connsiteX78" fmla="*/ 2313310 w 6137290"/>
                  <a:gd name="connsiteY78" fmla="*/ 498 h 334967"/>
                  <a:gd name="connsiteX79" fmla="*/ 2257146 w 6137290"/>
                  <a:gd name="connsiteY79" fmla="*/ 32408 h 334967"/>
                  <a:gd name="connsiteX80" fmla="*/ 2228048 w 6137290"/>
                  <a:gd name="connsiteY80" fmla="*/ 47971 h 334967"/>
                  <a:gd name="connsiteX81" fmla="*/ 2198055 w 6137290"/>
                  <a:gd name="connsiteY81" fmla="*/ 65454 h 334967"/>
                  <a:gd name="connsiteX82" fmla="*/ 2168388 w 6137290"/>
                  <a:gd name="connsiteY82" fmla="*/ 91951 h 334967"/>
                  <a:gd name="connsiteX83" fmla="*/ 2133478 w 6137290"/>
                  <a:gd name="connsiteY83" fmla="*/ 91733 h 334967"/>
                  <a:gd name="connsiteX84" fmla="*/ 1960636 w 6137290"/>
                  <a:gd name="connsiteY84" fmla="*/ 89376 h 334967"/>
                  <a:gd name="connsiteX85" fmla="*/ 1615400 w 6137290"/>
                  <a:gd name="connsiteY85" fmla="*/ 86822 h 334967"/>
                  <a:gd name="connsiteX86" fmla="*/ 1613368 w 6137290"/>
                  <a:gd name="connsiteY86" fmla="*/ 87346 h 334967"/>
                  <a:gd name="connsiteX87" fmla="*/ 1576832 w 6137290"/>
                  <a:gd name="connsiteY87" fmla="*/ 112926 h 334967"/>
                  <a:gd name="connsiteX88" fmla="*/ 1403665 w 6137290"/>
                  <a:gd name="connsiteY88" fmla="*/ 111639 h 334967"/>
                  <a:gd name="connsiteX89" fmla="*/ 1401714 w 6137290"/>
                  <a:gd name="connsiteY89" fmla="*/ 112119 h 334967"/>
                  <a:gd name="connsiteX90" fmla="*/ 1362334 w 6137290"/>
                  <a:gd name="connsiteY90" fmla="*/ 137110 h 334967"/>
                  <a:gd name="connsiteX91" fmla="*/ 1187257 w 6137290"/>
                  <a:gd name="connsiteY91" fmla="*/ 135299 h 334967"/>
                  <a:gd name="connsiteX92" fmla="*/ 1011123 w 6137290"/>
                  <a:gd name="connsiteY92" fmla="*/ 133116 h 334967"/>
                  <a:gd name="connsiteX93" fmla="*/ 835152 w 6137290"/>
                  <a:gd name="connsiteY93" fmla="*/ 130562 h 334967"/>
                  <a:gd name="connsiteX94" fmla="*/ 659222 w 6137290"/>
                  <a:gd name="connsiteY94" fmla="*/ 127201 h 334967"/>
                  <a:gd name="connsiteX95" fmla="*/ 483494 w 6137290"/>
                  <a:gd name="connsiteY95" fmla="*/ 123992 h 334967"/>
                  <a:gd name="connsiteX96" fmla="*/ 481787 w 6137290"/>
                  <a:gd name="connsiteY96" fmla="*/ 124320 h 334967"/>
                  <a:gd name="connsiteX97" fmla="*/ 430622 w 6137290"/>
                  <a:gd name="connsiteY97" fmla="*/ 148460 h 334967"/>
                  <a:gd name="connsiteX98" fmla="*/ 324754 w 6137290"/>
                  <a:gd name="connsiteY98" fmla="*/ 197002 h 334967"/>
                  <a:gd name="connsiteX99" fmla="*/ 269972 w 6137290"/>
                  <a:gd name="connsiteY99" fmla="*/ 221623 h 334967"/>
                  <a:gd name="connsiteX100" fmla="*/ 213807 w 6137290"/>
                  <a:gd name="connsiteY100" fmla="*/ 245130 h 334967"/>
                  <a:gd name="connsiteX101" fmla="*/ 156342 w 6137290"/>
                  <a:gd name="connsiteY101" fmla="*/ 269794 h 334967"/>
                  <a:gd name="connsiteX102" fmla="*/ 97414 w 6137290"/>
                  <a:gd name="connsiteY102" fmla="*/ 294087 h 334967"/>
                  <a:gd name="connsiteX103" fmla="*/ 0 w 6137290"/>
                  <a:gd name="connsiteY103" fmla="*/ 334902 h 334967"/>
                  <a:gd name="connsiteX104" fmla="*/ 8413 w 6137290"/>
                  <a:gd name="connsiteY104" fmla="*/ 334902 h 33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6137290" h="334967">
                    <a:moveTo>
                      <a:pt x="8372" y="334968"/>
                    </a:moveTo>
                    <a:lnTo>
                      <a:pt x="100462" y="296400"/>
                    </a:lnTo>
                    <a:lnTo>
                      <a:pt x="159390" y="272107"/>
                    </a:lnTo>
                    <a:lnTo>
                      <a:pt x="216896" y="247443"/>
                    </a:lnTo>
                    <a:lnTo>
                      <a:pt x="273060" y="223936"/>
                    </a:lnTo>
                    <a:lnTo>
                      <a:pt x="327924" y="199272"/>
                    </a:lnTo>
                    <a:lnTo>
                      <a:pt x="433832" y="150730"/>
                    </a:lnTo>
                    <a:lnTo>
                      <a:pt x="484226" y="126917"/>
                    </a:lnTo>
                    <a:lnTo>
                      <a:pt x="659018" y="130126"/>
                    </a:lnTo>
                    <a:lnTo>
                      <a:pt x="834949" y="133487"/>
                    </a:lnTo>
                    <a:lnTo>
                      <a:pt x="1010961" y="136041"/>
                    </a:lnTo>
                    <a:lnTo>
                      <a:pt x="1187094" y="138223"/>
                    </a:lnTo>
                    <a:lnTo>
                      <a:pt x="1363350" y="140035"/>
                    </a:lnTo>
                    <a:cubicBezTo>
                      <a:pt x="1364082" y="139926"/>
                      <a:pt x="1364854" y="139817"/>
                      <a:pt x="1365301" y="139555"/>
                    </a:cubicBezTo>
                    <a:lnTo>
                      <a:pt x="1404722" y="114563"/>
                    </a:lnTo>
                    <a:lnTo>
                      <a:pt x="1577889" y="115829"/>
                    </a:lnTo>
                    <a:cubicBezTo>
                      <a:pt x="1578620" y="115938"/>
                      <a:pt x="1579433" y="115611"/>
                      <a:pt x="1579921" y="115306"/>
                    </a:cubicBezTo>
                    <a:lnTo>
                      <a:pt x="1616537" y="89725"/>
                    </a:lnTo>
                    <a:lnTo>
                      <a:pt x="1960474" y="92279"/>
                    </a:lnTo>
                    <a:lnTo>
                      <a:pt x="2133316" y="94614"/>
                    </a:lnTo>
                    <a:lnTo>
                      <a:pt x="2169689" y="94832"/>
                    </a:lnTo>
                    <a:lnTo>
                      <a:pt x="2169729" y="94832"/>
                    </a:lnTo>
                    <a:cubicBezTo>
                      <a:pt x="2170583" y="94832"/>
                      <a:pt x="2171517" y="94505"/>
                      <a:pt x="2171964" y="94090"/>
                    </a:cubicBezTo>
                    <a:lnTo>
                      <a:pt x="2202038" y="67222"/>
                    </a:lnTo>
                    <a:lnTo>
                      <a:pt x="2231583" y="50000"/>
                    </a:lnTo>
                    <a:lnTo>
                      <a:pt x="2260966" y="34285"/>
                    </a:lnTo>
                    <a:lnTo>
                      <a:pt x="2316196" y="2899"/>
                    </a:lnTo>
                    <a:lnTo>
                      <a:pt x="2444334" y="6522"/>
                    </a:lnTo>
                    <a:lnTo>
                      <a:pt x="2608235" y="9512"/>
                    </a:lnTo>
                    <a:lnTo>
                      <a:pt x="2772258" y="11586"/>
                    </a:lnTo>
                    <a:lnTo>
                      <a:pt x="2936362" y="13441"/>
                    </a:lnTo>
                    <a:lnTo>
                      <a:pt x="3100507" y="14358"/>
                    </a:lnTo>
                    <a:lnTo>
                      <a:pt x="3264733" y="17610"/>
                    </a:lnTo>
                    <a:lnTo>
                      <a:pt x="3429163" y="22826"/>
                    </a:lnTo>
                    <a:lnTo>
                      <a:pt x="3593714" y="26079"/>
                    </a:lnTo>
                    <a:lnTo>
                      <a:pt x="3758225" y="27083"/>
                    </a:lnTo>
                    <a:lnTo>
                      <a:pt x="3922857" y="31819"/>
                    </a:lnTo>
                    <a:lnTo>
                      <a:pt x="4087693" y="37996"/>
                    </a:lnTo>
                    <a:lnTo>
                      <a:pt x="4252651" y="42623"/>
                    </a:lnTo>
                    <a:lnTo>
                      <a:pt x="4417649" y="46028"/>
                    </a:lnTo>
                    <a:lnTo>
                      <a:pt x="4582811" y="49062"/>
                    </a:lnTo>
                    <a:lnTo>
                      <a:pt x="4748012" y="51790"/>
                    </a:lnTo>
                    <a:lnTo>
                      <a:pt x="4913417" y="54235"/>
                    </a:lnTo>
                    <a:lnTo>
                      <a:pt x="5078700" y="55348"/>
                    </a:lnTo>
                    <a:lnTo>
                      <a:pt x="5244308" y="60674"/>
                    </a:lnTo>
                    <a:lnTo>
                      <a:pt x="5409997" y="64188"/>
                    </a:lnTo>
                    <a:lnTo>
                      <a:pt x="5575767" y="66305"/>
                    </a:lnTo>
                    <a:lnTo>
                      <a:pt x="5741457" y="66567"/>
                    </a:lnTo>
                    <a:lnTo>
                      <a:pt x="5907431" y="69710"/>
                    </a:lnTo>
                    <a:lnTo>
                      <a:pt x="6073527" y="72220"/>
                    </a:lnTo>
                    <a:lnTo>
                      <a:pt x="6134730" y="72220"/>
                    </a:lnTo>
                    <a:cubicBezTo>
                      <a:pt x="6136112" y="72220"/>
                      <a:pt x="6137291" y="71587"/>
                      <a:pt x="6137291" y="70779"/>
                    </a:cubicBezTo>
                    <a:cubicBezTo>
                      <a:pt x="6137291" y="70037"/>
                      <a:pt x="6136112" y="69382"/>
                      <a:pt x="6134730" y="69382"/>
                    </a:cubicBezTo>
                    <a:lnTo>
                      <a:pt x="6073607" y="69382"/>
                    </a:lnTo>
                    <a:lnTo>
                      <a:pt x="5907512" y="66872"/>
                    </a:lnTo>
                    <a:lnTo>
                      <a:pt x="5741538" y="63729"/>
                    </a:lnTo>
                    <a:lnTo>
                      <a:pt x="5575727" y="63467"/>
                    </a:lnTo>
                    <a:lnTo>
                      <a:pt x="5410038" y="61328"/>
                    </a:lnTo>
                    <a:lnTo>
                      <a:pt x="5244430" y="57814"/>
                    </a:lnTo>
                    <a:lnTo>
                      <a:pt x="5078822" y="52489"/>
                    </a:lnTo>
                    <a:lnTo>
                      <a:pt x="4913417" y="51419"/>
                    </a:lnTo>
                    <a:lnTo>
                      <a:pt x="4748053" y="48909"/>
                    </a:lnTo>
                    <a:lnTo>
                      <a:pt x="4582851" y="46203"/>
                    </a:lnTo>
                    <a:lnTo>
                      <a:pt x="4417772" y="43169"/>
                    </a:lnTo>
                    <a:lnTo>
                      <a:pt x="4252773" y="39764"/>
                    </a:lnTo>
                    <a:lnTo>
                      <a:pt x="4087937" y="35137"/>
                    </a:lnTo>
                    <a:lnTo>
                      <a:pt x="3923101" y="28960"/>
                    </a:lnTo>
                    <a:lnTo>
                      <a:pt x="3758306" y="24223"/>
                    </a:lnTo>
                    <a:lnTo>
                      <a:pt x="3593755" y="23198"/>
                    </a:lnTo>
                    <a:lnTo>
                      <a:pt x="3429366" y="19945"/>
                    </a:lnTo>
                    <a:lnTo>
                      <a:pt x="3264936" y="14729"/>
                    </a:lnTo>
                    <a:lnTo>
                      <a:pt x="3100588" y="11477"/>
                    </a:lnTo>
                    <a:lnTo>
                      <a:pt x="2936443" y="10560"/>
                    </a:lnTo>
                    <a:lnTo>
                      <a:pt x="2772339" y="8705"/>
                    </a:lnTo>
                    <a:lnTo>
                      <a:pt x="2608397" y="6631"/>
                    </a:lnTo>
                    <a:lnTo>
                      <a:pt x="2444537" y="3641"/>
                    </a:lnTo>
                    <a:lnTo>
                      <a:pt x="2315424" y="18"/>
                    </a:lnTo>
                    <a:cubicBezTo>
                      <a:pt x="2315017" y="-48"/>
                      <a:pt x="2314448" y="83"/>
                      <a:pt x="2314042" y="171"/>
                    </a:cubicBezTo>
                    <a:cubicBezTo>
                      <a:pt x="2313798" y="236"/>
                      <a:pt x="2313554" y="345"/>
                      <a:pt x="2313310" y="498"/>
                    </a:cubicBezTo>
                    <a:lnTo>
                      <a:pt x="2257146" y="32408"/>
                    </a:lnTo>
                    <a:lnTo>
                      <a:pt x="2228048" y="47971"/>
                    </a:lnTo>
                    <a:lnTo>
                      <a:pt x="2198055" y="65454"/>
                    </a:lnTo>
                    <a:lnTo>
                      <a:pt x="2168388" y="91951"/>
                    </a:lnTo>
                    <a:lnTo>
                      <a:pt x="2133478" y="91733"/>
                    </a:lnTo>
                    <a:lnTo>
                      <a:pt x="1960636" y="89376"/>
                    </a:lnTo>
                    <a:lnTo>
                      <a:pt x="1615400" y="86822"/>
                    </a:lnTo>
                    <a:cubicBezTo>
                      <a:pt x="1614790" y="86756"/>
                      <a:pt x="1613855" y="86996"/>
                      <a:pt x="1613368" y="87346"/>
                    </a:cubicBezTo>
                    <a:lnTo>
                      <a:pt x="1576832" y="112926"/>
                    </a:lnTo>
                    <a:lnTo>
                      <a:pt x="1403665" y="111639"/>
                    </a:lnTo>
                    <a:cubicBezTo>
                      <a:pt x="1402771" y="111529"/>
                      <a:pt x="1402202" y="111791"/>
                      <a:pt x="1401714" y="112119"/>
                    </a:cubicBezTo>
                    <a:lnTo>
                      <a:pt x="1362334" y="137110"/>
                    </a:lnTo>
                    <a:lnTo>
                      <a:pt x="1187257" y="135299"/>
                    </a:lnTo>
                    <a:lnTo>
                      <a:pt x="1011123" y="133116"/>
                    </a:lnTo>
                    <a:lnTo>
                      <a:pt x="835152" y="130562"/>
                    </a:lnTo>
                    <a:lnTo>
                      <a:pt x="659222" y="127201"/>
                    </a:lnTo>
                    <a:lnTo>
                      <a:pt x="483494" y="123992"/>
                    </a:lnTo>
                    <a:cubicBezTo>
                      <a:pt x="482844" y="123927"/>
                      <a:pt x="482275" y="124102"/>
                      <a:pt x="481787" y="124320"/>
                    </a:cubicBezTo>
                    <a:lnTo>
                      <a:pt x="430622" y="148460"/>
                    </a:lnTo>
                    <a:lnTo>
                      <a:pt x="324754" y="197002"/>
                    </a:lnTo>
                    <a:lnTo>
                      <a:pt x="269972" y="221623"/>
                    </a:lnTo>
                    <a:lnTo>
                      <a:pt x="213807" y="245130"/>
                    </a:lnTo>
                    <a:lnTo>
                      <a:pt x="156342" y="269794"/>
                    </a:lnTo>
                    <a:lnTo>
                      <a:pt x="97414" y="294087"/>
                    </a:lnTo>
                    <a:lnTo>
                      <a:pt x="0" y="334902"/>
                    </a:lnTo>
                    <a:lnTo>
                      <a:pt x="8413" y="3349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3" name="Freeform: Shape 682">
                <a:extLst>
                  <a:ext uri="{FF2B5EF4-FFF2-40B4-BE49-F238E27FC236}">
                    <a16:creationId xmlns:a16="http://schemas.microsoft.com/office/drawing/2014/main" id="{FDF558F3-BDA3-4D91-871A-B88C442ABC16}"/>
                  </a:ext>
                </a:extLst>
              </p:cNvPr>
              <p:cNvSpPr/>
              <p:nvPr/>
            </p:nvSpPr>
            <p:spPr>
              <a:xfrm>
                <a:off x="787440" y="6528960"/>
                <a:ext cx="8597360" cy="373932"/>
              </a:xfrm>
              <a:custGeom>
                <a:avLst/>
                <a:gdLst>
                  <a:gd name="connsiteX0" fmla="*/ 8616 w 8597360"/>
                  <a:gd name="connsiteY0" fmla="*/ 373932 h 373932"/>
                  <a:gd name="connsiteX1" fmla="*/ 52629 w 8597360"/>
                  <a:gd name="connsiteY1" fmla="*/ 356187 h 373932"/>
                  <a:gd name="connsiteX2" fmla="*/ 120132 w 8597360"/>
                  <a:gd name="connsiteY2" fmla="*/ 330825 h 373932"/>
                  <a:gd name="connsiteX3" fmla="*/ 185969 w 8597360"/>
                  <a:gd name="connsiteY3" fmla="*/ 305244 h 373932"/>
                  <a:gd name="connsiteX4" fmla="*/ 250261 w 8597360"/>
                  <a:gd name="connsiteY4" fmla="*/ 281475 h 373932"/>
                  <a:gd name="connsiteX5" fmla="*/ 313009 w 8597360"/>
                  <a:gd name="connsiteY5" fmla="*/ 256789 h 373932"/>
                  <a:gd name="connsiteX6" fmla="*/ 374376 w 8597360"/>
                  <a:gd name="connsiteY6" fmla="*/ 231361 h 373932"/>
                  <a:gd name="connsiteX7" fmla="*/ 434279 w 8597360"/>
                  <a:gd name="connsiteY7" fmla="*/ 205737 h 373932"/>
                  <a:gd name="connsiteX8" fmla="*/ 492760 w 8597360"/>
                  <a:gd name="connsiteY8" fmla="*/ 179152 h 373932"/>
                  <a:gd name="connsiteX9" fmla="*/ 549981 w 8597360"/>
                  <a:gd name="connsiteY9" fmla="*/ 154968 h 373932"/>
                  <a:gd name="connsiteX10" fmla="*/ 605983 w 8597360"/>
                  <a:gd name="connsiteY10" fmla="*/ 130130 h 373932"/>
                  <a:gd name="connsiteX11" fmla="*/ 660359 w 8597360"/>
                  <a:gd name="connsiteY11" fmla="*/ 103698 h 373932"/>
                  <a:gd name="connsiteX12" fmla="*/ 713516 w 8597360"/>
                  <a:gd name="connsiteY12" fmla="*/ 85320 h 373932"/>
                  <a:gd name="connsiteX13" fmla="*/ 765576 w 8597360"/>
                  <a:gd name="connsiteY13" fmla="*/ 70238 h 373932"/>
                  <a:gd name="connsiteX14" fmla="*/ 816417 w 8597360"/>
                  <a:gd name="connsiteY14" fmla="*/ 56924 h 373932"/>
                  <a:gd name="connsiteX15" fmla="*/ 866323 w 8597360"/>
                  <a:gd name="connsiteY15" fmla="*/ 44875 h 373932"/>
                  <a:gd name="connsiteX16" fmla="*/ 914725 w 8597360"/>
                  <a:gd name="connsiteY16" fmla="*/ 32456 h 373932"/>
                  <a:gd name="connsiteX17" fmla="*/ 1076960 w 8597360"/>
                  <a:gd name="connsiteY17" fmla="*/ 27240 h 373932"/>
                  <a:gd name="connsiteX18" fmla="*/ 1239683 w 8597360"/>
                  <a:gd name="connsiteY18" fmla="*/ 24206 h 373932"/>
                  <a:gd name="connsiteX19" fmla="*/ 1565412 w 8597360"/>
                  <a:gd name="connsiteY19" fmla="*/ 23136 h 373932"/>
                  <a:gd name="connsiteX20" fmla="*/ 1728419 w 8597360"/>
                  <a:gd name="connsiteY20" fmla="*/ 23944 h 373932"/>
                  <a:gd name="connsiteX21" fmla="*/ 1891548 w 8597360"/>
                  <a:gd name="connsiteY21" fmla="*/ 25799 h 373932"/>
                  <a:gd name="connsiteX22" fmla="*/ 1893011 w 8597360"/>
                  <a:gd name="connsiteY22" fmla="*/ 25537 h 373932"/>
                  <a:gd name="connsiteX23" fmla="*/ 1930075 w 8597360"/>
                  <a:gd name="connsiteY23" fmla="*/ 11372 h 373932"/>
                  <a:gd name="connsiteX24" fmla="*/ 2090806 w 8597360"/>
                  <a:gd name="connsiteY24" fmla="*/ 13489 h 373932"/>
                  <a:gd name="connsiteX25" fmla="*/ 2252391 w 8597360"/>
                  <a:gd name="connsiteY25" fmla="*/ 13860 h 373932"/>
                  <a:gd name="connsiteX26" fmla="*/ 2414057 w 8597360"/>
                  <a:gd name="connsiteY26" fmla="*/ 15933 h 373932"/>
                  <a:gd name="connsiteX27" fmla="*/ 2575845 w 8597360"/>
                  <a:gd name="connsiteY27" fmla="*/ 18531 h 373932"/>
                  <a:gd name="connsiteX28" fmla="*/ 2577633 w 8597360"/>
                  <a:gd name="connsiteY28" fmla="*/ 18160 h 373932"/>
                  <a:gd name="connsiteX29" fmla="*/ 2607178 w 8597360"/>
                  <a:gd name="connsiteY29" fmla="*/ 2859 h 373932"/>
                  <a:gd name="connsiteX30" fmla="*/ 2766324 w 8597360"/>
                  <a:gd name="connsiteY30" fmla="*/ 7552 h 373932"/>
                  <a:gd name="connsiteX31" fmla="*/ 3087055 w 8597360"/>
                  <a:gd name="connsiteY31" fmla="*/ 15802 h 373932"/>
                  <a:gd name="connsiteX32" fmla="*/ 3247583 w 8597360"/>
                  <a:gd name="connsiteY32" fmla="*/ 19164 h 373932"/>
                  <a:gd name="connsiteX33" fmla="*/ 3408274 w 8597360"/>
                  <a:gd name="connsiteY33" fmla="*/ 21608 h 373932"/>
                  <a:gd name="connsiteX34" fmla="*/ 3568964 w 8597360"/>
                  <a:gd name="connsiteY34" fmla="*/ 21084 h 373932"/>
                  <a:gd name="connsiteX35" fmla="*/ 3729777 w 8597360"/>
                  <a:gd name="connsiteY35" fmla="*/ 22416 h 373932"/>
                  <a:gd name="connsiteX36" fmla="*/ 3890589 w 8597360"/>
                  <a:gd name="connsiteY36" fmla="*/ 24118 h 373932"/>
                  <a:gd name="connsiteX37" fmla="*/ 4051564 w 8597360"/>
                  <a:gd name="connsiteY37" fmla="*/ 27218 h 373932"/>
                  <a:gd name="connsiteX38" fmla="*/ 4212702 w 8597360"/>
                  <a:gd name="connsiteY38" fmla="*/ 31168 h 373932"/>
                  <a:gd name="connsiteX39" fmla="*/ 4373799 w 8597360"/>
                  <a:gd name="connsiteY39" fmla="*/ 34159 h 373932"/>
                  <a:gd name="connsiteX40" fmla="*/ 4535180 w 8597360"/>
                  <a:gd name="connsiteY40" fmla="*/ 40968 h 373932"/>
                  <a:gd name="connsiteX41" fmla="*/ 4696562 w 8597360"/>
                  <a:gd name="connsiteY41" fmla="*/ 44766 h 373932"/>
                  <a:gd name="connsiteX42" fmla="*/ 4858065 w 8597360"/>
                  <a:gd name="connsiteY42" fmla="*/ 49175 h 373932"/>
                  <a:gd name="connsiteX43" fmla="*/ 5019650 w 8597360"/>
                  <a:gd name="connsiteY43" fmla="*/ 51947 h 373932"/>
                  <a:gd name="connsiteX44" fmla="*/ 5181275 w 8597360"/>
                  <a:gd name="connsiteY44" fmla="*/ 55461 h 373932"/>
                  <a:gd name="connsiteX45" fmla="*/ 5343104 w 8597360"/>
                  <a:gd name="connsiteY45" fmla="*/ 60416 h 373932"/>
                  <a:gd name="connsiteX46" fmla="*/ 5504932 w 8597360"/>
                  <a:gd name="connsiteY46" fmla="*/ 64148 h 373932"/>
                  <a:gd name="connsiteX47" fmla="*/ 5667045 w 8597360"/>
                  <a:gd name="connsiteY47" fmla="*/ 69845 h 373932"/>
                  <a:gd name="connsiteX48" fmla="*/ 5829077 w 8597360"/>
                  <a:gd name="connsiteY48" fmla="*/ 73577 h 373932"/>
                  <a:gd name="connsiteX49" fmla="*/ 5991393 w 8597360"/>
                  <a:gd name="connsiteY49" fmla="*/ 77681 h 373932"/>
                  <a:gd name="connsiteX50" fmla="*/ 6153506 w 8597360"/>
                  <a:gd name="connsiteY50" fmla="*/ 79601 h 373932"/>
                  <a:gd name="connsiteX51" fmla="*/ 6315944 w 8597360"/>
                  <a:gd name="connsiteY51" fmla="*/ 84774 h 373932"/>
                  <a:gd name="connsiteX52" fmla="*/ 6478545 w 8597360"/>
                  <a:gd name="connsiteY52" fmla="*/ 90908 h 373932"/>
                  <a:gd name="connsiteX53" fmla="*/ 6641145 w 8597360"/>
                  <a:gd name="connsiteY53" fmla="*/ 93461 h 373932"/>
                  <a:gd name="connsiteX54" fmla="*/ 6803868 w 8597360"/>
                  <a:gd name="connsiteY54" fmla="*/ 93941 h 373932"/>
                  <a:gd name="connsiteX55" fmla="*/ 6966590 w 8597360"/>
                  <a:gd name="connsiteY55" fmla="*/ 93418 h 373932"/>
                  <a:gd name="connsiteX56" fmla="*/ 7129394 w 8597360"/>
                  <a:gd name="connsiteY56" fmla="*/ 95644 h 373932"/>
                  <a:gd name="connsiteX57" fmla="*/ 7292401 w 8597360"/>
                  <a:gd name="connsiteY57" fmla="*/ 98154 h 373932"/>
                  <a:gd name="connsiteX58" fmla="*/ 7455530 w 8597360"/>
                  <a:gd name="connsiteY58" fmla="*/ 99747 h 373932"/>
                  <a:gd name="connsiteX59" fmla="*/ 7618740 w 8597360"/>
                  <a:gd name="connsiteY59" fmla="*/ 99966 h 373932"/>
                  <a:gd name="connsiteX60" fmla="*/ 7781951 w 8597360"/>
                  <a:gd name="connsiteY60" fmla="*/ 98460 h 373932"/>
                  <a:gd name="connsiteX61" fmla="*/ 8108696 w 8597360"/>
                  <a:gd name="connsiteY61" fmla="*/ 97019 h 373932"/>
                  <a:gd name="connsiteX62" fmla="*/ 8272232 w 8597360"/>
                  <a:gd name="connsiteY62" fmla="*/ 98285 h 373932"/>
                  <a:gd name="connsiteX63" fmla="*/ 8435848 w 8597360"/>
                  <a:gd name="connsiteY63" fmla="*/ 101319 h 373932"/>
                  <a:gd name="connsiteX64" fmla="*/ 8594792 w 8597360"/>
                  <a:gd name="connsiteY64" fmla="*/ 105008 h 373932"/>
                  <a:gd name="connsiteX65" fmla="*/ 8597351 w 8597360"/>
                  <a:gd name="connsiteY65" fmla="*/ 103676 h 373932"/>
                  <a:gd name="connsiteX66" fmla="*/ 8594994 w 8597360"/>
                  <a:gd name="connsiteY66" fmla="*/ 102192 h 373932"/>
                  <a:gd name="connsiteX67" fmla="*/ 8436051 w 8597360"/>
                  <a:gd name="connsiteY67" fmla="*/ 98503 h 373932"/>
                  <a:gd name="connsiteX68" fmla="*/ 8272354 w 8597360"/>
                  <a:gd name="connsiteY68" fmla="*/ 95469 h 373932"/>
                  <a:gd name="connsiteX69" fmla="*/ 8108737 w 8597360"/>
                  <a:gd name="connsiteY69" fmla="*/ 94182 h 373932"/>
                  <a:gd name="connsiteX70" fmla="*/ 7781910 w 8597360"/>
                  <a:gd name="connsiteY70" fmla="*/ 95622 h 373932"/>
                  <a:gd name="connsiteX71" fmla="*/ 7618822 w 8597360"/>
                  <a:gd name="connsiteY71" fmla="*/ 97106 h 373932"/>
                  <a:gd name="connsiteX72" fmla="*/ 7455693 w 8597360"/>
                  <a:gd name="connsiteY72" fmla="*/ 96888 h 373932"/>
                  <a:gd name="connsiteX73" fmla="*/ 7292564 w 8597360"/>
                  <a:gd name="connsiteY73" fmla="*/ 95295 h 373932"/>
                  <a:gd name="connsiteX74" fmla="*/ 7129638 w 8597360"/>
                  <a:gd name="connsiteY74" fmla="*/ 92785 h 373932"/>
                  <a:gd name="connsiteX75" fmla="*/ 6966631 w 8597360"/>
                  <a:gd name="connsiteY75" fmla="*/ 90602 h 373932"/>
                  <a:gd name="connsiteX76" fmla="*/ 6803908 w 8597360"/>
                  <a:gd name="connsiteY76" fmla="*/ 91082 h 373932"/>
                  <a:gd name="connsiteX77" fmla="*/ 6641308 w 8597360"/>
                  <a:gd name="connsiteY77" fmla="*/ 90602 h 373932"/>
                  <a:gd name="connsiteX78" fmla="*/ 6478788 w 8597360"/>
                  <a:gd name="connsiteY78" fmla="*/ 88048 h 373932"/>
                  <a:gd name="connsiteX79" fmla="*/ 6316269 w 8597360"/>
                  <a:gd name="connsiteY79" fmla="*/ 81915 h 373932"/>
                  <a:gd name="connsiteX80" fmla="*/ 6153750 w 8597360"/>
                  <a:gd name="connsiteY80" fmla="*/ 76742 h 373932"/>
                  <a:gd name="connsiteX81" fmla="*/ 5991556 w 8597360"/>
                  <a:gd name="connsiteY81" fmla="*/ 74821 h 373932"/>
                  <a:gd name="connsiteX82" fmla="*/ 5829321 w 8597360"/>
                  <a:gd name="connsiteY82" fmla="*/ 70718 h 373932"/>
                  <a:gd name="connsiteX83" fmla="*/ 5667289 w 8597360"/>
                  <a:gd name="connsiteY83" fmla="*/ 66986 h 373932"/>
                  <a:gd name="connsiteX84" fmla="*/ 5505257 w 8597360"/>
                  <a:gd name="connsiteY84" fmla="*/ 61289 h 373932"/>
                  <a:gd name="connsiteX85" fmla="*/ 5343388 w 8597360"/>
                  <a:gd name="connsiteY85" fmla="*/ 57557 h 373932"/>
                  <a:gd name="connsiteX86" fmla="*/ 5181560 w 8597360"/>
                  <a:gd name="connsiteY86" fmla="*/ 52602 h 373932"/>
                  <a:gd name="connsiteX87" fmla="*/ 5019853 w 8597360"/>
                  <a:gd name="connsiteY87" fmla="*/ 49088 h 373932"/>
                  <a:gd name="connsiteX88" fmla="*/ 4858309 w 8597360"/>
                  <a:gd name="connsiteY88" fmla="*/ 46316 h 373932"/>
                  <a:gd name="connsiteX89" fmla="*/ 4696806 w 8597360"/>
                  <a:gd name="connsiteY89" fmla="*/ 41885 h 373932"/>
                  <a:gd name="connsiteX90" fmla="*/ 4535506 w 8597360"/>
                  <a:gd name="connsiteY90" fmla="*/ 38109 h 373932"/>
                  <a:gd name="connsiteX91" fmla="*/ 4374084 w 8597360"/>
                  <a:gd name="connsiteY91" fmla="*/ 31299 h 373932"/>
                  <a:gd name="connsiteX92" fmla="*/ 4212946 w 8597360"/>
                  <a:gd name="connsiteY92" fmla="*/ 28309 h 373932"/>
                  <a:gd name="connsiteX93" fmla="*/ 4051808 w 8597360"/>
                  <a:gd name="connsiteY93" fmla="*/ 24358 h 373932"/>
                  <a:gd name="connsiteX94" fmla="*/ 3890793 w 8597360"/>
                  <a:gd name="connsiteY94" fmla="*/ 21259 h 373932"/>
                  <a:gd name="connsiteX95" fmla="*/ 3729899 w 8597360"/>
                  <a:gd name="connsiteY95" fmla="*/ 19600 h 373932"/>
                  <a:gd name="connsiteX96" fmla="*/ 3569005 w 8597360"/>
                  <a:gd name="connsiteY96" fmla="*/ 18203 h 373932"/>
                  <a:gd name="connsiteX97" fmla="*/ 3408315 w 8597360"/>
                  <a:gd name="connsiteY97" fmla="*/ 18749 h 373932"/>
                  <a:gd name="connsiteX98" fmla="*/ 3247746 w 8597360"/>
                  <a:gd name="connsiteY98" fmla="*/ 16304 h 373932"/>
                  <a:gd name="connsiteX99" fmla="*/ 3087258 w 8597360"/>
                  <a:gd name="connsiteY99" fmla="*/ 12943 h 373932"/>
                  <a:gd name="connsiteX100" fmla="*/ 2766609 w 8597360"/>
                  <a:gd name="connsiteY100" fmla="*/ 4693 h 373932"/>
                  <a:gd name="connsiteX101" fmla="*/ 2606406 w 8597360"/>
                  <a:gd name="connsiteY101" fmla="*/ 0 h 373932"/>
                  <a:gd name="connsiteX102" fmla="*/ 2604496 w 8597360"/>
                  <a:gd name="connsiteY102" fmla="*/ 371 h 373932"/>
                  <a:gd name="connsiteX103" fmla="*/ 2574950 w 8597360"/>
                  <a:gd name="connsiteY103" fmla="*/ 15672 h 373932"/>
                  <a:gd name="connsiteX104" fmla="*/ 2414179 w 8597360"/>
                  <a:gd name="connsiteY104" fmla="*/ 13052 h 373932"/>
                  <a:gd name="connsiteX105" fmla="*/ 2252432 w 8597360"/>
                  <a:gd name="connsiteY105" fmla="*/ 10979 h 373932"/>
                  <a:gd name="connsiteX106" fmla="*/ 2090847 w 8597360"/>
                  <a:gd name="connsiteY106" fmla="*/ 10608 h 373932"/>
                  <a:gd name="connsiteX107" fmla="*/ 1929384 w 8597360"/>
                  <a:gd name="connsiteY107" fmla="*/ 8469 h 373932"/>
                  <a:gd name="connsiteX108" fmla="*/ 1927840 w 8597360"/>
                  <a:gd name="connsiteY108" fmla="*/ 8687 h 373932"/>
                  <a:gd name="connsiteX109" fmla="*/ 1890776 w 8597360"/>
                  <a:gd name="connsiteY109" fmla="*/ 22918 h 373932"/>
                  <a:gd name="connsiteX110" fmla="*/ 1728501 w 8597360"/>
                  <a:gd name="connsiteY110" fmla="*/ 21063 h 373932"/>
                  <a:gd name="connsiteX111" fmla="*/ 1565453 w 8597360"/>
                  <a:gd name="connsiteY111" fmla="*/ 20255 h 373932"/>
                  <a:gd name="connsiteX112" fmla="*/ 1239561 w 8597360"/>
                  <a:gd name="connsiteY112" fmla="*/ 21325 h 373932"/>
                  <a:gd name="connsiteX113" fmla="*/ 1076676 w 8597360"/>
                  <a:gd name="connsiteY113" fmla="*/ 24402 h 373932"/>
                  <a:gd name="connsiteX114" fmla="*/ 913912 w 8597360"/>
                  <a:gd name="connsiteY114" fmla="*/ 29575 h 373932"/>
                  <a:gd name="connsiteX115" fmla="*/ 913018 w 8597360"/>
                  <a:gd name="connsiteY115" fmla="*/ 29684 h 373932"/>
                  <a:gd name="connsiteX116" fmla="*/ 864210 w 8597360"/>
                  <a:gd name="connsiteY116" fmla="*/ 42256 h 373932"/>
                  <a:gd name="connsiteX117" fmla="*/ 814304 w 8597360"/>
                  <a:gd name="connsiteY117" fmla="*/ 54305 h 373932"/>
                  <a:gd name="connsiteX118" fmla="*/ 763260 w 8597360"/>
                  <a:gd name="connsiteY118" fmla="*/ 67684 h 373932"/>
                  <a:gd name="connsiteX119" fmla="*/ 710956 w 8597360"/>
                  <a:gd name="connsiteY119" fmla="*/ 82875 h 373932"/>
                  <a:gd name="connsiteX120" fmla="*/ 657352 w 8597360"/>
                  <a:gd name="connsiteY120" fmla="*/ 101363 h 373932"/>
                  <a:gd name="connsiteX121" fmla="*/ 602691 w 8597360"/>
                  <a:gd name="connsiteY121" fmla="*/ 127904 h 373932"/>
                  <a:gd name="connsiteX122" fmla="*/ 546852 w 8597360"/>
                  <a:gd name="connsiteY122" fmla="*/ 152742 h 373932"/>
                  <a:gd name="connsiteX123" fmla="*/ 489590 w 8597360"/>
                  <a:gd name="connsiteY123" fmla="*/ 176926 h 373932"/>
                  <a:gd name="connsiteX124" fmla="*/ 431109 w 8597360"/>
                  <a:gd name="connsiteY124" fmla="*/ 203511 h 373932"/>
                  <a:gd name="connsiteX125" fmla="*/ 371287 w 8597360"/>
                  <a:gd name="connsiteY125" fmla="*/ 229091 h 373932"/>
                  <a:gd name="connsiteX126" fmla="*/ 310043 w 8597360"/>
                  <a:gd name="connsiteY126" fmla="*/ 254454 h 373932"/>
                  <a:gd name="connsiteX127" fmla="*/ 247376 w 8597360"/>
                  <a:gd name="connsiteY127" fmla="*/ 279074 h 373932"/>
                  <a:gd name="connsiteX128" fmla="*/ 183083 w 8597360"/>
                  <a:gd name="connsiteY128" fmla="*/ 302843 h 373932"/>
                  <a:gd name="connsiteX129" fmla="*/ 117246 w 8597360"/>
                  <a:gd name="connsiteY129" fmla="*/ 328424 h 373932"/>
                  <a:gd name="connsiteX130" fmla="*/ 49703 w 8597360"/>
                  <a:gd name="connsiteY130" fmla="*/ 353852 h 373932"/>
                  <a:gd name="connsiteX131" fmla="*/ 0 w 8597360"/>
                  <a:gd name="connsiteY131" fmla="*/ 373889 h 373932"/>
                  <a:gd name="connsiteX132" fmla="*/ 8616 w 8597360"/>
                  <a:gd name="connsiteY132" fmla="*/ 373889 h 373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8597360" h="373932">
                    <a:moveTo>
                      <a:pt x="8616" y="373932"/>
                    </a:moveTo>
                    <a:lnTo>
                      <a:pt x="52629" y="356187"/>
                    </a:lnTo>
                    <a:lnTo>
                      <a:pt x="120132" y="330825"/>
                    </a:lnTo>
                    <a:lnTo>
                      <a:pt x="185969" y="305244"/>
                    </a:lnTo>
                    <a:lnTo>
                      <a:pt x="250261" y="281475"/>
                    </a:lnTo>
                    <a:lnTo>
                      <a:pt x="313009" y="256789"/>
                    </a:lnTo>
                    <a:lnTo>
                      <a:pt x="374376" y="231361"/>
                    </a:lnTo>
                    <a:lnTo>
                      <a:pt x="434279" y="205737"/>
                    </a:lnTo>
                    <a:lnTo>
                      <a:pt x="492760" y="179152"/>
                    </a:lnTo>
                    <a:lnTo>
                      <a:pt x="549981" y="154968"/>
                    </a:lnTo>
                    <a:lnTo>
                      <a:pt x="605983" y="130130"/>
                    </a:lnTo>
                    <a:lnTo>
                      <a:pt x="660359" y="103698"/>
                    </a:lnTo>
                    <a:lnTo>
                      <a:pt x="713516" y="85320"/>
                    </a:lnTo>
                    <a:lnTo>
                      <a:pt x="765576" y="70238"/>
                    </a:lnTo>
                    <a:lnTo>
                      <a:pt x="816417" y="56924"/>
                    </a:lnTo>
                    <a:lnTo>
                      <a:pt x="866323" y="44875"/>
                    </a:lnTo>
                    <a:lnTo>
                      <a:pt x="914725" y="32456"/>
                    </a:lnTo>
                    <a:lnTo>
                      <a:pt x="1076960" y="27240"/>
                    </a:lnTo>
                    <a:lnTo>
                      <a:pt x="1239683" y="24206"/>
                    </a:lnTo>
                    <a:lnTo>
                      <a:pt x="1565412" y="23136"/>
                    </a:lnTo>
                    <a:lnTo>
                      <a:pt x="1728419" y="23944"/>
                    </a:lnTo>
                    <a:lnTo>
                      <a:pt x="1891548" y="25799"/>
                    </a:lnTo>
                    <a:cubicBezTo>
                      <a:pt x="1892036" y="25864"/>
                      <a:pt x="1892605" y="25690"/>
                      <a:pt x="1893011" y="25537"/>
                    </a:cubicBezTo>
                    <a:lnTo>
                      <a:pt x="1930075" y="11372"/>
                    </a:lnTo>
                    <a:lnTo>
                      <a:pt x="2090806" y="13489"/>
                    </a:lnTo>
                    <a:lnTo>
                      <a:pt x="2252391" y="13860"/>
                    </a:lnTo>
                    <a:lnTo>
                      <a:pt x="2414057" y="15933"/>
                    </a:lnTo>
                    <a:lnTo>
                      <a:pt x="2575845" y="18531"/>
                    </a:lnTo>
                    <a:cubicBezTo>
                      <a:pt x="2576454" y="18531"/>
                      <a:pt x="2577145" y="18378"/>
                      <a:pt x="2577633" y="18160"/>
                    </a:cubicBezTo>
                    <a:lnTo>
                      <a:pt x="2607178" y="2859"/>
                    </a:lnTo>
                    <a:lnTo>
                      <a:pt x="2766324" y="7552"/>
                    </a:lnTo>
                    <a:lnTo>
                      <a:pt x="3087055" y="15802"/>
                    </a:lnTo>
                    <a:lnTo>
                      <a:pt x="3247583" y="19164"/>
                    </a:lnTo>
                    <a:lnTo>
                      <a:pt x="3408274" y="21608"/>
                    </a:lnTo>
                    <a:lnTo>
                      <a:pt x="3568964" y="21084"/>
                    </a:lnTo>
                    <a:lnTo>
                      <a:pt x="3729777" y="22416"/>
                    </a:lnTo>
                    <a:lnTo>
                      <a:pt x="3890589" y="24118"/>
                    </a:lnTo>
                    <a:lnTo>
                      <a:pt x="4051564" y="27218"/>
                    </a:lnTo>
                    <a:lnTo>
                      <a:pt x="4212702" y="31168"/>
                    </a:lnTo>
                    <a:lnTo>
                      <a:pt x="4373799" y="34159"/>
                    </a:lnTo>
                    <a:lnTo>
                      <a:pt x="4535180" y="40968"/>
                    </a:lnTo>
                    <a:lnTo>
                      <a:pt x="4696562" y="44766"/>
                    </a:lnTo>
                    <a:lnTo>
                      <a:pt x="4858065" y="49175"/>
                    </a:lnTo>
                    <a:lnTo>
                      <a:pt x="5019650" y="51947"/>
                    </a:lnTo>
                    <a:lnTo>
                      <a:pt x="5181275" y="55461"/>
                    </a:lnTo>
                    <a:lnTo>
                      <a:pt x="5343104" y="60416"/>
                    </a:lnTo>
                    <a:lnTo>
                      <a:pt x="5504932" y="64148"/>
                    </a:lnTo>
                    <a:lnTo>
                      <a:pt x="5667045" y="69845"/>
                    </a:lnTo>
                    <a:lnTo>
                      <a:pt x="5829077" y="73577"/>
                    </a:lnTo>
                    <a:lnTo>
                      <a:pt x="5991393" y="77681"/>
                    </a:lnTo>
                    <a:lnTo>
                      <a:pt x="6153506" y="79601"/>
                    </a:lnTo>
                    <a:lnTo>
                      <a:pt x="6315944" y="84774"/>
                    </a:lnTo>
                    <a:lnTo>
                      <a:pt x="6478545" y="90908"/>
                    </a:lnTo>
                    <a:lnTo>
                      <a:pt x="6641145" y="93461"/>
                    </a:lnTo>
                    <a:lnTo>
                      <a:pt x="6803868" y="93941"/>
                    </a:lnTo>
                    <a:lnTo>
                      <a:pt x="6966590" y="93418"/>
                    </a:lnTo>
                    <a:lnTo>
                      <a:pt x="7129394" y="95644"/>
                    </a:lnTo>
                    <a:lnTo>
                      <a:pt x="7292401" y="98154"/>
                    </a:lnTo>
                    <a:lnTo>
                      <a:pt x="7455530" y="99747"/>
                    </a:lnTo>
                    <a:lnTo>
                      <a:pt x="7618740" y="99966"/>
                    </a:lnTo>
                    <a:lnTo>
                      <a:pt x="7781951" y="98460"/>
                    </a:lnTo>
                    <a:lnTo>
                      <a:pt x="8108696" y="97019"/>
                    </a:lnTo>
                    <a:lnTo>
                      <a:pt x="8272232" y="98285"/>
                    </a:lnTo>
                    <a:lnTo>
                      <a:pt x="8435848" y="101319"/>
                    </a:lnTo>
                    <a:lnTo>
                      <a:pt x="8594792" y="105008"/>
                    </a:lnTo>
                    <a:cubicBezTo>
                      <a:pt x="8596173" y="104942"/>
                      <a:pt x="8597351" y="104418"/>
                      <a:pt x="8597351" y="103676"/>
                    </a:cubicBezTo>
                    <a:cubicBezTo>
                      <a:pt x="8597473" y="102869"/>
                      <a:pt x="8596376" y="102236"/>
                      <a:pt x="8594994" y="102192"/>
                    </a:cubicBezTo>
                    <a:lnTo>
                      <a:pt x="8436051" y="98503"/>
                    </a:lnTo>
                    <a:lnTo>
                      <a:pt x="8272354" y="95469"/>
                    </a:lnTo>
                    <a:lnTo>
                      <a:pt x="8108737" y="94182"/>
                    </a:lnTo>
                    <a:lnTo>
                      <a:pt x="7781910" y="95622"/>
                    </a:lnTo>
                    <a:lnTo>
                      <a:pt x="7618822" y="97106"/>
                    </a:lnTo>
                    <a:lnTo>
                      <a:pt x="7455693" y="96888"/>
                    </a:lnTo>
                    <a:lnTo>
                      <a:pt x="7292564" y="95295"/>
                    </a:lnTo>
                    <a:lnTo>
                      <a:pt x="7129638" y="92785"/>
                    </a:lnTo>
                    <a:lnTo>
                      <a:pt x="6966631" y="90602"/>
                    </a:lnTo>
                    <a:lnTo>
                      <a:pt x="6803908" y="91082"/>
                    </a:lnTo>
                    <a:lnTo>
                      <a:pt x="6641308" y="90602"/>
                    </a:lnTo>
                    <a:lnTo>
                      <a:pt x="6478788" y="88048"/>
                    </a:lnTo>
                    <a:lnTo>
                      <a:pt x="6316269" y="81915"/>
                    </a:lnTo>
                    <a:lnTo>
                      <a:pt x="6153750" y="76742"/>
                    </a:lnTo>
                    <a:lnTo>
                      <a:pt x="5991556" y="74821"/>
                    </a:lnTo>
                    <a:lnTo>
                      <a:pt x="5829321" y="70718"/>
                    </a:lnTo>
                    <a:lnTo>
                      <a:pt x="5667289" y="66986"/>
                    </a:lnTo>
                    <a:lnTo>
                      <a:pt x="5505257" y="61289"/>
                    </a:lnTo>
                    <a:lnTo>
                      <a:pt x="5343388" y="57557"/>
                    </a:lnTo>
                    <a:lnTo>
                      <a:pt x="5181560" y="52602"/>
                    </a:lnTo>
                    <a:lnTo>
                      <a:pt x="5019853" y="49088"/>
                    </a:lnTo>
                    <a:lnTo>
                      <a:pt x="4858309" y="46316"/>
                    </a:lnTo>
                    <a:lnTo>
                      <a:pt x="4696806" y="41885"/>
                    </a:lnTo>
                    <a:lnTo>
                      <a:pt x="4535506" y="38109"/>
                    </a:lnTo>
                    <a:lnTo>
                      <a:pt x="4374084" y="31299"/>
                    </a:lnTo>
                    <a:lnTo>
                      <a:pt x="4212946" y="28309"/>
                    </a:lnTo>
                    <a:lnTo>
                      <a:pt x="4051808" y="24358"/>
                    </a:lnTo>
                    <a:lnTo>
                      <a:pt x="3890793" y="21259"/>
                    </a:lnTo>
                    <a:lnTo>
                      <a:pt x="3729899" y="19600"/>
                    </a:lnTo>
                    <a:lnTo>
                      <a:pt x="3569005" y="18203"/>
                    </a:lnTo>
                    <a:lnTo>
                      <a:pt x="3408315" y="18749"/>
                    </a:lnTo>
                    <a:lnTo>
                      <a:pt x="3247746" y="16304"/>
                    </a:lnTo>
                    <a:lnTo>
                      <a:pt x="3087258" y="12943"/>
                    </a:lnTo>
                    <a:lnTo>
                      <a:pt x="2766609" y="4693"/>
                    </a:lnTo>
                    <a:lnTo>
                      <a:pt x="2606406" y="0"/>
                    </a:lnTo>
                    <a:cubicBezTo>
                      <a:pt x="2605796" y="0"/>
                      <a:pt x="2605065" y="109"/>
                      <a:pt x="2604496" y="371"/>
                    </a:cubicBezTo>
                    <a:lnTo>
                      <a:pt x="2574950" y="15672"/>
                    </a:lnTo>
                    <a:lnTo>
                      <a:pt x="2414179" y="13052"/>
                    </a:lnTo>
                    <a:lnTo>
                      <a:pt x="2252432" y="10979"/>
                    </a:lnTo>
                    <a:lnTo>
                      <a:pt x="2090847" y="10608"/>
                    </a:lnTo>
                    <a:lnTo>
                      <a:pt x="1929384" y="8469"/>
                    </a:lnTo>
                    <a:cubicBezTo>
                      <a:pt x="1928978" y="8469"/>
                      <a:pt x="1928287" y="8534"/>
                      <a:pt x="1927840" y="8687"/>
                    </a:cubicBezTo>
                    <a:lnTo>
                      <a:pt x="1890776" y="22918"/>
                    </a:lnTo>
                    <a:lnTo>
                      <a:pt x="1728501" y="21063"/>
                    </a:lnTo>
                    <a:lnTo>
                      <a:pt x="1565453" y="20255"/>
                    </a:lnTo>
                    <a:lnTo>
                      <a:pt x="1239561" y="21325"/>
                    </a:lnTo>
                    <a:lnTo>
                      <a:pt x="1076676" y="24402"/>
                    </a:lnTo>
                    <a:lnTo>
                      <a:pt x="913912" y="29575"/>
                    </a:lnTo>
                    <a:cubicBezTo>
                      <a:pt x="913628" y="29575"/>
                      <a:pt x="913262" y="29640"/>
                      <a:pt x="913018" y="29684"/>
                    </a:cubicBezTo>
                    <a:lnTo>
                      <a:pt x="864210" y="42256"/>
                    </a:lnTo>
                    <a:lnTo>
                      <a:pt x="814304" y="54305"/>
                    </a:lnTo>
                    <a:lnTo>
                      <a:pt x="763260" y="67684"/>
                    </a:lnTo>
                    <a:lnTo>
                      <a:pt x="710956" y="82875"/>
                    </a:lnTo>
                    <a:lnTo>
                      <a:pt x="657352" y="101363"/>
                    </a:lnTo>
                    <a:lnTo>
                      <a:pt x="602691" y="127904"/>
                    </a:lnTo>
                    <a:lnTo>
                      <a:pt x="546852" y="152742"/>
                    </a:lnTo>
                    <a:lnTo>
                      <a:pt x="489590" y="176926"/>
                    </a:lnTo>
                    <a:lnTo>
                      <a:pt x="431109" y="203511"/>
                    </a:lnTo>
                    <a:lnTo>
                      <a:pt x="371287" y="229091"/>
                    </a:lnTo>
                    <a:lnTo>
                      <a:pt x="310043" y="254454"/>
                    </a:lnTo>
                    <a:lnTo>
                      <a:pt x="247376" y="279074"/>
                    </a:lnTo>
                    <a:lnTo>
                      <a:pt x="183083" y="302843"/>
                    </a:lnTo>
                    <a:lnTo>
                      <a:pt x="117246" y="328424"/>
                    </a:lnTo>
                    <a:lnTo>
                      <a:pt x="49703" y="353852"/>
                    </a:lnTo>
                    <a:lnTo>
                      <a:pt x="0" y="373889"/>
                    </a:lnTo>
                    <a:lnTo>
                      <a:pt x="8616" y="37388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4" name="Freeform: Shape 683">
                <a:extLst>
                  <a:ext uri="{FF2B5EF4-FFF2-40B4-BE49-F238E27FC236}">
                    <a16:creationId xmlns:a16="http://schemas.microsoft.com/office/drawing/2014/main" id="{1F1B845B-6AD3-407A-9178-6412A8114F66}"/>
                  </a:ext>
                </a:extLst>
              </p:cNvPr>
              <p:cNvSpPr/>
              <p:nvPr/>
            </p:nvSpPr>
            <p:spPr>
              <a:xfrm>
                <a:off x="3771553" y="6524748"/>
                <a:ext cx="5577841" cy="98481"/>
              </a:xfrm>
              <a:custGeom>
                <a:avLst/>
                <a:gdLst>
                  <a:gd name="connsiteX0" fmla="*/ 5575362 w 5577841"/>
                  <a:gd name="connsiteY0" fmla="*/ 98438 h 98481"/>
                  <a:gd name="connsiteX1" fmla="*/ 5575362 w 5577841"/>
                  <a:gd name="connsiteY1" fmla="*/ 98438 h 98481"/>
                  <a:gd name="connsiteX2" fmla="*/ 5421783 w 5577841"/>
                  <a:gd name="connsiteY2" fmla="*/ 97215 h 98481"/>
                  <a:gd name="connsiteX3" fmla="*/ 5259834 w 5577841"/>
                  <a:gd name="connsiteY3" fmla="*/ 94291 h 98481"/>
                  <a:gd name="connsiteX4" fmla="*/ 5098005 w 5577841"/>
                  <a:gd name="connsiteY4" fmla="*/ 94291 h 98481"/>
                  <a:gd name="connsiteX5" fmla="*/ 4936298 w 5577841"/>
                  <a:gd name="connsiteY5" fmla="*/ 94072 h 98481"/>
                  <a:gd name="connsiteX6" fmla="*/ 4774673 w 5577841"/>
                  <a:gd name="connsiteY6" fmla="*/ 95840 h 98481"/>
                  <a:gd name="connsiteX7" fmla="*/ 4613129 w 5577841"/>
                  <a:gd name="connsiteY7" fmla="*/ 96059 h 98481"/>
                  <a:gd name="connsiteX8" fmla="*/ 4451585 w 5577841"/>
                  <a:gd name="connsiteY8" fmla="*/ 95644 h 98481"/>
                  <a:gd name="connsiteX9" fmla="*/ 4290163 w 5577841"/>
                  <a:gd name="connsiteY9" fmla="*/ 94531 h 98481"/>
                  <a:gd name="connsiteX10" fmla="*/ 4128741 w 5577841"/>
                  <a:gd name="connsiteY10" fmla="*/ 90733 h 98481"/>
                  <a:gd name="connsiteX11" fmla="*/ 3967603 w 5577841"/>
                  <a:gd name="connsiteY11" fmla="*/ 88507 h 98481"/>
                  <a:gd name="connsiteX12" fmla="*/ 3806547 w 5577841"/>
                  <a:gd name="connsiteY12" fmla="*/ 87874 h 98481"/>
                  <a:gd name="connsiteX13" fmla="*/ 3645531 w 5577841"/>
                  <a:gd name="connsiteY13" fmla="*/ 85582 h 98481"/>
                  <a:gd name="connsiteX14" fmla="*/ 3484515 w 5577841"/>
                  <a:gd name="connsiteY14" fmla="*/ 81369 h 98481"/>
                  <a:gd name="connsiteX15" fmla="*/ 3323662 w 5577841"/>
                  <a:gd name="connsiteY15" fmla="*/ 76458 h 98481"/>
                  <a:gd name="connsiteX16" fmla="*/ 3162931 w 5577841"/>
                  <a:gd name="connsiteY16" fmla="*/ 70434 h 98481"/>
                  <a:gd name="connsiteX17" fmla="*/ 3002403 w 5577841"/>
                  <a:gd name="connsiteY17" fmla="*/ 68470 h 98481"/>
                  <a:gd name="connsiteX18" fmla="*/ 2841875 w 5577841"/>
                  <a:gd name="connsiteY18" fmla="*/ 65763 h 98481"/>
                  <a:gd name="connsiteX19" fmla="*/ 2681347 w 5577841"/>
                  <a:gd name="connsiteY19" fmla="*/ 59630 h 98481"/>
                  <a:gd name="connsiteX20" fmla="*/ 2521022 w 5577841"/>
                  <a:gd name="connsiteY20" fmla="*/ 55308 h 98481"/>
                  <a:gd name="connsiteX21" fmla="*/ 2360819 w 5577841"/>
                  <a:gd name="connsiteY21" fmla="*/ 50463 h 98481"/>
                  <a:gd name="connsiteX22" fmla="*/ 2200657 w 5577841"/>
                  <a:gd name="connsiteY22" fmla="*/ 44068 h 98481"/>
                  <a:gd name="connsiteX23" fmla="*/ 2040698 w 5577841"/>
                  <a:gd name="connsiteY23" fmla="*/ 41623 h 98481"/>
                  <a:gd name="connsiteX24" fmla="*/ 1880739 w 5577841"/>
                  <a:gd name="connsiteY24" fmla="*/ 38633 h 98481"/>
                  <a:gd name="connsiteX25" fmla="*/ 1720861 w 5577841"/>
                  <a:gd name="connsiteY25" fmla="*/ 32893 h 98481"/>
                  <a:gd name="connsiteX26" fmla="*/ 1561106 w 5577841"/>
                  <a:gd name="connsiteY26" fmla="*/ 27763 h 98481"/>
                  <a:gd name="connsiteX27" fmla="*/ 1401512 w 5577841"/>
                  <a:gd name="connsiteY27" fmla="*/ 23223 h 98481"/>
                  <a:gd name="connsiteX28" fmla="*/ 1241960 w 5577841"/>
                  <a:gd name="connsiteY28" fmla="*/ 19447 h 98481"/>
                  <a:gd name="connsiteX29" fmla="*/ 1082529 w 5577841"/>
                  <a:gd name="connsiteY29" fmla="*/ 15453 h 98481"/>
                  <a:gd name="connsiteX30" fmla="*/ 923220 w 5577841"/>
                  <a:gd name="connsiteY30" fmla="*/ 13052 h 98481"/>
                  <a:gd name="connsiteX31" fmla="*/ 604846 w 5577841"/>
                  <a:gd name="connsiteY31" fmla="*/ 10433 h 98481"/>
                  <a:gd name="connsiteX32" fmla="*/ 445822 w 5577841"/>
                  <a:gd name="connsiteY32" fmla="*/ 10171 h 98481"/>
                  <a:gd name="connsiteX33" fmla="*/ 286757 w 5577841"/>
                  <a:gd name="connsiteY33" fmla="*/ 8622 h 98481"/>
                  <a:gd name="connsiteX34" fmla="*/ 127855 w 5577841"/>
                  <a:gd name="connsiteY34" fmla="*/ 5893 h 98481"/>
                  <a:gd name="connsiteX35" fmla="*/ 2440 w 5577841"/>
                  <a:gd name="connsiteY35" fmla="*/ 2816 h 98481"/>
                  <a:gd name="connsiteX36" fmla="*/ 1 w 5577841"/>
                  <a:gd name="connsiteY36" fmla="*/ 1331 h 98481"/>
                  <a:gd name="connsiteX37" fmla="*/ 2602 w 5577841"/>
                  <a:gd name="connsiteY37" fmla="*/ 0 h 98481"/>
                  <a:gd name="connsiteX38" fmla="*/ 2683 w 5577841"/>
                  <a:gd name="connsiteY38" fmla="*/ 0 h 98481"/>
                  <a:gd name="connsiteX39" fmla="*/ 128058 w 5577841"/>
                  <a:gd name="connsiteY39" fmla="*/ 3099 h 98481"/>
                  <a:gd name="connsiteX40" fmla="*/ 286838 w 5577841"/>
                  <a:gd name="connsiteY40" fmla="*/ 5828 h 98481"/>
                  <a:gd name="connsiteX41" fmla="*/ 445822 w 5577841"/>
                  <a:gd name="connsiteY41" fmla="*/ 7421 h 98481"/>
                  <a:gd name="connsiteX42" fmla="*/ 604846 w 5577841"/>
                  <a:gd name="connsiteY42" fmla="*/ 7639 h 98481"/>
                  <a:gd name="connsiteX43" fmla="*/ 923301 w 5577841"/>
                  <a:gd name="connsiteY43" fmla="*/ 10302 h 98481"/>
                  <a:gd name="connsiteX44" fmla="*/ 1082691 w 5577841"/>
                  <a:gd name="connsiteY44" fmla="*/ 12659 h 98481"/>
                  <a:gd name="connsiteX45" fmla="*/ 1242163 w 5577841"/>
                  <a:gd name="connsiteY45" fmla="*/ 16654 h 98481"/>
                  <a:gd name="connsiteX46" fmla="*/ 1401715 w 5577841"/>
                  <a:gd name="connsiteY46" fmla="*/ 20451 h 98481"/>
                  <a:gd name="connsiteX47" fmla="*/ 1561349 w 5577841"/>
                  <a:gd name="connsiteY47" fmla="*/ 24991 h 98481"/>
                  <a:gd name="connsiteX48" fmla="*/ 1721105 w 5577841"/>
                  <a:gd name="connsiteY48" fmla="*/ 30099 h 98481"/>
                  <a:gd name="connsiteX49" fmla="*/ 1880942 w 5577841"/>
                  <a:gd name="connsiteY49" fmla="*/ 35861 h 98481"/>
                  <a:gd name="connsiteX50" fmla="*/ 2040820 w 5577841"/>
                  <a:gd name="connsiteY50" fmla="*/ 38851 h 98481"/>
                  <a:gd name="connsiteX51" fmla="*/ 2200820 w 5577841"/>
                  <a:gd name="connsiteY51" fmla="*/ 41361 h 98481"/>
                  <a:gd name="connsiteX52" fmla="*/ 2361063 w 5577841"/>
                  <a:gd name="connsiteY52" fmla="*/ 47691 h 98481"/>
                  <a:gd name="connsiteX53" fmla="*/ 2521266 w 5577841"/>
                  <a:gd name="connsiteY53" fmla="*/ 52536 h 98481"/>
                  <a:gd name="connsiteX54" fmla="*/ 2681591 w 5577841"/>
                  <a:gd name="connsiteY54" fmla="*/ 56858 h 98481"/>
                  <a:gd name="connsiteX55" fmla="*/ 2842119 w 5577841"/>
                  <a:gd name="connsiteY55" fmla="*/ 62991 h 98481"/>
                  <a:gd name="connsiteX56" fmla="*/ 3002444 w 5577841"/>
                  <a:gd name="connsiteY56" fmla="*/ 65720 h 98481"/>
                  <a:gd name="connsiteX57" fmla="*/ 3163094 w 5577841"/>
                  <a:gd name="connsiteY57" fmla="*/ 67684 h 98481"/>
                  <a:gd name="connsiteX58" fmla="*/ 3323906 w 5577841"/>
                  <a:gd name="connsiteY58" fmla="*/ 73708 h 98481"/>
                  <a:gd name="connsiteX59" fmla="*/ 3484719 w 5577841"/>
                  <a:gd name="connsiteY59" fmla="*/ 78663 h 98481"/>
                  <a:gd name="connsiteX60" fmla="*/ 3645653 w 5577841"/>
                  <a:gd name="connsiteY60" fmla="*/ 82810 h 98481"/>
                  <a:gd name="connsiteX61" fmla="*/ 3806587 w 5577841"/>
                  <a:gd name="connsiteY61" fmla="*/ 85102 h 98481"/>
                  <a:gd name="connsiteX62" fmla="*/ 3967603 w 5577841"/>
                  <a:gd name="connsiteY62" fmla="*/ 85800 h 98481"/>
                  <a:gd name="connsiteX63" fmla="*/ 4128822 w 5577841"/>
                  <a:gd name="connsiteY63" fmla="*/ 87983 h 98481"/>
                  <a:gd name="connsiteX64" fmla="*/ 4290244 w 5577841"/>
                  <a:gd name="connsiteY64" fmla="*/ 91759 h 98481"/>
                  <a:gd name="connsiteX65" fmla="*/ 4451463 w 5577841"/>
                  <a:gd name="connsiteY65" fmla="*/ 92872 h 98481"/>
                  <a:gd name="connsiteX66" fmla="*/ 4613007 w 5577841"/>
                  <a:gd name="connsiteY66" fmla="*/ 93287 h 98481"/>
                  <a:gd name="connsiteX67" fmla="*/ 4774551 w 5577841"/>
                  <a:gd name="connsiteY67" fmla="*/ 93068 h 98481"/>
                  <a:gd name="connsiteX68" fmla="*/ 4936095 w 5577841"/>
                  <a:gd name="connsiteY68" fmla="*/ 91300 h 98481"/>
                  <a:gd name="connsiteX69" fmla="*/ 5097923 w 5577841"/>
                  <a:gd name="connsiteY69" fmla="*/ 91519 h 98481"/>
                  <a:gd name="connsiteX70" fmla="*/ 5259752 w 5577841"/>
                  <a:gd name="connsiteY70" fmla="*/ 91519 h 98481"/>
                  <a:gd name="connsiteX71" fmla="*/ 5421865 w 5577841"/>
                  <a:gd name="connsiteY71" fmla="*/ 94443 h 98481"/>
                  <a:gd name="connsiteX72" fmla="*/ 5575362 w 5577841"/>
                  <a:gd name="connsiteY72" fmla="*/ 95666 h 98481"/>
                  <a:gd name="connsiteX73" fmla="*/ 5577842 w 5577841"/>
                  <a:gd name="connsiteY73" fmla="*/ 97106 h 98481"/>
                  <a:gd name="connsiteX74" fmla="*/ 5575281 w 5577841"/>
                  <a:gd name="connsiteY74" fmla="*/ 98481 h 98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577841" h="98481">
                    <a:moveTo>
                      <a:pt x="5575362" y="98438"/>
                    </a:moveTo>
                    <a:lnTo>
                      <a:pt x="5575362" y="98438"/>
                    </a:lnTo>
                    <a:lnTo>
                      <a:pt x="5421783" y="97215"/>
                    </a:lnTo>
                    <a:lnTo>
                      <a:pt x="5259834" y="94291"/>
                    </a:lnTo>
                    <a:lnTo>
                      <a:pt x="5098005" y="94291"/>
                    </a:lnTo>
                    <a:lnTo>
                      <a:pt x="4936298" y="94072"/>
                    </a:lnTo>
                    <a:lnTo>
                      <a:pt x="4774673" y="95840"/>
                    </a:lnTo>
                    <a:lnTo>
                      <a:pt x="4613129" y="96059"/>
                    </a:lnTo>
                    <a:lnTo>
                      <a:pt x="4451585" y="95644"/>
                    </a:lnTo>
                    <a:lnTo>
                      <a:pt x="4290163" y="94531"/>
                    </a:lnTo>
                    <a:lnTo>
                      <a:pt x="4128741" y="90733"/>
                    </a:lnTo>
                    <a:lnTo>
                      <a:pt x="3967603" y="88507"/>
                    </a:lnTo>
                    <a:lnTo>
                      <a:pt x="3806547" y="87874"/>
                    </a:lnTo>
                    <a:lnTo>
                      <a:pt x="3645531" y="85582"/>
                    </a:lnTo>
                    <a:lnTo>
                      <a:pt x="3484515" y="81369"/>
                    </a:lnTo>
                    <a:lnTo>
                      <a:pt x="3323662" y="76458"/>
                    </a:lnTo>
                    <a:lnTo>
                      <a:pt x="3162931" y="70434"/>
                    </a:lnTo>
                    <a:lnTo>
                      <a:pt x="3002403" y="68470"/>
                    </a:lnTo>
                    <a:lnTo>
                      <a:pt x="2841875" y="65763"/>
                    </a:lnTo>
                    <a:lnTo>
                      <a:pt x="2681347" y="59630"/>
                    </a:lnTo>
                    <a:lnTo>
                      <a:pt x="2521022" y="55308"/>
                    </a:lnTo>
                    <a:lnTo>
                      <a:pt x="2360819" y="50463"/>
                    </a:lnTo>
                    <a:lnTo>
                      <a:pt x="2200657" y="44068"/>
                    </a:lnTo>
                    <a:lnTo>
                      <a:pt x="2040698" y="41623"/>
                    </a:lnTo>
                    <a:lnTo>
                      <a:pt x="1880739" y="38633"/>
                    </a:lnTo>
                    <a:lnTo>
                      <a:pt x="1720861" y="32893"/>
                    </a:lnTo>
                    <a:lnTo>
                      <a:pt x="1561106" y="27763"/>
                    </a:lnTo>
                    <a:lnTo>
                      <a:pt x="1401512" y="23223"/>
                    </a:lnTo>
                    <a:lnTo>
                      <a:pt x="1241960" y="19447"/>
                    </a:lnTo>
                    <a:lnTo>
                      <a:pt x="1082529" y="15453"/>
                    </a:lnTo>
                    <a:lnTo>
                      <a:pt x="923220" y="13052"/>
                    </a:lnTo>
                    <a:lnTo>
                      <a:pt x="604846" y="10433"/>
                    </a:lnTo>
                    <a:lnTo>
                      <a:pt x="445822" y="10171"/>
                    </a:lnTo>
                    <a:lnTo>
                      <a:pt x="286757" y="8622"/>
                    </a:lnTo>
                    <a:lnTo>
                      <a:pt x="127855" y="5893"/>
                    </a:lnTo>
                    <a:lnTo>
                      <a:pt x="2440" y="2816"/>
                    </a:lnTo>
                    <a:cubicBezTo>
                      <a:pt x="1058" y="2750"/>
                      <a:pt x="-39" y="2117"/>
                      <a:pt x="1" y="1331"/>
                    </a:cubicBezTo>
                    <a:cubicBezTo>
                      <a:pt x="82" y="589"/>
                      <a:pt x="1180" y="0"/>
                      <a:pt x="2602" y="0"/>
                    </a:cubicBezTo>
                    <a:lnTo>
                      <a:pt x="2683" y="0"/>
                    </a:lnTo>
                    <a:lnTo>
                      <a:pt x="128058" y="3099"/>
                    </a:lnTo>
                    <a:lnTo>
                      <a:pt x="286838" y="5828"/>
                    </a:lnTo>
                    <a:lnTo>
                      <a:pt x="445822" y="7421"/>
                    </a:lnTo>
                    <a:lnTo>
                      <a:pt x="604846" y="7639"/>
                    </a:lnTo>
                    <a:lnTo>
                      <a:pt x="923301" y="10302"/>
                    </a:lnTo>
                    <a:lnTo>
                      <a:pt x="1082691" y="12659"/>
                    </a:lnTo>
                    <a:lnTo>
                      <a:pt x="1242163" y="16654"/>
                    </a:lnTo>
                    <a:lnTo>
                      <a:pt x="1401715" y="20451"/>
                    </a:lnTo>
                    <a:lnTo>
                      <a:pt x="1561349" y="24991"/>
                    </a:lnTo>
                    <a:lnTo>
                      <a:pt x="1721105" y="30099"/>
                    </a:lnTo>
                    <a:lnTo>
                      <a:pt x="1880942" y="35861"/>
                    </a:lnTo>
                    <a:lnTo>
                      <a:pt x="2040820" y="38851"/>
                    </a:lnTo>
                    <a:lnTo>
                      <a:pt x="2200820" y="41361"/>
                    </a:lnTo>
                    <a:lnTo>
                      <a:pt x="2361063" y="47691"/>
                    </a:lnTo>
                    <a:lnTo>
                      <a:pt x="2521266" y="52536"/>
                    </a:lnTo>
                    <a:lnTo>
                      <a:pt x="2681591" y="56858"/>
                    </a:lnTo>
                    <a:lnTo>
                      <a:pt x="2842119" y="62991"/>
                    </a:lnTo>
                    <a:lnTo>
                      <a:pt x="3002444" y="65720"/>
                    </a:lnTo>
                    <a:lnTo>
                      <a:pt x="3163094" y="67684"/>
                    </a:lnTo>
                    <a:lnTo>
                      <a:pt x="3323906" y="73708"/>
                    </a:lnTo>
                    <a:lnTo>
                      <a:pt x="3484719" y="78663"/>
                    </a:lnTo>
                    <a:lnTo>
                      <a:pt x="3645653" y="82810"/>
                    </a:lnTo>
                    <a:lnTo>
                      <a:pt x="3806587" y="85102"/>
                    </a:lnTo>
                    <a:lnTo>
                      <a:pt x="3967603" y="85800"/>
                    </a:lnTo>
                    <a:lnTo>
                      <a:pt x="4128822" y="87983"/>
                    </a:lnTo>
                    <a:lnTo>
                      <a:pt x="4290244" y="91759"/>
                    </a:lnTo>
                    <a:lnTo>
                      <a:pt x="4451463" y="92872"/>
                    </a:lnTo>
                    <a:lnTo>
                      <a:pt x="4613007" y="93287"/>
                    </a:lnTo>
                    <a:lnTo>
                      <a:pt x="4774551" y="93068"/>
                    </a:lnTo>
                    <a:lnTo>
                      <a:pt x="4936095" y="91300"/>
                    </a:lnTo>
                    <a:lnTo>
                      <a:pt x="5097923" y="91519"/>
                    </a:lnTo>
                    <a:lnTo>
                      <a:pt x="5259752" y="91519"/>
                    </a:lnTo>
                    <a:lnTo>
                      <a:pt x="5421865" y="94443"/>
                    </a:lnTo>
                    <a:lnTo>
                      <a:pt x="5575362" y="95666"/>
                    </a:lnTo>
                    <a:cubicBezTo>
                      <a:pt x="5576744" y="95666"/>
                      <a:pt x="5577842" y="96299"/>
                      <a:pt x="5577842" y="97106"/>
                    </a:cubicBezTo>
                    <a:cubicBezTo>
                      <a:pt x="5577842" y="97848"/>
                      <a:pt x="5576663" y="98481"/>
                      <a:pt x="5575281" y="9848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5" name="Freeform: Shape 684">
                <a:extLst>
                  <a:ext uri="{FF2B5EF4-FFF2-40B4-BE49-F238E27FC236}">
                    <a16:creationId xmlns:a16="http://schemas.microsoft.com/office/drawing/2014/main" id="{57FC8445-8080-4577-887F-485E81F865FF}"/>
                  </a:ext>
                </a:extLst>
              </p:cNvPr>
              <p:cNvSpPr/>
              <p:nvPr/>
            </p:nvSpPr>
            <p:spPr>
              <a:xfrm>
                <a:off x="9291035" y="6591908"/>
                <a:ext cx="1890779" cy="21586"/>
              </a:xfrm>
              <a:custGeom>
                <a:avLst/>
                <a:gdLst>
                  <a:gd name="connsiteX0" fmla="*/ 1888338 w 1890779"/>
                  <a:gd name="connsiteY0" fmla="*/ 21586 h 21586"/>
                  <a:gd name="connsiteX1" fmla="*/ 1888338 w 1890779"/>
                  <a:gd name="connsiteY1" fmla="*/ 21586 h 21586"/>
                  <a:gd name="connsiteX2" fmla="*/ 1803400 w 1890779"/>
                  <a:gd name="connsiteY2" fmla="*/ 21368 h 21586"/>
                  <a:gd name="connsiteX3" fmla="*/ 1802181 w 1890779"/>
                  <a:gd name="connsiteY3" fmla="*/ 21215 h 21586"/>
                  <a:gd name="connsiteX4" fmla="*/ 1754064 w 1890779"/>
                  <a:gd name="connsiteY4" fmla="*/ 7137 h 21586"/>
                  <a:gd name="connsiteX5" fmla="*/ 2479 w 1890779"/>
                  <a:gd name="connsiteY5" fmla="*/ 2816 h 21586"/>
                  <a:gd name="connsiteX6" fmla="*/ 0 w 1890779"/>
                  <a:gd name="connsiteY6" fmla="*/ 1375 h 21586"/>
                  <a:gd name="connsiteX7" fmla="*/ 2479 w 1890779"/>
                  <a:gd name="connsiteY7" fmla="*/ 0 h 21586"/>
                  <a:gd name="connsiteX8" fmla="*/ 2561 w 1890779"/>
                  <a:gd name="connsiteY8" fmla="*/ 0 h 21586"/>
                  <a:gd name="connsiteX9" fmla="*/ 1754673 w 1890779"/>
                  <a:gd name="connsiteY9" fmla="*/ 4365 h 21586"/>
                  <a:gd name="connsiteX10" fmla="*/ 1755851 w 1890779"/>
                  <a:gd name="connsiteY10" fmla="*/ 4474 h 21586"/>
                  <a:gd name="connsiteX11" fmla="*/ 1804051 w 1890779"/>
                  <a:gd name="connsiteY11" fmla="*/ 18531 h 21586"/>
                  <a:gd name="connsiteX12" fmla="*/ 1888298 w 1890779"/>
                  <a:gd name="connsiteY12" fmla="*/ 18749 h 21586"/>
                  <a:gd name="connsiteX13" fmla="*/ 1890776 w 1890779"/>
                  <a:gd name="connsiteY13" fmla="*/ 20190 h 21586"/>
                  <a:gd name="connsiteX14" fmla="*/ 1888298 w 1890779"/>
                  <a:gd name="connsiteY14" fmla="*/ 21565 h 2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0779" h="21586">
                    <a:moveTo>
                      <a:pt x="1888338" y="21586"/>
                    </a:moveTo>
                    <a:lnTo>
                      <a:pt x="1888338" y="21586"/>
                    </a:lnTo>
                    <a:lnTo>
                      <a:pt x="1803400" y="21368"/>
                    </a:lnTo>
                    <a:cubicBezTo>
                      <a:pt x="1802994" y="21368"/>
                      <a:pt x="1802628" y="21325"/>
                      <a:pt x="1802181" y="21215"/>
                    </a:cubicBezTo>
                    <a:lnTo>
                      <a:pt x="1754064" y="7137"/>
                    </a:lnTo>
                    <a:lnTo>
                      <a:pt x="2479" y="2816"/>
                    </a:lnTo>
                    <a:cubicBezTo>
                      <a:pt x="1097" y="2772"/>
                      <a:pt x="0" y="2183"/>
                      <a:pt x="0" y="1375"/>
                    </a:cubicBezTo>
                    <a:cubicBezTo>
                      <a:pt x="0" y="633"/>
                      <a:pt x="1097" y="0"/>
                      <a:pt x="2479" y="0"/>
                    </a:cubicBezTo>
                    <a:lnTo>
                      <a:pt x="2561" y="0"/>
                    </a:lnTo>
                    <a:lnTo>
                      <a:pt x="1754673" y="4365"/>
                    </a:lnTo>
                    <a:cubicBezTo>
                      <a:pt x="1755080" y="4365"/>
                      <a:pt x="1755445" y="4409"/>
                      <a:pt x="1755851" y="4474"/>
                    </a:cubicBezTo>
                    <a:lnTo>
                      <a:pt x="1804051" y="18531"/>
                    </a:lnTo>
                    <a:lnTo>
                      <a:pt x="1888298" y="18749"/>
                    </a:lnTo>
                    <a:cubicBezTo>
                      <a:pt x="1889679" y="18749"/>
                      <a:pt x="1890857" y="19382"/>
                      <a:pt x="1890776" y="20190"/>
                    </a:cubicBezTo>
                    <a:cubicBezTo>
                      <a:pt x="1890776" y="20932"/>
                      <a:pt x="1889679" y="21565"/>
                      <a:pt x="1888298" y="2156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6" name="Freeform: Shape 685">
                <a:extLst>
                  <a:ext uri="{FF2B5EF4-FFF2-40B4-BE49-F238E27FC236}">
                    <a16:creationId xmlns:a16="http://schemas.microsoft.com/office/drawing/2014/main" id="{0FF04D60-0415-4D5A-9957-2622665A3EC8}"/>
                  </a:ext>
                </a:extLst>
              </p:cNvPr>
              <p:cNvSpPr/>
              <p:nvPr/>
            </p:nvSpPr>
            <p:spPr>
              <a:xfrm>
                <a:off x="11176966" y="6610688"/>
                <a:ext cx="1015074" cy="39802"/>
              </a:xfrm>
              <a:custGeom>
                <a:avLst/>
                <a:gdLst>
                  <a:gd name="connsiteX0" fmla="*/ 1015034 w 1015074"/>
                  <a:gd name="connsiteY0" fmla="*/ 36965 h 39802"/>
                  <a:gd name="connsiteX1" fmla="*/ 965209 w 1015074"/>
                  <a:gd name="connsiteY1" fmla="*/ 36550 h 39802"/>
                  <a:gd name="connsiteX2" fmla="*/ 796350 w 1015074"/>
                  <a:gd name="connsiteY2" fmla="*/ 35699 h 39802"/>
                  <a:gd name="connsiteX3" fmla="*/ 627653 w 1015074"/>
                  <a:gd name="connsiteY3" fmla="*/ 34258 h 39802"/>
                  <a:gd name="connsiteX4" fmla="*/ 458875 w 1015074"/>
                  <a:gd name="connsiteY4" fmla="*/ 30046 h 39802"/>
                  <a:gd name="connsiteX5" fmla="*/ 290178 w 1015074"/>
                  <a:gd name="connsiteY5" fmla="*/ 28344 h 39802"/>
                  <a:gd name="connsiteX6" fmla="*/ 211012 w 1015074"/>
                  <a:gd name="connsiteY6" fmla="*/ 28387 h 39802"/>
                  <a:gd name="connsiteX7" fmla="*/ 157327 w 1015074"/>
                  <a:gd name="connsiteY7" fmla="*/ 20922 h 39802"/>
                  <a:gd name="connsiteX8" fmla="*/ 156555 w 1015074"/>
                  <a:gd name="connsiteY8" fmla="*/ 20813 h 39802"/>
                  <a:gd name="connsiteX9" fmla="*/ 105958 w 1015074"/>
                  <a:gd name="connsiteY9" fmla="*/ 15335 h 39802"/>
                  <a:gd name="connsiteX10" fmla="*/ 53167 w 1015074"/>
                  <a:gd name="connsiteY10" fmla="*/ 8307 h 39802"/>
                  <a:gd name="connsiteX11" fmla="*/ 3261 w 1015074"/>
                  <a:gd name="connsiteY11" fmla="*/ 56 h 39802"/>
                  <a:gd name="connsiteX12" fmla="*/ 91 w 1015074"/>
                  <a:gd name="connsiteY12" fmla="*/ 1017 h 39802"/>
                  <a:gd name="connsiteX13" fmla="*/ 1879 w 1015074"/>
                  <a:gd name="connsiteY13" fmla="*/ 2785 h 39802"/>
                  <a:gd name="connsiteX14" fmla="*/ 51907 w 1015074"/>
                  <a:gd name="connsiteY14" fmla="*/ 11035 h 39802"/>
                  <a:gd name="connsiteX15" fmla="*/ 103723 w 1015074"/>
                  <a:gd name="connsiteY15" fmla="*/ 17954 h 39802"/>
                  <a:gd name="connsiteX16" fmla="*/ 155498 w 1015074"/>
                  <a:gd name="connsiteY16" fmla="*/ 23607 h 39802"/>
                  <a:gd name="connsiteX17" fmla="*/ 156107 w 1015074"/>
                  <a:gd name="connsiteY17" fmla="*/ 23673 h 39802"/>
                  <a:gd name="connsiteX18" fmla="*/ 210484 w 1015074"/>
                  <a:gd name="connsiteY18" fmla="*/ 31181 h 39802"/>
                  <a:gd name="connsiteX19" fmla="*/ 290260 w 1015074"/>
                  <a:gd name="connsiteY19" fmla="*/ 31181 h 39802"/>
                  <a:gd name="connsiteX20" fmla="*/ 458713 w 1015074"/>
                  <a:gd name="connsiteY20" fmla="*/ 32883 h 39802"/>
                  <a:gd name="connsiteX21" fmla="*/ 627490 w 1015074"/>
                  <a:gd name="connsiteY21" fmla="*/ 37096 h 39802"/>
                  <a:gd name="connsiteX22" fmla="*/ 796391 w 1015074"/>
                  <a:gd name="connsiteY22" fmla="*/ 38536 h 39802"/>
                  <a:gd name="connsiteX23" fmla="*/ 965250 w 1015074"/>
                  <a:gd name="connsiteY23" fmla="*/ 39388 h 39802"/>
                  <a:gd name="connsiteX24" fmla="*/ 1015075 w 1015074"/>
                  <a:gd name="connsiteY24" fmla="*/ 39802 h 39802"/>
                  <a:gd name="connsiteX25" fmla="*/ 1015075 w 1015074"/>
                  <a:gd name="connsiteY25" fmla="*/ 36987 h 3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15074" h="39802">
                    <a:moveTo>
                      <a:pt x="1015034" y="36965"/>
                    </a:moveTo>
                    <a:lnTo>
                      <a:pt x="965209" y="36550"/>
                    </a:lnTo>
                    <a:lnTo>
                      <a:pt x="796350" y="35699"/>
                    </a:lnTo>
                    <a:lnTo>
                      <a:pt x="627653" y="34258"/>
                    </a:lnTo>
                    <a:lnTo>
                      <a:pt x="458875" y="30046"/>
                    </a:lnTo>
                    <a:lnTo>
                      <a:pt x="290178" y="28344"/>
                    </a:lnTo>
                    <a:lnTo>
                      <a:pt x="211012" y="28387"/>
                    </a:lnTo>
                    <a:lnTo>
                      <a:pt x="157327" y="20922"/>
                    </a:lnTo>
                    <a:cubicBezTo>
                      <a:pt x="157327" y="20922"/>
                      <a:pt x="156636" y="20813"/>
                      <a:pt x="156555" y="20813"/>
                    </a:cubicBezTo>
                    <a:lnTo>
                      <a:pt x="105958" y="15335"/>
                    </a:lnTo>
                    <a:lnTo>
                      <a:pt x="53167" y="8307"/>
                    </a:lnTo>
                    <a:lnTo>
                      <a:pt x="3261" y="56"/>
                    </a:lnTo>
                    <a:cubicBezTo>
                      <a:pt x="1960" y="-162"/>
                      <a:pt x="457" y="275"/>
                      <a:pt x="91" y="1017"/>
                    </a:cubicBezTo>
                    <a:cubicBezTo>
                      <a:pt x="-276" y="1759"/>
                      <a:pt x="497" y="2566"/>
                      <a:pt x="1879" y="2785"/>
                    </a:cubicBezTo>
                    <a:lnTo>
                      <a:pt x="51907" y="11035"/>
                    </a:lnTo>
                    <a:lnTo>
                      <a:pt x="103723" y="17954"/>
                    </a:lnTo>
                    <a:lnTo>
                      <a:pt x="155498" y="23607"/>
                    </a:lnTo>
                    <a:lnTo>
                      <a:pt x="156107" y="23673"/>
                    </a:lnTo>
                    <a:lnTo>
                      <a:pt x="210484" y="31181"/>
                    </a:lnTo>
                    <a:lnTo>
                      <a:pt x="290260" y="31181"/>
                    </a:lnTo>
                    <a:lnTo>
                      <a:pt x="458713" y="32883"/>
                    </a:lnTo>
                    <a:lnTo>
                      <a:pt x="627490" y="37096"/>
                    </a:lnTo>
                    <a:lnTo>
                      <a:pt x="796391" y="38536"/>
                    </a:lnTo>
                    <a:lnTo>
                      <a:pt x="965250" y="39388"/>
                    </a:lnTo>
                    <a:lnTo>
                      <a:pt x="1015075" y="39802"/>
                    </a:lnTo>
                    <a:lnTo>
                      <a:pt x="1015075" y="3698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7" name="Freeform: Shape 686">
                <a:extLst>
                  <a:ext uri="{FF2B5EF4-FFF2-40B4-BE49-F238E27FC236}">
                    <a16:creationId xmlns:a16="http://schemas.microsoft.com/office/drawing/2014/main" id="{DF42F8D5-91DB-4570-8855-E9AE13EFA96D}"/>
                  </a:ext>
                </a:extLst>
              </p:cNvPr>
              <p:cNvSpPr/>
              <p:nvPr/>
            </p:nvSpPr>
            <p:spPr>
              <a:xfrm>
                <a:off x="121" y="6379798"/>
                <a:ext cx="9318102" cy="229047"/>
              </a:xfrm>
              <a:custGeom>
                <a:avLst/>
                <a:gdLst>
                  <a:gd name="connsiteX0" fmla="*/ 9315623 w 9318102"/>
                  <a:gd name="connsiteY0" fmla="*/ 226167 h 229047"/>
                  <a:gd name="connsiteX1" fmla="*/ 9164726 w 9318102"/>
                  <a:gd name="connsiteY1" fmla="*/ 225796 h 229047"/>
                  <a:gd name="connsiteX2" fmla="*/ 8948847 w 9318102"/>
                  <a:gd name="connsiteY2" fmla="*/ 120766 h 229047"/>
                  <a:gd name="connsiteX3" fmla="*/ 8947140 w 9318102"/>
                  <a:gd name="connsiteY3" fmla="*/ 120395 h 229047"/>
                  <a:gd name="connsiteX4" fmla="*/ 8059725 w 9318102"/>
                  <a:gd name="connsiteY4" fmla="*/ 118365 h 229047"/>
                  <a:gd name="connsiteX5" fmla="*/ 7912771 w 9318102"/>
                  <a:gd name="connsiteY5" fmla="*/ 116335 h 229047"/>
                  <a:gd name="connsiteX6" fmla="*/ 7767117 w 9318102"/>
                  <a:gd name="connsiteY6" fmla="*/ 110420 h 229047"/>
                  <a:gd name="connsiteX7" fmla="*/ 7622561 w 9318102"/>
                  <a:gd name="connsiteY7" fmla="*/ 101428 h 229047"/>
                  <a:gd name="connsiteX8" fmla="*/ 7479305 w 9318102"/>
                  <a:gd name="connsiteY8" fmla="*/ 89009 h 229047"/>
                  <a:gd name="connsiteX9" fmla="*/ 7336618 w 9318102"/>
                  <a:gd name="connsiteY9" fmla="*/ 67793 h 229047"/>
                  <a:gd name="connsiteX10" fmla="*/ 6908394 w 9318102"/>
                  <a:gd name="connsiteY10" fmla="*/ 17920 h 229047"/>
                  <a:gd name="connsiteX11" fmla="*/ 6762456 w 9318102"/>
                  <a:gd name="connsiteY11" fmla="*/ 6504 h 229047"/>
                  <a:gd name="connsiteX12" fmla="*/ 6614038 w 9318102"/>
                  <a:gd name="connsiteY12" fmla="*/ 0 h 229047"/>
                  <a:gd name="connsiteX13" fmla="*/ 6463548 w 9318102"/>
                  <a:gd name="connsiteY13" fmla="*/ 2990 h 229047"/>
                  <a:gd name="connsiteX14" fmla="*/ 6312124 w 9318102"/>
                  <a:gd name="connsiteY14" fmla="*/ 16850 h 229047"/>
                  <a:gd name="connsiteX15" fmla="*/ 6160333 w 9318102"/>
                  <a:gd name="connsiteY15" fmla="*/ 26912 h 229047"/>
                  <a:gd name="connsiteX16" fmla="*/ 6009193 w 9318102"/>
                  <a:gd name="connsiteY16" fmla="*/ 33940 h 229047"/>
                  <a:gd name="connsiteX17" fmla="*/ 5858663 w 9318102"/>
                  <a:gd name="connsiteY17" fmla="*/ 31015 h 229047"/>
                  <a:gd name="connsiteX18" fmla="*/ 5709351 w 9318102"/>
                  <a:gd name="connsiteY18" fmla="*/ 32412 h 229047"/>
                  <a:gd name="connsiteX19" fmla="*/ 5561422 w 9318102"/>
                  <a:gd name="connsiteY19" fmla="*/ 38175 h 229047"/>
                  <a:gd name="connsiteX20" fmla="*/ 5414833 w 9318102"/>
                  <a:gd name="connsiteY20" fmla="*/ 37804 h 229047"/>
                  <a:gd name="connsiteX21" fmla="*/ 5268692 w 9318102"/>
                  <a:gd name="connsiteY21" fmla="*/ 32107 h 229047"/>
                  <a:gd name="connsiteX22" fmla="*/ 5122591 w 9318102"/>
                  <a:gd name="connsiteY22" fmla="*/ 25450 h 229047"/>
                  <a:gd name="connsiteX23" fmla="*/ 4976490 w 9318102"/>
                  <a:gd name="connsiteY23" fmla="*/ 20386 h 229047"/>
                  <a:gd name="connsiteX24" fmla="*/ 4830593 w 9318102"/>
                  <a:gd name="connsiteY24" fmla="*/ 18945 h 229047"/>
                  <a:gd name="connsiteX25" fmla="*/ 4684736 w 9318102"/>
                  <a:gd name="connsiteY25" fmla="*/ 16283 h 229047"/>
                  <a:gd name="connsiteX26" fmla="*/ 4538919 w 9318102"/>
                  <a:gd name="connsiteY26" fmla="*/ 15060 h 229047"/>
                  <a:gd name="connsiteX27" fmla="*/ 4393225 w 9318102"/>
                  <a:gd name="connsiteY27" fmla="*/ 14733 h 229047"/>
                  <a:gd name="connsiteX28" fmla="*/ 4393225 w 9318102"/>
                  <a:gd name="connsiteY28" fmla="*/ 14733 h 229047"/>
                  <a:gd name="connsiteX29" fmla="*/ 4391030 w 9318102"/>
                  <a:gd name="connsiteY29" fmla="*/ 15431 h 229047"/>
                  <a:gd name="connsiteX30" fmla="*/ 4373067 w 9318102"/>
                  <a:gd name="connsiteY30" fmla="*/ 31736 h 229047"/>
                  <a:gd name="connsiteX31" fmla="*/ 4354779 w 9318102"/>
                  <a:gd name="connsiteY31" fmla="*/ 46010 h 229047"/>
                  <a:gd name="connsiteX32" fmla="*/ 4316822 w 9318102"/>
                  <a:gd name="connsiteY32" fmla="*/ 72289 h 229047"/>
                  <a:gd name="connsiteX33" fmla="*/ 4298127 w 9318102"/>
                  <a:gd name="connsiteY33" fmla="*/ 86455 h 229047"/>
                  <a:gd name="connsiteX34" fmla="*/ 4146662 w 9318102"/>
                  <a:gd name="connsiteY34" fmla="*/ 83356 h 229047"/>
                  <a:gd name="connsiteX35" fmla="*/ 3994018 w 9318102"/>
                  <a:gd name="connsiteY35" fmla="*/ 82504 h 229047"/>
                  <a:gd name="connsiteX36" fmla="*/ 3841415 w 9318102"/>
                  <a:gd name="connsiteY36" fmla="*/ 80649 h 229047"/>
                  <a:gd name="connsiteX37" fmla="*/ 3689015 w 9318102"/>
                  <a:gd name="connsiteY37" fmla="*/ 79623 h 229047"/>
                  <a:gd name="connsiteX38" fmla="*/ 3536656 w 9318102"/>
                  <a:gd name="connsiteY38" fmla="*/ 76698 h 229047"/>
                  <a:gd name="connsiteX39" fmla="*/ 3384337 w 9318102"/>
                  <a:gd name="connsiteY39" fmla="*/ 72224 h 229047"/>
                  <a:gd name="connsiteX40" fmla="*/ 3232140 w 9318102"/>
                  <a:gd name="connsiteY40" fmla="*/ 68601 h 229047"/>
                  <a:gd name="connsiteX41" fmla="*/ 3230230 w 9318102"/>
                  <a:gd name="connsiteY41" fmla="*/ 68972 h 229047"/>
                  <a:gd name="connsiteX42" fmla="*/ 3200481 w 9318102"/>
                  <a:gd name="connsiteY42" fmla="*/ 84862 h 229047"/>
                  <a:gd name="connsiteX43" fmla="*/ 3047838 w 9318102"/>
                  <a:gd name="connsiteY43" fmla="*/ 89074 h 229047"/>
                  <a:gd name="connsiteX44" fmla="*/ 2894340 w 9318102"/>
                  <a:gd name="connsiteY44" fmla="*/ 88812 h 229047"/>
                  <a:gd name="connsiteX45" fmla="*/ 2740884 w 9318102"/>
                  <a:gd name="connsiteY45" fmla="*/ 86411 h 229047"/>
                  <a:gd name="connsiteX46" fmla="*/ 2434092 w 9318102"/>
                  <a:gd name="connsiteY46" fmla="*/ 78990 h 229047"/>
                  <a:gd name="connsiteX47" fmla="*/ 2280717 w 9318102"/>
                  <a:gd name="connsiteY47" fmla="*/ 81915 h 229047"/>
                  <a:gd name="connsiteX48" fmla="*/ 2127626 w 9318102"/>
                  <a:gd name="connsiteY48" fmla="*/ 88572 h 229047"/>
                  <a:gd name="connsiteX49" fmla="*/ 2071177 w 9318102"/>
                  <a:gd name="connsiteY49" fmla="*/ 89118 h 229047"/>
                  <a:gd name="connsiteX50" fmla="*/ 2070486 w 9318102"/>
                  <a:gd name="connsiteY50" fmla="*/ 89161 h 229047"/>
                  <a:gd name="connsiteX51" fmla="*/ 1974494 w 9318102"/>
                  <a:gd name="connsiteY51" fmla="*/ 90537 h 229047"/>
                  <a:gd name="connsiteX52" fmla="*/ 1973194 w 9318102"/>
                  <a:gd name="connsiteY52" fmla="*/ 90755 h 229047"/>
                  <a:gd name="connsiteX53" fmla="*/ 1930481 w 9318102"/>
                  <a:gd name="connsiteY53" fmla="*/ 105946 h 229047"/>
                  <a:gd name="connsiteX54" fmla="*/ 1776578 w 9318102"/>
                  <a:gd name="connsiteY54" fmla="*/ 110049 h 229047"/>
                  <a:gd name="connsiteX55" fmla="*/ 1622024 w 9318102"/>
                  <a:gd name="connsiteY55" fmla="*/ 114415 h 229047"/>
                  <a:gd name="connsiteX56" fmla="*/ 1620845 w 9318102"/>
                  <a:gd name="connsiteY56" fmla="*/ 114633 h 229047"/>
                  <a:gd name="connsiteX57" fmla="*/ 1573662 w 9318102"/>
                  <a:gd name="connsiteY57" fmla="*/ 130348 h 229047"/>
                  <a:gd name="connsiteX58" fmla="*/ 1525666 w 9318102"/>
                  <a:gd name="connsiteY58" fmla="*/ 145103 h 229047"/>
                  <a:gd name="connsiteX59" fmla="*/ 1477061 w 9318102"/>
                  <a:gd name="connsiteY59" fmla="*/ 158264 h 229047"/>
                  <a:gd name="connsiteX60" fmla="*/ 1318565 w 9318102"/>
                  <a:gd name="connsiteY60" fmla="*/ 159748 h 229047"/>
                  <a:gd name="connsiteX61" fmla="*/ 1159581 w 9318102"/>
                  <a:gd name="connsiteY61" fmla="*/ 159596 h 229047"/>
                  <a:gd name="connsiteX62" fmla="*/ 1000597 w 9318102"/>
                  <a:gd name="connsiteY62" fmla="*/ 161080 h 229047"/>
                  <a:gd name="connsiteX63" fmla="*/ 841776 w 9318102"/>
                  <a:gd name="connsiteY63" fmla="*/ 164921 h 229047"/>
                  <a:gd name="connsiteX64" fmla="*/ 683037 w 9318102"/>
                  <a:gd name="connsiteY64" fmla="*/ 166144 h 229047"/>
                  <a:gd name="connsiteX65" fmla="*/ 524500 w 9318102"/>
                  <a:gd name="connsiteY65" fmla="*/ 166733 h 229047"/>
                  <a:gd name="connsiteX66" fmla="*/ 365923 w 9318102"/>
                  <a:gd name="connsiteY66" fmla="*/ 166362 h 229047"/>
                  <a:gd name="connsiteX67" fmla="*/ 207508 w 9318102"/>
                  <a:gd name="connsiteY67" fmla="*/ 168283 h 229047"/>
                  <a:gd name="connsiteX68" fmla="*/ 57424 w 9318102"/>
                  <a:gd name="connsiteY68" fmla="*/ 168021 h 229047"/>
                  <a:gd name="connsiteX69" fmla="*/ 53076 w 9318102"/>
                  <a:gd name="connsiteY69" fmla="*/ 168021 h 229047"/>
                  <a:gd name="connsiteX70" fmla="*/ 0 w 9318102"/>
                  <a:gd name="connsiteY70" fmla="*/ 167388 h 229047"/>
                  <a:gd name="connsiteX71" fmla="*/ 0 w 9318102"/>
                  <a:gd name="connsiteY71" fmla="*/ 170160 h 229047"/>
                  <a:gd name="connsiteX72" fmla="*/ 53076 w 9318102"/>
                  <a:gd name="connsiteY72" fmla="*/ 170858 h 229047"/>
                  <a:gd name="connsiteX73" fmla="*/ 57506 w 9318102"/>
                  <a:gd name="connsiteY73" fmla="*/ 170815 h 229047"/>
                  <a:gd name="connsiteX74" fmla="*/ 207508 w 9318102"/>
                  <a:gd name="connsiteY74" fmla="*/ 171142 h 229047"/>
                  <a:gd name="connsiteX75" fmla="*/ 365963 w 9318102"/>
                  <a:gd name="connsiteY75" fmla="*/ 169221 h 229047"/>
                  <a:gd name="connsiteX76" fmla="*/ 524500 w 9318102"/>
                  <a:gd name="connsiteY76" fmla="*/ 169592 h 229047"/>
                  <a:gd name="connsiteX77" fmla="*/ 683118 w 9318102"/>
                  <a:gd name="connsiteY77" fmla="*/ 169003 h 229047"/>
                  <a:gd name="connsiteX78" fmla="*/ 841980 w 9318102"/>
                  <a:gd name="connsiteY78" fmla="*/ 167737 h 229047"/>
                  <a:gd name="connsiteX79" fmla="*/ 1000760 w 9318102"/>
                  <a:gd name="connsiteY79" fmla="*/ 163961 h 229047"/>
                  <a:gd name="connsiteX80" fmla="*/ 1159662 w 9318102"/>
                  <a:gd name="connsiteY80" fmla="*/ 162455 h 229047"/>
                  <a:gd name="connsiteX81" fmla="*/ 1318646 w 9318102"/>
                  <a:gd name="connsiteY81" fmla="*/ 162630 h 229047"/>
                  <a:gd name="connsiteX82" fmla="*/ 1477752 w 9318102"/>
                  <a:gd name="connsiteY82" fmla="*/ 161124 h 229047"/>
                  <a:gd name="connsiteX83" fmla="*/ 1478808 w 9318102"/>
                  <a:gd name="connsiteY83" fmla="*/ 160971 h 229047"/>
                  <a:gd name="connsiteX84" fmla="*/ 1528064 w 9318102"/>
                  <a:gd name="connsiteY84" fmla="*/ 147657 h 229047"/>
                  <a:gd name="connsiteX85" fmla="*/ 1576344 w 9318102"/>
                  <a:gd name="connsiteY85" fmla="*/ 132836 h 229047"/>
                  <a:gd name="connsiteX86" fmla="*/ 1623040 w 9318102"/>
                  <a:gd name="connsiteY86" fmla="*/ 117274 h 229047"/>
                  <a:gd name="connsiteX87" fmla="*/ 1776943 w 9318102"/>
                  <a:gd name="connsiteY87" fmla="*/ 112909 h 229047"/>
                  <a:gd name="connsiteX88" fmla="*/ 1931497 w 9318102"/>
                  <a:gd name="connsiteY88" fmla="*/ 108762 h 229047"/>
                  <a:gd name="connsiteX89" fmla="*/ 1932757 w 9318102"/>
                  <a:gd name="connsiteY89" fmla="*/ 108543 h 229047"/>
                  <a:gd name="connsiteX90" fmla="*/ 1975429 w 9318102"/>
                  <a:gd name="connsiteY90" fmla="*/ 93418 h 229047"/>
                  <a:gd name="connsiteX91" fmla="*/ 2070161 w 9318102"/>
                  <a:gd name="connsiteY91" fmla="*/ 92195 h 229047"/>
                  <a:gd name="connsiteX92" fmla="*/ 2070811 w 9318102"/>
                  <a:gd name="connsiteY92" fmla="*/ 92152 h 229047"/>
                  <a:gd name="connsiteX93" fmla="*/ 2127951 w 9318102"/>
                  <a:gd name="connsiteY93" fmla="*/ 91453 h 229047"/>
                  <a:gd name="connsiteX94" fmla="*/ 2281083 w 9318102"/>
                  <a:gd name="connsiteY94" fmla="*/ 84796 h 229047"/>
                  <a:gd name="connsiteX95" fmla="*/ 2434174 w 9318102"/>
                  <a:gd name="connsiteY95" fmla="*/ 81806 h 229047"/>
                  <a:gd name="connsiteX96" fmla="*/ 2740802 w 9318102"/>
                  <a:gd name="connsiteY96" fmla="*/ 89271 h 229047"/>
                  <a:gd name="connsiteX97" fmla="*/ 2894300 w 9318102"/>
                  <a:gd name="connsiteY97" fmla="*/ 91671 h 229047"/>
                  <a:gd name="connsiteX98" fmla="*/ 3048041 w 9318102"/>
                  <a:gd name="connsiteY98" fmla="*/ 91933 h 229047"/>
                  <a:gd name="connsiteX99" fmla="*/ 3201741 w 9318102"/>
                  <a:gd name="connsiteY99" fmla="*/ 87677 h 229047"/>
                  <a:gd name="connsiteX100" fmla="*/ 3203367 w 9318102"/>
                  <a:gd name="connsiteY100" fmla="*/ 87306 h 229047"/>
                  <a:gd name="connsiteX101" fmla="*/ 3233075 w 9318102"/>
                  <a:gd name="connsiteY101" fmla="*/ 71482 h 229047"/>
                  <a:gd name="connsiteX102" fmla="*/ 3384134 w 9318102"/>
                  <a:gd name="connsiteY102" fmla="*/ 75105 h 229047"/>
                  <a:gd name="connsiteX103" fmla="*/ 3536412 w 9318102"/>
                  <a:gd name="connsiteY103" fmla="*/ 79580 h 229047"/>
                  <a:gd name="connsiteX104" fmla="*/ 3688852 w 9318102"/>
                  <a:gd name="connsiteY104" fmla="*/ 82504 h 229047"/>
                  <a:gd name="connsiteX105" fmla="*/ 3841293 w 9318102"/>
                  <a:gd name="connsiteY105" fmla="*/ 83530 h 229047"/>
                  <a:gd name="connsiteX106" fmla="*/ 3993896 w 9318102"/>
                  <a:gd name="connsiteY106" fmla="*/ 85385 h 229047"/>
                  <a:gd name="connsiteX107" fmla="*/ 4146499 w 9318102"/>
                  <a:gd name="connsiteY107" fmla="*/ 86237 h 229047"/>
                  <a:gd name="connsiteX108" fmla="*/ 4299225 w 9318102"/>
                  <a:gd name="connsiteY108" fmla="*/ 89336 h 229047"/>
                  <a:gd name="connsiteX109" fmla="*/ 4301338 w 9318102"/>
                  <a:gd name="connsiteY109" fmla="*/ 88747 h 229047"/>
                  <a:gd name="connsiteX110" fmla="*/ 4320764 w 9318102"/>
                  <a:gd name="connsiteY110" fmla="*/ 74036 h 229047"/>
                  <a:gd name="connsiteX111" fmla="*/ 4358722 w 9318102"/>
                  <a:gd name="connsiteY111" fmla="*/ 47778 h 229047"/>
                  <a:gd name="connsiteX112" fmla="*/ 4377213 w 9318102"/>
                  <a:gd name="connsiteY112" fmla="*/ 33329 h 229047"/>
                  <a:gd name="connsiteX113" fmla="*/ 4394566 w 9318102"/>
                  <a:gd name="connsiteY113" fmla="*/ 17614 h 229047"/>
                  <a:gd name="connsiteX114" fmla="*/ 4538757 w 9318102"/>
                  <a:gd name="connsiteY114" fmla="*/ 17941 h 229047"/>
                  <a:gd name="connsiteX115" fmla="*/ 4684451 w 9318102"/>
                  <a:gd name="connsiteY115" fmla="*/ 19164 h 229047"/>
                  <a:gd name="connsiteX116" fmla="*/ 4830349 w 9318102"/>
                  <a:gd name="connsiteY116" fmla="*/ 21827 h 229047"/>
                  <a:gd name="connsiteX117" fmla="*/ 4976165 w 9318102"/>
                  <a:gd name="connsiteY117" fmla="*/ 23202 h 229047"/>
                  <a:gd name="connsiteX118" fmla="*/ 5122103 w 9318102"/>
                  <a:gd name="connsiteY118" fmla="*/ 28309 h 229047"/>
                  <a:gd name="connsiteX119" fmla="*/ 5268163 w 9318102"/>
                  <a:gd name="connsiteY119" fmla="*/ 34966 h 229047"/>
                  <a:gd name="connsiteX120" fmla="*/ 5414508 w 9318102"/>
                  <a:gd name="connsiteY120" fmla="*/ 40619 h 229047"/>
                  <a:gd name="connsiteX121" fmla="*/ 5561462 w 9318102"/>
                  <a:gd name="connsiteY121" fmla="*/ 40990 h 229047"/>
                  <a:gd name="connsiteX122" fmla="*/ 5709433 w 9318102"/>
                  <a:gd name="connsiteY122" fmla="*/ 35294 h 229047"/>
                  <a:gd name="connsiteX123" fmla="*/ 5858500 w 9318102"/>
                  <a:gd name="connsiteY123" fmla="*/ 33918 h 229047"/>
                  <a:gd name="connsiteX124" fmla="*/ 6009193 w 9318102"/>
                  <a:gd name="connsiteY124" fmla="*/ 36800 h 229047"/>
                  <a:gd name="connsiteX125" fmla="*/ 6160699 w 9318102"/>
                  <a:gd name="connsiteY125" fmla="*/ 29815 h 229047"/>
                  <a:gd name="connsiteX126" fmla="*/ 6312693 w 9318102"/>
                  <a:gd name="connsiteY126" fmla="*/ 19688 h 229047"/>
                  <a:gd name="connsiteX127" fmla="*/ 6463914 w 9318102"/>
                  <a:gd name="connsiteY127" fmla="*/ 5893 h 229047"/>
                  <a:gd name="connsiteX128" fmla="*/ 6613835 w 9318102"/>
                  <a:gd name="connsiteY128" fmla="*/ 2859 h 229047"/>
                  <a:gd name="connsiteX129" fmla="*/ 6761887 w 9318102"/>
                  <a:gd name="connsiteY129" fmla="*/ 9364 h 229047"/>
                  <a:gd name="connsiteX130" fmla="*/ 6907418 w 9318102"/>
                  <a:gd name="connsiteY130" fmla="*/ 20779 h 229047"/>
                  <a:gd name="connsiteX131" fmla="*/ 7193443 w 9318102"/>
                  <a:gd name="connsiteY131" fmla="*/ 54239 h 229047"/>
                  <a:gd name="connsiteX132" fmla="*/ 7334423 w 9318102"/>
                  <a:gd name="connsiteY132" fmla="*/ 70543 h 229047"/>
                  <a:gd name="connsiteX133" fmla="*/ 7478085 w 9318102"/>
                  <a:gd name="connsiteY133" fmla="*/ 91846 h 229047"/>
                  <a:gd name="connsiteX134" fmla="*/ 7621748 w 9318102"/>
                  <a:gd name="connsiteY134" fmla="*/ 104265 h 229047"/>
                  <a:gd name="connsiteX135" fmla="*/ 7766507 w 9318102"/>
                  <a:gd name="connsiteY135" fmla="*/ 113280 h 229047"/>
                  <a:gd name="connsiteX136" fmla="*/ 7912486 w 9318102"/>
                  <a:gd name="connsiteY136" fmla="*/ 119238 h 229047"/>
                  <a:gd name="connsiteX137" fmla="*/ 8059603 w 9318102"/>
                  <a:gd name="connsiteY137" fmla="*/ 121203 h 229047"/>
                  <a:gd name="connsiteX138" fmla="*/ 8946124 w 9318102"/>
                  <a:gd name="connsiteY138" fmla="*/ 123276 h 229047"/>
                  <a:gd name="connsiteX139" fmla="*/ 9161922 w 9318102"/>
                  <a:gd name="connsiteY139" fmla="*/ 228306 h 229047"/>
                  <a:gd name="connsiteX140" fmla="*/ 9163630 w 9318102"/>
                  <a:gd name="connsiteY140" fmla="*/ 228677 h 229047"/>
                  <a:gd name="connsiteX141" fmla="*/ 9315541 w 9318102"/>
                  <a:gd name="connsiteY141" fmla="*/ 229048 h 229047"/>
                  <a:gd name="connsiteX142" fmla="*/ 9315541 w 9318102"/>
                  <a:gd name="connsiteY142" fmla="*/ 229048 h 229047"/>
                  <a:gd name="connsiteX143" fmla="*/ 9318102 w 9318102"/>
                  <a:gd name="connsiteY143" fmla="*/ 227673 h 229047"/>
                  <a:gd name="connsiteX144" fmla="*/ 9315541 w 9318102"/>
                  <a:gd name="connsiteY144" fmla="*/ 226232 h 229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9318102" h="229047">
                    <a:moveTo>
                      <a:pt x="9315623" y="226167"/>
                    </a:moveTo>
                    <a:lnTo>
                      <a:pt x="9164726" y="225796"/>
                    </a:lnTo>
                    <a:lnTo>
                      <a:pt x="8948847" y="120766"/>
                    </a:lnTo>
                    <a:cubicBezTo>
                      <a:pt x="8948440" y="120548"/>
                      <a:pt x="8947871" y="120395"/>
                      <a:pt x="8947140" y="120395"/>
                    </a:cubicBezTo>
                    <a:lnTo>
                      <a:pt x="8059725" y="118365"/>
                    </a:lnTo>
                    <a:lnTo>
                      <a:pt x="7912771" y="116335"/>
                    </a:lnTo>
                    <a:lnTo>
                      <a:pt x="7767117" y="110420"/>
                    </a:lnTo>
                    <a:lnTo>
                      <a:pt x="7622561" y="101428"/>
                    </a:lnTo>
                    <a:lnTo>
                      <a:pt x="7479305" y="89009"/>
                    </a:lnTo>
                    <a:lnTo>
                      <a:pt x="7336618" y="67793"/>
                    </a:lnTo>
                    <a:lnTo>
                      <a:pt x="6908394" y="17920"/>
                    </a:lnTo>
                    <a:lnTo>
                      <a:pt x="6762456" y="6504"/>
                    </a:lnTo>
                    <a:lnTo>
                      <a:pt x="6614038" y="0"/>
                    </a:lnTo>
                    <a:lnTo>
                      <a:pt x="6463548" y="2990"/>
                    </a:lnTo>
                    <a:lnTo>
                      <a:pt x="6312124" y="16850"/>
                    </a:lnTo>
                    <a:lnTo>
                      <a:pt x="6160333" y="26912"/>
                    </a:lnTo>
                    <a:lnTo>
                      <a:pt x="6009193" y="33940"/>
                    </a:lnTo>
                    <a:lnTo>
                      <a:pt x="5858663" y="31015"/>
                    </a:lnTo>
                    <a:lnTo>
                      <a:pt x="5709351" y="32412"/>
                    </a:lnTo>
                    <a:lnTo>
                      <a:pt x="5561422" y="38175"/>
                    </a:lnTo>
                    <a:lnTo>
                      <a:pt x="5414833" y="37804"/>
                    </a:lnTo>
                    <a:lnTo>
                      <a:pt x="5268692" y="32107"/>
                    </a:lnTo>
                    <a:lnTo>
                      <a:pt x="5122591" y="25450"/>
                    </a:lnTo>
                    <a:lnTo>
                      <a:pt x="4976490" y="20386"/>
                    </a:lnTo>
                    <a:lnTo>
                      <a:pt x="4830593" y="18945"/>
                    </a:lnTo>
                    <a:lnTo>
                      <a:pt x="4684736" y="16283"/>
                    </a:lnTo>
                    <a:lnTo>
                      <a:pt x="4538919" y="15060"/>
                    </a:lnTo>
                    <a:lnTo>
                      <a:pt x="4393225" y="14733"/>
                    </a:lnTo>
                    <a:lnTo>
                      <a:pt x="4393225" y="14733"/>
                    </a:lnTo>
                    <a:cubicBezTo>
                      <a:pt x="4392331" y="14733"/>
                      <a:pt x="4391559" y="14995"/>
                      <a:pt x="4391030" y="15431"/>
                    </a:cubicBezTo>
                    <a:lnTo>
                      <a:pt x="4373067" y="31736"/>
                    </a:lnTo>
                    <a:lnTo>
                      <a:pt x="4354779" y="46010"/>
                    </a:lnTo>
                    <a:lnTo>
                      <a:pt x="4316822" y="72289"/>
                    </a:lnTo>
                    <a:lnTo>
                      <a:pt x="4298127" y="86455"/>
                    </a:lnTo>
                    <a:lnTo>
                      <a:pt x="4146662" y="83356"/>
                    </a:lnTo>
                    <a:lnTo>
                      <a:pt x="3994018" y="82504"/>
                    </a:lnTo>
                    <a:lnTo>
                      <a:pt x="3841415" y="80649"/>
                    </a:lnTo>
                    <a:lnTo>
                      <a:pt x="3689015" y="79623"/>
                    </a:lnTo>
                    <a:lnTo>
                      <a:pt x="3536656" y="76698"/>
                    </a:lnTo>
                    <a:lnTo>
                      <a:pt x="3384337" y="72224"/>
                    </a:lnTo>
                    <a:lnTo>
                      <a:pt x="3232140" y="68601"/>
                    </a:lnTo>
                    <a:cubicBezTo>
                      <a:pt x="3231449" y="68601"/>
                      <a:pt x="3230799" y="68710"/>
                      <a:pt x="3230230" y="68972"/>
                    </a:cubicBezTo>
                    <a:lnTo>
                      <a:pt x="3200481" y="84862"/>
                    </a:lnTo>
                    <a:lnTo>
                      <a:pt x="3047838" y="89074"/>
                    </a:lnTo>
                    <a:lnTo>
                      <a:pt x="2894340" y="88812"/>
                    </a:lnTo>
                    <a:lnTo>
                      <a:pt x="2740884" y="86411"/>
                    </a:lnTo>
                    <a:lnTo>
                      <a:pt x="2434092" y="78990"/>
                    </a:lnTo>
                    <a:lnTo>
                      <a:pt x="2280717" y="81915"/>
                    </a:lnTo>
                    <a:lnTo>
                      <a:pt x="2127626" y="88572"/>
                    </a:lnTo>
                    <a:lnTo>
                      <a:pt x="2071177" y="89118"/>
                    </a:lnTo>
                    <a:cubicBezTo>
                      <a:pt x="2071177" y="89118"/>
                      <a:pt x="2070730" y="89161"/>
                      <a:pt x="2070486" y="89161"/>
                    </a:cubicBezTo>
                    <a:lnTo>
                      <a:pt x="1974494" y="90537"/>
                    </a:lnTo>
                    <a:cubicBezTo>
                      <a:pt x="1974047" y="90537"/>
                      <a:pt x="1973600" y="90646"/>
                      <a:pt x="1973194" y="90755"/>
                    </a:cubicBezTo>
                    <a:lnTo>
                      <a:pt x="1930481" y="105946"/>
                    </a:lnTo>
                    <a:lnTo>
                      <a:pt x="1776578" y="110049"/>
                    </a:lnTo>
                    <a:lnTo>
                      <a:pt x="1622024" y="114415"/>
                    </a:lnTo>
                    <a:cubicBezTo>
                      <a:pt x="1621577" y="114415"/>
                      <a:pt x="1621170" y="114524"/>
                      <a:pt x="1620845" y="114633"/>
                    </a:cubicBezTo>
                    <a:lnTo>
                      <a:pt x="1573662" y="130348"/>
                    </a:lnTo>
                    <a:lnTo>
                      <a:pt x="1525666" y="145103"/>
                    </a:lnTo>
                    <a:lnTo>
                      <a:pt x="1477061" y="158264"/>
                    </a:lnTo>
                    <a:lnTo>
                      <a:pt x="1318565" y="159748"/>
                    </a:lnTo>
                    <a:lnTo>
                      <a:pt x="1159581" y="159596"/>
                    </a:lnTo>
                    <a:lnTo>
                      <a:pt x="1000597" y="161080"/>
                    </a:lnTo>
                    <a:lnTo>
                      <a:pt x="841776" y="164921"/>
                    </a:lnTo>
                    <a:lnTo>
                      <a:pt x="683037" y="166144"/>
                    </a:lnTo>
                    <a:lnTo>
                      <a:pt x="524500" y="166733"/>
                    </a:lnTo>
                    <a:lnTo>
                      <a:pt x="365923" y="166362"/>
                    </a:lnTo>
                    <a:lnTo>
                      <a:pt x="207508" y="168283"/>
                    </a:lnTo>
                    <a:lnTo>
                      <a:pt x="57424" y="168021"/>
                    </a:lnTo>
                    <a:lnTo>
                      <a:pt x="53076" y="168021"/>
                    </a:lnTo>
                    <a:lnTo>
                      <a:pt x="0" y="167388"/>
                    </a:lnTo>
                    <a:lnTo>
                      <a:pt x="0" y="170160"/>
                    </a:lnTo>
                    <a:lnTo>
                      <a:pt x="53076" y="170858"/>
                    </a:lnTo>
                    <a:lnTo>
                      <a:pt x="57506" y="170815"/>
                    </a:lnTo>
                    <a:lnTo>
                      <a:pt x="207508" y="171142"/>
                    </a:lnTo>
                    <a:lnTo>
                      <a:pt x="365963" y="169221"/>
                    </a:lnTo>
                    <a:lnTo>
                      <a:pt x="524500" y="169592"/>
                    </a:lnTo>
                    <a:lnTo>
                      <a:pt x="683118" y="169003"/>
                    </a:lnTo>
                    <a:lnTo>
                      <a:pt x="841980" y="167737"/>
                    </a:lnTo>
                    <a:lnTo>
                      <a:pt x="1000760" y="163961"/>
                    </a:lnTo>
                    <a:lnTo>
                      <a:pt x="1159662" y="162455"/>
                    </a:lnTo>
                    <a:lnTo>
                      <a:pt x="1318646" y="162630"/>
                    </a:lnTo>
                    <a:lnTo>
                      <a:pt x="1477752" y="161124"/>
                    </a:lnTo>
                    <a:cubicBezTo>
                      <a:pt x="1478117" y="161124"/>
                      <a:pt x="1478483" y="161058"/>
                      <a:pt x="1478808" y="160971"/>
                    </a:cubicBezTo>
                    <a:lnTo>
                      <a:pt x="1528064" y="147657"/>
                    </a:lnTo>
                    <a:lnTo>
                      <a:pt x="1576344" y="132836"/>
                    </a:lnTo>
                    <a:lnTo>
                      <a:pt x="1623040" y="117274"/>
                    </a:lnTo>
                    <a:lnTo>
                      <a:pt x="1776943" y="112909"/>
                    </a:lnTo>
                    <a:lnTo>
                      <a:pt x="1931497" y="108762"/>
                    </a:lnTo>
                    <a:cubicBezTo>
                      <a:pt x="1931944" y="108762"/>
                      <a:pt x="1932351" y="108653"/>
                      <a:pt x="1932757" y="108543"/>
                    </a:cubicBezTo>
                    <a:lnTo>
                      <a:pt x="1975429" y="93418"/>
                    </a:lnTo>
                    <a:lnTo>
                      <a:pt x="2070161" y="92195"/>
                    </a:lnTo>
                    <a:cubicBezTo>
                      <a:pt x="2070161" y="92195"/>
                      <a:pt x="2070608" y="92195"/>
                      <a:pt x="2070811" y="92152"/>
                    </a:cubicBezTo>
                    <a:lnTo>
                      <a:pt x="2127951" y="91453"/>
                    </a:lnTo>
                    <a:lnTo>
                      <a:pt x="2281083" y="84796"/>
                    </a:lnTo>
                    <a:lnTo>
                      <a:pt x="2434174" y="81806"/>
                    </a:lnTo>
                    <a:lnTo>
                      <a:pt x="2740802" y="89271"/>
                    </a:lnTo>
                    <a:lnTo>
                      <a:pt x="2894300" y="91671"/>
                    </a:lnTo>
                    <a:lnTo>
                      <a:pt x="3048041" y="91933"/>
                    </a:lnTo>
                    <a:lnTo>
                      <a:pt x="3201741" y="87677"/>
                    </a:lnTo>
                    <a:cubicBezTo>
                      <a:pt x="3202392" y="87677"/>
                      <a:pt x="3202920" y="87524"/>
                      <a:pt x="3203367" y="87306"/>
                    </a:cubicBezTo>
                    <a:lnTo>
                      <a:pt x="3233075" y="71482"/>
                    </a:lnTo>
                    <a:lnTo>
                      <a:pt x="3384134" y="75105"/>
                    </a:lnTo>
                    <a:lnTo>
                      <a:pt x="3536412" y="79580"/>
                    </a:lnTo>
                    <a:lnTo>
                      <a:pt x="3688852" y="82504"/>
                    </a:lnTo>
                    <a:lnTo>
                      <a:pt x="3841293" y="83530"/>
                    </a:lnTo>
                    <a:lnTo>
                      <a:pt x="3993896" y="85385"/>
                    </a:lnTo>
                    <a:lnTo>
                      <a:pt x="4146499" y="86237"/>
                    </a:lnTo>
                    <a:lnTo>
                      <a:pt x="4299225" y="89336"/>
                    </a:lnTo>
                    <a:cubicBezTo>
                      <a:pt x="4299997" y="89336"/>
                      <a:pt x="4300850" y="89183"/>
                      <a:pt x="4301338" y="88747"/>
                    </a:cubicBezTo>
                    <a:lnTo>
                      <a:pt x="4320764" y="74036"/>
                    </a:lnTo>
                    <a:lnTo>
                      <a:pt x="4358722" y="47778"/>
                    </a:lnTo>
                    <a:lnTo>
                      <a:pt x="4377213" y="33329"/>
                    </a:lnTo>
                    <a:lnTo>
                      <a:pt x="4394566" y="17614"/>
                    </a:lnTo>
                    <a:lnTo>
                      <a:pt x="4538757" y="17941"/>
                    </a:lnTo>
                    <a:lnTo>
                      <a:pt x="4684451" y="19164"/>
                    </a:lnTo>
                    <a:lnTo>
                      <a:pt x="4830349" y="21827"/>
                    </a:lnTo>
                    <a:lnTo>
                      <a:pt x="4976165" y="23202"/>
                    </a:lnTo>
                    <a:lnTo>
                      <a:pt x="5122103" y="28309"/>
                    </a:lnTo>
                    <a:lnTo>
                      <a:pt x="5268163" y="34966"/>
                    </a:lnTo>
                    <a:lnTo>
                      <a:pt x="5414508" y="40619"/>
                    </a:lnTo>
                    <a:lnTo>
                      <a:pt x="5561462" y="40990"/>
                    </a:lnTo>
                    <a:lnTo>
                      <a:pt x="5709433" y="35294"/>
                    </a:lnTo>
                    <a:lnTo>
                      <a:pt x="5858500" y="33918"/>
                    </a:lnTo>
                    <a:lnTo>
                      <a:pt x="6009193" y="36800"/>
                    </a:lnTo>
                    <a:lnTo>
                      <a:pt x="6160699" y="29815"/>
                    </a:lnTo>
                    <a:lnTo>
                      <a:pt x="6312693" y="19688"/>
                    </a:lnTo>
                    <a:lnTo>
                      <a:pt x="6463914" y="5893"/>
                    </a:lnTo>
                    <a:lnTo>
                      <a:pt x="6613835" y="2859"/>
                    </a:lnTo>
                    <a:lnTo>
                      <a:pt x="6761887" y="9364"/>
                    </a:lnTo>
                    <a:lnTo>
                      <a:pt x="6907418" y="20779"/>
                    </a:lnTo>
                    <a:lnTo>
                      <a:pt x="7193443" y="54239"/>
                    </a:lnTo>
                    <a:lnTo>
                      <a:pt x="7334423" y="70543"/>
                    </a:lnTo>
                    <a:lnTo>
                      <a:pt x="7478085" y="91846"/>
                    </a:lnTo>
                    <a:lnTo>
                      <a:pt x="7621748" y="104265"/>
                    </a:lnTo>
                    <a:lnTo>
                      <a:pt x="7766507" y="113280"/>
                    </a:lnTo>
                    <a:lnTo>
                      <a:pt x="7912486" y="119238"/>
                    </a:lnTo>
                    <a:lnTo>
                      <a:pt x="8059603" y="121203"/>
                    </a:lnTo>
                    <a:lnTo>
                      <a:pt x="8946124" y="123276"/>
                    </a:lnTo>
                    <a:lnTo>
                      <a:pt x="9161922" y="228306"/>
                    </a:lnTo>
                    <a:cubicBezTo>
                      <a:pt x="9162329" y="228568"/>
                      <a:pt x="9163019" y="228677"/>
                      <a:pt x="9163630" y="228677"/>
                    </a:cubicBezTo>
                    <a:lnTo>
                      <a:pt x="9315541" y="229048"/>
                    </a:lnTo>
                    <a:lnTo>
                      <a:pt x="9315541" y="229048"/>
                    </a:lnTo>
                    <a:cubicBezTo>
                      <a:pt x="9316924" y="229048"/>
                      <a:pt x="9318102" y="228415"/>
                      <a:pt x="9318102" y="227673"/>
                    </a:cubicBezTo>
                    <a:cubicBezTo>
                      <a:pt x="9318102" y="226865"/>
                      <a:pt x="9316924" y="226232"/>
                      <a:pt x="9315541" y="22623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8" name="Freeform: Shape 687">
                <a:extLst>
                  <a:ext uri="{FF2B5EF4-FFF2-40B4-BE49-F238E27FC236}">
                    <a16:creationId xmlns:a16="http://schemas.microsoft.com/office/drawing/2014/main" id="{FEC670C1-D805-404A-87A9-03C74C57D0E2}"/>
                  </a:ext>
                </a:extLst>
              </p:cNvPr>
              <p:cNvSpPr/>
              <p:nvPr/>
            </p:nvSpPr>
            <p:spPr>
              <a:xfrm>
                <a:off x="590377" y="6516444"/>
                <a:ext cx="8697285" cy="386448"/>
              </a:xfrm>
              <a:custGeom>
                <a:avLst/>
                <a:gdLst>
                  <a:gd name="connsiteX0" fmla="*/ 8778 w 8697285"/>
                  <a:gd name="connsiteY0" fmla="*/ 386448 h 386448"/>
                  <a:gd name="connsiteX1" fmla="*/ 56937 w 8697285"/>
                  <a:gd name="connsiteY1" fmla="*/ 367917 h 386448"/>
                  <a:gd name="connsiteX2" fmla="*/ 126106 w 8697285"/>
                  <a:gd name="connsiteY2" fmla="*/ 342490 h 386448"/>
                  <a:gd name="connsiteX3" fmla="*/ 315732 w 8697285"/>
                  <a:gd name="connsiteY3" fmla="*/ 343603 h 386448"/>
                  <a:gd name="connsiteX4" fmla="*/ 435823 w 8697285"/>
                  <a:gd name="connsiteY4" fmla="*/ 344563 h 386448"/>
                  <a:gd name="connsiteX5" fmla="*/ 436311 w 8697285"/>
                  <a:gd name="connsiteY5" fmla="*/ 344563 h 386448"/>
                  <a:gd name="connsiteX6" fmla="*/ 506212 w 8697285"/>
                  <a:gd name="connsiteY6" fmla="*/ 345152 h 386448"/>
                  <a:gd name="connsiteX7" fmla="*/ 506252 w 8697285"/>
                  <a:gd name="connsiteY7" fmla="*/ 345152 h 386448"/>
                  <a:gd name="connsiteX8" fmla="*/ 507716 w 8697285"/>
                  <a:gd name="connsiteY8" fmla="*/ 344891 h 386448"/>
                  <a:gd name="connsiteX9" fmla="*/ 570586 w 8697285"/>
                  <a:gd name="connsiteY9" fmla="*/ 319899 h 386448"/>
                  <a:gd name="connsiteX10" fmla="*/ 758017 w 8697285"/>
                  <a:gd name="connsiteY10" fmla="*/ 321493 h 386448"/>
                  <a:gd name="connsiteX11" fmla="*/ 946424 w 8697285"/>
                  <a:gd name="connsiteY11" fmla="*/ 323893 h 386448"/>
                  <a:gd name="connsiteX12" fmla="*/ 1134913 w 8697285"/>
                  <a:gd name="connsiteY12" fmla="*/ 327626 h 386448"/>
                  <a:gd name="connsiteX13" fmla="*/ 1323604 w 8697285"/>
                  <a:gd name="connsiteY13" fmla="*/ 330660 h 386448"/>
                  <a:gd name="connsiteX14" fmla="*/ 1512458 w 8697285"/>
                  <a:gd name="connsiteY14" fmla="*/ 334610 h 386448"/>
                  <a:gd name="connsiteX15" fmla="*/ 1701394 w 8697285"/>
                  <a:gd name="connsiteY15" fmla="*/ 337055 h 386448"/>
                  <a:gd name="connsiteX16" fmla="*/ 1890492 w 8697285"/>
                  <a:gd name="connsiteY16" fmla="*/ 339827 h 386448"/>
                  <a:gd name="connsiteX17" fmla="*/ 2079752 w 8697285"/>
                  <a:gd name="connsiteY17" fmla="*/ 341595 h 386448"/>
                  <a:gd name="connsiteX18" fmla="*/ 2269134 w 8697285"/>
                  <a:gd name="connsiteY18" fmla="*/ 342446 h 386448"/>
                  <a:gd name="connsiteX19" fmla="*/ 2688173 w 8697285"/>
                  <a:gd name="connsiteY19" fmla="*/ 346178 h 386448"/>
                  <a:gd name="connsiteX20" fmla="*/ 2690165 w 8697285"/>
                  <a:gd name="connsiteY20" fmla="*/ 345655 h 386448"/>
                  <a:gd name="connsiteX21" fmla="*/ 2726781 w 8697285"/>
                  <a:gd name="connsiteY21" fmla="*/ 321623 h 386448"/>
                  <a:gd name="connsiteX22" fmla="*/ 2762464 w 8697285"/>
                  <a:gd name="connsiteY22" fmla="*/ 297592 h 386448"/>
                  <a:gd name="connsiteX23" fmla="*/ 2796479 w 8697285"/>
                  <a:gd name="connsiteY23" fmla="*/ 273932 h 386448"/>
                  <a:gd name="connsiteX24" fmla="*/ 2831552 w 8697285"/>
                  <a:gd name="connsiteY24" fmla="*/ 248308 h 386448"/>
                  <a:gd name="connsiteX25" fmla="*/ 2864836 w 8697285"/>
                  <a:gd name="connsiteY25" fmla="*/ 223208 h 386448"/>
                  <a:gd name="connsiteX26" fmla="*/ 2897429 w 8697285"/>
                  <a:gd name="connsiteY26" fmla="*/ 197736 h 386448"/>
                  <a:gd name="connsiteX27" fmla="*/ 2929291 w 8697285"/>
                  <a:gd name="connsiteY27" fmla="*/ 171959 h 386448"/>
                  <a:gd name="connsiteX28" fmla="*/ 2959649 w 8697285"/>
                  <a:gd name="connsiteY28" fmla="*/ 146335 h 386448"/>
                  <a:gd name="connsiteX29" fmla="*/ 3094777 w 8697285"/>
                  <a:gd name="connsiteY29" fmla="*/ 147295 h 386448"/>
                  <a:gd name="connsiteX30" fmla="*/ 3267822 w 8697285"/>
                  <a:gd name="connsiteY30" fmla="*/ 147622 h 386448"/>
                  <a:gd name="connsiteX31" fmla="*/ 3440948 w 8697285"/>
                  <a:gd name="connsiteY31" fmla="*/ 147666 h 386448"/>
                  <a:gd name="connsiteX32" fmla="*/ 3614196 w 8697285"/>
                  <a:gd name="connsiteY32" fmla="*/ 147142 h 386448"/>
                  <a:gd name="connsiteX33" fmla="*/ 3787526 w 8697285"/>
                  <a:gd name="connsiteY33" fmla="*/ 147142 h 386448"/>
                  <a:gd name="connsiteX34" fmla="*/ 3960978 w 8697285"/>
                  <a:gd name="connsiteY34" fmla="*/ 146662 h 386448"/>
                  <a:gd name="connsiteX35" fmla="*/ 4134510 w 8697285"/>
                  <a:gd name="connsiteY35" fmla="*/ 148583 h 386448"/>
                  <a:gd name="connsiteX36" fmla="*/ 4308165 w 8697285"/>
                  <a:gd name="connsiteY36" fmla="*/ 150722 h 386448"/>
                  <a:gd name="connsiteX37" fmla="*/ 4310360 w 8697285"/>
                  <a:gd name="connsiteY37" fmla="*/ 150089 h 386448"/>
                  <a:gd name="connsiteX38" fmla="*/ 4325884 w 8697285"/>
                  <a:gd name="connsiteY38" fmla="*/ 136229 h 386448"/>
                  <a:gd name="connsiteX39" fmla="*/ 4341003 w 8697285"/>
                  <a:gd name="connsiteY39" fmla="*/ 122063 h 386448"/>
                  <a:gd name="connsiteX40" fmla="*/ 4355836 w 8697285"/>
                  <a:gd name="connsiteY40" fmla="*/ 107352 h 386448"/>
                  <a:gd name="connsiteX41" fmla="*/ 4370345 w 8697285"/>
                  <a:gd name="connsiteY41" fmla="*/ 92336 h 386448"/>
                  <a:gd name="connsiteX42" fmla="*/ 4384569 w 8697285"/>
                  <a:gd name="connsiteY42" fmla="*/ 76839 h 386448"/>
                  <a:gd name="connsiteX43" fmla="*/ 4398508 w 8697285"/>
                  <a:gd name="connsiteY43" fmla="*/ 60644 h 386448"/>
                  <a:gd name="connsiteX44" fmla="*/ 4412082 w 8697285"/>
                  <a:gd name="connsiteY44" fmla="*/ 43008 h 386448"/>
                  <a:gd name="connsiteX45" fmla="*/ 4425371 w 8697285"/>
                  <a:gd name="connsiteY45" fmla="*/ 27074 h 386448"/>
                  <a:gd name="connsiteX46" fmla="*/ 4438335 w 8697285"/>
                  <a:gd name="connsiteY46" fmla="*/ 13433 h 386448"/>
                  <a:gd name="connsiteX47" fmla="*/ 4450324 w 8697285"/>
                  <a:gd name="connsiteY47" fmla="*/ 2890 h 386448"/>
                  <a:gd name="connsiteX48" fmla="*/ 4605163 w 8697285"/>
                  <a:gd name="connsiteY48" fmla="*/ 6033 h 386448"/>
                  <a:gd name="connsiteX49" fmla="*/ 4761627 w 8697285"/>
                  <a:gd name="connsiteY49" fmla="*/ 10399 h 386448"/>
                  <a:gd name="connsiteX50" fmla="*/ 4918131 w 8697285"/>
                  <a:gd name="connsiteY50" fmla="*/ 13542 h 386448"/>
                  <a:gd name="connsiteX51" fmla="*/ 5074798 w 8697285"/>
                  <a:gd name="connsiteY51" fmla="*/ 17645 h 386448"/>
                  <a:gd name="connsiteX52" fmla="*/ 5231466 w 8697285"/>
                  <a:gd name="connsiteY52" fmla="*/ 20570 h 386448"/>
                  <a:gd name="connsiteX53" fmla="*/ 5388295 w 8697285"/>
                  <a:gd name="connsiteY53" fmla="*/ 24935 h 386448"/>
                  <a:gd name="connsiteX54" fmla="*/ 5545369 w 8697285"/>
                  <a:gd name="connsiteY54" fmla="*/ 30523 h 386448"/>
                  <a:gd name="connsiteX55" fmla="*/ 6018134 w 8697285"/>
                  <a:gd name="connsiteY55" fmla="*/ 40585 h 386448"/>
                  <a:gd name="connsiteX56" fmla="*/ 6175492 w 8697285"/>
                  <a:gd name="connsiteY56" fmla="*/ 44950 h 386448"/>
                  <a:gd name="connsiteX57" fmla="*/ 6332850 w 8697285"/>
                  <a:gd name="connsiteY57" fmla="*/ 50756 h 386448"/>
                  <a:gd name="connsiteX58" fmla="*/ 6489924 w 8697285"/>
                  <a:gd name="connsiteY58" fmla="*/ 55973 h 386448"/>
                  <a:gd name="connsiteX59" fmla="*/ 6646997 w 8697285"/>
                  <a:gd name="connsiteY59" fmla="*/ 62411 h 386448"/>
                  <a:gd name="connsiteX60" fmla="*/ 6804071 w 8697285"/>
                  <a:gd name="connsiteY60" fmla="*/ 67737 h 386448"/>
                  <a:gd name="connsiteX61" fmla="*/ 6961835 w 8697285"/>
                  <a:gd name="connsiteY61" fmla="*/ 71426 h 386448"/>
                  <a:gd name="connsiteX62" fmla="*/ 7119681 w 8697285"/>
                  <a:gd name="connsiteY62" fmla="*/ 74416 h 386448"/>
                  <a:gd name="connsiteX63" fmla="*/ 8694684 w 8697285"/>
                  <a:gd name="connsiteY63" fmla="*/ 78301 h 386448"/>
                  <a:gd name="connsiteX64" fmla="*/ 8694684 w 8697285"/>
                  <a:gd name="connsiteY64" fmla="*/ 78301 h 386448"/>
                  <a:gd name="connsiteX65" fmla="*/ 8697285 w 8697285"/>
                  <a:gd name="connsiteY65" fmla="*/ 76904 h 386448"/>
                  <a:gd name="connsiteX66" fmla="*/ 8694684 w 8697285"/>
                  <a:gd name="connsiteY66" fmla="*/ 75464 h 386448"/>
                  <a:gd name="connsiteX67" fmla="*/ 7119803 w 8697285"/>
                  <a:gd name="connsiteY67" fmla="*/ 71579 h 386448"/>
                  <a:gd name="connsiteX68" fmla="*/ 6962039 w 8697285"/>
                  <a:gd name="connsiteY68" fmla="*/ 68588 h 386448"/>
                  <a:gd name="connsiteX69" fmla="*/ 6804396 w 8697285"/>
                  <a:gd name="connsiteY69" fmla="*/ 64921 h 386448"/>
                  <a:gd name="connsiteX70" fmla="*/ 6647323 w 8697285"/>
                  <a:gd name="connsiteY70" fmla="*/ 59639 h 386448"/>
                  <a:gd name="connsiteX71" fmla="*/ 6490249 w 8697285"/>
                  <a:gd name="connsiteY71" fmla="*/ 53201 h 386448"/>
                  <a:gd name="connsiteX72" fmla="*/ 6333175 w 8697285"/>
                  <a:gd name="connsiteY72" fmla="*/ 47919 h 386448"/>
                  <a:gd name="connsiteX73" fmla="*/ 6175817 w 8697285"/>
                  <a:gd name="connsiteY73" fmla="*/ 42113 h 386448"/>
                  <a:gd name="connsiteX74" fmla="*/ 6018378 w 8697285"/>
                  <a:gd name="connsiteY74" fmla="*/ 37748 h 386448"/>
                  <a:gd name="connsiteX75" fmla="*/ 5545653 w 8697285"/>
                  <a:gd name="connsiteY75" fmla="*/ 27664 h 386448"/>
                  <a:gd name="connsiteX76" fmla="*/ 5388580 w 8697285"/>
                  <a:gd name="connsiteY76" fmla="*/ 22120 h 386448"/>
                  <a:gd name="connsiteX77" fmla="*/ 5231791 w 8697285"/>
                  <a:gd name="connsiteY77" fmla="*/ 17689 h 386448"/>
                  <a:gd name="connsiteX78" fmla="*/ 5075083 w 8697285"/>
                  <a:gd name="connsiteY78" fmla="*/ 14764 h 386448"/>
                  <a:gd name="connsiteX79" fmla="*/ 4918416 w 8697285"/>
                  <a:gd name="connsiteY79" fmla="*/ 10726 h 386448"/>
                  <a:gd name="connsiteX80" fmla="*/ 4761952 w 8697285"/>
                  <a:gd name="connsiteY80" fmla="*/ 7583 h 386448"/>
                  <a:gd name="connsiteX81" fmla="*/ 4605488 w 8697285"/>
                  <a:gd name="connsiteY81" fmla="*/ 3218 h 386448"/>
                  <a:gd name="connsiteX82" fmla="*/ 4449146 w 8697285"/>
                  <a:gd name="connsiteY82" fmla="*/ 9 h 386448"/>
                  <a:gd name="connsiteX83" fmla="*/ 4446910 w 8697285"/>
                  <a:gd name="connsiteY83" fmla="*/ 642 h 386448"/>
                  <a:gd name="connsiteX84" fmla="*/ 4434027 w 8697285"/>
                  <a:gd name="connsiteY84" fmla="*/ 11927 h 386448"/>
                  <a:gd name="connsiteX85" fmla="*/ 4420941 w 8697285"/>
                  <a:gd name="connsiteY85" fmla="*/ 25787 h 386448"/>
                  <a:gd name="connsiteX86" fmla="*/ 4407611 w 8697285"/>
                  <a:gd name="connsiteY86" fmla="*/ 41785 h 386448"/>
                  <a:gd name="connsiteX87" fmla="*/ 4394038 w 8697285"/>
                  <a:gd name="connsiteY87" fmla="*/ 59465 h 386448"/>
                  <a:gd name="connsiteX88" fmla="*/ 4380139 w 8697285"/>
                  <a:gd name="connsiteY88" fmla="*/ 75507 h 386448"/>
                  <a:gd name="connsiteX89" fmla="*/ 4365955 w 8697285"/>
                  <a:gd name="connsiteY89" fmla="*/ 90961 h 386448"/>
                  <a:gd name="connsiteX90" fmla="*/ 4351488 w 8697285"/>
                  <a:gd name="connsiteY90" fmla="*/ 105999 h 386448"/>
                  <a:gd name="connsiteX91" fmla="*/ 4336776 w 8697285"/>
                  <a:gd name="connsiteY91" fmla="*/ 120645 h 386448"/>
                  <a:gd name="connsiteX92" fmla="*/ 4321658 w 8697285"/>
                  <a:gd name="connsiteY92" fmla="*/ 134701 h 386448"/>
                  <a:gd name="connsiteX93" fmla="*/ 4306987 w 8697285"/>
                  <a:gd name="connsiteY93" fmla="*/ 147862 h 386448"/>
                  <a:gd name="connsiteX94" fmla="*/ 4134755 w 8697285"/>
                  <a:gd name="connsiteY94" fmla="*/ 145789 h 386448"/>
                  <a:gd name="connsiteX95" fmla="*/ 3961181 w 8697285"/>
                  <a:gd name="connsiteY95" fmla="*/ 143803 h 386448"/>
                  <a:gd name="connsiteX96" fmla="*/ 3787689 w 8697285"/>
                  <a:gd name="connsiteY96" fmla="*/ 144283 h 386448"/>
                  <a:gd name="connsiteX97" fmla="*/ 3614359 w 8697285"/>
                  <a:gd name="connsiteY97" fmla="*/ 144283 h 386448"/>
                  <a:gd name="connsiteX98" fmla="*/ 3441111 w 8697285"/>
                  <a:gd name="connsiteY98" fmla="*/ 144807 h 386448"/>
                  <a:gd name="connsiteX99" fmla="*/ 3267985 w 8697285"/>
                  <a:gd name="connsiteY99" fmla="*/ 144763 h 386448"/>
                  <a:gd name="connsiteX100" fmla="*/ 3095021 w 8697285"/>
                  <a:gd name="connsiteY100" fmla="*/ 144436 h 386448"/>
                  <a:gd name="connsiteX101" fmla="*/ 2958470 w 8697285"/>
                  <a:gd name="connsiteY101" fmla="*/ 143475 h 386448"/>
                  <a:gd name="connsiteX102" fmla="*/ 2958470 w 8697285"/>
                  <a:gd name="connsiteY102" fmla="*/ 143475 h 386448"/>
                  <a:gd name="connsiteX103" fmla="*/ 2956357 w 8697285"/>
                  <a:gd name="connsiteY103" fmla="*/ 144108 h 386448"/>
                  <a:gd name="connsiteX104" fmla="*/ 2926161 w 8697285"/>
                  <a:gd name="connsiteY104" fmla="*/ 169623 h 386448"/>
                  <a:gd name="connsiteX105" fmla="*/ 2893446 w 8697285"/>
                  <a:gd name="connsiteY105" fmla="*/ 196099 h 386448"/>
                  <a:gd name="connsiteX106" fmla="*/ 2860609 w 8697285"/>
                  <a:gd name="connsiteY106" fmla="*/ 221723 h 386448"/>
                  <a:gd name="connsiteX107" fmla="*/ 2827365 w 8697285"/>
                  <a:gd name="connsiteY107" fmla="*/ 246758 h 386448"/>
                  <a:gd name="connsiteX108" fmla="*/ 2793594 w 8697285"/>
                  <a:gd name="connsiteY108" fmla="*/ 271488 h 386448"/>
                  <a:gd name="connsiteX109" fmla="*/ 2761163 w 8697285"/>
                  <a:gd name="connsiteY109" fmla="*/ 294144 h 386448"/>
                  <a:gd name="connsiteX110" fmla="*/ 2725481 w 8697285"/>
                  <a:gd name="connsiteY110" fmla="*/ 318175 h 386448"/>
                  <a:gd name="connsiteX111" fmla="*/ 2687280 w 8697285"/>
                  <a:gd name="connsiteY111" fmla="*/ 343341 h 386448"/>
                  <a:gd name="connsiteX112" fmla="*/ 2269378 w 8697285"/>
                  <a:gd name="connsiteY112" fmla="*/ 339609 h 386448"/>
                  <a:gd name="connsiteX113" fmla="*/ 2079955 w 8697285"/>
                  <a:gd name="connsiteY113" fmla="*/ 338757 h 386448"/>
                  <a:gd name="connsiteX114" fmla="*/ 1890735 w 8697285"/>
                  <a:gd name="connsiteY114" fmla="*/ 336989 h 386448"/>
                  <a:gd name="connsiteX115" fmla="*/ 1701637 w 8697285"/>
                  <a:gd name="connsiteY115" fmla="*/ 334261 h 386448"/>
                  <a:gd name="connsiteX116" fmla="*/ 1512702 w 8697285"/>
                  <a:gd name="connsiteY116" fmla="*/ 331751 h 386448"/>
                  <a:gd name="connsiteX117" fmla="*/ 1323889 w 8697285"/>
                  <a:gd name="connsiteY117" fmla="*/ 327800 h 386448"/>
                  <a:gd name="connsiteX118" fmla="*/ 1135238 w 8697285"/>
                  <a:gd name="connsiteY118" fmla="*/ 324810 h 386448"/>
                  <a:gd name="connsiteX119" fmla="*/ 946668 w 8697285"/>
                  <a:gd name="connsiteY119" fmla="*/ 321034 h 386448"/>
                  <a:gd name="connsiteX120" fmla="*/ 758220 w 8697285"/>
                  <a:gd name="connsiteY120" fmla="*/ 318633 h 386448"/>
                  <a:gd name="connsiteX121" fmla="*/ 569895 w 8697285"/>
                  <a:gd name="connsiteY121" fmla="*/ 317040 h 386448"/>
                  <a:gd name="connsiteX122" fmla="*/ 568432 w 8697285"/>
                  <a:gd name="connsiteY122" fmla="*/ 317302 h 386448"/>
                  <a:gd name="connsiteX123" fmla="*/ 505521 w 8697285"/>
                  <a:gd name="connsiteY123" fmla="*/ 342293 h 386448"/>
                  <a:gd name="connsiteX124" fmla="*/ 436148 w 8697285"/>
                  <a:gd name="connsiteY124" fmla="*/ 341704 h 386448"/>
                  <a:gd name="connsiteX125" fmla="*/ 435701 w 8697285"/>
                  <a:gd name="connsiteY125" fmla="*/ 341704 h 386448"/>
                  <a:gd name="connsiteX126" fmla="*/ 315854 w 8697285"/>
                  <a:gd name="connsiteY126" fmla="*/ 340744 h 386448"/>
                  <a:gd name="connsiteX127" fmla="*/ 125496 w 8697285"/>
                  <a:gd name="connsiteY127" fmla="*/ 339630 h 386448"/>
                  <a:gd name="connsiteX128" fmla="*/ 125456 w 8697285"/>
                  <a:gd name="connsiteY128" fmla="*/ 339630 h 386448"/>
                  <a:gd name="connsiteX129" fmla="*/ 124074 w 8697285"/>
                  <a:gd name="connsiteY129" fmla="*/ 339892 h 386448"/>
                  <a:gd name="connsiteX130" fmla="*/ 54173 w 8697285"/>
                  <a:gd name="connsiteY130" fmla="*/ 365582 h 386448"/>
                  <a:gd name="connsiteX131" fmla="*/ 0 w 8697285"/>
                  <a:gd name="connsiteY131" fmla="*/ 386426 h 386448"/>
                  <a:gd name="connsiteX132" fmla="*/ 8900 w 8697285"/>
                  <a:gd name="connsiteY132" fmla="*/ 386426 h 386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8697285" h="386448">
                    <a:moveTo>
                      <a:pt x="8778" y="386448"/>
                    </a:moveTo>
                    <a:lnTo>
                      <a:pt x="56937" y="367917"/>
                    </a:lnTo>
                    <a:lnTo>
                      <a:pt x="126106" y="342490"/>
                    </a:lnTo>
                    <a:lnTo>
                      <a:pt x="315732" y="343603"/>
                    </a:lnTo>
                    <a:lnTo>
                      <a:pt x="435823" y="344563"/>
                    </a:lnTo>
                    <a:cubicBezTo>
                      <a:pt x="436067" y="344629"/>
                      <a:pt x="436108" y="344563"/>
                      <a:pt x="436311" y="344563"/>
                    </a:cubicBezTo>
                    <a:lnTo>
                      <a:pt x="506212" y="345152"/>
                    </a:lnTo>
                    <a:lnTo>
                      <a:pt x="506252" y="345152"/>
                    </a:lnTo>
                    <a:cubicBezTo>
                      <a:pt x="506740" y="345152"/>
                      <a:pt x="507309" y="345043"/>
                      <a:pt x="507716" y="344891"/>
                    </a:cubicBezTo>
                    <a:lnTo>
                      <a:pt x="570586" y="319899"/>
                    </a:lnTo>
                    <a:lnTo>
                      <a:pt x="758017" y="321493"/>
                    </a:lnTo>
                    <a:lnTo>
                      <a:pt x="946424" y="323893"/>
                    </a:lnTo>
                    <a:lnTo>
                      <a:pt x="1134913" y="327626"/>
                    </a:lnTo>
                    <a:lnTo>
                      <a:pt x="1323604" y="330660"/>
                    </a:lnTo>
                    <a:lnTo>
                      <a:pt x="1512458" y="334610"/>
                    </a:lnTo>
                    <a:lnTo>
                      <a:pt x="1701394" y="337055"/>
                    </a:lnTo>
                    <a:lnTo>
                      <a:pt x="1890492" y="339827"/>
                    </a:lnTo>
                    <a:lnTo>
                      <a:pt x="2079752" y="341595"/>
                    </a:lnTo>
                    <a:lnTo>
                      <a:pt x="2269134" y="342446"/>
                    </a:lnTo>
                    <a:lnTo>
                      <a:pt x="2688173" y="346178"/>
                    </a:lnTo>
                    <a:cubicBezTo>
                      <a:pt x="2688946" y="346244"/>
                      <a:pt x="2689677" y="345960"/>
                      <a:pt x="2690165" y="345655"/>
                    </a:cubicBezTo>
                    <a:lnTo>
                      <a:pt x="2726781" y="321623"/>
                    </a:lnTo>
                    <a:lnTo>
                      <a:pt x="2762464" y="297592"/>
                    </a:lnTo>
                    <a:lnTo>
                      <a:pt x="2796479" y="273932"/>
                    </a:lnTo>
                    <a:lnTo>
                      <a:pt x="2831552" y="248308"/>
                    </a:lnTo>
                    <a:lnTo>
                      <a:pt x="2864836" y="223208"/>
                    </a:lnTo>
                    <a:lnTo>
                      <a:pt x="2897429" y="197736"/>
                    </a:lnTo>
                    <a:lnTo>
                      <a:pt x="2929291" y="171959"/>
                    </a:lnTo>
                    <a:lnTo>
                      <a:pt x="2959649" y="146335"/>
                    </a:lnTo>
                    <a:lnTo>
                      <a:pt x="3094777" y="147295"/>
                    </a:lnTo>
                    <a:lnTo>
                      <a:pt x="3267822" y="147622"/>
                    </a:lnTo>
                    <a:lnTo>
                      <a:pt x="3440948" y="147666"/>
                    </a:lnTo>
                    <a:lnTo>
                      <a:pt x="3614196" y="147142"/>
                    </a:lnTo>
                    <a:lnTo>
                      <a:pt x="3787526" y="147142"/>
                    </a:lnTo>
                    <a:lnTo>
                      <a:pt x="3960978" y="146662"/>
                    </a:lnTo>
                    <a:lnTo>
                      <a:pt x="4134510" y="148583"/>
                    </a:lnTo>
                    <a:lnTo>
                      <a:pt x="4308165" y="150722"/>
                    </a:lnTo>
                    <a:cubicBezTo>
                      <a:pt x="4308856" y="150656"/>
                      <a:pt x="4309913" y="150503"/>
                      <a:pt x="4310360" y="150089"/>
                    </a:cubicBezTo>
                    <a:lnTo>
                      <a:pt x="4325884" y="136229"/>
                    </a:lnTo>
                    <a:lnTo>
                      <a:pt x="4341003" y="122063"/>
                    </a:lnTo>
                    <a:lnTo>
                      <a:pt x="4355836" y="107352"/>
                    </a:lnTo>
                    <a:lnTo>
                      <a:pt x="4370345" y="92336"/>
                    </a:lnTo>
                    <a:lnTo>
                      <a:pt x="4384569" y="76839"/>
                    </a:lnTo>
                    <a:lnTo>
                      <a:pt x="4398508" y="60644"/>
                    </a:lnTo>
                    <a:lnTo>
                      <a:pt x="4412082" y="43008"/>
                    </a:lnTo>
                    <a:lnTo>
                      <a:pt x="4425371" y="27074"/>
                    </a:lnTo>
                    <a:lnTo>
                      <a:pt x="4438335" y="13433"/>
                    </a:lnTo>
                    <a:lnTo>
                      <a:pt x="4450324" y="2890"/>
                    </a:lnTo>
                    <a:lnTo>
                      <a:pt x="4605163" y="6033"/>
                    </a:lnTo>
                    <a:lnTo>
                      <a:pt x="4761627" y="10399"/>
                    </a:lnTo>
                    <a:lnTo>
                      <a:pt x="4918131" y="13542"/>
                    </a:lnTo>
                    <a:lnTo>
                      <a:pt x="5074798" y="17645"/>
                    </a:lnTo>
                    <a:lnTo>
                      <a:pt x="5231466" y="20570"/>
                    </a:lnTo>
                    <a:lnTo>
                      <a:pt x="5388295" y="24935"/>
                    </a:lnTo>
                    <a:lnTo>
                      <a:pt x="5545369" y="30523"/>
                    </a:lnTo>
                    <a:lnTo>
                      <a:pt x="6018134" y="40585"/>
                    </a:lnTo>
                    <a:lnTo>
                      <a:pt x="6175492" y="44950"/>
                    </a:lnTo>
                    <a:lnTo>
                      <a:pt x="6332850" y="50756"/>
                    </a:lnTo>
                    <a:lnTo>
                      <a:pt x="6489924" y="55973"/>
                    </a:lnTo>
                    <a:lnTo>
                      <a:pt x="6646997" y="62411"/>
                    </a:lnTo>
                    <a:lnTo>
                      <a:pt x="6804071" y="67737"/>
                    </a:lnTo>
                    <a:lnTo>
                      <a:pt x="6961835" y="71426"/>
                    </a:lnTo>
                    <a:lnTo>
                      <a:pt x="7119681" y="74416"/>
                    </a:lnTo>
                    <a:lnTo>
                      <a:pt x="8694684" y="78301"/>
                    </a:lnTo>
                    <a:lnTo>
                      <a:pt x="8694684" y="78301"/>
                    </a:lnTo>
                    <a:cubicBezTo>
                      <a:pt x="8696066" y="78301"/>
                      <a:pt x="8697285" y="77646"/>
                      <a:pt x="8697285" y="76904"/>
                    </a:cubicBezTo>
                    <a:cubicBezTo>
                      <a:pt x="8697285" y="76097"/>
                      <a:pt x="8696188" y="75529"/>
                      <a:pt x="8694684" y="75464"/>
                    </a:cubicBezTo>
                    <a:lnTo>
                      <a:pt x="7119803" y="71579"/>
                    </a:lnTo>
                    <a:lnTo>
                      <a:pt x="6962039" y="68588"/>
                    </a:lnTo>
                    <a:lnTo>
                      <a:pt x="6804396" y="64921"/>
                    </a:lnTo>
                    <a:lnTo>
                      <a:pt x="6647323" y="59639"/>
                    </a:lnTo>
                    <a:lnTo>
                      <a:pt x="6490249" y="53201"/>
                    </a:lnTo>
                    <a:lnTo>
                      <a:pt x="6333175" y="47919"/>
                    </a:lnTo>
                    <a:lnTo>
                      <a:pt x="6175817" y="42113"/>
                    </a:lnTo>
                    <a:lnTo>
                      <a:pt x="6018378" y="37748"/>
                    </a:lnTo>
                    <a:lnTo>
                      <a:pt x="5545653" y="27664"/>
                    </a:lnTo>
                    <a:lnTo>
                      <a:pt x="5388580" y="22120"/>
                    </a:lnTo>
                    <a:lnTo>
                      <a:pt x="5231791" y="17689"/>
                    </a:lnTo>
                    <a:lnTo>
                      <a:pt x="5075083" y="14764"/>
                    </a:lnTo>
                    <a:lnTo>
                      <a:pt x="4918416" y="10726"/>
                    </a:lnTo>
                    <a:lnTo>
                      <a:pt x="4761952" y="7583"/>
                    </a:lnTo>
                    <a:lnTo>
                      <a:pt x="4605488" y="3218"/>
                    </a:lnTo>
                    <a:lnTo>
                      <a:pt x="4449146" y="9"/>
                    </a:lnTo>
                    <a:cubicBezTo>
                      <a:pt x="4448089" y="-56"/>
                      <a:pt x="4447398" y="228"/>
                      <a:pt x="4446910" y="642"/>
                    </a:cubicBezTo>
                    <a:lnTo>
                      <a:pt x="4434027" y="11927"/>
                    </a:lnTo>
                    <a:lnTo>
                      <a:pt x="4420941" y="25787"/>
                    </a:lnTo>
                    <a:lnTo>
                      <a:pt x="4407611" y="41785"/>
                    </a:lnTo>
                    <a:lnTo>
                      <a:pt x="4394038" y="59465"/>
                    </a:lnTo>
                    <a:lnTo>
                      <a:pt x="4380139" y="75507"/>
                    </a:lnTo>
                    <a:lnTo>
                      <a:pt x="4365955" y="90961"/>
                    </a:lnTo>
                    <a:lnTo>
                      <a:pt x="4351488" y="105999"/>
                    </a:lnTo>
                    <a:lnTo>
                      <a:pt x="4336776" y="120645"/>
                    </a:lnTo>
                    <a:lnTo>
                      <a:pt x="4321658" y="134701"/>
                    </a:lnTo>
                    <a:lnTo>
                      <a:pt x="4306987" y="147862"/>
                    </a:lnTo>
                    <a:lnTo>
                      <a:pt x="4134755" y="145789"/>
                    </a:lnTo>
                    <a:lnTo>
                      <a:pt x="3961181" y="143803"/>
                    </a:lnTo>
                    <a:lnTo>
                      <a:pt x="3787689" y="144283"/>
                    </a:lnTo>
                    <a:lnTo>
                      <a:pt x="3614359" y="144283"/>
                    </a:lnTo>
                    <a:lnTo>
                      <a:pt x="3441111" y="144807"/>
                    </a:lnTo>
                    <a:lnTo>
                      <a:pt x="3267985" y="144763"/>
                    </a:lnTo>
                    <a:lnTo>
                      <a:pt x="3095021" y="144436"/>
                    </a:lnTo>
                    <a:lnTo>
                      <a:pt x="2958470" y="143475"/>
                    </a:lnTo>
                    <a:lnTo>
                      <a:pt x="2958470" y="143475"/>
                    </a:lnTo>
                    <a:cubicBezTo>
                      <a:pt x="2957617" y="143475"/>
                      <a:pt x="2956804" y="143737"/>
                      <a:pt x="2956357" y="144108"/>
                    </a:cubicBezTo>
                    <a:lnTo>
                      <a:pt x="2926161" y="169623"/>
                    </a:lnTo>
                    <a:lnTo>
                      <a:pt x="2893446" y="196099"/>
                    </a:lnTo>
                    <a:lnTo>
                      <a:pt x="2860609" y="221723"/>
                    </a:lnTo>
                    <a:lnTo>
                      <a:pt x="2827365" y="246758"/>
                    </a:lnTo>
                    <a:lnTo>
                      <a:pt x="2793594" y="271488"/>
                    </a:lnTo>
                    <a:lnTo>
                      <a:pt x="2761163" y="294144"/>
                    </a:lnTo>
                    <a:lnTo>
                      <a:pt x="2725481" y="318175"/>
                    </a:lnTo>
                    <a:lnTo>
                      <a:pt x="2687280" y="343341"/>
                    </a:lnTo>
                    <a:lnTo>
                      <a:pt x="2269378" y="339609"/>
                    </a:lnTo>
                    <a:lnTo>
                      <a:pt x="2079955" y="338757"/>
                    </a:lnTo>
                    <a:lnTo>
                      <a:pt x="1890735" y="336989"/>
                    </a:lnTo>
                    <a:lnTo>
                      <a:pt x="1701637" y="334261"/>
                    </a:lnTo>
                    <a:lnTo>
                      <a:pt x="1512702" y="331751"/>
                    </a:lnTo>
                    <a:lnTo>
                      <a:pt x="1323889" y="327800"/>
                    </a:lnTo>
                    <a:lnTo>
                      <a:pt x="1135238" y="324810"/>
                    </a:lnTo>
                    <a:lnTo>
                      <a:pt x="946668" y="321034"/>
                    </a:lnTo>
                    <a:lnTo>
                      <a:pt x="758220" y="318633"/>
                    </a:lnTo>
                    <a:lnTo>
                      <a:pt x="569895" y="317040"/>
                    </a:lnTo>
                    <a:cubicBezTo>
                      <a:pt x="569366" y="316996"/>
                      <a:pt x="568838" y="317105"/>
                      <a:pt x="568432" y="317302"/>
                    </a:cubicBezTo>
                    <a:lnTo>
                      <a:pt x="505521" y="342293"/>
                    </a:lnTo>
                    <a:lnTo>
                      <a:pt x="436148" y="341704"/>
                    </a:lnTo>
                    <a:lnTo>
                      <a:pt x="435701" y="341704"/>
                    </a:lnTo>
                    <a:lnTo>
                      <a:pt x="315854" y="340744"/>
                    </a:lnTo>
                    <a:lnTo>
                      <a:pt x="125496" y="339630"/>
                    </a:lnTo>
                    <a:lnTo>
                      <a:pt x="125456" y="339630"/>
                    </a:lnTo>
                    <a:cubicBezTo>
                      <a:pt x="124968" y="339630"/>
                      <a:pt x="124480" y="339739"/>
                      <a:pt x="124074" y="339892"/>
                    </a:cubicBezTo>
                    <a:lnTo>
                      <a:pt x="54173" y="365582"/>
                    </a:lnTo>
                    <a:lnTo>
                      <a:pt x="0" y="386426"/>
                    </a:lnTo>
                    <a:lnTo>
                      <a:pt x="8900" y="38642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89" name="Freeform: Shape 688">
                <a:extLst>
                  <a:ext uri="{FF2B5EF4-FFF2-40B4-BE49-F238E27FC236}">
                    <a16:creationId xmlns:a16="http://schemas.microsoft.com/office/drawing/2014/main" id="{2CA8B7B1-F172-49DA-9B8C-A757366ACF5D}"/>
                  </a:ext>
                </a:extLst>
              </p:cNvPr>
              <p:cNvSpPr/>
              <p:nvPr/>
            </p:nvSpPr>
            <p:spPr>
              <a:xfrm>
                <a:off x="4740240" y="6494278"/>
                <a:ext cx="4517511" cy="86585"/>
              </a:xfrm>
              <a:custGeom>
                <a:avLst/>
                <a:gdLst>
                  <a:gd name="connsiteX0" fmla="*/ 4515073 w 4517511"/>
                  <a:gd name="connsiteY0" fmla="*/ 86586 h 86585"/>
                  <a:gd name="connsiteX1" fmla="*/ 4515073 w 4517511"/>
                  <a:gd name="connsiteY1" fmla="*/ 86586 h 86585"/>
                  <a:gd name="connsiteX2" fmla="*/ 2955838 w 4517511"/>
                  <a:gd name="connsiteY2" fmla="*/ 82744 h 86585"/>
                  <a:gd name="connsiteX3" fmla="*/ 2799862 w 4517511"/>
                  <a:gd name="connsiteY3" fmla="*/ 81348 h 86585"/>
                  <a:gd name="connsiteX4" fmla="*/ 2644495 w 4517511"/>
                  <a:gd name="connsiteY4" fmla="*/ 76284 h 86585"/>
                  <a:gd name="connsiteX5" fmla="*/ 2489332 w 4517511"/>
                  <a:gd name="connsiteY5" fmla="*/ 70369 h 86585"/>
                  <a:gd name="connsiteX6" fmla="*/ 2334168 w 4517511"/>
                  <a:gd name="connsiteY6" fmla="*/ 61507 h 86585"/>
                  <a:gd name="connsiteX7" fmla="*/ 2178883 w 4517511"/>
                  <a:gd name="connsiteY7" fmla="*/ 54479 h 86585"/>
                  <a:gd name="connsiteX8" fmla="*/ 2023394 w 4517511"/>
                  <a:gd name="connsiteY8" fmla="*/ 49219 h 86585"/>
                  <a:gd name="connsiteX9" fmla="*/ 1867418 w 4517511"/>
                  <a:gd name="connsiteY9" fmla="*/ 43129 h 86585"/>
                  <a:gd name="connsiteX10" fmla="*/ 1711238 w 4517511"/>
                  <a:gd name="connsiteY10" fmla="*/ 41099 h 86585"/>
                  <a:gd name="connsiteX11" fmla="*/ 1554774 w 4517511"/>
                  <a:gd name="connsiteY11" fmla="*/ 37738 h 86585"/>
                  <a:gd name="connsiteX12" fmla="*/ 1398391 w 4517511"/>
                  <a:gd name="connsiteY12" fmla="*/ 36341 h 86585"/>
                  <a:gd name="connsiteX13" fmla="*/ 1242090 w 4517511"/>
                  <a:gd name="connsiteY13" fmla="*/ 31976 h 86585"/>
                  <a:gd name="connsiteX14" fmla="*/ 1086520 w 4517511"/>
                  <a:gd name="connsiteY14" fmla="*/ 26432 h 86585"/>
                  <a:gd name="connsiteX15" fmla="*/ 899007 w 4517511"/>
                  <a:gd name="connsiteY15" fmla="*/ 24096 h 86585"/>
                  <a:gd name="connsiteX16" fmla="*/ 466516 w 4517511"/>
                  <a:gd name="connsiteY16" fmla="*/ 17854 h 86585"/>
                  <a:gd name="connsiteX17" fmla="*/ 311678 w 4517511"/>
                  <a:gd name="connsiteY17" fmla="*/ 14013 h 86585"/>
                  <a:gd name="connsiteX18" fmla="*/ 156961 w 4517511"/>
                  <a:gd name="connsiteY18" fmla="*/ 8054 h 86585"/>
                  <a:gd name="connsiteX19" fmla="*/ 2367 w 4517511"/>
                  <a:gd name="connsiteY19" fmla="*/ 2772 h 86585"/>
                  <a:gd name="connsiteX20" fmla="*/ 10 w 4517511"/>
                  <a:gd name="connsiteY20" fmla="*/ 1288 h 86585"/>
                  <a:gd name="connsiteX21" fmla="*/ 2692 w 4517511"/>
                  <a:gd name="connsiteY21" fmla="*/ 0 h 86585"/>
                  <a:gd name="connsiteX22" fmla="*/ 157286 w 4517511"/>
                  <a:gd name="connsiteY22" fmla="*/ 5282 h 86585"/>
                  <a:gd name="connsiteX23" fmla="*/ 312003 w 4517511"/>
                  <a:gd name="connsiteY23" fmla="*/ 11197 h 86585"/>
                  <a:gd name="connsiteX24" fmla="*/ 466719 w 4517511"/>
                  <a:gd name="connsiteY24" fmla="*/ 15038 h 86585"/>
                  <a:gd name="connsiteX25" fmla="*/ 621558 w 4517511"/>
                  <a:gd name="connsiteY25" fmla="*/ 17112 h 86585"/>
                  <a:gd name="connsiteX26" fmla="*/ 931600 w 4517511"/>
                  <a:gd name="connsiteY26" fmla="*/ 21739 h 86585"/>
                  <a:gd name="connsiteX27" fmla="*/ 1086723 w 4517511"/>
                  <a:gd name="connsiteY27" fmla="*/ 23660 h 86585"/>
                  <a:gd name="connsiteX28" fmla="*/ 1242374 w 4517511"/>
                  <a:gd name="connsiteY28" fmla="*/ 29160 h 86585"/>
                  <a:gd name="connsiteX29" fmla="*/ 1398595 w 4517511"/>
                  <a:gd name="connsiteY29" fmla="*/ 33526 h 86585"/>
                  <a:gd name="connsiteX30" fmla="*/ 1554855 w 4517511"/>
                  <a:gd name="connsiteY30" fmla="*/ 34901 h 86585"/>
                  <a:gd name="connsiteX31" fmla="*/ 1711441 w 4517511"/>
                  <a:gd name="connsiteY31" fmla="*/ 38262 h 86585"/>
                  <a:gd name="connsiteX32" fmla="*/ 1867621 w 4517511"/>
                  <a:gd name="connsiteY32" fmla="*/ 40292 h 86585"/>
                  <a:gd name="connsiteX33" fmla="*/ 2023678 w 4517511"/>
                  <a:gd name="connsiteY33" fmla="*/ 46425 h 86585"/>
                  <a:gd name="connsiteX34" fmla="*/ 2179248 w 4517511"/>
                  <a:gd name="connsiteY34" fmla="*/ 51642 h 86585"/>
                  <a:gd name="connsiteX35" fmla="*/ 2334615 w 4517511"/>
                  <a:gd name="connsiteY35" fmla="*/ 58670 h 86585"/>
                  <a:gd name="connsiteX36" fmla="*/ 2489779 w 4517511"/>
                  <a:gd name="connsiteY36" fmla="*/ 67575 h 86585"/>
                  <a:gd name="connsiteX37" fmla="*/ 2644739 w 4517511"/>
                  <a:gd name="connsiteY37" fmla="*/ 73446 h 86585"/>
                  <a:gd name="connsiteX38" fmla="*/ 2800024 w 4517511"/>
                  <a:gd name="connsiteY38" fmla="*/ 78510 h 86585"/>
                  <a:gd name="connsiteX39" fmla="*/ 2955919 w 4517511"/>
                  <a:gd name="connsiteY39" fmla="*/ 79907 h 86585"/>
                  <a:gd name="connsiteX40" fmla="*/ 4515032 w 4517511"/>
                  <a:gd name="connsiteY40" fmla="*/ 83748 h 86585"/>
                  <a:gd name="connsiteX41" fmla="*/ 4517511 w 4517511"/>
                  <a:gd name="connsiteY41" fmla="*/ 85124 h 86585"/>
                  <a:gd name="connsiteX42" fmla="*/ 4515032 w 4517511"/>
                  <a:gd name="connsiteY42" fmla="*/ 86564 h 86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17511" h="86585">
                    <a:moveTo>
                      <a:pt x="4515073" y="86586"/>
                    </a:moveTo>
                    <a:lnTo>
                      <a:pt x="4515073" y="86586"/>
                    </a:lnTo>
                    <a:lnTo>
                      <a:pt x="2955838" y="82744"/>
                    </a:lnTo>
                    <a:lnTo>
                      <a:pt x="2799862" y="81348"/>
                    </a:lnTo>
                    <a:lnTo>
                      <a:pt x="2644495" y="76284"/>
                    </a:lnTo>
                    <a:lnTo>
                      <a:pt x="2489332" y="70369"/>
                    </a:lnTo>
                    <a:lnTo>
                      <a:pt x="2334168" y="61507"/>
                    </a:lnTo>
                    <a:lnTo>
                      <a:pt x="2178883" y="54479"/>
                    </a:lnTo>
                    <a:lnTo>
                      <a:pt x="2023394" y="49219"/>
                    </a:lnTo>
                    <a:lnTo>
                      <a:pt x="1867418" y="43129"/>
                    </a:lnTo>
                    <a:lnTo>
                      <a:pt x="1711238" y="41099"/>
                    </a:lnTo>
                    <a:lnTo>
                      <a:pt x="1554774" y="37738"/>
                    </a:lnTo>
                    <a:lnTo>
                      <a:pt x="1398391" y="36341"/>
                    </a:lnTo>
                    <a:lnTo>
                      <a:pt x="1242090" y="31976"/>
                    </a:lnTo>
                    <a:lnTo>
                      <a:pt x="1086520" y="26432"/>
                    </a:lnTo>
                    <a:lnTo>
                      <a:pt x="899007" y="24096"/>
                    </a:lnTo>
                    <a:lnTo>
                      <a:pt x="466516" y="17854"/>
                    </a:lnTo>
                    <a:lnTo>
                      <a:pt x="311678" y="14013"/>
                    </a:lnTo>
                    <a:lnTo>
                      <a:pt x="156961" y="8054"/>
                    </a:lnTo>
                    <a:lnTo>
                      <a:pt x="2367" y="2772"/>
                    </a:lnTo>
                    <a:cubicBezTo>
                      <a:pt x="944" y="2772"/>
                      <a:pt x="-112" y="2073"/>
                      <a:pt x="10" y="1288"/>
                    </a:cubicBezTo>
                    <a:cubicBezTo>
                      <a:pt x="50" y="546"/>
                      <a:pt x="1188" y="0"/>
                      <a:pt x="2692" y="0"/>
                    </a:cubicBezTo>
                    <a:lnTo>
                      <a:pt x="157286" y="5282"/>
                    </a:lnTo>
                    <a:lnTo>
                      <a:pt x="312003" y="11197"/>
                    </a:lnTo>
                    <a:lnTo>
                      <a:pt x="466719" y="15038"/>
                    </a:lnTo>
                    <a:lnTo>
                      <a:pt x="621558" y="17112"/>
                    </a:lnTo>
                    <a:lnTo>
                      <a:pt x="931600" y="21739"/>
                    </a:lnTo>
                    <a:lnTo>
                      <a:pt x="1086723" y="23660"/>
                    </a:lnTo>
                    <a:lnTo>
                      <a:pt x="1242374" y="29160"/>
                    </a:lnTo>
                    <a:lnTo>
                      <a:pt x="1398595" y="33526"/>
                    </a:lnTo>
                    <a:lnTo>
                      <a:pt x="1554855" y="34901"/>
                    </a:lnTo>
                    <a:lnTo>
                      <a:pt x="1711441" y="38262"/>
                    </a:lnTo>
                    <a:lnTo>
                      <a:pt x="1867621" y="40292"/>
                    </a:lnTo>
                    <a:lnTo>
                      <a:pt x="2023678" y="46425"/>
                    </a:lnTo>
                    <a:lnTo>
                      <a:pt x="2179248" y="51642"/>
                    </a:lnTo>
                    <a:lnTo>
                      <a:pt x="2334615" y="58670"/>
                    </a:lnTo>
                    <a:lnTo>
                      <a:pt x="2489779" y="67575"/>
                    </a:lnTo>
                    <a:lnTo>
                      <a:pt x="2644739" y="73446"/>
                    </a:lnTo>
                    <a:lnTo>
                      <a:pt x="2800024" y="78510"/>
                    </a:lnTo>
                    <a:lnTo>
                      <a:pt x="2955919" y="79907"/>
                    </a:lnTo>
                    <a:lnTo>
                      <a:pt x="4515032" y="83748"/>
                    </a:lnTo>
                    <a:cubicBezTo>
                      <a:pt x="4516414" y="83748"/>
                      <a:pt x="4517511" y="84381"/>
                      <a:pt x="4517511" y="85124"/>
                    </a:cubicBezTo>
                    <a:cubicBezTo>
                      <a:pt x="4517511" y="85931"/>
                      <a:pt x="4516414" y="86564"/>
                      <a:pt x="4515032" y="865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0" name="Freeform: Shape 689">
                <a:extLst>
                  <a:ext uri="{FF2B5EF4-FFF2-40B4-BE49-F238E27FC236}">
                    <a16:creationId xmlns:a16="http://schemas.microsoft.com/office/drawing/2014/main" id="{3B3359D9-7E8A-4D39-B817-D0481902FC11}"/>
                  </a:ext>
                </a:extLst>
              </p:cNvPr>
              <p:cNvSpPr/>
              <p:nvPr/>
            </p:nvSpPr>
            <p:spPr>
              <a:xfrm>
                <a:off x="392379" y="6482532"/>
                <a:ext cx="8835908" cy="420360"/>
              </a:xfrm>
              <a:custGeom>
                <a:avLst/>
                <a:gdLst>
                  <a:gd name="connsiteX0" fmla="*/ 9307 w 8835908"/>
                  <a:gd name="connsiteY0" fmla="*/ 420360 h 420360"/>
                  <a:gd name="connsiteX1" fmla="*/ 61692 w 8835908"/>
                  <a:gd name="connsiteY1" fmla="*/ 400804 h 420360"/>
                  <a:gd name="connsiteX2" fmla="*/ 253472 w 8835908"/>
                  <a:gd name="connsiteY2" fmla="*/ 402070 h 420360"/>
                  <a:gd name="connsiteX3" fmla="*/ 446227 w 8835908"/>
                  <a:gd name="connsiteY3" fmla="*/ 402812 h 420360"/>
                  <a:gd name="connsiteX4" fmla="*/ 639064 w 8835908"/>
                  <a:gd name="connsiteY4" fmla="*/ 403990 h 420360"/>
                  <a:gd name="connsiteX5" fmla="*/ 832023 w 8835908"/>
                  <a:gd name="connsiteY5" fmla="*/ 405693 h 420360"/>
                  <a:gd name="connsiteX6" fmla="*/ 833608 w 8835908"/>
                  <a:gd name="connsiteY6" fmla="*/ 405431 h 420360"/>
                  <a:gd name="connsiteX7" fmla="*/ 895665 w 8835908"/>
                  <a:gd name="connsiteY7" fmla="*/ 380068 h 420360"/>
                  <a:gd name="connsiteX8" fmla="*/ 1085535 w 8835908"/>
                  <a:gd name="connsiteY8" fmla="*/ 382098 h 420360"/>
                  <a:gd name="connsiteX9" fmla="*/ 1276381 w 8835908"/>
                  <a:gd name="connsiteY9" fmla="*/ 385350 h 420360"/>
                  <a:gd name="connsiteX10" fmla="*/ 1658478 w 8835908"/>
                  <a:gd name="connsiteY10" fmla="*/ 393012 h 420360"/>
                  <a:gd name="connsiteX11" fmla="*/ 1849811 w 8835908"/>
                  <a:gd name="connsiteY11" fmla="*/ 395718 h 420360"/>
                  <a:gd name="connsiteX12" fmla="*/ 2041185 w 8835908"/>
                  <a:gd name="connsiteY12" fmla="*/ 397595 h 420360"/>
                  <a:gd name="connsiteX13" fmla="*/ 2232843 w 8835908"/>
                  <a:gd name="connsiteY13" fmla="*/ 399734 h 420360"/>
                  <a:gd name="connsiteX14" fmla="*/ 2424542 w 8835908"/>
                  <a:gd name="connsiteY14" fmla="*/ 400367 h 420360"/>
                  <a:gd name="connsiteX15" fmla="*/ 2616363 w 8835908"/>
                  <a:gd name="connsiteY15" fmla="*/ 401284 h 420360"/>
                  <a:gd name="connsiteX16" fmla="*/ 2808346 w 8835908"/>
                  <a:gd name="connsiteY16" fmla="*/ 403357 h 420360"/>
                  <a:gd name="connsiteX17" fmla="*/ 3000492 w 8835908"/>
                  <a:gd name="connsiteY17" fmla="*/ 405278 h 420360"/>
                  <a:gd name="connsiteX18" fmla="*/ 3192760 w 8835908"/>
                  <a:gd name="connsiteY18" fmla="*/ 406086 h 420360"/>
                  <a:gd name="connsiteX19" fmla="*/ 3385190 w 8835908"/>
                  <a:gd name="connsiteY19" fmla="*/ 405867 h 420360"/>
                  <a:gd name="connsiteX20" fmla="*/ 3387222 w 8835908"/>
                  <a:gd name="connsiteY20" fmla="*/ 405278 h 420360"/>
                  <a:gd name="connsiteX21" fmla="*/ 3418190 w 8835908"/>
                  <a:gd name="connsiteY21" fmla="*/ 381618 h 420360"/>
                  <a:gd name="connsiteX22" fmla="*/ 3448385 w 8835908"/>
                  <a:gd name="connsiteY22" fmla="*/ 357543 h 420360"/>
                  <a:gd name="connsiteX23" fmla="*/ 3506704 w 8835908"/>
                  <a:gd name="connsiteY23" fmla="*/ 309045 h 420360"/>
                  <a:gd name="connsiteX24" fmla="*/ 3534827 w 8835908"/>
                  <a:gd name="connsiteY24" fmla="*/ 284163 h 420360"/>
                  <a:gd name="connsiteX25" fmla="*/ 3562340 w 8835908"/>
                  <a:gd name="connsiteY25" fmla="*/ 258538 h 420360"/>
                  <a:gd name="connsiteX26" fmla="*/ 3589203 w 8835908"/>
                  <a:gd name="connsiteY26" fmla="*/ 232848 h 420360"/>
                  <a:gd name="connsiteX27" fmla="*/ 3615497 w 8835908"/>
                  <a:gd name="connsiteY27" fmla="*/ 207115 h 420360"/>
                  <a:gd name="connsiteX28" fmla="*/ 3641141 w 8835908"/>
                  <a:gd name="connsiteY28" fmla="*/ 180858 h 420360"/>
                  <a:gd name="connsiteX29" fmla="*/ 3665891 w 8835908"/>
                  <a:gd name="connsiteY29" fmla="*/ 156608 h 420360"/>
                  <a:gd name="connsiteX30" fmla="*/ 3690437 w 8835908"/>
                  <a:gd name="connsiteY30" fmla="*/ 142377 h 420360"/>
                  <a:gd name="connsiteX31" fmla="*/ 3737864 w 8835908"/>
                  <a:gd name="connsiteY31" fmla="*/ 111995 h 420360"/>
                  <a:gd name="connsiteX32" fmla="*/ 3760744 w 8835908"/>
                  <a:gd name="connsiteY32" fmla="*/ 96498 h 420360"/>
                  <a:gd name="connsiteX33" fmla="*/ 3783259 w 8835908"/>
                  <a:gd name="connsiteY33" fmla="*/ 82376 h 420360"/>
                  <a:gd name="connsiteX34" fmla="*/ 3805327 w 8835908"/>
                  <a:gd name="connsiteY34" fmla="*/ 67512 h 420360"/>
                  <a:gd name="connsiteX35" fmla="*/ 3826906 w 8835908"/>
                  <a:gd name="connsiteY35" fmla="*/ 51797 h 420360"/>
                  <a:gd name="connsiteX36" fmla="*/ 3888273 w 8835908"/>
                  <a:gd name="connsiteY36" fmla="*/ 4368 h 420360"/>
                  <a:gd name="connsiteX37" fmla="*/ 4041201 w 8835908"/>
                  <a:gd name="connsiteY37" fmla="*/ 6616 h 420360"/>
                  <a:gd name="connsiteX38" fmla="*/ 4195593 w 8835908"/>
                  <a:gd name="connsiteY38" fmla="*/ 10130 h 420360"/>
                  <a:gd name="connsiteX39" fmla="*/ 4350106 w 8835908"/>
                  <a:gd name="connsiteY39" fmla="*/ 14605 h 420360"/>
                  <a:gd name="connsiteX40" fmla="*/ 4352300 w 8835908"/>
                  <a:gd name="connsiteY40" fmla="*/ 14016 h 420360"/>
                  <a:gd name="connsiteX41" fmla="*/ 4366768 w 8835908"/>
                  <a:gd name="connsiteY41" fmla="*/ 2928 h 420360"/>
                  <a:gd name="connsiteX42" fmla="*/ 4518477 w 8835908"/>
                  <a:gd name="connsiteY42" fmla="*/ 9432 h 420360"/>
                  <a:gd name="connsiteX43" fmla="*/ 4671649 w 8835908"/>
                  <a:gd name="connsiteY43" fmla="*/ 15085 h 420360"/>
                  <a:gd name="connsiteX44" fmla="*/ 4824984 w 8835908"/>
                  <a:gd name="connsiteY44" fmla="*/ 19450 h 420360"/>
                  <a:gd name="connsiteX45" fmla="*/ 4978319 w 8835908"/>
                  <a:gd name="connsiteY45" fmla="*/ 21415 h 420360"/>
                  <a:gd name="connsiteX46" fmla="*/ 5131857 w 8835908"/>
                  <a:gd name="connsiteY46" fmla="*/ 23706 h 420360"/>
                  <a:gd name="connsiteX47" fmla="*/ 5253086 w 8835908"/>
                  <a:gd name="connsiteY47" fmla="*/ 23270 h 420360"/>
                  <a:gd name="connsiteX48" fmla="*/ 5439258 w 8835908"/>
                  <a:gd name="connsiteY48" fmla="*/ 23052 h 420360"/>
                  <a:gd name="connsiteX49" fmla="*/ 5593974 w 8835908"/>
                  <a:gd name="connsiteY49" fmla="*/ 24492 h 420360"/>
                  <a:gd name="connsiteX50" fmla="*/ 5749260 w 8835908"/>
                  <a:gd name="connsiteY50" fmla="*/ 29665 h 420360"/>
                  <a:gd name="connsiteX51" fmla="*/ 5904708 w 8835908"/>
                  <a:gd name="connsiteY51" fmla="*/ 30320 h 420360"/>
                  <a:gd name="connsiteX52" fmla="*/ 6059871 w 8835908"/>
                  <a:gd name="connsiteY52" fmla="*/ 29578 h 420360"/>
                  <a:gd name="connsiteX53" fmla="*/ 6214832 w 8835908"/>
                  <a:gd name="connsiteY53" fmla="*/ 34904 h 420360"/>
                  <a:gd name="connsiteX54" fmla="*/ 6369426 w 8835908"/>
                  <a:gd name="connsiteY54" fmla="*/ 39443 h 420360"/>
                  <a:gd name="connsiteX55" fmla="*/ 6523208 w 8835908"/>
                  <a:gd name="connsiteY55" fmla="*/ 45468 h 420360"/>
                  <a:gd name="connsiteX56" fmla="*/ 6676502 w 8835908"/>
                  <a:gd name="connsiteY56" fmla="*/ 52823 h 420360"/>
                  <a:gd name="connsiteX57" fmla="*/ 6829796 w 8835908"/>
                  <a:gd name="connsiteY57" fmla="*/ 64500 h 420360"/>
                  <a:gd name="connsiteX58" fmla="*/ 6982968 w 8835908"/>
                  <a:gd name="connsiteY58" fmla="*/ 71790 h 420360"/>
                  <a:gd name="connsiteX59" fmla="*/ 7136262 w 8835908"/>
                  <a:gd name="connsiteY59" fmla="*/ 76418 h 420360"/>
                  <a:gd name="connsiteX60" fmla="*/ 7289963 w 8835908"/>
                  <a:gd name="connsiteY60" fmla="*/ 80194 h 420360"/>
                  <a:gd name="connsiteX61" fmla="*/ 7444435 w 8835908"/>
                  <a:gd name="connsiteY61" fmla="*/ 81416 h 420360"/>
                  <a:gd name="connsiteX62" fmla="*/ 8833308 w 8835908"/>
                  <a:gd name="connsiteY62" fmla="*/ 84777 h 420360"/>
                  <a:gd name="connsiteX63" fmla="*/ 8833308 w 8835908"/>
                  <a:gd name="connsiteY63" fmla="*/ 84777 h 420360"/>
                  <a:gd name="connsiteX64" fmla="*/ 8835908 w 8835908"/>
                  <a:gd name="connsiteY64" fmla="*/ 83402 h 420360"/>
                  <a:gd name="connsiteX65" fmla="*/ 8833308 w 8835908"/>
                  <a:gd name="connsiteY65" fmla="*/ 81962 h 420360"/>
                  <a:gd name="connsiteX66" fmla="*/ 7444557 w 8835908"/>
                  <a:gd name="connsiteY66" fmla="*/ 78600 h 420360"/>
                  <a:gd name="connsiteX67" fmla="*/ 7290085 w 8835908"/>
                  <a:gd name="connsiteY67" fmla="*/ 77378 h 420360"/>
                  <a:gd name="connsiteX68" fmla="*/ 7136506 w 8835908"/>
                  <a:gd name="connsiteY68" fmla="*/ 73580 h 420360"/>
                  <a:gd name="connsiteX69" fmla="*/ 6983334 w 8835908"/>
                  <a:gd name="connsiteY69" fmla="*/ 68997 h 420360"/>
                  <a:gd name="connsiteX70" fmla="*/ 6830446 w 8835908"/>
                  <a:gd name="connsiteY70" fmla="*/ 61707 h 420360"/>
                  <a:gd name="connsiteX71" fmla="*/ 6677152 w 8835908"/>
                  <a:gd name="connsiteY71" fmla="*/ 50029 h 420360"/>
                  <a:gd name="connsiteX72" fmla="*/ 6523655 w 8835908"/>
                  <a:gd name="connsiteY72" fmla="*/ 42608 h 420360"/>
                  <a:gd name="connsiteX73" fmla="*/ 6369792 w 8835908"/>
                  <a:gd name="connsiteY73" fmla="*/ 36584 h 420360"/>
                  <a:gd name="connsiteX74" fmla="*/ 6215197 w 8835908"/>
                  <a:gd name="connsiteY74" fmla="*/ 32044 h 420360"/>
                  <a:gd name="connsiteX75" fmla="*/ 6060034 w 8835908"/>
                  <a:gd name="connsiteY75" fmla="*/ 26719 h 420360"/>
                  <a:gd name="connsiteX76" fmla="*/ 5904748 w 8835908"/>
                  <a:gd name="connsiteY76" fmla="*/ 27461 h 420360"/>
                  <a:gd name="connsiteX77" fmla="*/ 5749463 w 8835908"/>
                  <a:gd name="connsiteY77" fmla="*/ 26828 h 420360"/>
                  <a:gd name="connsiteX78" fmla="*/ 5594137 w 8835908"/>
                  <a:gd name="connsiteY78" fmla="*/ 21655 h 420360"/>
                  <a:gd name="connsiteX79" fmla="*/ 5439298 w 8835908"/>
                  <a:gd name="connsiteY79" fmla="*/ 20214 h 420360"/>
                  <a:gd name="connsiteX80" fmla="*/ 5285354 w 8835908"/>
                  <a:gd name="connsiteY80" fmla="*/ 20367 h 420360"/>
                  <a:gd name="connsiteX81" fmla="*/ 5131897 w 8835908"/>
                  <a:gd name="connsiteY81" fmla="*/ 20847 h 420360"/>
                  <a:gd name="connsiteX82" fmla="*/ 4978400 w 8835908"/>
                  <a:gd name="connsiteY82" fmla="*/ 18555 h 420360"/>
                  <a:gd name="connsiteX83" fmla="*/ 4825106 w 8835908"/>
                  <a:gd name="connsiteY83" fmla="*/ 16591 h 420360"/>
                  <a:gd name="connsiteX84" fmla="*/ 4671853 w 8835908"/>
                  <a:gd name="connsiteY84" fmla="*/ 12226 h 420360"/>
                  <a:gd name="connsiteX85" fmla="*/ 4518721 w 8835908"/>
                  <a:gd name="connsiteY85" fmla="*/ 6573 h 420360"/>
                  <a:gd name="connsiteX86" fmla="*/ 4365671 w 8835908"/>
                  <a:gd name="connsiteY86" fmla="*/ 25 h 420360"/>
                  <a:gd name="connsiteX87" fmla="*/ 4363395 w 8835908"/>
                  <a:gd name="connsiteY87" fmla="*/ 614 h 420360"/>
                  <a:gd name="connsiteX88" fmla="*/ 4348846 w 8835908"/>
                  <a:gd name="connsiteY88" fmla="*/ 11746 h 420360"/>
                  <a:gd name="connsiteX89" fmla="*/ 4195674 w 8835908"/>
                  <a:gd name="connsiteY89" fmla="*/ 7271 h 420360"/>
                  <a:gd name="connsiteX90" fmla="*/ 4041242 w 8835908"/>
                  <a:gd name="connsiteY90" fmla="*/ 3757 h 420360"/>
                  <a:gd name="connsiteX91" fmla="*/ 3886932 w 8835908"/>
                  <a:gd name="connsiteY91" fmla="*/ 1531 h 420360"/>
                  <a:gd name="connsiteX92" fmla="*/ 3884818 w 8835908"/>
                  <a:gd name="connsiteY92" fmla="*/ 2120 h 420360"/>
                  <a:gd name="connsiteX93" fmla="*/ 3822721 w 8835908"/>
                  <a:gd name="connsiteY93" fmla="*/ 50117 h 420360"/>
                  <a:gd name="connsiteX94" fmla="*/ 3801181 w 8835908"/>
                  <a:gd name="connsiteY94" fmla="*/ 65723 h 420360"/>
                  <a:gd name="connsiteX95" fmla="*/ 3779276 w 8835908"/>
                  <a:gd name="connsiteY95" fmla="*/ 80477 h 420360"/>
                  <a:gd name="connsiteX96" fmla="*/ 3756762 w 8835908"/>
                  <a:gd name="connsiteY96" fmla="*/ 94643 h 420360"/>
                  <a:gd name="connsiteX97" fmla="*/ 3733841 w 8835908"/>
                  <a:gd name="connsiteY97" fmla="*/ 110140 h 420360"/>
                  <a:gd name="connsiteX98" fmla="*/ 3686576 w 8835908"/>
                  <a:gd name="connsiteY98" fmla="*/ 140457 h 420360"/>
                  <a:gd name="connsiteX99" fmla="*/ 3661745 w 8835908"/>
                  <a:gd name="connsiteY99" fmla="*/ 154884 h 420360"/>
                  <a:gd name="connsiteX100" fmla="*/ 3636630 w 8835908"/>
                  <a:gd name="connsiteY100" fmla="*/ 179395 h 420360"/>
                  <a:gd name="connsiteX101" fmla="*/ 3610986 w 8835908"/>
                  <a:gd name="connsiteY101" fmla="*/ 205718 h 420360"/>
                  <a:gd name="connsiteX102" fmla="*/ 3584692 w 8835908"/>
                  <a:gd name="connsiteY102" fmla="*/ 231342 h 420360"/>
                  <a:gd name="connsiteX103" fmla="*/ 3557829 w 8835908"/>
                  <a:gd name="connsiteY103" fmla="*/ 257032 h 420360"/>
                  <a:gd name="connsiteX104" fmla="*/ 3530397 w 8835908"/>
                  <a:gd name="connsiteY104" fmla="*/ 282613 h 420360"/>
                  <a:gd name="connsiteX105" fmla="*/ 3502274 w 8835908"/>
                  <a:gd name="connsiteY105" fmla="*/ 307452 h 420360"/>
                  <a:gd name="connsiteX106" fmla="*/ 3444078 w 8835908"/>
                  <a:gd name="connsiteY106" fmla="*/ 355950 h 420360"/>
                  <a:gd name="connsiteX107" fmla="*/ 3413841 w 8835908"/>
                  <a:gd name="connsiteY107" fmla="*/ 379937 h 420360"/>
                  <a:gd name="connsiteX108" fmla="*/ 3383687 w 8835908"/>
                  <a:gd name="connsiteY108" fmla="*/ 403074 h 420360"/>
                  <a:gd name="connsiteX109" fmla="*/ 3192638 w 8835908"/>
                  <a:gd name="connsiteY109" fmla="*/ 403226 h 420360"/>
                  <a:gd name="connsiteX110" fmla="*/ 3000370 w 8835908"/>
                  <a:gd name="connsiteY110" fmla="*/ 402441 h 420360"/>
                  <a:gd name="connsiteX111" fmla="*/ 2848702 w 8835908"/>
                  <a:gd name="connsiteY111" fmla="*/ 400935 h 420360"/>
                  <a:gd name="connsiteX112" fmla="*/ 2616241 w 8835908"/>
                  <a:gd name="connsiteY112" fmla="*/ 398425 h 420360"/>
                  <a:gd name="connsiteX113" fmla="*/ 2424420 w 8835908"/>
                  <a:gd name="connsiteY113" fmla="*/ 397573 h 420360"/>
                  <a:gd name="connsiteX114" fmla="*/ 2232721 w 8835908"/>
                  <a:gd name="connsiteY114" fmla="*/ 396875 h 420360"/>
                  <a:gd name="connsiteX115" fmla="*/ 2041144 w 8835908"/>
                  <a:gd name="connsiteY115" fmla="*/ 394736 h 420360"/>
                  <a:gd name="connsiteX116" fmla="*/ 1849730 w 8835908"/>
                  <a:gd name="connsiteY116" fmla="*/ 392881 h 420360"/>
                  <a:gd name="connsiteX117" fmla="*/ 1658478 w 8835908"/>
                  <a:gd name="connsiteY117" fmla="*/ 390174 h 420360"/>
                  <a:gd name="connsiteX118" fmla="*/ 1276340 w 8835908"/>
                  <a:gd name="connsiteY118" fmla="*/ 382491 h 420360"/>
                  <a:gd name="connsiteX119" fmla="*/ 1085454 w 8835908"/>
                  <a:gd name="connsiteY119" fmla="*/ 379239 h 420360"/>
                  <a:gd name="connsiteX120" fmla="*/ 894690 w 8835908"/>
                  <a:gd name="connsiteY120" fmla="*/ 377209 h 420360"/>
                  <a:gd name="connsiteX121" fmla="*/ 893145 w 8835908"/>
                  <a:gd name="connsiteY121" fmla="*/ 377536 h 420360"/>
                  <a:gd name="connsiteX122" fmla="*/ 831088 w 8835908"/>
                  <a:gd name="connsiteY122" fmla="*/ 402855 h 420360"/>
                  <a:gd name="connsiteX123" fmla="*/ 638942 w 8835908"/>
                  <a:gd name="connsiteY123" fmla="*/ 401153 h 420360"/>
                  <a:gd name="connsiteX124" fmla="*/ 446065 w 8835908"/>
                  <a:gd name="connsiteY124" fmla="*/ 400040 h 420360"/>
                  <a:gd name="connsiteX125" fmla="*/ 253309 w 8835908"/>
                  <a:gd name="connsiteY125" fmla="*/ 399254 h 420360"/>
                  <a:gd name="connsiteX126" fmla="*/ 60716 w 8835908"/>
                  <a:gd name="connsiteY126" fmla="*/ 397966 h 420360"/>
                  <a:gd name="connsiteX127" fmla="*/ 59294 w 8835908"/>
                  <a:gd name="connsiteY127" fmla="*/ 398228 h 420360"/>
                  <a:gd name="connsiteX128" fmla="*/ 0 w 8835908"/>
                  <a:gd name="connsiteY128" fmla="*/ 420338 h 420360"/>
                  <a:gd name="connsiteX129" fmla="*/ 9063 w 8835908"/>
                  <a:gd name="connsiteY129" fmla="*/ 420338 h 420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8835908" h="420360">
                    <a:moveTo>
                      <a:pt x="9307" y="420360"/>
                    </a:moveTo>
                    <a:lnTo>
                      <a:pt x="61692" y="400804"/>
                    </a:lnTo>
                    <a:lnTo>
                      <a:pt x="253472" y="402070"/>
                    </a:lnTo>
                    <a:lnTo>
                      <a:pt x="446227" y="402812"/>
                    </a:lnTo>
                    <a:lnTo>
                      <a:pt x="639064" y="403990"/>
                    </a:lnTo>
                    <a:lnTo>
                      <a:pt x="832023" y="405693"/>
                    </a:lnTo>
                    <a:cubicBezTo>
                      <a:pt x="832551" y="405736"/>
                      <a:pt x="833161" y="405584"/>
                      <a:pt x="833608" y="405431"/>
                    </a:cubicBezTo>
                    <a:lnTo>
                      <a:pt x="895665" y="380068"/>
                    </a:lnTo>
                    <a:lnTo>
                      <a:pt x="1085535" y="382098"/>
                    </a:lnTo>
                    <a:lnTo>
                      <a:pt x="1276381" y="385350"/>
                    </a:lnTo>
                    <a:lnTo>
                      <a:pt x="1658478" y="393012"/>
                    </a:lnTo>
                    <a:lnTo>
                      <a:pt x="1849811" y="395718"/>
                    </a:lnTo>
                    <a:lnTo>
                      <a:pt x="2041185" y="397595"/>
                    </a:lnTo>
                    <a:lnTo>
                      <a:pt x="2232843" y="399734"/>
                    </a:lnTo>
                    <a:lnTo>
                      <a:pt x="2424542" y="400367"/>
                    </a:lnTo>
                    <a:lnTo>
                      <a:pt x="2616363" y="401284"/>
                    </a:lnTo>
                    <a:lnTo>
                      <a:pt x="2808346" y="403357"/>
                    </a:lnTo>
                    <a:lnTo>
                      <a:pt x="3000492" y="405278"/>
                    </a:lnTo>
                    <a:lnTo>
                      <a:pt x="3192760" y="406086"/>
                    </a:lnTo>
                    <a:lnTo>
                      <a:pt x="3385190" y="405867"/>
                    </a:lnTo>
                    <a:cubicBezTo>
                      <a:pt x="3386003" y="405867"/>
                      <a:pt x="3386735" y="405649"/>
                      <a:pt x="3387222" y="405278"/>
                    </a:cubicBezTo>
                    <a:lnTo>
                      <a:pt x="3418190" y="381618"/>
                    </a:lnTo>
                    <a:lnTo>
                      <a:pt x="3448385" y="357543"/>
                    </a:lnTo>
                    <a:lnTo>
                      <a:pt x="3506704" y="309045"/>
                    </a:lnTo>
                    <a:lnTo>
                      <a:pt x="3534827" y="284163"/>
                    </a:lnTo>
                    <a:lnTo>
                      <a:pt x="3562340" y="258538"/>
                    </a:lnTo>
                    <a:lnTo>
                      <a:pt x="3589203" y="232848"/>
                    </a:lnTo>
                    <a:lnTo>
                      <a:pt x="3615497" y="207115"/>
                    </a:lnTo>
                    <a:lnTo>
                      <a:pt x="3641141" y="180858"/>
                    </a:lnTo>
                    <a:lnTo>
                      <a:pt x="3665891" y="156608"/>
                    </a:lnTo>
                    <a:lnTo>
                      <a:pt x="3690437" y="142377"/>
                    </a:lnTo>
                    <a:lnTo>
                      <a:pt x="3737864" y="111995"/>
                    </a:lnTo>
                    <a:lnTo>
                      <a:pt x="3760744" y="96498"/>
                    </a:lnTo>
                    <a:lnTo>
                      <a:pt x="3783259" y="82376"/>
                    </a:lnTo>
                    <a:lnTo>
                      <a:pt x="3805327" y="67512"/>
                    </a:lnTo>
                    <a:lnTo>
                      <a:pt x="3826906" y="51797"/>
                    </a:lnTo>
                    <a:lnTo>
                      <a:pt x="3888273" y="4368"/>
                    </a:lnTo>
                    <a:lnTo>
                      <a:pt x="4041201" y="6616"/>
                    </a:lnTo>
                    <a:lnTo>
                      <a:pt x="4195593" y="10130"/>
                    </a:lnTo>
                    <a:lnTo>
                      <a:pt x="4350106" y="14605"/>
                    </a:lnTo>
                    <a:cubicBezTo>
                      <a:pt x="4350959" y="14605"/>
                      <a:pt x="4351772" y="14452"/>
                      <a:pt x="4352300" y="14016"/>
                    </a:cubicBezTo>
                    <a:lnTo>
                      <a:pt x="4366768" y="2928"/>
                    </a:lnTo>
                    <a:lnTo>
                      <a:pt x="4518477" y="9432"/>
                    </a:lnTo>
                    <a:lnTo>
                      <a:pt x="4671649" y="15085"/>
                    </a:lnTo>
                    <a:lnTo>
                      <a:pt x="4824984" y="19450"/>
                    </a:lnTo>
                    <a:lnTo>
                      <a:pt x="4978319" y="21415"/>
                    </a:lnTo>
                    <a:lnTo>
                      <a:pt x="5131857" y="23706"/>
                    </a:lnTo>
                    <a:lnTo>
                      <a:pt x="5253086" y="23270"/>
                    </a:lnTo>
                    <a:lnTo>
                      <a:pt x="5439258" y="23052"/>
                    </a:lnTo>
                    <a:lnTo>
                      <a:pt x="5593974" y="24492"/>
                    </a:lnTo>
                    <a:lnTo>
                      <a:pt x="5749260" y="29665"/>
                    </a:lnTo>
                    <a:lnTo>
                      <a:pt x="5904708" y="30320"/>
                    </a:lnTo>
                    <a:lnTo>
                      <a:pt x="6059871" y="29578"/>
                    </a:lnTo>
                    <a:lnTo>
                      <a:pt x="6214832" y="34904"/>
                    </a:lnTo>
                    <a:lnTo>
                      <a:pt x="6369426" y="39443"/>
                    </a:lnTo>
                    <a:lnTo>
                      <a:pt x="6523208" y="45468"/>
                    </a:lnTo>
                    <a:lnTo>
                      <a:pt x="6676502" y="52823"/>
                    </a:lnTo>
                    <a:lnTo>
                      <a:pt x="6829796" y="64500"/>
                    </a:lnTo>
                    <a:lnTo>
                      <a:pt x="6982968" y="71790"/>
                    </a:lnTo>
                    <a:lnTo>
                      <a:pt x="7136262" y="76418"/>
                    </a:lnTo>
                    <a:lnTo>
                      <a:pt x="7289963" y="80194"/>
                    </a:lnTo>
                    <a:lnTo>
                      <a:pt x="7444435" y="81416"/>
                    </a:lnTo>
                    <a:lnTo>
                      <a:pt x="8833308" y="84777"/>
                    </a:lnTo>
                    <a:lnTo>
                      <a:pt x="8833308" y="84777"/>
                    </a:lnTo>
                    <a:cubicBezTo>
                      <a:pt x="8834689" y="84777"/>
                      <a:pt x="8835908" y="84144"/>
                      <a:pt x="8835908" y="83402"/>
                    </a:cubicBezTo>
                    <a:cubicBezTo>
                      <a:pt x="8835908" y="82595"/>
                      <a:pt x="8834729" y="81962"/>
                      <a:pt x="8833308" y="81962"/>
                    </a:cubicBezTo>
                    <a:lnTo>
                      <a:pt x="7444557" y="78600"/>
                    </a:lnTo>
                    <a:lnTo>
                      <a:pt x="7290085" y="77378"/>
                    </a:lnTo>
                    <a:lnTo>
                      <a:pt x="7136506" y="73580"/>
                    </a:lnTo>
                    <a:lnTo>
                      <a:pt x="6983334" y="68997"/>
                    </a:lnTo>
                    <a:lnTo>
                      <a:pt x="6830446" y="61707"/>
                    </a:lnTo>
                    <a:lnTo>
                      <a:pt x="6677152" y="50029"/>
                    </a:lnTo>
                    <a:lnTo>
                      <a:pt x="6523655" y="42608"/>
                    </a:lnTo>
                    <a:lnTo>
                      <a:pt x="6369792" y="36584"/>
                    </a:lnTo>
                    <a:lnTo>
                      <a:pt x="6215197" y="32044"/>
                    </a:lnTo>
                    <a:lnTo>
                      <a:pt x="6060034" y="26719"/>
                    </a:lnTo>
                    <a:lnTo>
                      <a:pt x="5904748" y="27461"/>
                    </a:lnTo>
                    <a:lnTo>
                      <a:pt x="5749463" y="26828"/>
                    </a:lnTo>
                    <a:lnTo>
                      <a:pt x="5594137" y="21655"/>
                    </a:lnTo>
                    <a:lnTo>
                      <a:pt x="5439298" y="20214"/>
                    </a:lnTo>
                    <a:lnTo>
                      <a:pt x="5285354" y="20367"/>
                    </a:lnTo>
                    <a:lnTo>
                      <a:pt x="5131897" y="20847"/>
                    </a:lnTo>
                    <a:lnTo>
                      <a:pt x="4978400" y="18555"/>
                    </a:lnTo>
                    <a:lnTo>
                      <a:pt x="4825106" y="16591"/>
                    </a:lnTo>
                    <a:lnTo>
                      <a:pt x="4671853" y="12226"/>
                    </a:lnTo>
                    <a:lnTo>
                      <a:pt x="4518721" y="6573"/>
                    </a:lnTo>
                    <a:lnTo>
                      <a:pt x="4365671" y="25"/>
                    </a:lnTo>
                    <a:cubicBezTo>
                      <a:pt x="4364696" y="-84"/>
                      <a:pt x="4363883" y="177"/>
                      <a:pt x="4363395" y="614"/>
                    </a:cubicBezTo>
                    <a:lnTo>
                      <a:pt x="4348846" y="11746"/>
                    </a:lnTo>
                    <a:lnTo>
                      <a:pt x="4195674" y="7271"/>
                    </a:lnTo>
                    <a:lnTo>
                      <a:pt x="4041242" y="3757"/>
                    </a:lnTo>
                    <a:lnTo>
                      <a:pt x="3886932" y="1531"/>
                    </a:lnTo>
                    <a:cubicBezTo>
                      <a:pt x="3886241" y="1465"/>
                      <a:pt x="3885306" y="1749"/>
                      <a:pt x="3884818" y="2120"/>
                    </a:cubicBezTo>
                    <a:lnTo>
                      <a:pt x="3822721" y="50117"/>
                    </a:lnTo>
                    <a:lnTo>
                      <a:pt x="3801181" y="65723"/>
                    </a:lnTo>
                    <a:lnTo>
                      <a:pt x="3779276" y="80477"/>
                    </a:lnTo>
                    <a:lnTo>
                      <a:pt x="3756762" y="94643"/>
                    </a:lnTo>
                    <a:lnTo>
                      <a:pt x="3733841" y="110140"/>
                    </a:lnTo>
                    <a:lnTo>
                      <a:pt x="3686576" y="140457"/>
                    </a:lnTo>
                    <a:lnTo>
                      <a:pt x="3661745" y="154884"/>
                    </a:lnTo>
                    <a:lnTo>
                      <a:pt x="3636630" y="179395"/>
                    </a:lnTo>
                    <a:lnTo>
                      <a:pt x="3610986" y="205718"/>
                    </a:lnTo>
                    <a:lnTo>
                      <a:pt x="3584692" y="231342"/>
                    </a:lnTo>
                    <a:lnTo>
                      <a:pt x="3557829" y="257032"/>
                    </a:lnTo>
                    <a:lnTo>
                      <a:pt x="3530397" y="282613"/>
                    </a:lnTo>
                    <a:lnTo>
                      <a:pt x="3502274" y="307452"/>
                    </a:lnTo>
                    <a:lnTo>
                      <a:pt x="3444078" y="355950"/>
                    </a:lnTo>
                    <a:lnTo>
                      <a:pt x="3413841" y="379937"/>
                    </a:lnTo>
                    <a:lnTo>
                      <a:pt x="3383687" y="403074"/>
                    </a:lnTo>
                    <a:lnTo>
                      <a:pt x="3192638" y="403226"/>
                    </a:lnTo>
                    <a:lnTo>
                      <a:pt x="3000370" y="402441"/>
                    </a:lnTo>
                    <a:lnTo>
                      <a:pt x="2848702" y="400935"/>
                    </a:lnTo>
                    <a:lnTo>
                      <a:pt x="2616241" y="398425"/>
                    </a:lnTo>
                    <a:lnTo>
                      <a:pt x="2424420" y="397573"/>
                    </a:lnTo>
                    <a:lnTo>
                      <a:pt x="2232721" y="396875"/>
                    </a:lnTo>
                    <a:lnTo>
                      <a:pt x="2041144" y="394736"/>
                    </a:lnTo>
                    <a:lnTo>
                      <a:pt x="1849730" y="392881"/>
                    </a:lnTo>
                    <a:lnTo>
                      <a:pt x="1658478" y="390174"/>
                    </a:lnTo>
                    <a:lnTo>
                      <a:pt x="1276340" y="382491"/>
                    </a:lnTo>
                    <a:lnTo>
                      <a:pt x="1085454" y="379239"/>
                    </a:lnTo>
                    <a:lnTo>
                      <a:pt x="894690" y="377209"/>
                    </a:lnTo>
                    <a:cubicBezTo>
                      <a:pt x="894161" y="377253"/>
                      <a:pt x="893592" y="377318"/>
                      <a:pt x="893145" y="377536"/>
                    </a:cubicBezTo>
                    <a:lnTo>
                      <a:pt x="831088" y="402855"/>
                    </a:lnTo>
                    <a:lnTo>
                      <a:pt x="638942" y="401153"/>
                    </a:lnTo>
                    <a:lnTo>
                      <a:pt x="446065" y="400040"/>
                    </a:lnTo>
                    <a:lnTo>
                      <a:pt x="253309" y="399254"/>
                    </a:lnTo>
                    <a:lnTo>
                      <a:pt x="60716" y="397966"/>
                    </a:lnTo>
                    <a:cubicBezTo>
                      <a:pt x="60147" y="397966"/>
                      <a:pt x="59660" y="398032"/>
                      <a:pt x="59294" y="398228"/>
                    </a:cubicBezTo>
                    <a:lnTo>
                      <a:pt x="0" y="420338"/>
                    </a:lnTo>
                    <a:lnTo>
                      <a:pt x="9063" y="4203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1" name="Freeform: Shape 690">
                <a:extLst>
                  <a:ext uri="{FF2B5EF4-FFF2-40B4-BE49-F238E27FC236}">
                    <a16:creationId xmlns:a16="http://schemas.microsoft.com/office/drawing/2014/main" id="{3B38E449-FF57-4164-8D05-6F0E2889BDDB}"/>
                  </a:ext>
                </a:extLst>
              </p:cNvPr>
              <p:cNvSpPr/>
              <p:nvPr/>
            </p:nvSpPr>
            <p:spPr>
              <a:xfrm>
                <a:off x="2113" y="6458172"/>
                <a:ext cx="9197441" cy="444785"/>
              </a:xfrm>
              <a:custGeom>
                <a:avLst/>
                <a:gdLst>
                  <a:gd name="connsiteX0" fmla="*/ 9997 w 9197441"/>
                  <a:gd name="connsiteY0" fmla="*/ 444721 h 444785"/>
                  <a:gd name="connsiteX1" fmla="*/ 67056 w 9197441"/>
                  <a:gd name="connsiteY1" fmla="*/ 425797 h 444785"/>
                  <a:gd name="connsiteX2" fmla="*/ 258755 w 9197441"/>
                  <a:gd name="connsiteY2" fmla="*/ 425164 h 444785"/>
                  <a:gd name="connsiteX3" fmla="*/ 260055 w 9197441"/>
                  <a:gd name="connsiteY3" fmla="*/ 424946 h 444785"/>
                  <a:gd name="connsiteX4" fmla="*/ 334020 w 9197441"/>
                  <a:gd name="connsiteY4" fmla="*/ 399365 h 444785"/>
                  <a:gd name="connsiteX5" fmla="*/ 523443 w 9197441"/>
                  <a:gd name="connsiteY5" fmla="*/ 398994 h 444785"/>
                  <a:gd name="connsiteX6" fmla="*/ 524825 w 9197441"/>
                  <a:gd name="connsiteY6" fmla="*/ 398732 h 444785"/>
                  <a:gd name="connsiteX7" fmla="*/ 594644 w 9197441"/>
                  <a:gd name="connsiteY7" fmla="*/ 374112 h 444785"/>
                  <a:gd name="connsiteX8" fmla="*/ 781832 w 9197441"/>
                  <a:gd name="connsiteY8" fmla="*/ 374483 h 444785"/>
                  <a:gd name="connsiteX9" fmla="*/ 781873 w 9197441"/>
                  <a:gd name="connsiteY9" fmla="*/ 374483 h 444785"/>
                  <a:gd name="connsiteX10" fmla="*/ 783255 w 9197441"/>
                  <a:gd name="connsiteY10" fmla="*/ 374221 h 444785"/>
                  <a:gd name="connsiteX11" fmla="*/ 849823 w 9197441"/>
                  <a:gd name="connsiteY11" fmla="*/ 349928 h 444785"/>
                  <a:gd name="connsiteX12" fmla="*/ 978245 w 9197441"/>
                  <a:gd name="connsiteY12" fmla="*/ 300272 h 444785"/>
                  <a:gd name="connsiteX13" fmla="*/ 1040262 w 9197441"/>
                  <a:gd name="connsiteY13" fmla="*/ 273950 h 444785"/>
                  <a:gd name="connsiteX14" fmla="*/ 1100775 w 9197441"/>
                  <a:gd name="connsiteY14" fmla="*/ 247190 h 444785"/>
                  <a:gd name="connsiteX15" fmla="*/ 1159988 w 9197441"/>
                  <a:gd name="connsiteY15" fmla="*/ 223159 h 444785"/>
                  <a:gd name="connsiteX16" fmla="*/ 1217859 w 9197441"/>
                  <a:gd name="connsiteY16" fmla="*/ 198583 h 444785"/>
                  <a:gd name="connsiteX17" fmla="*/ 1274064 w 9197441"/>
                  <a:gd name="connsiteY17" fmla="*/ 173264 h 444785"/>
                  <a:gd name="connsiteX18" fmla="*/ 1329091 w 9197441"/>
                  <a:gd name="connsiteY18" fmla="*/ 156632 h 444785"/>
                  <a:gd name="connsiteX19" fmla="*/ 1382898 w 9197441"/>
                  <a:gd name="connsiteY19" fmla="*/ 142772 h 444785"/>
                  <a:gd name="connsiteX20" fmla="*/ 1435649 w 9197441"/>
                  <a:gd name="connsiteY20" fmla="*/ 131051 h 444785"/>
                  <a:gd name="connsiteX21" fmla="*/ 1486774 w 9197441"/>
                  <a:gd name="connsiteY21" fmla="*/ 119330 h 444785"/>
                  <a:gd name="connsiteX22" fmla="*/ 1650675 w 9197441"/>
                  <a:gd name="connsiteY22" fmla="*/ 115773 h 444785"/>
                  <a:gd name="connsiteX23" fmla="*/ 1815064 w 9197441"/>
                  <a:gd name="connsiteY23" fmla="*/ 111735 h 444785"/>
                  <a:gd name="connsiteX24" fmla="*/ 1979453 w 9197441"/>
                  <a:gd name="connsiteY24" fmla="*/ 109661 h 444785"/>
                  <a:gd name="connsiteX25" fmla="*/ 2144004 w 9197441"/>
                  <a:gd name="connsiteY25" fmla="*/ 111364 h 444785"/>
                  <a:gd name="connsiteX26" fmla="*/ 2308637 w 9197441"/>
                  <a:gd name="connsiteY26" fmla="*/ 111473 h 444785"/>
                  <a:gd name="connsiteX27" fmla="*/ 2473351 w 9197441"/>
                  <a:gd name="connsiteY27" fmla="*/ 111473 h 444785"/>
                  <a:gd name="connsiteX28" fmla="*/ 2638268 w 9197441"/>
                  <a:gd name="connsiteY28" fmla="*/ 113132 h 444785"/>
                  <a:gd name="connsiteX29" fmla="*/ 2803104 w 9197441"/>
                  <a:gd name="connsiteY29" fmla="*/ 113132 h 444785"/>
                  <a:gd name="connsiteX30" fmla="*/ 2968143 w 9197441"/>
                  <a:gd name="connsiteY30" fmla="*/ 116864 h 444785"/>
                  <a:gd name="connsiteX31" fmla="*/ 3133304 w 9197441"/>
                  <a:gd name="connsiteY31" fmla="*/ 118785 h 444785"/>
                  <a:gd name="connsiteX32" fmla="*/ 3298465 w 9197441"/>
                  <a:gd name="connsiteY32" fmla="*/ 119745 h 444785"/>
                  <a:gd name="connsiteX33" fmla="*/ 3463788 w 9197441"/>
                  <a:gd name="connsiteY33" fmla="*/ 123805 h 444785"/>
                  <a:gd name="connsiteX34" fmla="*/ 3629193 w 9197441"/>
                  <a:gd name="connsiteY34" fmla="*/ 127537 h 444785"/>
                  <a:gd name="connsiteX35" fmla="*/ 3794720 w 9197441"/>
                  <a:gd name="connsiteY35" fmla="*/ 131859 h 444785"/>
                  <a:gd name="connsiteX36" fmla="*/ 3960368 w 9197441"/>
                  <a:gd name="connsiteY36" fmla="*/ 134740 h 444785"/>
                  <a:gd name="connsiteX37" fmla="*/ 4126098 w 9197441"/>
                  <a:gd name="connsiteY37" fmla="*/ 136923 h 444785"/>
                  <a:gd name="connsiteX38" fmla="*/ 4291950 w 9197441"/>
                  <a:gd name="connsiteY38" fmla="*/ 138625 h 444785"/>
                  <a:gd name="connsiteX39" fmla="*/ 4294023 w 9197441"/>
                  <a:gd name="connsiteY39" fmla="*/ 138101 h 444785"/>
                  <a:gd name="connsiteX40" fmla="*/ 4336044 w 9197441"/>
                  <a:gd name="connsiteY40" fmla="*/ 107260 h 444785"/>
                  <a:gd name="connsiteX41" fmla="*/ 4356324 w 9197441"/>
                  <a:gd name="connsiteY41" fmla="*/ 91371 h 444785"/>
                  <a:gd name="connsiteX42" fmla="*/ 4376278 w 9197441"/>
                  <a:gd name="connsiteY42" fmla="*/ 76398 h 444785"/>
                  <a:gd name="connsiteX43" fmla="*/ 4395785 w 9197441"/>
                  <a:gd name="connsiteY43" fmla="*/ 61315 h 444785"/>
                  <a:gd name="connsiteX44" fmla="*/ 4415049 w 9197441"/>
                  <a:gd name="connsiteY44" fmla="*/ 47194 h 444785"/>
                  <a:gd name="connsiteX45" fmla="*/ 4433702 w 9197441"/>
                  <a:gd name="connsiteY45" fmla="*/ 30409 h 444785"/>
                  <a:gd name="connsiteX46" fmla="*/ 4452112 w 9197441"/>
                  <a:gd name="connsiteY46" fmla="*/ 16440 h 444785"/>
                  <a:gd name="connsiteX47" fmla="*/ 4469262 w 9197441"/>
                  <a:gd name="connsiteY47" fmla="*/ 2864 h 444785"/>
                  <a:gd name="connsiteX48" fmla="*/ 4619224 w 9197441"/>
                  <a:gd name="connsiteY48" fmla="*/ 9892 h 444785"/>
                  <a:gd name="connsiteX49" fmla="*/ 4770730 w 9197441"/>
                  <a:gd name="connsiteY49" fmla="*/ 15174 h 444785"/>
                  <a:gd name="connsiteX50" fmla="*/ 4922317 w 9197441"/>
                  <a:gd name="connsiteY50" fmla="*/ 20762 h 444785"/>
                  <a:gd name="connsiteX51" fmla="*/ 5074026 w 9197441"/>
                  <a:gd name="connsiteY51" fmla="*/ 27048 h 444785"/>
                  <a:gd name="connsiteX52" fmla="*/ 5225817 w 9197441"/>
                  <a:gd name="connsiteY52" fmla="*/ 31413 h 444785"/>
                  <a:gd name="connsiteX53" fmla="*/ 5377729 w 9197441"/>
                  <a:gd name="connsiteY53" fmla="*/ 35364 h 444785"/>
                  <a:gd name="connsiteX54" fmla="*/ 5529763 w 9197441"/>
                  <a:gd name="connsiteY54" fmla="*/ 37132 h 444785"/>
                  <a:gd name="connsiteX55" fmla="*/ 5649814 w 9197441"/>
                  <a:gd name="connsiteY55" fmla="*/ 36215 h 444785"/>
                  <a:gd name="connsiteX56" fmla="*/ 5835213 w 9197441"/>
                  <a:gd name="connsiteY56" fmla="*/ 33989 h 444785"/>
                  <a:gd name="connsiteX57" fmla="*/ 5988833 w 9197441"/>
                  <a:gd name="connsiteY57" fmla="*/ 30191 h 444785"/>
                  <a:gd name="connsiteX58" fmla="*/ 6143143 w 9197441"/>
                  <a:gd name="connsiteY58" fmla="*/ 32330 h 444785"/>
                  <a:gd name="connsiteX59" fmla="*/ 6297737 w 9197441"/>
                  <a:gd name="connsiteY59" fmla="*/ 32373 h 444785"/>
                  <a:gd name="connsiteX60" fmla="*/ 6452007 w 9197441"/>
                  <a:gd name="connsiteY60" fmla="*/ 29231 h 444785"/>
                  <a:gd name="connsiteX61" fmla="*/ 6605910 w 9197441"/>
                  <a:gd name="connsiteY61" fmla="*/ 32483 h 444785"/>
                  <a:gd name="connsiteX62" fmla="*/ 6759083 w 9197441"/>
                  <a:gd name="connsiteY62" fmla="*/ 37961 h 444785"/>
                  <a:gd name="connsiteX63" fmla="*/ 6911198 w 9197441"/>
                  <a:gd name="connsiteY63" fmla="*/ 44575 h 444785"/>
                  <a:gd name="connsiteX64" fmla="*/ 7062582 w 9197441"/>
                  <a:gd name="connsiteY64" fmla="*/ 54964 h 444785"/>
                  <a:gd name="connsiteX65" fmla="*/ 7213600 w 9197441"/>
                  <a:gd name="connsiteY65" fmla="*/ 66161 h 444785"/>
                  <a:gd name="connsiteX66" fmla="*/ 7364700 w 9197441"/>
                  <a:gd name="connsiteY66" fmla="*/ 76921 h 444785"/>
                  <a:gd name="connsiteX67" fmla="*/ 7515799 w 9197441"/>
                  <a:gd name="connsiteY67" fmla="*/ 83382 h 444785"/>
                  <a:gd name="connsiteX68" fmla="*/ 7667508 w 9197441"/>
                  <a:gd name="connsiteY68" fmla="*/ 88708 h 444785"/>
                  <a:gd name="connsiteX69" fmla="*/ 7819705 w 9197441"/>
                  <a:gd name="connsiteY69" fmla="*/ 92593 h 444785"/>
                  <a:gd name="connsiteX70" fmla="*/ 9194881 w 9197441"/>
                  <a:gd name="connsiteY70" fmla="*/ 95889 h 444785"/>
                  <a:gd name="connsiteX71" fmla="*/ 9194881 w 9197441"/>
                  <a:gd name="connsiteY71" fmla="*/ 95889 h 444785"/>
                  <a:gd name="connsiteX72" fmla="*/ 9197441 w 9197441"/>
                  <a:gd name="connsiteY72" fmla="*/ 94448 h 444785"/>
                  <a:gd name="connsiteX73" fmla="*/ 9194881 w 9197441"/>
                  <a:gd name="connsiteY73" fmla="*/ 93073 h 444785"/>
                  <a:gd name="connsiteX74" fmla="*/ 7819908 w 9197441"/>
                  <a:gd name="connsiteY74" fmla="*/ 89777 h 444785"/>
                  <a:gd name="connsiteX75" fmla="*/ 7667793 w 9197441"/>
                  <a:gd name="connsiteY75" fmla="*/ 85892 h 444785"/>
                  <a:gd name="connsiteX76" fmla="*/ 7516206 w 9197441"/>
                  <a:gd name="connsiteY76" fmla="*/ 80610 h 444785"/>
                  <a:gd name="connsiteX77" fmla="*/ 7365187 w 9197441"/>
                  <a:gd name="connsiteY77" fmla="*/ 74106 h 444785"/>
                  <a:gd name="connsiteX78" fmla="*/ 7214291 w 9197441"/>
                  <a:gd name="connsiteY78" fmla="*/ 63389 h 444785"/>
                  <a:gd name="connsiteX79" fmla="*/ 7063273 w 9197441"/>
                  <a:gd name="connsiteY79" fmla="*/ 52214 h 444785"/>
                  <a:gd name="connsiteX80" fmla="*/ 6911645 w 9197441"/>
                  <a:gd name="connsiteY80" fmla="*/ 41824 h 444785"/>
                  <a:gd name="connsiteX81" fmla="*/ 6759367 w 9197441"/>
                  <a:gd name="connsiteY81" fmla="*/ 35167 h 444785"/>
                  <a:gd name="connsiteX82" fmla="*/ 6606154 w 9197441"/>
                  <a:gd name="connsiteY82" fmla="*/ 29689 h 444785"/>
                  <a:gd name="connsiteX83" fmla="*/ 6451966 w 9197441"/>
                  <a:gd name="connsiteY83" fmla="*/ 26437 h 444785"/>
                  <a:gd name="connsiteX84" fmla="*/ 6297697 w 9197441"/>
                  <a:gd name="connsiteY84" fmla="*/ 29580 h 444785"/>
                  <a:gd name="connsiteX85" fmla="*/ 6143183 w 9197441"/>
                  <a:gd name="connsiteY85" fmla="*/ 29580 h 444785"/>
                  <a:gd name="connsiteX86" fmla="*/ 5988751 w 9197441"/>
                  <a:gd name="connsiteY86" fmla="*/ 27397 h 444785"/>
                  <a:gd name="connsiteX87" fmla="*/ 5834970 w 9197441"/>
                  <a:gd name="connsiteY87" fmla="*/ 31173 h 444785"/>
                  <a:gd name="connsiteX88" fmla="*/ 5681716 w 9197441"/>
                  <a:gd name="connsiteY88" fmla="*/ 33203 h 444785"/>
                  <a:gd name="connsiteX89" fmla="*/ 5529763 w 9197441"/>
                  <a:gd name="connsiteY89" fmla="*/ 34316 h 444785"/>
                  <a:gd name="connsiteX90" fmla="*/ 5377851 w 9197441"/>
                  <a:gd name="connsiteY90" fmla="*/ 32614 h 444785"/>
                  <a:gd name="connsiteX91" fmla="*/ 5226020 w 9197441"/>
                  <a:gd name="connsiteY91" fmla="*/ 28619 h 444785"/>
                  <a:gd name="connsiteX92" fmla="*/ 5074270 w 9197441"/>
                  <a:gd name="connsiteY92" fmla="*/ 24254 h 444785"/>
                  <a:gd name="connsiteX93" fmla="*/ 4922602 w 9197441"/>
                  <a:gd name="connsiteY93" fmla="*/ 17968 h 444785"/>
                  <a:gd name="connsiteX94" fmla="*/ 4771014 w 9197441"/>
                  <a:gd name="connsiteY94" fmla="*/ 12424 h 444785"/>
                  <a:gd name="connsiteX95" fmla="*/ 4619549 w 9197441"/>
                  <a:gd name="connsiteY95" fmla="*/ 7098 h 444785"/>
                  <a:gd name="connsiteX96" fmla="*/ 4468165 w 9197441"/>
                  <a:gd name="connsiteY96" fmla="*/ 5 h 444785"/>
                  <a:gd name="connsiteX97" fmla="*/ 4465889 w 9197441"/>
                  <a:gd name="connsiteY97" fmla="*/ 594 h 444785"/>
                  <a:gd name="connsiteX98" fmla="*/ 4447886 w 9197441"/>
                  <a:gd name="connsiteY98" fmla="*/ 14825 h 444785"/>
                  <a:gd name="connsiteX99" fmla="*/ 4429435 w 9197441"/>
                  <a:gd name="connsiteY99" fmla="*/ 28881 h 444785"/>
                  <a:gd name="connsiteX100" fmla="*/ 4410781 w 9197441"/>
                  <a:gd name="connsiteY100" fmla="*/ 45622 h 444785"/>
                  <a:gd name="connsiteX101" fmla="*/ 4391640 w 9197441"/>
                  <a:gd name="connsiteY101" fmla="*/ 59678 h 444785"/>
                  <a:gd name="connsiteX102" fmla="*/ 4372133 w 9197441"/>
                  <a:gd name="connsiteY102" fmla="*/ 74761 h 444785"/>
                  <a:gd name="connsiteX103" fmla="*/ 4352179 w 9197441"/>
                  <a:gd name="connsiteY103" fmla="*/ 89777 h 444785"/>
                  <a:gd name="connsiteX104" fmla="*/ 4331899 w 9197441"/>
                  <a:gd name="connsiteY104" fmla="*/ 105601 h 444785"/>
                  <a:gd name="connsiteX105" fmla="*/ 4290731 w 9197441"/>
                  <a:gd name="connsiteY105" fmla="*/ 135809 h 444785"/>
                  <a:gd name="connsiteX106" fmla="*/ 4126220 w 9197441"/>
                  <a:gd name="connsiteY106" fmla="*/ 134107 h 444785"/>
                  <a:gd name="connsiteX107" fmla="*/ 3960490 w 9197441"/>
                  <a:gd name="connsiteY107" fmla="*/ 131924 h 444785"/>
                  <a:gd name="connsiteX108" fmla="*/ 3794882 w 9197441"/>
                  <a:gd name="connsiteY108" fmla="*/ 129043 h 444785"/>
                  <a:gd name="connsiteX109" fmla="*/ 3664225 w 9197441"/>
                  <a:gd name="connsiteY109" fmla="*/ 125638 h 444785"/>
                  <a:gd name="connsiteX110" fmla="*/ 3463951 w 9197441"/>
                  <a:gd name="connsiteY110" fmla="*/ 121011 h 444785"/>
                  <a:gd name="connsiteX111" fmla="*/ 3298586 w 9197441"/>
                  <a:gd name="connsiteY111" fmla="*/ 116973 h 444785"/>
                  <a:gd name="connsiteX112" fmla="*/ 3133344 w 9197441"/>
                  <a:gd name="connsiteY112" fmla="*/ 116013 h 444785"/>
                  <a:gd name="connsiteX113" fmla="*/ 2968305 w 9197441"/>
                  <a:gd name="connsiteY113" fmla="*/ 114092 h 444785"/>
                  <a:gd name="connsiteX114" fmla="*/ 2803225 w 9197441"/>
                  <a:gd name="connsiteY114" fmla="*/ 110360 h 444785"/>
                  <a:gd name="connsiteX115" fmla="*/ 2638349 w 9197441"/>
                  <a:gd name="connsiteY115" fmla="*/ 110360 h 444785"/>
                  <a:gd name="connsiteX116" fmla="*/ 2473432 w 9197441"/>
                  <a:gd name="connsiteY116" fmla="*/ 108701 h 444785"/>
                  <a:gd name="connsiteX117" fmla="*/ 2308677 w 9197441"/>
                  <a:gd name="connsiteY117" fmla="*/ 108745 h 444785"/>
                  <a:gd name="connsiteX118" fmla="*/ 2144085 w 9197441"/>
                  <a:gd name="connsiteY118" fmla="*/ 108635 h 444785"/>
                  <a:gd name="connsiteX119" fmla="*/ 1979493 w 9197441"/>
                  <a:gd name="connsiteY119" fmla="*/ 106867 h 444785"/>
                  <a:gd name="connsiteX120" fmla="*/ 1814942 w 9197441"/>
                  <a:gd name="connsiteY120" fmla="*/ 108941 h 444785"/>
                  <a:gd name="connsiteX121" fmla="*/ 1650472 w 9197441"/>
                  <a:gd name="connsiteY121" fmla="*/ 113044 h 444785"/>
                  <a:gd name="connsiteX122" fmla="*/ 1486124 w 9197441"/>
                  <a:gd name="connsiteY122" fmla="*/ 116602 h 444785"/>
                  <a:gd name="connsiteX123" fmla="*/ 1485270 w 9197441"/>
                  <a:gd name="connsiteY123" fmla="*/ 116711 h 444785"/>
                  <a:gd name="connsiteX124" fmla="*/ 1433698 w 9197441"/>
                  <a:gd name="connsiteY124" fmla="*/ 128498 h 444785"/>
                  <a:gd name="connsiteX125" fmla="*/ 1380866 w 9197441"/>
                  <a:gd name="connsiteY125" fmla="*/ 140218 h 444785"/>
                  <a:gd name="connsiteX126" fmla="*/ 1326774 w 9197441"/>
                  <a:gd name="connsiteY126" fmla="*/ 154187 h 444785"/>
                  <a:gd name="connsiteX127" fmla="*/ 1271260 w 9197441"/>
                  <a:gd name="connsiteY127" fmla="*/ 170972 h 444785"/>
                  <a:gd name="connsiteX128" fmla="*/ 1214730 w 9197441"/>
                  <a:gd name="connsiteY128" fmla="*/ 196444 h 444785"/>
                  <a:gd name="connsiteX129" fmla="*/ 1156858 w 9197441"/>
                  <a:gd name="connsiteY129" fmla="*/ 220955 h 444785"/>
                  <a:gd name="connsiteX130" fmla="*/ 1097646 w 9197441"/>
                  <a:gd name="connsiteY130" fmla="*/ 244986 h 444785"/>
                  <a:gd name="connsiteX131" fmla="*/ 1037092 w 9197441"/>
                  <a:gd name="connsiteY131" fmla="*/ 271745 h 444785"/>
                  <a:gd name="connsiteX132" fmla="*/ 975197 w 9197441"/>
                  <a:gd name="connsiteY132" fmla="*/ 298068 h 444785"/>
                  <a:gd name="connsiteX133" fmla="*/ 846897 w 9197441"/>
                  <a:gd name="connsiteY133" fmla="*/ 347636 h 444785"/>
                  <a:gd name="connsiteX134" fmla="*/ 781020 w 9197441"/>
                  <a:gd name="connsiteY134" fmla="*/ 371711 h 444785"/>
                  <a:gd name="connsiteX135" fmla="*/ 593832 w 9197441"/>
                  <a:gd name="connsiteY135" fmla="*/ 371340 h 444785"/>
                  <a:gd name="connsiteX136" fmla="*/ 593832 w 9197441"/>
                  <a:gd name="connsiteY136" fmla="*/ 371340 h 444785"/>
                  <a:gd name="connsiteX137" fmla="*/ 592450 w 9197441"/>
                  <a:gd name="connsiteY137" fmla="*/ 371558 h 444785"/>
                  <a:gd name="connsiteX138" fmla="*/ 522630 w 9197441"/>
                  <a:gd name="connsiteY138" fmla="*/ 396244 h 444785"/>
                  <a:gd name="connsiteX139" fmla="*/ 333207 w 9197441"/>
                  <a:gd name="connsiteY139" fmla="*/ 396658 h 444785"/>
                  <a:gd name="connsiteX140" fmla="*/ 331866 w 9197441"/>
                  <a:gd name="connsiteY140" fmla="*/ 396877 h 444785"/>
                  <a:gd name="connsiteX141" fmla="*/ 257942 w 9197441"/>
                  <a:gd name="connsiteY141" fmla="*/ 422392 h 444785"/>
                  <a:gd name="connsiteX142" fmla="*/ 66243 w 9197441"/>
                  <a:gd name="connsiteY142" fmla="*/ 423047 h 444785"/>
                  <a:gd name="connsiteX143" fmla="*/ 64943 w 9197441"/>
                  <a:gd name="connsiteY143" fmla="*/ 423265 h 444785"/>
                  <a:gd name="connsiteX144" fmla="*/ 0 w 9197441"/>
                  <a:gd name="connsiteY144" fmla="*/ 444786 h 444785"/>
                  <a:gd name="connsiteX145" fmla="*/ 9997 w 9197441"/>
                  <a:gd name="connsiteY145" fmla="*/ 444786 h 44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9197441" h="444785">
                    <a:moveTo>
                      <a:pt x="9997" y="444721"/>
                    </a:moveTo>
                    <a:lnTo>
                      <a:pt x="67056" y="425797"/>
                    </a:lnTo>
                    <a:lnTo>
                      <a:pt x="258755" y="425164"/>
                    </a:lnTo>
                    <a:cubicBezTo>
                      <a:pt x="259202" y="425164"/>
                      <a:pt x="259649" y="425098"/>
                      <a:pt x="260055" y="424946"/>
                    </a:cubicBezTo>
                    <a:lnTo>
                      <a:pt x="334020" y="399365"/>
                    </a:lnTo>
                    <a:lnTo>
                      <a:pt x="523443" y="398994"/>
                    </a:lnTo>
                    <a:cubicBezTo>
                      <a:pt x="523931" y="398994"/>
                      <a:pt x="524419" y="398885"/>
                      <a:pt x="524825" y="398732"/>
                    </a:cubicBezTo>
                    <a:lnTo>
                      <a:pt x="594644" y="374112"/>
                    </a:lnTo>
                    <a:lnTo>
                      <a:pt x="781832" y="374483"/>
                    </a:lnTo>
                    <a:lnTo>
                      <a:pt x="781873" y="374483"/>
                    </a:lnTo>
                    <a:cubicBezTo>
                      <a:pt x="782361" y="374483"/>
                      <a:pt x="782808" y="374374"/>
                      <a:pt x="783255" y="374221"/>
                    </a:cubicBezTo>
                    <a:lnTo>
                      <a:pt x="849823" y="349928"/>
                    </a:lnTo>
                    <a:lnTo>
                      <a:pt x="978245" y="300272"/>
                    </a:lnTo>
                    <a:lnTo>
                      <a:pt x="1040262" y="273950"/>
                    </a:lnTo>
                    <a:lnTo>
                      <a:pt x="1100775" y="247190"/>
                    </a:lnTo>
                    <a:lnTo>
                      <a:pt x="1159988" y="223159"/>
                    </a:lnTo>
                    <a:lnTo>
                      <a:pt x="1217859" y="198583"/>
                    </a:lnTo>
                    <a:lnTo>
                      <a:pt x="1274064" y="173264"/>
                    </a:lnTo>
                    <a:lnTo>
                      <a:pt x="1329091" y="156632"/>
                    </a:lnTo>
                    <a:lnTo>
                      <a:pt x="1382898" y="142772"/>
                    </a:lnTo>
                    <a:lnTo>
                      <a:pt x="1435649" y="131051"/>
                    </a:lnTo>
                    <a:lnTo>
                      <a:pt x="1486774" y="119330"/>
                    </a:lnTo>
                    <a:lnTo>
                      <a:pt x="1650675" y="115773"/>
                    </a:lnTo>
                    <a:lnTo>
                      <a:pt x="1815064" y="111735"/>
                    </a:lnTo>
                    <a:lnTo>
                      <a:pt x="1979453" y="109661"/>
                    </a:lnTo>
                    <a:lnTo>
                      <a:pt x="2144004" y="111364"/>
                    </a:lnTo>
                    <a:lnTo>
                      <a:pt x="2308637" y="111473"/>
                    </a:lnTo>
                    <a:lnTo>
                      <a:pt x="2473351" y="111473"/>
                    </a:lnTo>
                    <a:lnTo>
                      <a:pt x="2638268" y="113132"/>
                    </a:lnTo>
                    <a:lnTo>
                      <a:pt x="2803104" y="113132"/>
                    </a:lnTo>
                    <a:lnTo>
                      <a:pt x="2968143" y="116864"/>
                    </a:lnTo>
                    <a:lnTo>
                      <a:pt x="3133304" y="118785"/>
                    </a:lnTo>
                    <a:lnTo>
                      <a:pt x="3298465" y="119745"/>
                    </a:lnTo>
                    <a:lnTo>
                      <a:pt x="3463788" y="123805"/>
                    </a:lnTo>
                    <a:lnTo>
                      <a:pt x="3629193" y="127537"/>
                    </a:lnTo>
                    <a:lnTo>
                      <a:pt x="3794720" y="131859"/>
                    </a:lnTo>
                    <a:lnTo>
                      <a:pt x="3960368" y="134740"/>
                    </a:lnTo>
                    <a:lnTo>
                      <a:pt x="4126098" y="136923"/>
                    </a:lnTo>
                    <a:lnTo>
                      <a:pt x="4291950" y="138625"/>
                    </a:lnTo>
                    <a:cubicBezTo>
                      <a:pt x="4292844" y="138625"/>
                      <a:pt x="4293535" y="138472"/>
                      <a:pt x="4294023" y="138101"/>
                    </a:cubicBezTo>
                    <a:lnTo>
                      <a:pt x="4336044" y="107260"/>
                    </a:lnTo>
                    <a:lnTo>
                      <a:pt x="4356324" y="91371"/>
                    </a:lnTo>
                    <a:lnTo>
                      <a:pt x="4376278" y="76398"/>
                    </a:lnTo>
                    <a:lnTo>
                      <a:pt x="4395785" y="61315"/>
                    </a:lnTo>
                    <a:lnTo>
                      <a:pt x="4415049" y="47194"/>
                    </a:lnTo>
                    <a:lnTo>
                      <a:pt x="4433702" y="30409"/>
                    </a:lnTo>
                    <a:lnTo>
                      <a:pt x="4452112" y="16440"/>
                    </a:lnTo>
                    <a:lnTo>
                      <a:pt x="4469262" y="2864"/>
                    </a:lnTo>
                    <a:lnTo>
                      <a:pt x="4619224" y="9892"/>
                    </a:lnTo>
                    <a:lnTo>
                      <a:pt x="4770730" y="15174"/>
                    </a:lnTo>
                    <a:lnTo>
                      <a:pt x="4922317" y="20762"/>
                    </a:lnTo>
                    <a:lnTo>
                      <a:pt x="5074026" y="27048"/>
                    </a:lnTo>
                    <a:lnTo>
                      <a:pt x="5225817" y="31413"/>
                    </a:lnTo>
                    <a:lnTo>
                      <a:pt x="5377729" y="35364"/>
                    </a:lnTo>
                    <a:lnTo>
                      <a:pt x="5529763" y="37132"/>
                    </a:lnTo>
                    <a:lnTo>
                      <a:pt x="5649814" y="36215"/>
                    </a:lnTo>
                    <a:lnTo>
                      <a:pt x="5835213" y="33989"/>
                    </a:lnTo>
                    <a:lnTo>
                      <a:pt x="5988833" y="30191"/>
                    </a:lnTo>
                    <a:lnTo>
                      <a:pt x="6143143" y="32330"/>
                    </a:lnTo>
                    <a:lnTo>
                      <a:pt x="6297737" y="32373"/>
                    </a:lnTo>
                    <a:lnTo>
                      <a:pt x="6452007" y="29231"/>
                    </a:lnTo>
                    <a:lnTo>
                      <a:pt x="6605910" y="32483"/>
                    </a:lnTo>
                    <a:lnTo>
                      <a:pt x="6759083" y="37961"/>
                    </a:lnTo>
                    <a:lnTo>
                      <a:pt x="6911198" y="44575"/>
                    </a:lnTo>
                    <a:lnTo>
                      <a:pt x="7062582" y="54964"/>
                    </a:lnTo>
                    <a:lnTo>
                      <a:pt x="7213600" y="66161"/>
                    </a:lnTo>
                    <a:lnTo>
                      <a:pt x="7364700" y="76921"/>
                    </a:lnTo>
                    <a:lnTo>
                      <a:pt x="7515799" y="83382"/>
                    </a:lnTo>
                    <a:lnTo>
                      <a:pt x="7667508" y="88708"/>
                    </a:lnTo>
                    <a:lnTo>
                      <a:pt x="7819705" y="92593"/>
                    </a:lnTo>
                    <a:lnTo>
                      <a:pt x="9194881" y="95889"/>
                    </a:lnTo>
                    <a:lnTo>
                      <a:pt x="9194881" y="95889"/>
                    </a:lnTo>
                    <a:cubicBezTo>
                      <a:pt x="9196263" y="95889"/>
                      <a:pt x="9197441" y="95256"/>
                      <a:pt x="9197441" y="94448"/>
                    </a:cubicBezTo>
                    <a:cubicBezTo>
                      <a:pt x="9197441" y="93706"/>
                      <a:pt x="9196263" y="93073"/>
                      <a:pt x="9194881" y="93073"/>
                    </a:cubicBezTo>
                    <a:lnTo>
                      <a:pt x="7819908" y="89777"/>
                    </a:lnTo>
                    <a:lnTo>
                      <a:pt x="7667793" y="85892"/>
                    </a:lnTo>
                    <a:lnTo>
                      <a:pt x="7516206" y="80610"/>
                    </a:lnTo>
                    <a:lnTo>
                      <a:pt x="7365187" y="74106"/>
                    </a:lnTo>
                    <a:lnTo>
                      <a:pt x="7214291" y="63389"/>
                    </a:lnTo>
                    <a:lnTo>
                      <a:pt x="7063273" y="52214"/>
                    </a:lnTo>
                    <a:lnTo>
                      <a:pt x="6911645" y="41824"/>
                    </a:lnTo>
                    <a:lnTo>
                      <a:pt x="6759367" y="35167"/>
                    </a:lnTo>
                    <a:lnTo>
                      <a:pt x="6606154" y="29689"/>
                    </a:lnTo>
                    <a:lnTo>
                      <a:pt x="6451966" y="26437"/>
                    </a:lnTo>
                    <a:lnTo>
                      <a:pt x="6297697" y="29580"/>
                    </a:lnTo>
                    <a:lnTo>
                      <a:pt x="6143183" y="29580"/>
                    </a:lnTo>
                    <a:lnTo>
                      <a:pt x="5988751" y="27397"/>
                    </a:lnTo>
                    <a:lnTo>
                      <a:pt x="5834970" y="31173"/>
                    </a:lnTo>
                    <a:lnTo>
                      <a:pt x="5681716" y="33203"/>
                    </a:lnTo>
                    <a:lnTo>
                      <a:pt x="5529763" y="34316"/>
                    </a:lnTo>
                    <a:lnTo>
                      <a:pt x="5377851" y="32614"/>
                    </a:lnTo>
                    <a:lnTo>
                      <a:pt x="5226020" y="28619"/>
                    </a:lnTo>
                    <a:lnTo>
                      <a:pt x="5074270" y="24254"/>
                    </a:lnTo>
                    <a:lnTo>
                      <a:pt x="4922602" y="17968"/>
                    </a:lnTo>
                    <a:lnTo>
                      <a:pt x="4771014" y="12424"/>
                    </a:lnTo>
                    <a:lnTo>
                      <a:pt x="4619549" y="7098"/>
                    </a:lnTo>
                    <a:lnTo>
                      <a:pt x="4468165" y="5"/>
                    </a:lnTo>
                    <a:cubicBezTo>
                      <a:pt x="4467271" y="-39"/>
                      <a:pt x="4466377" y="223"/>
                      <a:pt x="4465889" y="594"/>
                    </a:cubicBezTo>
                    <a:lnTo>
                      <a:pt x="4447886" y="14825"/>
                    </a:lnTo>
                    <a:lnTo>
                      <a:pt x="4429435" y="28881"/>
                    </a:lnTo>
                    <a:lnTo>
                      <a:pt x="4410781" y="45622"/>
                    </a:lnTo>
                    <a:lnTo>
                      <a:pt x="4391640" y="59678"/>
                    </a:lnTo>
                    <a:lnTo>
                      <a:pt x="4372133" y="74761"/>
                    </a:lnTo>
                    <a:lnTo>
                      <a:pt x="4352179" y="89777"/>
                    </a:lnTo>
                    <a:lnTo>
                      <a:pt x="4331899" y="105601"/>
                    </a:lnTo>
                    <a:lnTo>
                      <a:pt x="4290731" y="135809"/>
                    </a:lnTo>
                    <a:lnTo>
                      <a:pt x="4126220" y="134107"/>
                    </a:lnTo>
                    <a:lnTo>
                      <a:pt x="3960490" y="131924"/>
                    </a:lnTo>
                    <a:lnTo>
                      <a:pt x="3794882" y="129043"/>
                    </a:lnTo>
                    <a:lnTo>
                      <a:pt x="3664225" y="125638"/>
                    </a:lnTo>
                    <a:lnTo>
                      <a:pt x="3463951" y="121011"/>
                    </a:lnTo>
                    <a:lnTo>
                      <a:pt x="3298586" y="116973"/>
                    </a:lnTo>
                    <a:lnTo>
                      <a:pt x="3133344" y="116013"/>
                    </a:lnTo>
                    <a:lnTo>
                      <a:pt x="2968305" y="114092"/>
                    </a:lnTo>
                    <a:lnTo>
                      <a:pt x="2803225" y="110360"/>
                    </a:lnTo>
                    <a:lnTo>
                      <a:pt x="2638349" y="110360"/>
                    </a:lnTo>
                    <a:lnTo>
                      <a:pt x="2473432" y="108701"/>
                    </a:lnTo>
                    <a:lnTo>
                      <a:pt x="2308677" y="108745"/>
                    </a:lnTo>
                    <a:lnTo>
                      <a:pt x="2144085" y="108635"/>
                    </a:lnTo>
                    <a:lnTo>
                      <a:pt x="1979493" y="106867"/>
                    </a:lnTo>
                    <a:lnTo>
                      <a:pt x="1814942" y="108941"/>
                    </a:lnTo>
                    <a:lnTo>
                      <a:pt x="1650472" y="113044"/>
                    </a:lnTo>
                    <a:lnTo>
                      <a:pt x="1486124" y="116602"/>
                    </a:lnTo>
                    <a:cubicBezTo>
                      <a:pt x="1485839" y="116602"/>
                      <a:pt x="1485514" y="116668"/>
                      <a:pt x="1485270" y="116711"/>
                    </a:cubicBezTo>
                    <a:lnTo>
                      <a:pt x="1433698" y="128498"/>
                    </a:lnTo>
                    <a:lnTo>
                      <a:pt x="1380866" y="140218"/>
                    </a:lnTo>
                    <a:lnTo>
                      <a:pt x="1326774" y="154187"/>
                    </a:lnTo>
                    <a:lnTo>
                      <a:pt x="1271260" y="170972"/>
                    </a:lnTo>
                    <a:lnTo>
                      <a:pt x="1214730" y="196444"/>
                    </a:lnTo>
                    <a:lnTo>
                      <a:pt x="1156858" y="220955"/>
                    </a:lnTo>
                    <a:lnTo>
                      <a:pt x="1097646" y="244986"/>
                    </a:lnTo>
                    <a:lnTo>
                      <a:pt x="1037092" y="271745"/>
                    </a:lnTo>
                    <a:lnTo>
                      <a:pt x="975197" y="298068"/>
                    </a:lnTo>
                    <a:lnTo>
                      <a:pt x="846897" y="347636"/>
                    </a:lnTo>
                    <a:lnTo>
                      <a:pt x="781020" y="371711"/>
                    </a:lnTo>
                    <a:lnTo>
                      <a:pt x="593832" y="371340"/>
                    </a:lnTo>
                    <a:lnTo>
                      <a:pt x="593832" y="371340"/>
                    </a:lnTo>
                    <a:cubicBezTo>
                      <a:pt x="593344" y="371340"/>
                      <a:pt x="592897" y="371449"/>
                      <a:pt x="592450" y="371558"/>
                    </a:cubicBezTo>
                    <a:lnTo>
                      <a:pt x="522630" y="396244"/>
                    </a:lnTo>
                    <a:lnTo>
                      <a:pt x="333207" y="396658"/>
                    </a:lnTo>
                    <a:cubicBezTo>
                      <a:pt x="332760" y="396658"/>
                      <a:pt x="332273" y="396702"/>
                      <a:pt x="331866" y="396877"/>
                    </a:cubicBezTo>
                    <a:lnTo>
                      <a:pt x="257942" y="422392"/>
                    </a:lnTo>
                    <a:lnTo>
                      <a:pt x="66243" y="423047"/>
                    </a:lnTo>
                    <a:cubicBezTo>
                      <a:pt x="65796" y="423047"/>
                      <a:pt x="65349" y="423156"/>
                      <a:pt x="64943" y="423265"/>
                    </a:cubicBezTo>
                    <a:lnTo>
                      <a:pt x="0" y="444786"/>
                    </a:lnTo>
                    <a:lnTo>
                      <a:pt x="9997" y="44478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2" name="Freeform: Shape 691">
                <a:extLst>
                  <a:ext uri="{FF2B5EF4-FFF2-40B4-BE49-F238E27FC236}">
                    <a16:creationId xmlns:a16="http://schemas.microsoft.com/office/drawing/2014/main" id="{EC3161FB-AB9A-4DA1-B198-4CE4E82373C6}"/>
                  </a:ext>
                </a:extLst>
              </p:cNvPr>
              <p:cNvSpPr/>
              <p:nvPr/>
            </p:nvSpPr>
            <p:spPr>
              <a:xfrm>
                <a:off x="241239" y="6085281"/>
                <a:ext cx="3244082" cy="434533"/>
              </a:xfrm>
              <a:custGeom>
                <a:avLst/>
                <a:gdLst>
                  <a:gd name="connsiteX0" fmla="*/ 148052 w 3244082"/>
                  <a:gd name="connsiteY0" fmla="*/ 434534 h 434533"/>
                  <a:gd name="connsiteX1" fmla="*/ 148052 w 3244082"/>
                  <a:gd name="connsiteY1" fmla="*/ 434534 h 434533"/>
                  <a:gd name="connsiteX2" fmla="*/ 2520 w 3244082"/>
                  <a:gd name="connsiteY2" fmla="*/ 433945 h 434533"/>
                  <a:gd name="connsiteX3" fmla="*/ 0 w 3244082"/>
                  <a:gd name="connsiteY3" fmla="*/ 432504 h 434533"/>
                  <a:gd name="connsiteX4" fmla="*/ 2520 w 3244082"/>
                  <a:gd name="connsiteY4" fmla="*/ 431129 h 434533"/>
                  <a:gd name="connsiteX5" fmla="*/ 2560 w 3244082"/>
                  <a:gd name="connsiteY5" fmla="*/ 431129 h 434533"/>
                  <a:gd name="connsiteX6" fmla="*/ 147645 w 3244082"/>
                  <a:gd name="connsiteY6" fmla="*/ 431718 h 434533"/>
                  <a:gd name="connsiteX7" fmla="*/ 205516 w 3244082"/>
                  <a:gd name="connsiteY7" fmla="*/ 420739 h 434533"/>
                  <a:gd name="connsiteX8" fmla="*/ 262616 w 3244082"/>
                  <a:gd name="connsiteY8" fmla="*/ 408909 h 434533"/>
                  <a:gd name="connsiteX9" fmla="*/ 263469 w 3244082"/>
                  <a:gd name="connsiteY9" fmla="*/ 408844 h 434533"/>
                  <a:gd name="connsiteX10" fmla="*/ 413796 w 3244082"/>
                  <a:gd name="connsiteY10" fmla="*/ 407513 h 434533"/>
                  <a:gd name="connsiteX11" fmla="*/ 467970 w 3244082"/>
                  <a:gd name="connsiteY11" fmla="*/ 395137 h 434533"/>
                  <a:gd name="connsiteX12" fmla="*/ 468864 w 3244082"/>
                  <a:gd name="connsiteY12" fmla="*/ 395028 h 434533"/>
                  <a:gd name="connsiteX13" fmla="*/ 617850 w 3244082"/>
                  <a:gd name="connsiteY13" fmla="*/ 392518 h 434533"/>
                  <a:gd name="connsiteX14" fmla="*/ 669585 w 3244082"/>
                  <a:gd name="connsiteY14" fmla="*/ 379880 h 434533"/>
                  <a:gd name="connsiteX15" fmla="*/ 720669 w 3244082"/>
                  <a:gd name="connsiteY15" fmla="*/ 365715 h 434533"/>
                  <a:gd name="connsiteX16" fmla="*/ 721726 w 3244082"/>
                  <a:gd name="connsiteY16" fmla="*/ 365562 h 434533"/>
                  <a:gd name="connsiteX17" fmla="*/ 868477 w 3244082"/>
                  <a:gd name="connsiteY17" fmla="*/ 362419 h 434533"/>
                  <a:gd name="connsiteX18" fmla="*/ 1015309 w 3244082"/>
                  <a:gd name="connsiteY18" fmla="*/ 357944 h 434533"/>
                  <a:gd name="connsiteX19" fmla="*/ 1161613 w 3244082"/>
                  <a:gd name="connsiteY19" fmla="*/ 352553 h 434533"/>
                  <a:gd name="connsiteX20" fmla="*/ 1207293 w 3244082"/>
                  <a:gd name="connsiteY20" fmla="*/ 337646 h 434533"/>
                  <a:gd name="connsiteX21" fmla="*/ 1252444 w 3244082"/>
                  <a:gd name="connsiteY21" fmla="*/ 319050 h 434533"/>
                  <a:gd name="connsiteX22" fmla="*/ 1296904 w 3244082"/>
                  <a:gd name="connsiteY22" fmla="*/ 296656 h 434533"/>
                  <a:gd name="connsiteX23" fmla="*/ 1340754 w 3244082"/>
                  <a:gd name="connsiteY23" fmla="*/ 273323 h 434533"/>
                  <a:gd name="connsiteX24" fmla="*/ 1383711 w 3244082"/>
                  <a:gd name="connsiteY24" fmla="*/ 244599 h 434533"/>
                  <a:gd name="connsiteX25" fmla="*/ 1426180 w 3244082"/>
                  <a:gd name="connsiteY25" fmla="*/ 221943 h 434533"/>
                  <a:gd name="connsiteX26" fmla="*/ 1427765 w 3244082"/>
                  <a:gd name="connsiteY26" fmla="*/ 221572 h 434533"/>
                  <a:gd name="connsiteX27" fmla="*/ 1566916 w 3244082"/>
                  <a:gd name="connsiteY27" fmla="*/ 216792 h 434533"/>
                  <a:gd name="connsiteX28" fmla="*/ 1706108 w 3244082"/>
                  <a:gd name="connsiteY28" fmla="*/ 215570 h 434533"/>
                  <a:gd name="connsiteX29" fmla="*/ 1845219 w 3244082"/>
                  <a:gd name="connsiteY29" fmla="*/ 212798 h 434533"/>
                  <a:gd name="connsiteX30" fmla="*/ 1984492 w 3244082"/>
                  <a:gd name="connsiteY30" fmla="*/ 207101 h 434533"/>
                  <a:gd name="connsiteX31" fmla="*/ 2122505 w 3244082"/>
                  <a:gd name="connsiteY31" fmla="*/ 203478 h 434533"/>
                  <a:gd name="connsiteX32" fmla="*/ 2157334 w 3244082"/>
                  <a:gd name="connsiteY32" fmla="*/ 171655 h 434533"/>
                  <a:gd name="connsiteX33" fmla="*/ 2192203 w 3244082"/>
                  <a:gd name="connsiteY33" fmla="*/ 139417 h 434533"/>
                  <a:gd name="connsiteX34" fmla="*/ 2194316 w 3244082"/>
                  <a:gd name="connsiteY34" fmla="*/ 138719 h 434533"/>
                  <a:gd name="connsiteX35" fmla="*/ 2279416 w 3244082"/>
                  <a:gd name="connsiteY35" fmla="*/ 137540 h 434533"/>
                  <a:gd name="connsiteX36" fmla="*/ 2312172 w 3244082"/>
                  <a:gd name="connsiteY36" fmla="*/ 108074 h 434533"/>
                  <a:gd name="connsiteX37" fmla="*/ 2314245 w 3244082"/>
                  <a:gd name="connsiteY37" fmla="*/ 107376 h 434533"/>
                  <a:gd name="connsiteX38" fmla="*/ 2363663 w 3244082"/>
                  <a:gd name="connsiteY38" fmla="*/ 106830 h 434533"/>
                  <a:gd name="connsiteX39" fmla="*/ 2395200 w 3244082"/>
                  <a:gd name="connsiteY39" fmla="*/ 97445 h 434533"/>
                  <a:gd name="connsiteX40" fmla="*/ 2426818 w 3244082"/>
                  <a:gd name="connsiteY40" fmla="*/ 88649 h 434533"/>
                  <a:gd name="connsiteX41" fmla="*/ 2457663 w 3244082"/>
                  <a:gd name="connsiteY41" fmla="*/ 78303 h 434533"/>
                  <a:gd name="connsiteX42" fmla="*/ 2458761 w 3244082"/>
                  <a:gd name="connsiteY42" fmla="*/ 78085 h 434533"/>
                  <a:gd name="connsiteX43" fmla="*/ 2591125 w 3244082"/>
                  <a:gd name="connsiteY43" fmla="*/ 72344 h 434533"/>
                  <a:gd name="connsiteX44" fmla="*/ 2723612 w 3244082"/>
                  <a:gd name="connsiteY44" fmla="*/ 69354 h 434533"/>
                  <a:gd name="connsiteX45" fmla="*/ 2855326 w 3244082"/>
                  <a:gd name="connsiteY45" fmla="*/ 67586 h 434533"/>
                  <a:gd name="connsiteX46" fmla="*/ 2881864 w 3244082"/>
                  <a:gd name="connsiteY46" fmla="*/ 57786 h 434533"/>
                  <a:gd name="connsiteX47" fmla="*/ 2908442 w 3244082"/>
                  <a:gd name="connsiteY47" fmla="*/ 46807 h 434533"/>
                  <a:gd name="connsiteX48" fmla="*/ 2909783 w 3244082"/>
                  <a:gd name="connsiteY48" fmla="*/ 46480 h 434533"/>
                  <a:gd name="connsiteX49" fmla="*/ 3040116 w 3244082"/>
                  <a:gd name="connsiteY49" fmla="*/ 41896 h 434533"/>
                  <a:gd name="connsiteX50" fmla="*/ 3169839 w 3244082"/>
                  <a:gd name="connsiteY50" fmla="*/ 33428 h 434533"/>
                  <a:gd name="connsiteX51" fmla="*/ 3193166 w 3244082"/>
                  <a:gd name="connsiteY51" fmla="*/ 26028 h 434533"/>
                  <a:gd name="connsiteX52" fmla="*/ 3239740 w 3244082"/>
                  <a:gd name="connsiteY52" fmla="*/ 404 h 434533"/>
                  <a:gd name="connsiteX53" fmla="*/ 3243357 w 3244082"/>
                  <a:gd name="connsiteY53" fmla="*/ 448 h 434533"/>
                  <a:gd name="connsiteX54" fmla="*/ 3243316 w 3244082"/>
                  <a:gd name="connsiteY54" fmla="*/ 2412 h 434533"/>
                  <a:gd name="connsiteX55" fmla="*/ 3196539 w 3244082"/>
                  <a:gd name="connsiteY55" fmla="*/ 28145 h 434533"/>
                  <a:gd name="connsiteX56" fmla="*/ 3196011 w 3244082"/>
                  <a:gd name="connsiteY56" fmla="*/ 28364 h 434533"/>
                  <a:gd name="connsiteX57" fmla="*/ 3171952 w 3244082"/>
                  <a:gd name="connsiteY57" fmla="*/ 36025 h 434533"/>
                  <a:gd name="connsiteX58" fmla="*/ 3171017 w 3244082"/>
                  <a:gd name="connsiteY58" fmla="*/ 36199 h 434533"/>
                  <a:gd name="connsiteX59" fmla="*/ 3040604 w 3244082"/>
                  <a:gd name="connsiteY59" fmla="*/ 44668 h 434533"/>
                  <a:gd name="connsiteX60" fmla="*/ 2910921 w 3244082"/>
                  <a:gd name="connsiteY60" fmla="*/ 49295 h 434533"/>
                  <a:gd name="connsiteX61" fmla="*/ 2884831 w 3244082"/>
                  <a:gd name="connsiteY61" fmla="*/ 60056 h 434533"/>
                  <a:gd name="connsiteX62" fmla="*/ 2857561 w 3244082"/>
                  <a:gd name="connsiteY62" fmla="*/ 70118 h 434533"/>
                  <a:gd name="connsiteX63" fmla="*/ 2856220 w 3244082"/>
                  <a:gd name="connsiteY63" fmla="*/ 70380 h 434533"/>
                  <a:gd name="connsiteX64" fmla="*/ 2723815 w 3244082"/>
                  <a:gd name="connsiteY64" fmla="*/ 72148 h 434533"/>
                  <a:gd name="connsiteX65" fmla="*/ 2591532 w 3244082"/>
                  <a:gd name="connsiteY65" fmla="*/ 75094 h 434533"/>
                  <a:gd name="connsiteX66" fmla="*/ 2459858 w 3244082"/>
                  <a:gd name="connsiteY66" fmla="*/ 80835 h 434533"/>
                  <a:gd name="connsiteX67" fmla="*/ 2429337 w 3244082"/>
                  <a:gd name="connsiteY67" fmla="*/ 91071 h 434533"/>
                  <a:gd name="connsiteX68" fmla="*/ 2397598 w 3244082"/>
                  <a:gd name="connsiteY68" fmla="*/ 99911 h 434533"/>
                  <a:gd name="connsiteX69" fmla="*/ 2365573 w 3244082"/>
                  <a:gd name="connsiteY69" fmla="*/ 109406 h 434533"/>
                  <a:gd name="connsiteX70" fmla="*/ 2364435 w 3244082"/>
                  <a:gd name="connsiteY70" fmla="*/ 109624 h 434533"/>
                  <a:gd name="connsiteX71" fmla="*/ 2315830 w 3244082"/>
                  <a:gd name="connsiteY71" fmla="*/ 110148 h 434533"/>
                  <a:gd name="connsiteX72" fmla="*/ 2283074 w 3244082"/>
                  <a:gd name="connsiteY72" fmla="*/ 139614 h 434533"/>
                  <a:gd name="connsiteX73" fmla="*/ 2281001 w 3244082"/>
                  <a:gd name="connsiteY73" fmla="*/ 140312 h 434533"/>
                  <a:gd name="connsiteX74" fmla="*/ 2195983 w 3244082"/>
                  <a:gd name="connsiteY74" fmla="*/ 141491 h 434533"/>
                  <a:gd name="connsiteX75" fmla="*/ 2161804 w 3244082"/>
                  <a:gd name="connsiteY75" fmla="*/ 173030 h 434533"/>
                  <a:gd name="connsiteX76" fmla="*/ 2126285 w 3244082"/>
                  <a:gd name="connsiteY76" fmla="*/ 205486 h 434533"/>
                  <a:gd name="connsiteX77" fmla="*/ 2124253 w 3244082"/>
                  <a:gd name="connsiteY77" fmla="*/ 206185 h 434533"/>
                  <a:gd name="connsiteX78" fmla="*/ 1984898 w 3244082"/>
                  <a:gd name="connsiteY78" fmla="*/ 209873 h 434533"/>
                  <a:gd name="connsiteX79" fmla="*/ 1845666 w 3244082"/>
                  <a:gd name="connsiteY79" fmla="*/ 215570 h 434533"/>
                  <a:gd name="connsiteX80" fmla="*/ 1706352 w 3244082"/>
                  <a:gd name="connsiteY80" fmla="*/ 218342 h 434533"/>
                  <a:gd name="connsiteX81" fmla="*/ 1567241 w 3244082"/>
                  <a:gd name="connsiteY81" fmla="*/ 219564 h 434533"/>
                  <a:gd name="connsiteX82" fmla="*/ 1429187 w 3244082"/>
                  <a:gd name="connsiteY82" fmla="*/ 224301 h 434533"/>
                  <a:gd name="connsiteX83" fmla="*/ 1387572 w 3244082"/>
                  <a:gd name="connsiteY83" fmla="*/ 246476 h 434533"/>
                  <a:gd name="connsiteX84" fmla="*/ 1344534 w 3244082"/>
                  <a:gd name="connsiteY84" fmla="*/ 275200 h 434533"/>
                  <a:gd name="connsiteX85" fmla="*/ 1300480 w 3244082"/>
                  <a:gd name="connsiteY85" fmla="*/ 298707 h 434533"/>
                  <a:gd name="connsiteX86" fmla="*/ 1255776 w 3244082"/>
                  <a:gd name="connsiteY86" fmla="*/ 321189 h 434533"/>
                  <a:gd name="connsiteX87" fmla="*/ 1210178 w 3244082"/>
                  <a:gd name="connsiteY87" fmla="*/ 339894 h 434533"/>
                  <a:gd name="connsiteX88" fmla="*/ 1163808 w 3244082"/>
                  <a:gd name="connsiteY88" fmla="*/ 355129 h 434533"/>
                  <a:gd name="connsiteX89" fmla="*/ 1162670 w 3244082"/>
                  <a:gd name="connsiteY89" fmla="*/ 355347 h 434533"/>
                  <a:gd name="connsiteX90" fmla="*/ 1015716 w 3244082"/>
                  <a:gd name="connsiteY90" fmla="*/ 360738 h 434533"/>
                  <a:gd name="connsiteX91" fmla="*/ 868843 w 3244082"/>
                  <a:gd name="connsiteY91" fmla="*/ 365169 h 434533"/>
                  <a:gd name="connsiteX92" fmla="*/ 722579 w 3244082"/>
                  <a:gd name="connsiteY92" fmla="*/ 368378 h 434533"/>
                  <a:gd name="connsiteX93" fmla="*/ 671820 w 3244082"/>
                  <a:gd name="connsiteY93" fmla="*/ 382434 h 434533"/>
                  <a:gd name="connsiteX94" fmla="*/ 619516 w 3244082"/>
                  <a:gd name="connsiteY94" fmla="*/ 395159 h 434533"/>
                  <a:gd name="connsiteX95" fmla="*/ 618581 w 3244082"/>
                  <a:gd name="connsiteY95" fmla="*/ 395312 h 434533"/>
                  <a:gd name="connsiteX96" fmla="*/ 469595 w 3244082"/>
                  <a:gd name="connsiteY96" fmla="*/ 397822 h 434533"/>
                  <a:gd name="connsiteX97" fmla="*/ 415381 w 3244082"/>
                  <a:gd name="connsiteY97" fmla="*/ 410197 h 434533"/>
                  <a:gd name="connsiteX98" fmla="*/ 414447 w 3244082"/>
                  <a:gd name="connsiteY98" fmla="*/ 410306 h 434533"/>
                  <a:gd name="connsiteX99" fmla="*/ 264079 w 3244082"/>
                  <a:gd name="connsiteY99" fmla="*/ 411594 h 434533"/>
                  <a:gd name="connsiteX100" fmla="*/ 207386 w 3244082"/>
                  <a:gd name="connsiteY100" fmla="*/ 423315 h 434533"/>
                  <a:gd name="connsiteX101" fmla="*/ 149027 w 3244082"/>
                  <a:gd name="connsiteY101" fmla="*/ 434447 h 434533"/>
                  <a:gd name="connsiteX102" fmla="*/ 148173 w 3244082"/>
                  <a:gd name="connsiteY102" fmla="*/ 434512 h 43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3244082" h="434533">
                    <a:moveTo>
                      <a:pt x="148052" y="434534"/>
                    </a:moveTo>
                    <a:lnTo>
                      <a:pt x="148052" y="434534"/>
                    </a:lnTo>
                    <a:lnTo>
                      <a:pt x="2520" y="433945"/>
                    </a:lnTo>
                    <a:cubicBezTo>
                      <a:pt x="1138" y="433945"/>
                      <a:pt x="0" y="433312"/>
                      <a:pt x="0" y="432504"/>
                    </a:cubicBezTo>
                    <a:cubicBezTo>
                      <a:pt x="0" y="431762"/>
                      <a:pt x="1138" y="431129"/>
                      <a:pt x="2520" y="431129"/>
                    </a:cubicBezTo>
                    <a:lnTo>
                      <a:pt x="2560" y="431129"/>
                    </a:lnTo>
                    <a:lnTo>
                      <a:pt x="147645" y="431718"/>
                    </a:lnTo>
                    <a:lnTo>
                      <a:pt x="205516" y="420739"/>
                    </a:lnTo>
                    <a:lnTo>
                      <a:pt x="262616" y="408909"/>
                    </a:lnTo>
                    <a:cubicBezTo>
                      <a:pt x="262860" y="408844"/>
                      <a:pt x="263144" y="408844"/>
                      <a:pt x="263469" y="408844"/>
                    </a:cubicBezTo>
                    <a:lnTo>
                      <a:pt x="413796" y="407513"/>
                    </a:lnTo>
                    <a:lnTo>
                      <a:pt x="467970" y="395137"/>
                    </a:lnTo>
                    <a:cubicBezTo>
                      <a:pt x="468254" y="395071"/>
                      <a:pt x="468539" y="395028"/>
                      <a:pt x="468864" y="395028"/>
                    </a:cubicBezTo>
                    <a:lnTo>
                      <a:pt x="617850" y="392518"/>
                    </a:lnTo>
                    <a:lnTo>
                      <a:pt x="669585" y="379880"/>
                    </a:lnTo>
                    <a:lnTo>
                      <a:pt x="720669" y="365715"/>
                    </a:lnTo>
                    <a:cubicBezTo>
                      <a:pt x="721035" y="365606"/>
                      <a:pt x="721360" y="365606"/>
                      <a:pt x="721726" y="365562"/>
                    </a:cubicBezTo>
                    <a:lnTo>
                      <a:pt x="868477" y="362419"/>
                    </a:lnTo>
                    <a:lnTo>
                      <a:pt x="1015309" y="357944"/>
                    </a:lnTo>
                    <a:lnTo>
                      <a:pt x="1161613" y="352553"/>
                    </a:lnTo>
                    <a:lnTo>
                      <a:pt x="1207293" y="337646"/>
                    </a:lnTo>
                    <a:lnTo>
                      <a:pt x="1252444" y="319050"/>
                    </a:lnTo>
                    <a:lnTo>
                      <a:pt x="1296904" y="296656"/>
                    </a:lnTo>
                    <a:lnTo>
                      <a:pt x="1340754" y="273323"/>
                    </a:lnTo>
                    <a:lnTo>
                      <a:pt x="1383711" y="244599"/>
                    </a:lnTo>
                    <a:lnTo>
                      <a:pt x="1426180" y="221943"/>
                    </a:lnTo>
                    <a:cubicBezTo>
                      <a:pt x="1426627" y="221725"/>
                      <a:pt x="1427155" y="221572"/>
                      <a:pt x="1427765" y="221572"/>
                    </a:cubicBezTo>
                    <a:lnTo>
                      <a:pt x="1566916" y="216792"/>
                    </a:lnTo>
                    <a:lnTo>
                      <a:pt x="1706108" y="215570"/>
                    </a:lnTo>
                    <a:lnTo>
                      <a:pt x="1845219" y="212798"/>
                    </a:lnTo>
                    <a:lnTo>
                      <a:pt x="1984492" y="207101"/>
                    </a:lnTo>
                    <a:lnTo>
                      <a:pt x="2122505" y="203478"/>
                    </a:lnTo>
                    <a:lnTo>
                      <a:pt x="2157334" y="171655"/>
                    </a:lnTo>
                    <a:lnTo>
                      <a:pt x="2192203" y="139417"/>
                    </a:lnTo>
                    <a:cubicBezTo>
                      <a:pt x="2192650" y="139002"/>
                      <a:pt x="2193463" y="138719"/>
                      <a:pt x="2194316" y="138719"/>
                    </a:cubicBezTo>
                    <a:lnTo>
                      <a:pt x="2279416" y="137540"/>
                    </a:lnTo>
                    <a:lnTo>
                      <a:pt x="2312172" y="108074"/>
                    </a:lnTo>
                    <a:cubicBezTo>
                      <a:pt x="2312619" y="107660"/>
                      <a:pt x="2313432" y="107441"/>
                      <a:pt x="2314245" y="107376"/>
                    </a:cubicBezTo>
                    <a:lnTo>
                      <a:pt x="2363663" y="106830"/>
                    </a:lnTo>
                    <a:lnTo>
                      <a:pt x="2395200" y="97445"/>
                    </a:lnTo>
                    <a:lnTo>
                      <a:pt x="2426818" y="88649"/>
                    </a:lnTo>
                    <a:lnTo>
                      <a:pt x="2457663" y="78303"/>
                    </a:lnTo>
                    <a:cubicBezTo>
                      <a:pt x="2458029" y="78194"/>
                      <a:pt x="2458354" y="78085"/>
                      <a:pt x="2458761" y="78085"/>
                    </a:cubicBezTo>
                    <a:lnTo>
                      <a:pt x="2591125" y="72344"/>
                    </a:lnTo>
                    <a:lnTo>
                      <a:pt x="2723612" y="69354"/>
                    </a:lnTo>
                    <a:lnTo>
                      <a:pt x="2855326" y="67586"/>
                    </a:lnTo>
                    <a:lnTo>
                      <a:pt x="2881864" y="57786"/>
                    </a:lnTo>
                    <a:lnTo>
                      <a:pt x="2908442" y="46807"/>
                    </a:lnTo>
                    <a:cubicBezTo>
                      <a:pt x="2908849" y="46654"/>
                      <a:pt x="2909296" y="46545"/>
                      <a:pt x="2909783" y="46480"/>
                    </a:cubicBezTo>
                    <a:lnTo>
                      <a:pt x="3040116" y="41896"/>
                    </a:lnTo>
                    <a:lnTo>
                      <a:pt x="3169839" y="33428"/>
                    </a:lnTo>
                    <a:lnTo>
                      <a:pt x="3193166" y="26028"/>
                    </a:lnTo>
                    <a:lnTo>
                      <a:pt x="3239740" y="404"/>
                    </a:lnTo>
                    <a:cubicBezTo>
                      <a:pt x="3240796" y="-142"/>
                      <a:pt x="3242381" y="-142"/>
                      <a:pt x="3243357" y="448"/>
                    </a:cubicBezTo>
                    <a:cubicBezTo>
                      <a:pt x="3244332" y="971"/>
                      <a:pt x="3244332" y="1888"/>
                      <a:pt x="3243316" y="2412"/>
                    </a:cubicBezTo>
                    <a:lnTo>
                      <a:pt x="3196539" y="28145"/>
                    </a:lnTo>
                    <a:cubicBezTo>
                      <a:pt x="3196539" y="28145"/>
                      <a:pt x="3196174" y="28298"/>
                      <a:pt x="3196011" y="28364"/>
                    </a:cubicBezTo>
                    <a:lnTo>
                      <a:pt x="3171952" y="36025"/>
                    </a:lnTo>
                    <a:cubicBezTo>
                      <a:pt x="3171627" y="36134"/>
                      <a:pt x="3171343" y="36199"/>
                      <a:pt x="3171017" y="36199"/>
                    </a:cubicBezTo>
                    <a:lnTo>
                      <a:pt x="3040604" y="44668"/>
                    </a:lnTo>
                    <a:lnTo>
                      <a:pt x="2910921" y="49295"/>
                    </a:lnTo>
                    <a:lnTo>
                      <a:pt x="2884831" y="60056"/>
                    </a:lnTo>
                    <a:lnTo>
                      <a:pt x="2857561" y="70118"/>
                    </a:lnTo>
                    <a:cubicBezTo>
                      <a:pt x="2857155" y="70293"/>
                      <a:pt x="2856708" y="70380"/>
                      <a:pt x="2856220" y="70380"/>
                    </a:cubicBezTo>
                    <a:lnTo>
                      <a:pt x="2723815" y="72148"/>
                    </a:lnTo>
                    <a:lnTo>
                      <a:pt x="2591532" y="75094"/>
                    </a:lnTo>
                    <a:lnTo>
                      <a:pt x="2459858" y="80835"/>
                    </a:lnTo>
                    <a:lnTo>
                      <a:pt x="2429337" y="91071"/>
                    </a:lnTo>
                    <a:lnTo>
                      <a:pt x="2397598" y="99911"/>
                    </a:lnTo>
                    <a:lnTo>
                      <a:pt x="2365573" y="109406"/>
                    </a:lnTo>
                    <a:cubicBezTo>
                      <a:pt x="2365207" y="109515"/>
                      <a:pt x="2364801" y="109558"/>
                      <a:pt x="2364435" y="109624"/>
                    </a:cubicBezTo>
                    <a:lnTo>
                      <a:pt x="2315830" y="110148"/>
                    </a:lnTo>
                    <a:lnTo>
                      <a:pt x="2283074" y="139614"/>
                    </a:lnTo>
                    <a:cubicBezTo>
                      <a:pt x="2282627" y="140028"/>
                      <a:pt x="2281855" y="140312"/>
                      <a:pt x="2281001" y="140312"/>
                    </a:cubicBezTo>
                    <a:lnTo>
                      <a:pt x="2195983" y="141491"/>
                    </a:lnTo>
                    <a:lnTo>
                      <a:pt x="2161804" y="173030"/>
                    </a:lnTo>
                    <a:lnTo>
                      <a:pt x="2126285" y="205486"/>
                    </a:lnTo>
                    <a:cubicBezTo>
                      <a:pt x="2125838" y="205901"/>
                      <a:pt x="2125106" y="206119"/>
                      <a:pt x="2124253" y="206185"/>
                    </a:cubicBezTo>
                    <a:lnTo>
                      <a:pt x="1984898" y="209873"/>
                    </a:lnTo>
                    <a:lnTo>
                      <a:pt x="1845666" y="215570"/>
                    </a:lnTo>
                    <a:lnTo>
                      <a:pt x="1706352" y="218342"/>
                    </a:lnTo>
                    <a:lnTo>
                      <a:pt x="1567241" y="219564"/>
                    </a:lnTo>
                    <a:lnTo>
                      <a:pt x="1429187" y="224301"/>
                    </a:lnTo>
                    <a:lnTo>
                      <a:pt x="1387572" y="246476"/>
                    </a:lnTo>
                    <a:lnTo>
                      <a:pt x="1344534" y="275200"/>
                    </a:lnTo>
                    <a:lnTo>
                      <a:pt x="1300480" y="298707"/>
                    </a:lnTo>
                    <a:lnTo>
                      <a:pt x="1255776" y="321189"/>
                    </a:lnTo>
                    <a:lnTo>
                      <a:pt x="1210178" y="339894"/>
                    </a:lnTo>
                    <a:lnTo>
                      <a:pt x="1163808" y="355129"/>
                    </a:lnTo>
                    <a:cubicBezTo>
                      <a:pt x="1163442" y="355238"/>
                      <a:pt x="1163076" y="355282"/>
                      <a:pt x="1162670" y="355347"/>
                    </a:cubicBezTo>
                    <a:lnTo>
                      <a:pt x="1015716" y="360738"/>
                    </a:lnTo>
                    <a:lnTo>
                      <a:pt x="868843" y="365169"/>
                    </a:lnTo>
                    <a:lnTo>
                      <a:pt x="722579" y="368378"/>
                    </a:lnTo>
                    <a:lnTo>
                      <a:pt x="671820" y="382434"/>
                    </a:lnTo>
                    <a:lnTo>
                      <a:pt x="619516" y="395159"/>
                    </a:lnTo>
                    <a:cubicBezTo>
                      <a:pt x="619232" y="395268"/>
                      <a:pt x="618907" y="395312"/>
                      <a:pt x="618581" y="395312"/>
                    </a:cubicBezTo>
                    <a:lnTo>
                      <a:pt x="469595" y="397822"/>
                    </a:lnTo>
                    <a:lnTo>
                      <a:pt x="415381" y="410197"/>
                    </a:lnTo>
                    <a:cubicBezTo>
                      <a:pt x="415097" y="410241"/>
                      <a:pt x="414772" y="410306"/>
                      <a:pt x="414447" y="410306"/>
                    </a:cubicBezTo>
                    <a:lnTo>
                      <a:pt x="264079" y="411594"/>
                    </a:lnTo>
                    <a:lnTo>
                      <a:pt x="207386" y="423315"/>
                    </a:lnTo>
                    <a:lnTo>
                      <a:pt x="149027" y="434447"/>
                    </a:lnTo>
                    <a:cubicBezTo>
                      <a:pt x="148783" y="434512"/>
                      <a:pt x="148499" y="434512"/>
                      <a:pt x="148173" y="43451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3" name="Freeform: Shape 692">
                <a:extLst>
                  <a:ext uri="{FF2B5EF4-FFF2-40B4-BE49-F238E27FC236}">
                    <a16:creationId xmlns:a16="http://schemas.microsoft.com/office/drawing/2014/main" id="{5A34AB78-A4A6-40B3-B84F-85F98E26BF46}"/>
                  </a:ext>
                </a:extLst>
              </p:cNvPr>
              <p:cNvSpPr/>
              <p:nvPr/>
            </p:nvSpPr>
            <p:spPr>
              <a:xfrm>
                <a:off x="81" y="6421945"/>
                <a:ext cx="9171310" cy="119020"/>
              </a:xfrm>
              <a:custGeom>
                <a:avLst/>
                <a:gdLst>
                  <a:gd name="connsiteX0" fmla="*/ 9168912 w 9171310"/>
                  <a:gd name="connsiteY0" fmla="*/ 116183 h 119020"/>
                  <a:gd name="connsiteX1" fmla="*/ 7959141 w 9171310"/>
                  <a:gd name="connsiteY1" fmla="*/ 113302 h 119020"/>
                  <a:gd name="connsiteX2" fmla="*/ 7807920 w 9171310"/>
                  <a:gd name="connsiteY2" fmla="*/ 111163 h 119020"/>
                  <a:gd name="connsiteX3" fmla="*/ 7657714 w 9171310"/>
                  <a:gd name="connsiteY3" fmla="*/ 105946 h 119020"/>
                  <a:gd name="connsiteX4" fmla="*/ 7508281 w 9171310"/>
                  <a:gd name="connsiteY4" fmla="*/ 98852 h 119020"/>
                  <a:gd name="connsiteX5" fmla="*/ 7359457 w 9171310"/>
                  <a:gd name="connsiteY5" fmla="*/ 90165 h 119020"/>
                  <a:gd name="connsiteX6" fmla="*/ 7210837 w 9171310"/>
                  <a:gd name="connsiteY6" fmla="*/ 76044 h 119020"/>
                  <a:gd name="connsiteX7" fmla="*/ 7062013 w 9171310"/>
                  <a:gd name="connsiteY7" fmla="*/ 61071 h 119020"/>
                  <a:gd name="connsiteX8" fmla="*/ 6912295 w 9171310"/>
                  <a:gd name="connsiteY8" fmla="*/ 48237 h 119020"/>
                  <a:gd name="connsiteX9" fmla="*/ 6761683 w 9171310"/>
                  <a:gd name="connsiteY9" fmla="*/ 42911 h 119020"/>
                  <a:gd name="connsiteX10" fmla="*/ 6609771 w 9171310"/>
                  <a:gd name="connsiteY10" fmla="*/ 38960 h 119020"/>
                  <a:gd name="connsiteX11" fmla="*/ 6456599 w 9171310"/>
                  <a:gd name="connsiteY11" fmla="*/ 36603 h 119020"/>
                  <a:gd name="connsiteX12" fmla="*/ 6149117 w 9171310"/>
                  <a:gd name="connsiteY12" fmla="*/ 43806 h 119020"/>
                  <a:gd name="connsiteX13" fmla="*/ 5995538 w 9171310"/>
                  <a:gd name="connsiteY13" fmla="*/ 46098 h 119020"/>
                  <a:gd name="connsiteX14" fmla="*/ 5842651 w 9171310"/>
                  <a:gd name="connsiteY14" fmla="*/ 50943 h 119020"/>
                  <a:gd name="connsiteX15" fmla="*/ 5690454 w 9171310"/>
                  <a:gd name="connsiteY15" fmla="*/ 54632 h 119020"/>
                  <a:gd name="connsiteX16" fmla="*/ 5539435 w 9171310"/>
                  <a:gd name="connsiteY16" fmla="*/ 56924 h 119020"/>
                  <a:gd name="connsiteX17" fmla="*/ 5388986 w 9171310"/>
                  <a:gd name="connsiteY17" fmla="*/ 54523 h 119020"/>
                  <a:gd name="connsiteX18" fmla="*/ 5238618 w 9171310"/>
                  <a:gd name="connsiteY18" fmla="*/ 50572 h 119020"/>
                  <a:gd name="connsiteX19" fmla="*/ 5088291 w 9171310"/>
                  <a:gd name="connsiteY19" fmla="*/ 46141 h 119020"/>
                  <a:gd name="connsiteX20" fmla="*/ 4938126 w 9171310"/>
                  <a:gd name="connsiteY20" fmla="*/ 41078 h 119020"/>
                  <a:gd name="connsiteX21" fmla="*/ 4788083 w 9171310"/>
                  <a:gd name="connsiteY21" fmla="*/ 35010 h 119020"/>
                  <a:gd name="connsiteX22" fmla="*/ 4637959 w 9171310"/>
                  <a:gd name="connsiteY22" fmla="*/ 27130 h 119020"/>
                  <a:gd name="connsiteX23" fmla="*/ 4487997 w 9171310"/>
                  <a:gd name="connsiteY23" fmla="*/ 21215 h 119020"/>
                  <a:gd name="connsiteX24" fmla="*/ 4338076 w 9171310"/>
                  <a:gd name="connsiteY24" fmla="*/ 16152 h 119020"/>
                  <a:gd name="connsiteX25" fmla="*/ 4188236 w 9171310"/>
                  <a:gd name="connsiteY25" fmla="*/ 13227 h 119020"/>
                  <a:gd name="connsiteX26" fmla="*/ 4038519 w 9171310"/>
                  <a:gd name="connsiteY26" fmla="*/ 11044 h 119020"/>
                  <a:gd name="connsiteX27" fmla="*/ 3888801 w 9171310"/>
                  <a:gd name="connsiteY27" fmla="*/ 10411 h 119020"/>
                  <a:gd name="connsiteX28" fmla="*/ 3739327 w 9171310"/>
                  <a:gd name="connsiteY28" fmla="*/ 11634 h 119020"/>
                  <a:gd name="connsiteX29" fmla="*/ 3589894 w 9171310"/>
                  <a:gd name="connsiteY29" fmla="*/ 9604 h 119020"/>
                  <a:gd name="connsiteX30" fmla="*/ 3440583 w 9171310"/>
                  <a:gd name="connsiteY30" fmla="*/ 4911 h 119020"/>
                  <a:gd name="connsiteX31" fmla="*/ 3291312 w 9171310"/>
                  <a:gd name="connsiteY31" fmla="*/ 0 h 119020"/>
                  <a:gd name="connsiteX32" fmla="*/ 3289686 w 9171310"/>
                  <a:gd name="connsiteY32" fmla="*/ 262 h 119020"/>
                  <a:gd name="connsiteX33" fmla="*/ 3260263 w 9171310"/>
                  <a:gd name="connsiteY33" fmla="*/ 12136 h 119020"/>
                  <a:gd name="connsiteX34" fmla="*/ 3231083 w 9171310"/>
                  <a:gd name="connsiteY34" fmla="*/ 26410 h 119020"/>
                  <a:gd name="connsiteX35" fmla="*/ 3079821 w 9171310"/>
                  <a:gd name="connsiteY35" fmla="*/ 29117 h 119020"/>
                  <a:gd name="connsiteX36" fmla="*/ 2927787 w 9171310"/>
                  <a:gd name="connsiteY36" fmla="*/ 30819 h 119020"/>
                  <a:gd name="connsiteX37" fmla="*/ 2775956 w 9171310"/>
                  <a:gd name="connsiteY37" fmla="*/ 30710 h 119020"/>
                  <a:gd name="connsiteX38" fmla="*/ 2624165 w 9171310"/>
                  <a:gd name="connsiteY38" fmla="*/ 26454 h 119020"/>
                  <a:gd name="connsiteX39" fmla="*/ 2472172 w 9171310"/>
                  <a:gd name="connsiteY39" fmla="*/ 21237 h 119020"/>
                  <a:gd name="connsiteX40" fmla="*/ 2320219 w 9171310"/>
                  <a:gd name="connsiteY40" fmla="*/ 25079 h 119020"/>
                  <a:gd name="connsiteX41" fmla="*/ 2168591 w 9171310"/>
                  <a:gd name="connsiteY41" fmla="*/ 33329 h 119020"/>
                  <a:gd name="connsiteX42" fmla="*/ 2016963 w 9171310"/>
                  <a:gd name="connsiteY42" fmla="*/ 36254 h 119020"/>
                  <a:gd name="connsiteX43" fmla="*/ 1865295 w 9171310"/>
                  <a:gd name="connsiteY43" fmla="*/ 37411 h 119020"/>
                  <a:gd name="connsiteX44" fmla="*/ 1713789 w 9171310"/>
                  <a:gd name="connsiteY44" fmla="*/ 43326 h 119020"/>
                  <a:gd name="connsiteX45" fmla="*/ 1562324 w 9171310"/>
                  <a:gd name="connsiteY45" fmla="*/ 48608 h 119020"/>
                  <a:gd name="connsiteX46" fmla="*/ 1410940 w 9171310"/>
                  <a:gd name="connsiteY46" fmla="*/ 53039 h 119020"/>
                  <a:gd name="connsiteX47" fmla="*/ 1409842 w 9171310"/>
                  <a:gd name="connsiteY47" fmla="*/ 53191 h 119020"/>
                  <a:gd name="connsiteX48" fmla="*/ 1362050 w 9171310"/>
                  <a:gd name="connsiteY48" fmla="*/ 67466 h 119020"/>
                  <a:gd name="connsiteX49" fmla="*/ 1209894 w 9171310"/>
                  <a:gd name="connsiteY49" fmla="*/ 69648 h 119020"/>
                  <a:gd name="connsiteX50" fmla="*/ 904646 w 9171310"/>
                  <a:gd name="connsiteY50" fmla="*/ 76677 h 119020"/>
                  <a:gd name="connsiteX51" fmla="*/ 752124 w 9171310"/>
                  <a:gd name="connsiteY51" fmla="*/ 79885 h 119020"/>
                  <a:gd name="connsiteX52" fmla="*/ 599765 w 9171310"/>
                  <a:gd name="connsiteY52" fmla="*/ 82330 h 119020"/>
                  <a:gd name="connsiteX53" fmla="*/ 447528 w 9171310"/>
                  <a:gd name="connsiteY53" fmla="*/ 83879 h 119020"/>
                  <a:gd name="connsiteX54" fmla="*/ 303215 w 9171310"/>
                  <a:gd name="connsiteY54" fmla="*/ 83246 h 119020"/>
                  <a:gd name="connsiteX55" fmla="*/ 298216 w 9171310"/>
                  <a:gd name="connsiteY55" fmla="*/ 83465 h 119020"/>
                  <a:gd name="connsiteX56" fmla="*/ 143500 w 9171310"/>
                  <a:gd name="connsiteY56" fmla="*/ 82090 h 119020"/>
                  <a:gd name="connsiteX57" fmla="*/ 0 w 9171310"/>
                  <a:gd name="connsiteY57" fmla="*/ 78052 h 119020"/>
                  <a:gd name="connsiteX58" fmla="*/ 0 w 9171310"/>
                  <a:gd name="connsiteY58" fmla="*/ 80867 h 119020"/>
                  <a:gd name="connsiteX59" fmla="*/ 143297 w 9171310"/>
                  <a:gd name="connsiteY59" fmla="*/ 84862 h 119020"/>
                  <a:gd name="connsiteX60" fmla="*/ 298379 w 9171310"/>
                  <a:gd name="connsiteY60" fmla="*/ 86302 h 119020"/>
                  <a:gd name="connsiteX61" fmla="*/ 303540 w 9171310"/>
                  <a:gd name="connsiteY61" fmla="*/ 86084 h 119020"/>
                  <a:gd name="connsiteX62" fmla="*/ 447609 w 9171310"/>
                  <a:gd name="connsiteY62" fmla="*/ 86739 h 119020"/>
                  <a:gd name="connsiteX63" fmla="*/ 599928 w 9171310"/>
                  <a:gd name="connsiteY63" fmla="*/ 85189 h 119020"/>
                  <a:gd name="connsiteX64" fmla="*/ 752368 w 9171310"/>
                  <a:gd name="connsiteY64" fmla="*/ 82744 h 119020"/>
                  <a:gd name="connsiteX65" fmla="*/ 904850 w 9171310"/>
                  <a:gd name="connsiteY65" fmla="*/ 79536 h 119020"/>
                  <a:gd name="connsiteX66" fmla="*/ 1210056 w 9171310"/>
                  <a:gd name="connsiteY66" fmla="*/ 72508 h 119020"/>
                  <a:gd name="connsiteX67" fmla="*/ 1362741 w 9171310"/>
                  <a:gd name="connsiteY67" fmla="*/ 70325 h 119020"/>
                  <a:gd name="connsiteX68" fmla="*/ 1363878 w 9171310"/>
                  <a:gd name="connsiteY68" fmla="*/ 70107 h 119020"/>
                  <a:gd name="connsiteX69" fmla="*/ 1411752 w 9171310"/>
                  <a:gd name="connsiteY69" fmla="*/ 55832 h 119020"/>
                  <a:gd name="connsiteX70" fmla="*/ 1562567 w 9171310"/>
                  <a:gd name="connsiteY70" fmla="*/ 51467 h 119020"/>
                  <a:gd name="connsiteX71" fmla="*/ 1714073 w 9171310"/>
                  <a:gd name="connsiteY71" fmla="*/ 46141 h 119020"/>
                  <a:gd name="connsiteX72" fmla="*/ 1865498 w 9171310"/>
                  <a:gd name="connsiteY72" fmla="*/ 40226 h 119020"/>
                  <a:gd name="connsiteX73" fmla="*/ 2017045 w 9171310"/>
                  <a:gd name="connsiteY73" fmla="*/ 39113 h 119020"/>
                  <a:gd name="connsiteX74" fmla="*/ 2168835 w 9171310"/>
                  <a:gd name="connsiteY74" fmla="*/ 36123 h 119020"/>
                  <a:gd name="connsiteX75" fmla="*/ 2320463 w 9171310"/>
                  <a:gd name="connsiteY75" fmla="*/ 27916 h 119020"/>
                  <a:gd name="connsiteX76" fmla="*/ 2472009 w 9171310"/>
                  <a:gd name="connsiteY76" fmla="*/ 24075 h 119020"/>
                  <a:gd name="connsiteX77" fmla="*/ 2623759 w 9171310"/>
                  <a:gd name="connsiteY77" fmla="*/ 29291 h 119020"/>
                  <a:gd name="connsiteX78" fmla="*/ 2775712 w 9171310"/>
                  <a:gd name="connsiteY78" fmla="*/ 33547 h 119020"/>
                  <a:gd name="connsiteX79" fmla="*/ 2927746 w 9171310"/>
                  <a:gd name="connsiteY79" fmla="*/ 33657 h 119020"/>
                  <a:gd name="connsiteX80" fmla="*/ 3079903 w 9171310"/>
                  <a:gd name="connsiteY80" fmla="*/ 31889 h 119020"/>
                  <a:gd name="connsiteX81" fmla="*/ 3232099 w 9171310"/>
                  <a:gd name="connsiteY81" fmla="*/ 29226 h 119020"/>
                  <a:gd name="connsiteX82" fmla="*/ 3233684 w 9171310"/>
                  <a:gd name="connsiteY82" fmla="*/ 28855 h 119020"/>
                  <a:gd name="connsiteX83" fmla="*/ 3263352 w 9171310"/>
                  <a:gd name="connsiteY83" fmla="*/ 14296 h 119020"/>
                  <a:gd name="connsiteX84" fmla="*/ 3291881 w 9171310"/>
                  <a:gd name="connsiteY84" fmla="*/ 2794 h 119020"/>
                  <a:gd name="connsiteX85" fmla="*/ 3440217 w 9171310"/>
                  <a:gd name="connsiteY85" fmla="*/ 7683 h 119020"/>
                  <a:gd name="connsiteX86" fmla="*/ 3589650 w 9171310"/>
                  <a:gd name="connsiteY86" fmla="*/ 12376 h 119020"/>
                  <a:gd name="connsiteX87" fmla="*/ 3739205 w 9171310"/>
                  <a:gd name="connsiteY87" fmla="*/ 14406 h 119020"/>
                  <a:gd name="connsiteX88" fmla="*/ 3888720 w 9171310"/>
                  <a:gd name="connsiteY88" fmla="*/ 13118 h 119020"/>
                  <a:gd name="connsiteX89" fmla="*/ 4038316 w 9171310"/>
                  <a:gd name="connsiteY89" fmla="*/ 13816 h 119020"/>
                  <a:gd name="connsiteX90" fmla="*/ 4187993 w 9171310"/>
                  <a:gd name="connsiteY90" fmla="*/ 15999 h 119020"/>
                  <a:gd name="connsiteX91" fmla="*/ 4337711 w 9171310"/>
                  <a:gd name="connsiteY91" fmla="*/ 18924 h 119020"/>
                  <a:gd name="connsiteX92" fmla="*/ 4487591 w 9171310"/>
                  <a:gd name="connsiteY92" fmla="*/ 23987 h 119020"/>
                  <a:gd name="connsiteX93" fmla="*/ 4637471 w 9171310"/>
                  <a:gd name="connsiteY93" fmla="*/ 29859 h 119020"/>
                  <a:gd name="connsiteX94" fmla="*/ 4787555 w 9171310"/>
                  <a:gd name="connsiteY94" fmla="*/ 37804 h 119020"/>
                  <a:gd name="connsiteX95" fmla="*/ 4937720 w 9171310"/>
                  <a:gd name="connsiteY95" fmla="*/ 43871 h 119020"/>
                  <a:gd name="connsiteX96" fmla="*/ 5087925 w 9171310"/>
                  <a:gd name="connsiteY96" fmla="*/ 48935 h 119020"/>
                  <a:gd name="connsiteX97" fmla="*/ 5238293 w 9171310"/>
                  <a:gd name="connsiteY97" fmla="*/ 53366 h 119020"/>
                  <a:gd name="connsiteX98" fmla="*/ 5388702 w 9171310"/>
                  <a:gd name="connsiteY98" fmla="*/ 57317 h 119020"/>
                  <a:gd name="connsiteX99" fmla="*/ 5539354 w 9171310"/>
                  <a:gd name="connsiteY99" fmla="*/ 59717 h 119020"/>
                  <a:gd name="connsiteX100" fmla="*/ 5690535 w 9171310"/>
                  <a:gd name="connsiteY100" fmla="*/ 57426 h 119020"/>
                  <a:gd name="connsiteX101" fmla="*/ 5842772 w 9171310"/>
                  <a:gd name="connsiteY101" fmla="*/ 53759 h 119020"/>
                  <a:gd name="connsiteX102" fmla="*/ 5995619 w 9171310"/>
                  <a:gd name="connsiteY102" fmla="*/ 48913 h 119020"/>
                  <a:gd name="connsiteX103" fmla="*/ 6149198 w 9171310"/>
                  <a:gd name="connsiteY103" fmla="*/ 46622 h 119020"/>
                  <a:gd name="connsiteX104" fmla="*/ 6456558 w 9171310"/>
                  <a:gd name="connsiteY104" fmla="*/ 39441 h 119020"/>
                  <a:gd name="connsiteX105" fmla="*/ 6609446 w 9171310"/>
                  <a:gd name="connsiteY105" fmla="*/ 41776 h 119020"/>
                  <a:gd name="connsiteX106" fmla="*/ 6761236 w 9171310"/>
                  <a:gd name="connsiteY106" fmla="*/ 45727 h 119020"/>
                  <a:gd name="connsiteX107" fmla="*/ 6911645 w 9171310"/>
                  <a:gd name="connsiteY107" fmla="*/ 51052 h 119020"/>
                  <a:gd name="connsiteX108" fmla="*/ 7060956 w 9171310"/>
                  <a:gd name="connsiteY108" fmla="*/ 63843 h 119020"/>
                  <a:gd name="connsiteX109" fmla="*/ 7209780 w 9171310"/>
                  <a:gd name="connsiteY109" fmla="*/ 78816 h 119020"/>
                  <a:gd name="connsiteX110" fmla="*/ 7358604 w 9171310"/>
                  <a:gd name="connsiteY110" fmla="*/ 92937 h 119020"/>
                  <a:gd name="connsiteX111" fmla="*/ 7507631 w 9171310"/>
                  <a:gd name="connsiteY111" fmla="*/ 101690 h 119020"/>
                  <a:gd name="connsiteX112" fmla="*/ 7657227 w 9171310"/>
                  <a:gd name="connsiteY112" fmla="*/ 108783 h 119020"/>
                  <a:gd name="connsiteX113" fmla="*/ 7807554 w 9171310"/>
                  <a:gd name="connsiteY113" fmla="*/ 113956 h 119020"/>
                  <a:gd name="connsiteX114" fmla="*/ 7958857 w 9171310"/>
                  <a:gd name="connsiteY114" fmla="*/ 116139 h 119020"/>
                  <a:gd name="connsiteX115" fmla="*/ 9168710 w 9171310"/>
                  <a:gd name="connsiteY115" fmla="*/ 119020 h 119020"/>
                  <a:gd name="connsiteX116" fmla="*/ 9168710 w 9171310"/>
                  <a:gd name="connsiteY116" fmla="*/ 119020 h 119020"/>
                  <a:gd name="connsiteX117" fmla="*/ 9171310 w 9171310"/>
                  <a:gd name="connsiteY117" fmla="*/ 117623 h 119020"/>
                  <a:gd name="connsiteX118" fmla="*/ 9168710 w 9171310"/>
                  <a:gd name="connsiteY118" fmla="*/ 116183 h 119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9171310" h="119020">
                    <a:moveTo>
                      <a:pt x="9168912" y="116183"/>
                    </a:moveTo>
                    <a:lnTo>
                      <a:pt x="7959141" y="113302"/>
                    </a:lnTo>
                    <a:lnTo>
                      <a:pt x="7807920" y="111163"/>
                    </a:lnTo>
                    <a:lnTo>
                      <a:pt x="7657714" y="105946"/>
                    </a:lnTo>
                    <a:lnTo>
                      <a:pt x="7508281" y="98852"/>
                    </a:lnTo>
                    <a:lnTo>
                      <a:pt x="7359457" y="90165"/>
                    </a:lnTo>
                    <a:lnTo>
                      <a:pt x="7210837" y="76044"/>
                    </a:lnTo>
                    <a:lnTo>
                      <a:pt x="7062013" y="61071"/>
                    </a:lnTo>
                    <a:lnTo>
                      <a:pt x="6912295" y="48237"/>
                    </a:lnTo>
                    <a:lnTo>
                      <a:pt x="6761683" y="42911"/>
                    </a:lnTo>
                    <a:lnTo>
                      <a:pt x="6609771" y="38960"/>
                    </a:lnTo>
                    <a:lnTo>
                      <a:pt x="6456599" y="36603"/>
                    </a:lnTo>
                    <a:lnTo>
                      <a:pt x="6149117" y="43806"/>
                    </a:lnTo>
                    <a:lnTo>
                      <a:pt x="5995538" y="46098"/>
                    </a:lnTo>
                    <a:lnTo>
                      <a:pt x="5842651" y="50943"/>
                    </a:lnTo>
                    <a:lnTo>
                      <a:pt x="5690454" y="54632"/>
                    </a:lnTo>
                    <a:lnTo>
                      <a:pt x="5539435" y="56924"/>
                    </a:lnTo>
                    <a:lnTo>
                      <a:pt x="5388986" y="54523"/>
                    </a:lnTo>
                    <a:lnTo>
                      <a:pt x="5238618" y="50572"/>
                    </a:lnTo>
                    <a:lnTo>
                      <a:pt x="5088291" y="46141"/>
                    </a:lnTo>
                    <a:lnTo>
                      <a:pt x="4938126" y="41078"/>
                    </a:lnTo>
                    <a:lnTo>
                      <a:pt x="4788083" y="35010"/>
                    </a:lnTo>
                    <a:lnTo>
                      <a:pt x="4637959" y="27130"/>
                    </a:lnTo>
                    <a:lnTo>
                      <a:pt x="4487997" y="21215"/>
                    </a:lnTo>
                    <a:lnTo>
                      <a:pt x="4338076" y="16152"/>
                    </a:lnTo>
                    <a:lnTo>
                      <a:pt x="4188236" y="13227"/>
                    </a:lnTo>
                    <a:lnTo>
                      <a:pt x="4038519" y="11044"/>
                    </a:lnTo>
                    <a:lnTo>
                      <a:pt x="3888801" y="10411"/>
                    </a:lnTo>
                    <a:lnTo>
                      <a:pt x="3739327" y="11634"/>
                    </a:lnTo>
                    <a:lnTo>
                      <a:pt x="3589894" y="9604"/>
                    </a:lnTo>
                    <a:lnTo>
                      <a:pt x="3440583" y="4911"/>
                    </a:lnTo>
                    <a:lnTo>
                      <a:pt x="3291312" y="0"/>
                    </a:lnTo>
                    <a:cubicBezTo>
                      <a:pt x="3290824" y="0"/>
                      <a:pt x="3290174" y="65"/>
                      <a:pt x="3289686" y="262"/>
                    </a:cubicBezTo>
                    <a:lnTo>
                      <a:pt x="3260263" y="12136"/>
                    </a:lnTo>
                    <a:lnTo>
                      <a:pt x="3231083" y="26410"/>
                    </a:lnTo>
                    <a:lnTo>
                      <a:pt x="3079821" y="29117"/>
                    </a:lnTo>
                    <a:lnTo>
                      <a:pt x="2927787" y="30819"/>
                    </a:lnTo>
                    <a:lnTo>
                      <a:pt x="2775956" y="30710"/>
                    </a:lnTo>
                    <a:lnTo>
                      <a:pt x="2624165" y="26454"/>
                    </a:lnTo>
                    <a:lnTo>
                      <a:pt x="2472172" y="21237"/>
                    </a:lnTo>
                    <a:lnTo>
                      <a:pt x="2320219" y="25079"/>
                    </a:lnTo>
                    <a:lnTo>
                      <a:pt x="2168591" y="33329"/>
                    </a:lnTo>
                    <a:lnTo>
                      <a:pt x="2016963" y="36254"/>
                    </a:lnTo>
                    <a:lnTo>
                      <a:pt x="1865295" y="37411"/>
                    </a:lnTo>
                    <a:lnTo>
                      <a:pt x="1713789" y="43326"/>
                    </a:lnTo>
                    <a:lnTo>
                      <a:pt x="1562324" y="48608"/>
                    </a:lnTo>
                    <a:lnTo>
                      <a:pt x="1410940" y="53039"/>
                    </a:lnTo>
                    <a:cubicBezTo>
                      <a:pt x="1410533" y="53039"/>
                      <a:pt x="1410208" y="53082"/>
                      <a:pt x="1409842" y="53191"/>
                    </a:cubicBezTo>
                    <a:lnTo>
                      <a:pt x="1362050" y="67466"/>
                    </a:lnTo>
                    <a:lnTo>
                      <a:pt x="1209894" y="69648"/>
                    </a:lnTo>
                    <a:lnTo>
                      <a:pt x="904646" y="76677"/>
                    </a:lnTo>
                    <a:lnTo>
                      <a:pt x="752124" y="79885"/>
                    </a:lnTo>
                    <a:lnTo>
                      <a:pt x="599765" y="82330"/>
                    </a:lnTo>
                    <a:lnTo>
                      <a:pt x="447528" y="83879"/>
                    </a:lnTo>
                    <a:lnTo>
                      <a:pt x="303215" y="83246"/>
                    </a:lnTo>
                    <a:lnTo>
                      <a:pt x="298216" y="83465"/>
                    </a:lnTo>
                    <a:lnTo>
                      <a:pt x="143500" y="82090"/>
                    </a:lnTo>
                    <a:lnTo>
                      <a:pt x="0" y="78052"/>
                    </a:lnTo>
                    <a:lnTo>
                      <a:pt x="0" y="80867"/>
                    </a:lnTo>
                    <a:lnTo>
                      <a:pt x="143297" y="84862"/>
                    </a:lnTo>
                    <a:lnTo>
                      <a:pt x="298379" y="86302"/>
                    </a:lnTo>
                    <a:lnTo>
                      <a:pt x="303540" y="86084"/>
                    </a:lnTo>
                    <a:lnTo>
                      <a:pt x="447609" y="86739"/>
                    </a:lnTo>
                    <a:lnTo>
                      <a:pt x="599928" y="85189"/>
                    </a:lnTo>
                    <a:lnTo>
                      <a:pt x="752368" y="82744"/>
                    </a:lnTo>
                    <a:lnTo>
                      <a:pt x="904850" y="79536"/>
                    </a:lnTo>
                    <a:lnTo>
                      <a:pt x="1210056" y="72508"/>
                    </a:lnTo>
                    <a:lnTo>
                      <a:pt x="1362741" y="70325"/>
                    </a:lnTo>
                    <a:cubicBezTo>
                      <a:pt x="1363188" y="70325"/>
                      <a:pt x="1363553" y="70216"/>
                      <a:pt x="1363878" y="70107"/>
                    </a:cubicBezTo>
                    <a:lnTo>
                      <a:pt x="1411752" y="55832"/>
                    </a:lnTo>
                    <a:lnTo>
                      <a:pt x="1562567" y="51467"/>
                    </a:lnTo>
                    <a:lnTo>
                      <a:pt x="1714073" y="46141"/>
                    </a:lnTo>
                    <a:lnTo>
                      <a:pt x="1865498" y="40226"/>
                    </a:lnTo>
                    <a:lnTo>
                      <a:pt x="2017045" y="39113"/>
                    </a:lnTo>
                    <a:lnTo>
                      <a:pt x="2168835" y="36123"/>
                    </a:lnTo>
                    <a:lnTo>
                      <a:pt x="2320463" y="27916"/>
                    </a:lnTo>
                    <a:lnTo>
                      <a:pt x="2472009" y="24075"/>
                    </a:lnTo>
                    <a:lnTo>
                      <a:pt x="2623759" y="29291"/>
                    </a:lnTo>
                    <a:lnTo>
                      <a:pt x="2775712" y="33547"/>
                    </a:lnTo>
                    <a:lnTo>
                      <a:pt x="2927746" y="33657"/>
                    </a:lnTo>
                    <a:lnTo>
                      <a:pt x="3079903" y="31889"/>
                    </a:lnTo>
                    <a:lnTo>
                      <a:pt x="3232099" y="29226"/>
                    </a:lnTo>
                    <a:cubicBezTo>
                      <a:pt x="3232668" y="29226"/>
                      <a:pt x="3233237" y="29073"/>
                      <a:pt x="3233684" y="28855"/>
                    </a:cubicBezTo>
                    <a:lnTo>
                      <a:pt x="3263352" y="14296"/>
                    </a:lnTo>
                    <a:lnTo>
                      <a:pt x="3291881" y="2794"/>
                    </a:lnTo>
                    <a:lnTo>
                      <a:pt x="3440217" y="7683"/>
                    </a:lnTo>
                    <a:lnTo>
                      <a:pt x="3589650" y="12376"/>
                    </a:lnTo>
                    <a:lnTo>
                      <a:pt x="3739205" y="14406"/>
                    </a:lnTo>
                    <a:lnTo>
                      <a:pt x="3888720" y="13118"/>
                    </a:lnTo>
                    <a:lnTo>
                      <a:pt x="4038316" y="13816"/>
                    </a:lnTo>
                    <a:lnTo>
                      <a:pt x="4187993" y="15999"/>
                    </a:lnTo>
                    <a:lnTo>
                      <a:pt x="4337711" y="18924"/>
                    </a:lnTo>
                    <a:lnTo>
                      <a:pt x="4487591" y="23987"/>
                    </a:lnTo>
                    <a:lnTo>
                      <a:pt x="4637471" y="29859"/>
                    </a:lnTo>
                    <a:lnTo>
                      <a:pt x="4787555" y="37804"/>
                    </a:lnTo>
                    <a:lnTo>
                      <a:pt x="4937720" y="43871"/>
                    </a:lnTo>
                    <a:lnTo>
                      <a:pt x="5087925" y="48935"/>
                    </a:lnTo>
                    <a:lnTo>
                      <a:pt x="5238293" y="53366"/>
                    </a:lnTo>
                    <a:lnTo>
                      <a:pt x="5388702" y="57317"/>
                    </a:lnTo>
                    <a:lnTo>
                      <a:pt x="5539354" y="59717"/>
                    </a:lnTo>
                    <a:lnTo>
                      <a:pt x="5690535" y="57426"/>
                    </a:lnTo>
                    <a:lnTo>
                      <a:pt x="5842772" y="53759"/>
                    </a:lnTo>
                    <a:lnTo>
                      <a:pt x="5995619" y="48913"/>
                    </a:lnTo>
                    <a:lnTo>
                      <a:pt x="6149198" y="46622"/>
                    </a:lnTo>
                    <a:lnTo>
                      <a:pt x="6456558" y="39441"/>
                    </a:lnTo>
                    <a:lnTo>
                      <a:pt x="6609446" y="41776"/>
                    </a:lnTo>
                    <a:lnTo>
                      <a:pt x="6761236" y="45727"/>
                    </a:lnTo>
                    <a:lnTo>
                      <a:pt x="6911645" y="51052"/>
                    </a:lnTo>
                    <a:lnTo>
                      <a:pt x="7060956" y="63843"/>
                    </a:lnTo>
                    <a:lnTo>
                      <a:pt x="7209780" y="78816"/>
                    </a:lnTo>
                    <a:lnTo>
                      <a:pt x="7358604" y="92937"/>
                    </a:lnTo>
                    <a:lnTo>
                      <a:pt x="7507631" y="101690"/>
                    </a:lnTo>
                    <a:lnTo>
                      <a:pt x="7657227" y="108783"/>
                    </a:lnTo>
                    <a:lnTo>
                      <a:pt x="7807554" y="113956"/>
                    </a:lnTo>
                    <a:lnTo>
                      <a:pt x="7958857" y="116139"/>
                    </a:lnTo>
                    <a:lnTo>
                      <a:pt x="9168710" y="119020"/>
                    </a:lnTo>
                    <a:lnTo>
                      <a:pt x="9168710" y="119020"/>
                    </a:lnTo>
                    <a:cubicBezTo>
                      <a:pt x="9170091" y="119020"/>
                      <a:pt x="9171310" y="118387"/>
                      <a:pt x="9171310" y="117623"/>
                    </a:cubicBezTo>
                    <a:cubicBezTo>
                      <a:pt x="9171310" y="116816"/>
                      <a:pt x="9170131" y="116183"/>
                      <a:pt x="9168710" y="11618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4" name="Freeform: Shape 693">
                <a:extLst>
                  <a:ext uri="{FF2B5EF4-FFF2-40B4-BE49-F238E27FC236}">
                    <a16:creationId xmlns:a16="http://schemas.microsoft.com/office/drawing/2014/main" id="{7C4F6B7F-0517-4C16-9E82-4DC5359A34F6}"/>
                  </a:ext>
                </a:extLst>
              </p:cNvPr>
              <p:cNvSpPr/>
              <p:nvPr/>
            </p:nvSpPr>
            <p:spPr>
              <a:xfrm>
                <a:off x="3940657" y="6419522"/>
                <a:ext cx="5203138" cy="108674"/>
              </a:xfrm>
              <a:custGeom>
                <a:avLst/>
                <a:gdLst>
                  <a:gd name="connsiteX0" fmla="*/ 5200742 w 5203138"/>
                  <a:gd name="connsiteY0" fmla="*/ 108653 h 108674"/>
                  <a:gd name="connsiteX1" fmla="*/ 5200620 w 5203138"/>
                  <a:gd name="connsiteY1" fmla="*/ 108653 h 108674"/>
                  <a:gd name="connsiteX2" fmla="*/ 4002471 w 5203138"/>
                  <a:gd name="connsiteY2" fmla="*/ 105837 h 108674"/>
                  <a:gd name="connsiteX3" fmla="*/ 3853160 w 5203138"/>
                  <a:gd name="connsiteY3" fmla="*/ 101668 h 108674"/>
                  <a:gd name="connsiteX4" fmla="*/ 3704824 w 5203138"/>
                  <a:gd name="connsiteY4" fmla="*/ 95120 h 108674"/>
                  <a:gd name="connsiteX5" fmla="*/ 3557260 w 5203138"/>
                  <a:gd name="connsiteY5" fmla="*/ 86106 h 108674"/>
                  <a:gd name="connsiteX6" fmla="*/ 3410427 w 5203138"/>
                  <a:gd name="connsiteY6" fmla="*/ 74974 h 108674"/>
                  <a:gd name="connsiteX7" fmla="*/ 3263880 w 5203138"/>
                  <a:gd name="connsiteY7" fmla="*/ 55112 h 108674"/>
                  <a:gd name="connsiteX8" fmla="*/ 3117454 w 5203138"/>
                  <a:gd name="connsiteY8" fmla="*/ 39877 h 108674"/>
                  <a:gd name="connsiteX9" fmla="*/ 2970134 w 5203138"/>
                  <a:gd name="connsiteY9" fmla="*/ 29379 h 108674"/>
                  <a:gd name="connsiteX10" fmla="*/ 2821310 w 5203138"/>
                  <a:gd name="connsiteY10" fmla="*/ 22350 h 108674"/>
                  <a:gd name="connsiteX11" fmla="*/ 2670779 w 5203138"/>
                  <a:gd name="connsiteY11" fmla="*/ 16435 h 108674"/>
                  <a:gd name="connsiteX12" fmla="*/ 2518867 w 5203138"/>
                  <a:gd name="connsiteY12" fmla="*/ 15257 h 108674"/>
                  <a:gd name="connsiteX13" fmla="*/ 2365979 w 5203138"/>
                  <a:gd name="connsiteY13" fmla="*/ 18727 h 108674"/>
                  <a:gd name="connsiteX14" fmla="*/ 2212848 w 5203138"/>
                  <a:gd name="connsiteY14" fmla="*/ 26017 h 108674"/>
                  <a:gd name="connsiteX15" fmla="*/ 2059798 w 5203138"/>
                  <a:gd name="connsiteY15" fmla="*/ 28156 h 108674"/>
                  <a:gd name="connsiteX16" fmla="*/ 1907885 w 5203138"/>
                  <a:gd name="connsiteY16" fmla="*/ 36101 h 108674"/>
                  <a:gd name="connsiteX17" fmla="*/ 1756542 w 5203138"/>
                  <a:gd name="connsiteY17" fmla="*/ 40837 h 108674"/>
                  <a:gd name="connsiteX18" fmla="*/ 1606133 w 5203138"/>
                  <a:gd name="connsiteY18" fmla="*/ 43195 h 108674"/>
                  <a:gd name="connsiteX19" fmla="*/ 1456985 w 5203138"/>
                  <a:gd name="connsiteY19" fmla="*/ 42082 h 108674"/>
                  <a:gd name="connsiteX20" fmla="*/ 1307958 w 5203138"/>
                  <a:gd name="connsiteY20" fmla="*/ 39091 h 108674"/>
                  <a:gd name="connsiteX21" fmla="*/ 1159093 w 5203138"/>
                  <a:gd name="connsiteY21" fmla="*/ 34944 h 108674"/>
                  <a:gd name="connsiteX22" fmla="*/ 1010270 w 5203138"/>
                  <a:gd name="connsiteY22" fmla="*/ 30099 h 108674"/>
                  <a:gd name="connsiteX23" fmla="*/ 861568 w 5203138"/>
                  <a:gd name="connsiteY23" fmla="*/ 25101 h 108674"/>
                  <a:gd name="connsiteX24" fmla="*/ 712907 w 5203138"/>
                  <a:gd name="connsiteY24" fmla="*/ 18072 h 108674"/>
                  <a:gd name="connsiteX25" fmla="*/ 564449 w 5203138"/>
                  <a:gd name="connsiteY25" fmla="*/ 12092 h 108674"/>
                  <a:gd name="connsiteX26" fmla="*/ 416072 w 5203138"/>
                  <a:gd name="connsiteY26" fmla="*/ 8621 h 108674"/>
                  <a:gd name="connsiteX27" fmla="*/ 267736 w 5203138"/>
                  <a:gd name="connsiteY27" fmla="*/ 6068 h 108674"/>
                  <a:gd name="connsiteX28" fmla="*/ 119441 w 5203138"/>
                  <a:gd name="connsiteY28" fmla="*/ 2816 h 108674"/>
                  <a:gd name="connsiteX29" fmla="*/ 2520 w 5203138"/>
                  <a:gd name="connsiteY29" fmla="*/ 2881 h 108674"/>
                  <a:gd name="connsiteX30" fmla="*/ 0 w 5203138"/>
                  <a:gd name="connsiteY30" fmla="*/ 1506 h 108674"/>
                  <a:gd name="connsiteX31" fmla="*/ 2520 w 5203138"/>
                  <a:gd name="connsiteY31" fmla="*/ 65 h 108674"/>
                  <a:gd name="connsiteX32" fmla="*/ 119563 w 5203138"/>
                  <a:gd name="connsiteY32" fmla="*/ 0 h 108674"/>
                  <a:gd name="connsiteX33" fmla="*/ 267939 w 5203138"/>
                  <a:gd name="connsiteY33" fmla="*/ 3296 h 108674"/>
                  <a:gd name="connsiteX34" fmla="*/ 416275 w 5203138"/>
                  <a:gd name="connsiteY34" fmla="*/ 5806 h 108674"/>
                  <a:gd name="connsiteX35" fmla="*/ 564774 w 5203138"/>
                  <a:gd name="connsiteY35" fmla="*/ 9276 h 108674"/>
                  <a:gd name="connsiteX36" fmla="*/ 713354 w 5203138"/>
                  <a:gd name="connsiteY36" fmla="*/ 15235 h 108674"/>
                  <a:gd name="connsiteX37" fmla="*/ 861974 w 5203138"/>
                  <a:gd name="connsiteY37" fmla="*/ 22263 h 108674"/>
                  <a:gd name="connsiteX38" fmla="*/ 1010595 w 5203138"/>
                  <a:gd name="connsiteY38" fmla="*/ 27327 h 108674"/>
                  <a:gd name="connsiteX39" fmla="*/ 1159378 w 5203138"/>
                  <a:gd name="connsiteY39" fmla="*/ 32129 h 108674"/>
                  <a:gd name="connsiteX40" fmla="*/ 1308242 w 5203138"/>
                  <a:gd name="connsiteY40" fmla="*/ 36276 h 108674"/>
                  <a:gd name="connsiteX41" fmla="*/ 1457147 w 5203138"/>
                  <a:gd name="connsiteY41" fmla="*/ 39310 h 108674"/>
                  <a:gd name="connsiteX42" fmla="*/ 1606133 w 5203138"/>
                  <a:gd name="connsiteY42" fmla="*/ 40379 h 108674"/>
                  <a:gd name="connsiteX43" fmla="*/ 1756379 w 5203138"/>
                  <a:gd name="connsiteY43" fmla="*/ 38022 h 108674"/>
                  <a:gd name="connsiteX44" fmla="*/ 1907520 w 5203138"/>
                  <a:gd name="connsiteY44" fmla="*/ 33285 h 108674"/>
                  <a:gd name="connsiteX45" fmla="*/ 2059513 w 5203138"/>
                  <a:gd name="connsiteY45" fmla="*/ 25341 h 108674"/>
                  <a:gd name="connsiteX46" fmla="*/ 2212563 w 5203138"/>
                  <a:gd name="connsiteY46" fmla="*/ 23267 h 108674"/>
                  <a:gd name="connsiteX47" fmla="*/ 2365614 w 5203138"/>
                  <a:gd name="connsiteY47" fmla="*/ 15911 h 108674"/>
                  <a:gd name="connsiteX48" fmla="*/ 2518786 w 5203138"/>
                  <a:gd name="connsiteY48" fmla="*/ 12507 h 108674"/>
                  <a:gd name="connsiteX49" fmla="*/ 2670983 w 5203138"/>
                  <a:gd name="connsiteY49" fmla="*/ 13620 h 108674"/>
                  <a:gd name="connsiteX50" fmla="*/ 2821676 w 5203138"/>
                  <a:gd name="connsiteY50" fmla="*/ 19535 h 108674"/>
                  <a:gd name="connsiteX51" fmla="*/ 2970703 w 5203138"/>
                  <a:gd name="connsiteY51" fmla="*/ 26563 h 108674"/>
                  <a:gd name="connsiteX52" fmla="*/ 3118226 w 5203138"/>
                  <a:gd name="connsiteY52" fmla="*/ 37105 h 108674"/>
                  <a:gd name="connsiteX53" fmla="*/ 3264855 w 5203138"/>
                  <a:gd name="connsiteY53" fmla="*/ 52340 h 108674"/>
                  <a:gd name="connsiteX54" fmla="*/ 3411403 w 5203138"/>
                  <a:gd name="connsiteY54" fmla="*/ 72202 h 108674"/>
                  <a:gd name="connsiteX55" fmla="*/ 3557829 w 5203138"/>
                  <a:gd name="connsiteY55" fmla="*/ 83290 h 108674"/>
                  <a:gd name="connsiteX56" fmla="*/ 3705271 w 5203138"/>
                  <a:gd name="connsiteY56" fmla="*/ 92283 h 108674"/>
                  <a:gd name="connsiteX57" fmla="*/ 3853485 w 5203138"/>
                  <a:gd name="connsiteY57" fmla="*/ 98896 h 108674"/>
                  <a:gd name="connsiteX58" fmla="*/ 4002593 w 5203138"/>
                  <a:gd name="connsiteY58" fmla="*/ 102999 h 108674"/>
                  <a:gd name="connsiteX59" fmla="*/ 5200661 w 5203138"/>
                  <a:gd name="connsiteY59" fmla="*/ 105837 h 108674"/>
                  <a:gd name="connsiteX60" fmla="*/ 5203139 w 5203138"/>
                  <a:gd name="connsiteY60" fmla="*/ 107277 h 108674"/>
                  <a:gd name="connsiteX61" fmla="*/ 5200661 w 5203138"/>
                  <a:gd name="connsiteY61" fmla="*/ 108674 h 108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5203138" h="108674">
                    <a:moveTo>
                      <a:pt x="5200742" y="108653"/>
                    </a:moveTo>
                    <a:lnTo>
                      <a:pt x="5200620" y="108653"/>
                    </a:lnTo>
                    <a:lnTo>
                      <a:pt x="4002471" y="105837"/>
                    </a:lnTo>
                    <a:lnTo>
                      <a:pt x="3853160" y="101668"/>
                    </a:lnTo>
                    <a:lnTo>
                      <a:pt x="3704824" y="95120"/>
                    </a:lnTo>
                    <a:lnTo>
                      <a:pt x="3557260" y="86106"/>
                    </a:lnTo>
                    <a:lnTo>
                      <a:pt x="3410427" y="74974"/>
                    </a:lnTo>
                    <a:lnTo>
                      <a:pt x="3263880" y="55112"/>
                    </a:lnTo>
                    <a:lnTo>
                      <a:pt x="3117454" y="39877"/>
                    </a:lnTo>
                    <a:lnTo>
                      <a:pt x="2970134" y="29379"/>
                    </a:lnTo>
                    <a:lnTo>
                      <a:pt x="2821310" y="22350"/>
                    </a:lnTo>
                    <a:lnTo>
                      <a:pt x="2670779" y="16435"/>
                    </a:lnTo>
                    <a:lnTo>
                      <a:pt x="2518867" y="15257"/>
                    </a:lnTo>
                    <a:lnTo>
                      <a:pt x="2365979" y="18727"/>
                    </a:lnTo>
                    <a:lnTo>
                      <a:pt x="2212848" y="26017"/>
                    </a:lnTo>
                    <a:lnTo>
                      <a:pt x="2059798" y="28156"/>
                    </a:lnTo>
                    <a:lnTo>
                      <a:pt x="1907885" y="36101"/>
                    </a:lnTo>
                    <a:lnTo>
                      <a:pt x="1756542" y="40837"/>
                    </a:lnTo>
                    <a:lnTo>
                      <a:pt x="1606133" y="43195"/>
                    </a:lnTo>
                    <a:lnTo>
                      <a:pt x="1456985" y="42082"/>
                    </a:lnTo>
                    <a:lnTo>
                      <a:pt x="1307958" y="39091"/>
                    </a:lnTo>
                    <a:lnTo>
                      <a:pt x="1159093" y="34944"/>
                    </a:lnTo>
                    <a:lnTo>
                      <a:pt x="1010270" y="30099"/>
                    </a:lnTo>
                    <a:lnTo>
                      <a:pt x="861568" y="25101"/>
                    </a:lnTo>
                    <a:lnTo>
                      <a:pt x="712907" y="18072"/>
                    </a:lnTo>
                    <a:lnTo>
                      <a:pt x="564449" y="12092"/>
                    </a:lnTo>
                    <a:lnTo>
                      <a:pt x="416072" y="8621"/>
                    </a:lnTo>
                    <a:lnTo>
                      <a:pt x="267736" y="6068"/>
                    </a:lnTo>
                    <a:lnTo>
                      <a:pt x="119441" y="2816"/>
                    </a:lnTo>
                    <a:lnTo>
                      <a:pt x="2520" y="2881"/>
                    </a:lnTo>
                    <a:cubicBezTo>
                      <a:pt x="1138" y="2881"/>
                      <a:pt x="0" y="2248"/>
                      <a:pt x="0" y="1506"/>
                    </a:cubicBezTo>
                    <a:cubicBezTo>
                      <a:pt x="0" y="698"/>
                      <a:pt x="1097" y="65"/>
                      <a:pt x="2520" y="65"/>
                    </a:cubicBezTo>
                    <a:lnTo>
                      <a:pt x="119563" y="0"/>
                    </a:lnTo>
                    <a:lnTo>
                      <a:pt x="267939" y="3296"/>
                    </a:lnTo>
                    <a:lnTo>
                      <a:pt x="416275" y="5806"/>
                    </a:lnTo>
                    <a:lnTo>
                      <a:pt x="564774" y="9276"/>
                    </a:lnTo>
                    <a:lnTo>
                      <a:pt x="713354" y="15235"/>
                    </a:lnTo>
                    <a:lnTo>
                      <a:pt x="861974" y="22263"/>
                    </a:lnTo>
                    <a:lnTo>
                      <a:pt x="1010595" y="27327"/>
                    </a:lnTo>
                    <a:lnTo>
                      <a:pt x="1159378" y="32129"/>
                    </a:lnTo>
                    <a:lnTo>
                      <a:pt x="1308242" y="36276"/>
                    </a:lnTo>
                    <a:lnTo>
                      <a:pt x="1457147" y="39310"/>
                    </a:lnTo>
                    <a:lnTo>
                      <a:pt x="1606133" y="40379"/>
                    </a:lnTo>
                    <a:lnTo>
                      <a:pt x="1756379" y="38022"/>
                    </a:lnTo>
                    <a:lnTo>
                      <a:pt x="1907520" y="33285"/>
                    </a:lnTo>
                    <a:lnTo>
                      <a:pt x="2059513" y="25341"/>
                    </a:lnTo>
                    <a:lnTo>
                      <a:pt x="2212563" y="23267"/>
                    </a:lnTo>
                    <a:lnTo>
                      <a:pt x="2365614" y="15911"/>
                    </a:lnTo>
                    <a:lnTo>
                      <a:pt x="2518786" y="12507"/>
                    </a:lnTo>
                    <a:lnTo>
                      <a:pt x="2670983" y="13620"/>
                    </a:lnTo>
                    <a:lnTo>
                      <a:pt x="2821676" y="19535"/>
                    </a:lnTo>
                    <a:lnTo>
                      <a:pt x="2970703" y="26563"/>
                    </a:lnTo>
                    <a:lnTo>
                      <a:pt x="3118226" y="37105"/>
                    </a:lnTo>
                    <a:lnTo>
                      <a:pt x="3264855" y="52340"/>
                    </a:lnTo>
                    <a:lnTo>
                      <a:pt x="3411403" y="72202"/>
                    </a:lnTo>
                    <a:lnTo>
                      <a:pt x="3557829" y="83290"/>
                    </a:lnTo>
                    <a:lnTo>
                      <a:pt x="3705271" y="92283"/>
                    </a:lnTo>
                    <a:lnTo>
                      <a:pt x="3853485" y="98896"/>
                    </a:lnTo>
                    <a:lnTo>
                      <a:pt x="4002593" y="102999"/>
                    </a:lnTo>
                    <a:lnTo>
                      <a:pt x="5200661" y="105837"/>
                    </a:lnTo>
                    <a:cubicBezTo>
                      <a:pt x="5202042" y="105880"/>
                      <a:pt x="5203139" y="106470"/>
                      <a:pt x="5203139" y="107277"/>
                    </a:cubicBezTo>
                    <a:cubicBezTo>
                      <a:pt x="5203139" y="108085"/>
                      <a:pt x="5202042" y="108674"/>
                      <a:pt x="5200661" y="10867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5" name="Freeform: Shape 694">
                <a:extLst>
                  <a:ext uri="{FF2B5EF4-FFF2-40B4-BE49-F238E27FC236}">
                    <a16:creationId xmlns:a16="http://schemas.microsoft.com/office/drawing/2014/main" id="{60EE49F3-5AD7-43DE-B35E-F51D23C6C0D5}"/>
                  </a:ext>
                </a:extLst>
              </p:cNvPr>
              <p:cNvSpPr/>
              <p:nvPr/>
            </p:nvSpPr>
            <p:spPr>
              <a:xfrm>
                <a:off x="40" y="6394203"/>
                <a:ext cx="9116812" cy="135870"/>
              </a:xfrm>
              <a:custGeom>
                <a:avLst/>
                <a:gdLst>
                  <a:gd name="connsiteX0" fmla="*/ 9114170 w 9116812"/>
                  <a:gd name="connsiteY0" fmla="*/ 118627 h 135870"/>
                  <a:gd name="connsiteX1" fmla="*/ 8076550 w 9116812"/>
                  <a:gd name="connsiteY1" fmla="*/ 116226 h 135870"/>
                  <a:gd name="connsiteX2" fmla="*/ 7927930 w 9116812"/>
                  <a:gd name="connsiteY2" fmla="*/ 115048 h 135870"/>
                  <a:gd name="connsiteX3" fmla="*/ 7780569 w 9116812"/>
                  <a:gd name="connsiteY3" fmla="*/ 109831 h 135870"/>
                  <a:gd name="connsiteX4" fmla="*/ 7634224 w 9116812"/>
                  <a:gd name="connsiteY4" fmla="*/ 101952 h 135870"/>
                  <a:gd name="connsiteX5" fmla="*/ 7488977 w 9116812"/>
                  <a:gd name="connsiteY5" fmla="*/ 91082 h 135870"/>
                  <a:gd name="connsiteX6" fmla="*/ 7344542 w 9116812"/>
                  <a:gd name="connsiteY6" fmla="*/ 74559 h 135870"/>
                  <a:gd name="connsiteX7" fmla="*/ 7200270 w 9116812"/>
                  <a:gd name="connsiteY7" fmla="*/ 54959 h 135870"/>
                  <a:gd name="connsiteX8" fmla="*/ 7055836 w 9116812"/>
                  <a:gd name="connsiteY8" fmla="*/ 41361 h 135870"/>
                  <a:gd name="connsiteX9" fmla="*/ 6910263 w 9116812"/>
                  <a:gd name="connsiteY9" fmla="*/ 29051 h 135870"/>
                  <a:gd name="connsiteX10" fmla="*/ 6762740 w 9116812"/>
                  <a:gd name="connsiteY10" fmla="*/ 17592 h 135870"/>
                  <a:gd name="connsiteX11" fmla="*/ 6613429 w 9116812"/>
                  <a:gd name="connsiteY11" fmla="*/ 13380 h 135870"/>
                  <a:gd name="connsiteX12" fmla="*/ 6461720 w 9116812"/>
                  <a:gd name="connsiteY12" fmla="*/ 10564 h 135870"/>
                  <a:gd name="connsiteX13" fmla="*/ 6309604 w 9116812"/>
                  <a:gd name="connsiteY13" fmla="*/ 22547 h 135870"/>
                  <a:gd name="connsiteX14" fmla="*/ 6157082 w 9116812"/>
                  <a:gd name="connsiteY14" fmla="*/ 28942 h 135870"/>
                  <a:gd name="connsiteX15" fmla="*/ 6004885 w 9116812"/>
                  <a:gd name="connsiteY15" fmla="*/ 31976 h 135870"/>
                  <a:gd name="connsiteX16" fmla="*/ 5853461 w 9116812"/>
                  <a:gd name="connsiteY16" fmla="*/ 33897 h 135870"/>
                  <a:gd name="connsiteX17" fmla="*/ 5703337 w 9116812"/>
                  <a:gd name="connsiteY17" fmla="*/ 41143 h 135870"/>
                  <a:gd name="connsiteX18" fmla="*/ 5554147 w 9116812"/>
                  <a:gd name="connsiteY18" fmla="*/ 44548 h 135870"/>
                  <a:gd name="connsiteX19" fmla="*/ 5406258 w 9116812"/>
                  <a:gd name="connsiteY19" fmla="*/ 43740 h 135870"/>
                  <a:gd name="connsiteX20" fmla="*/ 5258816 w 9116812"/>
                  <a:gd name="connsiteY20" fmla="*/ 42300 h 135870"/>
                  <a:gd name="connsiteX21" fmla="*/ 5111374 w 9116812"/>
                  <a:gd name="connsiteY21" fmla="*/ 37127 h 135870"/>
                  <a:gd name="connsiteX22" fmla="*/ 4963932 w 9116812"/>
                  <a:gd name="connsiteY22" fmla="*/ 31474 h 135870"/>
                  <a:gd name="connsiteX23" fmla="*/ 4816653 w 9116812"/>
                  <a:gd name="connsiteY23" fmla="*/ 28178 h 135870"/>
                  <a:gd name="connsiteX24" fmla="*/ 4522257 w 9116812"/>
                  <a:gd name="connsiteY24" fmla="*/ 19382 h 135870"/>
                  <a:gd name="connsiteX25" fmla="*/ 4375221 w 9116812"/>
                  <a:gd name="connsiteY25" fmla="*/ 16719 h 135870"/>
                  <a:gd name="connsiteX26" fmla="*/ 4228267 w 9116812"/>
                  <a:gd name="connsiteY26" fmla="*/ 15213 h 135870"/>
                  <a:gd name="connsiteX27" fmla="*/ 4081313 w 9116812"/>
                  <a:gd name="connsiteY27" fmla="*/ 12332 h 135870"/>
                  <a:gd name="connsiteX28" fmla="*/ 3965367 w 9116812"/>
                  <a:gd name="connsiteY28" fmla="*/ 11415 h 135870"/>
                  <a:gd name="connsiteX29" fmla="*/ 3787648 w 9116812"/>
                  <a:gd name="connsiteY29" fmla="*/ 10717 h 135870"/>
                  <a:gd name="connsiteX30" fmla="*/ 3641060 w 9116812"/>
                  <a:gd name="connsiteY30" fmla="*/ 11306 h 135870"/>
                  <a:gd name="connsiteX31" fmla="*/ 3348005 w 9116812"/>
                  <a:gd name="connsiteY31" fmla="*/ 5980 h 135870"/>
                  <a:gd name="connsiteX32" fmla="*/ 3201619 w 9116812"/>
                  <a:gd name="connsiteY32" fmla="*/ 3841 h 135870"/>
                  <a:gd name="connsiteX33" fmla="*/ 3055315 w 9116812"/>
                  <a:gd name="connsiteY33" fmla="*/ 0 h 135870"/>
                  <a:gd name="connsiteX34" fmla="*/ 3053893 w 9116812"/>
                  <a:gd name="connsiteY34" fmla="*/ 218 h 135870"/>
                  <a:gd name="connsiteX35" fmla="*/ 3023657 w 9116812"/>
                  <a:gd name="connsiteY35" fmla="*/ 10499 h 135870"/>
                  <a:gd name="connsiteX36" fmla="*/ 2876784 w 9116812"/>
                  <a:gd name="connsiteY36" fmla="*/ 6133 h 135870"/>
                  <a:gd name="connsiteX37" fmla="*/ 2729098 w 9116812"/>
                  <a:gd name="connsiteY37" fmla="*/ 4322 h 135870"/>
                  <a:gd name="connsiteX38" fmla="*/ 2581493 w 9116812"/>
                  <a:gd name="connsiteY38" fmla="*/ 6395 h 135870"/>
                  <a:gd name="connsiteX39" fmla="*/ 2433970 w 9116812"/>
                  <a:gd name="connsiteY39" fmla="*/ 10717 h 135870"/>
                  <a:gd name="connsiteX40" fmla="*/ 2286529 w 9116812"/>
                  <a:gd name="connsiteY40" fmla="*/ 16195 h 135870"/>
                  <a:gd name="connsiteX41" fmla="*/ 2139127 w 9116812"/>
                  <a:gd name="connsiteY41" fmla="*/ 21194 h 135870"/>
                  <a:gd name="connsiteX42" fmla="*/ 2137827 w 9116812"/>
                  <a:gd name="connsiteY42" fmla="*/ 21412 h 135870"/>
                  <a:gd name="connsiteX43" fmla="*/ 2098446 w 9116812"/>
                  <a:gd name="connsiteY43" fmla="*/ 36450 h 135870"/>
                  <a:gd name="connsiteX44" fmla="*/ 1950558 w 9116812"/>
                  <a:gd name="connsiteY44" fmla="*/ 37825 h 135870"/>
                  <a:gd name="connsiteX45" fmla="*/ 1949338 w 9116812"/>
                  <a:gd name="connsiteY45" fmla="*/ 38044 h 135870"/>
                  <a:gd name="connsiteX46" fmla="*/ 1907682 w 9116812"/>
                  <a:gd name="connsiteY46" fmla="*/ 51642 h 135870"/>
                  <a:gd name="connsiteX47" fmla="*/ 1758371 w 9116812"/>
                  <a:gd name="connsiteY47" fmla="*/ 53824 h 135870"/>
                  <a:gd name="connsiteX48" fmla="*/ 1756989 w 9116812"/>
                  <a:gd name="connsiteY48" fmla="*/ 54086 h 135870"/>
                  <a:gd name="connsiteX49" fmla="*/ 1712570 w 9116812"/>
                  <a:gd name="connsiteY49" fmla="*/ 71307 h 135870"/>
                  <a:gd name="connsiteX50" fmla="*/ 1667297 w 9116812"/>
                  <a:gd name="connsiteY50" fmla="*/ 86389 h 135870"/>
                  <a:gd name="connsiteX51" fmla="*/ 1621536 w 9116812"/>
                  <a:gd name="connsiteY51" fmla="*/ 99966 h 135870"/>
                  <a:gd name="connsiteX52" fmla="*/ 1467673 w 9116812"/>
                  <a:gd name="connsiteY52" fmla="*/ 104025 h 135870"/>
                  <a:gd name="connsiteX53" fmla="*/ 1466535 w 9116812"/>
                  <a:gd name="connsiteY53" fmla="*/ 104244 h 135870"/>
                  <a:gd name="connsiteX54" fmla="*/ 1418336 w 9116812"/>
                  <a:gd name="connsiteY54" fmla="*/ 119064 h 135870"/>
                  <a:gd name="connsiteX55" fmla="*/ 1263213 w 9116812"/>
                  <a:gd name="connsiteY55" fmla="*/ 120766 h 135870"/>
                  <a:gd name="connsiteX56" fmla="*/ 1107399 w 9116812"/>
                  <a:gd name="connsiteY56" fmla="*/ 121836 h 135870"/>
                  <a:gd name="connsiteX57" fmla="*/ 951708 w 9116812"/>
                  <a:gd name="connsiteY57" fmla="*/ 124717 h 135870"/>
                  <a:gd name="connsiteX58" fmla="*/ 796056 w 9116812"/>
                  <a:gd name="connsiteY58" fmla="*/ 126267 h 135870"/>
                  <a:gd name="connsiteX59" fmla="*/ 640527 w 9116812"/>
                  <a:gd name="connsiteY59" fmla="*/ 129628 h 135870"/>
                  <a:gd name="connsiteX60" fmla="*/ 485201 w 9116812"/>
                  <a:gd name="connsiteY60" fmla="*/ 132291 h 135870"/>
                  <a:gd name="connsiteX61" fmla="*/ 182839 w 9116812"/>
                  <a:gd name="connsiteY61" fmla="*/ 132989 h 135870"/>
                  <a:gd name="connsiteX62" fmla="*/ 176296 w 9116812"/>
                  <a:gd name="connsiteY62" fmla="*/ 133055 h 135870"/>
                  <a:gd name="connsiteX63" fmla="*/ 19832 w 9116812"/>
                  <a:gd name="connsiteY63" fmla="*/ 130763 h 135870"/>
                  <a:gd name="connsiteX64" fmla="*/ 0 w 9116812"/>
                  <a:gd name="connsiteY64" fmla="*/ 130021 h 135870"/>
                  <a:gd name="connsiteX65" fmla="*/ 0 w 9116812"/>
                  <a:gd name="connsiteY65" fmla="*/ 132836 h 135870"/>
                  <a:gd name="connsiteX66" fmla="*/ 19629 w 9116812"/>
                  <a:gd name="connsiteY66" fmla="*/ 133578 h 135870"/>
                  <a:gd name="connsiteX67" fmla="*/ 176337 w 9116812"/>
                  <a:gd name="connsiteY67" fmla="*/ 135870 h 135870"/>
                  <a:gd name="connsiteX68" fmla="*/ 485282 w 9116812"/>
                  <a:gd name="connsiteY68" fmla="*/ 135128 h 135870"/>
                  <a:gd name="connsiteX69" fmla="*/ 640771 w 9116812"/>
                  <a:gd name="connsiteY69" fmla="*/ 132465 h 135870"/>
                  <a:gd name="connsiteX70" fmla="*/ 796260 w 9116812"/>
                  <a:gd name="connsiteY70" fmla="*/ 129104 h 135870"/>
                  <a:gd name="connsiteX71" fmla="*/ 951911 w 9116812"/>
                  <a:gd name="connsiteY71" fmla="*/ 127554 h 135870"/>
                  <a:gd name="connsiteX72" fmla="*/ 1107603 w 9116812"/>
                  <a:gd name="connsiteY72" fmla="*/ 124673 h 135870"/>
                  <a:gd name="connsiteX73" fmla="*/ 1263335 w 9116812"/>
                  <a:gd name="connsiteY73" fmla="*/ 123604 h 135870"/>
                  <a:gd name="connsiteX74" fmla="*/ 1419149 w 9116812"/>
                  <a:gd name="connsiteY74" fmla="*/ 121901 h 135870"/>
                  <a:gd name="connsiteX75" fmla="*/ 1420327 w 9116812"/>
                  <a:gd name="connsiteY75" fmla="*/ 121748 h 135870"/>
                  <a:gd name="connsiteX76" fmla="*/ 1468608 w 9116812"/>
                  <a:gd name="connsiteY76" fmla="*/ 106885 h 135870"/>
                  <a:gd name="connsiteX77" fmla="*/ 1622430 w 9116812"/>
                  <a:gd name="connsiteY77" fmla="*/ 102847 h 135870"/>
                  <a:gd name="connsiteX78" fmla="*/ 1623527 w 9116812"/>
                  <a:gd name="connsiteY78" fmla="*/ 102694 h 135870"/>
                  <a:gd name="connsiteX79" fmla="*/ 1669857 w 9116812"/>
                  <a:gd name="connsiteY79" fmla="*/ 88900 h 135870"/>
                  <a:gd name="connsiteX80" fmla="*/ 1715374 w 9116812"/>
                  <a:gd name="connsiteY80" fmla="*/ 73708 h 135870"/>
                  <a:gd name="connsiteX81" fmla="*/ 1759346 w 9116812"/>
                  <a:gd name="connsiteY81" fmla="*/ 56705 h 135870"/>
                  <a:gd name="connsiteX82" fmla="*/ 1908576 w 9116812"/>
                  <a:gd name="connsiteY82" fmla="*/ 54523 h 135870"/>
                  <a:gd name="connsiteX83" fmla="*/ 1909796 w 9116812"/>
                  <a:gd name="connsiteY83" fmla="*/ 54304 h 135870"/>
                  <a:gd name="connsiteX84" fmla="*/ 1951411 w 9116812"/>
                  <a:gd name="connsiteY84" fmla="*/ 40706 h 135870"/>
                  <a:gd name="connsiteX85" fmla="*/ 2099422 w 9116812"/>
                  <a:gd name="connsiteY85" fmla="*/ 39266 h 135870"/>
                  <a:gd name="connsiteX86" fmla="*/ 2100804 w 9116812"/>
                  <a:gd name="connsiteY86" fmla="*/ 39048 h 135870"/>
                  <a:gd name="connsiteX87" fmla="*/ 2140225 w 9116812"/>
                  <a:gd name="connsiteY87" fmla="*/ 24009 h 135870"/>
                  <a:gd name="connsiteX88" fmla="*/ 2232599 w 9116812"/>
                  <a:gd name="connsiteY88" fmla="*/ 20866 h 135870"/>
                  <a:gd name="connsiteX89" fmla="*/ 2434377 w 9116812"/>
                  <a:gd name="connsiteY89" fmla="*/ 13576 h 135870"/>
                  <a:gd name="connsiteX90" fmla="*/ 2581819 w 9116812"/>
                  <a:gd name="connsiteY90" fmla="*/ 9254 h 135870"/>
                  <a:gd name="connsiteX91" fmla="*/ 2729261 w 9116812"/>
                  <a:gd name="connsiteY91" fmla="*/ 7115 h 135870"/>
                  <a:gd name="connsiteX92" fmla="*/ 2876702 w 9116812"/>
                  <a:gd name="connsiteY92" fmla="*/ 8971 h 135870"/>
                  <a:gd name="connsiteX93" fmla="*/ 3024307 w 9116812"/>
                  <a:gd name="connsiteY93" fmla="*/ 13336 h 135870"/>
                  <a:gd name="connsiteX94" fmla="*/ 3025811 w 9116812"/>
                  <a:gd name="connsiteY94" fmla="*/ 13118 h 135870"/>
                  <a:gd name="connsiteX95" fmla="*/ 3056006 w 9116812"/>
                  <a:gd name="connsiteY95" fmla="*/ 2837 h 135870"/>
                  <a:gd name="connsiteX96" fmla="*/ 3201619 w 9116812"/>
                  <a:gd name="connsiteY96" fmla="*/ 6679 h 135870"/>
                  <a:gd name="connsiteX97" fmla="*/ 3348005 w 9116812"/>
                  <a:gd name="connsiteY97" fmla="*/ 8796 h 135870"/>
                  <a:gd name="connsiteX98" fmla="*/ 3641141 w 9116812"/>
                  <a:gd name="connsiteY98" fmla="*/ 14122 h 135870"/>
                  <a:gd name="connsiteX99" fmla="*/ 3787770 w 9116812"/>
                  <a:gd name="connsiteY99" fmla="*/ 13489 h 135870"/>
                  <a:gd name="connsiteX100" fmla="*/ 3934521 w 9116812"/>
                  <a:gd name="connsiteY100" fmla="*/ 14013 h 135870"/>
                  <a:gd name="connsiteX101" fmla="*/ 4081272 w 9116812"/>
                  <a:gd name="connsiteY101" fmla="*/ 15082 h 135870"/>
                  <a:gd name="connsiteX102" fmla="*/ 4228227 w 9116812"/>
                  <a:gd name="connsiteY102" fmla="*/ 18007 h 135870"/>
                  <a:gd name="connsiteX103" fmla="*/ 4375181 w 9116812"/>
                  <a:gd name="connsiteY103" fmla="*/ 19447 h 135870"/>
                  <a:gd name="connsiteX104" fmla="*/ 4522176 w 9116812"/>
                  <a:gd name="connsiteY104" fmla="*/ 22176 h 135870"/>
                  <a:gd name="connsiteX105" fmla="*/ 4816572 w 9116812"/>
                  <a:gd name="connsiteY105" fmla="*/ 30972 h 135870"/>
                  <a:gd name="connsiteX106" fmla="*/ 4963770 w 9116812"/>
                  <a:gd name="connsiteY106" fmla="*/ 34268 h 135870"/>
                  <a:gd name="connsiteX107" fmla="*/ 5111171 w 9116812"/>
                  <a:gd name="connsiteY107" fmla="*/ 39921 h 135870"/>
                  <a:gd name="connsiteX108" fmla="*/ 5258735 w 9116812"/>
                  <a:gd name="connsiteY108" fmla="*/ 45094 h 135870"/>
                  <a:gd name="connsiteX109" fmla="*/ 5406299 w 9116812"/>
                  <a:gd name="connsiteY109" fmla="*/ 46534 h 135870"/>
                  <a:gd name="connsiteX110" fmla="*/ 5554269 w 9116812"/>
                  <a:gd name="connsiteY110" fmla="*/ 47342 h 135870"/>
                  <a:gd name="connsiteX111" fmla="*/ 5703702 w 9116812"/>
                  <a:gd name="connsiteY111" fmla="*/ 43871 h 135870"/>
                  <a:gd name="connsiteX112" fmla="*/ 5853745 w 9116812"/>
                  <a:gd name="connsiteY112" fmla="*/ 36690 h 135870"/>
                  <a:gd name="connsiteX113" fmla="*/ 6005048 w 9116812"/>
                  <a:gd name="connsiteY113" fmla="*/ 34726 h 135870"/>
                  <a:gd name="connsiteX114" fmla="*/ 6157326 w 9116812"/>
                  <a:gd name="connsiteY114" fmla="*/ 31736 h 135870"/>
                  <a:gd name="connsiteX115" fmla="*/ 6310132 w 9116812"/>
                  <a:gd name="connsiteY115" fmla="*/ 25297 h 135870"/>
                  <a:gd name="connsiteX116" fmla="*/ 6462045 w 9116812"/>
                  <a:gd name="connsiteY116" fmla="*/ 13358 h 135870"/>
                  <a:gd name="connsiteX117" fmla="*/ 6613144 w 9116812"/>
                  <a:gd name="connsiteY117" fmla="*/ 16173 h 135870"/>
                  <a:gd name="connsiteX118" fmla="*/ 6762374 w 9116812"/>
                  <a:gd name="connsiteY118" fmla="*/ 20342 h 135870"/>
                  <a:gd name="connsiteX119" fmla="*/ 6909613 w 9116812"/>
                  <a:gd name="connsiteY119" fmla="*/ 31801 h 135870"/>
                  <a:gd name="connsiteX120" fmla="*/ 7055064 w 9116812"/>
                  <a:gd name="connsiteY120" fmla="*/ 44111 h 135870"/>
                  <a:gd name="connsiteX121" fmla="*/ 7199214 w 9116812"/>
                  <a:gd name="connsiteY121" fmla="*/ 57709 h 135870"/>
                  <a:gd name="connsiteX122" fmla="*/ 7343486 w 9116812"/>
                  <a:gd name="connsiteY122" fmla="*/ 77266 h 135870"/>
                  <a:gd name="connsiteX123" fmla="*/ 7488124 w 9116812"/>
                  <a:gd name="connsiteY123" fmla="*/ 93832 h 135870"/>
                  <a:gd name="connsiteX124" fmla="*/ 7633696 w 9116812"/>
                  <a:gd name="connsiteY124" fmla="*/ 104702 h 135870"/>
                  <a:gd name="connsiteX125" fmla="*/ 7780244 w 9116812"/>
                  <a:gd name="connsiteY125" fmla="*/ 112647 h 135870"/>
                  <a:gd name="connsiteX126" fmla="*/ 7927808 w 9116812"/>
                  <a:gd name="connsiteY126" fmla="*/ 117863 h 135870"/>
                  <a:gd name="connsiteX127" fmla="*/ 8076631 w 9116812"/>
                  <a:gd name="connsiteY127" fmla="*/ 119042 h 135870"/>
                  <a:gd name="connsiteX128" fmla="*/ 9114251 w 9116812"/>
                  <a:gd name="connsiteY128" fmla="*/ 121443 h 135870"/>
                  <a:gd name="connsiteX129" fmla="*/ 9114251 w 9116812"/>
                  <a:gd name="connsiteY129" fmla="*/ 121443 h 135870"/>
                  <a:gd name="connsiteX130" fmla="*/ 9116812 w 9116812"/>
                  <a:gd name="connsiteY130" fmla="*/ 120046 h 135870"/>
                  <a:gd name="connsiteX131" fmla="*/ 9114251 w 9116812"/>
                  <a:gd name="connsiteY131" fmla="*/ 118605 h 13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9116812" h="135870">
                    <a:moveTo>
                      <a:pt x="9114170" y="118627"/>
                    </a:moveTo>
                    <a:lnTo>
                      <a:pt x="8076550" y="116226"/>
                    </a:lnTo>
                    <a:lnTo>
                      <a:pt x="7927930" y="115048"/>
                    </a:lnTo>
                    <a:lnTo>
                      <a:pt x="7780569" y="109831"/>
                    </a:lnTo>
                    <a:lnTo>
                      <a:pt x="7634224" y="101952"/>
                    </a:lnTo>
                    <a:lnTo>
                      <a:pt x="7488977" y="91082"/>
                    </a:lnTo>
                    <a:lnTo>
                      <a:pt x="7344542" y="74559"/>
                    </a:lnTo>
                    <a:lnTo>
                      <a:pt x="7200270" y="54959"/>
                    </a:lnTo>
                    <a:lnTo>
                      <a:pt x="7055836" y="41361"/>
                    </a:lnTo>
                    <a:lnTo>
                      <a:pt x="6910263" y="29051"/>
                    </a:lnTo>
                    <a:lnTo>
                      <a:pt x="6762740" y="17592"/>
                    </a:lnTo>
                    <a:lnTo>
                      <a:pt x="6613429" y="13380"/>
                    </a:lnTo>
                    <a:lnTo>
                      <a:pt x="6461720" y="10564"/>
                    </a:lnTo>
                    <a:lnTo>
                      <a:pt x="6309604" y="22547"/>
                    </a:lnTo>
                    <a:lnTo>
                      <a:pt x="6157082" y="28942"/>
                    </a:lnTo>
                    <a:lnTo>
                      <a:pt x="6004885" y="31976"/>
                    </a:lnTo>
                    <a:lnTo>
                      <a:pt x="5853461" y="33897"/>
                    </a:lnTo>
                    <a:lnTo>
                      <a:pt x="5703337" y="41143"/>
                    </a:lnTo>
                    <a:lnTo>
                      <a:pt x="5554147" y="44548"/>
                    </a:lnTo>
                    <a:lnTo>
                      <a:pt x="5406258" y="43740"/>
                    </a:lnTo>
                    <a:lnTo>
                      <a:pt x="5258816" y="42300"/>
                    </a:lnTo>
                    <a:lnTo>
                      <a:pt x="5111374" y="37127"/>
                    </a:lnTo>
                    <a:lnTo>
                      <a:pt x="4963932" y="31474"/>
                    </a:lnTo>
                    <a:lnTo>
                      <a:pt x="4816653" y="28178"/>
                    </a:lnTo>
                    <a:lnTo>
                      <a:pt x="4522257" y="19382"/>
                    </a:lnTo>
                    <a:lnTo>
                      <a:pt x="4375221" y="16719"/>
                    </a:lnTo>
                    <a:lnTo>
                      <a:pt x="4228267" y="15213"/>
                    </a:lnTo>
                    <a:lnTo>
                      <a:pt x="4081313" y="12332"/>
                    </a:lnTo>
                    <a:lnTo>
                      <a:pt x="3965367" y="11415"/>
                    </a:lnTo>
                    <a:lnTo>
                      <a:pt x="3787648" y="10717"/>
                    </a:lnTo>
                    <a:lnTo>
                      <a:pt x="3641060" y="11306"/>
                    </a:lnTo>
                    <a:lnTo>
                      <a:pt x="3348005" y="5980"/>
                    </a:lnTo>
                    <a:lnTo>
                      <a:pt x="3201619" y="3841"/>
                    </a:lnTo>
                    <a:lnTo>
                      <a:pt x="3055315" y="0"/>
                    </a:lnTo>
                    <a:cubicBezTo>
                      <a:pt x="3054746" y="0"/>
                      <a:pt x="3054340" y="65"/>
                      <a:pt x="3053893" y="218"/>
                    </a:cubicBezTo>
                    <a:lnTo>
                      <a:pt x="3023657" y="10499"/>
                    </a:lnTo>
                    <a:lnTo>
                      <a:pt x="2876784" y="6133"/>
                    </a:lnTo>
                    <a:lnTo>
                      <a:pt x="2729098" y="4322"/>
                    </a:lnTo>
                    <a:lnTo>
                      <a:pt x="2581493" y="6395"/>
                    </a:lnTo>
                    <a:lnTo>
                      <a:pt x="2433970" y="10717"/>
                    </a:lnTo>
                    <a:lnTo>
                      <a:pt x="2286529" y="16195"/>
                    </a:lnTo>
                    <a:lnTo>
                      <a:pt x="2139127" y="21194"/>
                    </a:lnTo>
                    <a:cubicBezTo>
                      <a:pt x="2138680" y="21194"/>
                      <a:pt x="2138233" y="21303"/>
                      <a:pt x="2137827" y="21412"/>
                    </a:cubicBezTo>
                    <a:lnTo>
                      <a:pt x="2098446" y="36450"/>
                    </a:lnTo>
                    <a:lnTo>
                      <a:pt x="1950558" y="37825"/>
                    </a:lnTo>
                    <a:cubicBezTo>
                      <a:pt x="1950110" y="37825"/>
                      <a:pt x="1949663" y="37935"/>
                      <a:pt x="1949338" y="38044"/>
                    </a:cubicBezTo>
                    <a:lnTo>
                      <a:pt x="1907682" y="51642"/>
                    </a:lnTo>
                    <a:lnTo>
                      <a:pt x="1758371" y="53824"/>
                    </a:lnTo>
                    <a:cubicBezTo>
                      <a:pt x="1757883" y="53824"/>
                      <a:pt x="1757396" y="53933"/>
                      <a:pt x="1756989" y="54086"/>
                    </a:cubicBezTo>
                    <a:lnTo>
                      <a:pt x="1712570" y="71307"/>
                    </a:lnTo>
                    <a:lnTo>
                      <a:pt x="1667297" y="86389"/>
                    </a:lnTo>
                    <a:lnTo>
                      <a:pt x="1621536" y="99966"/>
                    </a:lnTo>
                    <a:lnTo>
                      <a:pt x="1467673" y="104025"/>
                    </a:lnTo>
                    <a:cubicBezTo>
                      <a:pt x="1467267" y="104069"/>
                      <a:pt x="1466901" y="104134"/>
                      <a:pt x="1466535" y="104244"/>
                    </a:cubicBezTo>
                    <a:lnTo>
                      <a:pt x="1418336" y="119064"/>
                    </a:lnTo>
                    <a:lnTo>
                      <a:pt x="1263213" y="120766"/>
                    </a:lnTo>
                    <a:lnTo>
                      <a:pt x="1107399" y="121836"/>
                    </a:lnTo>
                    <a:lnTo>
                      <a:pt x="951708" y="124717"/>
                    </a:lnTo>
                    <a:lnTo>
                      <a:pt x="796056" y="126267"/>
                    </a:lnTo>
                    <a:lnTo>
                      <a:pt x="640527" y="129628"/>
                    </a:lnTo>
                    <a:lnTo>
                      <a:pt x="485201" y="132291"/>
                    </a:lnTo>
                    <a:lnTo>
                      <a:pt x="182839" y="132989"/>
                    </a:lnTo>
                    <a:lnTo>
                      <a:pt x="176296" y="133055"/>
                    </a:lnTo>
                    <a:lnTo>
                      <a:pt x="19832" y="130763"/>
                    </a:lnTo>
                    <a:lnTo>
                      <a:pt x="0" y="130021"/>
                    </a:lnTo>
                    <a:lnTo>
                      <a:pt x="0" y="132836"/>
                    </a:lnTo>
                    <a:lnTo>
                      <a:pt x="19629" y="133578"/>
                    </a:lnTo>
                    <a:lnTo>
                      <a:pt x="176337" y="135870"/>
                    </a:lnTo>
                    <a:lnTo>
                      <a:pt x="485282" y="135128"/>
                    </a:lnTo>
                    <a:lnTo>
                      <a:pt x="640771" y="132465"/>
                    </a:lnTo>
                    <a:lnTo>
                      <a:pt x="796260" y="129104"/>
                    </a:lnTo>
                    <a:lnTo>
                      <a:pt x="951911" y="127554"/>
                    </a:lnTo>
                    <a:lnTo>
                      <a:pt x="1107603" y="124673"/>
                    </a:lnTo>
                    <a:lnTo>
                      <a:pt x="1263335" y="123604"/>
                    </a:lnTo>
                    <a:lnTo>
                      <a:pt x="1419149" y="121901"/>
                    </a:lnTo>
                    <a:cubicBezTo>
                      <a:pt x="1419596" y="121901"/>
                      <a:pt x="1420002" y="121858"/>
                      <a:pt x="1420327" y="121748"/>
                    </a:cubicBezTo>
                    <a:lnTo>
                      <a:pt x="1468608" y="106885"/>
                    </a:lnTo>
                    <a:lnTo>
                      <a:pt x="1622430" y="102847"/>
                    </a:lnTo>
                    <a:cubicBezTo>
                      <a:pt x="1622836" y="102847"/>
                      <a:pt x="1623162" y="102781"/>
                      <a:pt x="1623527" y="102694"/>
                    </a:cubicBezTo>
                    <a:lnTo>
                      <a:pt x="1669857" y="88900"/>
                    </a:lnTo>
                    <a:lnTo>
                      <a:pt x="1715374" y="73708"/>
                    </a:lnTo>
                    <a:lnTo>
                      <a:pt x="1759346" y="56705"/>
                    </a:lnTo>
                    <a:lnTo>
                      <a:pt x="1908576" y="54523"/>
                    </a:lnTo>
                    <a:cubicBezTo>
                      <a:pt x="1909023" y="54523"/>
                      <a:pt x="1909470" y="54479"/>
                      <a:pt x="1909796" y="54304"/>
                    </a:cubicBezTo>
                    <a:lnTo>
                      <a:pt x="1951411" y="40706"/>
                    </a:lnTo>
                    <a:lnTo>
                      <a:pt x="2099422" y="39266"/>
                    </a:lnTo>
                    <a:cubicBezTo>
                      <a:pt x="2099909" y="39266"/>
                      <a:pt x="2100397" y="39200"/>
                      <a:pt x="2100804" y="39048"/>
                    </a:cubicBezTo>
                    <a:lnTo>
                      <a:pt x="2140225" y="24009"/>
                    </a:lnTo>
                    <a:lnTo>
                      <a:pt x="2232599" y="20866"/>
                    </a:lnTo>
                    <a:lnTo>
                      <a:pt x="2434377" y="13576"/>
                    </a:lnTo>
                    <a:lnTo>
                      <a:pt x="2581819" y="9254"/>
                    </a:lnTo>
                    <a:lnTo>
                      <a:pt x="2729261" y="7115"/>
                    </a:lnTo>
                    <a:lnTo>
                      <a:pt x="2876702" y="8971"/>
                    </a:lnTo>
                    <a:lnTo>
                      <a:pt x="3024307" y="13336"/>
                    </a:lnTo>
                    <a:cubicBezTo>
                      <a:pt x="3024835" y="13336"/>
                      <a:pt x="3025364" y="13292"/>
                      <a:pt x="3025811" y="13118"/>
                    </a:cubicBezTo>
                    <a:lnTo>
                      <a:pt x="3056006" y="2837"/>
                    </a:lnTo>
                    <a:lnTo>
                      <a:pt x="3201619" y="6679"/>
                    </a:lnTo>
                    <a:lnTo>
                      <a:pt x="3348005" y="8796"/>
                    </a:lnTo>
                    <a:lnTo>
                      <a:pt x="3641141" y="14122"/>
                    </a:lnTo>
                    <a:lnTo>
                      <a:pt x="3787770" y="13489"/>
                    </a:lnTo>
                    <a:lnTo>
                      <a:pt x="3934521" y="14013"/>
                    </a:lnTo>
                    <a:lnTo>
                      <a:pt x="4081272" y="15082"/>
                    </a:lnTo>
                    <a:lnTo>
                      <a:pt x="4228227" y="18007"/>
                    </a:lnTo>
                    <a:lnTo>
                      <a:pt x="4375181" y="19447"/>
                    </a:lnTo>
                    <a:lnTo>
                      <a:pt x="4522176" y="22176"/>
                    </a:lnTo>
                    <a:lnTo>
                      <a:pt x="4816572" y="30972"/>
                    </a:lnTo>
                    <a:lnTo>
                      <a:pt x="4963770" y="34268"/>
                    </a:lnTo>
                    <a:lnTo>
                      <a:pt x="5111171" y="39921"/>
                    </a:lnTo>
                    <a:lnTo>
                      <a:pt x="5258735" y="45094"/>
                    </a:lnTo>
                    <a:lnTo>
                      <a:pt x="5406299" y="46534"/>
                    </a:lnTo>
                    <a:lnTo>
                      <a:pt x="5554269" y="47342"/>
                    </a:lnTo>
                    <a:lnTo>
                      <a:pt x="5703702" y="43871"/>
                    </a:lnTo>
                    <a:lnTo>
                      <a:pt x="5853745" y="36690"/>
                    </a:lnTo>
                    <a:lnTo>
                      <a:pt x="6005048" y="34726"/>
                    </a:lnTo>
                    <a:lnTo>
                      <a:pt x="6157326" y="31736"/>
                    </a:lnTo>
                    <a:lnTo>
                      <a:pt x="6310132" y="25297"/>
                    </a:lnTo>
                    <a:lnTo>
                      <a:pt x="6462045" y="13358"/>
                    </a:lnTo>
                    <a:lnTo>
                      <a:pt x="6613144" y="16173"/>
                    </a:lnTo>
                    <a:lnTo>
                      <a:pt x="6762374" y="20342"/>
                    </a:lnTo>
                    <a:lnTo>
                      <a:pt x="6909613" y="31801"/>
                    </a:lnTo>
                    <a:lnTo>
                      <a:pt x="7055064" y="44111"/>
                    </a:lnTo>
                    <a:lnTo>
                      <a:pt x="7199214" y="57709"/>
                    </a:lnTo>
                    <a:lnTo>
                      <a:pt x="7343486" y="77266"/>
                    </a:lnTo>
                    <a:lnTo>
                      <a:pt x="7488124" y="93832"/>
                    </a:lnTo>
                    <a:lnTo>
                      <a:pt x="7633696" y="104702"/>
                    </a:lnTo>
                    <a:lnTo>
                      <a:pt x="7780244" y="112647"/>
                    </a:lnTo>
                    <a:lnTo>
                      <a:pt x="7927808" y="117863"/>
                    </a:lnTo>
                    <a:lnTo>
                      <a:pt x="8076631" y="119042"/>
                    </a:lnTo>
                    <a:lnTo>
                      <a:pt x="9114251" y="121443"/>
                    </a:lnTo>
                    <a:lnTo>
                      <a:pt x="9114251" y="121443"/>
                    </a:lnTo>
                    <a:cubicBezTo>
                      <a:pt x="9115633" y="121443"/>
                      <a:pt x="9116812" y="120810"/>
                      <a:pt x="9116812" y="120046"/>
                    </a:cubicBezTo>
                    <a:cubicBezTo>
                      <a:pt x="9116812" y="119260"/>
                      <a:pt x="9115715" y="118605"/>
                      <a:pt x="9114251" y="11860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6" name="Freeform: Shape 695">
                <a:extLst>
                  <a:ext uri="{FF2B5EF4-FFF2-40B4-BE49-F238E27FC236}">
                    <a16:creationId xmlns:a16="http://schemas.microsoft.com/office/drawing/2014/main" id="{D6DAF312-F921-48B2-9768-B96974832991}"/>
                  </a:ext>
                </a:extLst>
              </p:cNvPr>
              <p:cNvSpPr/>
              <p:nvPr/>
            </p:nvSpPr>
            <p:spPr>
              <a:xfrm>
                <a:off x="-40" y="6464703"/>
                <a:ext cx="478048" cy="6329"/>
              </a:xfrm>
              <a:custGeom>
                <a:avLst/>
                <a:gdLst>
                  <a:gd name="connsiteX0" fmla="*/ 475529 w 478048"/>
                  <a:gd name="connsiteY0" fmla="*/ 3514 h 6329"/>
                  <a:gd name="connsiteX1" fmla="*/ 471708 w 478048"/>
                  <a:gd name="connsiteY1" fmla="*/ 3514 h 6329"/>
                  <a:gd name="connsiteX2" fmla="*/ 320243 w 478048"/>
                  <a:gd name="connsiteY2" fmla="*/ 2925 h 6329"/>
                  <a:gd name="connsiteX3" fmla="*/ 172598 w 478048"/>
                  <a:gd name="connsiteY3" fmla="*/ 2074 h 6329"/>
                  <a:gd name="connsiteX4" fmla="*/ 0 w 478048"/>
                  <a:gd name="connsiteY4" fmla="*/ 0 h 6329"/>
                  <a:gd name="connsiteX5" fmla="*/ 0 w 478048"/>
                  <a:gd name="connsiteY5" fmla="*/ 2816 h 6329"/>
                  <a:gd name="connsiteX6" fmla="*/ 172517 w 478048"/>
                  <a:gd name="connsiteY6" fmla="*/ 4889 h 6329"/>
                  <a:gd name="connsiteX7" fmla="*/ 320162 w 478048"/>
                  <a:gd name="connsiteY7" fmla="*/ 5740 h 6329"/>
                  <a:gd name="connsiteX8" fmla="*/ 471668 w 478048"/>
                  <a:gd name="connsiteY8" fmla="*/ 6330 h 6329"/>
                  <a:gd name="connsiteX9" fmla="*/ 475529 w 478048"/>
                  <a:gd name="connsiteY9" fmla="*/ 6330 h 6329"/>
                  <a:gd name="connsiteX10" fmla="*/ 478048 w 478048"/>
                  <a:gd name="connsiteY10" fmla="*/ 4889 h 6329"/>
                  <a:gd name="connsiteX11" fmla="*/ 475447 w 478048"/>
                  <a:gd name="connsiteY11" fmla="*/ 3514 h 6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8048" h="6329">
                    <a:moveTo>
                      <a:pt x="475529" y="3514"/>
                    </a:moveTo>
                    <a:lnTo>
                      <a:pt x="471708" y="3514"/>
                    </a:lnTo>
                    <a:lnTo>
                      <a:pt x="320243" y="2925"/>
                    </a:lnTo>
                    <a:lnTo>
                      <a:pt x="172598" y="2074"/>
                    </a:lnTo>
                    <a:lnTo>
                      <a:pt x="0" y="0"/>
                    </a:lnTo>
                    <a:lnTo>
                      <a:pt x="0" y="2816"/>
                    </a:lnTo>
                    <a:lnTo>
                      <a:pt x="172517" y="4889"/>
                    </a:lnTo>
                    <a:lnTo>
                      <a:pt x="320162" y="5740"/>
                    </a:lnTo>
                    <a:lnTo>
                      <a:pt x="471668" y="6330"/>
                    </a:lnTo>
                    <a:lnTo>
                      <a:pt x="475529" y="6330"/>
                    </a:lnTo>
                    <a:cubicBezTo>
                      <a:pt x="476910" y="6330"/>
                      <a:pt x="478048" y="5697"/>
                      <a:pt x="478048" y="4889"/>
                    </a:cubicBezTo>
                    <a:cubicBezTo>
                      <a:pt x="478008" y="4082"/>
                      <a:pt x="476707" y="3514"/>
                      <a:pt x="475447" y="351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7" name="Freeform: Shape 696">
                <a:extLst>
                  <a:ext uri="{FF2B5EF4-FFF2-40B4-BE49-F238E27FC236}">
                    <a16:creationId xmlns:a16="http://schemas.microsoft.com/office/drawing/2014/main" id="{7CA70B8B-0B4A-4990-A23C-D6302F359FE3}"/>
                  </a:ext>
                </a:extLst>
              </p:cNvPr>
              <p:cNvSpPr/>
              <p:nvPr/>
            </p:nvSpPr>
            <p:spPr>
              <a:xfrm>
                <a:off x="-40" y="5642931"/>
                <a:ext cx="136832" cy="22418"/>
              </a:xfrm>
              <a:custGeom>
                <a:avLst/>
                <a:gdLst>
                  <a:gd name="connsiteX0" fmla="*/ 133990 w 136832"/>
                  <a:gd name="connsiteY0" fmla="*/ 24 h 22418"/>
                  <a:gd name="connsiteX1" fmla="*/ 108468 w 136832"/>
                  <a:gd name="connsiteY1" fmla="*/ 2316 h 22418"/>
                  <a:gd name="connsiteX2" fmla="*/ 33894 w 136832"/>
                  <a:gd name="connsiteY2" fmla="*/ 13731 h 22418"/>
                  <a:gd name="connsiteX3" fmla="*/ 0 w 136832"/>
                  <a:gd name="connsiteY3" fmla="*/ 19494 h 22418"/>
                  <a:gd name="connsiteX4" fmla="*/ 0 w 136832"/>
                  <a:gd name="connsiteY4" fmla="*/ 22418 h 22418"/>
                  <a:gd name="connsiteX5" fmla="*/ 35276 w 136832"/>
                  <a:gd name="connsiteY5" fmla="*/ 16438 h 22418"/>
                  <a:gd name="connsiteX6" fmla="*/ 109525 w 136832"/>
                  <a:gd name="connsiteY6" fmla="*/ 5088 h 22418"/>
                  <a:gd name="connsiteX7" fmla="*/ 134722 w 136832"/>
                  <a:gd name="connsiteY7" fmla="*/ 2862 h 22418"/>
                  <a:gd name="connsiteX8" fmla="*/ 136794 w 136832"/>
                  <a:gd name="connsiteY8" fmla="*/ 1203 h 22418"/>
                  <a:gd name="connsiteX9" fmla="*/ 133909 w 136832"/>
                  <a:gd name="connsiteY9" fmla="*/ 24 h 22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832" h="22418">
                    <a:moveTo>
                      <a:pt x="133990" y="24"/>
                    </a:moveTo>
                    <a:lnTo>
                      <a:pt x="108468" y="2316"/>
                    </a:lnTo>
                    <a:lnTo>
                      <a:pt x="33894" y="13731"/>
                    </a:lnTo>
                    <a:lnTo>
                      <a:pt x="0" y="19494"/>
                    </a:lnTo>
                    <a:lnTo>
                      <a:pt x="0" y="22418"/>
                    </a:lnTo>
                    <a:lnTo>
                      <a:pt x="35276" y="16438"/>
                    </a:lnTo>
                    <a:lnTo>
                      <a:pt x="109525" y="5088"/>
                    </a:lnTo>
                    <a:lnTo>
                      <a:pt x="134722" y="2862"/>
                    </a:lnTo>
                    <a:cubicBezTo>
                      <a:pt x="136103" y="2709"/>
                      <a:pt x="137038" y="2011"/>
                      <a:pt x="136794" y="1203"/>
                    </a:cubicBezTo>
                    <a:cubicBezTo>
                      <a:pt x="136591" y="461"/>
                      <a:pt x="135209" y="-129"/>
                      <a:pt x="133909" y="2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8" name="Freeform: Shape 697">
                <a:extLst>
                  <a:ext uri="{FF2B5EF4-FFF2-40B4-BE49-F238E27FC236}">
                    <a16:creationId xmlns:a16="http://schemas.microsoft.com/office/drawing/2014/main" id="{1586FF1F-DCBF-4D19-AD59-AB1663C1BD47}"/>
                  </a:ext>
                </a:extLst>
              </p:cNvPr>
              <p:cNvSpPr/>
              <p:nvPr/>
            </p:nvSpPr>
            <p:spPr>
              <a:xfrm>
                <a:off x="7363918" y="6438646"/>
                <a:ext cx="1700102" cy="52642"/>
              </a:xfrm>
              <a:custGeom>
                <a:avLst/>
                <a:gdLst>
                  <a:gd name="connsiteX0" fmla="*/ 1697623 w 1700102"/>
                  <a:gd name="connsiteY0" fmla="*/ 52642 h 52642"/>
                  <a:gd name="connsiteX1" fmla="*/ 1697623 w 1700102"/>
                  <a:gd name="connsiteY1" fmla="*/ 52642 h 52642"/>
                  <a:gd name="connsiteX2" fmla="*/ 679428 w 1700102"/>
                  <a:gd name="connsiteY2" fmla="*/ 50307 h 52642"/>
                  <a:gd name="connsiteX3" fmla="*/ 533856 w 1700102"/>
                  <a:gd name="connsiteY3" fmla="*/ 47687 h 52642"/>
                  <a:gd name="connsiteX4" fmla="*/ 389502 w 1700102"/>
                  <a:gd name="connsiteY4" fmla="*/ 41358 h 52642"/>
                  <a:gd name="connsiteX5" fmla="*/ 245230 w 1700102"/>
                  <a:gd name="connsiteY5" fmla="*/ 31492 h 52642"/>
                  <a:gd name="connsiteX6" fmla="*/ 104128 w 1700102"/>
                  <a:gd name="connsiteY6" fmla="*/ 14708 h 52642"/>
                  <a:gd name="connsiteX7" fmla="*/ 3016 w 1700102"/>
                  <a:gd name="connsiteY7" fmla="*/ 4362 h 52642"/>
                  <a:gd name="connsiteX8" fmla="*/ 1147 w 1700102"/>
                  <a:gd name="connsiteY8" fmla="*/ 3445 h 52642"/>
                  <a:gd name="connsiteX9" fmla="*/ 171 w 1700102"/>
                  <a:gd name="connsiteY9" fmla="*/ 1895 h 52642"/>
                  <a:gd name="connsiteX10" fmla="*/ 1675 w 1700102"/>
                  <a:gd name="connsiteY10" fmla="*/ 84 h 52642"/>
                  <a:gd name="connsiteX11" fmla="*/ 4926 w 1700102"/>
                  <a:gd name="connsiteY11" fmla="*/ 935 h 52642"/>
                  <a:gd name="connsiteX12" fmla="*/ 5414 w 1700102"/>
                  <a:gd name="connsiteY12" fmla="*/ 1743 h 52642"/>
                  <a:gd name="connsiteX13" fmla="*/ 105104 w 1700102"/>
                  <a:gd name="connsiteY13" fmla="*/ 11914 h 52642"/>
                  <a:gd name="connsiteX14" fmla="*/ 246978 w 1700102"/>
                  <a:gd name="connsiteY14" fmla="*/ 28807 h 52642"/>
                  <a:gd name="connsiteX15" fmla="*/ 389949 w 1700102"/>
                  <a:gd name="connsiteY15" fmla="*/ 38498 h 52642"/>
                  <a:gd name="connsiteX16" fmla="*/ 534018 w 1700102"/>
                  <a:gd name="connsiteY16" fmla="*/ 44894 h 52642"/>
                  <a:gd name="connsiteX17" fmla="*/ 679469 w 1700102"/>
                  <a:gd name="connsiteY17" fmla="*/ 47447 h 52642"/>
                  <a:gd name="connsiteX18" fmla="*/ 1697541 w 1700102"/>
                  <a:gd name="connsiteY18" fmla="*/ 49805 h 52642"/>
                  <a:gd name="connsiteX19" fmla="*/ 1700102 w 1700102"/>
                  <a:gd name="connsiteY19" fmla="*/ 51180 h 52642"/>
                  <a:gd name="connsiteX20" fmla="*/ 1697541 w 1700102"/>
                  <a:gd name="connsiteY20" fmla="*/ 52620 h 5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00102" h="52642">
                    <a:moveTo>
                      <a:pt x="1697623" y="52642"/>
                    </a:moveTo>
                    <a:lnTo>
                      <a:pt x="1697623" y="52642"/>
                    </a:lnTo>
                    <a:lnTo>
                      <a:pt x="679428" y="50307"/>
                    </a:lnTo>
                    <a:lnTo>
                      <a:pt x="533856" y="47687"/>
                    </a:lnTo>
                    <a:lnTo>
                      <a:pt x="389502" y="41358"/>
                    </a:lnTo>
                    <a:lnTo>
                      <a:pt x="245230" y="31492"/>
                    </a:lnTo>
                    <a:lnTo>
                      <a:pt x="104128" y="14708"/>
                    </a:lnTo>
                    <a:lnTo>
                      <a:pt x="3016" y="4362"/>
                    </a:lnTo>
                    <a:cubicBezTo>
                      <a:pt x="2244" y="4253"/>
                      <a:pt x="1431" y="3947"/>
                      <a:pt x="1147" y="3445"/>
                    </a:cubicBezTo>
                    <a:lnTo>
                      <a:pt x="171" y="1895"/>
                    </a:lnTo>
                    <a:cubicBezTo>
                      <a:pt x="-316" y="1197"/>
                      <a:pt x="253" y="346"/>
                      <a:pt x="1675" y="84"/>
                    </a:cubicBezTo>
                    <a:cubicBezTo>
                      <a:pt x="2975" y="-178"/>
                      <a:pt x="4438" y="193"/>
                      <a:pt x="4926" y="935"/>
                    </a:cubicBezTo>
                    <a:lnTo>
                      <a:pt x="5414" y="1743"/>
                    </a:lnTo>
                    <a:lnTo>
                      <a:pt x="105104" y="11914"/>
                    </a:lnTo>
                    <a:lnTo>
                      <a:pt x="246978" y="28807"/>
                    </a:lnTo>
                    <a:lnTo>
                      <a:pt x="389949" y="38498"/>
                    </a:lnTo>
                    <a:lnTo>
                      <a:pt x="534018" y="44894"/>
                    </a:lnTo>
                    <a:lnTo>
                      <a:pt x="679469" y="47447"/>
                    </a:lnTo>
                    <a:lnTo>
                      <a:pt x="1697541" y="49805"/>
                    </a:lnTo>
                    <a:cubicBezTo>
                      <a:pt x="1698923" y="49805"/>
                      <a:pt x="1700102" y="50438"/>
                      <a:pt x="1700102" y="51180"/>
                    </a:cubicBezTo>
                    <a:cubicBezTo>
                      <a:pt x="1700021" y="51987"/>
                      <a:pt x="1698923" y="52620"/>
                      <a:pt x="1697541" y="5262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699" name="Freeform: Shape 698">
                <a:extLst>
                  <a:ext uri="{FF2B5EF4-FFF2-40B4-BE49-F238E27FC236}">
                    <a16:creationId xmlns:a16="http://schemas.microsoft.com/office/drawing/2014/main" id="{C80D49FB-4B73-4D9B-88D0-875E47940061}"/>
                  </a:ext>
                </a:extLst>
              </p:cNvPr>
              <p:cNvSpPr/>
              <p:nvPr/>
            </p:nvSpPr>
            <p:spPr>
              <a:xfrm>
                <a:off x="81" y="5675455"/>
                <a:ext cx="669764" cy="19256"/>
              </a:xfrm>
              <a:custGeom>
                <a:avLst/>
                <a:gdLst>
                  <a:gd name="connsiteX0" fmla="*/ 667471 w 669764"/>
                  <a:gd name="connsiteY0" fmla="*/ 16414 h 19256"/>
                  <a:gd name="connsiteX1" fmla="*/ 568472 w 669764"/>
                  <a:gd name="connsiteY1" fmla="*/ 9429 h 19256"/>
                  <a:gd name="connsiteX2" fmla="*/ 508569 w 669764"/>
                  <a:gd name="connsiteY2" fmla="*/ 1855 h 19256"/>
                  <a:gd name="connsiteX3" fmla="*/ 468986 w 669764"/>
                  <a:gd name="connsiteY3" fmla="*/ 0 h 19256"/>
                  <a:gd name="connsiteX4" fmla="*/ 468010 w 669764"/>
                  <a:gd name="connsiteY4" fmla="*/ 44 h 19256"/>
                  <a:gd name="connsiteX5" fmla="*/ 430459 w 669764"/>
                  <a:gd name="connsiteY5" fmla="*/ 6810 h 19256"/>
                  <a:gd name="connsiteX6" fmla="*/ 330606 w 669764"/>
                  <a:gd name="connsiteY6" fmla="*/ 7879 h 19256"/>
                  <a:gd name="connsiteX7" fmla="*/ 230754 w 669764"/>
                  <a:gd name="connsiteY7" fmla="*/ 13205 h 19256"/>
                  <a:gd name="connsiteX8" fmla="*/ 130780 w 669764"/>
                  <a:gd name="connsiteY8" fmla="*/ 12245 h 19256"/>
                  <a:gd name="connsiteX9" fmla="*/ 26213 w 669764"/>
                  <a:gd name="connsiteY9" fmla="*/ 12725 h 19256"/>
                  <a:gd name="connsiteX10" fmla="*/ 20076 w 669764"/>
                  <a:gd name="connsiteY10" fmla="*/ 13314 h 19256"/>
                  <a:gd name="connsiteX11" fmla="*/ 0 w 669764"/>
                  <a:gd name="connsiteY11" fmla="*/ 14536 h 19256"/>
                  <a:gd name="connsiteX12" fmla="*/ 0 w 669764"/>
                  <a:gd name="connsiteY12" fmla="*/ 17418 h 19256"/>
                  <a:gd name="connsiteX13" fmla="*/ 20767 w 669764"/>
                  <a:gd name="connsiteY13" fmla="*/ 16152 h 19256"/>
                  <a:gd name="connsiteX14" fmla="*/ 26660 w 669764"/>
                  <a:gd name="connsiteY14" fmla="*/ 15519 h 19256"/>
                  <a:gd name="connsiteX15" fmla="*/ 130739 w 669764"/>
                  <a:gd name="connsiteY15" fmla="*/ 15104 h 19256"/>
                  <a:gd name="connsiteX16" fmla="*/ 230957 w 669764"/>
                  <a:gd name="connsiteY16" fmla="*/ 16064 h 19256"/>
                  <a:gd name="connsiteX17" fmla="*/ 330932 w 669764"/>
                  <a:gd name="connsiteY17" fmla="*/ 10739 h 19256"/>
                  <a:gd name="connsiteX18" fmla="*/ 430947 w 669764"/>
                  <a:gd name="connsiteY18" fmla="*/ 9669 h 19256"/>
                  <a:gd name="connsiteX19" fmla="*/ 431678 w 669764"/>
                  <a:gd name="connsiteY19" fmla="*/ 9560 h 19256"/>
                  <a:gd name="connsiteX20" fmla="*/ 469067 w 669764"/>
                  <a:gd name="connsiteY20" fmla="*/ 2837 h 19256"/>
                  <a:gd name="connsiteX21" fmla="*/ 507797 w 669764"/>
                  <a:gd name="connsiteY21" fmla="*/ 4649 h 19256"/>
                  <a:gd name="connsiteX22" fmla="*/ 567619 w 669764"/>
                  <a:gd name="connsiteY22" fmla="*/ 12223 h 19256"/>
                  <a:gd name="connsiteX23" fmla="*/ 666862 w 669764"/>
                  <a:gd name="connsiteY23" fmla="*/ 19251 h 19256"/>
                  <a:gd name="connsiteX24" fmla="*/ 669747 w 669764"/>
                  <a:gd name="connsiteY24" fmla="*/ 18029 h 19256"/>
                  <a:gd name="connsiteX25" fmla="*/ 667512 w 669764"/>
                  <a:gd name="connsiteY25" fmla="*/ 16435 h 19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69764" h="19256">
                    <a:moveTo>
                      <a:pt x="667471" y="16414"/>
                    </a:moveTo>
                    <a:lnTo>
                      <a:pt x="568472" y="9429"/>
                    </a:lnTo>
                    <a:lnTo>
                      <a:pt x="508569" y="1855"/>
                    </a:lnTo>
                    <a:lnTo>
                      <a:pt x="468986" y="0"/>
                    </a:lnTo>
                    <a:cubicBezTo>
                      <a:pt x="468620" y="0"/>
                      <a:pt x="468295" y="0"/>
                      <a:pt x="468010" y="44"/>
                    </a:cubicBezTo>
                    <a:lnTo>
                      <a:pt x="430459" y="6810"/>
                    </a:lnTo>
                    <a:lnTo>
                      <a:pt x="330606" y="7879"/>
                    </a:lnTo>
                    <a:lnTo>
                      <a:pt x="230754" y="13205"/>
                    </a:lnTo>
                    <a:lnTo>
                      <a:pt x="130780" y="12245"/>
                    </a:lnTo>
                    <a:lnTo>
                      <a:pt x="26213" y="12725"/>
                    </a:lnTo>
                    <a:lnTo>
                      <a:pt x="20076" y="13314"/>
                    </a:lnTo>
                    <a:lnTo>
                      <a:pt x="0" y="14536"/>
                    </a:lnTo>
                    <a:lnTo>
                      <a:pt x="0" y="17418"/>
                    </a:lnTo>
                    <a:lnTo>
                      <a:pt x="20767" y="16152"/>
                    </a:lnTo>
                    <a:lnTo>
                      <a:pt x="26660" y="15519"/>
                    </a:lnTo>
                    <a:lnTo>
                      <a:pt x="130739" y="15104"/>
                    </a:lnTo>
                    <a:lnTo>
                      <a:pt x="230957" y="16064"/>
                    </a:lnTo>
                    <a:lnTo>
                      <a:pt x="330932" y="10739"/>
                    </a:lnTo>
                    <a:lnTo>
                      <a:pt x="430947" y="9669"/>
                    </a:lnTo>
                    <a:cubicBezTo>
                      <a:pt x="431190" y="9669"/>
                      <a:pt x="431434" y="9626"/>
                      <a:pt x="431678" y="9560"/>
                    </a:cubicBezTo>
                    <a:lnTo>
                      <a:pt x="469067" y="2837"/>
                    </a:lnTo>
                    <a:lnTo>
                      <a:pt x="507797" y="4649"/>
                    </a:lnTo>
                    <a:lnTo>
                      <a:pt x="567619" y="12223"/>
                    </a:lnTo>
                    <a:lnTo>
                      <a:pt x="666862" y="19251"/>
                    </a:lnTo>
                    <a:cubicBezTo>
                      <a:pt x="668244" y="19316"/>
                      <a:pt x="669544" y="18771"/>
                      <a:pt x="669747" y="18029"/>
                    </a:cubicBezTo>
                    <a:cubicBezTo>
                      <a:pt x="669910" y="17221"/>
                      <a:pt x="668894" y="16545"/>
                      <a:pt x="667512" y="1643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0" name="Freeform: Shape 699">
                <a:extLst>
                  <a:ext uri="{FF2B5EF4-FFF2-40B4-BE49-F238E27FC236}">
                    <a16:creationId xmlns:a16="http://schemas.microsoft.com/office/drawing/2014/main" id="{0151ABEC-CF46-4719-9AB5-A447633A50DF}"/>
                  </a:ext>
                </a:extLst>
              </p:cNvPr>
              <p:cNvSpPr/>
              <p:nvPr/>
            </p:nvSpPr>
            <p:spPr>
              <a:xfrm>
                <a:off x="0" y="5644743"/>
                <a:ext cx="127379" cy="26412"/>
              </a:xfrm>
              <a:custGeom>
                <a:avLst/>
                <a:gdLst>
                  <a:gd name="connsiteX0" fmla="*/ 124033 w 127379"/>
                  <a:gd name="connsiteY0" fmla="*/ 90 h 26412"/>
                  <a:gd name="connsiteX1" fmla="*/ 0 w 127379"/>
                  <a:gd name="connsiteY1" fmla="*/ 23423 h 26412"/>
                  <a:gd name="connsiteX2" fmla="*/ 0 w 127379"/>
                  <a:gd name="connsiteY2" fmla="*/ 26413 h 26412"/>
                  <a:gd name="connsiteX3" fmla="*/ 125659 w 127379"/>
                  <a:gd name="connsiteY3" fmla="*/ 2753 h 26412"/>
                  <a:gd name="connsiteX4" fmla="*/ 127244 w 127379"/>
                  <a:gd name="connsiteY4" fmla="*/ 985 h 26412"/>
                  <a:gd name="connsiteX5" fmla="*/ 124033 w 127379"/>
                  <a:gd name="connsiteY5" fmla="*/ 68 h 26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379" h="26412">
                    <a:moveTo>
                      <a:pt x="124033" y="90"/>
                    </a:moveTo>
                    <a:lnTo>
                      <a:pt x="0" y="23423"/>
                    </a:lnTo>
                    <a:lnTo>
                      <a:pt x="0" y="26413"/>
                    </a:lnTo>
                    <a:lnTo>
                      <a:pt x="125659" y="2753"/>
                    </a:lnTo>
                    <a:cubicBezTo>
                      <a:pt x="127000" y="2491"/>
                      <a:pt x="127691" y="1683"/>
                      <a:pt x="127244" y="985"/>
                    </a:cubicBezTo>
                    <a:cubicBezTo>
                      <a:pt x="126797" y="243"/>
                      <a:pt x="125334" y="-172"/>
                      <a:pt x="124033" y="6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1" name="Freeform: Shape 700">
                <a:extLst>
                  <a:ext uri="{FF2B5EF4-FFF2-40B4-BE49-F238E27FC236}">
                    <a16:creationId xmlns:a16="http://schemas.microsoft.com/office/drawing/2014/main" id="{63C7E0E1-4FD5-4FDD-8404-EFE77D84F807}"/>
                  </a:ext>
                </a:extLst>
              </p:cNvPr>
              <p:cNvSpPr/>
              <p:nvPr/>
            </p:nvSpPr>
            <p:spPr>
              <a:xfrm>
                <a:off x="581923" y="5991940"/>
                <a:ext cx="2913224" cy="447553"/>
              </a:xfrm>
              <a:custGeom>
                <a:avLst/>
                <a:gdLst>
                  <a:gd name="connsiteX0" fmla="*/ 2521 w 2913224"/>
                  <a:gd name="connsiteY0" fmla="*/ 447466 h 447553"/>
                  <a:gd name="connsiteX1" fmla="*/ 1 w 2913224"/>
                  <a:gd name="connsiteY1" fmla="*/ 446091 h 447553"/>
                  <a:gd name="connsiteX2" fmla="*/ 2480 w 2913224"/>
                  <a:gd name="connsiteY2" fmla="*/ 444650 h 447553"/>
                  <a:gd name="connsiteX3" fmla="*/ 140250 w 2913224"/>
                  <a:gd name="connsiteY3" fmla="*/ 444017 h 447553"/>
                  <a:gd name="connsiteX4" fmla="*/ 191741 w 2913224"/>
                  <a:gd name="connsiteY4" fmla="*/ 426163 h 447553"/>
                  <a:gd name="connsiteX5" fmla="*/ 242906 w 2913224"/>
                  <a:gd name="connsiteY5" fmla="*/ 407894 h 447553"/>
                  <a:gd name="connsiteX6" fmla="*/ 244247 w 2913224"/>
                  <a:gd name="connsiteY6" fmla="*/ 407676 h 447553"/>
                  <a:gd name="connsiteX7" fmla="*/ 386772 w 2913224"/>
                  <a:gd name="connsiteY7" fmla="*/ 405974 h 447553"/>
                  <a:gd name="connsiteX8" fmla="*/ 529418 w 2913224"/>
                  <a:gd name="connsiteY8" fmla="*/ 404533 h 447553"/>
                  <a:gd name="connsiteX9" fmla="*/ 672024 w 2913224"/>
                  <a:gd name="connsiteY9" fmla="*/ 402023 h 447553"/>
                  <a:gd name="connsiteX10" fmla="*/ 814792 w 2913224"/>
                  <a:gd name="connsiteY10" fmla="*/ 397963 h 447553"/>
                  <a:gd name="connsiteX11" fmla="*/ 957642 w 2913224"/>
                  <a:gd name="connsiteY11" fmla="*/ 389647 h 447553"/>
                  <a:gd name="connsiteX12" fmla="*/ 1100614 w 2913224"/>
                  <a:gd name="connsiteY12" fmla="*/ 379258 h 447553"/>
                  <a:gd name="connsiteX13" fmla="*/ 1242894 w 2913224"/>
                  <a:gd name="connsiteY13" fmla="*/ 374718 h 447553"/>
                  <a:gd name="connsiteX14" fmla="*/ 1283412 w 2913224"/>
                  <a:gd name="connsiteY14" fmla="*/ 352761 h 447553"/>
                  <a:gd name="connsiteX15" fmla="*/ 1323890 w 2913224"/>
                  <a:gd name="connsiteY15" fmla="*/ 331720 h 447553"/>
                  <a:gd name="connsiteX16" fmla="*/ 1363595 w 2913224"/>
                  <a:gd name="connsiteY16" fmla="*/ 309326 h 447553"/>
                  <a:gd name="connsiteX17" fmla="*/ 1402609 w 2913224"/>
                  <a:gd name="connsiteY17" fmla="*/ 282894 h 447553"/>
                  <a:gd name="connsiteX18" fmla="*/ 1441014 w 2913224"/>
                  <a:gd name="connsiteY18" fmla="*/ 253210 h 447553"/>
                  <a:gd name="connsiteX19" fmla="*/ 1478809 w 2913224"/>
                  <a:gd name="connsiteY19" fmla="*/ 221496 h 447553"/>
                  <a:gd name="connsiteX20" fmla="*/ 1480598 w 2913224"/>
                  <a:gd name="connsiteY20" fmla="*/ 220906 h 447553"/>
                  <a:gd name="connsiteX21" fmla="*/ 1616295 w 2913224"/>
                  <a:gd name="connsiteY21" fmla="*/ 210190 h 447553"/>
                  <a:gd name="connsiteX22" fmla="*/ 1752073 w 2913224"/>
                  <a:gd name="connsiteY22" fmla="*/ 203052 h 447553"/>
                  <a:gd name="connsiteX23" fmla="*/ 1887363 w 2913224"/>
                  <a:gd name="connsiteY23" fmla="*/ 201786 h 447553"/>
                  <a:gd name="connsiteX24" fmla="*/ 1920160 w 2913224"/>
                  <a:gd name="connsiteY24" fmla="*/ 194060 h 447553"/>
                  <a:gd name="connsiteX25" fmla="*/ 1952672 w 2913224"/>
                  <a:gd name="connsiteY25" fmla="*/ 184412 h 447553"/>
                  <a:gd name="connsiteX26" fmla="*/ 1984696 w 2913224"/>
                  <a:gd name="connsiteY26" fmla="*/ 173390 h 447553"/>
                  <a:gd name="connsiteX27" fmla="*/ 2016436 w 2913224"/>
                  <a:gd name="connsiteY27" fmla="*/ 164005 h 447553"/>
                  <a:gd name="connsiteX28" fmla="*/ 2077843 w 2913224"/>
                  <a:gd name="connsiteY28" fmla="*/ 137311 h 447553"/>
                  <a:gd name="connsiteX29" fmla="*/ 2107957 w 2913224"/>
                  <a:gd name="connsiteY29" fmla="*/ 124935 h 447553"/>
                  <a:gd name="connsiteX30" fmla="*/ 2137299 w 2913224"/>
                  <a:gd name="connsiteY30" fmla="*/ 106121 h 447553"/>
                  <a:gd name="connsiteX31" fmla="*/ 2138966 w 2913224"/>
                  <a:gd name="connsiteY31" fmla="*/ 105640 h 447553"/>
                  <a:gd name="connsiteX32" fmla="*/ 2264787 w 2913224"/>
                  <a:gd name="connsiteY32" fmla="*/ 98394 h 447553"/>
                  <a:gd name="connsiteX33" fmla="*/ 2294698 w 2913224"/>
                  <a:gd name="connsiteY33" fmla="*/ 75214 h 447553"/>
                  <a:gd name="connsiteX34" fmla="*/ 2295674 w 2913224"/>
                  <a:gd name="connsiteY34" fmla="*/ 74734 h 447553"/>
                  <a:gd name="connsiteX35" fmla="*/ 2302257 w 2913224"/>
                  <a:gd name="connsiteY35" fmla="*/ 73032 h 447553"/>
                  <a:gd name="connsiteX36" fmla="*/ 2329771 w 2913224"/>
                  <a:gd name="connsiteY36" fmla="*/ 69736 h 447553"/>
                  <a:gd name="connsiteX37" fmla="*/ 2332656 w 2913224"/>
                  <a:gd name="connsiteY37" fmla="*/ 69583 h 447553"/>
                  <a:gd name="connsiteX38" fmla="*/ 2374922 w 2913224"/>
                  <a:gd name="connsiteY38" fmla="*/ 70587 h 447553"/>
                  <a:gd name="connsiteX39" fmla="*/ 2400606 w 2913224"/>
                  <a:gd name="connsiteY39" fmla="*/ 62598 h 447553"/>
                  <a:gd name="connsiteX40" fmla="*/ 2426453 w 2913224"/>
                  <a:gd name="connsiteY40" fmla="*/ 54021 h 447553"/>
                  <a:gd name="connsiteX41" fmla="*/ 2452097 w 2913224"/>
                  <a:gd name="connsiteY41" fmla="*/ 47102 h 447553"/>
                  <a:gd name="connsiteX42" fmla="*/ 2453031 w 2913224"/>
                  <a:gd name="connsiteY42" fmla="*/ 46993 h 447553"/>
                  <a:gd name="connsiteX43" fmla="*/ 2572229 w 2913224"/>
                  <a:gd name="connsiteY43" fmla="*/ 42736 h 447553"/>
                  <a:gd name="connsiteX44" fmla="*/ 2595841 w 2913224"/>
                  <a:gd name="connsiteY44" fmla="*/ 31321 h 447553"/>
                  <a:gd name="connsiteX45" fmla="*/ 2597507 w 2913224"/>
                  <a:gd name="connsiteY45" fmla="*/ 30950 h 447553"/>
                  <a:gd name="connsiteX46" fmla="*/ 2715647 w 2913224"/>
                  <a:gd name="connsiteY46" fmla="*/ 31387 h 447553"/>
                  <a:gd name="connsiteX47" fmla="*/ 2737877 w 2913224"/>
                  <a:gd name="connsiteY47" fmla="*/ 19709 h 447553"/>
                  <a:gd name="connsiteX48" fmla="*/ 2760392 w 2913224"/>
                  <a:gd name="connsiteY48" fmla="*/ 6068 h 447553"/>
                  <a:gd name="connsiteX49" fmla="*/ 2762018 w 2913224"/>
                  <a:gd name="connsiteY49" fmla="*/ 5653 h 447553"/>
                  <a:gd name="connsiteX50" fmla="*/ 2879305 w 2913224"/>
                  <a:gd name="connsiteY50" fmla="*/ 0 h 447553"/>
                  <a:gd name="connsiteX51" fmla="*/ 2911004 w 2913224"/>
                  <a:gd name="connsiteY51" fmla="*/ 2248 h 447553"/>
                  <a:gd name="connsiteX52" fmla="*/ 2913198 w 2913224"/>
                  <a:gd name="connsiteY52" fmla="*/ 3841 h 447553"/>
                  <a:gd name="connsiteX53" fmla="*/ 2910354 w 2913224"/>
                  <a:gd name="connsiteY53" fmla="*/ 5020 h 447553"/>
                  <a:gd name="connsiteX54" fmla="*/ 2879223 w 2913224"/>
                  <a:gd name="connsiteY54" fmla="*/ 2772 h 447553"/>
                  <a:gd name="connsiteX55" fmla="*/ 2763481 w 2913224"/>
                  <a:gd name="connsiteY55" fmla="*/ 8425 h 447553"/>
                  <a:gd name="connsiteX56" fmla="*/ 2741494 w 2913224"/>
                  <a:gd name="connsiteY56" fmla="*/ 21696 h 447553"/>
                  <a:gd name="connsiteX57" fmla="*/ 2718411 w 2913224"/>
                  <a:gd name="connsiteY57" fmla="*/ 33853 h 447553"/>
                  <a:gd name="connsiteX58" fmla="*/ 2716623 w 2913224"/>
                  <a:gd name="connsiteY58" fmla="*/ 34224 h 447553"/>
                  <a:gd name="connsiteX59" fmla="*/ 2598442 w 2913224"/>
                  <a:gd name="connsiteY59" fmla="*/ 33809 h 447553"/>
                  <a:gd name="connsiteX60" fmla="*/ 2574951 w 2913224"/>
                  <a:gd name="connsiteY60" fmla="*/ 45203 h 447553"/>
                  <a:gd name="connsiteX61" fmla="*/ 2573407 w 2913224"/>
                  <a:gd name="connsiteY61" fmla="*/ 45530 h 447553"/>
                  <a:gd name="connsiteX62" fmla="*/ 2453844 w 2913224"/>
                  <a:gd name="connsiteY62" fmla="*/ 49808 h 447553"/>
                  <a:gd name="connsiteX63" fmla="*/ 2428810 w 2913224"/>
                  <a:gd name="connsiteY63" fmla="*/ 56574 h 447553"/>
                  <a:gd name="connsiteX64" fmla="*/ 2403126 w 2913224"/>
                  <a:gd name="connsiteY64" fmla="*/ 65109 h 447553"/>
                  <a:gd name="connsiteX65" fmla="*/ 2376791 w 2913224"/>
                  <a:gd name="connsiteY65" fmla="*/ 73315 h 447553"/>
                  <a:gd name="connsiteX66" fmla="*/ 2375409 w 2913224"/>
                  <a:gd name="connsiteY66" fmla="*/ 73490 h 447553"/>
                  <a:gd name="connsiteX67" fmla="*/ 2332737 w 2913224"/>
                  <a:gd name="connsiteY67" fmla="*/ 72464 h 447553"/>
                  <a:gd name="connsiteX68" fmla="*/ 2330502 w 2913224"/>
                  <a:gd name="connsiteY68" fmla="*/ 72573 h 447553"/>
                  <a:gd name="connsiteX69" fmla="*/ 2303802 w 2913224"/>
                  <a:gd name="connsiteY69" fmla="*/ 75782 h 447553"/>
                  <a:gd name="connsiteX70" fmla="*/ 2298396 w 2913224"/>
                  <a:gd name="connsiteY70" fmla="*/ 77222 h 447553"/>
                  <a:gd name="connsiteX71" fmla="*/ 2268119 w 2913224"/>
                  <a:gd name="connsiteY71" fmla="*/ 100620 h 447553"/>
                  <a:gd name="connsiteX72" fmla="*/ 2266331 w 2913224"/>
                  <a:gd name="connsiteY72" fmla="*/ 101210 h 447553"/>
                  <a:gd name="connsiteX73" fmla="*/ 2140429 w 2913224"/>
                  <a:gd name="connsiteY73" fmla="*/ 108522 h 447553"/>
                  <a:gd name="connsiteX74" fmla="*/ 2111371 w 2913224"/>
                  <a:gd name="connsiteY74" fmla="*/ 127118 h 447553"/>
                  <a:gd name="connsiteX75" fmla="*/ 2080850 w 2913224"/>
                  <a:gd name="connsiteY75" fmla="*/ 139646 h 447553"/>
                  <a:gd name="connsiteX76" fmla="*/ 2019118 w 2913224"/>
                  <a:gd name="connsiteY76" fmla="*/ 166384 h 447553"/>
                  <a:gd name="connsiteX77" fmla="*/ 1987094 w 2913224"/>
                  <a:gd name="connsiteY77" fmla="*/ 175922 h 447553"/>
                  <a:gd name="connsiteX78" fmla="*/ 1955110 w 2913224"/>
                  <a:gd name="connsiteY78" fmla="*/ 186966 h 447553"/>
                  <a:gd name="connsiteX79" fmla="*/ 1922273 w 2913224"/>
                  <a:gd name="connsiteY79" fmla="*/ 196723 h 447553"/>
                  <a:gd name="connsiteX80" fmla="*/ 1888786 w 2913224"/>
                  <a:gd name="connsiteY80" fmla="*/ 204558 h 447553"/>
                  <a:gd name="connsiteX81" fmla="*/ 1887851 w 2913224"/>
                  <a:gd name="connsiteY81" fmla="*/ 204667 h 447553"/>
                  <a:gd name="connsiteX82" fmla="*/ 1752276 w 2913224"/>
                  <a:gd name="connsiteY82" fmla="*/ 205999 h 447553"/>
                  <a:gd name="connsiteX83" fmla="*/ 1616782 w 2913224"/>
                  <a:gd name="connsiteY83" fmla="*/ 213092 h 447553"/>
                  <a:gd name="connsiteX84" fmla="*/ 1482345 w 2913224"/>
                  <a:gd name="connsiteY84" fmla="*/ 223700 h 447553"/>
                  <a:gd name="connsiteX85" fmla="*/ 1445078 w 2913224"/>
                  <a:gd name="connsiteY85" fmla="*/ 254934 h 447553"/>
                  <a:gd name="connsiteX86" fmla="*/ 1406552 w 2913224"/>
                  <a:gd name="connsiteY86" fmla="*/ 284727 h 447553"/>
                  <a:gd name="connsiteX87" fmla="*/ 1367293 w 2913224"/>
                  <a:gd name="connsiteY87" fmla="*/ 311312 h 447553"/>
                  <a:gd name="connsiteX88" fmla="*/ 1327425 w 2913224"/>
                  <a:gd name="connsiteY88" fmla="*/ 333859 h 447553"/>
                  <a:gd name="connsiteX89" fmla="*/ 1286907 w 2913224"/>
                  <a:gd name="connsiteY89" fmla="*/ 354899 h 447553"/>
                  <a:gd name="connsiteX90" fmla="*/ 1245739 w 2913224"/>
                  <a:gd name="connsiteY90" fmla="*/ 377184 h 447553"/>
                  <a:gd name="connsiteX91" fmla="*/ 1244113 w 2913224"/>
                  <a:gd name="connsiteY91" fmla="*/ 377599 h 447553"/>
                  <a:gd name="connsiteX92" fmla="*/ 1101101 w 2913224"/>
                  <a:gd name="connsiteY92" fmla="*/ 382183 h 447553"/>
                  <a:gd name="connsiteX93" fmla="*/ 958211 w 2913224"/>
                  <a:gd name="connsiteY93" fmla="*/ 392572 h 447553"/>
                  <a:gd name="connsiteX94" fmla="*/ 815158 w 2913224"/>
                  <a:gd name="connsiteY94" fmla="*/ 400823 h 447553"/>
                  <a:gd name="connsiteX95" fmla="*/ 672227 w 2913224"/>
                  <a:gd name="connsiteY95" fmla="*/ 404926 h 447553"/>
                  <a:gd name="connsiteX96" fmla="*/ 529459 w 2913224"/>
                  <a:gd name="connsiteY96" fmla="*/ 407436 h 447553"/>
                  <a:gd name="connsiteX97" fmla="*/ 386813 w 2913224"/>
                  <a:gd name="connsiteY97" fmla="*/ 408877 h 447553"/>
                  <a:gd name="connsiteX98" fmla="*/ 245020 w 2913224"/>
                  <a:gd name="connsiteY98" fmla="*/ 410579 h 447553"/>
                  <a:gd name="connsiteX99" fmla="*/ 194423 w 2913224"/>
                  <a:gd name="connsiteY99" fmla="*/ 428586 h 447553"/>
                  <a:gd name="connsiteX100" fmla="*/ 142282 w 2913224"/>
                  <a:gd name="connsiteY100" fmla="*/ 446702 h 447553"/>
                  <a:gd name="connsiteX101" fmla="*/ 140941 w 2913224"/>
                  <a:gd name="connsiteY101" fmla="*/ 446920 h 447553"/>
                  <a:gd name="connsiteX102" fmla="*/ 2480 w 2913224"/>
                  <a:gd name="connsiteY102" fmla="*/ 447553 h 447553"/>
                  <a:gd name="connsiteX103" fmla="*/ 2480 w 2913224"/>
                  <a:gd name="connsiteY103" fmla="*/ 447553 h 44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2913224" h="447553">
                    <a:moveTo>
                      <a:pt x="2521" y="447466"/>
                    </a:moveTo>
                    <a:cubicBezTo>
                      <a:pt x="1139" y="447466"/>
                      <a:pt x="1" y="446833"/>
                      <a:pt x="1" y="446091"/>
                    </a:cubicBezTo>
                    <a:cubicBezTo>
                      <a:pt x="-40" y="445283"/>
                      <a:pt x="1098" y="444650"/>
                      <a:pt x="2480" y="444650"/>
                    </a:cubicBezTo>
                    <a:lnTo>
                      <a:pt x="140250" y="444017"/>
                    </a:lnTo>
                    <a:lnTo>
                      <a:pt x="191741" y="426163"/>
                    </a:lnTo>
                    <a:lnTo>
                      <a:pt x="242906" y="407894"/>
                    </a:lnTo>
                    <a:cubicBezTo>
                      <a:pt x="243313" y="407720"/>
                      <a:pt x="243760" y="407676"/>
                      <a:pt x="244247" y="407676"/>
                    </a:cubicBezTo>
                    <a:lnTo>
                      <a:pt x="386772" y="405974"/>
                    </a:lnTo>
                    <a:lnTo>
                      <a:pt x="529418" y="404533"/>
                    </a:lnTo>
                    <a:lnTo>
                      <a:pt x="672024" y="402023"/>
                    </a:lnTo>
                    <a:lnTo>
                      <a:pt x="814792" y="397963"/>
                    </a:lnTo>
                    <a:lnTo>
                      <a:pt x="957642" y="389647"/>
                    </a:lnTo>
                    <a:lnTo>
                      <a:pt x="1100614" y="379258"/>
                    </a:lnTo>
                    <a:lnTo>
                      <a:pt x="1242894" y="374718"/>
                    </a:lnTo>
                    <a:lnTo>
                      <a:pt x="1283412" y="352761"/>
                    </a:lnTo>
                    <a:lnTo>
                      <a:pt x="1323890" y="331720"/>
                    </a:lnTo>
                    <a:lnTo>
                      <a:pt x="1363595" y="309326"/>
                    </a:lnTo>
                    <a:lnTo>
                      <a:pt x="1402609" y="282894"/>
                    </a:lnTo>
                    <a:lnTo>
                      <a:pt x="1441014" y="253210"/>
                    </a:lnTo>
                    <a:lnTo>
                      <a:pt x="1478809" y="221496"/>
                    </a:lnTo>
                    <a:cubicBezTo>
                      <a:pt x="1479256" y="221190"/>
                      <a:pt x="1479866" y="220972"/>
                      <a:pt x="1480598" y="220906"/>
                    </a:cubicBezTo>
                    <a:lnTo>
                      <a:pt x="1616295" y="210190"/>
                    </a:lnTo>
                    <a:lnTo>
                      <a:pt x="1752073" y="203052"/>
                    </a:lnTo>
                    <a:lnTo>
                      <a:pt x="1887363" y="201786"/>
                    </a:lnTo>
                    <a:lnTo>
                      <a:pt x="1920160" y="194060"/>
                    </a:lnTo>
                    <a:lnTo>
                      <a:pt x="1952672" y="184412"/>
                    </a:lnTo>
                    <a:lnTo>
                      <a:pt x="1984696" y="173390"/>
                    </a:lnTo>
                    <a:lnTo>
                      <a:pt x="2016436" y="164005"/>
                    </a:lnTo>
                    <a:lnTo>
                      <a:pt x="2077843" y="137311"/>
                    </a:lnTo>
                    <a:lnTo>
                      <a:pt x="2107957" y="124935"/>
                    </a:lnTo>
                    <a:lnTo>
                      <a:pt x="2137299" y="106121"/>
                    </a:lnTo>
                    <a:cubicBezTo>
                      <a:pt x="2137747" y="105859"/>
                      <a:pt x="2138356" y="105706"/>
                      <a:pt x="2138966" y="105640"/>
                    </a:cubicBezTo>
                    <a:lnTo>
                      <a:pt x="2264787" y="98394"/>
                    </a:lnTo>
                    <a:lnTo>
                      <a:pt x="2294698" y="75214"/>
                    </a:lnTo>
                    <a:cubicBezTo>
                      <a:pt x="2294942" y="74996"/>
                      <a:pt x="2295267" y="74843"/>
                      <a:pt x="2295674" y="74734"/>
                    </a:cubicBezTo>
                    <a:lnTo>
                      <a:pt x="2302257" y="73032"/>
                    </a:lnTo>
                    <a:lnTo>
                      <a:pt x="2329771" y="69736"/>
                    </a:lnTo>
                    <a:lnTo>
                      <a:pt x="2332656" y="69583"/>
                    </a:lnTo>
                    <a:lnTo>
                      <a:pt x="2374922" y="70587"/>
                    </a:lnTo>
                    <a:lnTo>
                      <a:pt x="2400606" y="62598"/>
                    </a:lnTo>
                    <a:lnTo>
                      <a:pt x="2426453" y="54021"/>
                    </a:lnTo>
                    <a:lnTo>
                      <a:pt x="2452097" y="47102"/>
                    </a:lnTo>
                    <a:cubicBezTo>
                      <a:pt x="2452381" y="47058"/>
                      <a:pt x="2452707" y="46993"/>
                      <a:pt x="2453031" y="46993"/>
                    </a:cubicBezTo>
                    <a:lnTo>
                      <a:pt x="2572229" y="42736"/>
                    </a:lnTo>
                    <a:lnTo>
                      <a:pt x="2595841" y="31321"/>
                    </a:lnTo>
                    <a:cubicBezTo>
                      <a:pt x="2596287" y="31103"/>
                      <a:pt x="2597141" y="30994"/>
                      <a:pt x="2597507" y="30950"/>
                    </a:cubicBezTo>
                    <a:lnTo>
                      <a:pt x="2715647" y="31387"/>
                    </a:lnTo>
                    <a:lnTo>
                      <a:pt x="2737877" y="19709"/>
                    </a:lnTo>
                    <a:lnTo>
                      <a:pt x="2760392" y="6068"/>
                    </a:lnTo>
                    <a:cubicBezTo>
                      <a:pt x="2760839" y="5849"/>
                      <a:pt x="2761449" y="5653"/>
                      <a:pt x="2762018" y="5653"/>
                    </a:cubicBezTo>
                    <a:lnTo>
                      <a:pt x="2879305" y="0"/>
                    </a:lnTo>
                    <a:lnTo>
                      <a:pt x="2911004" y="2248"/>
                    </a:lnTo>
                    <a:cubicBezTo>
                      <a:pt x="2912386" y="2357"/>
                      <a:pt x="2913402" y="3034"/>
                      <a:pt x="2913198" y="3841"/>
                    </a:cubicBezTo>
                    <a:cubicBezTo>
                      <a:pt x="2912995" y="4584"/>
                      <a:pt x="2911695" y="5129"/>
                      <a:pt x="2910354" y="5020"/>
                    </a:cubicBezTo>
                    <a:lnTo>
                      <a:pt x="2879223" y="2772"/>
                    </a:lnTo>
                    <a:lnTo>
                      <a:pt x="2763481" y="8425"/>
                    </a:lnTo>
                    <a:lnTo>
                      <a:pt x="2741494" y="21696"/>
                    </a:lnTo>
                    <a:lnTo>
                      <a:pt x="2718411" y="33853"/>
                    </a:lnTo>
                    <a:cubicBezTo>
                      <a:pt x="2717923" y="34071"/>
                      <a:pt x="2717191" y="34071"/>
                      <a:pt x="2716623" y="34224"/>
                    </a:cubicBezTo>
                    <a:lnTo>
                      <a:pt x="2598442" y="33809"/>
                    </a:lnTo>
                    <a:lnTo>
                      <a:pt x="2574951" y="45203"/>
                    </a:lnTo>
                    <a:cubicBezTo>
                      <a:pt x="2574505" y="45421"/>
                      <a:pt x="2574017" y="45530"/>
                      <a:pt x="2573407" y="45530"/>
                    </a:cubicBezTo>
                    <a:lnTo>
                      <a:pt x="2453844" y="49808"/>
                    </a:lnTo>
                    <a:lnTo>
                      <a:pt x="2428810" y="56574"/>
                    </a:lnTo>
                    <a:lnTo>
                      <a:pt x="2403126" y="65109"/>
                    </a:lnTo>
                    <a:lnTo>
                      <a:pt x="2376791" y="73315"/>
                    </a:lnTo>
                    <a:cubicBezTo>
                      <a:pt x="2376344" y="73424"/>
                      <a:pt x="2375897" y="73534"/>
                      <a:pt x="2375409" y="73490"/>
                    </a:cubicBezTo>
                    <a:lnTo>
                      <a:pt x="2332737" y="72464"/>
                    </a:lnTo>
                    <a:lnTo>
                      <a:pt x="2330502" y="72573"/>
                    </a:lnTo>
                    <a:lnTo>
                      <a:pt x="2303802" y="75782"/>
                    </a:lnTo>
                    <a:lnTo>
                      <a:pt x="2298396" y="77222"/>
                    </a:lnTo>
                    <a:lnTo>
                      <a:pt x="2268119" y="100620"/>
                    </a:lnTo>
                    <a:cubicBezTo>
                      <a:pt x="2267713" y="100948"/>
                      <a:pt x="2267103" y="101144"/>
                      <a:pt x="2266331" y="101210"/>
                    </a:cubicBezTo>
                    <a:lnTo>
                      <a:pt x="2140429" y="108522"/>
                    </a:lnTo>
                    <a:lnTo>
                      <a:pt x="2111371" y="127118"/>
                    </a:lnTo>
                    <a:lnTo>
                      <a:pt x="2080850" y="139646"/>
                    </a:lnTo>
                    <a:lnTo>
                      <a:pt x="2019118" y="166384"/>
                    </a:lnTo>
                    <a:lnTo>
                      <a:pt x="1987094" y="175922"/>
                    </a:lnTo>
                    <a:lnTo>
                      <a:pt x="1955110" y="186966"/>
                    </a:lnTo>
                    <a:lnTo>
                      <a:pt x="1922273" y="196723"/>
                    </a:lnTo>
                    <a:lnTo>
                      <a:pt x="1888786" y="204558"/>
                    </a:lnTo>
                    <a:cubicBezTo>
                      <a:pt x="1888501" y="204667"/>
                      <a:pt x="1888217" y="204667"/>
                      <a:pt x="1887851" y="204667"/>
                    </a:cubicBezTo>
                    <a:lnTo>
                      <a:pt x="1752276" y="205999"/>
                    </a:lnTo>
                    <a:lnTo>
                      <a:pt x="1616782" y="213092"/>
                    </a:lnTo>
                    <a:lnTo>
                      <a:pt x="1482345" y="223700"/>
                    </a:lnTo>
                    <a:lnTo>
                      <a:pt x="1445078" y="254934"/>
                    </a:lnTo>
                    <a:lnTo>
                      <a:pt x="1406552" y="284727"/>
                    </a:lnTo>
                    <a:lnTo>
                      <a:pt x="1367293" y="311312"/>
                    </a:lnTo>
                    <a:lnTo>
                      <a:pt x="1327425" y="333859"/>
                    </a:lnTo>
                    <a:lnTo>
                      <a:pt x="1286907" y="354899"/>
                    </a:lnTo>
                    <a:lnTo>
                      <a:pt x="1245739" y="377184"/>
                    </a:lnTo>
                    <a:cubicBezTo>
                      <a:pt x="1245292" y="377446"/>
                      <a:pt x="1244682" y="377555"/>
                      <a:pt x="1244113" y="377599"/>
                    </a:cubicBezTo>
                    <a:lnTo>
                      <a:pt x="1101101" y="382183"/>
                    </a:lnTo>
                    <a:lnTo>
                      <a:pt x="958211" y="392572"/>
                    </a:lnTo>
                    <a:lnTo>
                      <a:pt x="815158" y="400823"/>
                    </a:lnTo>
                    <a:lnTo>
                      <a:pt x="672227" y="404926"/>
                    </a:lnTo>
                    <a:lnTo>
                      <a:pt x="529459" y="407436"/>
                    </a:lnTo>
                    <a:lnTo>
                      <a:pt x="386813" y="408877"/>
                    </a:lnTo>
                    <a:lnTo>
                      <a:pt x="245020" y="410579"/>
                    </a:lnTo>
                    <a:lnTo>
                      <a:pt x="194423" y="428586"/>
                    </a:lnTo>
                    <a:lnTo>
                      <a:pt x="142282" y="446702"/>
                    </a:lnTo>
                    <a:cubicBezTo>
                      <a:pt x="141875" y="446811"/>
                      <a:pt x="141428" y="446920"/>
                      <a:pt x="140941" y="446920"/>
                    </a:cubicBezTo>
                    <a:lnTo>
                      <a:pt x="2480" y="447553"/>
                    </a:lnTo>
                    <a:lnTo>
                      <a:pt x="2480" y="44755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2" name="Freeform: Shape 701">
                <a:extLst>
                  <a:ext uri="{FF2B5EF4-FFF2-40B4-BE49-F238E27FC236}">
                    <a16:creationId xmlns:a16="http://schemas.microsoft.com/office/drawing/2014/main" id="{E95941D4-C5C3-4C27-B0CF-87ABEE21C87D}"/>
                  </a:ext>
                </a:extLst>
              </p:cNvPr>
              <p:cNvSpPr/>
              <p:nvPr/>
            </p:nvSpPr>
            <p:spPr>
              <a:xfrm>
                <a:off x="634064" y="6286478"/>
                <a:ext cx="1821652" cy="136318"/>
              </a:xfrm>
              <a:custGeom>
                <a:avLst/>
                <a:gdLst>
                  <a:gd name="connsiteX0" fmla="*/ 2521 w 1821652"/>
                  <a:gd name="connsiteY0" fmla="*/ 136296 h 136318"/>
                  <a:gd name="connsiteX1" fmla="*/ 1 w 1821652"/>
                  <a:gd name="connsiteY1" fmla="*/ 134921 h 136318"/>
                  <a:gd name="connsiteX2" fmla="*/ 2439 w 1821652"/>
                  <a:gd name="connsiteY2" fmla="*/ 133481 h 136318"/>
                  <a:gd name="connsiteX3" fmla="*/ 140900 w 1821652"/>
                  <a:gd name="connsiteY3" fmla="*/ 131407 h 136318"/>
                  <a:gd name="connsiteX4" fmla="*/ 428712 w 1821652"/>
                  <a:gd name="connsiteY4" fmla="*/ 130709 h 136318"/>
                  <a:gd name="connsiteX5" fmla="*/ 716769 w 1821652"/>
                  <a:gd name="connsiteY5" fmla="*/ 123790 h 136318"/>
                  <a:gd name="connsiteX6" fmla="*/ 860919 w 1821652"/>
                  <a:gd name="connsiteY6" fmla="*/ 117613 h 136318"/>
                  <a:gd name="connsiteX7" fmla="*/ 1005191 w 1821652"/>
                  <a:gd name="connsiteY7" fmla="*/ 106372 h 136318"/>
                  <a:gd name="connsiteX8" fmla="*/ 1149747 w 1821652"/>
                  <a:gd name="connsiteY8" fmla="*/ 100632 h 136318"/>
                  <a:gd name="connsiteX9" fmla="*/ 1293329 w 1821652"/>
                  <a:gd name="connsiteY9" fmla="*/ 100261 h 136318"/>
                  <a:gd name="connsiteX10" fmla="*/ 1333156 w 1821652"/>
                  <a:gd name="connsiteY10" fmla="*/ 81141 h 136318"/>
                  <a:gd name="connsiteX11" fmla="*/ 1412119 w 1821652"/>
                  <a:gd name="connsiteY11" fmla="*/ 37007 h 136318"/>
                  <a:gd name="connsiteX12" fmla="*/ 1413826 w 1821652"/>
                  <a:gd name="connsiteY12" fmla="*/ 36571 h 136318"/>
                  <a:gd name="connsiteX13" fmla="*/ 1693714 w 1821652"/>
                  <a:gd name="connsiteY13" fmla="*/ 30219 h 136318"/>
                  <a:gd name="connsiteX14" fmla="*/ 1729030 w 1821652"/>
                  <a:gd name="connsiteY14" fmla="*/ 2827 h 136318"/>
                  <a:gd name="connsiteX15" fmla="*/ 1731021 w 1821652"/>
                  <a:gd name="connsiteY15" fmla="*/ 2238 h 136318"/>
                  <a:gd name="connsiteX16" fmla="*/ 1818519 w 1821652"/>
                  <a:gd name="connsiteY16" fmla="*/ 55 h 136318"/>
                  <a:gd name="connsiteX17" fmla="*/ 1820551 w 1821652"/>
                  <a:gd name="connsiteY17" fmla="*/ 273 h 136318"/>
                  <a:gd name="connsiteX18" fmla="*/ 1821202 w 1821652"/>
                  <a:gd name="connsiteY18" fmla="*/ 2129 h 136318"/>
                  <a:gd name="connsiteX19" fmla="*/ 1819170 w 1821652"/>
                  <a:gd name="connsiteY19" fmla="*/ 2827 h 136318"/>
                  <a:gd name="connsiteX20" fmla="*/ 1732444 w 1821652"/>
                  <a:gd name="connsiteY20" fmla="*/ 5010 h 136318"/>
                  <a:gd name="connsiteX21" fmla="*/ 1697128 w 1821652"/>
                  <a:gd name="connsiteY21" fmla="*/ 32402 h 136318"/>
                  <a:gd name="connsiteX22" fmla="*/ 1695136 w 1821652"/>
                  <a:gd name="connsiteY22" fmla="*/ 32991 h 136318"/>
                  <a:gd name="connsiteX23" fmla="*/ 1415005 w 1821652"/>
                  <a:gd name="connsiteY23" fmla="*/ 39386 h 136318"/>
                  <a:gd name="connsiteX24" fmla="*/ 1336610 w 1821652"/>
                  <a:gd name="connsiteY24" fmla="*/ 83192 h 136318"/>
                  <a:gd name="connsiteX25" fmla="*/ 1295889 w 1821652"/>
                  <a:gd name="connsiteY25" fmla="*/ 102705 h 136318"/>
                  <a:gd name="connsiteX26" fmla="*/ 1294263 w 1821652"/>
                  <a:gd name="connsiteY26" fmla="*/ 103076 h 136318"/>
                  <a:gd name="connsiteX27" fmla="*/ 1149951 w 1821652"/>
                  <a:gd name="connsiteY27" fmla="*/ 103447 h 136318"/>
                  <a:gd name="connsiteX28" fmla="*/ 1005719 w 1821652"/>
                  <a:gd name="connsiteY28" fmla="*/ 109210 h 136318"/>
                  <a:gd name="connsiteX29" fmla="*/ 861447 w 1821652"/>
                  <a:gd name="connsiteY29" fmla="*/ 120407 h 136318"/>
                  <a:gd name="connsiteX30" fmla="*/ 717053 w 1821652"/>
                  <a:gd name="connsiteY30" fmla="*/ 126627 h 136318"/>
                  <a:gd name="connsiteX31" fmla="*/ 428794 w 1821652"/>
                  <a:gd name="connsiteY31" fmla="*/ 133546 h 136318"/>
                  <a:gd name="connsiteX32" fmla="*/ 141022 w 1821652"/>
                  <a:gd name="connsiteY32" fmla="*/ 134245 h 136318"/>
                  <a:gd name="connsiteX33" fmla="*/ 2602 w 1821652"/>
                  <a:gd name="connsiteY33" fmla="*/ 136318 h 136318"/>
                  <a:gd name="connsiteX34" fmla="*/ 2561 w 1821652"/>
                  <a:gd name="connsiteY34" fmla="*/ 136318 h 136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21652" h="136318">
                    <a:moveTo>
                      <a:pt x="2521" y="136296"/>
                    </a:moveTo>
                    <a:cubicBezTo>
                      <a:pt x="1139" y="136296"/>
                      <a:pt x="1" y="135707"/>
                      <a:pt x="1" y="134921"/>
                    </a:cubicBezTo>
                    <a:cubicBezTo>
                      <a:pt x="-40" y="134179"/>
                      <a:pt x="1058" y="133524"/>
                      <a:pt x="2439" y="133481"/>
                    </a:cubicBezTo>
                    <a:lnTo>
                      <a:pt x="140900" y="131407"/>
                    </a:lnTo>
                    <a:lnTo>
                      <a:pt x="428712" y="130709"/>
                    </a:lnTo>
                    <a:lnTo>
                      <a:pt x="716769" y="123790"/>
                    </a:lnTo>
                    <a:lnTo>
                      <a:pt x="860919" y="117613"/>
                    </a:lnTo>
                    <a:lnTo>
                      <a:pt x="1005191" y="106372"/>
                    </a:lnTo>
                    <a:lnTo>
                      <a:pt x="1149747" y="100632"/>
                    </a:lnTo>
                    <a:lnTo>
                      <a:pt x="1293329" y="100261"/>
                    </a:lnTo>
                    <a:lnTo>
                      <a:pt x="1333156" y="81141"/>
                    </a:lnTo>
                    <a:lnTo>
                      <a:pt x="1412119" y="37007"/>
                    </a:lnTo>
                    <a:cubicBezTo>
                      <a:pt x="1412566" y="36745"/>
                      <a:pt x="1413176" y="36571"/>
                      <a:pt x="1413826" y="36571"/>
                    </a:cubicBezTo>
                    <a:lnTo>
                      <a:pt x="1693714" y="30219"/>
                    </a:lnTo>
                    <a:lnTo>
                      <a:pt x="1729030" y="2827"/>
                    </a:lnTo>
                    <a:cubicBezTo>
                      <a:pt x="1729518" y="2456"/>
                      <a:pt x="1730209" y="2238"/>
                      <a:pt x="1731021" y="2238"/>
                    </a:cubicBezTo>
                    <a:lnTo>
                      <a:pt x="1818519" y="55"/>
                    </a:lnTo>
                    <a:cubicBezTo>
                      <a:pt x="1819210" y="-54"/>
                      <a:pt x="1819982" y="-11"/>
                      <a:pt x="1820551" y="273"/>
                    </a:cubicBezTo>
                    <a:cubicBezTo>
                      <a:pt x="1821689" y="688"/>
                      <a:pt x="1822014" y="1496"/>
                      <a:pt x="1821202" y="2129"/>
                    </a:cubicBezTo>
                    <a:cubicBezTo>
                      <a:pt x="1820754" y="2500"/>
                      <a:pt x="1819901" y="2827"/>
                      <a:pt x="1819170" y="2827"/>
                    </a:cubicBezTo>
                    <a:lnTo>
                      <a:pt x="1732444" y="5010"/>
                    </a:lnTo>
                    <a:lnTo>
                      <a:pt x="1697128" y="32402"/>
                    </a:lnTo>
                    <a:cubicBezTo>
                      <a:pt x="1696681" y="32773"/>
                      <a:pt x="1695949" y="32991"/>
                      <a:pt x="1695136" y="32991"/>
                    </a:cubicBezTo>
                    <a:lnTo>
                      <a:pt x="1415005" y="39386"/>
                    </a:lnTo>
                    <a:lnTo>
                      <a:pt x="1336610" y="83192"/>
                    </a:lnTo>
                    <a:lnTo>
                      <a:pt x="1295889" y="102705"/>
                    </a:lnTo>
                    <a:cubicBezTo>
                      <a:pt x="1295442" y="102923"/>
                      <a:pt x="1294832" y="103076"/>
                      <a:pt x="1294263" y="103076"/>
                    </a:cubicBezTo>
                    <a:lnTo>
                      <a:pt x="1149951" y="103447"/>
                    </a:lnTo>
                    <a:lnTo>
                      <a:pt x="1005719" y="109210"/>
                    </a:lnTo>
                    <a:lnTo>
                      <a:pt x="861447" y="120407"/>
                    </a:lnTo>
                    <a:lnTo>
                      <a:pt x="717053" y="126627"/>
                    </a:lnTo>
                    <a:lnTo>
                      <a:pt x="428794" y="133546"/>
                    </a:lnTo>
                    <a:lnTo>
                      <a:pt x="141022" y="134245"/>
                    </a:lnTo>
                    <a:lnTo>
                      <a:pt x="2602" y="136318"/>
                    </a:lnTo>
                    <a:lnTo>
                      <a:pt x="2561" y="1363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3" name="Freeform: Shape 702">
                <a:extLst>
                  <a:ext uri="{FF2B5EF4-FFF2-40B4-BE49-F238E27FC236}">
                    <a16:creationId xmlns:a16="http://schemas.microsoft.com/office/drawing/2014/main" id="{803E23BB-2928-4027-AB27-245080BD8B6B}"/>
                  </a:ext>
                </a:extLst>
              </p:cNvPr>
              <p:cNvSpPr/>
              <p:nvPr/>
            </p:nvSpPr>
            <p:spPr>
              <a:xfrm>
                <a:off x="473130" y="6361398"/>
                <a:ext cx="1874846" cy="109656"/>
              </a:xfrm>
              <a:custGeom>
                <a:avLst/>
                <a:gdLst>
                  <a:gd name="connsiteX0" fmla="*/ 2601 w 1874846"/>
                  <a:gd name="connsiteY0" fmla="*/ 109657 h 109656"/>
                  <a:gd name="connsiteX1" fmla="*/ 0 w 1874846"/>
                  <a:gd name="connsiteY1" fmla="*/ 108216 h 109656"/>
                  <a:gd name="connsiteX2" fmla="*/ 2520 w 1874846"/>
                  <a:gd name="connsiteY2" fmla="*/ 106841 h 109656"/>
                  <a:gd name="connsiteX3" fmla="*/ 142606 w 1874846"/>
                  <a:gd name="connsiteY3" fmla="*/ 106688 h 109656"/>
                  <a:gd name="connsiteX4" fmla="*/ 438587 w 1874846"/>
                  <a:gd name="connsiteY4" fmla="*/ 103698 h 109656"/>
                  <a:gd name="connsiteX5" fmla="*/ 586679 w 1874846"/>
                  <a:gd name="connsiteY5" fmla="*/ 100664 h 109656"/>
                  <a:gd name="connsiteX6" fmla="*/ 734893 w 1874846"/>
                  <a:gd name="connsiteY6" fmla="*/ 97150 h 109656"/>
                  <a:gd name="connsiteX7" fmla="*/ 883188 w 1874846"/>
                  <a:gd name="connsiteY7" fmla="*/ 92086 h 109656"/>
                  <a:gd name="connsiteX8" fmla="*/ 1031606 w 1874846"/>
                  <a:gd name="connsiteY8" fmla="*/ 85364 h 109656"/>
                  <a:gd name="connsiteX9" fmla="*/ 1180145 w 1874846"/>
                  <a:gd name="connsiteY9" fmla="*/ 78379 h 109656"/>
                  <a:gd name="connsiteX10" fmla="*/ 1328766 w 1874846"/>
                  <a:gd name="connsiteY10" fmla="*/ 72901 h 109656"/>
                  <a:gd name="connsiteX11" fmla="*/ 1476736 w 1874846"/>
                  <a:gd name="connsiteY11" fmla="*/ 70762 h 109656"/>
                  <a:gd name="connsiteX12" fmla="*/ 1517620 w 1874846"/>
                  <a:gd name="connsiteY12" fmla="*/ 57491 h 109656"/>
                  <a:gd name="connsiteX13" fmla="*/ 1558097 w 1874846"/>
                  <a:gd name="connsiteY13" fmla="*/ 42256 h 109656"/>
                  <a:gd name="connsiteX14" fmla="*/ 1597965 w 1874846"/>
                  <a:gd name="connsiteY14" fmla="*/ 25690 h 109656"/>
                  <a:gd name="connsiteX15" fmla="*/ 1637061 w 1874846"/>
                  <a:gd name="connsiteY15" fmla="*/ 6548 h 109656"/>
                  <a:gd name="connsiteX16" fmla="*/ 1638605 w 1874846"/>
                  <a:gd name="connsiteY16" fmla="*/ 6221 h 109656"/>
                  <a:gd name="connsiteX17" fmla="*/ 1781820 w 1874846"/>
                  <a:gd name="connsiteY17" fmla="*/ 2663 h 109656"/>
                  <a:gd name="connsiteX18" fmla="*/ 1872163 w 1874846"/>
                  <a:gd name="connsiteY18" fmla="*/ 0 h 109656"/>
                  <a:gd name="connsiteX19" fmla="*/ 1874845 w 1874846"/>
                  <a:gd name="connsiteY19" fmla="*/ 1331 h 109656"/>
                  <a:gd name="connsiteX20" fmla="*/ 1872447 w 1874846"/>
                  <a:gd name="connsiteY20" fmla="*/ 2816 h 109656"/>
                  <a:gd name="connsiteX21" fmla="*/ 1782064 w 1874846"/>
                  <a:gd name="connsiteY21" fmla="*/ 5435 h 109656"/>
                  <a:gd name="connsiteX22" fmla="*/ 1639743 w 1874846"/>
                  <a:gd name="connsiteY22" fmla="*/ 8993 h 109656"/>
                  <a:gd name="connsiteX23" fmla="*/ 1601135 w 1874846"/>
                  <a:gd name="connsiteY23" fmla="*/ 27851 h 109656"/>
                  <a:gd name="connsiteX24" fmla="*/ 1561064 w 1874846"/>
                  <a:gd name="connsiteY24" fmla="*/ 44526 h 109656"/>
                  <a:gd name="connsiteX25" fmla="*/ 1520302 w 1874846"/>
                  <a:gd name="connsiteY25" fmla="*/ 59870 h 109656"/>
                  <a:gd name="connsiteX26" fmla="*/ 1478768 w 1874846"/>
                  <a:gd name="connsiteY26" fmla="*/ 73359 h 109656"/>
                  <a:gd name="connsiteX27" fmla="*/ 1477549 w 1874846"/>
                  <a:gd name="connsiteY27" fmla="*/ 73512 h 109656"/>
                  <a:gd name="connsiteX28" fmla="*/ 1328969 w 1874846"/>
                  <a:gd name="connsiteY28" fmla="*/ 75651 h 109656"/>
                  <a:gd name="connsiteX29" fmla="*/ 1180511 w 1874846"/>
                  <a:gd name="connsiteY29" fmla="*/ 81195 h 109656"/>
                  <a:gd name="connsiteX30" fmla="*/ 1032012 w 1874846"/>
                  <a:gd name="connsiteY30" fmla="*/ 88179 h 109656"/>
                  <a:gd name="connsiteX31" fmla="*/ 883595 w 1874846"/>
                  <a:gd name="connsiteY31" fmla="*/ 94902 h 109656"/>
                  <a:gd name="connsiteX32" fmla="*/ 735178 w 1874846"/>
                  <a:gd name="connsiteY32" fmla="*/ 99966 h 109656"/>
                  <a:gd name="connsiteX33" fmla="*/ 586882 w 1874846"/>
                  <a:gd name="connsiteY33" fmla="*/ 103480 h 109656"/>
                  <a:gd name="connsiteX34" fmla="*/ 438709 w 1874846"/>
                  <a:gd name="connsiteY34" fmla="*/ 106513 h 109656"/>
                  <a:gd name="connsiteX35" fmla="*/ 142687 w 1874846"/>
                  <a:gd name="connsiteY35" fmla="*/ 109504 h 109656"/>
                  <a:gd name="connsiteX36" fmla="*/ 2601 w 1874846"/>
                  <a:gd name="connsiteY36" fmla="*/ 109657 h 109656"/>
                  <a:gd name="connsiteX37" fmla="*/ 2601 w 1874846"/>
                  <a:gd name="connsiteY37" fmla="*/ 109657 h 109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74846" h="109656">
                    <a:moveTo>
                      <a:pt x="2601" y="109657"/>
                    </a:moveTo>
                    <a:cubicBezTo>
                      <a:pt x="1179" y="109657"/>
                      <a:pt x="0" y="109024"/>
                      <a:pt x="0" y="108216"/>
                    </a:cubicBezTo>
                    <a:cubicBezTo>
                      <a:pt x="0" y="107474"/>
                      <a:pt x="1138" y="106841"/>
                      <a:pt x="2520" y="106841"/>
                    </a:cubicBezTo>
                    <a:lnTo>
                      <a:pt x="142606" y="106688"/>
                    </a:lnTo>
                    <a:lnTo>
                      <a:pt x="438587" y="103698"/>
                    </a:lnTo>
                    <a:lnTo>
                      <a:pt x="586679" y="100664"/>
                    </a:lnTo>
                    <a:lnTo>
                      <a:pt x="734893" y="97150"/>
                    </a:lnTo>
                    <a:lnTo>
                      <a:pt x="883188" y="92086"/>
                    </a:lnTo>
                    <a:lnTo>
                      <a:pt x="1031606" y="85364"/>
                    </a:lnTo>
                    <a:lnTo>
                      <a:pt x="1180145" y="78379"/>
                    </a:lnTo>
                    <a:lnTo>
                      <a:pt x="1328766" y="72901"/>
                    </a:lnTo>
                    <a:lnTo>
                      <a:pt x="1476736" y="70762"/>
                    </a:lnTo>
                    <a:lnTo>
                      <a:pt x="1517620" y="57491"/>
                    </a:lnTo>
                    <a:lnTo>
                      <a:pt x="1558097" y="42256"/>
                    </a:lnTo>
                    <a:lnTo>
                      <a:pt x="1597965" y="25690"/>
                    </a:lnTo>
                    <a:lnTo>
                      <a:pt x="1637061" y="6548"/>
                    </a:lnTo>
                    <a:cubicBezTo>
                      <a:pt x="1637507" y="6330"/>
                      <a:pt x="1638036" y="6221"/>
                      <a:pt x="1638605" y="6221"/>
                    </a:cubicBezTo>
                    <a:lnTo>
                      <a:pt x="1781820" y="2663"/>
                    </a:lnTo>
                    <a:lnTo>
                      <a:pt x="1872163" y="0"/>
                    </a:lnTo>
                    <a:cubicBezTo>
                      <a:pt x="1873707" y="44"/>
                      <a:pt x="1874723" y="589"/>
                      <a:pt x="1874845" y="1331"/>
                    </a:cubicBezTo>
                    <a:cubicBezTo>
                      <a:pt x="1874886" y="2117"/>
                      <a:pt x="1873870" y="2772"/>
                      <a:pt x="1872447" y="2816"/>
                    </a:cubicBezTo>
                    <a:lnTo>
                      <a:pt x="1782064" y="5435"/>
                    </a:lnTo>
                    <a:lnTo>
                      <a:pt x="1639743" y="8993"/>
                    </a:lnTo>
                    <a:lnTo>
                      <a:pt x="1601135" y="27851"/>
                    </a:lnTo>
                    <a:lnTo>
                      <a:pt x="1561064" y="44526"/>
                    </a:lnTo>
                    <a:lnTo>
                      <a:pt x="1520302" y="59870"/>
                    </a:lnTo>
                    <a:lnTo>
                      <a:pt x="1478768" y="73359"/>
                    </a:lnTo>
                    <a:cubicBezTo>
                      <a:pt x="1478361" y="73468"/>
                      <a:pt x="1477996" y="73512"/>
                      <a:pt x="1477549" y="73512"/>
                    </a:cubicBezTo>
                    <a:lnTo>
                      <a:pt x="1328969" y="75651"/>
                    </a:lnTo>
                    <a:lnTo>
                      <a:pt x="1180511" y="81195"/>
                    </a:lnTo>
                    <a:lnTo>
                      <a:pt x="1032012" y="88179"/>
                    </a:lnTo>
                    <a:lnTo>
                      <a:pt x="883595" y="94902"/>
                    </a:lnTo>
                    <a:lnTo>
                      <a:pt x="735178" y="99966"/>
                    </a:lnTo>
                    <a:lnTo>
                      <a:pt x="586882" y="103480"/>
                    </a:lnTo>
                    <a:lnTo>
                      <a:pt x="438709" y="106513"/>
                    </a:lnTo>
                    <a:lnTo>
                      <a:pt x="142687" y="109504"/>
                    </a:lnTo>
                    <a:lnTo>
                      <a:pt x="2601" y="109657"/>
                    </a:lnTo>
                    <a:lnTo>
                      <a:pt x="2601" y="10965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4" name="Freeform: Shape 703">
                <a:extLst>
                  <a:ext uri="{FF2B5EF4-FFF2-40B4-BE49-F238E27FC236}">
                    <a16:creationId xmlns:a16="http://schemas.microsoft.com/office/drawing/2014/main" id="{A299071F-B95D-424C-9650-9D59A5D12538}"/>
                  </a:ext>
                </a:extLst>
              </p:cNvPr>
              <p:cNvSpPr/>
              <p:nvPr/>
            </p:nvSpPr>
            <p:spPr>
              <a:xfrm>
                <a:off x="7671748" y="6394347"/>
                <a:ext cx="1245439" cy="29060"/>
              </a:xfrm>
              <a:custGeom>
                <a:avLst/>
                <a:gdLst>
                  <a:gd name="connsiteX0" fmla="*/ 1242839 w 1245439"/>
                  <a:gd name="connsiteY0" fmla="*/ 29017 h 29060"/>
                  <a:gd name="connsiteX1" fmla="*/ 1242839 w 1245439"/>
                  <a:gd name="connsiteY1" fmla="*/ 29017 h 29060"/>
                  <a:gd name="connsiteX2" fmla="*/ 279021 w 1245439"/>
                  <a:gd name="connsiteY2" fmla="*/ 26943 h 29060"/>
                  <a:gd name="connsiteX3" fmla="*/ 140398 w 1245439"/>
                  <a:gd name="connsiteY3" fmla="*/ 24499 h 29060"/>
                  <a:gd name="connsiteX4" fmla="*/ 136537 w 1245439"/>
                  <a:gd name="connsiteY4" fmla="*/ 23909 h 29060"/>
                  <a:gd name="connsiteX5" fmla="*/ 1775 w 1245439"/>
                  <a:gd name="connsiteY5" fmla="*/ 2759 h 29060"/>
                  <a:gd name="connsiteX6" fmla="*/ 109 w 1245439"/>
                  <a:gd name="connsiteY6" fmla="*/ 1057 h 29060"/>
                  <a:gd name="connsiteX7" fmla="*/ 3197 w 1245439"/>
                  <a:gd name="connsiteY7" fmla="*/ 53 h 29060"/>
                  <a:gd name="connsiteX8" fmla="*/ 141211 w 1245439"/>
                  <a:gd name="connsiteY8" fmla="*/ 21749 h 29060"/>
                  <a:gd name="connsiteX9" fmla="*/ 279143 w 1245439"/>
                  <a:gd name="connsiteY9" fmla="*/ 24149 h 29060"/>
                  <a:gd name="connsiteX10" fmla="*/ 1242839 w 1245439"/>
                  <a:gd name="connsiteY10" fmla="*/ 26223 h 29060"/>
                  <a:gd name="connsiteX11" fmla="*/ 1245440 w 1245439"/>
                  <a:gd name="connsiteY11" fmla="*/ 27664 h 29060"/>
                  <a:gd name="connsiteX12" fmla="*/ 1242839 w 1245439"/>
                  <a:gd name="connsiteY12" fmla="*/ 29060 h 2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45439" h="29060">
                    <a:moveTo>
                      <a:pt x="1242839" y="29017"/>
                    </a:moveTo>
                    <a:lnTo>
                      <a:pt x="1242839" y="29017"/>
                    </a:lnTo>
                    <a:lnTo>
                      <a:pt x="279021" y="26943"/>
                    </a:lnTo>
                    <a:lnTo>
                      <a:pt x="140398" y="24499"/>
                    </a:lnTo>
                    <a:lnTo>
                      <a:pt x="136537" y="23909"/>
                    </a:lnTo>
                    <a:lnTo>
                      <a:pt x="1775" y="2759"/>
                    </a:lnTo>
                    <a:cubicBezTo>
                      <a:pt x="474" y="2541"/>
                      <a:pt x="-298" y="1799"/>
                      <a:pt x="109" y="1057"/>
                    </a:cubicBezTo>
                    <a:cubicBezTo>
                      <a:pt x="393" y="315"/>
                      <a:pt x="1897" y="-165"/>
                      <a:pt x="3197" y="53"/>
                    </a:cubicBezTo>
                    <a:lnTo>
                      <a:pt x="141211" y="21749"/>
                    </a:lnTo>
                    <a:lnTo>
                      <a:pt x="279143" y="24149"/>
                    </a:lnTo>
                    <a:lnTo>
                      <a:pt x="1242839" y="26223"/>
                    </a:lnTo>
                    <a:cubicBezTo>
                      <a:pt x="1244221" y="26223"/>
                      <a:pt x="1245440" y="26856"/>
                      <a:pt x="1245440" y="27664"/>
                    </a:cubicBezTo>
                    <a:cubicBezTo>
                      <a:pt x="1245318" y="28406"/>
                      <a:pt x="1244261" y="29060"/>
                      <a:pt x="1242839" y="2906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5" name="Freeform: Shape 704">
                <a:extLst>
                  <a:ext uri="{FF2B5EF4-FFF2-40B4-BE49-F238E27FC236}">
                    <a16:creationId xmlns:a16="http://schemas.microsoft.com/office/drawing/2014/main" id="{E4ECB670-16AD-4F58-887D-EFABFAD559AD}"/>
                  </a:ext>
                </a:extLst>
              </p:cNvPr>
              <p:cNvSpPr/>
              <p:nvPr/>
            </p:nvSpPr>
            <p:spPr>
              <a:xfrm>
                <a:off x="203" y="6355156"/>
                <a:ext cx="7368751" cy="295334"/>
              </a:xfrm>
              <a:custGeom>
                <a:avLst/>
                <a:gdLst>
                  <a:gd name="connsiteX0" fmla="*/ 7366691 w 7368751"/>
                  <a:gd name="connsiteY0" fmla="*/ 84993 h 295334"/>
                  <a:gd name="connsiteX1" fmla="*/ 7328408 w 7368751"/>
                  <a:gd name="connsiteY1" fmla="*/ 81107 h 295334"/>
                  <a:gd name="connsiteX2" fmla="*/ 7189013 w 7368751"/>
                  <a:gd name="connsiteY2" fmla="*/ 58408 h 295334"/>
                  <a:gd name="connsiteX3" fmla="*/ 7047423 w 7368751"/>
                  <a:gd name="connsiteY3" fmla="*/ 40728 h 295334"/>
                  <a:gd name="connsiteX4" fmla="*/ 6905346 w 7368751"/>
                  <a:gd name="connsiteY4" fmla="*/ 22394 h 295334"/>
                  <a:gd name="connsiteX5" fmla="*/ 6760871 w 7368751"/>
                  <a:gd name="connsiteY5" fmla="*/ 8425 h 295334"/>
                  <a:gd name="connsiteX6" fmla="*/ 6613429 w 7368751"/>
                  <a:gd name="connsiteY6" fmla="*/ 0 h 295334"/>
                  <a:gd name="connsiteX7" fmla="*/ 6464117 w 7368751"/>
                  <a:gd name="connsiteY7" fmla="*/ 9473 h 295334"/>
                  <a:gd name="connsiteX8" fmla="*/ 6314969 w 7368751"/>
                  <a:gd name="connsiteY8" fmla="*/ 25144 h 295334"/>
                  <a:gd name="connsiteX9" fmla="*/ 6162975 w 7368751"/>
                  <a:gd name="connsiteY9" fmla="*/ 38568 h 295334"/>
                  <a:gd name="connsiteX10" fmla="*/ 6012729 w 7368751"/>
                  <a:gd name="connsiteY10" fmla="*/ 43784 h 295334"/>
                  <a:gd name="connsiteX11" fmla="*/ 5863458 w 7368751"/>
                  <a:gd name="connsiteY11" fmla="*/ 41558 h 295334"/>
                  <a:gd name="connsiteX12" fmla="*/ 5715163 w 7368751"/>
                  <a:gd name="connsiteY12" fmla="*/ 36079 h 295334"/>
                  <a:gd name="connsiteX13" fmla="*/ 5568290 w 7368751"/>
                  <a:gd name="connsiteY13" fmla="*/ 37673 h 295334"/>
                  <a:gd name="connsiteX14" fmla="*/ 5422961 w 7368751"/>
                  <a:gd name="connsiteY14" fmla="*/ 40183 h 295334"/>
                  <a:gd name="connsiteX15" fmla="*/ 5278283 w 7368751"/>
                  <a:gd name="connsiteY15" fmla="*/ 35643 h 295334"/>
                  <a:gd name="connsiteX16" fmla="*/ 5133442 w 7368751"/>
                  <a:gd name="connsiteY16" fmla="*/ 26956 h 295334"/>
                  <a:gd name="connsiteX17" fmla="*/ 4988804 w 7368751"/>
                  <a:gd name="connsiteY17" fmla="*/ 23442 h 295334"/>
                  <a:gd name="connsiteX18" fmla="*/ 4699650 w 7368751"/>
                  <a:gd name="connsiteY18" fmla="*/ 18640 h 295334"/>
                  <a:gd name="connsiteX19" fmla="*/ 4555297 w 7368751"/>
                  <a:gd name="connsiteY19" fmla="*/ 20779 h 295334"/>
                  <a:gd name="connsiteX20" fmla="*/ 4411025 w 7368751"/>
                  <a:gd name="connsiteY20" fmla="*/ 20080 h 295334"/>
                  <a:gd name="connsiteX21" fmla="*/ 4266753 w 7368751"/>
                  <a:gd name="connsiteY21" fmla="*/ 17418 h 295334"/>
                  <a:gd name="connsiteX22" fmla="*/ 4122481 w 7368751"/>
                  <a:gd name="connsiteY22" fmla="*/ 16043 h 295334"/>
                  <a:gd name="connsiteX23" fmla="*/ 4008527 w 7368751"/>
                  <a:gd name="connsiteY23" fmla="*/ 17527 h 295334"/>
                  <a:gd name="connsiteX24" fmla="*/ 3834343 w 7368751"/>
                  <a:gd name="connsiteY24" fmla="*/ 19186 h 295334"/>
                  <a:gd name="connsiteX25" fmla="*/ 3690397 w 7368751"/>
                  <a:gd name="connsiteY25" fmla="*/ 19600 h 295334"/>
                  <a:gd name="connsiteX26" fmla="*/ 3546572 w 7368751"/>
                  <a:gd name="connsiteY26" fmla="*/ 18487 h 295334"/>
                  <a:gd name="connsiteX27" fmla="*/ 3402747 w 7368751"/>
                  <a:gd name="connsiteY27" fmla="*/ 16719 h 295334"/>
                  <a:gd name="connsiteX28" fmla="*/ 3400837 w 7368751"/>
                  <a:gd name="connsiteY28" fmla="*/ 17134 h 295334"/>
                  <a:gd name="connsiteX29" fmla="*/ 3373892 w 7368751"/>
                  <a:gd name="connsiteY29" fmla="*/ 32543 h 295334"/>
                  <a:gd name="connsiteX30" fmla="*/ 3346420 w 7368751"/>
                  <a:gd name="connsiteY30" fmla="*/ 45268 h 295334"/>
                  <a:gd name="connsiteX31" fmla="*/ 3318988 w 7368751"/>
                  <a:gd name="connsiteY31" fmla="*/ 55985 h 295334"/>
                  <a:gd name="connsiteX32" fmla="*/ 3172115 w 7368751"/>
                  <a:gd name="connsiteY32" fmla="*/ 53693 h 295334"/>
                  <a:gd name="connsiteX33" fmla="*/ 3024429 w 7368751"/>
                  <a:gd name="connsiteY33" fmla="*/ 49590 h 295334"/>
                  <a:gd name="connsiteX34" fmla="*/ 3022844 w 7368751"/>
                  <a:gd name="connsiteY34" fmla="*/ 49852 h 295334"/>
                  <a:gd name="connsiteX35" fmla="*/ 2990942 w 7368751"/>
                  <a:gd name="connsiteY35" fmla="*/ 62118 h 295334"/>
                  <a:gd name="connsiteX36" fmla="*/ 2958795 w 7368751"/>
                  <a:gd name="connsiteY36" fmla="*/ 80758 h 295334"/>
                  <a:gd name="connsiteX37" fmla="*/ 2926039 w 7368751"/>
                  <a:gd name="connsiteY37" fmla="*/ 97979 h 295334"/>
                  <a:gd name="connsiteX38" fmla="*/ 2892715 w 7368751"/>
                  <a:gd name="connsiteY38" fmla="*/ 113760 h 295334"/>
                  <a:gd name="connsiteX39" fmla="*/ 2858577 w 7368751"/>
                  <a:gd name="connsiteY39" fmla="*/ 127554 h 295334"/>
                  <a:gd name="connsiteX40" fmla="*/ 2824521 w 7368751"/>
                  <a:gd name="connsiteY40" fmla="*/ 141720 h 295334"/>
                  <a:gd name="connsiteX41" fmla="*/ 2668951 w 7368751"/>
                  <a:gd name="connsiteY41" fmla="*/ 139799 h 295334"/>
                  <a:gd name="connsiteX42" fmla="*/ 2512446 w 7368751"/>
                  <a:gd name="connsiteY42" fmla="*/ 135739 h 295334"/>
                  <a:gd name="connsiteX43" fmla="*/ 2356023 w 7368751"/>
                  <a:gd name="connsiteY43" fmla="*/ 133884 h 295334"/>
                  <a:gd name="connsiteX44" fmla="*/ 2199681 w 7368751"/>
                  <a:gd name="connsiteY44" fmla="*/ 135696 h 295334"/>
                  <a:gd name="connsiteX45" fmla="*/ 2198218 w 7368751"/>
                  <a:gd name="connsiteY45" fmla="*/ 135958 h 295334"/>
                  <a:gd name="connsiteX46" fmla="*/ 2156968 w 7368751"/>
                  <a:gd name="connsiteY46" fmla="*/ 152786 h 295334"/>
                  <a:gd name="connsiteX47" fmla="*/ 1999894 w 7368751"/>
                  <a:gd name="connsiteY47" fmla="*/ 155711 h 295334"/>
                  <a:gd name="connsiteX48" fmla="*/ 1941739 w 7368751"/>
                  <a:gd name="connsiteY48" fmla="*/ 156562 h 295334"/>
                  <a:gd name="connsiteX49" fmla="*/ 1941292 w 7368751"/>
                  <a:gd name="connsiteY49" fmla="*/ 156562 h 295334"/>
                  <a:gd name="connsiteX50" fmla="*/ 1842130 w 7368751"/>
                  <a:gd name="connsiteY50" fmla="*/ 158068 h 295334"/>
                  <a:gd name="connsiteX51" fmla="*/ 1840830 w 7368751"/>
                  <a:gd name="connsiteY51" fmla="*/ 158330 h 295334"/>
                  <a:gd name="connsiteX52" fmla="*/ 1794988 w 7368751"/>
                  <a:gd name="connsiteY52" fmla="*/ 174481 h 295334"/>
                  <a:gd name="connsiteX53" fmla="*/ 1748089 w 7368751"/>
                  <a:gd name="connsiteY53" fmla="*/ 189192 h 295334"/>
                  <a:gd name="connsiteX54" fmla="*/ 1700784 w 7368751"/>
                  <a:gd name="connsiteY54" fmla="*/ 203423 h 295334"/>
                  <a:gd name="connsiteX55" fmla="*/ 1538793 w 7368751"/>
                  <a:gd name="connsiteY55" fmla="*/ 206566 h 295334"/>
                  <a:gd name="connsiteX56" fmla="*/ 1376274 w 7368751"/>
                  <a:gd name="connsiteY56" fmla="*/ 208334 h 295334"/>
                  <a:gd name="connsiteX57" fmla="*/ 1375339 w 7368751"/>
                  <a:gd name="connsiteY57" fmla="*/ 208444 h 295334"/>
                  <a:gd name="connsiteX58" fmla="*/ 1323604 w 7368751"/>
                  <a:gd name="connsiteY58" fmla="*/ 220535 h 295334"/>
                  <a:gd name="connsiteX59" fmla="*/ 1160069 w 7368751"/>
                  <a:gd name="connsiteY59" fmla="*/ 221343 h 295334"/>
                  <a:gd name="connsiteX60" fmla="*/ 996086 w 7368751"/>
                  <a:gd name="connsiteY60" fmla="*/ 220644 h 295334"/>
                  <a:gd name="connsiteX61" fmla="*/ 995111 w 7368751"/>
                  <a:gd name="connsiteY61" fmla="*/ 220754 h 295334"/>
                  <a:gd name="connsiteX62" fmla="*/ 938662 w 7368751"/>
                  <a:gd name="connsiteY62" fmla="*/ 233806 h 295334"/>
                  <a:gd name="connsiteX63" fmla="*/ 773420 w 7368751"/>
                  <a:gd name="connsiteY63" fmla="*/ 236840 h 295334"/>
                  <a:gd name="connsiteX64" fmla="*/ 772648 w 7368751"/>
                  <a:gd name="connsiteY64" fmla="*/ 236905 h 295334"/>
                  <a:gd name="connsiteX65" fmla="*/ 712826 w 7368751"/>
                  <a:gd name="connsiteY65" fmla="*/ 249215 h 295334"/>
                  <a:gd name="connsiteX66" fmla="*/ 651703 w 7368751"/>
                  <a:gd name="connsiteY66" fmla="*/ 261416 h 295334"/>
                  <a:gd name="connsiteX67" fmla="*/ 589605 w 7368751"/>
                  <a:gd name="connsiteY67" fmla="*/ 274054 h 295334"/>
                  <a:gd name="connsiteX68" fmla="*/ 248188 w 7368751"/>
                  <a:gd name="connsiteY68" fmla="*/ 276935 h 295334"/>
                  <a:gd name="connsiteX69" fmla="*/ 77379 w 7368751"/>
                  <a:gd name="connsiteY69" fmla="*/ 277524 h 295334"/>
                  <a:gd name="connsiteX70" fmla="*/ 76606 w 7368751"/>
                  <a:gd name="connsiteY70" fmla="*/ 277634 h 295334"/>
                  <a:gd name="connsiteX71" fmla="*/ 6949 w 7368751"/>
                  <a:gd name="connsiteY71" fmla="*/ 290861 h 295334"/>
                  <a:gd name="connsiteX72" fmla="*/ 0 w 7368751"/>
                  <a:gd name="connsiteY72" fmla="*/ 292301 h 295334"/>
                  <a:gd name="connsiteX73" fmla="*/ 0 w 7368751"/>
                  <a:gd name="connsiteY73" fmla="*/ 295335 h 295334"/>
                  <a:gd name="connsiteX74" fmla="*/ 8656 w 7368751"/>
                  <a:gd name="connsiteY74" fmla="*/ 293480 h 295334"/>
                  <a:gd name="connsiteX75" fmla="*/ 77826 w 7368751"/>
                  <a:gd name="connsiteY75" fmla="*/ 280362 h 295334"/>
                  <a:gd name="connsiteX76" fmla="*/ 248229 w 7368751"/>
                  <a:gd name="connsiteY76" fmla="*/ 279773 h 295334"/>
                  <a:gd name="connsiteX77" fmla="*/ 590133 w 7368751"/>
                  <a:gd name="connsiteY77" fmla="*/ 276892 h 295334"/>
                  <a:gd name="connsiteX78" fmla="*/ 590987 w 7368751"/>
                  <a:gd name="connsiteY78" fmla="*/ 276782 h 295334"/>
                  <a:gd name="connsiteX79" fmla="*/ 653451 w 7368751"/>
                  <a:gd name="connsiteY79" fmla="*/ 264058 h 295334"/>
                  <a:gd name="connsiteX80" fmla="*/ 714614 w 7368751"/>
                  <a:gd name="connsiteY80" fmla="*/ 251856 h 295334"/>
                  <a:gd name="connsiteX81" fmla="*/ 774029 w 7368751"/>
                  <a:gd name="connsiteY81" fmla="*/ 239655 h 295334"/>
                  <a:gd name="connsiteX82" fmla="*/ 939312 w 7368751"/>
                  <a:gd name="connsiteY82" fmla="*/ 236665 h 295334"/>
                  <a:gd name="connsiteX83" fmla="*/ 940206 w 7368751"/>
                  <a:gd name="connsiteY83" fmla="*/ 236512 h 295334"/>
                  <a:gd name="connsiteX84" fmla="*/ 996574 w 7368751"/>
                  <a:gd name="connsiteY84" fmla="*/ 223504 h 295334"/>
                  <a:gd name="connsiteX85" fmla="*/ 1160069 w 7368751"/>
                  <a:gd name="connsiteY85" fmla="*/ 224137 h 295334"/>
                  <a:gd name="connsiteX86" fmla="*/ 1324173 w 7368751"/>
                  <a:gd name="connsiteY86" fmla="*/ 223395 h 295334"/>
                  <a:gd name="connsiteX87" fmla="*/ 1325108 w 7368751"/>
                  <a:gd name="connsiteY87" fmla="*/ 223286 h 295334"/>
                  <a:gd name="connsiteX88" fmla="*/ 1376883 w 7368751"/>
                  <a:gd name="connsiteY88" fmla="*/ 211150 h 295334"/>
                  <a:gd name="connsiteX89" fmla="*/ 1538956 w 7368751"/>
                  <a:gd name="connsiteY89" fmla="*/ 209447 h 295334"/>
                  <a:gd name="connsiteX90" fmla="*/ 1701556 w 7368751"/>
                  <a:gd name="connsiteY90" fmla="*/ 206304 h 295334"/>
                  <a:gd name="connsiteX91" fmla="*/ 1702694 w 7368751"/>
                  <a:gd name="connsiteY91" fmla="*/ 206152 h 295334"/>
                  <a:gd name="connsiteX92" fmla="*/ 1750568 w 7368751"/>
                  <a:gd name="connsiteY92" fmla="*/ 191702 h 295334"/>
                  <a:gd name="connsiteX93" fmla="*/ 1797548 w 7368751"/>
                  <a:gd name="connsiteY93" fmla="*/ 176948 h 295334"/>
                  <a:gd name="connsiteX94" fmla="*/ 1842943 w 7368751"/>
                  <a:gd name="connsiteY94" fmla="*/ 160949 h 295334"/>
                  <a:gd name="connsiteX95" fmla="*/ 1941657 w 7368751"/>
                  <a:gd name="connsiteY95" fmla="*/ 159465 h 295334"/>
                  <a:gd name="connsiteX96" fmla="*/ 1942145 w 7368751"/>
                  <a:gd name="connsiteY96" fmla="*/ 159421 h 295334"/>
                  <a:gd name="connsiteX97" fmla="*/ 1999976 w 7368751"/>
                  <a:gd name="connsiteY97" fmla="*/ 158613 h 295334"/>
                  <a:gd name="connsiteX98" fmla="*/ 2157822 w 7368751"/>
                  <a:gd name="connsiteY98" fmla="*/ 155623 h 295334"/>
                  <a:gd name="connsiteX99" fmla="*/ 2159244 w 7368751"/>
                  <a:gd name="connsiteY99" fmla="*/ 155361 h 295334"/>
                  <a:gd name="connsiteX100" fmla="*/ 2200534 w 7368751"/>
                  <a:gd name="connsiteY100" fmla="*/ 138577 h 295334"/>
                  <a:gd name="connsiteX101" fmla="*/ 2355942 w 7368751"/>
                  <a:gd name="connsiteY101" fmla="*/ 136765 h 295334"/>
                  <a:gd name="connsiteX102" fmla="*/ 2512202 w 7368751"/>
                  <a:gd name="connsiteY102" fmla="*/ 138620 h 295334"/>
                  <a:gd name="connsiteX103" fmla="*/ 2668666 w 7368751"/>
                  <a:gd name="connsiteY103" fmla="*/ 142658 h 295334"/>
                  <a:gd name="connsiteX104" fmla="*/ 2825212 w 7368751"/>
                  <a:gd name="connsiteY104" fmla="*/ 144579 h 295334"/>
                  <a:gd name="connsiteX105" fmla="*/ 2826756 w 7368751"/>
                  <a:gd name="connsiteY105" fmla="*/ 144317 h 295334"/>
                  <a:gd name="connsiteX106" fmla="*/ 2861544 w 7368751"/>
                  <a:gd name="connsiteY106" fmla="*/ 129868 h 295334"/>
                  <a:gd name="connsiteX107" fmla="*/ 2895844 w 7368751"/>
                  <a:gd name="connsiteY107" fmla="*/ 115964 h 295334"/>
                  <a:gd name="connsiteX108" fmla="*/ 2929372 w 7368751"/>
                  <a:gd name="connsiteY108" fmla="*/ 100075 h 295334"/>
                  <a:gd name="connsiteX109" fmla="*/ 2962290 w 7368751"/>
                  <a:gd name="connsiteY109" fmla="*/ 82810 h 295334"/>
                  <a:gd name="connsiteX110" fmla="*/ 2994152 w 7368751"/>
                  <a:gd name="connsiteY110" fmla="*/ 64257 h 295334"/>
                  <a:gd name="connsiteX111" fmla="*/ 3024957 w 7368751"/>
                  <a:gd name="connsiteY111" fmla="*/ 52427 h 295334"/>
                  <a:gd name="connsiteX112" fmla="*/ 3171871 w 7368751"/>
                  <a:gd name="connsiteY112" fmla="*/ 56531 h 295334"/>
                  <a:gd name="connsiteX113" fmla="*/ 3319638 w 7368751"/>
                  <a:gd name="connsiteY113" fmla="*/ 58823 h 295334"/>
                  <a:gd name="connsiteX114" fmla="*/ 3321182 w 7368751"/>
                  <a:gd name="connsiteY114" fmla="*/ 58561 h 295334"/>
                  <a:gd name="connsiteX115" fmla="*/ 3349468 w 7368751"/>
                  <a:gd name="connsiteY115" fmla="*/ 47538 h 295334"/>
                  <a:gd name="connsiteX116" fmla="*/ 3377306 w 7368751"/>
                  <a:gd name="connsiteY116" fmla="*/ 34595 h 295334"/>
                  <a:gd name="connsiteX117" fmla="*/ 3403681 w 7368751"/>
                  <a:gd name="connsiteY117" fmla="*/ 19578 h 295334"/>
                  <a:gd name="connsiteX118" fmla="*/ 3546409 w 7368751"/>
                  <a:gd name="connsiteY118" fmla="*/ 21346 h 295334"/>
                  <a:gd name="connsiteX119" fmla="*/ 3690315 w 7368751"/>
                  <a:gd name="connsiteY119" fmla="*/ 22460 h 295334"/>
                  <a:gd name="connsiteX120" fmla="*/ 3834343 w 7368751"/>
                  <a:gd name="connsiteY120" fmla="*/ 22023 h 295334"/>
                  <a:gd name="connsiteX121" fmla="*/ 3978412 w 7368751"/>
                  <a:gd name="connsiteY121" fmla="*/ 20801 h 295334"/>
                  <a:gd name="connsiteX122" fmla="*/ 4122440 w 7368751"/>
                  <a:gd name="connsiteY122" fmla="*/ 18880 h 295334"/>
                  <a:gd name="connsiteX123" fmla="*/ 4266550 w 7368751"/>
                  <a:gd name="connsiteY123" fmla="*/ 20277 h 295334"/>
                  <a:gd name="connsiteX124" fmla="*/ 4410863 w 7368751"/>
                  <a:gd name="connsiteY124" fmla="*/ 22940 h 295334"/>
                  <a:gd name="connsiteX125" fmla="*/ 4555257 w 7368751"/>
                  <a:gd name="connsiteY125" fmla="*/ 23638 h 295334"/>
                  <a:gd name="connsiteX126" fmla="*/ 4699569 w 7368751"/>
                  <a:gd name="connsiteY126" fmla="*/ 21521 h 295334"/>
                  <a:gd name="connsiteX127" fmla="*/ 4988560 w 7368751"/>
                  <a:gd name="connsiteY127" fmla="*/ 26323 h 295334"/>
                  <a:gd name="connsiteX128" fmla="*/ 5132995 w 7368751"/>
                  <a:gd name="connsiteY128" fmla="*/ 29837 h 295334"/>
                  <a:gd name="connsiteX129" fmla="*/ 5277795 w 7368751"/>
                  <a:gd name="connsiteY129" fmla="*/ 38524 h 295334"/>
                  <a:gd name="connsiteX130" fmla="*/ 5422799 w 7368751"/>
                  <a:gd name="connsiteY130" fmla="*/ 43064 h 295334"/>
                  <a:gd name="connsiteX131" fmla="*/ 5568330 w 7368751"/>
                  <a:gd name="connsiteY131" fmla="*/ 40554 h 295334"/>
                  <a:gd name="connsiteX132" fmla="*/ 5715000 w 7368751"/>
                  <a:gd name="connsiteY132" fmla="*/ 38895 h 295334"/>
                  <a:gd name="connsiteX133" fmla="*/ 5863174 w 7368751"/>
                  <a:gd name="connsiteY133" fmla="*/ 44395 h 295334"/>
                  <a:gd name="connsiteX134" fmla="*/ 6012810 w 7368751"/>
                  <a:gd name="connsiteY134" fmla="*/ 46622 h 295334"/>
                  <a:gd name="connsiteX135" fmla="*/ 6163503 w 7368751"/>
                  <a:gd name="connsiteY135" fmla="*/ 41449 h 295334"/>
                  <a:gd name="connsiteX136" fmla="*/ 6314562 w 7368751"/>
                  <a:gd name="connsiteY136" fmla="*/ 28069 h 295334"/>
                  <a:gd name="connsiteX137" fmla="*/ 6464889 w 7368751"/>
                  <a:gd name="connsiteY137" fmla="*/ 12354 h 295334"/>
                  <a:gd name="connsiteX138" fmla="*/ 6613510 w 7368751"/>
                  <a:gd name="connsiteY138" fmla="*/ 2816 h 295334"/>
                  <a:gd name="connsiteX139" fmla="*/ 6760139 w 7368751"/>
                  <a:gd name="connsiteY139" fmla="*/ 11241 h 295334"/>
                  <a:gd name="connsiteX140" fmla="*/ 6904208 w 7368751"/>
                  <a:gd name="connsiteY140" fmla="*/ 25144 h 295334"/>
                  <a:gd name="connsiteX141" fmla="*/ 7046285 w 7368751"/>
                  <a:gd name="connsiteY141" fmla="*/ 43522 h 295334"/>
                  <a:gd name="connsiteX142" fmla="*/ 7186656 w 7368751"/>
                  <a:gd name="connsiteY142" fmla="*/ 61005 h 295334"/>
                  <a:gd name="connsiteX143" fmla="*/ 7327148 w 7368751"/>
                  <a:gd name="connsiteY143" fmla="*/ 83858 h 295334"/>
                  <a:gd name="connsiteX144" fmla="*/ 7365756 w 7368751"/>
                  <a:gd name="connsiteY144" fmla="*/ 87808 h 295334"/>
                  <a:gd name="connsiteX145" fmla="*/ 7368723 w 7368751"/>
                  <a:gd name="connsiteY145" fmla="*/ 86695 h 295334"/>
                  <a:gd name="connsiteX146" fmla="*/ 7366650 w 7368751"/>
                  <a:gd name="connsiteY146" fmla="*/ 85036 h 29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368751" h="295334">
                    <a:moveTo>
                      <a:pt x="7366691" y="84993"/>
                    </a:moveTo>
                    <a:lnTo>
                      <a:pt x="7328408" y="81107"/>
                    </a:lnTo>
                    <a:lnTo>
                      <a:pt x="7189013" y="58408"/>
                    </a:lnTo>
                    <a:lnTo>
                      <a:pt x="7047423" y="40728"/>
                    </a:lnTo>
                    <a:lnTo>
                      <a:pt x="6905346" y="22394"/>
                    </a:lnTo>
                    <a:lnTo>
                      <a:pt x="6760871" y="8425"/>
                    </a:lnTo>
                    <a:lnTo>
                      <a:pt x="6613429" y="0"/>
                    </a:lnTo>
                    <a:lnTo>
                      <a:pt x="6464117" y="9473"/>
                    </a:lnTo>
                    <a:lnTo>
                      <a:pt x="6314969" y="25144"/>
                    </a:lnTo>
                    <a:lnTo>
                      <a:pt x="6162975" y="38568"/>
                    </a:lnTo>
                    <a:lnTo>
                      <a:pt x="6012729" y="43784"/>
                    </a:lnTo>
                    <a:lnTo>
                      <a:pt x="5863458" y="41558"/>
                    </a:lnTo>
                    <a:lnTo>
                      <a:pt x="5715163" y="36079"/>
                    </a:lnTo>
                    <a:lnTo>
                      <a:pt x="5568290" y="37673"/>
                    </a:lnTo>
                    <a:lnTo>
                      <a:pt x="5422961" y="40183"/>
                    </a:lnTo>
                    <a:lnTo>
                      <a:pt x="5278283" y="35643"/>
                    </a:lnTo>
                    <a:lnTo>
                      <a:pt x="5133442" y="26956"/>
                    </a:lnTo>
                    <a:lnTo>
                      <a:pt x="4988804" y="23442"/>
                    </a:lnTo>
                    <a:lnTo>
                      <a:pt x="4699650" y="18640"/>
                    </a:lnTo>
                    <a:lnTo>
                      <a:pt x="4555297" y="20779"/>
                    </a:lnTo>
                    <a:lnTo>
                      <a:pt x="4411025" y="20080"/>
                    </a:lnTo>
                    <a:lnTo>
                      <a:pt x="4266753" y="17418"/>
                    </a:lnTo>
                    <a:lnTo>
                      <a:pt x="4122481" y="16043"/>
                    </a:lnTo>
                    <a:lnTo>
                      <a:pt x="4008527" y="17527"/>
                    </a:lnTo>
                    <a:lnTo>
                      <a:pt x="3834343" y="19186"/>
                    </a:lnTo>
                    <a:lnTo>
                      <a:pt x="3690397" y="19600"/>
                    </a:lnTo>
                    <a:lnTo>
                      <a:pt x="3546572" y="18487"/>
                    </a:lnTo>
                    <a:lnTo>
                      <a:pt x="3402747" y="16719"/>
                    </a:lnTo>
                    <a:cubicBezTo>
                      <a:pt x="3402096" y="16719"/>
                      <a:pt x="3401365" y="16828"/>
                      <a:pt x="3400837" y="17134"/>
                    </a:cubicBezTo>
                    <a:lnTo>
                      <a:pt x="3373892" y="32543"/>
                    </a:lnTo>
                    <a:lnTo>
                      <a:pt x="3346420" y="45268"/>
                    </a:lnTo>
                    <a:lnTo>
                      <a:pt x="3318988" y="55985"/>
                    </a:lnTo>
                    <a:lnTo>
                      <a:pt x="3172115" y="53693"/>
                    </a:lnTo>
                    <a:lnTo>
                      <a:pt x="3024429" y="49590"/>
                    </a:lnTo>
                    <a:cubicBezTo>
                      <a:pt x="3023819" y="49590"/>
                      <a:pt x="3023291" y="49699"/>
                      <a:pt x="3022844" y="49852"/>
                    </a:cubicBezTo>
                    <a:lnTo>
                      <a:pt x="2990942" y="62118"/>
                    </a:lnTo>
                    <a:lnTo>
                      <a:pt x="2958795" y="80758"/>
                    </a:lnTo>
                    <a:lnTo>
                      <a:pt x="2926039" y="97979"/>
                    </a:lnTo>
                    <a:lnTo>
                      <a:pt x="2892715" y="113760"/>
                    </a:lnTo>
                    <a:lnTo>
                      <a:pt x="2858577" y="127554"/>
                    </a:lnTo>
                    <a:lnTo>
                      <a:pt x="2824521" y="141720"/>
                    </a:lnTo>
                    <a:lnTo>
                      <a:pt x="2668951" y="139799"/>
                    </a:lnTo>
                    <a:lnTo>
                      <a:pt x="2512446" y="135739"/>
                    </a:lnTo>
                    <a:lnTo>
                      <a:pt x="2356023" y="133884"/>
                    </a:lnTo>
                    <a:lnTo>
                      <a:pt x="2199681" y="135696"/>
                    </a:lnTo>
                    <a:cubicBezTo>
                      <a:pt x="2199193" y="135696"/>
                      <a:pt x="2198624" y="135805"/>
                      <a:pt x="2198218" y="135958"/>
                    </a:cubicBezTo>
                    <a:lnTo>
                      <a:pt x="2156968" y="152786"/>
                    </a:lnTo>
                    <a:lnTo>
                      <a:pt x="1999894" y="155711"/>
                    </a:lnTo>
                    <a:lnTo>
                      <a:pt x="1941739" y="156562"/>
                    </a:lnTo>
                    <a:lnTo>
                      <a:pt x="1941292" y="156562"/>
                    </a:lnTo>
                    <a:lnTo>
                      <a:pt x="1842130" y="158068"/>
                    </a:lnTo>
                    <a:cubicBezTo>
                      <a:pt x="1841683" y="158068"/>
                      <a:pt x="1841236" y="158177"/>
                      <a:pt x="1840830" y="158330"/>
                    </a:cubicBezTo>
                    <a:lnTo>
                      <a:pt x="1794988" y="174481"/>
                    </a:lnTo>
                    <a:lnTo>
                      <a:pt x="1748089" y="189192"/>
                    </a:lnTo>
                    <a:lnTo>
                      <a:pt x="1700784" y="203423"/>
                    </a:lnTo>
                    <a:lnTo>
                      <a:pt x="1538793" y="206566"/>
                    </a:lnTo>
                    <a:lnTo>
                      <a:pt x="1376274" y="208334"/>
                    </a:lnTo>
                    <a:cubicBezTo>
                      <a:pt x="1375989" y="208334"/>
                      <a:pt x="1375623" y="208378"/>
                      <a:pt x="1375339" y="208444"/>
                    </a:cubicBezTo>
                    <a:lnTo>
                      <a:pt x="1323604" y="220535"/>
                    </a:lnTo>
                    <a:lnTo>
                      <a:pt x="1160069" y="221343"/>
                    </a:lnTo>
                    <a:lnTo>
                      <a:pt x="996086" y="220644"/>
                    </a:lnTo>
                    <a:cubicBezTo>
                      <a:pt x="995802" y="220579"/>
                      <a:pt x="995396" y="220688"/>
                      <a:pt x="995111" y="220754"/>
                    </a:cubicBezTo>
                    <a:lnTo>
                      <a:pt x="938662" y="233806"/>
                    </a:lnTo>
                    <a:lnTo>
                      <a:pt x="773420" y="236840"/>
                    </a:lnTo>
                    <a:cubicBezTo>
                      <a:pt x="773176" y="236840"/>
                      <a:pt x="772932" y="236840"/>
                      <a:pt x="772648" y="236905"/>
                    </a:cubicBezTo>
                    <a:lnTo>
                      <a:pt x="712826" y="249215"/>
                    </a:lnTo>
                    <a:lnTo>
                      <a:pt x="651703" y="261416"/>
                    </a:lnTo>
                    <a:lnTo>
                      <a:pt x="589605" y="274054"/>
                    </a:lnTo>
                    <a:lnTo>
                      <a:pt x="248188" y="276935"/>
                    </a:lnTo>
                    <a:lnTo>
                      <a:pt x="77379" y="277524"/>
                    </a:lnTo>
                    <a:cubicBezTo>
                      <a:pt x="77135" y="277524"/>
                      <a:pt x="76810" y="277568"/>
                      <a:pt x="76606" y="277634"/>
                    </a:cubicBezTo>
                    <a:lnTo>
                      <a:pt x="6949" y="290861"/>
                    </a:lnTo>
                    <a:lnTo>
                      <a:pt x="0" y="292301"/>
                    </a:lnTo>
                    <a:lnTo>
                      <a:pt x="0" y="295335"/>
                    </a:lnTo>
                    <a:lnTo>
                      <a:pt x="8656" y="293480"/>
                    </a:lnTo>
                    <a:lnTo>
                      <a:pt x="77826" y="280362"/>
                    </a:lnTo>
                    <a:lnTo>
                      <a:pt x="248229" y="279773"/>
                    </a:lnTo>
                    <a:lnTo>
                      <a:pt x="590133" y="276892"/>
                    </a:lnTo>
                    <a:cubicBezTo>
                      <a:pt x="590418" y="276892"/>
                      <a:pt x="590702" y="276848"/>
                      <a:pt x="590987" y="276782"/>
                    </a:cubicBezTo>
                    <a:lnTo>
                      <a:pt x="653451" y="264058"/>
                    </a:lnTo>
                    <a:lnTo>
                      <a:pt x="714614" y="251856"/>
                    </a:lnTo>
                    <a:lnTo>
                      <a:pt x="774029" y="239655"/>
                    </a:lnTo>
                    <a:lnTo>
                      <a:pt x="939312" y="236665"/>
                    </a:lnTo>
                    <a:cubicBezTo>
                      <a:pt x="939597" y="236622"/>
                      <a:pt x="939922" y="236622"/>
                      <a:pt x="940206" y="236512"/>
                    </a:cubicBezTo>
                    <a:lnTo>
                      <a:pt x="996574" y="223504"/>
                    </a:lnTo>
                    <a:lnTo>
                      <a:pt x="1160069" y="224137"/>
                    </a:lnTo>
                    <a:lnTo>
                      <a:pt x="1324173" y="223395"/>
                    </a:lnTo>
                    <a:cubicBezTo>
                      <a:pt x="1324458" y="223395"/>
                      <a:pt x="1324823" y="223351"/>
                      <a:pt x="1325108" y="223286"/>
                    </a:cubicBezTo>
                    <a:lnTo>
                      <a:pt x="1376883" y="211150"/>
                    </a:lnTo>
                    <a:lnTo>
                      <a:pt x="1538956" y="209447"/>
                    </a:lnTo>
                    <a:lnTo>
                      <a:pt x="1701556" y="206304"/>
                    </a:lnTo>
                    <a:cubicBezTo>
                      <a:pt x="1701963" y="206304"/>
                      <a:pt x="1702369" y="206239"/>
                      <a:pt x="1702694" y="206152"/>
                    </a:cubicBezTo>
                    <a:lnTo>
                      <a:pt x="1750568" y="191702"/>
                    </a:lnTo>
                    <a:lnTo>
                      <a:pt x="1797548" y="176948"/>
                    </a:lnTo>
                    <a:lnTo>
                      <a:pt x="1842943" y="160949"/>
                    </a:lnTo>
                    <a:lnTo>
                      <a:pt x="1941657" y="159465"/>
                    </a:lnTo>
                    <a:cubicBezTo>
                      <a:pt x="1941657" y="159465"/>
                      <a:pt x="1941942" y="159465"/>
                      <a:pt x="1942145" y="159421"/>
                    </a:cubicBezTo>
                    <a:lnTo>
                      <a:pt x="1999976" y="158613"/>
                    </a:lnTo>
                    <a:lnTo>
                      <a:pt x="2157822" y="155623"/>
                    </a:lnTo>
                    <a:cubicBezTo>
                      <a:pt x="2158350" y="155623"/>
                      <a:pt x="2158878" y="155514"/>
                      <a:pt x="2159244" y="155361"/>
                    </a:cubicBezTo>
                    <a:lnTo>
                      <a:pt x="2200534" y="138577"/>
                    </a:lnTo>
                    <a:lnTo>
                      <a:pt x="2355942" y="136765"/>
                    </a:lnTo>
                    <a:lnTo>
                      <a:pt x="2512202" y="138620"/>
                    </a:lnTo>
                    <a:lnTo>
                      <a:pt x="2668666" y="142658"/>
                    </a:lnTo>
                    <a:lnTo>
                      <a:pt x="2825212" y="144579"/>
                    </a:lnTo>
                    <a:cubicBezTo>
                      <a:pt x="2825618" y="144535"/>
                      <a:pt x="2826309" y="144470"/>
                      <a:pt x="2826756" y="144317"/>
                    </a:cubicBezTo>
                    <a:lnTo>
                      <a:pt x="2861544" y="129868"/>
                    </a:lnTo>
                    <a:lnTo>
                      <a:pt x="2895844" y="115964"/>
                    </a:lnTo>
                    <a:lnTo>
                      <a:pt x="2929372" y="100075"/>
                    </a:lnTo>
                    <a:lnTo>
                      <a:pt x="2962290" y="82810"/>
                    </a:lnTo>
                    <a:lnTo>
                      <a:pt x="2994152" y="64257"/>
                    </a:lnTo>
                    <a:lnTo>
                      <a:pt x="3024957" y="52427"/>
                    </a:lnTo>
                    <a:lnTo>
                      <a:pt x="3171871" y="56531"/>
                    </a:lnTo>
                    <a:lnTo>
                      <a:pt x="3319638" y="58823"/>
                    </a:lnTo>
                    <a:cubicBezTo>
                      <a:pt x="3320207" y="58823"/>
                      <a:pt x="3320735" y="58713"/>
                      <a:pt x="3321182" y="58561"/>
                    </a:cubicBezTo>
                    <a:lnTo>
                      <a:pt x="3349468" y="47538"/>
                    </a:lnTo>
                    <a:lnTo>
                      <a:pt x="3377306" y="34595"/>
                    </a:lnTo>
                    <a:lnTo>
                      <a:pt x="3403681" y="19578"/>
                    </a:lnTo>
                    <a:lnTo>
                      <a:pt x="3546409" y="21346"/>
                    </a:lnTo>
                    <a:lnTo>
                      <a:pt x="3690315" y="22460"/>
                    </a:lnTo>
                    <a:lnTo>
                      <a:pt x="3834343" y="22023"/>
                    </a:lnTo>
                    <a:lnTo>
                      <a:pt x="3978412" y="20801"/>
                    </a:lnTo>
                    <a:lnTo>
                      <a:pt x="4122440" y="18880"/>
                    </a:lnTo>
                    <a:lnTo>
                      <a:pt x="4266550" y="20277"/>
                    </a:lnTo>
                    <a:lnTo>
                      <a:pt x="4410863" y="22940"/>
                    </a:lnTo>
                    <a:lnTo>
                      <a:pt x="4555257" y="23638"/>
                    </a:lnTo>
                    <a:lnTo>
                      <a:pt x="4699569" y="21521"/>
                    </a:lnTo>
                    <a:lnTo>
                      <a:pt x="4988560" y="26323"/>
                    </a:lnTo>
                    <a:lnTo>
                      <a:pt x="5132995" y="29837"/>
                    </a:lnTo>
                    <a:lnTo>
                      <a:pt x="5277795" y="38524"/>
                    </a:lnTo>
                    <a:lnTo>
                      <a:pt x="5422799" y="43064"/>
                    </a:lnTo>
                    <a:lnTo>
                      <a:pt x="5568330" y="40554"/>
                    </a:lnTo>
                    <a:lnTo>
                      <a:pt x="5715000" y="38895"/>
                    </a:lnTo>
                    <a:lnTo>
                      <a:pt x="5863174" y="44395"/>
                    </a:lnTo>
                    <a:lnTo>
                      <a:pt x="6012810" y="46622"/>
                    </a:lnTo>
                    <a:lnTo>
                      <a:pt x="6163503" y="41449"/>
                    </a:lnTo>
                    <a:lnTo>
                      <a:pt x="6314562" y="28069"/>
                    </a:lnTo>
                    <a:lnTo>
                      <a:pt x="6464889" y="12354"/>
                    </a:lnTo>
                    <a:lnTo>
                      <a:pt x="6613510" y="2816"/>
                    </a:lnTo>
                    <a:lnTo>
                      <a:pt x="6760139" y="11241"/>
                    </a:lnTo>
                    <a:lnTo>
                      <a:pt x="6904208" y="25144"/>
                    </a:lnTo>
                    <a:lnTo>
                      <a:pt x="7046285" y="43522"/>
                    </a:lnTo>
                    <a:lnTo>
                      <a:pt x="7186656" y="61005"/>
                    </a:lnTo>
                    <a:lnTo>
                      <a:pt x="7327148" y="83858"/>
                    </a:lnTo>
                    <a:lnTo>
                      <a:pt x="7365756" y="87808"/>
                    </a:lnTo>
                    <a:cubicBezTo>
                      <a:pt x="7367138" y="87961"/>
                      <a:pt x="7368439" y="87437"/>
                      <a:pt x="7368723" y="86695"/>
                    </a:cubicBezTo>
                    <a:cubicBezTo>
                      <a:pt x="7368926" y="85887"/>
                      <a:pt x="7368032" y="85211"/>
                      <a:pt x="7366650" y="850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6" name="Freeform: Shape 705">
                <a:extLst>
                  <a:ext uri="{FF2B5EF4-FFF2-40B4-BE49-F238E27FC236}">
                    <a16:creationId xmlns:a16="http://schemas.microsoft.com/office/drawing/2014/main" id="{747662D1-2760-4EF1-B793-612A18299D77}"/>
                  </a:ext>
                </a:extLst>
              </p:cNvPr>
              <p:cNvSpPr/>
              <p:nvPr/>
            </p:nvSpPr>
            <p:spPr>
              <a:xfrm>
                <a:off x="4916139" y="6079084"/>
                <a:ext cx="580582" cy="823808"/>
              </a:xfrm>
              <a:custGeom>
                <a:avLst/>
                <a:gdLst>
                  <a:gd name="connsiteX0" fmla="*/ 5364 w 580582"/>
                  <a:gd name="connsiteY0" fmla="*/ 823809 h 823808"/>
                  <a:gd name="connsiteX1" fmla="*/ 37917 w 580582"/>
                  <a:gd name="connsiteY1" fmla="*/ 778671 h 823808"/>
                  <a:gd name="connsiteX2" fmla="*/ 54295 w 580582"/>
                  <a:gd name="connsiteY2" fmla="*/ 755120 h 823808"/>
                  <a:gd name="connsiteX3" fmla="*/ 70307 w 580582"/>
                  <a:gd name="connsiteY3" fmla="*/ 730827 h 823808"/>
                  <a:gd name="connsiteX4" fmla="*/ 85872 w 580582"/>
                  <a:gd name="connsiteY4" fmla="*/ 705400 h 823808"/>
                  <a:gd name="connsiteX5" fmla="*/ 101153 w 580582"/>
                  <a:gd name="connsiteY5" fmla="*/ 681740 h 823808"/>
                  <a:gd name="connsiteX6" fmla="*/ 130617 w 580582"/>
                  <a:gd name="connsiteY6" fmla="*/ 631539 h 823808"/>
                  <a:gd name="connsiteX7" fmla="*/ 144678 w 580582"/>
                  <a:gd name="connsiteY7" fmla="*/ 605630 h 823808"/>
                  <a:gd name="connsiteX8" fmla="*/ 158455 w 580582"/>
                  <a:gd name="connsiteY8" fmla="*/ 589217 h 823808"/>
                  <a:gd name="connsiteX9" fmla="*/ 172029 w 580582"/>
                  <a:gd name="connsiteY9" fmla="*/ 575466 h 823808"/>
                  <a:gd name="connsiteX10" fmla="*/ 185318 w 580582"/>
                  <a:gd name="connsiteY10" fmla="*/ 561563 h 823808"/>
                  <a:gd name="connsiteX11" fmla="*/ 198323 w 580582"/>
                  <a:gd name="connsiteY11" fmla="*/ 546437 h 823808"/>
                  <a:gd name="connsiteX12" fmla="*/ 211084 w 580582"/>
                  <a:gd name="connsiteY12" fmla="*/ 530940 h 823808"/>
                  <a:gd name="connsiteX13" fmla="*/ 235752 w 580582"/>
                  <a:gd name="connsiteY13" fmla="*/ 499553 h 823808"/>
                  <a:gd name="connsiteX14" fmla="*/ 247660 w 580582"/>
                  <a:gd name="connsiteY14" fmla="*/ 483205 h 823808"/>
                  <a:gd name="connsiteX15" fmla="*/ 259283 w 580582"/>
                  <a:gd name="connsiteY15" fmla="*/ 468080 h 823808"/>
                  <a:gd name="connsiteX16" fmla="*/ 270744 w 580582"/>
                  <a:gd name="connsiteY16" fmla="*/ 455398 h 823808"/>
                  <a:gd name="connsiteX17" fmla="*/ 281838 w 580582"/>
                  <a:gd name="connsiteY17" fmla="*/ 442608 h 823808"/>
                  <a:gd name="connsiteX18" fmla="*/ 303743 w 580582"/>
                  <a:gd name="connsiteY18" fmla="*/ 422047 h 823808"/>
                  <a:gd name="connsiteX19" fmla="*/ 314350 w 580582"/>
                  <a:gd name="connsiteY19" fmla="*/ 409628 h 823808"/>
                  <a:gd name="connsiteX20" fmla="*/ 324795 w 580582"/>
                  <a:gd name="connsiteY20" fmla="*/ 395354 h 823808"/>
                  <a:gd name="connsiteX21" fmla="*/ 334955 w 580582"/>
                  <a:gd name="connsiteY21" fmla="*/ 378503 h 823808"/>
                  <a:gd name="connsiteX22" fmla="*/ 345033 w 580582"/>
                  <a:gd name="connsiteY22" fmla="*/ 359165 h 823808"/>
                  <a:gd name="connsiteX23" fmla="*/ 354868 w 580582"/>
                  <a:gd name="connsiteY23" fmla="*/ 334588 h 823808"/>
                  <a:gd name="connsiteX24" fmla="*/ 364541 w 580582"/>
                  <a:gd name="connsiteY24" fmla="*/ 313373 h 823808"/>
                  <a:gd name="connsiteX25" fmla="*/ 374010 w 580582"/>
                  <a:gd name="connsiteY25" fmla="*/ 285544 h 823808"/>
                  <a:gd name="connsiteX26" fmla="*/ 382991 w 580582"/>
                  <a:gd name="connsiteY26" fmla="*/ 260400 h 823808"/>
                  <a:gd name="connsiteX27" fmla="*/ 389900 w 580582"/>
                  <a:gd name="connsiteY27" fmla="*/ 238181 h 823808"/>
                  <a:gd name="connsiteX28" fmla="*/ 395468 w 580582"/>
                  <a:gd name="connsiteY28" fmla="*/ 214302 h 823808"/>
                  <a:gd name="connsiteX29" fmla="*/ 399450 w 580582"/>
                  <a:gd name="connsiteY29" fmla="*/ 184400 h 823808"/>
                  <a:gd name="connsiteX30" fmla="*/ 401767 w 580582"/>
                  <a:gd name="connsiteY30" fmla="*/ 153494 h 823808"/>
                  <a:gd name="connsiteX31" fmla="*/ 402864 w 580582"/>
                  <a:gd name="connsiteY31" fmla="*/ 131754 h 823808"/>
                  <a:gd name="connsiteX32" fmla="*/ 403718 w 580582"/>
                  <a:gd name="connsiteY32" fmla="*/ 95042 h 823808"/>
                  <a:gd name="connsiteX33" fmla="*/ 405303 w 580582"/>
                  <a:gd name="connsiteY33" fmla="*/ 77450 h 823808"/>
                  <a:gd name="connsiteX34" fmla="*/ 408960 w 580582"/>
                  <a:gd name="connsiteY34" fmla="*/ 58897 h 823808"/>
                  <a:gd name="connsiteX35" fmla="*/ 415503 w 580582"/>
                  <a:gd name="connsiteY35" fmla="*/ 36831 h 823808"/>
                  <a:gd name="connsiteX36" fmla="*/ 425176 w 580582"/>
                  <a:gd name="connsiteY36" fmla="*/ 13978 h 823808"/>
                  <a:gd name="connsiteX37" fmla="*/ 439400 w 580582"/>
                  <a:gd name="connsiteY37" fmla="*/ 2891 h 823808"/>
                  <a:gd name="connsiteX38" fmla="*/ 484591 w 580582"/>
                  <a:gd name="connsiteY38" fmla="*/ 4593 h 823808"/>
                  <a:gd name="connsiteX39" fmla="*/ 578063 w 580582"/>
                  <a:gd name="connsiteY39" fmla="*/ 3589 h 823808"/>
                  <a:gd name="connsiteX40" fmla="*/ 580583 w 580582"/>
                  <a:gd name="connsiteY40" fmla="*/ 2148 h 823808"/>
                  <a:gd name="connsiteX41" fmla="*/ 577941 w 580582"/>
                  <a:gd name="connsiteY41" fmla="*/ 773 h 823808"/>
                  <a:gd name="connsiteX42" fmla="*/ 484713 w 580582"/>
                  <a:gd name="connsiteY42" fmla="*/ 1777 h 823808"/>
                  <a:gd name="connsiteX43" fmla="*/ 438343 w 580582"/>
                  <a:gd name="connsiteY43" fmla="*/ 9 h 823808"/>
                  <a:gd name="connsiteX44" fmla="*/ 436108 w 580582"/>
                  <a:gd name="connsiteY44" fmla="*/ 599 h 823808"/>
                  <a:gd name="connsiteX45" fmla="*/ 420746 w 580582"/>
                  <a:gd name="connsiteY45" fmla="*/ 12581 h 823808"/>
                  <a:gd name="connsiteX46" fmla="*/ 420299 w 580582"/>
                  <a:gd name="connsiteY46" fmla="*/ 13062 h 823808"/>
                  <a:gd name="connsiteX47" fmla="*/ 410464 w 580582"/>
                  <a:gd name="connsiteY47" fmla="*/ 36307 h 823808"/>
                  <a:gd name="connsiteX48" fmla="*/ 403921 w 580582"/>
                  <a:gd name="connsiteY48" fmla="*/ 58526 h 823808"/>
                  <a:gd name="connsiteX49" fmla="*/ 400223 w 580582"/>
                  <a:gd name="connsiteY49" fmla="*/ 77232 h 823808"/>
                  <a:gd name="connsiteX50" fmla="*/ 398597 w 580582"/>
                  <a:gd name="connsiteY50" fmla="*/ 94911 h 823808"/>
                  <a:gd name="connsiteX51" fmla="*/ 397744 w 580582"/>
                  <a:gd name="connsiteY51" fmla="*/ 131689 h 823808"/>
                  <a:gd name="connsiteX52" fmla="*/ 396646 w 580582"/>
                  <a:gd name="connsiteY52" fmla="*/ 153385 h 823808"/>
                  <a:gd name="connsiteX53" fmla="*/ 394330 w 580582"/>
                  <a:gd name="connsiteY53" fmla="*/ 184225 h 823808"/>
                  <a:gd name="connsiteX54" fmla="*/ 390428 w 580582"/>
                  <a:gd name="connsiteY54" fmla="*/ 214019 h 823808"/>
                  <a:gd name="connsiteX55" fmla="*/ 384861 w 580582"/>
                  <a:gd name="connsiteY55" fmla="*/ 237744 h 823808"/>
                  <a:gd name="connsiteX56" fmla="*/ 378033 w 580582"/>
                  <a:gd name="connsiteY56" fmla="*/ 259898 h 823808"/>
                  <a:gd name="connsiteX57" fmla="*/ 369052 w 580582"/>
                  <a:gd name="connsiteY57" fmla="*/ 284999 h 823808"/>
                  <a:gd name="connsiteX58" fmla="*/ 359623 w 580582"/>
                  <a:gd name="connsiteY58" fmla="*/ 312762 h 823808"/>
                  <a:gd name="connsiteX59" fmla="*/ 349951 w 580582"/>
                  <a:gd name="connsiteY59" fmla="*/ 333912 h 823808"/>
                  <a:gd name="connsiteX60" fmla="*/ 340116 w 580582"/>
                  <a:gd name="connsiteY60" fmla="*/ 358423 h 823808"/>
                  <a:gd name="connsiteX61" fmla="*/ 330200 w 580582"/>
                  <a:gd name="connsiteY61" fmla="*/ 377609 h 823808"/>
                  <a:gd name="connsiteX62" fmla="*/ 320080 w 580582"/>
                  <a:gd name="connsiteY62" fmla="*/ 394349 h 823808"/>
                  <a:gd name="connsiteX63" fmla="*/ 309758 w 580582"/>
                  <a:gd name="connsiteY63" fmla="*/ 408406 h 823808"/>
                  <a:gd name="connsiteX64" fmla="*/ 299313 w 580582"/>
                  <a:gd name="connsiteY64" fmla="*/ 420716 h 823808"/>
                  <a:gd name="connsiteX65" fmla="*/ 277490 w 580582"/>
                  <a:gd name="connsiteY65" fmla="*/ 441277 h 823808"/>
                  <a:gd name="connsiteX66" fmla="*/ 266273 w 580582"/>
                  <a:gd name="connsiteY66" fmla="*/ 454132 h 823808"/>
                  <a:gd name="connsiteX67" fmla="*/ 254772 w 580582"/>
                  <a:gd name="connsiteY67" fmla="*/ 466857 h 823808"/>
                  <a:gd name="connsiteX68" fmla="*/ 243068 w 580582"/>
                  <a:gd name="connsiteY68" fmla="*/ 482092 h 823808"/>
                  <a:gd name="connsiteX69" fmla="*/ 231160 w 580582"/>
                  <a:gd name="connsiteY69" fmla="*/ 498440 h 823808"/>
                  <a:gd name="connsiteX70" fmla="*/ 206573 w 580582"/>
                  <a:gd name="connsiteY70" fmla="*/ 529761 h 823808"/>
                  <a:gd name="connsiteX71" fmla="*/ 193934 w 580582"/>
                  <a:gd name="connsiteY71" fmla="*/ 545215 h 823808"/>
                  <a:gd name="connsiteX72" fmla="*/ 181010 w 580582"/>
                  <a:gd name="connsiteY72" fmla="*/ 560231 h 823808"/>
                  <a:gd name="connsiteX73" fmla="*/ 154107 w 580582"/>
                  <a:gd name="connsiteY73" fmla="*/ 587885 h 823808"/>
                  <a:gd name="connsiteX74" fmla="*/ 140127 w 580582"/>
                  <a:gd name="connsiteY74" fmla="*/ 604626 h 823808"/>
                  <a:gd name="connsiteX75" fmla="*/ 125903 w 580582"/>
                  <a:gd name="connsiteY75" fmla="*/ 630622 h 823808"/>
                  <a:gd name="connsiteX76" fmla="*/ 96479 w 580582"/>
                  <a:gd name="connsiteY76" fmla="*/ 680757 h 823808"/>
                  <a:gd name="connsiteX77" fmla="*/ 81199 w 580582"/>
                  <a:gd name="connsiteY77" fmla="*/ 704417 h 823808"/>
                  <a:gd name="connsiteX78" fmla="*/ 65633 w 580582"/>
                  <a:gd name="connsiteY78" fmla="*/ 729845 h 823808"/>
                  <a:gd name="connsiteX79" fmla="*/ 49662 w 580582"/>
                  <a:gd name="connsiteY79" fmla="*/ 754095 h 823808"/>
                  <a:gd name="connsiteX80" fmla="*/ 33284 w 580582"/>
                  <a:gd name="connsiteY80" fmla="*/ 777602 h 823808"/>
                  <a:gd name="connsiteX81" fmla="*/ 0 w 580582"/>
                  <a:gd name="connsiteY81" fmla="*/ 823743 h 823808"/>
                  <a:gd name="connsiteX82" fmla="*/ 5486 w 580582"/>
                  <a:gd name="connsiteY82" fmla="*/ 823743 h 823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80582" h="823808">
                    <a:moveTo>
                      <a:pt x="5364" y="823809"/>
                    </a:moveTo>
                    <a:lnTo>
                      <a:pt x="37917" y="778671"/>
                    </a:lnTo>
                    <a:lnTo>
                      <a:pt x="54295" y="755120"/>
                    </a:lnTo>
                    <a:lnTo>
                      <a:pt x="70307" y="730827"/>
                    </a:lnTo>
                    <a:lnTo>
                      <a:pt x="85872" y="705400"/>
                    </a:lnTo>
                    <a:lnTo>
                      <a:pt x="101153" y="681740"/>
                    </a:lnTo>
                    <a:lnTo>
                      <a:pt x="130617" y="631539"/>
                    </a:lnTo>
                    <a:lnTo>
                      <a:pt x="144678" y="605630"/>
                    </a:lnTo>
                    <a:lnTo>
                      <a:pt x="158455" y="589217"/>
                    </a:lnTo>
                    <a:lnTo>
                      <a:pt x="172029" y="575466"/>
                    </a:lnTo>
                    <a:lnTo>
                      <a:pt x="185318" y="561563"/>
                    </a:lnTo>
                    <a:lnTo>
                      <a:pt x="198323" y="546437"/>
                    </a:lnTo>
                    <a:lnTo>
                      <a:pt x="211084" y="530940"/>
                    </a:lnTo>
                    <a:lnTo>
                      <a:pt x="235752" y="499553"/>
                    </a:lnTo>
                    <a:lnTo>
                      <a:pt x="247660" y="483205"/>
                    </a:lnTo>
                    <a:lnTo>
                      <a:pt x="259283" y="468080"/>
                    </a:lnTo>
                    <a:lnTo>
                      <a:pt x="270744" y="455398"/>
                    </a:lnTo>
                    <a:lnTo>
                      <a:pt x="281838" y="442608"/>
                    </a:lnTo>
                    <a:lnTo>
                      <a:pt x="303743" y="422047"/>
                    </a:lnTo>
                    <a:lnTo>
                      <a:pt x="314350" y="409628"/>
                    </a:lnTo>
                    <a:lnTo>
                      <a:pt x="324795" y="395354"/>
                    </a:lnTo>
                    <a:lnTo>
                      <a:pt x="334955" y="378503"/>
                    </a:lnTo>
                    <a:lnTo>
                      <a:pt x="345033" y="359165"/>
                    </a:lnTo>
                    <a:lnTo>
                      <a:pt x="354868" y="334588"/>
                    </a:lnTo>
                    <a:lnTo>
                      <a:pt x="364541" y="313373"/>
                    </a:lnTo>
                    <a:lnTo>
                      <a:pt x="374010" y="285544"/>
                    </a:lnTo>
                    <a:lnTo>
                      <a:pt x="382991" y="260400"/>
                    </a:lnTo>
                    <a:lnTo>
                      <a:pt x="389900" y="238181"/>
                    </a:lnTo>
                    <a:lnTo>
                      <a:pt x="395468" y="214302"/>
                    </a:lnTo>
                    <a:lnTo>
                      <a:pt x="399450" y="184400"/>
                    </a:lnTo>
                    <a:lnTo>
                      <a:pt x="401767" y="153494"/>
                    </a:lnTo>
                    <a:lnTo>
                      <a:pt x="402864" y="131754"/>
                    </a:lnTo>
                    <a:lnTo>
                      <a:pt x="403718" y="95042"/>
                    </a:lnTo>
                    <a:lnTo>
                      <a:pt x="405303" y="77450"/>
                    </a:lnTo>
                    <a:lnTo>
                      <a:pt x="408960" y="58897"/>
                    </a:lnTo>
                    <a:lnTo>
                      <a:pt x="415503" y="36831"/>
                    </a:lnTo>
                    <a:lnTo>
                      <a:pt x="425176" y="13978"/>
                    </a:lnTo>
                    <a:lnTo>
                      <a:pt x="439400" y="2891"/>
                    </a:lnTo>
                    <a:lnTo>
                      <a:pt x="484591" y="4593"/>
                    </a:lnTo>
                    <a:lnTo>
                      <a:pt x="578063" y="3589"/>
                    </a:lnTo>
                    <a:cubicBezTo>
                      <a:pt x="579486" y="3545"/>
                      <a:pt x="580583" y="2891"/>
                      <a:pt x="580583" y="2148"/>
                    </a:cubicBezTo>
                    <a:cubicBezTo>
                      <a:pt x="580542" y="1341"/>
                      <a:pt x="579201" y="708"/>
                      <a:pt x="577941" y="773"/>
                    </a:cubicBezTo>
                    <a:lnTo>
                      <a:pt x="484713" y="1777"/>
                    </a:lnTo>
                    <a:lnTo>
                      <a:pt x="438343" y="9"/>
                    </a:lnTo>
                    <a:cubicBezTo>
                      <a:pt x="437408" y="-56"/>
                      <a:pt x="436595" y="228"/>
                      <a:pt x="436108" y="599"/>
                    </a:cubicBezTo>
                    <a:lnTo>
                      <a:pt x="420746" y="12581"/>
                    </a:lnTo>
                    <a:cubicBezTo>
                      <a:pt x="420543" y="12734"/>
                      <a:pt x="420421" y="12909"/>
                      <a:pt x="420299" y="13062"/>
                    </a:cubicBezTo>
                    <a:lnTo>
                      <a:pt x="410464" y="36307"/>
                    </a:lnTo>
                    <a:lnTo>
                      <a:pt x="403921" y="58526"/>
                    </a:lnTo>
                    <a:lnTo>
                      <a:pt x="400223" y="77232"/>
                    </a:lnTo>
                    <a:lnTo>
                      <a:pt x="398597" y="94911"/>
                    </a:lnTo>
                    <a:lnTo>
                      <a:pt x="397744" y="131689"/>
                    </a:lnTo>
                    <a:lnTo>
                      <a:pt x="396646" y="153385"/>
                    </a:lnTo>
                    <a:lnTo>
                      <a:pt x="394330" y="184225"/>
                    </a:lnTo>
                    <a:lnTo>
                      <a:pt x="390428" y="214019"/>
                    </a:lnTo>
                    <a:lnTo>
                      <a:pt x="384861" y="237744"/>
                    </a:lnTo>
                    <a:lnTo>
                      <a:pt x="378033" y="259898"/>
                    </a:lnTo>
                    <a:lnTo>
                      <a:pt x="369052" y="284999"/>
                    </a:lnTo>
                    <a:lnTo>
                      <a:pt x="359623" y="312762"/>
                    </a:lnTo>
                    <a:lnTo>
                      <a:pt x="349951" y="333912"/>
                    </a:lnTo>
                    <a:lnTo>
                      <a:pt x="340116" y="358423"/>
                    </a:lnTo>
                    <a:lnTo>
                      <a:pt x="330200" y="377609"/>
                    </a:lnTo>
                    <a:lnTo>
                      <a:pt x="320080" y="394349"/>
                    </a:lnTo>
                    <a:lnTo>
                      <a:pt x="309758" y="408406"/>
                    </a:lnTo>
                    <a:lnTo>
                      <a:pt x="299313" y="420716"/>
                    </a:lnTo>
                    <a:lnTo>
                      <a:pt x="277490" y="441277"/>
                    </a:lnTo>
                    <a:lnTo>
                      <a:pt x="266273" y="454132"/>
                    </a:lnTo>
                    <a:lnTo>
                      <a:pt x="254772" y="466857"/>
                    </a:lnTo>
                    <a:lnTo>
                      <a:pt x="243068" y="482092"/>
                    </a:lnTo>
                    <a:lnTo>
                      <a:pt x="231160" y="498440"/>
                    </a:lnTo>
                    <a:lnTo>
                      <a:pt x="206573" y="529761"/>
                    </a:lnTo>
                    <a:lnTo>
                      <a:pt x="193934" y="545215"/>
                    </a:lnTo>
                    <a:lnTo>
                      <a:pt x="181010" y="560231"/>
                    </a:lnTo>
                    <a:lnTo>
                      <a:pt x="154107" y="587885"/>
                    </a:lnTo>
                    <a:lnTo>
                      <a:pt x="140127" y="604626"/>
                    </a:lnTo>
                    <a:lnTo>
                      <a:pt x="125903" y="630622"/>
                    </a:lnTo>
                    <a:lnTo>
                      <a:pt x="96479" y="680757"/>
                    </a:lnTo>
                    <a:lnTo>
                      <a:pt x="81199" y="704417"/>
                    </a:lnTo>
                    <a:lnTo>
                      <a:pt x="65633" y="729845"/>
                    </a:lnTo>
                    <a:lnTo>
                      <a:pt x="49662" y="754095"/>
                    </a:lnTo>
                    <a:lnTo>
                      <a:pt x="33284" y="777602"/>
                    </a:lnTo>
                    <a:lnTo>
                      <a:pt x="0" y="823743"/>
                    </a:lnTo>
                    <a:lnTo>
                      <a:pt x="5486" y="82374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7" name="Freeform: Shape 706">
                <a:extLst>
                  <a:ext uri="{FF2B5EF4-FFF2-40B4-BE49-F238E27FC236}">
                    <a16:creationId xmlns:a16="http://schemas.microsoft.com/office/drawing/2014/main" id="{E8E6FB12-ED9E-487F-877D-28DF813A934E}"/>
                  </a:ext>
                </a:extLst>
              </p:cNvPr>
              <p:cNvSpPr/>
              <p:nvPr/>
            </p:nvSpPr>
            <p:spPr>
              <a:xfrm>
                <a:off x="7325471" y="6387498"/>
                <a:ext cx="1638818" cy="57648"/>
              </a:xfrm>
              <a:custGeom>
                <a:avLst/>
                <a:gdLst>
                  <a:gd name="connsiteX0" fmla="*/ 1636339 w 1638818"/>
                  <a:gd name="connsiteY0" fmla="*/ 57648 h 57648"/>
                  <a:gd name="connsiteX1" fmla="*/ 1636339 w 1638818"/>
                  <a:gd name="connsiteY1" fmla="*/ 57648 h 57648"/>
                  <a:gd name="connsiteX2" fmla="*/ 796067 w 1638818"/>
                  <a:gd name="connsiteY2" fmla="*/ 55837 h 57648"/>
                  <a:gd name="connsiteX3" fmla="*/ 654965 w 1638818"/>
                  <a:gd name="connsiteY3" fmla="*/ 52738 h 57648"/>
                  <a:gd name="connsiteX4" fmla="*/ 514066 w 1638818"/>
                  <a:gd name="connsiteY4" fmla="*/ 48263 h 57648"/>
                  <a:gd name="connsiteX5" fmla="*/ 374468 w 1638818"/>
                  <a:gd name="connsiteY5" fmla="*/ 37284 h 57648"/>
                  <a:gd name="connsiteX6" fmla="*/ 235885 w 1638818"/>
                  <a:gd name="connsiteY6" fmla="*/ 24276 h 57648"/>
                  <a:gd name="connsiteX7" fmla="*/ 98359 w 1638818"/>
                  <a:gd name="connsiteY7" fmla="*/ 13843 h 57648"/>
                  <a:gd name="connsiteX8" fmla="*/ 2327 w 1638818"/>
                  <a:gd name="connsiteY8" fmla="*/ 3191 h 57648"/>
                  <a:gd name="connsiteX9" fmla="*/ 458 w 1638818"/>
                  <a:gd name="connsiteY9" fmla="*/ 2340 h 57648"/>
                  <a:gd name="connsiteX10" fmla="*/ 173 w 1638818"/>
                  <a:gd name="connsiteY10" fmla="*/ 1903 h 57648"/>
                  <a:gd name="connsiteX11" fmla="*/ 1555 w 1638818"/>
                  <a:gd name="connsiteY11" fmla="*/ 92 h 57648"/>
                  <a:gd name="connsiteX12" fmla="*/ 4522 w 1638818"/>
                  <a:gd name="connsiteY12" fmla="*/ 572 h 57648"/>
                  <a:gd name="connsiteX13" fmla="*/ 99253 w 1638818"/>
                  <a:gd name="connsiteY13" fmla="*/ 11071 h 57648"/>
                  <a:gd name="connsiteX14" fmla="*/ 236576 w 1638818"/>
                  <a:gd name="connsiteY14" fmla="*/ 21504 h 57648"/>
                  <a:gd name="connsiteX15" fmla="*/ 375280 w 1638818"/>
                  <a:gd name="connsiteY15" fmla="*/ 34512 h 57648"/>
                  <a:gd name="connsiteX16" fmla="*/ 514594 w 1638818"/>
                  <a:gd name="connsiteY16" fmla="*/ 45491 h 57648"/>
                  <a:gd name="connsiteX17" fmla="*/ 655168 w 1638818"/>
                  <a:gd name="connsiteY17" fmla="*/ 49922 h 57648"/>
                  <a:gd name="connsiteX18" fmla="*/ 796149 w 1638818"/>
                  <a:gd name="connsiteY18" fmla="*/ 53021 h 57648"/>
                  <a:gd name="connsiteX19" fmla="*/ 1636339 w 1638818"/>
                  <a:gd name="connsiteY19" fmla="*/ 54877 h 57648"/>
                  <a:gd name="connsiteX20" fmla="*/ 1638819 w 1638818"/>
                  <a:gd name="connsiteY20" fmla="*/ 56252 h 57648"/>
                  <a:gd name="connsiteX21" fmla="*/ 1636339 w 1638818"/>
                  <a:gd name="connsiteY21" fmla="*/ 57627 h 57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38818" h="57648">
                    <a:moveTo>
                      <a:pt x="1636339" y="57648"/>
                    </a:moveTo>
                    <a:lnTo>
                      <a:pt x="1636339" y="57648"/>
                    </a:lnTo>
                    <a:lnTo>
                      <a:pt x="796067" y="55837"/>
                    </a:lnTo>
                    <a:lnTo>
                      <a:pt x="654965" y="52738"/>
                    </a:lnTo>
                    <a:lnTo>
                      <a:pt x="514066" y="48263"/>
                    </a:lnTo>
                    <a:lnTo>
                      <a:pt x="374468" y="37284"/>
                    </a:lnTo>
                    <a:lnTo>
                      <a:pt x="235885" y="24276"/>
                    </a:lnTo>
                    <a:lnTo>
                      <a:pt x="98359" y="13843"/>
                    </a:lnTo>
                    <a:lnTo>
                      <a:pt x="2327" y="3191"/>
                    </a:lnTo>
                    <a:cubicBezTo>
                      <a:pt x="1433" y="3082"/>
                      <a:pt x="742" y="2777"/>
                      <a:pt x="458" y="2340"/>
                    </a:cubicBezTo>
                    <a:lnTo>
                      <a:pt x="173" y="1903"/>
                    </a:lnTo>
                    <a:cubicBezTo>
                      <a:pt x="-315" y="1205"/>
                      <a:pt x="254" y="354"/>
                      <a:pt x="1555" y="92"/>
                    </a:cubicBezTo>
                    <a:cubicBezTo>
                      <a:pt x="2652" y="-126"/>
                      <a:pt x="3912" y="48"/>
                      <a:pt x="4522" y="572"/>
                    </a:cubicBezTo>
                    <a:lnTo>
                      <a:pt x="99253" y="11071"/>
                    </a:lnTo>
                    <a:lnTo>
                      <a:pt x="236576" y="21504"/>
                    </a:lnTo>
                    <a:lnTo>
                      <a:pt x="375280" y="34512"/>
                    </a:lnTo>
                    <a:lnTo>
                      <a:pt x="514594" y="45491"/>
                    </a:lnTo>
                    <a:lnTo>
                      <a:pt x="655168" y="49922"/>
                    </a:lnTo>
                    <a:lnTo>
                      <a:pt x="796149" y="53021"/>
                    </a:lnTo>
                    <a:lnTo>
                      <a:pt x="1636339" y="54877"/>
                    </a:lnTo>
                    <a:cubicBezTo>
                      <a:pt x="1637721" y="54877"/>
                      <a:pt x="1638819" y="55509"/>
                      <a:pt x="1638819" y="56252"/>
                    </a:cubicBezTo>
                    <a:cubicBezTo>
                      <a:pt x="1638819" y="57059"/>
                      <a:pt x="1637721" y="57627"/>
                      <a:pt x="1636339" y="576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8" name="Freeform: Shape 707">
                <a:extLst>
                  <a:ext uri="{FF2B5EF4-FFF2-40B4-BE49-F238E27FC236}">
                    <a16:creationId xmlns:a16="http://schemas.microsoft.com/office/drawing/2014/main" id="{83AE4C5D-C9A7-4E6B-866C-2FDC77CCF637}"/>
                  </a:ext>
                </a:extLst>
              </p:cNvPr>
              <p:cNvSpPr/>
              <p:nvPr/>
            </p:nvSpPr>
            <p:spPr>
              <a:xfrm>
                <a:off x="7334898" y="6400199"/>
                <a:ext cx="1653735" cy="56187"/>
              </a:xfrm>
              <a:custGeom>
                <a:avLst/>
                <a:gdLst>
                  <a:gd name="connsiteX0" fmla="*/ 1651134 w 1653735"/>
                  <a:gd name="connsiteY0" fmla="*/ 56188 h 56187"/>
                  <a:gd name="connsiteX1" fmla="*/ 1651134 w 1653735"/>
                  <a:gd name="connsiteY1" fmla="*/ 56188 h 56187"/>
                  <a:gd name="connsiteX2" fmla="*/ 660940 w 1653735"/>
                  <a:gd name="connsiteY2" fmla="*/ 53962 h 56187"/>
                  <a:gd name="connsiteX3" fmla="*/ 519147 w 1653735"/>
                  <a:gd name="connsiteY3" fmla="*/ 52041 h 56187"/>
                  <a:gd name="connsiteX4" fmla="*/ 378370 w 1653735"/>
                  <a:gd name="connsiteY4" fmla="*/ 42394 h 56187"/>
                  <a:gd name="connsiteX5" fmla="*/ 238772 w 1653735"/>
                  <a:gd name="connsiteY5" fmla="*/ 27202 h 56187"/>
                  <a:gd name="connsiteX6" fmla="*/ 100555 w 1653735"/>
                  <a:gd name="connsiteY6" fmla="*/ 14936 h 56187"/>
                  <a:gd name="connsiteX7" fmla="*/ 2044 w 1653735"/>
                  <a:gd name="connsiteY7" fmla="*/ 2800 h 56187"/>
                  <a:gd name="connsiteX8" fmla="*/ 53 w 1653735"/>
                  <a:gd name="connsiteY8" fmla="*/ 1098 h 56187"/>
                  <a:gd name="connsiteX9" fmla="*/ 3141 w 1653735"/>
                  <a:gd name="connsiteY9" fmla="*/ 28 h 56187"/>
                  <a:gd name="connsiteX10" fmla="*/ 103360 w 1653735"/>
                  <a:gd name="connsiteY10" fmla="*/ 12338 h 56187"/>
                  <a:gd name="connsiteX11" fmla="*/ 239666 w 1653735"/>
                  <a:gd name="connsiteY11" fmla="*/ 24430 h 56187"/>
                  <a:gd name="connsiteX12" fmla="*/ 379183 w 1653735"/>
                  <a:gd name="connsiteY12" fmla="*/ 39622 h 56187"/>
                  <a:gd name="connsiteX13" fmla="*/ 519473 w 1653735"/>
                  <a:gd name="connsiteY13" fmla="*/ 49269 h 56187"/>
                  <a:gd name="connsiteX14" fmla="*/ 660981 w 1653735"/>
                  <a:gd name="connsiteY14" fmla="*/ 51124 h 56187"/>
                  <a:gd name="connsiteX15" fmla="*/ 1651174 w 1653735"/>
                  <a:gd name="connsiteY15" fmla="*/ 53372 h 56187"/>
                  <a:gd name="connsiteX16" fmla="*/ 1653735 w 1653735"/>
                  <a:gd name="connsiteY16" fmla="*/ 54813 h 56187"/>
                  <a:gd name="connsiteX17" fmla="*/ 1651174 w 1653735"/>
                  <a:gd name="connsiteY17" fmla="*/ 56188 h 5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53735" h="56187">
                    <a:moveTo>
                      <a:pt x="1651134" y="56188"/>
                    </a:moveTo>
                    <a:lnTo>
                      <a:pt x="1651134" y="56188"/>
                    </a:lnTo>
                    <a:lnTo>
                      <a:pt x="660940" y="53962"/>
                    </a:lnTo>
                    <a:lnTo>
                      <a:pt x="519147" y="52041"/>
                    </a:lnTo>
                    <a:lnTo>
                      <a:pt x="378370" y="42394"/>
                    </a:lnTo>
                    <a:lnTo>
                      <a:pt x="238772" y="27202"/>
                    </a:lnTo>
                    <a:lnTo>
                      <a:pt x="100555" y="14936"/>
                    </a:lnTo>
                    <a:lnTo>
                      <a:pt x="2044" y="2800"/>
                    </a:lnTo>
                    <a:cubicBezTo>
                      <a:pt x="662" y="2582"/>
                      <a:pt x="-232" y="1840"/>
                      <a:pt x="53" y="1098"/>
                    </a:cubicBezTo>
                    <a:cubicBezTo>
                      <a:pt x="337" y="356"/>
                      <a:pt x="1719" y="-124"/>
                      <a:pt x="3141" y="28"/>
                    </a:cubicBezTo>
                    <a:lnTo>
                      <a:pt x="103360" y="12338"/>
                    </a:lnTo>
                    <a:lnTo>
                      <a:pt x="239666" y="24430"/>
                    </a:lnTo>
                    <a:lnTo>
                      <a:pt x="379183" y="39622"/>
                    </a:lnTo>
                    <a:lnTo>
                      <a:pt x="519473" y="49269"/>
                    </a:lnTo>
                    <a:lnTo>
                      <a:pt x="660981" y="51124"/>
                    </a:lnTo>
                    <a:lnTo>
                      <a:pt x="1651174" y="53372"/>
                    </a:lnTo>
                    <a:cubicBezTo>
                      <a:pt x="1652556" y="53372"/>
                      <a:pt x="1653735" y="54005"/>
                      <a:pt x="1653735" y="54813"/>
                    </a:cubicBezTo>
                    <a:cubicBezTo>
                      <a:pt x="1653735" y="55555"/>
                      <a:pt x="1652556" y="56188"/>
                      <a:pt x="1651174" y="5618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09" name="Freeform: Shape 708">
                <a:extLst>
                  <a:ext uri="{FF2B5EF4-FFF2-40B4-BE49-F238E27FC236}">
                    <a16:creationId xmlns:a16="http://schemas.microsoft.com/office/drawing/2014/main" id="{9EBB9A4C-1C40-4CC2-AFC7-44D8ED4DF35F}"/>
                  </a:ext>
                </a:extLst>
              </p:cNvPr>
              <p:cNvSpPr/>
              <p:nvPr/>
            </p:nvSpPr>
            <p:spPr>
              <a:xfrm>
                <a:off x="4067925" y="6132388"/>
                <a:ext cx="242357" cy="165625"/>
              </a:xfrm>
              <a:custGeom>
                <a:avLst/>
                <a:gdLst>
                  <a:gd name="connsiteX0" fmla="*/ 2577 w 242357"/>
                  <a:gd name="connsiteY0" fmla="*/ 165625 h 165625"/>
                  <a:gd name="connsiteX1" fmla="*/ 1521 w 242357"/>
                  <a:gd name="connsiteY1" fmla="*/ 165516 h 165625"/>
                  <a:gd name="connsiteX2" fmla="*/ 220 w 242357"/>
                  <a:gd name="connsiteY2" fmla="*/ 163661 h 165625"/>
                  <a:gd name="connsiteX3" fmla="*/ 952 w 242357"/>
                  <a:gd name="connsiteY3" fmla="*/ 162701 h 165625"/>
                  <a:gd name="connsiteX4" fmla="*/ 21150 w 242357"/>
                  <a:gd name="connsiteY4" fmla="*/ 139739 h 165625"/>
                  <a:gd name="connsiteX5" fmla="*/ 40820 w 242357"/>
                  <a:gd name="connsiteY5" fmla="*/ 113678 h 165625"/>
                  <a:gd name="connsiteX6" fmla="*/ 59636 w 242357"/>
                  <a:gd name="connsiteY6" fmla="*/ 86657 h 165625"/>
                  <a:gd name="connsiteX7" fmla="*/ 79305 w 242357"/>
                  <a:gd name="connsiteY7" fmla="*/ 62473 h 165625"/>
                  <a:gd name="connsiteX8" fmla="*/ 97959 w 242357"/>
                  <a:gd name="connsiteY8" fmla="*/ 31501 h 165625"/>
                  <a:gd name="connsiteX9" fmla="*/ 116573 w 242357"/>
                  <a:gd name="connsiteY9" fmla="*/ 14608 h 165625"/>
                  <a:gd name="connsiteX10" fmla="*/ 134616 w 242357"/>
                  <a:gd name="connsiteY10" fmla="*/ 704 h 165625"/>
                  <a:gd name="connsiteX11" fmla="*/ 135348 w 242357"/>
                  <a:gd name="connsiteY11" fmla="*/ 333 h 165625"/>
                  <a:gd name="connsiteX12" fmla="*/ 137217 w 242357"/>
                  <a:gd name="connsiteY12" fmla="*/ 6 h 165625"/>
                  <a:gd name="connsiteX13" fmla="*/ 239996 w 242357"/>
                  <a:gd name="connsiteY13" fmla="*/ 3629 h 165625"/>
                  <a:gd name="connsiteX14" fmla="*/ 242353 w 242357"/>
                  <a:gd name="connsiteY14" fmla="*/ 5113 h 165625"/>
                  <a:gd name="connsiteX15" fmla="*/ 239631 w 242357"/>
                  <a:gd name="connsiteY15" fmla="*/ 6445 h 165625"/>
                  <a:gd name="connsiteX16" fmla="*/ 137990 w 242357"/>
                  <a:gd name="connsiteY16" fmla="*/ 2821 h 165625"/>
                  <a:gd name="connsiteX17" fmla="*/ 120718 w 242357"/>
                  <a:gd name="connsiteY17" fmla="*/ 16201 h 165625"/>
                  <a:gd name="connsiteX18" fmla="*/ 102471 w 242357"/>
                  <a:gd name="connsiteY18" fmla="*/ 32658 h 165625"/>
                  <a:gd name="connsiteX19" fmla="*/ 83979 w 242357"/>
                  <a:gd name="connsiteY19" fmla="*/ 63455 h 165625"/>
                  <a:gd name="connsiteX20" fmla="*/ 64309 w 242357"/>
                  <a:gd name="connsiteY20" fmla="*/ 87705 h 165625"/>
                  <a:gd name="connsiteX21" fmla="*/ 45493 w 242357"/>
                  <a:gd name="connsiteY21" fmla="*/ 114660 h 165625"/>
                  <a:gd name="connsiteX22" fmla="*/ 25701 w 242357"/>
                  <a:gd name="connsiteY22" fmla="*/ 140874 h 165625"/>
                  <a:gd name="connsiteX23" fmla="*/ 4772 w 242357"/>
                  <a:gd name="connsiteY23" fmla="*/ 164752 h 165625"/>
                  <a:gd name="connsiteX24" fmla="*/ 2496 w 242357"/>
                  <a:gd name="connsiteY24" fmla="*/ 165604 h 16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2357" h="165625">
                    <a:moveTo>
                      <a:pt x="2577" y="165625"/>
                    </a:moveTo>
                    <a:cubicBezTo>
                      <a:pt x="2212" y="165625"/>
                      <a:pt x="1886" y="165625"/>
                      <a:pt x="1521" y="165516"/>
                    </a:cubicBezTo>
                    <a:cubicBezTo>
                      <a:pt x="220" y="165189"/>
                      <a:pt x="-349" y="164403"/>
                      <a:pt x="220" y="163661"/>
                    </a:cubicBezTo>
                    <a:lnTo>
                      <a:pt x="952" y="162701"/>
                    </a:lnTo>
                    <a:lnTo>
                      <a:pt x="21150" y="139739"/>
                    </a:lnTo>
                    <a:lnTo>
                      <a:pt x="40820" y="113678"/>
                    </a:lnTo>
                    <a:lnTo>
                      <a:pt x="59636" y="86657"/>
                    </a:lnTo>
                    <a:lnTo>
                      <a:pt x="79305" y="62473"/>
                    </a:lnTo>
                    <a:lnTo>
                      <a:pt x="97959" y="31501"/>
                    </a:lnTo>
                    <a:lnTo>
                      <a:pt x="116573" y="14608"/>
                    </a:lnTo>
                    <a:lnTo>
                      <a:pt x="134616" y="704"/>
                    </a:lnTo>
                    <a:cubicBezTo>
                      <a:pt x="134820" y="530"/>
                      <a:pt x="135063" y="442"/>
                      <a:pt x="135348" y="333"/>
                    </a:cubicBezTo>
                    <a:cubicBezTo>
                      <a:pt x="135795" y="180"/>
                      <a:pt x="136648" y="-38"/>
                      <a:pt x="137217" y="6"/>
                    </a:cubicBezTo>
                    <a:lnTo>
                      <a:pt x="239996" y="3629"/>
                    </a:lnTo>
                    <a:cubicBezTo>
                      <a:pt x="241378" y="3694"/>
                      <a:pt x="242435" y="4371"/>
                      <a:pt x="242353" y="5113"/>
                    </a:cubicBezTo>
                    <a:cubicBezTo>
                      <a:pt x="242272" y="5921"/>
                      <a:pt x="240972" y="6488"/>
                      <a:pt x="239631" y="6445"/>
                    </a:cubicBezTo>
                    <a:lnTo>
                      <a:pt x="137990" y="2821"/>
                    </a:lnTo>
                    <a:lnTo>
                      <a:pt x="120718" y="16201"/>
                    </a:lnTo>
                    <a:lnTo>
                      <a:pt x="102471" y="32658"/>
                    </a:lnTo>
                    <a:lnTo>
                      <a:pt x="83979" y="63455"/>
                    </a:lnTo>
                    <a:lnTo>
                      <a:pt x="64309" y="87705"/>
                    </a:lnTo>
                    <a:lnTo>
                      <a:pt x="45493" y="114660"/>
                    </a:lnTo>
                    <a:lnTo>
                      <a:pt x="25701" y="140874"/>
                    </a:lnTo>
                    <a:lnTo>
                      <a:pt x="4772" y="164752"/>
                    </a:lnTo>
                    <a:cubicBezTo>
                      <a:pt x="4365" y="165276"/>
                      <a:pt x="3431" y="165604"/>
                      <a:pt x="2496" y="16560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0" name="Freeform: Shape 709">
                <a:extLst>
                  <a:ext uri="{FF2B5EF4-FFF2-40B4-BE49-F238E27FC236}">
                    <a16:creationId xmlns:a16="http://schemas.microsoft.com/office/drawing/2014/main" id="{DBA304CD-6BB5-485F-B403-F1E7D67DC5D3}"/>
                  </a:ext>
                </a:extLst>
              </p:cNvPr>
              <p:cNvSpPr/>
              <p:nvPr/>
            </p:nvSpPr>
            <p:spPr>
              <a:xfrm>
                <a:off x="7316521" y="6377387"/>
                <a:ext cx="1623912" cy="56780"/>
              </a:xfrm>
              <a:custGeom>
                <a:avLst/>
                <a:gdLst>
                  <a:gd name="connsiteX0" fmla="*/ 1621515 w 1623912"/>
                  <a:gd name="connsiteY0" fmla="*/ 56781 h 56780"/>
                  <a:gd name="connsiteX1" fmla="*/ 1621515 w 1623912"/>
                  <a:gd name="connsiteY1" fmla="*/ 56781 h 56780"/>
                  <a:gd name="connsiteX2" fmla="*/ 648959 w 1623912"/>
                  <a:gd name="connsiteY2" fmla="*/ 54642 h 56780"/>
                  <a:gd name="connsiteX3" fmla="*/ 508954 w 1623912"/>
                  <a:gd name="connsiteY3" fmla="*/ 45540 h 56780"/>
                  <a:gd name="connsiteX4" fmla="*/ 370047 w 1623912"/>
                  <a:gd name="connsiteY4" fmla="*/ 28908 h 56780"/>
                  <a:gd name="connsiteX5" fmla="*/ 232724 w 1623912"/>
                  <a:gd name="connsiteY5" fmla="*/ 21662 h 56780"/>
                  <a:gd name="connsiteX6" fmla="*/ 95727 w 1623912"/>
                  <a:gd name="connsiteY6" fmla="*/ 12386 h 56780"/>
                  <a:gd name="connsiteX7" fmla="*/ 2051 w 1623912"/>
                  <a:gd name="connsiteY7" fmla="*/ 2957 h 56780"/>
                  <a:gd name="connsiteX8" fmla="*/ 263 w 1623912"/>
                  <a:gd name="connsiteY8" fmla="*/ 2214 h 56780"/>
                  <a:gd name="connsiteX9" fmla="*/ 1239 w 1623912"/>
                  <a:gd name="connsiteY9" fmla="*/ 185 h 56780"/>
                  <a:gd name="connsiteX10" fmla="*/ 4002 w 1623912"/>
                  <a:gd name="connsiteY10" fmla="*/ 294 h 56780"/>
                  <a:gd name="connsiteX11" fmla="*/ 96458 w 1623912"/>
                  <a:gd name="connsiteY11" fmla="*/ 9614 h 56780"/>
                  <a:gd name="connsiteX12" fmla="*/ 233171 w 1623912"/>
                  <a:gd name="connsiteY12" fmla="*/ 18890 h 56780"/>
                  <a:gd name="connsiteX13" fmla="*/ 370778 w 1623912"/>
                  <a:gd name="connsiteY13" fmla="*/ 26136 h 56780"/>
                  <a:gd name="connsiteX14" fmla="*/ 509686 w 1623912"/>
                  <a:gd name="connsiteY14" fmla="*/ 42768 h 56780"/>
                  <a:gd name="connsiteX15" fmla="*/ 649284 w 1623912"/>
                  <a:gd name="connsiteY15" fmla="*/ 51826 h 56780"/>
                  <a:gd name="connsiteX16" fmla="*/ 1621434 w 1623912"/>
                  <a:gd name="connsiteY16" fmla="*/ 53965 h 56780"/>
                  <a:gd name="connsiteX17" fmla="*/ 1623912 w 1623912"/>
                  <a:gd name="connsiteY17" fmla="*/ 55340 h 56780"/>
                  <a:gd name="connsiteX18" fmla="*/ 1621434 w 1623912"/>
                  <a:gd name="connsiteY18" fmla="*/ 56781 h 5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23912" h="56780">
                    <a:moveTo>
                      <a:pt x="1621515" y="56781"/>
                    </a:moveTo>
                    <a:lnTo>
                      <a:pt x="1621515" y="56781"/>
                    </a:lnTo>
                    <a:lnTo>
                      <a:pt x="648959" y="54642"/>
                    </a:lnTo>
                    <a:lnTo>
                      <a:pt x="508954" y="45540"/>
                    </a:lnTo>
                    <a:lnTo>
                      <a:pt x="370047" y="28908"/>
                    </a:lnTo>
                    <a:lnTo>
                      <a:pt x="232724" y="21662"/>
                    </a:lnTo>
                    <a:lnTo>
                      <a:pt x="95727" y="12386"/>
                    </a:lnTo>
                    <a:lnTo>
                      <a:pt x="2051" y="2957"/>
                    </a:lnTo>
                    <a:cubicBezTo>
                      <a:pt x="1279" y="2847"/>
                      <a:pt x="670" y="2585"/>
                      <a:pt x="263" y="2214"/>
                    </a:cubicBezTo>
                    <a:cubicBezTo>
                      <a:pt x="-306" y="1516"/>
                      <a:pt x="60" y="512"/>
                      <a:pt x="1239" y="185"/>
                    </a:cubicBezTo>
                    <a:cubicBezTo>
                      <a:pt x="2214" y="-77"/>
                      <a:pt x="3311" y="-77"/>
                      <a:pt x="4002" y="294"/>
                    </a:cubicBezTo>
                    <a:lnTo>
                      <a:pt x="96458" y="9614"/>
                    </a:lnTo>
                    <a:lnTo>
                      <a:pt x="233171" y="18890"/>
                    </a:lnTo>
                    <a:lnTo>
                      <a:pt x="370778" y="26136"/>
                    </a:lnTo>
                    <a:lnTo>
                      <a:pt x="509686" y="42768"/>
                    </a:lnTo>
                    <a:lnTo>
                      <a:pt x="649284" y="51826"/>
                    </a:lnTo>
                    <a:lnTo>
                      <a:pt x="1621434" y="53965"/>
                    </a:lnTo>
                    <a:cubicBezTo>
                      <a:pt x="1622815" y="53965"/>
                      <a:pt x="1623912" y="54598"/>
                      <a:pt x="1623912" y="55340"/>
                    </a:cubicBezTo>
                    <a:cubicBezTo>
                      <a:pt x="1623912" y="56148"/>
                      <a:pt x="1622815" y="56781"/>
                      <a:pt x="1621434" y="5678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1" name="Freeform: Shape 710">
                <a:extLst>
                  <a:ext uri="{FF2B5EF4-FFF2-40B4-BE49-F238E27FC236}">
                    <a16:creationId xmlns:a16="http://schemas.microsoft.com/office/drawing/2014/main" id="{22E6B71A-F204-4CD3-B6ED-21370DD0D182}"/>
                  </a:ext>
                </a:extLst>
              </p:cNvPr>
              <p:cNvSpPr/>
              <p:nvPr/>
            </p:nvSpPr>
            <p:spPr>
              <a:xfrm>
                <a:off x="3185613" y="5924725"/>
                <a:ext cx="396001" cy="78608"/>
              </a:xfrm>
              <a:custGeom>
                <a:avLst/>
                <a:gdLst>
                  <a:gd name="connsiteX0" fmla="*/ 393674 w 396001"/>
                  <a:gd name="connsiteY0" fmla="*/ 78608 h 78608"/>
                  <a:gd name="connsiteX1" fmla="*/ 392820 w 396001"/>
                  <a:gd name="connsiteY1" fmla="*/ 78499 h 78608"/>
                  <a:gd name="connsiteX2" fmla="*/ 215670 w 396001"/>
                  <a:gd name="connsiteY2" fmla="*/ 39648 h 78608"/>
                  <a:gd name="connsiteX3" fmla="*/ 105373 w 396001"/>
                  <a:gd name="connsiteY3" fmla="*/ 17429 h 78608"/>
                  <a:gd name="connsiteX4" fmla="*/ 11861 w 396001"/>
                  <a:gd name="connsiteY4" fmla="*/ 4573 h 78608"/>
                  <a:gd name="connsiteX5" fmla="*/ 1741 w 396001"/>
                  <a:gd name="connsiteY5" fmla="*/ 2761 h 78608"/>
                  <a:gd name="connsiteX6" fmla="*/ 116 w 396001"/>
                  <a:gd name="connsiteY6" fmla="*/ 993 h 78608"/>
                  <a:gd name="connsiteX7" fmla="*/ 3326 w 396001"/>
                  <a:gd name="connsiteY7" fmla="*/ 76 h 78608"/>
                  <a:gd name="connsiteX8" fmla="*/ 13243 w 396001"/>
                  <a:gd name="connsiteY8" fmla="*/ 1888 h 78608"/>
                  <a:gd name="connsiteX9" fmla="*/ 106877 w 396001"/>
                  <a:gd name="connsiteY9" fmla="*/ 14722 h 78608"/>
                  <a:gd name="connsiteX10" fmla="*/ 217459 w 396001"/>
                  <a:gd name="connsiteY10" fmla="*/ 36985 h 78608"/>
                  <a:gd name="connsiteX11" fmla="*/ 394161 w 396001"/>
                  <a:gd name="connsiteY11" fmla="*/ 75727 h 78608"/>
                  <a:gd name="connsiteX12" fmla="*/ 395828 w 396001"/>
                  <a:gd name="connsiteY12" fmla="*/ 77583 h 78608"/>
                  <a:gd name="connsiteX13" fmla="*/ 393633 w 396001"/>
                  <a:gd name="connsiteY13" fmla="*/ 78543 h 7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6001" h="78608">
                    <a:moveTo>
                      <a:pt x="393674" y="78608"/>
                    </a:moveTo>
                    <a:cubicBezTo>
                      <a:pt x="393389" y="78608"/>
                      <a:pt x="393105" y="78565"/>
                      <a:pt x="392820" y="78499"/>
                    </a:cubicBezTo>
                    <a:lnTo>
                      <a:pt x="215670" y="39648"/>
                    </a:lnTo>
                    <a:lnTo>
                      <a:pt x="105373" y="17429"/>
                    </a:lnTo>
                    <a:lnTo>
                      <a:pt x="11861" y="4573"/>
                    </a:lnTo>
                    <a:lnTo>
                      <a:pt x="1741" y="2761"/>
                    </a:lnTo>
                    <a:cubicBezTo>
                      <a:pt x="400" y="2499"/>
                      <a:pt x="-291" y="1692"/>
                      <a:pt x="116" y="993"/>
                    </a:cubicBezTo>
                    <a:cubicBezTo>
                      <a:pt x="563" y="251"/>
                      <a:pt x="1985" y="-185"/>
                      <a:pt x="3326" y="76"/>
                    </a:cubicBezTo>
                    <a:lnTo>
                      <a:pt x="13243" y="1888"/>
                    </a:lnTo>
                    <a:lnTo>
                      <a:pt x="106877" y="14722"/>
                    </a:lnTo>
                    <a:lnTo>
                      <a:pt x="217459" y="36985"/>
                    </a:lnTo>
                    <a:lnTo>
                      <a:pt x="394161" y="75727"/>
                    </a:lnTo>
                    <a:cubicBezTo>
                      <a:pt x="395502" y="75989"/>
                      <a:pt x="396397" y="76906"/>
                      <a:pt x="395828" y="77583"/>
                    </a:cubicBezTo>
                    <a:cubicBezTo>
                      <a:pt x="395421" y="78172"/>
                      <a:pt x="394568" y="78543"/>
                      <a:pt x="393633" y="785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2" name="Freeform: Shape 711">
                <a:extLst>
                  <a:ext uri="{FF2B5EF4-FFF2-40B4-BE49-F238E27FC236}">
                    <a16:creationId xmlns:a16="http://schemas.microsoft.com/office/drawing/2014/main" id="{5EB4CB24-95CE-4CD0-B321-2F562448809A}"/>
                  </a:ext>
                </a:extLst>
              </p:cNvPr>
              <p:cNvSpPr/>
              <p:nvPr/>
            </p:nvSpPr>
            <p:spPr>
              <a:xfrm>
                <a:off x="7528501" y="6373978"/>
                <a:ext cx="135520" cy="22015"/>
              </a:xfrm>
              <a:custGeom>
                <a:avLst/>
                <a:gdLst>
                  <a:gd name="connsiteX0" fmla="*/ 132951 w 135520"/>
                  <a:gd name="connsiteY0" fmla="*/ 21994 h 22015"/>
                  <a:gd name="connsiteX1" fmla="*/ 132545 w 135520"/>
                  <a:gd name="connsiteY1" fmla="*/ 21994 h 22015"/>
                  <a:gd name="connsiteX2" fmla="*/ 127505 w 135520"/>
                  <a:gd name="connsiteY2" fmla="*/ 21513 h 22015"/>
                  <a:gd name="connsiteX3" fmla="*/ 126408 w 135520"/>
                  <a:gd name="connsiteY3" fmla="*/ 21252 h 22015"/>
                  <a:gd name="connsiteX4" fmla="*/ 119377 w 135520"/>
                  <a:gd name="connsiteY4" fmla="*/ 18480 h 22015"/>
                  <a:gd name="connsiteX5" fmla="*/ 118890 w 135520"/>
                  <a:gd name="connsiteY5" fmla="*/ 18218 h 22015"/>
                  <a:gd name="connsiteX6" fmla="*/ 108567 w 135520"/>
                  <a:gd name="connsiteY6" fmla="*/ 11408 h 22015"/>
                  <a:gd name="connsiteX7" fmla="*/ 2212 w 135520"/>
                  <a:gd name="connsiteY7" fmla="*/ 2830 h 22015"/>
                  <a:gd name="connsiteX8" fmla="*/ 18 w 135520"/>
                  <a:gd name="connsiteY8" fmla="*/ 1237 h 22015"/>
                  <a:gd name="connsiteX9" fmla="*/ 2903 w 135520"/>
                  <a:gd name="connsiteY9" fmla="*/ 14 h 22015"/>
                  <a:gd name="connsiteX10" fmla="*/ 110274 w 135520"/>
                  <a:gd name="connsiteY10" fmla="*/ 8701 h 22015"/>
                  <a:gd name="connsiteX11" fmla="*/ 111859 w 135520"/>
                  <a:gd name="connsiteY11" fmla="*/ 9182 h 22015"/>
                  <a:gd name="connsiteX12" fmla="*/ 122669 w 135520"/>
                  <a:gd name="connsiteY12" fmla="*/ 16319 h 22015"/>
                  <a:gd name="connsiteX13" fmla="*/ 128928 w 135520"/>
                  <a:gd name="connsiteY13" fmla="*/ 18829 h 22015"/>
                  <a:gd name="connsiteX14" fmla="*/ 133398 w 135520"/>
                  <a:gd name="connsiteY14" fmla="*/ 19244 h 22015"/>
                  <a:gd name="connsiteX15" fmla="*/ 135471 w 135520"/>
                  <a:gd name="connsiteY15" fmla="*/ 20837 h 22015"/>
                  <a:gd name="connsiteX16" fmla="*/ 132992 w 135520"/>
                  <a:gd name="connsiteY16" fmla="*/ 22016 h 22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5520" h="22015">
                    <a:moveTo>
                      <a:pt x="132951" y="21994"/>
                    </a:moveTo>
                    <a:lnTo>
                      <a:pt x="132545" y="21994"/>
                    </a:lnTo>
                    <a:lnTo>
                      <a:pt x="127505" y="21513"/>
                    </a:lnTo>
                    <a:cubicBezTo>
                      <a:pt x="127099" y="21448"/>
                      <a:pt x="126733" y="21339"/>
                      <a:pt x="126408" y="21252"/>
                    </a:cubicBezTo>
                    <a:lnTo>
                      <a:pt x="119377" y="18480"/>
                    </a:lnTo>
                    <a:cubicBezTo>
                      <a:pt x="119377" y="18480"/>
                      <a:pt x="119093" y="18327"/>
                      <a:pt x="118890" y="18218"/>
                    </a:cubicBezTo>
                    <a:lnTo>
                      <a:pt x="108567" y="11408"/>
                    </a:lnTo>
                    <a:lnTo>
                      <a:pt x="2212" y="2830"/>
                    </a:lnTo>
                    <a:cubicBezTo>
                      <a:pt x="830" y="2721"/>
                      <a:pt x="-145" y="1979"/>
                      <a:pt x="18" y="1237"/>
                    </a:cubicBezTo>
                    <a:cubicBezTo>
                      <a:pt x="221" y="429"/>
                      <a:pt x="1521" y="-95"/>
                      <a:pt x="2903" y="14"/>
                    </a:cubicBezTo>
                    <a:lnTo>
                      <a:pt x="110274" y="8701"/>
                    </a:lnTo>
                    <a:cubicBezTo>
                      <a:pt x="110843" y="8745"/>
                      <a:pt x="111453" y="8920"/>
                      <a:pt x="111859" y="9182"/>
                    </a:cubicBezTo>
                    <a:lnTo>
                      <a:pt x="122669" y="16319"/>
                    </a:lnTo>
                    <a:lnTo>
                      <a:pt x="128928" y="18829"/>
                    </a:lnTo>
                    <a:lnTo>
                      <a:pt x="133398" y="19244"/>
                    </a:lnTo>
                    <a:cubicBezTo>
                      <a:pt x="134780" y="19353"/>
                      <a:pt x="135755" y="20029"/>
                      <a:pt x="135471" y="20837"/>
                    </a:cubicBezTo>
                    <a:cubicBezTo>
                      <a:pt x="135268" y="21535"/>
                      <a:pt x="134170" y="22016"/>
                      <a:pt x="132992" y="220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3" name="Freeform: Shape 712">
                <a:extLst>
                  <a:ext uri="{FF2B5EF4-FFF2-40B4-BE49-F238E27FC236}">
                    <a16:creationId xmlns:a16="http://schemas.microsoft.com/office/drawing/2014/main" id="{A5ABE0B1-65EC-46F4-8530-ADD44F17E563}"/>
                  </a:ext>
                </a:extLst>
              </p:cNvPr>
              <p:cNvSpPr/>
              <p:nvPr/>
            </p:nvSpPr>
            <p:spPr>
              <a:xfrm>
                <a:off x="6939994" y="6124191"/>
                <a:ext cx="1844991" cy="238101"/>
              </a:xfrm>
              <a:custGeom>
                <a:avLst/>
                <a:gdLst>
                  <a:gd name="connsiteX0" fmla="*/ 1842554 w 1844991"/>
                  <a:gd name="connsiteY0" fmla="*/ 238102 h 238101"/>
                  <a:gd name="connsiteX1" fmla="*/ 1842554 w 1844991"/>
                  <a:gd name="connsiteY1" fmla="*/ 238102 h 238101"/>
                  <a:gd name="connsiteX2" fmla="*/ 1717545 w 1844991"/>
                  <a:gd name="connsiteY2" fmla="*/ 237840 h 238101"/>
                  <a:gd name="connsiteX3" fmla="*/ 1715960 w 1844991"/>
                  <a:gd name="connsiteY3" fmla="*/ 237512 h 238101"/>
                  <a:gd name="connsiteX4" fmla="*/ 1696900 w 1844991"/>
                  <a:gd name="connsiteY4" fmla="*/ 228236 h 238101"/>
                  <a:gd name="connsiteX5" fmla="*/ 1567096 w 1844991"/>
                  <a:gd name="connsiteY5" fmla="*/ 227974 h 238101"/>
                  <a:gd name="connsiteX6" fmla="*/ 1565430 w 1844991"/>
                  <a:gd name="connsiteY6" fmla="*/ 227603 h 238101"/>
                  <a:gd name="connsiteX7" fmla="*/ 1547873 w 1844991"/>
                  <a:gd name="connsiteY7" fmla="*/ 218610 h 238101"/>
                  <a:gd name="connsiteX8" fmla="*/ 1160330 w 1844991"/>
                  <a:gd name="connsiteY8" fmla="*/ 217803 h 238101"/>
                  <a:gd name="connsiteX9" fmla="*/ 1158460 w 1844991"/>
                  <a:gd name="connsiteY9" fmla="*/ 217323 h 238101"/>
                  <a:gd name="connsiteX10" fmla="*/ 1144480 w 1844991"/>
                  <a:gd name="connsiteY10" fmla="*/ 208527 h 238101"/>
                  <a:gd name="connsiteX11" fmla="*/ 1017277 w 1844991"/>
                  <a:gd name="connsiteY11" fmla="*/ 208308 h 238101"/>
                  <a:gd name="connsiteX12" fmla="*/ 1015286 w 1844991"/>
                  <a:gd name="connsiteY12" fmla="*/ 207763 h 238101"/>
                  <a:gd name="connsiteX13" fmla="*/ 1002606 w 1844991"/>
                  <a:gd name="connsiteY13" fmla="*/ 199185 h 238101"/>
                  <a:gd name="connsiteX14" fmla="*/ 876581 w 1844991"/>
                  <a:gd name="connsiteY14" fmla="*/ 198923 h 238101"/>
                  <a:gd name="connsiteX15" fmla="*/ 749175 w 1844991"/>
                  <a:gd name="connsiteY15" fmla="*/ 194601 h 238101"/>
                  <a:gd name="connsiteX16" fmla="*/ 621769 w 1844991"/>
                  <a:gd name="connsiteY16" fmla="*/ 182618 h 238101"/>
                  <a:gd name="connsiteX17" fmla="*/ 619899 w 1844991"/>
                  <a:gd name="connsiteY17" fmla="*/ 181876 h 238101"/>
                  <a:gd name="connsiteX18" fmla="*/ 610186 w 1844991"/>
                  <a:gd name="connsiteY18" fmla="*/ 171116 h 238101"/>
                  <a:gd name="connsiteX19" fmla="*/ 483999 w 1844991"/>
                  <a:gd name="connsiteY19" fmla="*/ 150490 h 238101"/>
                  <a:gd name="connsiteX20" fmla="*/ 358990 w 1844991"/>
                  <a:gd name="connsiteY20" fmla="*/ 129667 h 238101"/>
                  <a:gd name="connsiteX21" fmla="*/ 279214 w 1844991"/>
                  <a:gd name="connsiteY21" fmla="*/ 111966 h 238101"/>
                  <a:gd name="connsiteX22" fmla="*/ 277629 w 1844991"/>
                  <a:gd name="connsiteY22" fmla="*/ 110940 h 238101"/>
                  <a:gd name="connsiteX23" fmla="*/ 270192 w 1844991"/>
                  <a:gd name="connsiteY23" fmla="*/ 90423 h 238101"/>
                  <a:gd name="connsiteX24" fmla="*/ 263039 w 1844991"/>
                  <a:gd name="connsiteY24" fmla="*/ 64733 h 238101"/>
                  <a:gd name="connsiteX25" fmla="*/ 218701 w 1844991"/>
                  <a:gd name="connsiteY25" fmla="*/ 54191 h 238101"/>
                  <a:gd name="connsiteX26" fmla="*/ 94790 w 1844991"/>
                  <a:gd name="connsiteY26" fmla="*/ 25533 h 238101"/>
                  <a:gd name="connsiteX27" fmla="*/ 1521 w 1844991"/>
                  <a:gd name="connsiteY27" fmla="*/ 2724 h 238101"/>
                  <a:gd name="connsiteX28" fmla="*/ 220 w 1844991"/>
                  <a:gd name="connsiteY28" fmla="*/ 869 h 238101"/>
                  <a:gd name="connsiteX29" fmla="*/ 3472 w 1844991"/>
                  <a:gd name="connsiteY29" fmla="*/ 127 h 238101"/>
                  <a:gd name="connsiteX30" fmla="*/ 96740 w 1844991"/>
                  <a:gd name="connsiteY30" fmla="*/ 22979 h 238101"/>
                  <a:gd name="connsiteX31" fmla="*/ 220652 w 1844991"/>
                  <a:gd name="connsiteY31" fmla="*/ 51594 h 238101"/>
                  <a:gd name="connsiteX32" fmla="*/ 266372 w 1844991"/>
                  <a:gd name="connsiteY32" fmla="*/ 62463 h 238101"/>
                  <a:gd name="connsiteX33" fmla="*/ 267875 w 1844991"/>
                  <a:gd name="connsiteY33" fmla="*/ 63533 h 238101"/>
                  <a:gd name="connsiteX34" fmla="*/ 275313 w 1844991"/>
                  <a:gd name="connsiteY34" fmla="*/ 90336 h 238101"/>
                  <a:gd name="connsiteX35" fmla="*/ 282343 w 1844991"/>
                  <a:gd name="connsiteY35" fmla="*/ 109674 h 238101"/>
                  <a:gd name="connsiteX36" fmla="*/ 360616 w 1844991"/>
                  <a:gd name="connsiteY36" fmla="*/ 126983 h 238101"/>
                  <a:gd name="connsiteX37" fmla="*/ 486519 w 1844991"/>
                  <a:gd name="connsiteY37" fmla="*/ 147980 h 238101"/>
                  <a:gd name="connsiteX38" fmla="*/ 612625 w 1844991"/>
                  <a:gd name="connsiteY38" fmla="*/ 168606 h 238101"/>
                  <a:gd name="connsiteX39" fmla="*/ 614210 w 1844991"/>
                  <a:gd name="connsiteY39" fmla="*/ 169304 h 238101"/>
                  <a:gd name="connsiteX40" fmla="*/ 623841 w 1844991"/>
                  <a:gd name="connsiteY40" fmla="*/ 180021 h 238101"/>
                  <a:gd name="connsiteX41" fmla="*/ 749744 w 1844991"/>
                  <a:gd name="connsiteY41" fmla="*/ 191851 h 238101"/>
                  <a:gd name="connsiteX42" fmla="*/ 876744 w 1844991"/>
                  <a:gd name="connsiteY42" fmla="*/ 196107 h 238101"/>
                  <a:gd name="connsiteX43" fmla="*/ 1003744 w 1844991"/>
                  <a:gd name="connsiteY43" fmla="*/ 196369 h 238101"/>
                  <a:gd name="connsiteX44" fmla="*/ 1005735 w 1844991"/>
                  <a:gd name="connsiteY44" fmla="*/ 196893 h 238101"/>
                  <a:gd name="connsiteX45" fmla="*/ 1018415 w 1844991"/>
                  <a:gd name="connsiteY45" fmla="*/ 205471 h 238101"/>
                  <a:gd name="connsiteX46" fmla="*/ 1145618 w 1844991"/>
                  <a:gd name="connsiteY46" fmla="*/ 205733 h 238101"/>
                  <a:gd name="connsiteX47" fmla="*/ 1147488 w 1844991"/>
                  <a:gd name="connsiteY47" fmla="*/ 206147 h 238101"/>
                  <a:gd name="connsiteX48" fmla="*/ 1161468 w 1844991"/>
                  <a:gd name="connsiteY48" fmla="*/ 214944 h 238101"/>
                  <a:gd name="connsiteX49" fmla="*/ 1548889 w 1844991"/>
                  <a:gd name="connsiteY49" fmla="*/ 215751 h 238101"/>
                  <a:gd name="connsiteX50" fmla="*/ 1550596 w 1844991"/>
                  <a:gd name="connsiteY50" fmla="*/ 216122 h 238101"/>
                  <a:gd name="connsiteX51" fmla="*/ 1568152 w 1844991"/>
                  <a:gd name="connsiteY51" fmla="*/ 225180 h 238101"/>
                  <a:gd name="connsiteX52" fmla="*/ 1697834 w 1844991"/>
                  <a:gd name="connsiteY52" fmla="*/ 225442 h 238101"/>
                  <a:gd name="connsiteX53" fmla="*/ 1699542 w 1844991"/>
                  <a:gd name="connsiteY53" fmla="*/ 225770 h 238101"/>
                  <a:gd name="connsiteX54" fmla="*/ 1718480 w 1844991"/>
                  <a:gd name="connsiteY54" fmla="*/ 234980 h 238101"/>
                  <a:gd name="connsiteX55" fmla="*/ 1842513 w 1844991"/>
                  <a:gd name="connsiteY55" fmla="*/ 235242 h 238101"/>
                  <a:gd name="connsiteX56" fmla="*/ 1844992 w 1844991"/>
                  <a:gd name="connsiteY56" fmla="*/ 236683 h 238101"/>
                  <a:gd name="connsiteX57" fmla="*/ 1842513 w 1844991"/>
                  <a:gd name="connsiteY57" fmla="*/ 238080 h 23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844991" h="238101">
                    <a:moveTo>
                      <a:pt x="1842554" y="238102"/>
                    </a:moveTo>
                    <a:lnTo>
                      <a:pt x="1842554" y="238102"/>
                    </a:lnTo>
                    <a:lnTo>
                      <a:pt x="1717545" y="237840"/>
                    </a:lnTo>
                    <a:cubicBezTo>
                      <a:pt x="1716935" y="237840"/>
                      <a:pt x="1716366" y="237730"/>
                      <a:pt x="1715960" y="237512"/>
                    </a:cubicBezTo>
                    <a:lnTo>
                      <a:pt x="1696900" y="228236"/>
                    </a:lnTo>
                    <a:lnTo>
                      <a:pt x="1567096" y="227974"/>
                    </a:lnTo>
                    <a:cubicBezTo>
                      <a:pt x="1566526" y="227974"/>
                      <a:pt x="1565917" y="227865"/>
                      <a:pt x="1565430" y="227603"/>
                    </a:cubicBezTo>
                    <a:lnTo>
                      <a:pt x="1547873" y="218610"/>
                    </a:lnTo>
                    <a:lnTo>
                      <a:pt x="1160330" y="217803"/>
                    </a:lnTo>
                    <a:cubicBezTo>
                      <a:pt x="1159639" y="217803"/>
                      <a:pt x="1158948" y="217650"/>
                      <a:pt x="1158460" y="217323"/>
                    </a:cubicBezTo>
                    <a:lnTo>
                      <a:pt x="1144480" y="208527"/>
                    </a:lnTo>
                    <a:lnTo>
                      <a:pt x="1017277" y="208308"/>
                    </a:lnTo>
                    <a:cubicBezTo>
                      <a:pt x="1016505" y="208308"/>
                      <a:pt x="1015773" y="208090"/>
                      <a:pt x="1015286" y="207763"/>
                    </a:cubicBezTo>
                    <a:lnTo>
                      <a:pt x="1002606" y="199185"/>
                    </a:lnTo>
                    <a:lnTo>
                      <a:pt x="876581" y="198923"/>
                    </a:lnTo>
                    <a:lnTo>
                      <a:pt x="749175" y="194601"/>
                    </a:lnTo>
                    <a:lnTo>
                      <a:pt x="621769" y="182618"/>
                    </a:lnTo>
                    <a:cubicBezTo>
                      <a:pt x="620956" y="182553"/>
                      <a:pt x="620265" y="182291"/>
                      <a:pt x="619899" y="181876"/>
                    </a:cubicBezTo>
                    <a:lnTo>
                      <a:pt x="610186" y="171116"/>
                    </a:lnTo>
                    <a:lnTo>
                      <a:pt x="483999" y="150490"/>
                    </a:lnTo>
                    <a:lnTo>
                      <a:pt x="358990" y="129667"/>
                    </a:lnTo>
                    <a:lnTo>
                      <a:pt x="279214" y="111966"/>
                    </a:lnTo>
                    <a:cubicBezTo>
                      <a:pt x="278441" y="111813"/>
                      <a:pt x="277832" y="111442"/>
                      <a:pt x="277629" y="110940"/>
                    </a:cubicBezTo>
                    <a:lnTo>
                      <a:pt x="270192" y="90423"/>
                    </a:lnTo>
                    <a:lnTo>
                      <a:pt x="263039" y="64733"/>
                    </a:lnTo>
                    <a:lnTo>
                      <a:pt x="218701" y="54191"/>
                    </a:lnTo>
                    <a:lnTo>
                      <a:pt x="94790" y="25533"/>
                    </a:lnTo>
                    <a:lnTo>
                      <a:pt x="1521" y="2724"/>
                    </a:lnTo>
                    <a:cubicBezTo>
                      <a:pt x="220" y="2397"/>
                      <a:pt x="-349" y="1546"/>
                      <a:pt x="220" y="869"/>
                    </a:cubicBezTo>
                    <a:cubicBezTo>
                      <a:pt x="708" y="127"/>
                      <a:pt x="2212" y="-201"/>
                      <a:pt x="3472" y="127"/>
                    </a:cubicBezTo>
                    <a:lnTo>
                      <a:pt x="96740" y="22979"/>
                    </a:lnTo>
                    <a:lnTo>
                      <a:pt x="220652" y="51594"/>
                    </a:lnTo>
                    <a:lnTo>
                      <a:pt x="266372" y="62463"/>
                    </a:lnTo>
                    <a:cubicBezTo>
                      <a:pt x="267144" y="62682"/>
                      <a:pt x="267754" y="63053"/>
                      <a:pt x="267875" y="63533"/>
                    </a:cubicBezTo>
                    <a:lnTo>
                      <a:pt x="275313" y="90336"/>
                    </a:lnTo>
                    <a:lnTo>
                      <a:pt x="282343" y="109674"/>
                    </a:lnTo>
                    <a:lnTo>
                      <a:pt x="360616" y="126983"/>
                    </a:lnTo>
                    <a:lnTo>
                      <a:pt x="486519" y="147980"/>
                    </a:lnTo>
                    <a:lnTo>
                      <a:pt x="612625" y="168606"/>
                    </a:lnTo>
                    <a:cubicBezTo>
                      <a:pt x="613315" y="168715"/>
                      <a:pt x="613925" y="168977"/>
                      <a:pt x="614210" y="169304"/>
                    </a:cubicBezTo>
                    <a:lnTo>
                      <a:pt x="623841" y="180021"/>
                    </a:lnTo>
                    <a:lnTo>
                      <a:pt x="749744" y="191851"/>
                    </a:lnTo>
                    <a:lnTo>
                      <a:pt x="876744" y="196107"/>
                    </a:lnTo>
                    <a:lnTo>
                      <a:pt x="1003744" y="196369"/>
                    </a:lnTo>
                    <a:cubicBezTo>
                      <a:pt x="1004516" y="196369"/>
                      <a:pt x="1005248" y="196587"/>
                      <a:pt x="1005735" y="196893"/>
                    </a:cubicBezTo>
                    <a:lnTo>
                      <a:pt x="1018415" y="205471"/>
                    </a:lnTo>
                    <a:lnTo>
                      <a:pt x="1145618" y="205733"/>
                    </a:lnTo>
                    <a:cubicBezTo>
                      <a:pt x="1146309" y="205733"/>
                      <a:pt x="1147000" y="205886"/>
                      <a:pt x="1147488" y="206147"/>
                    </a:cubicBezTo>
                    <a:lnTo>
                      <a:pt x="1161468" y="214944"/>
                    </a:lnTo>
                    <a:lnTo>
                      <a:pt x="1548889" y="215751"/>
                    </a:lnTo>
                    <a:cubicBezTo>
                      <a:pt x="1549498" y="215751"/>
                      <a:pt x="1550108" y="215860"/>
                      <a:pt x="1550596" y="216122"/>
                    </a:cubicBezTo>
                    <a:lnTo>
                      <a:pt x="1568152" y="225180"/>
                    </a:lnTo>
                    <a:lnTo>
                      <a:pt x="1697834" y="225442"/>
                    </a:lnTo>
                    <a:cubicBezTo>
                      <a:pt x="1698444" y="225442"/>
                      <a:pt x="1699013" y="225551"/>
                      <a:pt x="1699542" y="225770"/>
                    </a:cubicBezTo>
                    <a:lnTo>
                      <a:pt x="1718480" y="234980"/>
                    </a:lnTo>
                    <a:lnTo>
                      <a:pt x="1842513" y="235242"/>
                    </a:lnTo>
                    <a:cubicBezTo>
                      <a:pt x="1843894" y="235242"/>
                      <a:pt x="1844992" y="235875"/>
                      <a:pt x="1844992" y="236683"/>
                    </a:cubicBezTo>
                    <a:cubicBezTo>
                      <a:pt x="1844992" y="237425"/>
                      <a:pt x="1843894" y="238080"/>
                      <a:pt x="1842513" y="2380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4" name="Freeform: Shape 713">
                <a:extLst>
                  <a:ext uri="{FF2B5EF4-FFF2-40B4-BE49-F238E27FC236}">
                    <a16:creationId xmlns:a16="http://schemas.microsoft.com/office/drawing/2014/main" id="{0CD8A52F-7323-4AFC-9A34-995DDE78A0C8}"/>
                  </a:ext>
                </a:extLst>
              </p:cNvPr>
              <p:cNvSpPr/>
              <p:nvPr/>
            </p:nvSpPr>
            <p:spPr>
              <a:xfrm>
                <a:off x="5757045" y="6092514"/>
                <a:ext cx="3483352" cy="810400"/>
              </a:xfrm>
              <a:custGeom>
                <a:avLst/>
                <a:gdLst>
                  <a:gd name="connsiteX0" fmla="*/ 2090 w 3483352"/>
                  <a:gd name="connsiteY0" fmla="*/ 2796 h 810400"/>
                  <a:gd name="connsiteX1" fmla="*/ 136324 w 3483352"/>
                  <a:gd name="connsiteY1" fmla="*/ 11003 h 810400"/>
                  <a:gd name="connsiteX2" fmla="*/ 270029 w 3483352"/>
                  <a:gd name="connsiteY2" fmla="*/ 18621 h 810400"/>
                  <a:gd name="connsiteX3" fmla="*/ 402556 w 3483352"/>
                  <a:gd name="connsiteY3" fmla="*/ 29708 h 810400"/>
                  <a:gd name="connsiteX4" fmla="*/ 533620 w 3483352"/>
                  <a:gd name="connsiteY4" fmla="*/ 41538 h 810400"/>
                  <a:gd name="connsiteX5" fmla="*/ 663587 w 3483352"/>
                  <a:gd name="connsiteY5" fmla="*/ 56250 h 810400"/>
                  <a:gd name="connsiteX6" fmla="*/ 791359 w 3483352"/>
                  <a:gd name="connsiteY6" fmla="*/ 67599 h 810400"/>
                  <a:gd name="connsiteX7" fmla="*/ 919335 w 3483352"/>
                  <a:gd name="connsiteY7" fmla="*/ 83751 h 810400"/>
                  <a:gd name="connsiteX8" fmla="*/ 1046619 w 3483352"/>
                  <a:gd name="connsiteY8" fmla="*/ 100165 h 810400"/>
                  <a:gd name="connsiteX9" fmla="*/ 1172034 w 3483352"/>
                  <a:gd name="connsiteY9" fmla="*/ 119350 h 810400"/>
                  <a:gd name="connsiteX10" fmla="*/ 1177764 w 3483352"/>
                  <a:gd name="connsiteY10" fmla="*/ 132359 h 810400"/>
                  <a:gd name="connsiteX11" fmla="*/ 1188575 w 3483352"/>
                  <a:gd name="connsiteY11" fmla="*/ 176798 h 810400"/>
                  <a:gd name="connsiteX12" fmla="*/ 1194143 w 3483352"/>
                  <a:gd name="connsiteY12" fmla="*/ 193211 h 810400"/>
                  <a:gd name="connsiteX13" fmla="*/ 1208122 w 3483352"/>
                  <a:gd name="connsiteY13" fmla="*/ 222262 h 810400"/>
                  <a:gd name="connsiteX14" fmla="*/ 1216250 w 3483352"/>
                  <a:gd name="connsiteY14" fmla="*/ 234245 h 810400"/>
                  <a:gd name="connsiteX15" fmla="*/ 1216738 w 3483352"/>
                  <a:gd name="connsiteY15" fmla="*/ 234660 h 810400"/>
                  <a:gd name="connsiteX16" fmla="*/ 1225557 w 3483352"/>
                  <a:gd name="connsiteY16" fmla="*/ 240313 h 810400"/>
                  <a:gd name="connsiteX17" fmla="*/ 1227142 w 3483352"/>
                  <a:gd name="connsiteY17" fmla="*/ 240793 h 810400"/>
                  <a:gd name="connsiteX18" fmla="*/ 1497398 w 3483352"/>
                  <a:gd name="connsiteY18" fmla="*/ 261790 h 810400"/>
                  <a:gd name="connsiteX19" fmla="*/ 1541736 w 3483352"/>
                  <a:gd name="connsiteY19" fmla="*/ 263078 h 810400"/>
                  <a:gd name="connsiteX20" fmla="*/ 1603631 w 3483352"/>
                  <a:gd name="connsiteY20" fmla="*/ 269888 h 810400"/>
                  <a:gd name="connsiteX21" fmla="*/ 1611474 w 3483352"/>
                  <a:gd name="connsiteY21" fmla="*/ 270150 h 810400"/>
                  <a:gd name="connsiteX22" fmla="*/ 1614847 w 3483352"/>
                  <a:gd name="connsiteY22" fmla="*/ 270739 h 810400"/>
                  <a:gd name="connsiteX23" fmla="*/ 1631023 w 3483352"/>
                  <a:gd name="connsiteY23" fmla="*/ 271961 h 810400"/>
                  <a:gd name="connsiteX24" fmla="*/ 1641629 w 3483352"/>
                  <a:gd name="connsiteY24" fmla="*/ 284271 h 810400"/>
                  <a:gd name="connsiteX25" fmla="*/ 1653130 w 3483352"/>
                  <a:gd name="connsiteY25" fmla="*/ 296582 h 810400"/>
                  <a:gd name="connsiteX26" fmla="*/ 1664753 w 3483352"/>
                  <a:gd name="connsiteY26" fmla="*/ 307997 h 810400"/>
                  <a:gd name="connsiteX27" fmla="*/ 1676376 w 3483352"/>
                  <a:gd name="connsiteY27" fmla="*/ 321900 h 810400"/>
                  <a:gd name="connsiteX28" fmla="*/ 1687674 w 3483352"/>
                  <a:gd name="connsiteY28" fmla="*/ 333883 h 810400"/>
                  <a:gd name="connsiteX29" fmla="*/ 1698688 w 3483352"/>
                  <a:gd name="connsiteY29" fmla="*/ 347743 h 810400"/>
                  <a:gd name="connsiteX30" fmla="*/ 1709010 w 3483352"/>
                  <a:gd name="connsiteY30" fmla="*/ 359900 h 810400"/>
                  <a:gd name="connsiteX31" fmla="*/ 1719130 w 3483352"/>
                  <a:gd name="connsiteY31" fmla="*/ 378125 h 810400"/>
                  <a:gd name="connsiteX32" fmla="*/ 1728843 w 3483352"/>
                  <a:gd name="connsiteY32" fmla="*/ 394539 h 810400"/>
                  <a:gd name="connsiteX33" fmla="*/ 1748512 w 3483352"/>
                  <a:gd name="connsiteY33" fmla="*/ 430138 h 810400"/>
                  <a:gd name="connsiteX34" fmla="*/ 1758713 w 3483352"/>
                  <a:gd name="connsiteY34" fmla="*/ 448036 h 810400"/>
                  <a:gd name="connsiteX35" fmla="*/ 1769442 w 3483352"/>
                  <a:gd name="connsiteY35" fmla="*/ 465453 h 810400"/>
                  <a:gd name="connsiteX36" fmla="*/ 1780740 w 3483352"/>
                  <a:gd name="connsiteY36" fmla="*/ 482391 h 810400"/>
                  <a:gd name="connsiteX37" fmla="*/ 1792932 w 3483352"/>
                  <a:gd name="connsiteY37" fmla="*/ 494592 h 810400"/>
                  <a:gd name="connsiteX38" fmla="*/ 1818820 w 3483352"/>
                  <a:gd name="connsiteY38" fmla="*/ 519474 h 810400"/>
                  <a:gd name="connsiteX39" fmla="*/ 1832109 w 3483352"/>
                  <a:gd name="connsiteY39" fmla="*/ 529820 h 810400"/>
                  <a:gd name="connsiteX40" fmla="*/ 1846008 w 3483352"/>
                  <a:gd name="connsiteY40" fmla="*/ 539991 h 810400"/>
                  <a:gd name="connsiteX41" fmla="*/ 1859907 w 3483352"/>
                  <a:gd name="connsiteY41" fmla="*/ 547347 h 810400"/>
                  <a:gd name="connsiteX42" fmla="*/ 1873684 w 3483352"/>
                  <a:gd name="connsiteY42" fmla="*/ 553785 h 810400"/>
                  <a:gd name="connsiteX43" fmla="*/ 1887989 w 3483352"/>
                  <a:gd name="connsiteY43" fmla="*/ 562953 h 810400"/>
                  <a:gd name="connsiteX44" fmla="*/ 1902985 w 3483352"/>
                  <a:gd name="connsiteY44" fmla="*/ 574193 h 810400"/>
                  <a:gd name="connsiteX45" fmla="*/ 1918144 w 3483352"/>
                  <a:gd name="connsiteY45" fmla="*/ 582771 h 810400"/>
                  <a:gd name="connsiteX46" fmla="*/ 1933506 w 3483352"/>
                  <a:gd name="connsiteY46" fmla="*/ 590760 h 810400"/>
                  <a:gd name="connsiteX47" fmla="*/ 1935172 w 3483352"/>
                  <a:gd name="connsiteY47" fmla="*/ 591174 h 810400"/>
                  <a:gd name="connsiteX48" fmla="*/ 2109518 w 3483352"/>
                  <a:gd name="connsiteY48" fmla="*/ 590432 h 810400"/>
                  <a:gd name="connsiteX49" fmla="*/ 2126464 w 3483352"/>
                  <a:gd name="connsiteY49" fmla="*/ 602000 h 810400"/>
                  <a:gd name="connsiteX50" fmla="*/ 2128456 w 3483352"/>
                  <a:gd name="connsiteY50" fmla="*/ 602481 h 810400"/>
                  <a:gd name="connsiteX51" fmla="*/ 2128456 w 3483352"/>
                  <a:gd name="connsiteY51" fmla="*/ 602481 h 810400"/>
                  <a:gd name="connsiteX52" fmla="*/ 2304956 w 3483352"/>
                  <a:gd name="connsiteY52" fmla="*/ 602066 h 810400"/>
                  <a:gd name="connsiteX53" fmla="*/ 2324382 w 3483352"/>
                  <a:gd name="connsiteY53" fmla="*/ 614223 h 810400"/>
                  <a:gd name="connsiteX54" fmla="*/ 2344742 w 3483352"/>
                  <a:gd name="connsiteY54" fmla="*/ 628083 h 810400"/>
                  <a:gd name="connsiteX55" fmla="*/ 2366078 w 3483352"/>
                  <a:gd name="connsiteY55" fmla="*/ 650412 h 810400"/>
                  <a:gd name="connsiteX56" fmla="*/ 2387821 w 3483352"/>
                  <a:gd name="connsiteY56" fmla="*/ 671518 h 810400"/>
                  <a:gd name="connsiteX57" fmla="*/ 2390015 w 3483352"/>
                  <a:gd name="connsiteY57" fmla="*/ 672216 h 810400"/>
                  <a:gd name="connsiteX58" fmla="*/ 2576228 w 3483352"/>
                  <a:gd name="connsiteY58" fmla="*/ 675992 h 810400"/>
                  <a:gd name="connsiteX59" fmla="*/ 2762765 w 3483352"/>
                  <a:gd name="connsiteY59" fmla="*/ 679986 h 810400"/>
                  <a:gd name="connsiteX60" fmla="*/ 2949303 w 3483352"/>
                  <a:gd name="connsiteY60" fmla="*/ 682759 h 810400"/>
                  <a:gd name="connsiteX61" fmla="*/ 3321687 w 3483352"/>
                  <a:gd name="connsiteY61" fmla="*/ 690223 h 810400"/>
                  <a:gd name="connsiteX62" fmla="*/ 3354443 w 3483352"/>
                  <a:gd name="connsiteY62" fmla="*/ 713250 h 810400"/>
                  <a:gd name="connsiteX63" fmla="*/ 3388987 w 3483352"/>
                  <a:gd name="connsiteY63" fmla="*/ 742825 h 810400"/>
                  <a:gd name="connsiteX64" fmla="*/ 3424425 w 3483352"/>
                  <a:gd name="connsiteY64" fmla="*/ 771440 h 810400"/>
                  <a:gd name="connsiteX65" fmla="*/ 3460635 w 3483352"/>
                  <a:gd name="connsiteY65" fmla="*/ 798679 h 810400"/>
                  <a:gd name="connsiteX66" fmla="*/ 3476891 w 3483352"/>
                  <a:gd name="connsiteY66" fmla="*/ 810400 h 810400"/>
                  <a:gd name="connsiteX67" fmla="*/ 3483353 w 3483352"/>
                  <a:gd name="connsiteY67" fmla="*/ 810400 h 810400"/>
                  <a:gd name="connsiteX68" fmla="*/ 3464699 w 3483352"/>
                  <a:gd name="connsiteY68" fmla="*/ 796977 h 810400"/>
                  <a:gd name="connsiteX69" fmla="*/ 3428489 w 3483352"/>
                  <a:gd name="connsiteY69" fmla="*/ 769803 h 810400"/>
                  <a:gd name="connsiteX70" fmla="*/ 3393254 w 3483352"/>
                  <a:gd name="connsiteY70" fmla="*/ 741297 h 810400"/>
                  <a:gd name="connsiteX71" fmla="*/ 3358548 w 3483352"/>
                  <a:gd name="connsiteY71" fmla="*/ 711613 h 810400"/>
                  <a:gd name="connsiteX72" fmla="*/ 3324897 w 3483352"/>
                  <a:gd name="connsiteY72" fmla="*/ 687997 h 810400"/>
                  <a:gd name="connsiteX73" fmla="*/ 3323028 w 3483352"/>
                  <a:gd name="connsiteY73" fmla="*/ 687473 h 810400"/>
                  <a:gd name="connsiteX74" fmla="*/ 2949466 w 3483352"/>
                  <a:gd name="connsiteY74" fmla="*/ 679965 h 810400"/>
                  <a:gd name="connsiteX75" fmla="*/ 2762927 w 3483352"/>
                  <a:gd name="connsiteY75" fmla="*/ 677236 h 810400"/>
                  <a:gd name="connsiteX76" fmla="*/ 2576472 w 3483352"/>
                  <a:gd name="connsiteY76" fmla="*/ 673198 h 810400"/>
                  <a:gd name="connsiteX77" fmla="*/ 2391640 w 3483352"/>
                  <a:gd name="connsiteY77" fmla="*/ 669401 h 810400"/>
                  <a:gd name="connsiteX78" fmla="*/ 2370589 w 3483352"/>
                  <a:gd name="connsiteY78" fmla="*/ 649102 h 810400"/>
                  <a:gd name="connsiteX79" fmla="*/ 2349050 w 3483352"/>
                  <a:gd name="connsiteY79" fmla="*/ 626555 h 810400"/>
                  <a:gd name="connsiteX80" fmla="*/ 2328324 w 3483352"/>
                  <a:gd name="connsiteY80" fmla="*/ 612433 h 810400"/>
                  <a:gd name="connsiteX81" fmla="*/ 2308085 w 3483352"/>
                  <a:gd name="connsiteY81" fmla="*/ 599752 h 810400"/>
                  <a:gd name="connsiteX82" fmla="*/ 2306215 w 3483352"/>
                  <a:gd name="connsiteY82" fmla="*/ 599272 h 810400"/>
                  <a:gd name="connsiteX83" fmla="*/ 2306215 w 3483352"/>
                  <a:gd name="connsiteY83" fmla="*/ 599272 h 810400"/>
                  <a:gd name="connsiteX84" fmla="*/ 2129716 w 3483352"/>
                  <a:gd name="connsiteY84" fmla="*/ 599687 h 810400"/>
                  <a:gd name="connsiteX85" fmla="*/ 2112769 w 3483352"/>
                  <a:gd name="connsiteY85" fmla="*/ 588162 h 810400"/>
                  <a:gd name="connsiteX86" fmla="*/ 2110777 w 3483352"/>
                  <a:gd name="connsiteY86" fmla="*/ 587638 h 810400"/>
                  <a:gd name="connsiteX87" fmla="*/ 2110777 w 3483352"/>
                  <a:gd name="connsiteY87" fmla="*/ 587638 h 810400"/>
                  <a:gd name="connsiteX88" fmla="*/ 1936269 w 3483352"/>
                  <a:gd name="connsiteY88" fmla="*/ 588337 h 810400"/>
                  <a:gd name="connsiteX89" fmla="*/ 1921679 w 3483352"/>
                  <a:gd name="connsiteY89" fmla="*/ 580829 h 810400"/>
                  <a:gd name="connsiteX90" fmla="*/ 1906887 w 3483352"/>
                  <a:gd name="connsiteY90" fmla="*/ 572404 h 810400"/>
                  <a:gd name="connsiteX91" fmla="*/ 1892012 w 3483352"/>
                  <a:gd name="connsiteY91" fmla="*/ 561207 h 810400"/>
                  <a:gd name="connsiteX92" fmla="*/ 1877341 w 3483352"/>
                  <a:gd name="connsiteY92" fmla="*/ 551821 h 810400"/>
                  <a:gd name="connsiteX93" fmla="*/ 1863361 w 3483352"/>
                  <a:gd name="connsiteY93" fmla="*/ 545273 h 810400"/>
                  <a:gd name="connsiteX94" fmla="*/ 1849869 w 3483352"/>
                  <a:gd name="connsiteY94" fmla="*/ 538180 h 810400"/>
                  <a:gd name="connsiteX95" fmla="*/ 1836376 w 3483352"/>
                  <a:gd name="connsiteY95" fmla="*/ 528161 h 810400"/>
                  <a:gd name="connsiteX96" fmla="*/ 1823168 w 3483352"/>
                  <a:gd name="connsiteY96" fmla="*/ 517990 h 810400"/>
                  <a:gd name="connsiteX97" fmla="*/ 1797484 w 3483352"/>
                  <a:gd name="connsiteY97" fmla="*/ 493217 h 810400"/>
                  <a:gd name="connsiteX98" fmla="*/ 1785495 w 3483352"/>
                  <a:gd name="connsiteY98" fmla="*/ 481234 h 810400"/>
                  <a:gd name="connsiteX99" fmla="*/ 1774279 w 3483352"/>
                  <a:gd name="connsiteY99" fmla="*/ 464559 h 810400"/>
                  <a:gd name="connsiteX100" fmla="*/ 1763590 w 3483352"/>
                  <a:gd name="connsiteY100" fmla="*/ 447185 h 810400"/>
                  <a:gd name="connsiteX101" fmla="*/ 1733841 w 3483352"/>
                  <a:gd name="connsiteY101" fmla="*/ 393688 h 810400"/>
                  <a:gd name="connsiteX102" fmla="*/ 1724128 w 3483352"/>
                  <a:gd name="connsiteY102" fmla="*/ 377274 h 810400"/>
                  <a:gd name="connsiteX103" fmla="*/ 1713928 w 3483352"/>
                  <a:gd name="connsiteY103" fmla="*/ 358896 h 810400"/>
                  <a:gd name="connsiteX104" fmla="*/ 1703402 w 3483352"/>
                  <a:gd name="connsiteY104" fmla="*/ 346586 h 810400"/>
                  <a:gd name="connsiteX105" fmla="*/ 1692389 w 3483352"/>
                  <a:gd name="connsiteY105" fmla="*/ 332683 h 810400"/>
                  <a:gd name="connsiteX106" fmla="*/ 1681091 w 3483352"/>
                  <a:gd name="connsiteY106" fmla="*/ 320700 h 810400"/>
                  <a:gd name="connsiteX107" fmla="*/ 1669386 w 3483352"/>
                  <a:gd name="connsiteY107" fmla="*/ 306796 h 810400"/>
                  <a:gd name="connsiteX108" fmla="*/ 1657804 w 3483352"/>
                  <a:gd name="connsiteY108" fmla="*/ 295294 h 810400"/>
                  <a:gd name="connsiteX109" fmla="*/ 1646384 w 3483352"/>
                  <a:gd name="connsiteY109" fmla="*/ 283093 h 810400"/>
                  <a:gd name="connsiteX110" fmla="*/ 1635167 w 3483352"/>
                  <a:gd name="connsiteY110" fmla="*/ 270084 h 810400"/>
                  <a:gd name="connsiteX111" fmla="*/ 1633298 w 3483352"/>
                  <a:gd name="connsiteY111" fmla="*/ 269277 h 810400"/>
                  <a:gd name="connsiteX112" fmla="*/ 1616148 w 3483352"/>
                  <a:gd name="connsiteY112" fmla="*/ 267989 h 810400"/>
                  <a:gd name="connsiteX113" fmla="*/ 1612694 w 3483352"/>
                  <a:gd name="connsiteY113" fmla="*/ 267465 h 810400"/>
                  <a:gd name="connsiteX114" fmla="*/ 1604566 w 3483352"/>
                  <a:gd name="connsiteY114" fmla="*/ 267094 h 810400"/>
                  <a:gd name="connsiteX115" fmla="*/ 1542549 w 3483352"/>
                  <a:gd name="connsiteY115" fmla="*/ 260284 h 810400"/>
                  <a:gd name="connsiteX116" fmla="*/ 1498089 w 3483352"/>
                  <a:gd name="connsiteY116" fmla="*/ 258996 h 810400"/>
                  <a:gd name="connsiteX117" fmla="*/ 1229011 w 3483352"/>
                  <a:gd name="connsiteY117" fmla="*/ 238108 h 810400"/>
                  <a:gd name="connsiteX118" fmla="*/ 1220965 w 3483352"/>
                  <a:gd name="connsiteY118" fmla="*/ 233044 h 810400"/>
                  <a:gd name="connsiteX119" fmla="*/ 1213121 w 3483352"/>
                  <a:gd name="connsiteY119" fmla="*/ 221433 h 810400"/>
                  <a:gd name="connsiteX120" fmla="*/ 1199223 w 3483352"/>
                  <a:gd name="connsiteY120" fmla="*/ 192600 h 810400"/>
                  <a:gd name="connsiteX121" fmla="*/ 1193776 w 3483352"/>
                  <a:gd name="connsiteY121" fmla="*/ 176405 h 810400"/>
                  <a:gd name="connsiteX122" fmla="*/ 1182885 w 3483352"/>
                  <a:gd name="connsiteY122" fmla="*/ 131857 h 810400"/>
                  <a:gd name="connsiteX123" fmla="*/ 1176748 w 3483352"/>
                  <a:gd name="connsiteY123" fmla="*/ 117888 h 810400"/>
                  <a:gd name="connsiteX124" fmla="*/ 1174960 w 3483352"/>
                  <a:gd name="connsiteY124" fmla="*/ 116862 h 810400"/>
                  <a:gd name="connsiteX125" fmla="*/ 1049748 w 3483352"/>
                  <a:gd name="connsiteY125" fmla="*/ 97742 h 810400"/>
                  <a:gd name="connsiteX126" fmla="*/ 920269 w 3483352"/>
                  <a:gd name="connsiteY126" fmla="*/ 81001 h 810400"/>
                  <a:gd name="connsiteX127" fmla="*/ 792497 w 3483352"/>
                  <a:gd name="connsiteY127" fmla="*/ 64849 h 810400"/>
                  <a:gd name="connsiteX128" fmla="*/ 664725 w 3483352"/>
                  <a:gd name="connsiteY128" fmla="*/ 53499 h 810400"/>
                  <a:gd name="connsiteX129" fmla="*/ 534636 w 3483352"/>
                  <a:gd name="connsiteY129" fmla="*/ 38788 h 810400"/>
                  <a:gd name="connsiteX130" fmla="*/ 403491 w 3483352"/>
                  <a:gd name="connsiteY130" fmla="*/ 26958 h 810400"/>
                  <a:gd name="connsiteX131" fmla="*/ 270801 w 3483352"/>
                  <a:gd name="connsiteY131" fmla="*/ 15870 h 810400"/>
                  <a:gd name="connsiteX132" fmla="*/ 137055 w 3483352"/>
                  <a:gd name="connsiteY132" fmla="*/ 8253 h 810400"/>
                  <a:gd name="connsiteX133" fmla="*/ 2821 w 3483352"/>
                  <a:gd name="connsiteY133" fmla="*/ 3 h 810400"/>
                  <a:gd name="connsiteX134" fmla="*/ 17 w 3483352"/>
                  <a:gd name="connsiteY134" fmla="*/ 1225 h 810400"/>
                  <a:gd name="connsiteX135" fmla="*/ 2293 w 3483352"/>
                  <a:gd name="connsiteY135" fmla="*/ 2818 h 81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3483352" h="810400">
                    <a:moveTo>
                      <a:pt x="2090" y="2796"/>
                    </a:moveTo>
                    <a:lnTo>
                      <a:pt x="136324" y="11003"/>
                    </a:lnTo>
                    <a:lnTo>
                      <a:pt x="270029" y="18621"/>
                    </a:lnTo>
                    <a:lnTo>
                      <a:pt x="402556" y="29708"/>
                    </a:lnTo>
                    <a:lnTo>
                      <a:pt x="533620" y="41538"/>
                    </a:lnTo>
                    <a:lnTo>
                      <a:pt x="663587" y="56250"/>
                    </a:lnTo>
                    <a:lnTo>
                      <a:pt x="791359" y="67599"/>
                    </a:lnTo>
                    <a:lnTo>
                      <a:pt x="919335" y="83751"/>
                    </a:lnTo>
                    <a:lnTo>
                      <a:pt x="1046619" y="100165"/>
                    </a:lnTo>
                    <a:lnTo>
                      <a:pt x="1172034" y="119350"/>
                    </a:lnTo>
                    <a:lnTo>
                      <a:pt x="1177764" y="132359"/>
                    </a:lnTo>
                    <a:lnTo>
                      <a:pt x="1188575" y="176798"/>
                    </a:lnTo>
                    <a:lnTo>
                      <a:pt x="1194143" y="193211"/>
                    </a:lnTo>
                    <a:lnTo>
                      <a:pt x="1208122" y="222262"/>
                    </a:lnTo>
                    <a:lnTo>
                      <a:pt x="1216250" y="234245"/>
                    </a:lnTo>
                    <a:cubicBezTo>
                      <a:pt x="1216332" y="234398"/>
                      <a:pt x="1216535" y="234507"/>
                      <a:pt x="1216738" y="234660"/>
                    </a:cubicBezTo>
                    <a:lnTo>
                      <a:pt x="1225557" y="240313"/>
                    </a:lnTo>
                    <a:cubicBezTo>
                      <a:pt x="1225963" y="240575"/>
                      <a:pt x="1226532" y="240749"/>
                      <a:pt x="1227142" y="240793"/>
                    </a:cubicBezTo>
                    <a:lnTo>
                      <a:pt x="1497398" y="261790"/>
                    </a:lnTo>
                    <a:lnTo>
                      <a:pt x="1541736" y="263078"/>
                    </a:lnTo>
                    <a:lnTo>
                      <a:pt x="1603631" y="269888"/>
                    </a:lnTo>
                    <a:lnTo>
                      <a:pt x="1611474" y="270150"/>
                    </a:lnTo>
                    <a:lnTo>
                      <a:pt x="1614847" y="270739"/>
                    </a:lnTo>
                    <a:lnTo>
                      <a:pt x="1631023" y="271961"/>
                    </a:lnTo>
                    <a:lnTo>
                      <a:pt x="1641629" y="284271"/>
                    </a:lnTo>
                    <a:lnTo>
                      <a:pt x="1653130" y="296582"/>
                    </a:lnTo>
                    <a:lnTo>
                      <a:pt x="1664753" y="307997"/>
                    </a:lnTo>
                    <a:lnTo>
                      <a:pt x="1676376" y="321900"/>
                    </a:lnTo>
                    <a:lnTo>
                      <a:pt x="1687674" y="333883"/>
                    </a:lnTo>
                    <a:lnTo>
                      <a:pt x="1698688" y="347743"/>
                    </a:lnTo>
                    <a:lnTo>
                      <a:pt x="1709010" y="359900"/>
                    </a:lnTo>
                    <a:lnTo>
                      <a:pt x="1719130" y="378125"/>
                    </a:lnTo>
                    <a:lnTo>
                      <a:pt x="1728843" y="394539"/>
                    </a:lnTo>
                    <a:lnTo>
                      <a:pt x="1748512" y="430138"/>
                    </a:lnTo>
                    <a:lnTo>
                      <a:pt x="1758713" y="448036"/>
                    </a:lnTo>
                    <a:lnTo>
                      <a:pt x="1769442" y="465453"/>
                    </a:lnTo>
                    <a:lnTo>
                      <a:pt x="1780740" y="482391"/>
                    </a:lnTo>
                    <a:lnTo>
                      <a:pt x="1792932" y="494592"/>
                    </a:lnTo>
                    <a:lnTo>
                      <a:pt x="1818820" y="519474"/>
                    </a:lnTo>
                    <a:lnTo>
                      <a:pt x="1832109" y="529820"/>
                    </a:lnTo>
                    <a:lnTo>
                      <a:pt x="1846008" y="539991"/>
                    </a:lnTo>
                    <a:lnTo>
                      <a:pt x="1859907" y="547347"/>
                    </a:lnTo>
                    <a:lnTo>
                      <a:pt x="1873684" y="553785"/>
                    </a:lnTo>
                    <a:lnTo>
                      <a:pt x="1887989" y="562953"/>
                    </a:lnTo>
                    <a:lnTo>
                      <a:pt x="1902985" y="574193"/>
                    </a:lnTo>
                    <a:lnTo>
                      <a:pt x="1918144" y="582771"/>
                    </a:lnTo>
                    <a:lnTo>
                      <a:pt x="1933506" y="590760"/>
                    </a:lnTo>
                    <a:cubicBezTo>
                      <a:pt x="1933912" y="591022"/>
                      <a:pt x="1934278" y="591174"/>
                      <a:pt x="1935172" y="591174"/>
                    </a:cubicBezTo>
                    <a:lnTo>
                      <a:pt x="2109518" y="590432"/>
                    </a:lnTo>
                    <a:lnTo>
                      <a:pt x="2126464" y="602000"/>
                    </a:lnTo>
                    <a:cubicBezTo>
                      <a:pt x="2126952" y="602328"/>
                      <a:pt x="2127765" y="602481"/>
                      <a:pt x="2128456" y="602481"/>
                    </a:cubicBezTo>
                    <a:lnTo>
                      <a:pt x="2128456" y="602481"/>
                    </a:lnTo>
                    <a:lnTo>
                      <a:pt x="2304956" y="602066"/>
                    </a:lnTo>
                    <a:lnTo>
                      <a:pt x="2324382" y="614223"/>
                    </a:lnTo>
                    <a:lnTo>
                      <a:pt x="2344742" y="628083"/>
                    </a:lnTo>
                    <a:lnTo>
                      <a:pt x="2366078" y="650412"/>
                    </a:lnTo>
                    <a:lnTo>
                      <a:pt x="2387821" y="671518"/>
                    </a:lnTo>
                    <a:cubicBezTo>
                      <a:pt x="2388308" y="671933"/>
                      <a:pt x="2389121" y="672216"/>
                      <a:pt x="2390015" y="672216"/>
                    </a:cubicBezTo>
                    <a:lnTo>
                      <a:pt x="2576228" y="675992"/>
                    </a:lnTo>
                    <a:lnTo>
                      <a:pt x="2762765" y="679986"/>
                    </a:lnTo>
                    <a:lnTo>
                      <a:pt x="2949303" y="682759"/>
                    </a:lnTo>
                    <a:lnTo>
                      <a:pt x="3321687" y="690223"/>
                    </a:lnTo>
                    <a:lnTo>
                      <a:pt x="3354443" y="713250"/>
                    </a:lnTo>
                    <a:lnTo>
                      <a:pt x="3388987" y="742825"/>
                    </a:lnTo>
                    <a:lnTo>
                      <a:pt x="3424425" y="771440"/>
                    </a:lnTo>
                    <a:lnTo>
                      <a:pt x="3460635" y="798679"/>
                    </a:lnTo>
                    <a:lnTo>
                      <a:pt x="3476891" y="810400"/>
                    </a:lnTo>
                    <a:lnTo>
                      <a:pt x="3483353" y="810400"/>
                    </a:lnTo>
                    <a:lnTo>
                      <a:pt x="3464699" y="796977"/>
                    </a:lnTo>
                    <a:lnTo>
                      <a:pt x="3428489" y="769803"/>
                    </a:lnTo>
                    <a:lnTo>
                      <a:pt x="3393254" y="741297"/>
                    </a:lnTo>
                    <a:lnTo>
                      <a:pt x="3358548" y="711613"/>
                    </a:lnTo>
                    <a:lnTo>
                      <a:pt x="3324897" y="687997"/>
                    </a:lnTo>
                    <a:cubicBezTo>
                      <a:pt x="3324491" y="687669"/>
                      <a:pt x="3323800" y="687473"/>
                      <a:pt x="3323028" y="687473"/>
                    </a:cubicBezTo>
                    <a:lnTo>
                      <a:pt x="2949466" y="679965"/>
                    </a:lnTo>
                    <a:lnTo>
                      <a:pt x="2762927" y="677236"/>
                    </a:lnTo>
                    <a:lnTo>
                      <a:pt x="2576472" y="673198"/>
                    </a:lnTo>
                    <a:lnTo>
                      <a:pt x="2391640" y="669401"/>
                    </a:lnTo>
                    <a:lnTo>
                      <a:pt x="2370589" y="649102"/>
                    </a:lnTo>
                    <a:lnTo>
                      <a:pt x="2349050" y="626555"/>
                    </a:lnTo>
                    <a:lnTo>
                      <a:pt x="2328324" y="612433"/>
                    </a:lnTo>
                    <a:lnTo>
                      <a:pt x="2308085" y="599752"/>
                    </a:lnTo>
                    <a:cubicBezTo>
                      <a:pt x="2307597" y="599425"/>
                      <a:pt x="2306906" y="599272"/>
                      <a:pt x="2306215" y="599272"/>
                    </a:cubicBezTo>
                    <a:lnTo>
                      <a:pt x="2306215" y="599272"/>
                    </a:lnTo>
                    <a:lnTo>
                      <a:pt x="2129716" y="599687"/>
                    </a:lnTo>
                    <a:lnTo>
                      <a:pt x="2112769" y="588162"/>
                    </a:lnTo>
                    <a:cubicBezTo>
                      <a:pt x="2112362" y="587857"/>
                      <a:pt x="2111550" y="587638"/>
                      <a:pt x="2110777" y="587638"/>
                    </a:cubicBezTo>
                    <a:lnTo>
                      <a:pt x="2110777" y="587638"/>
                    </a:lnTo>
                    <a:lnTo>
                      <a:pt x="1936269" y="588337"/>
                    </a:lnTo>
                    <a:lnTo>
                      <a:pt x="1921679" y="580829"/>
                    </a:lnTo>
                    <a:lnTo>
                      <a:pt x="1906887" y="572404"/>
                    </a:lnTo>
                    <a:lnTo>
                      <a:pt x="1892012" y="561207"/>
                    </a:lnTo>
                    <a:lnTo>
                      <a:pt x="1877341" y="551821"/>
                    </a:lnTo>
                    <a:lnTo>
                      <a:pt x="1863361" y="545273"/>
                    </a:lnTo>
                    <a:lnTo>
                      <a:pt x="1849869" y="538180"/>
                    </a:lnTo>
                    <a:lnTo>
                      <a:pt x="1836376" y="528161"/>
                    </a:lnTo>
                    <a:lnTo>
                      <a:pt x="1823168" y="517990"/>
                    </a:lnTo>
                    <a:lnTo>
                      <a:pt x="1797484" y="493217"/>
                    </a:lnTo>
                    <a:lnTo>
                      <a:pt x="1785495" y="481234"/>
                    </a:lnTo>
                    <a:lnTo>
                      <a:pt x="1774279" y="464559"/>
                    </a:lnTo>
                    <a:lnTo>
                      <a:pt x="1763590" y="447185"/>
                    </a:lnTo>
                    <a:lnTo>
                      <a:pt x="1733841" y="393688"/>
                    </a:lnTo>
                    <a:lnTo>
                      <a:pt x="1724128" y="377274"/>
                    </a:lnTo>
                    <a:lnTo>
                      <a:pt x="1713928" y="358896"/>
                    </a:lnTo>
                    <a:lnTo>
                      <a:pt x="1703402" y="346586"/>
                    </a:lnTo>
                    <a:lnTo>
                      <a:pt x="1692389" y="332683"/>
                    </a:lnTo>
                    <a:lnTo>
                      <a:pt x="1681091" y="320700"/>
                    </a:lnTo>
                    <a:lnTo>
                      <a:pt x="1669386" y="306796"/>
                    </a:lnTo>
                    <a:lnTo>
                      <a:pt x="1657804" y="295294"/>
                    </a:lnTo>
                    <a:lnTo>
                      <a:pt x="1646384" y="283093"/>
                    </a:lnTo>
                    <a:lnTo>
                      <a:pt x="1635167" y="270084"/>
                    </a:lnTo>
                    <a:cubicBezTo>
                      <a:pt x="1634883" y="269648"/>
                      <a:pt x="1634071" y="269386"/>
                      <a:pt x="1633298" y="269277"/>
                    </a:cubicBezTo>
                    <a:lnTo>
                      <a:pt x="1616148" y="267989"/>
                    </a:lnTo>
                    <a:lnTo>
                      <a:pt x="1612694" y="267465"/>
                    </a:lnTo>
                    <a:lnTo>
                      <a:pt x="1604566" y="267094"/>
                    </a:lnTo>
                    <a:lnTo>
                      <a:pt x="1542549" y="260284"/>
                    </a:lnTo>
                    <a:lnTo>
                      <a:pt x="1498089" y="258996"/>
                    </a:lnTo>
                    <a:lnTo>
                      <a:pt x="1229011" y="238108"/>
                    </a:lnTo>
                    <a:lnTo>
                      <a:pt x="1220965" y="233044"/>
                    </a:lnTo>
                    <a:lnTo>
                      <a:pt x="1213121" y="221433"/>
                    </a:lnTo>
                    <a:lnTo>
                      <a:pt x="1199223" y="192600"/>
                    </a:lnTo>
                    <a:lnTo>
                      <a:pt x="1193776" y="176405"/>
                    </a:lnTo>
                    <a:lnTo>
                      <a:pt x="1182885" y="131857"/>
                    </a:lnTo>
                    <a:lnTo>
                      <a:pt x="1176748" y="117888"/>
                    </a:lnTo>
                    <a:cubicBezTo>
                      <a:pt x="1176545" y="117408"/>
                      <a:pt x="1175855" y="117036"/>
                      <a:pt x="1174960" y="116862"/>
                    </a:cubicBezTo>
                    <a:lnTo>
                      <a:pt x="1049748" y="97742"/>
                    </a:lnTo>
                    <a:lnTo>
                      <a:pt x="920269" y="81001"/>
                    </a:lnTo>
                    <a:lnTo>
                      <a:pt x="792497" y="64849"/>
                    </a:lnTo>
                    <a:lnTo>
                      <a:pt x="664725" y="53499"/>
                    </a:lnTo>
                    <a:lnTo>
                      <a:pt x="534636" y="38788"/>
                    </a:lnTo>
                    <a:lnTo>
                      <a:pt x="403491" y="26958"/>
                    </a:lnTo>
                    <a:lnTo>
                      <a:pt x="270801" y="15870"/>
                    </a:lnTo>
                    <a:lnTo>
                      <a:pt x="137055" y="8253"/>
                    </a:lnTo>
                    <a:lnTo>
                      <a:pt x="2821" y="3"/>
                    </a:lnTo>
                    <a:cubicBezTo>
                      <a:pt x="1439" y="-41"/>
                      <a:pt x="139" y="483"/>
                      <a:pt x="17" y="1225"/>
                    </a:cubicBezTo>
                    <a:cubicBezTo>
                      <a:pt x="-145" y="2032"/>
                      <a:pt x="871" y="2709"/>
                      <a:pt x="2293" y="281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5" name="Freeform: Shape 714">
                <a:extLst>
                  <a:ext uri="{FF2B5EF4-FFF2-40B4-BE49-F238E27FC236}">
                    <a16:creationId xmlns:a16="http://schemas.microsoft.com/office/drawing/2014/main" id="{E215A990-B278-49EF-9304-2D5B6F5B1DEB}"/>
                  </a:ext>
                </a:extLst>
              </p:cNvPr>
              <p:cNvSpPr/>
              <p:nvPr/>
            </p:nvSpPr>
            <p:spPr>
              <a:xfrm>
                <a:off x="7039192" y="6175206"/>
                <a:ext cx="1725229" cy="177526"/>
              </a:xfrm>
              <a:custGeom>
                <a:avLst/>
                <a:gdLst>
                  <a:gd name="connsiteX0" fmla="*/ 1722629 w 1725229"/>
                  <a:gd name="connsiteY0" fmla="*/ 177483 h 177526"/>
                  <a:gd name="connsiteX1" fmla="*/ 1722629 w 1725229"/>
                  <a:gd name="connsiteY1" fmla="*/ 177483 h 177526"/>
                  <a:gd name="connsiteX2" fmla="*/ 1598717 w 1725229"/>
                  <a:gd name="connsiteY2" fmla="*/ 177221 h 177526"/>
                  <a:gd name="connsiteX3" fmla="*/ 1597051 w 1725229"/>
                  <a:gd name="connsiteY3" fmla="*/ 176894 h 177526"/>
                  <a:gd name="connsiteX4" fmla="*/ 1578397 w 1725229"/>
                  <a:gd name="connsiteY4" fmla="*/ 167836 h 177526"/>
                  <a:gd name="connsiteX5" fmla="*/ 1449691 w 1725229"/>
                  <a:gd name="connsiteY5" fmla="*/ 167574 h 177526"/>
                  <a:gd name="connsiteX6" fmla="*/ 1447983 w 1725229"/>
                  <a:gd name="connsiteY6" fmla="*/ 167203 h 177526"/>
                  <a:gd name="connsiteX7" fmla="*/ 1430711 w 1725229"/>
                  <a:gd name="connsiteY7" fmla="*/ 158297 h 177526"/>
                  <a:gd name="connsiteX8" fmla="*/ 1046339 w 1725229"/>
                  <a:gd name="connsiteY8" fmla="*/ 157512 h 177526"/>
                  <a:gd name="connsiteX9" fmla="*/ 1044469 w 1725229"/>
                  <a:gd name="connsiteY9" fmla="*/ 157031 h 177526"/>
                  <a:gd name="connsiteX10" fmla="*/ 1030773 w 1725229"/>
                  <a:gd name="connsiteY10" fmla="*/ 148454 h 177526"/>
                  <a:gd name="connsiteX11" fmla="*/ 904546 w 1725229"/>
                  <a:gd name="connsiteY11" fmla="*/ 148192 h 177526"/>
                  <a:gd name="connsiteX12" fmla="*/ 902676 w 1725229"/>
                  <a:gd name="connsiteY12" fmla="*/ 147668 h 177526"/>
                  <a:gd name="connsiteX13" fmla="*/ 877073 w 1725229"/>
                  <a:gd name="connsiteY13" fmla="*/ 130403 h 177526"/>
                  <a:gd name="connsiteX14" fmla="*/ 752958 w 1725229"/>
                  <a:gd name="connsiteY14" fmla="*/ 127806 h 177526"/>
                  <a:gd name="connsiteX15" fmla="*/ 627462 w 1725229"/>
                  <a:gd name="connsiteY15" fmla="*/ 116194 h 177526"/>
                  <a:gd name="connsiteX16" fmla="*/ 499080 w 1725229"/>
                  <a:gd name="connsiteY16" fmla="*/ 100566 h 177526"/>
                  <a:gd name="connsiteX17" fmla="*/ 374884 w 1725229"/>
                  <a:gd name="connsiteY17" fmla="*/ 80311 h 177526"/>
                  <a:gd name="connsiteX18" fmla="*/ 251745 w 1725229"/>
                  <a:gd name="connsiteY18" fmla="*/ 58463 h 177526"/>
                  <a:gd name="connsiteX19" fmla="*/ 126533 w 1725229"/>
                  <a:gd name="connsiteY19" fmla="*/ 30001 h 177526"/>
                  <a:gd name="connsiteX20" fmla="*/ 1606 w 1725229"/>
                  <a:gd name="connsiteY20" fmla="*/ 2718 h 177526"/>
                  <a:gd name="connsiteX21" fmla="*/ 224 w 1725229"/>
                  <a:gd name="connsiteY21" fmla="*/ 862 h 177526"/>
                  <a:gd name="connsiteX22" fmla="*/ 3475 w 1725229"/>
                  <a:gd name="connsiteY22" fmla="*/ 120 h 177526"/>
                  <a:gd name="connsiteX23" fmla="*/ 128200 w 1725229"/>
                  <a:gd name="connsiteY23" fmla="*/ 27360 h 177526"/>
                  <a:gd name="connsiteX24" fmla="*/ 253411 w 1725229"/>
                  <a:gd name="connsiteY24" fmla="*/ 55822 h 177526"/>
                  <a:gd name="connsiteX25" fmla="*/ 378339 w 1725229"/>
                  <a:gd name="connsiteY25" fmla="*/ 77997 h 177526"/>
                  <a:gd name="connsiteX26" fmla="*/ 503469 w 1725229"/>
                  <a:gd name="connsiteY26" fmla="*/ 98362 h 177526"/>
                  <a:gd name="connsiteX27" fmla="*/ 628478 w 1725229"/>
                  <a:gd name="connsiteY27" fmla="*/ 113444 h 177526"/>
                  <a:gd name="connsiteX28" fmla="*/ 753487 w 1725229"/>
                  <a:gd name="connsiteY28" fmla="*/ 125055 h 177526"/>
                  <a:gd name="connsiteX29" fmla="*/ 878414 w 1725229"/>
                  <a:gd name="connsiteY29" fmla="*/ 127653 h 177526"/>
                  <a:gd name="connsiteX30" fmla="*/ 880324 w 1725229"/>
                  <a:gd name="connsiteY30" fmla="*/ 128177 h 177526"/>
                  <a:gd name="connsiteX31" fmla="*/ 905805 w 1725229"/>
                  <a:gd name="connsiteY31" fmla="*/ 145398 h 177526"/>
                  <a:gd name="connsiteX32" fmla="*/ 1031911 w 1725229"/>
                  <a:gd name="connsiteY32" fmla="*/ 145660 h 177526"/>
                  <a:gd name="connsiteX33" fmla="*/ 1033780 w 1725229"/>
                  <a:gd name="connsiteY33" fmla="*/ 146140 h 177526"/>
                  <a:gd name="connsiteX34" fmla="*/ 1047558 w 1725229"/>
                  <a:gd name="connsiteY34" fmla="*/ 154783 h 177526"/>
                  <a:gd name="connsiteX35" fmla="*/ 1431849 w 1725229"/>
                  <a:gd name="connsiteY35" fmla="*/ 155525 h 177526"/>
                  <a:gd name="connsiteX36" fmla="*/ 1433516 w 1725229"/>
                  <a:gd name="connsiteY36" fmla="*/ 155896 h 177526"/>
                  <a:gd name="connsiteX37" fmla="*/ 1450788 w 1725229"/>
                  <a:gd name="connsiteY37" fmla="*/ 164802 h 177526"/>
                  <a:gd name="connsiteX38" fmla="*/ 1579373 w 1725229"/>
                  <a:gd name="connsiteY38" fmla="*/ 165064 h 177526"/>
                  <a:gd name="connsiteX39" fmla="*/ 1581039 w 1725229"/>
                  <a:gd name="connsiteY39" fmla="*/ 165435 h 177526"/>
                  <a:gd name="connsiteX40" fmla="*/ 1599693 w 1725229"/>
                  <a:gd name="connsiteY40" fmla="*/ 174493 h 177526"/>
                  <a:gd name="connsiteX41" fmla="*/ 1722629 w 1725229"/>
                  <a:gd name="connsiteY41" fmla="*/ 174711 h 177526"/>
                  <a:gd name="connsiteX42" fmla="*/ 1725230 w 1725229"/>
                  <a:gd name="connsiteY42" fmla="*/ 176151 h 177526"/>
                  <a:gd name="connsiteX43" fmla="*/ 1722629 w 1725229"/>
                  <a:gd name="connsiteY43" fmla="*/ 177526 h 177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725229" h="177526">
                    <a:moveTo>
                      <a:pt x="1722629" y="177483"/>
                    </a:moveTo>
                    <a:lnTo>
                      <a:pt x="1722629" y="177483"/>
                    </a:lnTo>
                    <a:lnTo>
                      <a:pt x="1598717" y="177221"/>
                    </a:lnTo>
                    <a:cubicBezTo>
                      <a:pt x="1598108" y="177221"/>
                      <a:pt x="1597538" y="177112"/>
                      <a:pt x="1597051" y="176894"/>
                    </a:cubicBezTo>
                    <a:lnTo>
                      <a:pt x="1578397" y="167836"/>
                    </a:lnTo>
                    <a:lnTo>
                      <a:pt x="1449691" y="167574"/>
                    </a:lnTo>
                    <a:cubicBezTo>
                      <a:pt x="1449080" y="167574"/>
                      <a:pt x="1448512" y="167399"/>
                      <a:pt x="1447983" y="167203"/>
                    </a:cubicBezTo>
                    <a:lnTo>
                      <a:pt x="1430711" y="158297"/>
                    </a:lnTo>
                    <a:lnTo>
                      <a:pt x="1046339" y="157512"/>
                    </a:lnTo>
                    <a:cubicBezTo>
                      <a:pt x="1045648" y="157512"/>
                      <a:pt x="1044956" y="157359"/>
                      <a:pt x="1044469" y="157031"/>
                    </a:cubicBezTo>
                    <a:lnTo>
                      <a:pt x="1030773" y="148454"/>
                    </a:lnTo>
                    <a:lnTo>
                      <a:pt x="904546" y="148192"/>
                    </a:lnTo>
                    <a:cubicBezTo>
                      <a:pt x="903855" y="148192"/>
                      <a:pt x="903042" y="147973"/>
                      <a:pt x="902676" y="147668"/>
                    </a:cubicBezTo>
                    <a:lnTo>
                      <a:pt x="877073" y="130403"/>
                    </a:lnTo>
                    <a:lnTo>
                      <a:pt x="752958" y="127806"/>
                    </a:lnTo>
                    <a:lnTo>
                      <a:pt x="627462" y="116194"/>
                    </a:lnTo>
                    <a:lnTo>
                      <a:pt x="499080" y="100566"/>
                    </a:lnTo>
                    <a:lnTo>
                      <a:pt x="374884" y="80311"/>
                    </a:lnTo>
                    <a:lnTo>
                      <a:pt x="251745" y="58463"/>
                    </a:lnTo>
                    <a:lnTo>
                      <a:pt x="126533" y="30001"/>
                    </a:lnTo>
                    <a:lnTo>
                      <a:pt x="1606" y="2718"/>
                    </a:lnTo>
                    <a:cubicBezTo>
                      <a:pt x="306" y="2390"/>
                      <a:pt x="-386" y="1605"/>
                      <a:pt x="224" y="862"/>
                    </a:cubicBezTo>
                    <a:cubicBezTo>
                      <a:pt x="712" y="164"/>
                      <a:pt x="2093" y="-207"/>
                      <a:pt x="3475" y="120"/>
                    </a:cubicBezTo>
                    <a:lnTo>
                      <a:pt x="128200" y="27360"/>
                    </a:lnTo>
                    <a:lnTo>
                      <a:pt x="253411" y="55822"/>
                    </a:lnTo>
                    <a:lnTo>
                      <a:pt x="378339" y="77997"/>
                    </a:lnTo>
                    <a:lnTo>
                      <a:pt x="503469" y="98362"/>
                    </a:lnTo>
                    <a:lnTo>
                      <a:pt x="628478" y="113444"/>
                    </a:lnTo>
                    <a:lnTo>
                      <a:pt x="753487" y="125055"/>
                    </a:lnTo>
                    <a:lnTo>
                      <a:pt x="878414" y="127653"/>
                    </a:lnTo>
                    <a:cubicBezTo>
                      <a:pt x="879105" y="127653"/>
                      <a:pt x="879795" y="127871"/>
                      <a:pt x="880324" y="128177"/>
                    </a:cubicBezTo>
                    <a:lnTo>
                      <a:pt x="905805" y="145398"/>
                    </a:lnTo>
                    <a:lnTo>
                      <a:pt x="1031911" y="145660"/>
                    </a:lnTo>
                    <a:cubicBezTo>
                      <a:pt x="1032683" y="145660"/>
                      <a:pt x="1033293" y="145813"/>
                      <a:pt x="1033780" y="146140"/>
                    </a:cubicBezTo>
                    <a:lnTo>
                      <a:pt x="1047558" y="154783"/>
                    </a:lnTo>
                    <a:lnTo>
                      <a:pt x="1431849" y="155525"/>
                    </a:lnTo>
                    <a:cubicBezTo>
                      <a:pt x="1432419" y="155525"/>
                      <a:pt x="1433028" y="155678"/>
                      <a:pt x="1433516" y="155896"/>
                    </a:cubicBezTo>
                    <a:lnTo>
                      <a:pt x="1450788" y="164802"/>
                    </a:lnTo>
                    <a:lnTo>
                      <a:pt x="1579373" y="165064"/>
                    </a:lnTo>
                    <a:cubicBezTo>
                      <a:pt x="1579983" y="165064"/>
                      <a:pt x="1580551" y="165173"/>
                      <a:pt x="1581039" y="165435"/>
                    </a:cubicBezTo>
                    <a:lnTo>
                      <a:pt x="1599693" y="174493"/>
                    </a:lnTo>
                    <a:lnTo>
                      <a:pt x="1722629" y="174711"/>
                    </a:lnTo>
                    <a:cubicBezTo>
                      <a:pt x="1724011" y="174711"/>
                      <a:pt x="1725230" y="175366"/>
                      <a:pt x="1725230" y="176151"/>
                    </a:cubicBezTo>
                    <a:cubicBezTo>
                      <a:pt x="1725108" y="176894"/>
                      <a:pt x="1724051" y="177526"/>
                      <a:pt x="1722629" y="17752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6" name="Freeform: Shape 715">
                <a:extLst>
                  <a:ext uri="{FF2B5EF4-FFF2-40B4-BE49-F238E27FC236}">
                    <a16:creationId xmlns:a16="http://schemas.microsoft.com/office/drawing/2014/main" id="{FA22FBF3-BD32-4D2C-82ED-270179C123C6}"/>
                  </a:ext>
                </a:extLst>
              </p:cNvPr>
              <p:cNvSpPr/>
              <p:nvPr/>
            </p:nvSpPr>
            <p:spPr>
              <a:xfrm>
                <a:off x="1119970" y="6066531"/>
                <a:ext cx="1786358" cy="142910"/>
              </a:xfrm>
              <a:custGeom>
                <a:avLst/>
                <a:gdLst>
                  <a:gd name="connsiteX0" fmla="*/ 2547 w 1786358"/>
                  <a:gd name="connsiteY0" fmla="*/ 142867 h 142910"/>
                  <a:gd name="connsiteX1" fmla="*/ 28 w 1786358"/>
                  <a:gd name="connsiteY1" fmla="*/ 141645 h 142910"/>
                  <a:gd name="connsiteX2" fmla="*/ 2141 w 1786358"/>
                  <a:gd name="connsiteY2" fmla="*/ 140051 h 142910"/>
                  <a:gd name="connsiteX3" fmla="*/ 128247 w 1786358"/>
                  <a:gd name="connsiteY3" fmla="*/ 129400 h 142910"/>
                  <a:gd name="connsiteX4" fmla="*/ 260083 w 1786358"/>
                  <a:gd name="connsiteY4" fmla="*/ 113205 h 142910"/>
                  <a:gd name="connsiteX5" fmla="*/ 392122 w 1786358"/>
                  <a:gd name="connsiteY5" fmla="*/ 99672 h 142910"/>
                  <a:gd name="connsiteX6" fmla="*/ 524162 w 1786358"/>
                  <a:gd name="connsiteY6" fmla="*/ 90680 h 142910"/>
                  <a:gd name="connsiteX7" fmla="*/ 656120 w 1786358"/>
                  <a:gd name="connsiteY7" fmla="*/ 81251 h 142910"/>
                  <a:gd name="connsiteX8" fmla="*/ 656811 w 1786358"/>
                  <a:gd name="connsiteY8" fmla="*/ 81251 h 142910"/>
                  <a:gd name="connsiteX9" fmla="*/ 788363 w 1786358"/>
                  <a:gd name="connsiteY9" fmla="*/ 91684 h 142910"/>
                  <a:gd name="connsiteX10" fmla="*/ 919995 w 1786358"/>
                  <a:gd name="connsiteY10" fmla="*/ 96748 h 142910"/>
                  <a:gd name="connsiteX11" fmla="*/ 1051750 w 1786358"/>
                  <a:gd name="connsiteY11" fmla="*/ 97337 h 142910"/>
                  <a:gd name="connsiteX12" fmla="*/ 1183058 w 1786358"/>
                  <a:gd name="connsiteY12" fmla="*/ 95896 h 142910"/>
                  <a:gd name="connsiteX13" fmla="*/ 1249627 w 1786358"/>
                  <a:gd name="connsiteY13" fmla="*/ 75379 h 142910"/>
                  <a:gd name="connsiteX14" fmla="*/ 1250927 w 1786358"/>
                  <a:gd name="connsiteY14" fmla="*/ 75227 h 142910"/>
                  <a:gd name="connsiteX15" fmla="*/ 1379837 w 1786358"/>
                  <a:gd name="connsiteY15" fmla="*/ 77256 h 142910"/>
                  <a:gd name="connsiteX16" fmla="*/ 1410845 w 1786358"/>
                  <a:gd name="connsiteY16" fmla="*/ 63025 h 142910"/>
                  <a:gd name="connsiteX17" fmla="*/ 1442138 w 1786358"/>
                  <a:gd name="connsiteY17" fmla="*/ 50781 h 142910"/>
                  <a:gd name="connsiteX18" fmla="*/ 1472496 w 1786358"/>
                  <a:gd name="connsiteY18" fmla="*/ 32599 h 142910"/>
                  <a:gd name="connsiteX19" fmla="*/ 1502732 w 1786358"/>
                  <a:gd name="connsiteY19" fmla="*/ 12999 h 142910"/>
                  <a:gd name="connsiteX20" fmla="*/ 1504561 w 1786358"/>
                  <a:gd name="connsiteY20" fmla="*/ 12475 h 142910"/>
                  <a:gd name="connsiteX21" fmla="*/ 1630301 w 1786358"/>
                  <a:gd name="connsiteY21" fmla="*/ 9812 h 142910"/>
                  <a:gd name="connsiteX22" fmla="*/ 1709671 w 1786358"/>
                  <a:gd name="connsiteY22" fmla="*/ 4901 h 142910"/>
                  <a:gd name="connsiteX23" fmla="*/ 1756407 w 1786358"/>
                  <a:gd name="connsiteY23" fmla="*/ 645 h 142910"/>
                  <a:gd name="connsiteX24" fmla="*/ 1783677 w 1786358"/>
                  <a:gd name="connsiteY24" fmla="*/ 12 h 142910"/>
                  <a:gd name="connsiteX25" fmla="*/ 1786359 w 1786358"/>
                  <a:gd name="connsiteY25" fmla="*/ 1344 h 142910"/>
                  <a:gd name="connsiteX26" fmla="*/ 1783921 w 1786358"/>
                  <a:gd name="connsiteY26" fmla="*/ 2784 h 142910"/>
                  <a:gd name="connsiteX27" fmla="*/ 1756936 w 1786358"/>
                  <a:gd name="connsiteY27" fmla="*/ 3417 h 142910"/>
                  <a:gd name="connsiteX28" fmla="*/ 1710362 w 1786358"/>
                  <a:gd name="connsiteY28" fmla="*/ 7673 h 142910"/>
                  <a:gd name="connsiteX29" fmla="*/ 1630667 w 1786358"/>
                  <a:gd name="connsiteY29" fmla="*/ 12628 h 142910"/>
                  <a:gd name="connsiteX30" fmla="*/ 1505862 w 1786358"/>
                  <a:gd name="connsiteY30" fmla="*/ 15291 h 142910"/>
                  <a:gd name="connsiteX31" fmla="*/ 1476276 w 1786358"/>
                  <a:gd name="connsiteY31" fmla="*/ 34476 h 142910"/>
                  <a:gd name="connsiteX32" fmla="*/ 1445430 w 1786358"/>
                  <a:gd name="connsiteY32" fmla="*/ 52920 h 142910"/>
                  <a:gd name="connsiteX33" fmla="*/ 1413853 w 1786358"/>
                  <a:gd name="connsiteY33" fmla="*/ 65274 h 142910"/>
                  <a:gd name="connsiteX34" fmla="*/ 1382316 w 1786358"/>
                  <a:gd name="connsiteY34" fmla="*/ 79766 h 142910"/>
                  <a:gd name="connsiteX35" fmla="*/ 1380650 w 1786358"/>
                  <a:gd name="connsiteY35" fmla="*/ 80094 h 142910"/>
                  <a:gd name="connsiteX36" fmla="*/ 1251537 w 1786358"/>
                  <a:gd name="connsiteY36" fmla="*/ 78064 h 142910"/>
                  <a:gd name="connsiteX37" fmla="*/ 1185009 w 1786358"/>
                  <a:gd name="connsiteY37" fmla="*/ 98581 h 142910"/>
                  <a:gd name="connsiteX38" fmla="*/ 1183830 w 1786358"/>
                  <a:gd name="connsiteY38" fmla="*/ 98734 h 142910"/>
                  <a:gd name="connsiteX39" fmla="*/ 1051832 w 1786358"/>
                  <a:gd name="connsiteY39" fmla="*/ 100174 h 142910"/>
                  <a:gd name="connsiteX40" fmla="*/ 919833 w 1786358"/>
                  <a:gd name="connsiteY40" fmla="*/ 99585 h 142910"/>
                  <a:gd name="connsiteX41" fmla="*/ 787875 w 1786358"/>
                  <a:gd name="connsiteY41" fmla="*/ 94478 h 142910"/>
                  <a:gd name="connsiteX42" fmla="*/ 656445 w 1786358"/>
                  <a:gd name="connsiteY42" fmla="*/ 84088 h 142910"/>
                  <a:gd name="connsiteX43" fmla="*/ 524853 w 1786358"/>
                  <a:gd name="connsiteY43" fmla="*/ 93474 h 142910"/>
                  <a:gd name="connsiteX44" fmla="*/ 392935 w 1786358"/>
                  <a:gd name="connsiteY44" fmla="*/ 102532 h 142910"/>
                  <a:gd name="connsiteX45" fmla="*/ 261140 w 1786358"/>
                  <a:gd name="connsiteY45" fmla="*/ 116020 h 142910"/>
                  <a:gd name="connsiteX46" fmla="*/ 129222 w 1786358"/>
                  <a:gd name="connsiteY46" fmla="*/ 132216 h 142910"/>
                  <a:gd name="connsiteX47" fmla="*/ 2954 w 1786358"/>
                  <a:gd name="connsiteY47" fmla="*/ 142867 h 142910"/>
                  <a:gd name="connsiteX48" fmla="*/ 2547 w 1786358"/>
                  <a:gd name="connsiteY48" fmla="*/ 142911 h 14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86358" h="142910">
                    <a:moveTo>
                      <a:pt x="2547" y="142867"/>
                    </a:moveTo>
                    <a:cubicBezTo>
                      <a:pt x="1328" y="142867"/>
                      <a:pt x="231" y="142343"/>
                      <a:pt x="28" y="141645"/>
                    </a:cubicBezTo>
                    <a:cubicBezTo>
                      <a:pt x="-175" y="140903"/>
                      <a:pt x="759" y="140139"/>
                      <a:pt x="2141" y="140051"/>
                    </a:cubicBezTo>
                    <a:lnTo>
                      <a:pt x="128247" y="129400"/>
                    </a:lnTo>
                    <a:lnTo>
                      <a:pt x="260083" y="113205"/>
                    </a:lnTo>
                    <a:lnTo>
                      <a:pt x="392122" y="99672"/>
                    </a:lnTo>
                    <a:lnTo>
                      <a:pt x="524162" y="90680"/>
                    </a:lnTo>
                    <a:lnTo>
                      <a:pt x="656120" y="81251"/>
                    </a:lnTo>
                    <a:lnTo>
                      <a:pt x="656811" y="81251"/>
                    </a:lnTo>
                    <a:lnTo>
                      <a:pt x="788363" y="91684"/>
                    </a:lnTo>
                    <a:lnTo>
                      <a:pt x="919995" y="96748"/>
                    </a:lnTo>
                    <a:lnTo>
                      <a:pt x="1051750" y="97337"/>
                    </a:lnTo>
                    <a:lnTo>
                      <a:pt x="1183058" y="95896"/>
                    </a:lnTo>
                    <a:lnTo>
                      <a:pt x="1249627" y="75379"/>
                    </a:lnTo>
                    <a:cubicBezTo>
                      <a:pt x="1250033" y="75270"/>
                      <a:pt x="1250561" y="75227"/>
                      <a:pt x="1250927" y="75227"/>
                    </a:cubicBezTo>
                    <a:lnTo>
                      <a:pt x="1379837" y="77256"/>
                    </a:lnTo>
                    <a:lnTo>
                      <a:pt x="1410845" y="63025"/>
                    </a:lnTo>
                    <a:lnTo>
                      <a:pt x="1442138" y="50781"/>
                    </a:lnTo>
                    <a:lnTo>
                      <a:pt x="1472496" y="32599"/>
                    </a:lnTo>
                    <a:lnTo>
                      <a:pt x="1502732" y="12999"/>
                    </a:lnTo>
                    <a:cubicBezTo>
                      <a:pt x="1503220" y="12672"/>
                      <a:pt x="1503870" y="12519"/>
                      <a:pt x="1504561" y="12475"/>
                    </a:cubicBezTo>
                    <a:lnTo>
                      <a:pt x="1630301" y="9812"/>
                    </a:lnTo>
                    <a:lnTo>
                      <a:pt x="1709671" y="4901"/>
                    </a:lnTo>
                    <a:lnTo>
                      <a:pt x="1756407" y="645"/>
                    </a:lnTo>
                    <a:lnTo>
                      <a:pt x="1783677" y="12"/>
                    </a:lnTo>
                    <a:cubicBezTo>
                      <a:pt x="1784977" y="-97"/>
                      <a:pt x="1786318" y="536"/>
                      <a:pt x="1786359" y="1344"/>
                    </a:cubicBezTo>
                    <a:cubicBezTo>
                      <a:pt x="1786359" y="2086"/>
                      <a:pt x="1785302" y="2784"/>
                      <a:pt x="1783921" y="2784"/>
                    </a:cubicBezTo>
                    <a:lnTo>
                      <a:pt x="1756936" y="3417"/>
                    </a:lnTo>
                    <a:lnTo>
                      <a:pt x="1710362" y="7673"/>
                    </a:lnTo>
                    <a:lnTo>
                      <a:pt x="1630667" y="12628"/>
                    </a:lnTo>
                    <a:lnTo>
                      <a:pt x="1505862" y="15291"/>
                    </a:lnTo>
                    <a:lnTo>
                      <a:pt x="1476276" y="34476"/>
                    </a:lnTo>
                    <a:lnTo>
                      <a:pt x="1445430" y="52920"/>
                    </a:lnTo>
                    <a:lnTo>
                      <a:pt x="1413853" y="65274"/>
                    </a:lnTo>
                    <a:lnTo>
                      <a:pt x="1382316" y="79766"/>
                    </a:lnTo>
                    <a:cubicBezTo>
                      <a:pt x="1381828" y="79985"/>
                      <a:pt x="1381138" y="80094"/>
                      <a:pt x="1380650" y="80094"/>
                    </a:cubicBezTo>
                    <a:lnTo>
                      <a:pt x="1251537" y="78064"/>
                    </a:lnTo>
                    <a:lnTo>
                      <a:pt x="1185009" y="98581"/>
                    </a:lnTo>
                    <a:cubicBezTo>
                      <a:pt x="1184643" y="98690"/>
                      <a:pt x="1184196" y="98734"/>
                      <a:pt x="1183830" y="98734"/>
                    </a:cubicBezTo>
                    <a:lnTo>
                      <a:pt x="1051832" y="100174"/>
                    </a:lnTo>
                    <a:lnTo>
                      <a:pt x="919833" y="99585"/>
                    </a:lnTo>
                    <a:lnTo>
                      <a:pt x="787875" y="94478"/>
                    </a:lnTo>
                    <a:lnTo>
                      <a:pt x="656445" y="84088"/>
                    </a:lnTo>
                    <a:lnTo>
                      <a:pt x="524853" y="93474"/>
                    </a:lnTo>
                    <a:lnTo>
                      <a:pt x="392935" y="102532"/>
                    </a:lnTo>
                    <a:lnTo>
                      <a:pt x="261140" y="116020"/>
                    </a:lnTo>
                    <a:lnTo>
                      <a:pt x="129222" y="132216"/>
                    </a:lnTo>
                    <a:lnTo>
                      <a:pt x="2954" y="142867"/>
                    </a:lnTo>
                    <a:cubicBezTo>
                      <a:pt x="2954" y="142867"/>
                      <a:pt x="2669" y="142911"/>
                      <a:pt x="2547" y="14291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7" name="Freeform: Shape 716">
                <a:extLst>
                  <a:ext uri="{FF2B5EF4-FFF2-40B4-BE49-F238E27FC236}">
                    <a16:creationId xmlns:a16="http://schemas.microsoft.com/office/drawing/2014/main" id="{3AACBCDE-7CBC-4904-B0D7-CE00EADA98C4}"/>
                  </a:ext>
                </a:extLst>
              </p:cNvPr>
              <p:cNvSpPr/>
              <p:nvPr/>
            </p:nvSpPr>
            <p:spPr>
              <a:xfrm>
                <a:off x="450571" y="5636932"/>
                <a:ext cx="1128537" cy="73817"/>
              </a:xfrm>
              <a:custGeom>
                <a:avLst/>
                <a:gdLst>
                  <a:gd name="connsiteX0" fmla="*/ 1125976 w 1128537"/>
                  <a:gd name="connsiteY0" fmla="*/ 73817 h 73817"/>
                  <a:gd name="connsiteX1" fmla="*/ 1125895 w 1128537"/>
                  <a:gd name="connsiteY1" fmla="*/ 73817 h 73817"/>
                  <a:gd name="connsiteX2" fmla="*/ 1082166 w 1128537"/>
                  <a:gd name="connsiteY2" fmla="*/ 72813 h 73817"/>
                  <a:gd name="connsiteX3" fmla="*/ 989466 w 1128537"/>
                  <a:gd name="connsiteY3" fmla="*/ 63537 h 73817"/>
                  <a:gd name="connsiteX4" fmla="*/ 913876 w 1128537"/>
                  <a:gd name="connsiteY4" fmla="*/ 52711 h 73817"/>
                  <a:gd name="connsiteX5" fmla="*/ 842594 w 1128537"/>
                  <a:gd name="connsiteY5" fmla="*/ 42278 h 73817"/>
                  <a:gd name="connsiteX6" fmla="*/ 831174 w 1128537"/>
                  <a:gd name="connsiteY6" fmla="*/ 42016 h 73817"/>
                  <a:gd name="connsiteX7" fmla="*/ 805083 w 1128537"/>
                  <a:gd name="connsiteY7" fmla="*/ 39724 h 73817"/>
                  <a:gd name="connsiteX8" fmla="*/ 775375 w 1128537"/>
                  <a:gd name="connsiteY8" fmla="*/ 41099 h 73817"/>
                  <a:gd name="connsiteX9" fmla="*/ 744814 w 1128537"/>
                  <a:gd name="connsiteY9" fmla="*/ 43544 h 73817"/>
                  <a:gd name="connsiteX10" fmla="*/ 713440 w 1128537"/>
                  <a:gd name="connsiteY10" fmla="*/ 44024 h 73817"/>
                  <a:gd name="connsiteX11" fmla="*/ 619195 w 1128537"/>
                  <a:gd name="connsiteY11" fmla="*/ 39986 h 73817"/>
                  <a:gd name="connsiteX12" fmla="*/ 525195 w 1128537"/>
                  <a:gd name="connsiteY12" fmla="*/ 35359 h 73817"/>
                  <a:gd name="connsiteX13" fmla="*/ 431073 w 1128537"/>
                  <a:gd name="connsiteY13" fmla="*/ 22307 h 73817"/>
                  <a:gd name="connsiteX14" fmla="*/ 354670 w 1128537"/>
                  <a:gd name="connsiteY14" fmla="*/ 10739 h 73817"/>
                  <a:gd name="connsiteX15" fmla="*/ 343859 w 1128537"/>
                  <a:gd name="connsiteY15" fmla="*/ 8709 h 73817"/>
                  <a:gd name="connsiteX16" fmla="*/ 218444 w 1128537"/>
                  <a:gd name="connsiteY16" fmla="*/ 4169 h 73817"/>
                  <a:gd name="connsiteX17" fmla="*/ 106725 w 1128537"/>
                  <a:gd name="connsiteY17" fmla="*/ 3951 h 73817"/>
                  <a:gd name="connsiteX18" fmla="*/ 56209 w 1128537"/>
                  <a:gd name="connsiteY18" fmla="*/ 2837 h 73817"/>
                  <a:gd name="connsiteX19" fmla="*/ 2687 w 1128537"/>
                  <a:gd name="connsiteY19" fmla="*/ 4474 h 73817"/>
                  <a:gd name="connsiteX20" fmla="*/ 4 w 1128537"/>
                  <a:gd name="connsiteY20" fmla="*/ 3143 h 73817"/>
                  <a:gd name="connsiteX21" fmla="*/ 2402 w 1128537"/>
                  <a:gd name="connsiteY21" fmla="*/ 1659 h 73817"/>
                  <a:gd name="connsiteX22" fmla="*/ 56169 w 1128537"/>
                  <a:gd name="connsiteY22" fmla="*/ 0 h 73817"/>
                  <a:gd name="connsiteX23" fmla="*/ 106847 w 1128537"/>
                  <a:gd name="connsiteY23" fmla="*/ 1113 h 73817"/>
                  <a:gd name="connsiteX24" fmla="*/ 218607 w 1128537"/>
                  <a:gd name="connsiteY24" fmla="*/ 1331 h 73817"/>
                  <a:gd name="connsiteX25" fmla="*/ 344469 w 1128537"/>
                  <a:gd name="connsiteY25" fmla="*/ 5871 h 73817"/>
                  <a:gd name="connsiteX26" fmla="*/ 345160 w 1128537"/>
                  <a:gd name="connsiteY26" fmla="*/ 5915 h 73817"/>
                  <a:gd name="connsiteX27" fmla="*/ 356133 w 1128537"/>
                  <a:gd name="connsiteY27" fmla="*/ 7989 h 73817"/>
                  <a:gd name="connsiteX28" fmla="*/ 432333 w 1128537"/>
                  <a:gd name="connsiteY28" fmla="*/ 19557 h 73817"/>
                  <a:gd name="connsiteX29" fmla="*/ 526008 w 1128537"/>
                  <a:gd name="connsiteY29" fmla="*/ 32565 h 73817"/>
                  <a:gd name="connsiteX30" fmla="*/ 619561 w 1128537"/>
                  <a:gd name="connsiteY30" fmla="*/ 37192 h 73817"/>
                  <a:gd name="connsiteX31" fmla="*/ 713562 w 1128537"/>
                  <a:gd name="connsiteY31" fmla="*/ 41187 h 73817"/>
                  <a:gd name="connsiteX32" fmla="*/ 744326 w 1128537"/>
                  <a:gd name="connsiteY32" fmla="*/ 40706 h 73817"/>
                  <a:gd name="connsiteX33" fmla="*/ 774765 w 1128537"/>
                  <a:gd name="connsiteY33" fmla="*/ 38306 h 73817"/>
                  <a:gd name="connsiteX34" fmla="*/ 805245 w 1128537"/>
                  <a:gd name="connsiteY34" fmla="*/ 36865 h 73817"/>
                  <a:gd name="connsiteX35" fmla="*/ 831702 w 1128537"/>
                  <a:gd name="connsiteY35" fmla="*/ 39157 h 73817"/>
                  <a:gd name="connsiteX36" fmla="*/ 843366 w 1128537"/>
                  <a:gd name="connsiteY36" fmla="*/ 39484 h 73817"/>
                  <a:gd name="connsiteX37" fmla="*/ 915136 w 1128537"/>
                  <a:gd name="connsiteY37" fmla="*/ 49917 h 73817"/>
                  <a:gd name="connsiteX38" fmla="*/ 990564 w 1128537"/>
                  <a:gd name="connsiteY38" fmla="*/ 60743 h 73817"/>
                  <a:gd name="connsiteX39" fmla="*/ 1082735 w 1128537"/>
                  <a:gd name="connsiteY39" fmla="*/ 69954 h 73817"/>
                  <a:gd name="connsiteX40" fmla="*/ 1126098 w 1128537"/>
                  <a:gd name="connsiteY40" fmla="*/ 70980 h 73817"/>
                  <a:gd name="connsiteX41" fmla="*/ 1128537 w 1128537"/>
                  <a:gd name="connsiteY41" fmla="*/ 72420 h 73817"/>
                  <a:gd name="connsiteX42" fmla="*/ 1126017 w 1128537"/>
                  <a:gd name="connsiteY42" fmla="*/ 73796 h 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128537" h="73817">
                    <a:moveTo>
                      <a:pt x="1125976" y="73817"/>
                    </a:moveTo>
                    <a:lnTo>
                      <a:pt x="1125895" y="73817"/>
                    </a:lnTo>
                    <a:lnTo>
                      <a:pt x="1082166" y="72813"/>
                    </a:lnTo>
                    <a:lnTo>
                      <a:pt x="989466" y="63537"/>
                    </a:lnTo>
                    <a:lnTo>
                      <a:pt x="913876" y="52711"/>
                    </a:lnTo>
                    <a:lnTo>
                      <a:pt x="842594" y="42278"/>
                    </a:lnTo>
                    <a:lnTo>
                      <a:pt x="831174" y="42016"/>
                    </a:lnTo>
                    <a:lnTo>
                      <a:pt x="805083" y="39724"/>
                    </a:lnTo>
                    <a:lnTo>
                      <a:pt x="775375" y="41099"/>
                    </a:lnTo>
                    <a:lnTo>
                      <a:pt x="744814" y="43544"/>
                    </a:lnTo>
                    <a:lnTo>
                      <a:pt x="713440" y="44024"/>
                    </a:lnTo>
                    <a:lnTo>
                      <a:pt x="619195" y="39986"/>
                    </a:lnTo>
                    <a:lnTo>
                      <a:pt x="525195" y="35359"/>
                    </a:lnTo>
                    <a:lnTo>
                      <a:pt x="431073" y="22307"/>
                    </a:lnTo>
                    <a:lnTo>
                      <a:pt x="354670" y="10739"/>
                    </a:lnTo>
                    <a:lnTo>
                      <a:pt x="343859" y="8709"/>
                    </a:lnTo>
                    <a:lnTo>
                      <a:pt x="218444" y="4169"/>
                    </a:lnTo>
                    <a:lnTo>
                      <a:pt x="106725" y="3951"/>
                    </a:lnTo>
                    <a:lnTo>
                      <a:pt x="56209" y="2837"/>
                    </a:lnTo>
                    <a:lnTo>
                      <a:pt x="2687" y="4474"/>
                    </a:lnTo>
                    <a:cubicBezTo>
                      <a:pt x="1142" y="4584"/>
                      <a:pt x="86" y="3885"/>
                      <a:pt x="4" y="3143"/>
                    </a:cubicBezTo>
                    <a:cubicBezTo>
                      <a:pt x="-77" y="2357"/>
                      <a:pt x="980" y="1702"/>
                      <a:pt x="2402" y="1659"/>
                    </a:cubicBezTo>
                    <a:lnTo>
                      <a:pt x="56169" y="0"/>
                    </a:lnTo>
                    <a:lnTo>
                      <a:pt x="106847" y="1113"/>
                    </a:lnTo>
                    <a:lnTo>
                      <a:pt x="218607" y="1331"/>
                    </a:lnTo>
                    <a:lnTo>
                      <a:pt x="344469" y="5871"/>
                    </a:lnTo>
                    <a:cubicBezTo>
                      <a:pt x="344713" y="5871"/>
                      <a:pt x="344916" y="5915"/>
                      <a:pt x="345160" y="5915"/>
                    </a:cubicBezTo>
                    <a:lnTo>
                      <a:pt x="356133" y="7989"/>
                    </a:lnTo>
                    <a:lnTo>
                      <a:pt x="432333" y="19557"/>
                    </a:lnTo>
                    <a:lnTo>
                      <a:pt x="526008" y="32565"/>
                    </a:lnTo>
                    <a:lnTo>
                      <a:pt x="619561" y="37192"/>
                    </a:lnTo>
                    <a:lnTo>
                      <a:pt x="713562" y="41187"/>
                    </a:lnTo>
                    <a:lnTo>
                      <a:pt x="744326" y="40706"/>
                    </a:lnTo>
                    <a:lnTo>
                      <a:pt x="774765" y="38306"/>
                    </a:lnTo>
                    <a:lnTo>
                      <a:pt x="805245" y="36865"/>
                    </a:lnTo>
                    <a:lnTo>
                      <a:pt x="831702" y="39157"/>
                    </a:lnTo>
                    <a:lnTo>
                      <a:pt x="843366" y="39484"/>
                    </a:lnTo>
                    <a:lnTo>
                      <a:pt x="915136" y="49917"/>
                    </a:lnTo>
                    <a:lnTo>
                      <a:pt x="990564" y="60743"/>
                    </a:lnTo>
                    <a:lnTo>
                      <a:pt x="1082735" y="69954"/>
                    </a:lnTo>
                    <a:lnTo>
                      <a:pt x="1126098" y="70980"/>
                    </a:lnTo>
                    <a:cubicBezTo>
                      <a:pt x="1127480" y="70980"/>
                      <a:pt x="1128577" y="71678"/>
                      <a:pt x="1128537" y="72420"/>
                    </a:cubicBezTo>
                    <a:cubicBezTo>
                      <a:pt x="1128496" y="73228"/>
                      <a:pt x="1127358" y="73796"/>
                      <a:pt x="1126017" y="737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8" name="Freeform: Shape 717">
                <a:extLst>
                  <a:ext uri="{FF2B5EF4-FFF2-40B4-BE49-F238E27FC236}">
                    <a16:creationId xmlns:a16="http://schemas.microsoft.com/office/drawing/2014/main" id="{30764B56-C1F4-43BB-9AA0-E1FB26AA1765}"/>
                  </a:ext>
                </a:extLst>
              </p:cNvPr>
              <p:cNvSpPr/>
              <p:nvPr/>
            </p:nvSpPr>
            <p:spPr>
              <a:xfrm>
                <a:off x="479499" y="5640177"/>
                <a:ext cx="765697" cy="68039"/>
              </a:xfrm>
              <a:custGeom>
                <a:avLst/>
                <a:gdLst>
                  <a:gd name="connsiteX0" fmla="*/ 763110 w 765697"/>
                  <a:gd name="connsiteY0" fmla="*/ 67953 h 68039"/>
                  <a:gd name="connsiteX1" fmla="*/ 762703 w 765697"/>
                  <a:gd name="connsiteY1" fmla="*/ 67953 h 68039"/>
                  <a:gd name="connsiteX2" fmla="*/ 715520 w 765697"/>
                  <a:gd name="connsiteY2" fmla="*/ 63631 h 68039"/>
                  <a:gd name="connsiteX3" fmla="*/ 620260 w 765697"/>
                  <a:gd name="connsiteY3" fmla="*/ 48658 h 68039"/>
                  <a:gd name="connsiteX4" fmla="*/ 525650 w 765697"/>
                  <a:gd name="connsiteY4" fmla="*/ 46148 h 68039"/>
                  <a:gd name="connsiteX5" fmla="*/ 428683 w 765697"/>
                  <a:gd name="connsiteY5" fmla="*/ 44380 h 68039"/>
                  <a:gd name="connsiteX6" fmla="*/ 379956 w 765697"/>
                  <a:gd name="connsiteY6" fmla="*/ 42677 h 68039"/>
                  <a:gd name="connsiteX7" fmla="*/ 301195 w 765697"/>
                  <a:gd name="connsiteY7" fmla="*/ 33729 h 68039"/>
                  <a:gd name="connsiteX8" fmla="*/ 206057 w 765697"/>
                  <a:gd name="connsiteY8" fmla="*/ 22335 h 68039"/>
                  <a:gd name="connsiteX9" fmla="*/ 171432 w 765697"/>
                  <a:gd name="connsiteY9" fmla="*/ 23557 h 68039"/>
                  <a:gd name="connsiteX10" fmla="*/ 170781 w 765697"/>
                  <a:gd name="connsiteY10" fmla="*/ 23514 h 68039"/>
                  <a:gd name="connsiteX11" fmla="*/ 74790 w 765697"/>
                  <a:gd name="connsiteY11" fmla="*/ 12753 h 68039"/>
                  <a:gd name="connsiteX12" fmla="*/ 27485 w 765697"/>
                  <a:gd name="connsiteY12" fmla="*/ 5834 h 68039"/>
                  <a:gd name="connsiteX13" fmla="*/ 2004 w 765697"/>
                  <a:gd name="connsiteY13" fmla="*/ 2800 h 68039"/>
                  <a:gd name="connsiteX14" fmla="*/ 53 w 765697"/>
                  <a:gd name="connsiteY14" fmla="*/ 1098 h 68039"/>
                  <a:gd name="connsiteX15" fmla="*/ 3101 w 765697"/>
                  <a:gd name="connsiteY15" fmla="*/ 28 h 68039"/>
                  <a:gd name="connsiteX16" fmla="*/ 28663 w 765697"/>
                  <a:gd name="connsiteY16" fmla="*/ 3106 h 68039"/>
                  <a:gd name="connsiteX17" fmla="*/ 75928 w 765697"/>
                  <a:gd name="connsiteY17" fmla="*/ 10047 h 68039"/>
                  <a:gd name="connsiteX18" fmla="*/ 171472 w 765697"/>
                  <a:gd name="connsiteY18" fmla="*/ 20764 h 68039"/>
                  <a:gd name="connsiteX19" fmla="*/ 206098 w 765697"/>
                  <a:gd name="connsiteY19" fmla="*/ 19541 h 68039"/>
                  <a:gd name="connsiteX20" fmla="*/ 206789 w 765697"/>
                  <a:gd name="connsiteY20" fmla="*/ 19607 h 68039"/>
                  <a:gd name="connsiteX21" fmla="*/ 302252 w 765697"/>
                  <a:gd name="connsiteY21" fmla="*/ 31066 h 68039"/>
                  <a:gd name="connsiteX22" fmla="*/ 380646 w 765697"/>
                  <a:gd name="connsiteY22" fmla="*/ 39971 h 68039"/>
                  <a:gd name="connsiteX23" fmla="*/ 428967 w 765697"/>
                  <a:gd name="connsiteY23" fmla="*/ 41630 h 68039"/>
                  <a:gd name="connsiteX24" fmla="*/ 525894 w 765697"/>
                  <a:gd name="connsiteY24" fmla="*/ 43398 h 68039"/>
                  <a:gd name="connsiteX25" fmla="*/ 621154 w 765697"/>
                  <a:gd name="connsiteY25" fmla="*/ 45951 h 68039"/>
                  <a:gd name="connsiteX26" fmla="*/ 716658 w 765697"/>
                  <a:gd name="connsiteY26" fmla="*/ 60990 h 68039"/>
                  <a:gd name="connsiteX27" fmla="*/ 763557 w 765697"/>
                  <a:gd name="connsiteY27" fmla="*/ 65202 h 68039"/>
                  <a:gd name="connsiteX28" fmla="*/ 765670 w 765697"/>
                  <a:gd name="connsiteY28" fmla="*/ 66861 h 68039"/>
                  <a:gd name="connsiteX29" fmla="*/ 763150 w 765697"/>
                  <a:gd name="connsiteY29" fmla="*/ 68040 h 68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65697" h="68039">
                    <a:moveTo>
                      <a:pt x="763110" y="67953"/>
                    </a:moveTo>
                    <a:lnTo>
                      <a:pt x="762703" y="67953"/>
                    </a:lnTo>
                    <a:lnTo>
                      <a:pt x="715520" y="63631"/>
                    </a:lnTo>
                    <a:lnTo>
                      <a:pt x="620260" y="48658"/>
                    </a:lnTo>
                    <a:lnTo>
                      <a:pt x="525650" y="46148"/>
                    </a:lnTo>
                    <a:lnTo>
                      <a:pt x="428683" y="44380"/>
                    </a:lnTo>
                    <a:lnTo>
                      <a:pt x="379956" y="42677"/>
                    </a:lnTo>
                    <a:lnTo>
                      <a:pt x="301195" y="33729"/>
                    </a:lnTo>
                    <a:lnTo>
                      <a:pt x="206057" y="22335"/>
                    </a:lnTo>
                    <a:lnTo>
                      <a:pt x="171432" y="23557"/>
                    </a:lnTo>
                    <a:cubicBezTo>
                      <a:pt x="171432" y="23557"/>
                      <a:pt x="171025" y="23557"/>
                      <a:pt x="170781" y="23514"/>
                    </a:cubicBezTo>
                    <a:lnTo>
                      <a:pt x="74790" y="12753"/>
                    </a:lnTo>
                    <a:lnTo>
                      <a:pt x="27485" y="5834"/>
                    </a:lnTo>
                    <a:lnTo>
                      <a:pt x="2004" y="2800"/>
                    </a:lnTo>
                    <a:cubicBezTo>
                      <a:pt x="662" y="2648"/>
                      <a:pt x="-232" y="1905"/>
                      <a:pt x="53" y="1098"/>
                    </a:cubicBezTo>
                    <a:cubicBezTo>
                      <a:pt x="337" y="356"/>
                      <a:pt x="1678" y="-124"/>
                      <a:pt x="3101" y="28"/>
                    </a:cubicBezTo>
                    <a:lnTo>
                      <a:pt x="28663" y="3106"/>
                    </a:lnTo>
                    <a:lnTo>
                      <a:pt x="75928" y="10047"/>
                    </a:lnTo>
                    <a:lnTo>
                      <a:pt x="171472" y="20764"/>
                    </a:lnTo>
                    <a:lnTo>
                      <a:pt x="206098" y="19541"/>
                    </a:lnTo>
                    <a:cubicBezTo>
                      <a:pt x="206301" y="19541"/>
                      <a:pt x="206545" y="19541"/>
                      <a:pt x="206789" y="19607"/>
                    </a:cubicBezTo>
                    <a:lnTo>
                      <a:pt x="302252" y="31066"/>
                    </a:lnTo>
                    <a:lnTo>
                      <a:pt x="380646" y="39971"/>
                    </a:lnTo>
                    <a:lnTo>
                      <a:pt x="428967" y="41630"/>
                    </a:lnTo>
                    <a:lnTo>
                      <a:pt x="525894" y="43398"/>
                    </a:lnTo>
                    <a:lnTo>
                      <a:pt x="621154" y="45951"/>
                    </a:lnTo>
                    <a:lnTo>
                      <a:pt x="716658" y="60990"/>
                    </a:lnTo>
                    <a:lnTo>
                      <a:pt x="763557" y="65202"/>
                    </a:lnTo>
                    <a:cubicBezTo>
                      <a:pt x="764938" y="65377"/>
                      <a:pt x="765873" y="66054"/>
                      <a:pt x="765670" y="66861"/>
                    </a:cubicBezTo>
                    <a:cubicBezTo>
                      <a:pt x="765467" y="67560"/>
                      <a:pt x="764369" y="68040"/>
                      <a:pt x="763150" y="6804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19" name="Freeform: Shape 718">
                <a:extLst>
                  <a:ext uri="{FF2B5EF4-FFF2-40B4-BE49-F238E27FC236}">
                    <a16:creationId xmlns:a16="http://schemas.microsoft.com/office/drawing/2014/main" id="{BEDE5D3A-9F81-4183-A241-CA72204F0405}"/>
                  </a:ext>
                </a:extLst>
              </p:cNvPr>
              <p:cNvSpPr/>
              <p:nvPr/>
            </p:nvSpPr>
            <p:spPr>
              <a:xfrm>
                <a:off x="1072813" y="5710616"/>
                <a:ext cx="173613" cy="19515"/>
              </a:xfrm>
              <a:custGeom>
                <a:avLst/>
                <a:gdLst>
                  <a:gd name="connsiteX0" fmla="*/ 171136 w 173613"/>
                  <a:gd name="connsiteY0" fmla="*/ 19515 h 19515"/>
                  <a:gd name="connsiteX1" fmla="*/ 170730 w 173613"/>
                  <a:gd name="connsiteY1" fmla="*/ 19515 h 19515"/>
                  <a:gd name="connsiteX2" fmla="*/ 123912 w 173613"/>
                  <a:gd name="connsiteY2" fmla="*/ 15412 h 19515"/>
                  <a:gd name="connsiteX3" fmla="*/ 22231 w 173613"/>
                  <a:gd name="connsiteY3" fmla="*/ 5394 h 19515"/>
                  <a:gd name="connsiteX4" fmla="*/ 21093 w 173613"/>
                  <a:gd name="connsiteY4" fmla="*/ 5066 h 19515"/>
                  <a:gd name="connsiteX5" fmla="*/ 17232 w 173613"/>
                  <a:gd name="connsiteY5" fmla="*/ 3364 h 19515"/>
                  <a:gd name="connsiteX6" fmla="*/ 2399 w 173613"/>
                  <a:gd name="connsiteY6" fmla="*/ 2818 h 19515"/>
                  <a:gd name="connsiteX7" fmla="*/ 1 w 173613"/>
                  <a:gd name="connsiteY7" fmla="*/ 1334 h 19515"/>
                  <a:gd name="connsiteX8" fmla="*/ 2724 w 173613"/>
                  <a:gd name="connsiteY8" fmla="*/ 2 h 19515"/>
                  <a:gd name="connsiteX9" fmla="*/ 18330 w 173613"/>
                  <a:gd name="connsiteY9" fmla="*/ 592 h 19515"/>
                  <a:gd name="connsiteX10" fmla="*/ 19711 w 173613"/>
                  <a:gd name="connsiteY10" fmla="*/ 919 h 19515"/>
                  <a:gd name="connsiteX11" fmla="*/ 23735 w 173613"/>
                  <a:gd name="connsiteY11" fmla="*/ 2687 h 19515"/>
                  <a:gd name="connsiteX12" fmla="*/ 124725 w 173613"/>
                  <a:gd name="connsiteY12" fmla="*/ 12640 h 19515"/>
                  <a:gd name="connsiteX13" fmla="*/ 171502 w 173613"/>
                  <a:gd name="connsiteY13" fmla="*/ 16700 h 19515"/>
                  <a:gd name="connsiteX14" fmla="*/ 173575 w 173613"/>
                  <a:gd name="connsiteY14" fmla="*/ 18337 h 19515"/>
                  <a:gd name="connsiteX15" fmla="*/ 171095 w 173613"/>
                  <a:gd name="connsiteY15" fmla="*/ 19515 h 1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613" h="19515">
                    <a:moveTo>
                      <a:pt x="171136" y="19515"/>
                    </a:moveTo>
                    <a:lnTo>
                      <a:pt x="170730" y="19515"/>
                    </a:lnTo>
                    <a:lnTo>
                      <a:pt x="123912" y="15412"/>
                    </a:lnTo>
                    <a:lnTo>
                      <a:pt x="22231" y="5394"/>
                    </a:lnTo>
                    <a:cubicBezTo>
                      <a:pt x="21825" y="5350"/>
                      <a:pt x="21459" y="5241"/>
                      <a:pt x="21093" y="5066"/>
                    </a:cubicBezTo>
                    <a:lnTo>
                      <a:pt x="17232" y="3364"/>
                    </a:lnTo>
                    <a:lnTo>
                      <a:pt x="2399" y="2818"/>
                    </a:lnTo>
                    <a:cubicBezTo>
                      <a:pt x="1017" y="2774"/>
                      <a:pt x="-40" y="2141"/>
                      <a:pt x="1" y="1334"/>
                    </a:cubicBezTo>
                    <a:cubicBezTo>
                      <a:pt x="82" y="526"/>
                      <a:pt x="1423" y="-41"/>
                      <a:pt x="2724" y="2"/>
                    </a:cubicBezTo>
                    <a:lnTo>
                      <a:pt x="18330" y="592"/>
                    </a:lnTo>
                    <a:cubicBezTo>
                      <a:pt x="18817" y="592"/>
                      <a:pt x="19305" y="701"/>
                      <a:pt x="19711" y="919"/>
                    </a:cubicBezTo>
                    <a:lnTo>
                      <a:pt x="23735" y="2687"/>
                    </a:lnTo>
                    <a:lnTo>
                      <a:pt x="124725" y="12640"/>
                    </a:lnTo>
                    <a:lnTo>
                      <a:pt x="171502" y="16700"/>
                    </a:lnTo>
                    <a:cubicBezTo>
                      <a:pt x="172884" y="16852"/>
                      <a:pt x="173818" y="17551"/>
                      <a:pt x="173575" y="18337"/>
                    </a:cubicBezTo>
                    <a:cubicBezTo>
                      <a:pt x="173371" y="19035"/>
                      <a:pt x="172274" y="19515"/>
                      <a:pt x="171095" y="1951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0" name="Freeform: Shape 719">
                <a:extLst>
                  <a:ext uri="{FF2B5EF4-FFF2-40B4-BE49-F238E27FC236}">
                    <a16:creationId xmlns:a16="http://schemas.microsoft.com/office/drawing/2014/main" id="{9E65BEF4-2DD9-42F3-A199-615B2A2A70A2}"/>
                  </a:ext>
                </a:extLst>
              </p:cNvPr>
              <p:cNvSpPr/>
              <p:nvPr/>
            </p:nvSpPr>
            <p:spPr>
              <a:xfrm>
                <a:off x="2389224" y="5971685"/>
                <a:ext cx="864182" cy="31648"/>
              </a:xfrm>
              <a:custGeom>
                <a:avLst/>
                <a:gdLst>
                  <a:gd name="connsiteX0" fmla="*/ 52305 w 864182"/>
                  <a:gd name="connsiteY0" fmla="*/ 31649 h 31648"/>
                  <a:gd name="connsiteX1" fmla="*/ 2480 w 864182"/>
                  <a:gd name="connsiteY1" fmla="*/ 31059 h 31648"/>
                  <a:gd name="connsiteX2" fmla="*/ 1 w 864182"/>
                  <a:gd name="connsiteY2" fmla="*/ 29619 h 31648"/>
                  <a:gd name="connsiteX3" fmla="*/ 2561 w 864182"/>
                  <a:gd name="connsiteY3" fmla="*/ 28222 h 31648"/>
                  <a:gd name="connsiteX4" fmla="*/ 52183 w 864182"/>
                  <a:gd name="connsiteY4" fmla="*/ 28877 h 31648"/>
                  <a:gd name="connsiteX5" fmla="*/ 104568 w 864182"/>
                  <a:gd name="connsiteY5" fmla="*/ 27065 h 31648"/>
                  <a:gd name="connsiteX6" fmla="*/ 225147 w 864182"/>
                  <a:gd name="connsiteY6" fmla="*/ 15933 h 31648"/>
                  <a:gd name="connsiteX7" fmla="*/ 332355 w 864182"/>
                  <a:gd name="connsiteY7" fmla="*/ 4845 h 31648"/>
                  <a:gd name="connsiteX8" fmla="*/ 447366 w 864182"/>
                  <a:gd name="connsiteY8" fmla="*/ 5959 h 31648"/>
                  <a:gd name="connsiteX9" fmla="*/ 562012 w 864182"/>
                  <a:gd name="connsiteY9" fmla="*/ 9691 h 31648"/>
                  <a:gd name="connsiteX10" fmla="*/ 676332 w 864182"/>
                  <a:gd name="connsiteY10" fmla="*/ 5806 h 31648"/>
                  <a:gd name="connsiteX11" fmla="*/ 791018 w 864182"/>
                  <a:gd name="connsiteY11" fmla="*/ 0 h 31648"/>
                  <a:gd name="connsiteX12" fmla="*/ 791749 w 864182"/>
                  <a:gd name="connsiteY12" fmla="*/ 0 h 31648"/>
                  <a:gd name="connsiteX13" fmla="*/ 862179 w 864182"/>
                  <a:gd name="connsiteY13" fmla="*/ 8469 h 31648"/>
                  <a:gd name="connsiteX14" fmla="*/ 864129 w 864182"/>
                  <a:gd name="connsiteY14" fmla="*/ 10171 h 31648"/>
                  <a:gd name="connsiteX15" fmla="*/ 861081 w 864182"/>
                  <a:gd name="connsiteY15" fmla="*/ 11241 h 31648"/>
                  <a:gd name="connsiteX16" fmla="*/ 791018 w 864182"/>
                  <a:gd name="connsiteY16" fmla="*/ 2816 h 31648"/>
                  <a:gd name="connsiteX17" fmla="*/ 676657 w 864182"/>
                  <a:gd name="connsiteY17" fmla="*/ 8621 h 31648"/>
                  <a:gd name="connsiteX18" fmla="*/ 561930 w 864182"/>
                  <a:gd name="connsiteY18" fmla="*/ 12463 h 31648"/>
                  <a:gd name="connsiteX19" fmla="*/ 447122 w 864182"/>
                  <a:gd name="connsiteY19" fmla="*/ 8774 h 31648"/>
                  <a:gd name="connsiteX20" fmla="*/ 332680 w 864182"/>
                  <a:gd name="connsiteY20" fmla="*/ 7596 h 31648"/>
                  <a:gd name="connsiteX21" fmla="*/ 218522 w 864182"/>
                  <a:gd name="connsiteY21" fmla="*/ 19426 h 31648"/>
                  <a:gd name="connsiteX22" fmla="*/ 105055 w 864182"/>
                  <a:gd name="connsiteY22" fmla="*/ 29859 h 31648"/>
                  <a:gd name="connsiteX23" fmla="*/ 52183 w 864182"/>
                  <a:gd name="connsiteY23" fmla="*/ 31627 h 3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64182" h="31648">
                    <a:moveTo>
                      <a:pt x="52305" y="31649"/>
                    </a:moveTo>
                    <a:lnTo>
                      <a:pt x="2480" y="31059"/>
                    </a:lnTo>
                    <a:cubicBezTo>
                      <a:pt x="1058" y="31059"/>
                      <a:pt x="-40" y="30426"/>
                      <a:pt x="1" y="29619"/>
                    </a:cubicBezTo>
                    <a:cubicBezTo>
                      <a:pt x="1" y="28877"/>
                      <a:pt x="1139" y="28353"/>
                      <a:pt x="2561" y="28222"/>
                    </a:cubicBezTo>
                    <a:lnTo>
                      <a:pt x="52183" y="28877"/>
                    </a:lnTo>
                    <a:lnTo>
                      <a:pt x="104568" y="27065"/>
                    </a:lnTo>
                    <a:lnTo>
                      <a:pt x="225147" y="15933"/>
                    </a:lnTo>
                    <a:lnTo>
                      <a:pt x="332355" y="4845"/>
                    </a:lnTo>
                    <a:lnTo>
                      <a:pt x="447366" y="5959"/>
                    </a:lnTo>
                    <a:lnTo>
                      <a:pt x="562012" y="9691"/>
                    </a:lnTo>
                    <a:lnTo>
                      <a:pt x="676332" y="5806"/>
                    </a:lnTo>
                    <a:lnTo>
                      <a:pt x="791018" y="0"/>
                    </a:lnTo>
                    <a:lnTo>
                      <a:pt x="791749" y="0"/>
                    </a:lnTo>
                    <a:lnTo>
                      <a:pt x="862179" y="8469"/>
                    </a:lnTo>
                    <a:cubicBezTo>
                      <a:pt x="863520" y="8643"/>
                      <a:pt x="864414" y="9385"/>
                      <a:pt x="864129" y="10171"/>
                    </a:cubicBezTo>
                    <a:cubicBezTo>
                      <a:pt x="863845" y="10913"/>
                      <a:pt x="862504" y="11393"/>
                      <a:pt x="861081" y="11241"/>
                    </a:cubicBezTo>
                    <a:lnTo>
                      <a:pt x="791018" y="2816"/>
                    </a:lnTo>
                    <a:lnTo>
                      <a:pt x="676657" y="8621"/>
                    </a:lnTo>
                    <a:lnTo>
                      <a:pt x="561930" y="12463"/>
                    </a:lnTo>
                    <a:lnTo>
                      <a:pt x="447122" y="8774"/>
                    </a:lnTo>
                    <a:lnTo>
                      <a:pt x="332680" y="7596"/>
                    </a:lnTo>
                    <a:lnTo>
                      <a:pt x="218522" y="19426"/>
                    </a:lnTo>
                    <a:lnTo>
                      <a:pt x="105055" y="29859"/>
                    </a:lnTo>
                    <a:lnTo>
                      <a:pt x="52183" y="3162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1" name="Freeform: Shape 720">
                <a:extLst>
                  <a:ext uri="{FF2B5EF4-FFF2-40B4-BE49-F238E27FC236}">
                    <a16:creationId xmlns:a16="http://schemas.microsoft.com/office/drawing/2014/main" id="{087306A4-703A-48BC-98FE-D982F31F58A0}"/>
                  </a:ext>
                </a:extLst>
              </p:cNvPr>
              <p:cNvSpPr/>
              <p:nvPr/>
            </p:nvSpPr>
            <p:spPr>
              <a:xfrm>
                <a:off x="1207780" y="6033959"/>
                <a:ext cx="1256128" cy="126154"/>
              </a:xfrm>
              <a:custGeom>
                <a:avLst/>
                <a:gdLst>
                  <a:gd name="connsiteX0" fmla="*/ 2519 w 1256128"/>
                  <a:gd name="connsiteY0" fmla="*/ 126154 h 126154"/>
                  <a:gd name="connsiteX1" fmla="*/ 40 w 1256128"/>
                  <a:gd name="connsiteY1" fmla="*/ 124976 h 126154"/>
                  <a:gd name="connsiteX2" fmla="*/ 2072 w 1256128"/>
                  <a:gd name="connsiteY2" fmla="*/ 123383 h 126154"/>
                  <a:gd name="connsiteX3" fmla="*/ 2966 w 1256128"/>
                  <a:gd name="connsiteY3" fmla="*/ 123273 h 126154"/>
                  <a:gd name="connsiteX4" fmla="*/ 255462 w 1256128"/>
                  <a:gd name="connsiteY4" fmla="*/ 96318 h 126154"/>
                  <a:gd name="connsiteX5" fmla="*/ 385267 w 1256128"/>
                  <a:gd name="connsiteY5" fmla="*/ 83484 h 126154"/>
                  <a:gd name="connsiteX6" fmla="*/ 515071 w 1256128"/>
                  <a:gd name="connsiteY6" fmla="*/ 77088 h 126154"/>
                  <a:gd name="connsiteX7" fmla="*/ 644997 w 1256128"/>
                  <a:gd name="connsiteY7" fmla="*/ 88744 h 126154"/>
                  <a:gd name="connsiteX8" fmla="*/ 774313 w 1256128"/>
                  <a:gd name="connsiteY8" fmla="*/ 96907 h 126154"/>
                  <a:gd name="connsiteX9" fmla="*/ 903752 w 1256128"/>
                  <a:gd name="connsiteY9" fmla="*/ 100050 h 126154"/>
                  <a:gd name="connsiteX10" fmla="*/ 1032540 w 1256128"/>
                  <a:gd name="connsiteY10" fmla="*/ 99570 h 126154"/>
                  <a:gd name="connsiteX11" fmla="*/ 1065702 w 1256128"/>
                  <a:gd name="connsiteY11" fmla="*/ 84968 h 126154"/>
                  <a:gd name="connsiteX12" fmla="*/ 1099068 w 1256128"/>
                  <a:gd name="connsiteY12" fmla="*/ 71326 h 126154"/>
                  <a:gd name="connsiteX13" fmla="*/ 1131620 w 1256128"/>
                  <a:gd name="connsiteY13" fmla="*/ 51770 h 126154"/>
                  <a:gd name="connsiteX14" fmla="*/ 1163970 w 1256128"/>
                  <a:gd name="connsiteY14" fmla="*/ 33326 h 126154"/>
                  <a:gd name="connsiteX15" fmla="*/ 1195709 w 1256128"/>
                  <a:gd name="connsiteY15" fmla="*/ 12809 h 126154"/>
                  <a:gd name="connsiteX16" fmla="*/ 1227368 w 1256128"/>
                  <a:gd name="connsiteY16" fmla="*/ 281 h 126154"/>
                  <a:gd name="connsiteX17" fmla="*/ 1229197 w 1256128"/>
                  <a:gd name="connsiteY17" fmla="*/ 19 h 126154"/>
                  <a:gd name="connsiteX18" fmla="*/ 1253987 w 1256128"/>
                  <a:gd name="connsiteY18" fmla="*/ 2092 h 126154"/>
                  <a:gd name="connsiteX19" fmla="*/ 1256101 w 1256128"/>
                  <a:gd name="connsiteY19" fmla="*/ 3686 h 126154"/>
                  <a:gd name="connsiteX20" fmla="*/ 1253215 w 1256128"/>
                  <a:gd name="connsiteY20" fmla="*/ 4843 h 126154"/>
                  <a:gd name="connsiteX21" fmla="*/ 1229400 w 1256128"/>
                  <a:gd name="connsiteY21" fmla="*/ 2878 h 126154"/>
                  <a:gd name="connsiteX22" fmla="*/ 1199083 w 1256128"/>
                  <a:gd name="connsiteY22" fmla="*/ 14861 h 126154"/>
                  <a:gd name="connsiteX23" fmla="*/ 1167668 w 1256128"/>
                  <a:gd name="connsiteY23" fmla="*/ 35225 h 126154"/>
                  <a:gd name="connsiteX24" fmla="*/ 1135237 w 1256128"/>
                  <a:gd name="connsiteY24" fmla="*/ 53712 h 126154"/>
                  <a:gd name="connsiteX25" fmla="*/ 1102400 w 1256128"/>
                  <a:gd name="connsiteY25" fmla="*/ 73378 h 126154"/>
                  <a:gd name="connsiteX26" fmla="*/ 1068750 w 1256128"/>
                  <a:gd name="connsiteY26" fmla="*/ 87172 h 126154"/>
                  <a:gd name="connsiteX27" fmla="*/ 1034978 w 1256128"/>
                  <a:gd name="connsiteY27" fmla="*/ 102036 h 126154"/>
                  <a:gd name="connsiteX28" fmla="*/ 1033393 w 1256128"/>
                  <a:gd name="connsiteY28" fmla="*/ 102364 h 126154"/>
                  <a:gd name="connsiteX29" fmla="*/ 903630 w 1256128"/>
                  <a:gd name="connsiteY29" fmla="*/ 102844 h 126154"/>
                  <a:gd name="connsiteX30" fmla="*/ 773907 w 1256128"/>
                  <a:gd name="connsiteY30" fmla="*/ 99701 h 126154"/>
                  <a:gd name="connsiteX31" fmla="*/ 644265 w 1256128"/>
                  <a:gd name="connsiteY31" fmla="*/ 91494 h 126154"/>
                  <a:gd name="connsiteX32" fmla="*/ 514868 w 1256128"/>
                  <a:gd name="connsiteY32" fmla="*/ 79839 h 126154"/>
                  <a:gd name="connsiteX33" fmla="*/ 385836 w 1256128"/>
                  <a:gd name="connsiteY33" fmla="*/ 86234 h 126154"/>
                  <a:gd name="connsiteX34" fmla="*/ 256356 w 1256128"/>
                  <a:gd name="connsiteY34" fmla="*/ 99068 h 126154"/>
                  <a:gd name="connsiteX35" fmla="*/ 2925 w 1256128"/>
                  <a:gd name="connsiteY35" fmla="*/ 126133 h 126154"/>
                  <a:gd name="connsiteX36" fmla="*/ 2478 w 1256128"/>
                  <a:gd name="connsiteY36" fmla="*/ 126133 h 126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56128" h="126154">
                    <a:moveTo>
                      <a:pt x="2519" y="126154"/>
                    </a:moveTo>
                    <a:cubicBezTo>
                      <a:pt x="1340" y="126154"/>
                      <a:pt x="243" y="125674"/>
                      <a:pt x="40" y="124976"/>
                    </a:cubicBezTo>
                    <a:cubicBezTo>
                      <a:pt x="-204" y="124234"/>
                      <a:pt x="690" y="123492"/>
                      <a:pt x="2072" y="123383"/>
                    </a:cubicBezTo>
                    <a:lnTo>
                      <a:pt x="2966" y="123273"/>
                    </a:lnTo>
                    <a:lnTo>
                      <a:pt x="255462" y="96318"/>
                    </a:lnTo>
                    <a:lnTo>
                      <a:pt x="385267" y="83484"/>
                    </a:lnTo>
                    <a:lnTo>
                      <a:pt x="515071" y="77088"/>
                    </a:lnTo>
                    <a:lnTo>
                      <a:pt x="644997" y="88744"/>
                    </a:lnTo>
                    <a:lnTo>
                      <a:pt x="774313" y="96907"/>
                    </a:lnTo>
                    <a:lnTo>
                      <a:pt x="903752" y="100050"/>
                    </a:lnTo>
                    <a:lnTo>
                      <a:pt x="1032540" y="99570"/>
                    </a:lnTo>
                    <a:lnTo>
                      <a:pt x="1065702" y="84968"/>
                    </a:lnTo>
                    <a:lnTo>
                      <a:pt x="1099068" y="71326"/>
                    </a:lnTo>
                    <a:lnTo>
                      <a:pt x="1131620" y="51770"/>
                    </a:lnTo>
                    <a:lnTo>
                      <a:pt x="1163970" y="33326"/>
                    </a:lnTo>
                    <a:lnTo>
                      <a:pt x="1195709" y="12809"/>
                    </a:lnTo>
                    <a:lnTo>
                      <a:pt x="1227368" y="281"/>
                    </a:lnTo>
                    <a:cubicBezTo>
                      <a:pt x="1227856" y="63"/>
                      <a:pt x="1228547" y="-47"/>
                      <a:pt x="1229197" y="19"/>
                    </a:cubicBezTo>
                    <a:lnTo>
                      <a:pt x="1253987" y="2092"/>
                    </a:lnTo>
                    <a:cubicBezTo>
                      <a:pt x="1255369" y="2202"/>
                      <a:pt x="1256304" y="2900"/>
                      <a:pt x="1256101" y="3686"/>
                    </a:cubicBezTo>
                    <a:cubicBezTo>
                      <a:pt x="1255897" y="4428"/>
                      <a:pt x="1254556" y="4952"/>
                      <a:pt x="1253215" y="4843"/>
                    </a:cubicBezTo>
                    <a:lnTo>
                      <a:pt x="1229400" y="2878"/>
                    </a:lnTo>
                    <a:lnTo>
                      <a:pt x="1199083" y="14861"/>
                    </a:lnTo>
                    <a:lnTo>
                      <a:pt x="1167668" y="35225"/>
                    </a:lnTo>
                    <a:lnTo>
                      <a:pt x="1135237" y="53712"/>
                    </a:lnTo>
                    <a:lnTo>
                      <a:pt x="1102400" y="73378"/>
                    </a:lnTo>
                    <a:lnTo>
                      <a:pt x="1068750" y="87172"/>
                    </a:lnTo>
                    <a:lnTo>
                      <a:pt x="1034978" y="102036"/>
                    </a:lnTo>
                    <a:cubicBezTo>
                      <a:pt x="1034531" y="102254"/>
                      <a:pt x="1034003" y="102364"/>
                      <a:pt x="1033393" y="102364"/>
                    </a:cubicBezTo>
                    <a:lnTo>
                      <a:pt x="903630" y="102844"/>
                    </a:lnTo>
                    <a:lnTo>
                      <a:pt x="773907" y="99701"/>
                    </a:lnTo>
                    <a:lnTo>
                      <a:pt x="644265" y="91494"/>
                    </a:lnTo>
                    <a:lnTo>
                      <a:pt x="514868" y="79839"/>
                    </a:lnTo>
                    <a:lnTo>
                      <a:pt x="385836" y="86234"/>
                    </a:lnTo>
                    <a:lnTo>
                      <a:pt x="256356" y="99068"/>
                    </a:lnTo>
                    <a:lnTo>
                      <a:pt x="2925" y="126133"/>
                    </a:lnTo>
                    <a:lnTo>
                      <a:pt x="2478" y="12613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2" name="Freeform: Shape 721">
                <a:extLst>
                  <a:ext uri="{FF2B5EF4-FFF2-40B4-BE49-F238E27FC236}">
                    <a16:creationId xmlns:a16="http://schemas.microsoft.com/office/drawing/2014/main" id="{F0E43BE5-0118-492C-9C8C-201ED0D3B65C}"/>
                  </a:ext>
                </a:extLst>
              </p:cNvPr>
              <p:cNvSpPr/>
              <p:nvPr/>
            </p:nvSpPr>
            <p:spPr>
              <a:xfrm>
                <a:off x="5963513" y="6079421"/>
                <a:ext cx="3049707" cy="388403"/>
              </a:xfrm>
              <a:custGeom>
                <a:avLst/>
                <a:gdLst>
                  <a:gd name="connsiteX0" fmla="*/ 3047228 w 3049707"/>
                  <a:gd name="connsiteY0" fmla="*/ 388381 h 388403"/>
                  <a:gd name="connsiteX1" fmla="*/ 3047228 w 3049707"/>
                  <a:gd name="connsiteY1" fmla="*/ 388381 h 388403"/>
                  <a:gd name="connsiteX2" fmla="*/ 2910678 w 3049707"/>
                  <a:gd name="connsiteY2" fmla="*/ 388054 h 388403"/>
                  <a:gd name="connsiteX3" fmla="*/ 2909092 w 3049707"/>
                  <a:gd name="connsiteY3" fmla="*/ 387727 h 388403"/>
                  <a:gd name="connsiteX4" fmla="*/ 2775265 w 3049707"/>
                  <a:gd name="connsiteY4" fmla="*/ 322618 h 388403"/>
                  <a:gd name="connsiteX5" fmla="*/ 2639730 w 3049707"/>
                  <a:gd name="connsiteY5" fmla="*/ 322291 h 388403"/>
                  <a:gd name="connsiteX6" fmla="*/ 2638024 w 3049707"/>
                  <a:gd name="connsiteY6" fmla="*/ 321920 h 388403"/>
                  <a:gd name="connsiteX7" fmla="*/ 2618883 w 3049707"/>
                  <a:gd name="connsiteY7" fmla="*/ 312054 h 388403"/>
                  <a:gd name="connsiteX8" fmla="*/ 2214474 w 3049707"/>
                  <a:gd name="connsiteY8" fmla="*/ 311137 h 388403"/>
                  <a:gd name="connsiteX9" fmla="*/ 2212563 w 3049707"/>
                  <a:gd name="connsiteY9" fmla="*/ 310723 h 388403"/>
                  <a:gd name="connsiteX10" fmla="*/ 2197283 w 3049707"/>
                  <a:gd name="connsiteY10" fmla="*/ 301119 h 388403"/>
                  <a:gd name="connsiteX11" fmla="*/ 2064512 w 3049707"/>
                  <a:gd name="connsiteY11" fmla="*/ 300813 h 388403"/>
                  <a:gd name="connsiteX12" fmla="*/ 2062521 w 3049707"/>
                  <a:gd name="connsiteY12" fmla="*/ 300333 h 388403"/>
                  <a:gd name="connsiteX13" fmla="*/ 2048622 w 3049707"/>
                  <a:gd name="connsiteY13" fmla="*/ 290948 h 388403"/>
                  <a:gd name="connsiteX14" fmla="*/ 1784706 w 3049707"/>
                  <a:gd name="connsiteY14" fmla="*/ 290424 h 388403"/>
                  <a:gd name="connsiteX15" fmla="*/ 1651853 w 3049707"/>
                  <a:gd name="connsiteY15" fmla="*/ 283352 h 388403"/>
                  <a:gd name="connsiteX16" fmla="*/ 1519204 w 3049707"/>
                  <a:gd name="connsiteY16" fmla="*/ 271151 h 388403"/>
                  <a:gd name="connsiteX17" fmla="*/ 1386759 w 3049707"/>
                  <a:gd name="connsiteY17" fmla="*/ 259321 h 388403"/>
                  <a:gd name="connsiteX18" fmla="*/ 1254313 w 3049707"/>
                  <a:gd name="connsiteY18" fmla="*/ 246531 h 388403"/>
                  <a:gd name="connsiteX19" fmla="*/ 1123452 w 3049707"/>
                  <a:gd name="connsiteY19" fmla="*/ 229091 h 388403"/>
                  <a:gd name="connsiteX20" fmla="*/ 1121583 w 3049707"/>
                  <a:gd name="connsiteY20" fmla="*/ 228087 h 388403"/>
                  <a:gd name="connsiteX21" fmla="*/ 1113333 w 3049707"/>
                  <a:gd name="connsiteY21" fmla="*/ 210080 h 388403"/>
                  <a:gd name="connsiteX22" fmla="*/ 1106790 w 3049707"/>
                  <a:gd name="connsiteY22" fmla="*/ 186573 h 388403"/>
                  <a:gd name="connsiteX23" fmla="*/ 1100369 w 3049707"/>
                  <a:gd name="connsiteY23" fmla="*/ 166864 h 388403"/>
                  <a:gd name="connsiteX24" fmla="*/ 1094110 w 3049707"/>
                  <a:gd name="connsiteY24" fmla="*/ 154030 h 388403"/>
                  <a:gd name="connsiteX25" fmla="*/ 1087851 w 3049707"/>
                  <a:gd name="connsiteY25" fmla="*/ 140388 h 388403"/>
                  <a:gd name="connsiteX26" fmla="*/ 1081308 w 3049707"/>
                  <a:gd name="connsiteY26" fmla="*/ 120352 h 388403"/>
                  <a:gd name="connsiteX27" fmla="*/ 957478 w 3049707"/>
                  <a:gd name="connsiteY27" fmla="*/ 95578 h 388403"/>
                  <a:gd name="connsiteX28" fmla="*/ 831779 w 3049707"/>
                  <a:gd name="connsiteY28" fmla="*/ 70740 h 388403"/>
                  <a:gd name="connsiteX29" fmla="*/ 706161 w 3049707"/>
                  <a:gd name="connsiteY29" fmla="*/ 48477 h 388403"/>
                  <a:gd name="connsiteX30" fmla="*/ 580867 w 3049707"/>
                  <a:gd name="connsiteY30" fmla="*/ 32696 h 388403"/>
                  <a:gd name="connsiteX31" fmla="*/ 455371 w 3049707"/>
                  <a:gd name="connsiteY31" fmla="*/ 15540 h 388403"/>
                  <a:gd name="connsiteX32" fmla="*/ 327274 w 3049707"/>
                  <a:gd name="connsiteY32" fmla="*/ 2816 h 388403"/>
                  <a:gd name="connsiteX33" fmla="*/ 232867 w 3049707"/>
                  <a:gd name="connsiteY33" fmla="*/ 3885 h 388403"/>
                  <a:gd name="connsiteX34" fmla="*/ 202306 w 3049707"/>
                  <a:gd name="connsiteY34" fmla="*/ 4955 h 388403"/>
                  <a:gd name="connsiteX35" fmla="*/ 81768 w 3049707"/>
                  <a:gd name="connsiteY35" fmla="*/ 10499 h 388403"/>
                  <a:gd name="connsiteX36" fmla="*/ 68641 w 3049707"/>
                  <a:gd name="connsiteY36" fmla="*/ 9866 h 388403"/>
                  <a:gd name="connsiteX37" fmla="*/ 2520 w 3049707"/>
                  <a:gd name="connsiteY37" fmla="*/ 9756 h 388403"/>
                  <a:gd name="connsiteX38" fmla="*/ 0 w 3049707"/>
                  <a:gd name="connsiteY38" fmla="*/ 8360 h 388403"/>
                  <a:gd name="connsiteX39" fmla="*/ 2560 w 3049707"/>
                  <a:gd name="connsiteY39" fmla="*/ 6919 h 388403"/>
                  <a:gd name="connsiteX40" fmla="*/ 2560 w 3049707"/>
                  <a:gd name="connsiteY40" fmla="*/ 6919 h 388403"/>
                  <a:gd name="connsiteX41" fmla="*/ 68885 w 3049707"/>
                  <a:gd name="connsiteY41" fmla="*/ 7072 h 388403"/>
                  <a:gd name="connsiteX42" fmla="*/ 81768 w 3049707"/>
                  <a:gd name="connsiteY42" fmla="*/ 7661 h 388403"/>
                  <a:gd name="connsiteX43" fmla="*/ 201899 w 3049707"/>
                  <a:gd name="connsiteY43" fmla="*/ 2183 h 388403"/>
                  <a:gd name="connsiteX44" fmla="*/ 232623 w 3049707"/>
                  <a:gd name="connsiteY44" fmla="*/ 1069 h 388403"/>
                  <a:gd name="connsiteX45" fmla="*/ 327396 w 3049707"/>
                  <a:gd name="connsiteY45" fmla="*/ 0 h 388403"/>
                  <a:gd name="connsiteX46" fmla="*/ 330850 w 3049707"/>
                  <a:gd name="connsiteY46" fmla="*/ 153 h 388403"/>
                  <a:gd name="connsiteX47" fmla="*/ 456468 w 3049707"/>
                  <a:gd name="connsiteY47" fmla="*/ 12834 h 388403"/>
                  <a:gd name="connsiteX48" fmla="*/ 582087 w 3049707"/>
                  <a:gd name="connsiteY48" fmla="*/ 29924 h 388403"/>
                  <a:gd name="connsiteX49" fmla="*/ 707583 w 3049707"/>
                  <a:gd name="connsiteY49" fmla="*/ 45748 h 388403"/>
                  <a:gd name="connsiteX50" fmla="*/ 833364 w 3049707"/>
                  <a:gd name="connsiteY50" fmla="*/ 68077 h 388403"/>
                  <a:gd name="connsiteX51" fmla="*/ 959266 w 3049707"/>
                  <a:gd name="connsiteY51" fmla="*/ 92959 h 388403"/>
                  <a:gd name="connsiteX52" fmla="*/ 1084356 w 3049707"/>
                  <a:gd name="connsiteY52" fmla="*/ 117951 h 388403"/>
                  <a:gd name="connsiteX53" fmla="*/ 1086023 w 3049707"/>
                  <a:gd name="connsiteY53" fmla="*/ 119020 h 388403"/>
                  <a:gd name="connsiteX54" fmla="*/ 1092769 w 3049707"/>
                  <a:gd name="connsiteY54" fmla="*/ 139799 h 388403"/>
                  <a:gd name="connsiteX55" fmla="*/ 1098906 w 3049707"/>
                  <a:gd name="connsiteY55" fmla="*/ 153288 h 388403"/>
                  <a:gd name="connsiteX56" fmla="*/ 1105245 w 3049707"/>
                  <a:gd name="connsiteY56" fmla="*/ 166296 h 388403"/>
                  <a:gd name="connsiteX57" fmla="*/ 1111707 w 3049707"/>
                  <a:gd name="connsiteY57" fmla="*/ 186115 h 388403"/>
                  <a:gd name="connsiteX58" fmla="*/ 1118250 w 3049707"/>
                  <a:gd name="connsiteY58" fmla="*/ 209513 h 388403"/>
                  <a:gd name="connsiteX59" fmla="*/ 1126094 w 3049707"/>
                  <a:gd name="connsiteY59" fmla="*/ 226559 h 388403"/>
                  <a:gd name="connsiteX60" fmla="*/ 1255370 w 3049707"/>
                  <a:gd name="connsiteY60" fmla="*/ 243781 h 388403"/>
                  <a:gd name="connsiteX61" fmla="*/ 1387531 w 3049707"/>
                  <a:gd name="connsiteY61" fmla="*/ 256571 h 388403"/>
                  <a:gd name="connsiteX62" fmla="*/ 1519977 w 3049707"/>
                  <a:gd name="connsiteY62" fmla="*/ 268401 h 388403"/>
                  <a:gd name="connsiteX63" fmla="*/ 1652544 w 3049707"/>
                  <a:gd name="connsiteY63" fmla="*/ 280602 h 388403"/>
                  <a:gd name="connsiteX64" fmla="*/ 1784909 w 3049707"/>
                  <a:gd name="connsiteY64" fmla="*/ 287630 h 388403"/>
                  <a:gd name="connsiteX65" fmla="*/ 2049922 w 3049707"/>
                  <a:gd name="connsiteY65" fmla="*/ 288154 h 388403"/>
                  <a:gd name="connsiteX66" fmla="*/ 2051792 w 3049707"/>
                  <a:gd name="connsiteY66" fmla="*/ 288678 h 388403"/>
                  <a:gd name="connsiteX67" fmla="*/ 2065690 w 3049707"/>
                  <a:gd name="connsiteY67" fmla="*/ 298063 h 388403"/>
                  <a:gd name="connsiteX68" fmla="*/ 2198339 w 3049707"/>
                  <a:gd name="connsiteY68" fmla="*/ 298325 h 388403"/>
                  <a:gd name="connsiteX69" fmla="*/ 2200209 w 3049707"/>
                  <a:gd name="connsiteY69" fmla="*/ 298805 h 388403"/>
                  <a:gd name="connsiteX70" fmla="*/ 2215571 w 3049707"/>
                  <a:gd name="connsiteY70" fmla="*/ 308387 h 388403"/>
                  <a:gd name="connsiteX71" fmla="*/ 2619776 w 3049707"/>
                  <a:gd name="connsiteY71" fmla="*/ 309238 h 388403"/>
                  <a:gd name="connsiteX72" fmla="*/ 2621483 w 3049707"/>
                  <a:gd name="connsiteY72" fmla="*/ 309609 h 388403"/>
                  <a:gd name="connsiteX73" fmla="*/ 2640624 w 3049707"/>
                  <a:gd name="connsiteY73" fmla="*/ 319475 h 388403"/>
                  <a:gd name="connsiteX74" fmla="*/ 2776159 w 3049707"/>
                  <a:gd name="connsiteY74" fmla="*/ 319802 h 388403"/>
                  <a:gd name="connsiteX75" fmla="*/ 2777744 w 3049707"/>
                  <a:gd name="connsiteY75" fmla="*/ 320130 h 388403"/>
                  <a:gd name="connsiteX76" fmla="*/ 2911613 w 3049707"/>
                  <a:gd name="connsiteY76" fmla="*/ 385238 h 388403"/>
                  <a:gd name="connsiteX77" fmla="*/ 3047146 w 3049707"/>
                  <a:gd name="connsiteY77" fmla="*/ 385566 h 388403"/>
                  <a:gd name="connsiteX78" fmla="*/ 3049707 w 3049707"/>
                  <a:gd name="connsiteY78" fmla="*/ 387006 h 388403"/>
                  <a:gd name="connsiteX79" fmla="*/ 3047146 w 3049707"/>
                  <a:gd name="connsiteY79" fmla="*/ 388403 h 38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049707" h="388403">
                    <a:moveTo>
                      <a:pt x="3047228" y="388381"/>
                    </a:moveTo>
                    <a:lnTo>
                      <a:pt x="3047228" y="388381"/>
                    </a:lnTo>
                    <a:lnTo>
                      <a:pt x="2910678" y="388054"/>
                    </a:lnTo>
                    <a:cubicBezTo>
                      <a:pt x="2910068" y="388054"/>
                      <a:pt x="2909499" y="387945"/>
                      <a:pt x="2909092" y="387727"/>
                    </a:cubicBezTo>
                    <a:lnTo>
                      <a:pt x="2775265" y="322618"/>
                    </a:lnTo>
                    <a:lnTo>
                      <a:pt x="2639730" y="322291"/>
                    </a:lnTo>
                    <a:cubicBezTo>
                      <a:pt x="2639121" y="322291"/>
                      <a:pt x="2638552" y="322138"/>
                      <a:pt x="2638024" y="321920"/>
                    </a:cubicBezTo>
                    <a:lnTo>
                      <a:pt x="2618883" y="312054"/>
                    </a:lnTo>
                    <a:lnTo>
                      <a:pt x="2214474" y="311137"/>
                    </a:lnTo>
                    <a:cubicBezTo>
                      <a:pt x="2213783" y="311137"/>
                      <a:pt x="2213092" y="310985"/>
                      <a:pt x="2212563" y="310723"/>
                    </a:cubicBezTo>
                    <a:lnTo>
                      <a:pt x="2197283" y="301119"/>
                    </a:lnTo>
                    <a:lnTo>
                      <a:pt x="2064512" y="300813"/>
                    </a:lnTo>
                    <a:cubicBezTo>
                      <a:pt x="2063821" y="300813"/>
                      <a:pt x="2063049" y="300639"/>
                      <a:pt x="2062521" y="300333"/>
                    </a:cubicBezTo>
                    <a:lnTo>
                      <a:pt x="2048622" y="290948"/>
                    </a:lnTo>
                    <a:lnTo>
                      <a:pt x="1784706" y="290424"/>
                    </a:lnTo>
                    <a:lnTo>
                      <a:pt x="1651853" y="283352"/>
                    </a:lnTo>
                    <a:lnTo>
                      <a:pt x="1519204" y="271151"/>
                    </a:lnTo>
                    <a:lnTo>
                      <a:pt x="1386759" y="259321"/>
                    </a:lnTo>
                    <a:lnTo>
                      <a:pt x="1254313" y="246531"/>
                    </a:lnTo>
                    <a:lnTo>
                      <a:pt x="1123452" y="229091"/>
                    </a:lnTo>
                    <a:cubicBezTo>
                      <a:pt x="1122558" y="228982"/>
                      <a:pt x="1121867" y="228568"/>
                      <a:pt x="1121583" y="228087"/>
                    </a:cubicBezTo>
                    <a:lnTo>
                      <a:pt x="1113333" y="210080"/>
                    </a:lnTo>
                    <a:lnTo>
                      <a:pt x="1106790" y="186573"/>
                    </a:lnTo>
                    <a:lnTo>
                      <a:pt x="1100369" y="166864"/>
                    </a:lnTo>
                    <a:lnTo>
                      <a:pt x="1094110" y="154030"/>
                    </a:lnTo>
                    <a:lnTo>
                      <a:pt x="1087851" y="140388"/>
                    </a:lnTo>
                    <a:lnTo>
                      <a:pt x="1081308" y="120352"/>
                    </a:lnTo>
                    <a:lnTo>
                      <a:pt x="957478" y="95578"/>
                    </a:lnTo>
                    <a:lnTo>
                      <a:pt x="831779" y="70740"/>
                    </a:lnTo>
                    <a:lnTo>
                      <a:pt x="706161" y="48477"/>
                    </a:lnTo>
                    <a:lnTo>
                      <a:pt x="580867" y="32696"/>
                    </a:lnTo>
                    <a:lnTo>
                      <a:pt x="455371" y="15540"/>
                    </a:lnTo>
                    <a:lnTo>
                      <a:pt x="327274" y="2816"/>
                    </a:lnTo>
                    <a:lnTo>
                      <a:pt x="232867" y="3885"/>
                    </a:lnTo>
                    <a:lnTo>
                      <a:pt x="202306" y="4955"/>
                    </a:lnTo>
                    <a:lnTo>
                      <a:pt x="81768" y="10499"/>
                    </a:lnTo>
                    <a:lnTo>
                      <a:pt x="68641" y="9866"/>
                    </a:lnTo>
                    <a:lnTo>
                      <a:pt x="2520" y="9756"/>
                    </a:lnTo>
                    <a:cubicBezTo>
                      <a:pt x="1138" y="9756"/>
                      <a:pt x="0" y="9123"/>
                      <a:pt x="0" y="8360"/>
                    </a:cubicBezTo>
                    <a:cubicBezTo>
                      <a:pt x="41" y="7574"/>
                      <a:pt x="1138" y="6919"/>
                      <a:pt x="2560" y="6919"/>
                    </a:cubicBezTo>
                    <a:lnTo>
                      <a:pt x="2560" y="6919"/>
                    </a:lnTo>
                    <a:lnTo>
                      <a:pt x="68885" y="7072"/>
                    </a:lnTo>
                    <a:lnTo>
                      <a:pt x="81768" y="7661"/>
                    </a:lnTo>
                    <a:lnTo>
                      <a:pt x="201899" y="2183"/>
                    </a:lnTo>
                    <a:lnTo>
                      <a:pt x="232623" y="1069"/>
                    </a:lnTo>
                    <a:lnTo>
                      <a:pt x="327396" y="0"/>
                    </a:lnTo>
                    <a:lnTo>
                      <a:pt x="330850" y="153"/>
                    </a:lnTo>
                    <a:lnTo>
                      <a:pt x="456468" y="12834"/>
                    </a:lnTo>
                    <a:lnTo>
                      <a:pt x="582087" y="29924"/>
                    </a:lnTo>
                    <a:lnTo>
                      <a:pt x="707583" y="45748"/>
                    </a:lnTo>
                    <a:lnTo>
                      <a:pt x="833364" y="68077"/>
                    </a:lnTo>
                    <a:lnTo>
                      <a:pt x="959266" y="92959"/>
                    </a:lnTo>
                    <a:lnTo>
                      <a:pt x="1084356" y="117951"/>
                    </a:lnTo>
                    <a:cubicBezTo>
                      <a:pt x="1085250" y="118103"/>
                      <a:pt x="1085860" y="118540"/>
                      <a:pt x="1086023" y="119020"/>
                    </a:cubicBezTo>
                    <a:lnTo>
                      <a:pt x="1092769" y="139799"/>
                    </a:lnTo>
                    <a:lnTo>
                      <a:pt x="1098906" y="153288"/>
                    </a:lnTo>
                    <a:lnTo>
                      <a:pt x="1105245" y="166296"/>
                    </a:lnTo>
                    <a:lnTo>
                      <a:pt x="1111707" y="186115"/>
                    </a:lnTo>
                    <a:lnTo>
                      <a:pt x="1118250" y="209513"/>
                    </a:lnTo>
                    <a:lnTo>
                      <a:pt x="1126094" y="226559"/>
                    </a:lnTo>
                    <a:lnTo>
                      <a:pt x="1255370" y="243781"/>
                    </a:lnTo>
                    <a:lnTo>
                      <a:pt x="1387531" y="256571"/>
                    </a:lnTo>
                    <a:lnTo>
                      <a:pt x="1519977" y="268401"/>
                    </a:lnTo>
                    <a:lnTo>
                      <a:pt x="1652544" y="280602"/>
                    </a:lnTo>
                    <a:lnTo>
                      <a:pt x="1784909" y="287630"/>
                    </a:lnTo>
                    <a:lnTo>
                      <a:pt x="2049922" y="288154"/>
                    </a:lnTo>
                    <a:cubicBezTo>
                      <a:pt x="2050613" y="288154"/>
                      <a:pt x="2051304" y="288372"/>
                      <a:pt x="2051792" y="288678"/>
                    </a:cubicBezTo>
                    <a:lnTo>
                      <a:pt x="2065690" y="298063"/>
                    </a:lnTo>
                    <a:lnTo>
                      <a:pt x="2198339" y="298325"/>
                    </a:lnTo>
                    <a:cubicBezTo>
                      <a:pt x="2199112" y="298325"/>
                      <a:pt x="2199721" y="298478"/>
                      <a:pt x="2200209" y="298805"/>
                    </a:cubicBezTo>
                    <a:lnTo>
                      <a:pt x="2215571" y="308387"/>
                    </a:lnTo>
                    <a:lnTo>
                      <a:pt x="2619776" y="309238"/>
                    </a:lnTo>
                    <a:cubicBezTo>
                      <a:pt x="2620386" y="309238"/>
                      <a:pt x="2621077" y="309348"/>
                      <a:pt x="2621483" y="309609"/>
                    </a:cubicBezTo>
                    <a:lnTo>
                      <a:pt x="2640624" y="319475"/>
                    </a:lnTo>
                    <a:lnTo>
                      <a:pt x="2776159" y="319802"/>
                    </a:lnTo>
                    <a:cubicBezTo>
                      <a:pt x="2776768" y="319802"/>
                      <a:pt x="2777338" y="319912"/>
                      <a:pt x="2777744" y="320130"/>
                    </a:cubicBezTo>
                    <a:lnTo>
                      <a:pt x="2911613" y="385238"/>
                    </a:lnTo>
                    <a:lnTo>
                      <a:pt x="3047146" y="385566"/>
                    </a:lnTo>
                    <a:cubicBezTo>
                      <a:pt x="3048528" y="385566"/>
                      <a:pt x="3049707" y="386199"/>
                      <a:pt x="3049707" y="387006"/>
                    </a:cubicBezTo>
                    <a:cubicBezTo>
                      <a:pt x="3049707" y="387748"/>
                      <a:pt x="3048528" y="388403"/>
                      <a:pt x="3047146" y="38840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3" name="Freeform: Shape 722">
                <a:extLst>
                  <a:ext uri="{FF2B5EF4-FFF2-40B4-BE49-F238E27FC236}">
                    <a16:creationId xmlns:a16="http://schemas.microsoft.com/office/drawing/2014/main" id="{8DB76876-6E7A-4011-9CDD-2639905BE82A}"/>
                  </a:ext>
                </a:extLst>
              </p:cNvPr>
              <p:cNvSpPr/>
              <p:nvPr/>
            </p:nvSpPr>
            <p:spPr>
              <a:xfrm>
                <a:off x="6664977" y="6094382"/>
                <a:ext cx="2162396" cy="287642"/>
              </a:xfrm>
              <a:custGeom>
                <a:avLst/>
                <a:gdLst>
                  <a:gd name="connsiteX0" fmla="*/ 2160040 w 2162396"/>
                  <a:gd name="connsiteY0" fmla="*/ 287577 h 287642"/>
                  <a:gd name="connsiteX1" fmla="*/ 2160040 w 2162396"/>
                  <a:gd name="connsiteY1" fmla="*/ 287577 h 287642"/>
                  <a:gd name="connsiteX2" fmla="*/ 2032917 w 2162396"/>
                  <a:gd name="connsiteY2" fmla="*/ 287315 h 287642"/>
                  <a:gd name="connsiteX3" fmla="*/ 2031252 w 2162396"/>
                  <a:gd name="connsiteY3" fmla="*/ 286944 h 287642"/>
                  <a:gd name="connsiteX4" fmla="*/ 2011581 w 2162396"/>
                  <a:gd name="connsiteY4" fmla="*/ 277406 h 287642"/>
                  <a:gd name="connsiteX5" fmla="*/ 1879624 w 2162396"/>
                  <a:gd name="connsiteY5" fmla="*/ 277144 h 287642"/>
                  <a:gd name="connsiteX6" fmla="*/ 1877958 w 2162396"/>
                  <a:gd name="connsiteY6" fmla="*/ 276773 h 287642"/>
                  <a:gd name="connsiteX7" fmla="*/ 1859791 w 2162396"/>
                  <a:gd name="connsiteY7" fmla="*/ 267387 h 287642"/>
                  <a:gd name="connsiteX8" fmla="*/ 1465583 w 2162396"/>
                  <a:gd name="connsiteY8" fmla="*/ 266580 h 287642"/>
                  <a:gd name="connsiteX9" fmla="*/ 1463673 w 2162396"/>
                  <a:gd name="connsiteY9" fmla="*/ 266100 h 287642"/>
                  <a:gd name="connsiteX10" fmla="*/ 1449205 w 2162396"/>
                  <a:gd name="connsiteY10" fmla="*/ 256998 h 287642"/>
                  <a:gd name="connsiteX11" fmla="*/ 1319930 w 2162396"/>
                  <a:gd name="connsiteY11" fmla="*/ 256736 h 287642"/>
                  <a:gd name="connsiteX12" fmla="*/ 1317938 w 2162396"/>
                  <a:gd name="connsiteY12" fmla="*/ 256256 h 287642"/>
                  <a:gd name="connsiteX13" fmla="*/ 1304730 w 2162396"/>
                  <a:gd name="connsiteY13" fmla="*/ 247351 h 287642"/>
                  <a:gd name="connsiteX14" fmla="*/ 1047357 w 2162396"/>
                  <a:gd name="connsiteY14" fmla="*/ 246827 h 287642"/>
                  <a:gd name="connsiteX15" fmla="*/ 1043374 w 2162396"/>
                  <a:gd name="connsiteY15" fmla="*/ 246500 h 287642"/>
                  <a:gd name="connsiteX16" fmla="*/ 917675 w 2162396"/>
                  <a:gd name="connsiteY16" fmla="*/ 236437 h 287642"/>
                  <a:gd name="connsiteX17" fmla="*/ 915805 w 2162396"/>
                  <a:gd name="connsiteY17" fmla="*/ 235739 h 287642"/>
                  <a:gd name="connsiteX18" fmla="*/ 905889 w 2162396"/>
                  <a:gd name="connsiteY18" fmla="*/ 225830 h 287642"/>
                  <a:gd name="connsiteX19" fmla="*/ 775923 w 2162396"/>
                  <a:gd name="connsiteY19" fmla="*/ 210115 h 287642"/>
                  <a:gd name="connsiteX20" fmla="*/ 647459 w 2162396"/>
                  <a:gd name="connsiteY20" fmla="*/ 186869 h 287642"/>
                  <a:gd name="connsiteX21" fmla="*/ 520053 w 2162396"/>
                  <a:gd name="connsiteY21" fmla="*/ 163537 h 287642"/>
                  <a:gd name="connsiteX22" fmla="*/ 392077 w 2162396"/>
                  <a:gd name="connsiteY22" fmla="*/ 139615 h 287642"/>
                  <a:gd name="connsiteX23" fmla="*/ 267435 w 2162396"/>
                  <a:gd name="connsiteY23" fmla="*/ 118028 h 287642"/>
                  <a:gd name="connsiteX24" fmla="*/ 265768 w 2162396"/>
                  <a:gd name="connsiteY24" fmla="*/ 117003 h 287642"/>
                  <a:gd name="connsiteX25" fmla="*/ 259632 w 2162396"/>
                  <a:gd name="connsiteY25" fmla="*/ 102139 h 287642"/>
                  <a:gd name="connsiteX26" fmla="*/ 254470 w 2162396"/>
                  <a:gd name="connsiteY26" fmla="*/ 79483 h 287642"/>
                  <a:gd name="connsiteX27" fmla="*/ 249512 w 2162396"/>
                  <a:gd name="connsiteY27" fmla="*/ 54491 h 287642"/>
                  <a:gd name="connsiteX28" fmla="*/ 126089 w 2162396"/>
                  <a:gd name="connsiteY28" fmla="*/ 23912 h 287642"/>
                  <a:gd name="connsiteX29" fmla="*/ 44443 w 2162396"/>
                  <a:gd name="connsiteY29" fmla="*/ 10009 h 287642"/>
                  <a:gd name="connsiteX30" fmla="*/ 35908 w 2162396"/>
                  <a:gd name="connsiteY30" fmla="*/ 7826 h 287642"/>
                  <a:gd name="connsiteX31" fmla="*/ 1893 w 2162396"/>
                  <a:gd name="connsiteY31" fmla="*/ 2763 h 287642"/>
                  <a:gd name="connsiteX32" fmla="*/ 105 w 2162396"/>
                  <a:gd name="connsiteY32" fmla="*/ 1060 h 287642"/>
                  <a:gd name="connsiteX33" fmla="*/ 3193 w 2162396"/>
                  <a:gd name="connsiteY33" fmla="*/ 56 h 287642"/>
                  <a:gd name="connsiteX34" fmla="*/ 37615 w 2162396"/>
                  <a:gd name="connsiteY34" fmla="*/ 5229 h 287642"/>
                  <a:gd name="connsiteX35" fmla="*/ 46231 w 2162396"/>
                  <a:gd name="connsiteY35" fmla="*/ 7412 h 287642"/>
                  <a:gd name="connsiteX36" fmla="*/ 127877 w 2162396"/>
                  <a:gd name="connsiteY36" fmla="*/ 21271 h 287642"/>
                  <a:gd name="connsiteX37" fmla="*/ 252967 w 2162396"/>
                  <a:gd name="connsiteY37" fmla="*/ 52287 h 287642"/>
                  <a:gd name="connsiteX38" fmla="*/ 254470 w 2162396"/>
                  <a:gd name="connsiteY38" fmla="*/ 53400 h 287642"/>
                  <a:gd name="connsiteX39" fmla="*/ 259510 w 2162396"/>
                  <a:gd name="connsiteY39" fmla="*/ 79199 h 287642"/>
                  <a:gd name="connsiteX40" fmla="*/ 264549 w 2162396"/>
                  <a:gd name="connsiteY40" fmla="*/ 101637 h 287642"/>
                  <a:gd name="connsiteX41" fmla="*/ 270279 w 2162396"/>
                  <a:gd name="connsiteY41" fmla="*/ 115606 h 287642"/>
                  <a:gd name="connsiteX42" fmla="*/ 398092 w 2162396"/>
                  <a:gd name="connsiteY42" fmla="*/ 137760 h 287642"/>
                  <a:gd name="connsiteX43" fmla="*/ 571015 w 2162396"/>
                  <a:gd name="connsiteY43" fmla="*/ 169954 h 287642"/>
                  <a:gd name="connsiteX44" fmla="*/ 659895 w 2162396"/>
                  <a:gd name="connsiteY44" fmla="*/ 186193 h 287642"/>
                  <a:gd name="connsiteX45" fmla="*/ 780027 w 2162396"/>
                  <a:gd name="connsiteY45" fmla="*/ 207932 h 287642"/>
                  <a:gd name="connsiteX46" fmla="*/ 908003 w 2162396"/>
                  <a:gd name="connsiteY46" fmla="*/ 223232 h 287642"/>
                  <a:gd name="connsiteX47" fmla="*/ 909668 w 2162396"/>
                  <a:gd name="connsiteY47" fmla="*/ 223931 h 287642"/>
                  <a:gd name="connsiteX48" fmla="*/ 919585 w 2162396"/>
                  <a:gd name="connsiteY48" fmla="*/ 233796 h 287642"/>
                  <a:gd name="connsiteX49" fmla="*/ 1047560 w 2162396"/>
                  <a:gd name="connsiteY49" fmla="*/ 244033 h 287642"/>
                  <a:gd name="connsiteX50" fmla="*/ 1305827 w 2162396"/>
                  <a:gd name="connsiteY50" fmla="*/ 244579 h 287642"/>
                  <a:gd name="connsiteX51" fmla="*/ 1307819 w 2162396"/>
                  <a:gd name="connsiteY51" fmla="*/ 245103 h 287642"/>
                  <a:gd name="connsiteX52" fmla="*/ 1321027 w 2162396"/>
                  <a:gd name="connsiteY52" fmla="*/ 253942 h 287642"/>
                  <a:gd name="connsiteX53" fmla="*/ 1450302 w 2162396"/>
                  <a:gd name="connsiteY53" fmla="*/ 254204 h 287642"/>
                  <a:gd name="connsiteX54" fmla="*/ 1452172 w 2162396"/>
                  <a:gd name="connsiteY54" fmla="*/ 254684 h 287642"/>
                  <a:gd name="connsiteX55" fmla="*/ 1466640 w 2162396"/>
                  <a:gd name="connsiteY55" fmla="*/ 263808 h 287642"/>
                  <a:gd name="connsiteX56" fmla="*/ 1860645 w 2162396"/>
                  <a:gd name="connsiteY56" fmla="*/ 264616 h 287642"/>
                  <a:gd name="connsiteX57" fmla="*/ 1862311 w 2162396"/>
                  <a:gd name="connsiteY57" fmla="*/ 264987 h 287642"/>
                  <a:gd name="connsiteX58" fmla="*/ 1880477 w 2162396"/>
                  <a:gd name="connsiteY58" fmla="*/ 274372 h 287642"/>
                  <a:gd name="connsiteX59" fmla="*/ 2012435 w 2162396"/>
                  <a:gd name="connsiteY59" fmla="*/ 274634 h 287642"/>
                  <a:gd name="connsiteX60" fmla="*/ 2014102 w 2162396"/>
                  <a:gd name="connsiteY60" fmla="*/ 275005 h 287642"/>
                  <a:gd name="connsiteX61" fmla="*/ 2033730 w 2162396"/>
                  <a:gd name="connsiteY61" fmla="*/ 284543 h 287642"/>
                  <a:gd name="connsiteX62" fmla="*/ 2159836 w 2162396"/>
                  <a:gd name="connsiteY62" fmla="*/ 284805 h 287642"/>
                  <a:gd name="connsiteX63" fmla="*/ 2162397 w 2162396"/>
                  <a:gd name="connsiteY63" fmla="*/ 286246 h 287642"/>
                  <a:gd name="connsiteX64" fmla="*/ 2159836 w 2162396"/>
                  <a:gd name="connsiteY64" fmla="*/ 287643 h 287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162396" h="287642">
                    <a:moveTo>
                      <a:pt x="2160040" y="287577"/>
                    </a:moveTo>
                    <a:lnTo>
                      <a:pt x="2160040" y="287577"/>
                    </a:lnTo>
                    <a:lnTo>
                      <a:pt x="2032917" y="287315"/>
                    </a:lnTo>
                    <a:cubicBezTo>
                      <a:pt x="2032308" y="287315"/>
                      <a:pt x="2031739" y="287162"/>
                      <a:pt x="2031252" y="286944"/>
                    </a:cubicBezTo>
                    <a:lnTo>
                      <a:pt x="2011581" y="277406"/>
                    </a:lnTo>
                    <a:lnTo>
                      <a:pt x="1879624" y="277144"/>
                    </a:lnTo>
                    <a:cubicBezTo>
                      <a:pt x="1879014" y="277144"/>
                      <a:pt x="1878323" y="276991"/>
                      <a:pt x="1877958" y="276773"/>
                    </a:cubicBezTo>
                    <a:lnTo>
                      <a:pt x="1859791" y="267387"/>
                    </a:lnTo>
                    <a:lnTo>
                      <a:pt x="1465583" y="266580"/>
                    </a:lnTo>
                    <a:cubicBezTo>
                      <a:pt x="1464892" y="266580"/>
                      <a:pt x="1464202" y="266362"/>
                      <a:pt x="1463673" y="266100"/>
                    </a:cubicBezTo>
                    <a:lnTo>
                      <a:pt x="1449205" y="256998"/>
                    </a:lnTo>
                    <a:lnTo>
                      <a:pt x="1319930" y="256736"/>
                    </a:lnTo>
                    <a:cubicBezTo>
                      <a:pt x="1319157" y="256736"/>
                      <a:pt x="1318426" y="256583"/>
                      <a:pt x="1317938" y="256256"/>
                    </a:cubicBezTo>
                    <a:lnTo>
                      <a:pt x="1304730" y="247351"/>
                    </a:lnTo>
                    <a:lnTo>
                      <a:pt x="1047357" y="246827"/>
                    </a:lnTo>
                    <a:lnTo>
                      <a:pt x="1043374" y="246500"/>
                    </a:lnTo>
                    <a:lnTo>
                      <a:pt x="917675" y="236437"/>
                    </a:lnTo>
                    <a:cubicBezTo>
                      <a:pt x="916902" y="236372"/>
                      <a:pt x="916211" y="236110"/>
                      <a:pt x="915805" y="235739"/>
                    </a:cubicBezTo>
                    <a:lnTo>
                      <a:pt x="905889" y="225830"/>
                    </a:lnTo>
                    <a:lnTo>
                      <a:pt x="775923" y="210115"/>
                    </a:lnTo>
                    <a:lnTo>
                      <a:pt x="647459" y="186869"/>
                    </a:lnTo>
                    <a:lnTo>
                      <a:pt x="520053" y="163537"/>
                    </a:lnTo>
                    <a:lnTo>
                      <a:pt x="392077" y="139615"/>
                    </a:lnTo>
                    <a:lnTo>
                      <a:pt x="267435" y="118028"/>
                    </a:lnTo>
                    <a:cubicBezTo>
                      <a:pt x="266662" y="117876"/>
                      <a:pt x="265971" y="117505"/>
                      <a:pt x="265768" y="117003"/>
                    </a:cubicBezTo>
                    <a:lnTo>
                      <a:pt x="259632" y="102139"/>
                    </a:lnTo>
                    <a:lnTo>
                      <a:pt x="254470" y="79483"/>
                    </a:lnTo>
                    <a:lnTo>
                      <a:pt x="249512" y="54491"/>
                    </a:lnTo>
                    <a:lnTo>
                      <a:pt x="126089" y="23912"/>
                    </a:lnTo>
                    <a:lnTo>
                      <a:pt x="44443" y="10009"/>
                    </a:lnTo>
                    <a:lnTo>
                      <a:pt x="35908" y="7826"/>
                    </a:lnTo>
                    <a:lnTo>
                      <a:pt x="1893" y="2763"/>
                    </a:lnTo>
                    <a:cubicBezTo>
                      <a:pt x="511" y="2544"/>
                      <a:pt x="-301" y="1802"/>
                      <a:pt x="105" y="1060"/>
                    </a:cubicBezTo>
                    <a:cubicBezTo>
                      <a:pt x="389" y="274"/>
                      <a:pt x="1893" y="-162"/>
                      <a:pt x="3193" y="56"/>
                    </a:cubicBezTo>
                    <a:lnTo>
                      <a:pt x="37615" y="5229"/>
                    </a:lnTo>
                    <a:lnTo>
                      <a:pt x="46231" y="7412"/>
                    </a:lnTo>
                    <a:lnTo>
                      <a:pt x="127877" y="21271"/>
                    </a:lnTo>
                    <a:lnTo>
                      <a:pt x="252967" y="52287"/>
                    </a:lnTo>
                    <a:cubicBezTo>
                      <a:pt x="253779" y="52505"/>
                      <a:pt x="254348" y="52920"/>
                      <a:pt x="254470" y="53400"/>
                    </a:cubicBezTo>
                    <a:lnTo>
                      <a:pt x="259510" y="79199"/>
                    </a:lnTo>
                    <a:lnTo>
                      <a:pt x="264549" y="101637"/>
                    </a:lnTo>
                    <a:lnTo>
                      <a:pt x="270279" y="115606"/>
                    </a:lnTo>
                    <a:lnTo>
                      <a:pt x="398092" y="137760"/>
                    </a:lnTo>
                    <a:lnTo>
                      <a:pt x="571015" y="169954"/>
                    </a:lnTo>
                    <a:lnTo>
                      <a:pt x="659895" y="186193"/>
                    </a:lnTo>
                    <a:lnTo>
                      <a:pt x="780027" y="207932"/>
                    </a:lnTo>
                    <a:lnTo>
                      <a:pt x="908003" y="223232"/>
                    </a:lnTo>
                    <a:cubicBezTo>
                      <a:pt x="908693" y="223298"/>
                      <a:pt x="909303" y="223560"/>
                      <a:pt x="909668" y="223931"/>
                    </a:cubicBezTo>
                    <a:lnTo>
                      <a:pt x="919585" y="233796"/>
                    </a:lnTo>
                    <a:lnTo>
                      <a:pt x="1047560" y="244033"/>
                    </a:lnTo>
                    <a:lnTo>
                      <a:pt x="1305827" y="244579"/>
                    </a:lnTo>
                    <a:cubicBezTo>
                      <a:pt x="1306600" y="244579"/>
                      <a:pt x="1307331" y="244797"/>
                      <a:pt x="1307819" y="245103"/>
                    </a:cubicBezTo>
                    <a:lnTo>
                      <a:pt x="1321027" y="253942"/>
                    </a:lnTo>
                    <a:lnTo>
                      <a:pt x="1450302" y="254204"/>
                    </a:lnTo>
                    <a:cubicBezTo>
                      <a:pt x="1450994" y="254204"/>
                      <a:pt x="1451684" y="254423"/>
                      <a:pt x="1452172" y="254684"/>
                    </a:cubicBezTo>
                    <a:lnTo>
                      <a:pt x="1466640" y="263808"/>
                    </a:lnTo>
                    <a:lnTo>
                      <a:pt x="1860645" y="264616"/>
                    </a:lnTo>
                    <a:cubicBezTo>
                      <a:pt x="1861254" y="264616"/>
                      <a:pt x="1861945" y="264768"/>
                      <a:pt x="1862311" y="264987"/>
                    </a:cubicBezTo>
                    <a:lnTo>
                      <a:pt x="1880477" y="274372"/>
                    </a:lnTo>
                    <a:lnTo>
                      <a:pt x="2012435" y="274634"/>
                    </a:lnTo>
                    <a:cubicBezTo>
                      <a:pt x="2013045" y="274634"/>
                      <a:pt x="2013613" y="274809"/>
                      <a:pt x="2014102" y="275005"/>
                    </a:cubicBezTo>
                    <a:lnTo>
                      <a:pt x="2033730" y="284543"/>
                    </a:lnTo>
                    <a:lnTo>
                      <a:pt x="2159836" y="284805"/>
                    </a:lnTo>
                    <a:cubicBezTo>
                      <a:pt x="2161340" y="284805"/>
                      <a:pt x="2162397" y="285438"/>
                      <a:pt x="2162397" y="286246"/>
                    </a:cubicBezTo>
                    <a:cubicBezTo>
                      <a:pt x="2162397" y="286988"/>
                      <a:pt x="2161218" y="287643"/>
                      <a:pt x="2159836" y="2876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4" name="Freeform: Shape 723">
                <a:extLst>
                  <a:ext uri="{FF2B5EF4-FFF2-40B4-BE49-F238E27FC236}">
                    <a16:creationId xmlns:a16="http://schemas.microsoft.com/office/drawing/2014/main" id="{030B4744-6D9E-4EDA-AAAA-EBD7F910EF24}"/>
                  </a:ext>
                </a:extLst>
              </p:cNvPr>
              <p:cNvSpPr/>
              <p:nvPr/>
            </p:nvSpPr>
            <p:spPr>
              <a:xfrm>
                <a:off x="7802208" y="6221952"/>
                <a:ext cx="844642" cy="76520"/>
              </a:xfrm>
              <a:custGeom>
                <a:avLst/>
                <a:gdLst>
                  <a:gd name="connsiteX0" fmla="*/ 842123 w 844642"/>
                  <a:gd name="connsiteY0" fmla="*/ 76455 h 76520"/>
                  <a:gd name="connsiteX1" fmla="*/ 842123 w 844642"/>
                  <a:gd name="connsiteY1" fmla="*/ 76455 h 76520"/>
                  <a:gd name="connsiteX2" fmla="*/ 724145 w 844642"/>
                  <a:gd name="connsiteY2" fmla="*/ 76237 h 76520"/>
                  <a:gd name="connsiteX3" fmla="*/ 722439 w 844642"/>
                  <a:gd name="connsiteY3" fmla="*/ 75866 h 76520"/>
                  <a:gd name="connsiteX4" fmla="*/ 688300 w 844642"/>
                  <a:gd name="connsiteY4" fmla="*/ 59299 h 76520"/>
                  <a:gd name="connsiteX5" fmla="*/ 566746 w 844642"/>
                  <a:gd name="connsiteY5" fmla="*/ 59037 h 76520"/>
                  <a:gd name="connsiteX6" fmla="*/ 565040 w 844642"/>
                  <a:gd name="connsiteY6" fmla="*/ 58666 h 76520"/>
                  <a:gd name="connsiteX7" fmla="*/ 549678 w 844642"/>
                  <a:gd name="connsiteY7" fmla="*/ 50787 h 76520"/>
                  <a:gd name="connsiteX8" fmla="*/ 307788 w 844642"/>
                  <a:gd name="connsiteY8" fmla="*/ 50307 h 76520"/>
                  <a:gd name="connsiteX9" fmla="*/ 186356 w 844642"/>
                  <a:gd name="connsiteY9" fmla="*/ 49717 h 76520"/>
                  <a:gd name="connsiteX10" fmla="*/ 185665 w 844642"/>
                  <a:gd name="connsiteY10" fmla="*/ 49608 h 76520"/>
                  <a:gd name="connsiteX11" fmla="*/ 64111 w 844642"/>
                  <a:gd name="connsiteY11" fmla="*/ 28938 h 76520"/>
                  <a:gd name="connsiteX12" fmla="*/ 62526 w 844642"/>
                  <a:gd name="connsiteY12" fmla="*/ 28196 h 76520"/>
                  <a:gd name="connsiteX13" fmla="*/ 50821 w 844642"/>
                  <a:gd name="connsiteY13" fmla="*/ 13922 h 76520"/>
                  <a:gd name="connsiteX14" fmla="*/ 1728 w 844642"/>
                  <a:gd name="connsiteY14" fmla="*/ 2790 h 76520"/>
                  <a:gd name="connsiteX15" fmla="*/ 143 w 844642"/>
                  <a:gd name="connsiteY15" fmla="*/ 935 h 76520"/>
                  <a:gd name="connsiteX16" fmla="*/ 3232 w 844642"/>
                  <a:gd name="connsiteY16" fmla="*/ 84 h 76520"/>
                  <a:gd name="connsiteX17" fmla="*/ 3720 w 844642"/>
                  <a:gd name="connsiteY17" fmla="*/ 193 h 76520"/>
                  <a:gd name="connsiteX18" fmla="*/ 53748 w 844642"/>
                  <a:gd name="connsiteY18" fmla="*/ 11543 h 76520"/>
                  <a:gd name="connsiteX19" fmla="*/ 55129 w 844642"/>
                  <a:gd name="connsiteY19" fmla="*/ 12285 h 76520"/>
                  <a:gd name="connsiteX20" fmla="*/ 66752 w 844642"/>
                  <a:gd name="connsiteY20" fmla="*/ 26450 h 76520"/>
                  <a:gd name="connsiteX21" fmla="*/ 186803 w 844642"/>
                  <a:gd name="connsiteY21" fmla="*/ 46923 h 76520"/>
                  <a:gd name="connsiteX22" fmla="*/ 307829 w 844642"/>
                  <a:gd name="connsiteY22" fmla="*/ 47513 h 76520"/>
                  <a:gd name="connsiteX23" fmla="*/ 550816 w 844642"/>
                  <a:gd name="connsiteY23" fmla="*/ 47993 h 76520"/>
                  <a:gd name="connsiteX24" fmla="*/ 552482 w 844642"/>
                  <a:gd name="connsiteY24" fmla="*/ 48364 h 76520"/>
                  <a:gd name="connsiteX25" fmla="*/ 567885 w 844642"/>
                  <a:gd name="connsiteY25" fmla="*/ 56309 h 76520"/>
                  <a:gd name="connsiteX26" fmla="*/ 689316 w 844642"/>
                  <a:gd name="connsiteY26" fmla="*/ 56527 h 76520"/>
                  <a:gd name="connsiteX27" fmla="*/ 690983 w 844642"/>
                  <a:gd name="connsiteY27" fmla="*/ 56855 h 76520"/>
                  <a:gd name="connsiteX28" fmla="*/ 725120 w 844642"/>
                  <a:gd name="connsiteY28" fmla="*/ 73486 h 76520"/>
                  <a:gd name="connsiteX29" fmla="*/ 842082 w 844642"/>
                  <a:gd name="connsiteY29" fmla="*/ 73748 h 76520"/>
                  <a:gd name="connsiteX30" fmla="*/ 844642 w 844642"/>
                  <a:gd name="connsiteY30" fmla="*/ 75123 h 76520"/>
                  <a:gd name="connsiteX31" fmla="*/ 842082 w 844642"/>
                  <a:gd name="connsiteY31" fmla="*/ 76520 h 7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44642" h="76520">
                    <a:moveTo>
                      <a:pt x="842123" y="76455"/>
                    </a:moveTo>
                    <a:lnTo>
                      <a:pt x="842123" y="76455"/>
                    </a:lnTo>
                    <a:lnTo>
                      <a:pt x="724145" y="76237"/>
                    </a:lnTo>
                    <a:cubicBezTo>
                      <a:pt x="723536" y="76237"/>
                      <a:pt x="722966" y="76127"/>
                      <a:pt x="722439" y="75866"/>
                    </a:cubicBezTo>
                    <a:lnTo>
                      <a:pt x="688300" y="59299"/>
                    </a:lnTo>
                    <a:lnTo>
                      <a:pt x="566746" y="59037"/>
                    </a:lnTo>
                    <a:cubicBezTo>
                      <a:pt x="566136" y="59037"/>
                      <a:pt x="565568" y="58928"/>
                      <a:pt x="565040" y="58666"/>
                    </a:cubicBezTo>
                    <a:lnTo>
                      <a:pt x="549678" y="50787"/>
                    </a:lnTo>
                    <a:lnTo>
                      <a:pt x="307788" y="50307"/>
                    </a:lnTo>
                    <a:lnTo>
                      <a:pt x="186356" y="49717"/>
                    </a:lnTo>
                    <a:cubicBezTo>
                      <a:pt x="186356" y="49717"/>
                      <a:pt x="185868" y="49674"/>
                      <a:pt x="185665" y="49608"/>
                    </a:cubicBezTo>
                    <a:lnTo>
                      <a:pt x="64111" y="28938"/>
                    </a:lnTo>
                    <a:cubicBezTo>
                      <a:pt x="63420" y="28829"/>
                      <a:pt x="62810" y="28567"/>
                      <a:pt x="62526" y="28196"/>
                    </a:cubicBezTo>
                    <a:lnTo>
                      <a:pt x="50821" y="13922"/>
                    </a:lnTo>
                    <a:lnTo>
                      <a:pt x="1728" y="2790"/>
                    </a:lnTo>
                    <a:cubicBezTo>
                      <a:pt x="468" y="2463"/>
                      <a:pt x="-344" y="1612"/>
                      <a:pt x="143" y="935"/>
                    </a:cubicBezTo>
                    <a:cubicBezTo>
                      <a:pt x="631" y="193"/>
                      <a:pt x="1932" y="-178"/>
                      <a:pt x="3232" y="84"/>
                    </a:cubicBezTo>
                    <a:lnTo>
                      <a:pt x="3720" y="193"/>
                    </a:lnTo>
                    <a:lnTo>
                      <a:pt x="53748" y="11543"/>
                    </a:lnTo>
                    <a:cubicBezTo>
                      <a:pt x="54357" y="11717"/>
                      <a:pt x="54845" y="11979"/>
                      <a:pt x="55129" y="12285"/>
                    </a:cubicBezTo>
                    <a:lnTo>
                      <a:pt x="66752" y="26450"/>
                    </a:lnTo>
                    <a:lnTo>
                      <a:pt x="186803" y="46923"/>
                    </a:lnTo>
                    <a:lnTo>
                      <a:pt x="307829" y="47513"/>
                    </a:lnTo>
                    <a:lnTo>
                      <a:pt x="550816" y="47993"/>
                    </a:lnTo>
                    <a:cubicBezTo>
                      <a:pt x="551425" y="47993"/>
                      <a:pt x="551994" y="48146"/>
                      <a:pt x="552482" y="48364"/>
                    </a:cubicBezTo>
                    <a:lnTo>
                      <a:pt x="567885" y="56309"/>
                    </a:lnTo>
                    <a:lnTo>
                      <a:pt x="689316" y="56527"/>
                    </a:lnTo>
                    <a:cubicBezTo>
                      <a:pt x="689927" y="56527"/>
                      <a:pt x="690495" y="56636"/>
                      <a:pt x="690983" y="56855"/>
                    </a:cubicBezTo>
                    <a:lnTo>
                      <a:pt x="725120" y="73486"/>
                    </a:lnTo>
                    <a:lnTo>
                      <a:pt x="842082" y="73748"/>
                    </a:lnTo>
                    <a:cubicBezTo>
                      <a:pt x="843464" y="73748"/>
                      <a:pt x="844642" y="74338"/>
                      <a:pt x="844642" y="75123"/>
                    </a:cubicBezTo>
                    <a:cubicBezTo>
                      <a:pt x="844642" y="75909"/>
                      <a:pt x="843464" y="76520"/>
                      <a:pt x="842082" y="7652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5" name="Freeform: Shape 724">
                <a:extLst>
                  <a:ext uri="{FF2B5EF4-FFF2-40B4-BE49-F238E27FC236}">
                    <a16:creationId xmlns:a16="http://schemas.microsoft.com/office/drawing/2014/main" id="{68A89484-9E28-431F-81A6-520EA285B7A3}"/>
                  </a:ext>
                </a:extLst>
              </p:cNvPr>
              <p:cNvSpPr/>
              <p:nvPr/>
            </p:nvSpPr>
            <p:spPr>
              <a:xfrm>
                <a:off x="7130446" y="6144857"/>
                <a:ext cx="1613493" cy="198468"/>
              </a:xfrm>
              <a:custGeom>
                <a:avLst/>
                <a:gdLst>
                  <a:gd name="connsiteX0" fmla="*/ 1610933 w 1613493"/>
                  <a:gd name="connsiteY0" fmla="*/ 198403 h 198468"/>
                  <a:gd name="connsiteX1" fmla="*/ 1610933 w 1613493"/>
                  <a:gd name="connsiteY1" fmla="*/ 198403 h 198468"/>
                  <a:gd name="connsiteX2" fmla="*/ 1488119 w 1613493"/>
                  <a:gd name="connsiteY2" fmla="*/ 198185 h 198468"/>
                  <a:gd name="connsiteX3" fmla="*/ 1486412 w 1613493"/>
                  <a:gd name="connsiteY3" fmla="*/ 197814 h 198468"/>
                  <a:gd name="connsiteX4" fmla="*/ 1468165 w 1613493"/>
                  <a:gd name="connsiteY4" fmla="*/ 188909 h 198468"/>
                  <a:gd name="connsiteX5" fmla="*/ 1340473 w 1613493"/>
                  <a:gd name="connsiteY5" fmla="*/ 188647 h 198468"/>
                  <a:gd name="connsiteX6" fmla="*/ 1338767 w 1613493"/>
                  <a:gd name="connsiteY6" fmla="*/ 188276 h 198468"/>
                  <a:gd name="connsiteX7" fmla="*/ 1321779 w 1613493"/>
                  <a:gd name="connsiteY7" fmla="*/ 179523 h 198468"/>
                  <a:gd name="connsiteX8" fmla="*/ 940576 w 1613493"/>
                  <a:gd name="connsiteY8" fmla="*/ 178781 h 198468"/>
                  <a:gd name="connsiteX9" fmla="*/ 938666 w 1613493"/>
                  <a:gd name="connsiteY9" fmla="*/ 178301 h 198468"/>
                  <a:gd name="connsiteX10" fmla="*/ 911071 w 1613493"/>
                  <a:gd name="connsiteY10" fmla="*/ 160993 h 198468"/>
                  <a:gd name="connsiteX11" fmla="*/ 786957 w 1613493"/>
                  <a:gd name="connsiteY11" fmla="*/ 160774 h 198468"/>
                  <a:gd name="connsiteX12" fmla="*/ 784965 w 1613493"/>
                  <a:gd name="connsiteY12" fmla="*/ 160229 h 198468"/>
                  <a:gd name="connsiteX13" fmla="*/ 772773 w 1613493"/>
                  <a:gd name="connsiteY13" fmla="*/ 152022 h 198468"/>
                  <a:gd name="connsiteX14" fmla="*/ 649553 w 1613493"/>
                  <a:gd name="connsiteY14" fmla="*/ 144295 h 198468"/>
                  <a:gd name="connsiteX15" fmla="*/ 525113 w 1613493"/>
                  <a:gd name="connsiteY15" fmla="*/ 131134 h 198468"/>
                  <a:gd name="connsiteX16" fmla="*/ 400796 w 1613493"/>
                  <a:gd name="connsiteY16" fmla="*/ 112800 h 198468"/>
                  <a:gd name="connsiteX17" fmla="*/ 276478 w 1613493"/>
                  <a:gd name="connsiteY17" fmla="*/ 89729 h 198468"/>
                  <a:gd name="connsiteX18" fmla="*/ 152282 w 1613493"/>
                  <a:gd name="connsiteY18" fmla="*/ 62817 h 198468"/>
                  <a:gd name="connsiteX19" fmla="*/ 73887 w 1613493"/>
                  <a:gd name="connsiteY19" fmla="*/ 44264 h 198468"/>
                  <a:gd name="connsiteX20" fmla="*/ 72302 w 1613493"/>
                  <a:gd name="connsiteY20" fmla="*/ 43195 h 198468"/>
                  <a:gd name="connsiteX21" fmla="*/ 65272 w 1613493"/>
                  <a:gd name="connsiteY21" fmla="*/ 17723 h 198468"/>
                  <a:gd name="connsiteX22" fmla="*/ 32353 w 1613493"/>
                  <a:gd name="connsiteY22" fmla="*/ 9145 h 198468"/>
                  <a:gd name="connsiteX23" fmla="*/ 20730 w 1613493"/>
                  <a:gd name="connsiteY23" fmla="*/ 5260 h 198468"/>
                  <a:gd name="connsiteX24" fmla="*/ 20039 w 1613493"/>
                  <a:gd name="connsiteY24" fmla="*/ 4889 h 198468"/>
                  <a:gd name="connsiteX25" fmla="*/ 18861 w 1613493"/>
                  <a:gd name="connsiteY25" fmla="*/ 4103 h 198468"/>
                  <a:gd name="connsiteX26" fmla="*/ 15081 w 1613493"/>
                  <a:gd name="connsiteY26" fmla="*/ 3558 h 198468"/>
                  <a:gd name="connsiteX27" fmla="*/ 6547 w 1613493"/>
                  <a:gd name="connsiteY27" fmla="*/ 2816 h 198468"/>
                  <a:gd name="connsiteX28" fmla="*/ 2483 w 1613493"/>
                  <a:gd name="connsiteY28" fmla="*/ 2816 h 198468"/>
                  <a:gd name="connsiteX29" fmla="*/ 4 w 1613493"/>
                  <a:gd name="connsiteY29" fmla="*/ 1375 h 198468"/>
                  <a:gd name="connsiteX30" fmla="*/ 2483 w 1613493"/>
                  <a:gd name="connsiteY30" fmla="*/ 0 h 198468"/>
                  <a:gd name="connsiteX31" fmla="*/ 6953 w 1613493"/>
                  <a:gd name="connsiteY31" fmla="*/ 0 h 198468"/>
                  <a:gd name="connsiteX32" fmla="*/ 16057 w 1613493"/>
                  <a:gd name="connsiteY32" fmla="*/ 808 h 198468"/>
                  <a:gd name="connsiteX33" fmla="*/ 20933 w 1613493"/>
                  <a:gd name="connsiteY33" fmla="*/ 1506 h 198468"/>
                  <a:gd name="connsiteX34" fmla="*/ 22315 w 1613493"/>
                  <a:gd name="connsiteY34" fmla="*/ 1986 h 198468"/>
                  <a:gd name="connsiteX35" fmla="*/ 23819 w 1613493"/>
                  <a:gd name="connsiteY35" fmla="*/ 3012 h 198468"/>
                  <a:gd name="connsiteX36" fmla="*/ 34710 w 1613493"/>
                  <a:gd name="connsiteY36" fmla="*/ 6744 h 198468"/>
                  <a:gd name="connsiteX37" fmla="*/ 68726 w 1613493"/>
                  <a:gd name="connsiteY37" fmla="*/ 15540 h 198468"/>
                  <a:gd name="connsiteX38" fmla="*/ 70108 w 1613493"/>
                  <a:gd name="connsiteY38" fmla="*/ 16610 h 198468"/>
                  <a:gd name="connsiteX39" fmla="*/ 77139 w 1613493"/>
                  <a:gd name="connsiteY39" fmla="*/ 42082 h 198468"/>
                  <a:gd name="connsiteX40" fmla="*/ 154111 w 1613493"/>
                  <a:gd name="connsiteY40" fmla="*/ 60263 h 198468"/>
                  <a:gd name="connsiteX41" fmla="*/ 278144 w 1613493"/>
                  <a:gd name="connsiteY41" fmla="*/ 87132 h 198468"/>
                  <a:gd name="connsiteX42" fmla="*/ 402259 w 1613493"/>
                  <a:gd name="connsiteY42" fmla="*/ 110159 h 198468"/>
                  <a:gd name="connsiteX43" fmla="*/ 526292 w 1613493"/>
                  <a:gd name="connsiteY43" fmla="*/ 128427 h 198468"/>
                  <a:gd name="connsiteX44" fmla="*/ 650325 w 1613493"/>
                  <a:gd name="connsiteY44" fmla="*/ 141589 h 198468"/>
                  <a:gd name="connsiteX45" fmla="*/ 774440 w 1613493"/>
                  <a:gd name="connsiteY45" fmla="*/ 149315 h 198468"/>
                  <a:gd name="connsiteX46" fmla="*/ 776147 w 1613493"/>
                  <a:gd name="connsiteY46" fmla="*/ 149839 h 198468"/>
                  <a:gd name="connsiteX47" fmla="*/ 788176 w 1613493"/>
                  <a:gd name="connsiteY47" fmla="*/ 158002 h 198468"/>
                  <a:gd name="connsiteX48" fmla="*/ 912209 w 1613493"/>
                  <a:gd name="connsiteY48" fmla="*/ 158221 h 198468"/>
                  <a:gd name="connsiteX49" fmla="*/ 914201 w 1613493"/>
                  <a:gd name="connsiteY49" fmla="*/ 158701 h 198468"/>
                  <a:gd name="connsiteX50" fmla="*/ 941795 w 1613493"/>
                  <a:gd name="connsiteY50" fmla="*/ 176031 h 198468"/>
                  <a:gd name="connsiteX51" fmla="*/ 1322795 w 1613493"/>
                  <a:gd name="connsiteY51" fmla="*/ 176773 h 198468"/>
                  <a:gd name="connsiteX52" fmla="*/ 1324583 w 1613493"/>
                  <a:gd name="connsiteY52" fmla="*/ 177144 h 198468"/>
                  <a:gd name="connsiteX53" fmla="*/ 1341530 w 1613493"/>
                  <a:gd name="connsiteY53" fmla="*/ 185897 h 198468"/>
                  <a:gd name="connsiteX54" fmla="*/ 1469018 w 1613493"/>
                  <a:gd name="connsiteY54" fmla="*/ 186159 h 198468"/>
                  <a:gd name="connsiteX55" fmla="*/ 1470684 w 1613493"/>
                  <a:gd name="connsiteY55" fmla="*/ 186530 h 198468"/>
                  <a:gd name="connsiteX56" fmla="*/ 1489053 w 1613493"/>
                  <a:gd name="connsiteY56" fmla="*/ 195435 h 198468"/>
                  <a:gd name="connsiteX57" fmla="*/ 1611014 w 1613493"/>
                  <a:gd name="connsiteY57" fmla="*/ 195653 h 198468"/>
                  <a:gd name="connsiteX58" fmla="*/ 1613493 w 1613493"/>
                  <a:gd name="connsiteY58" fmla="*/ 197094 h 198468"/>
                  <a:gd name="connsiteX59" fmla="*/ 1610933 w 1613493"/>
                  <a:gd name="connsiteY59" fmla="*/ 198469 h 19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613493" h="198468">
                    <a:moveTo>
                      <a:pt x="1610933" y="198403"/>
                    </a:moveTo>
                    <a:lnTo>
                      <a:pt x="1610933" y="198403"/>
                    </a:lnTo>
                    <a:lnTo>
                      <a:pt x="1488119" y="198185"/>
                    </a:lnTo>
                    <a:cubicBezTo>
                      <a:pt x="1487509" y="198185"/>
                      <a:pt x="1486940" y="198032"/>
                      <a:pt x="1486412" y="197814"/>
                    </a:cubicBezTo>
                    <a:lnTo>
                      <a:pt x="1468165" y="188909"/>
                    </a:lnTo>
                    <a:lnTo>
                      <a:pt x="1340473" y="188647"/>
                    </a:lnTo>
                    <a:cubicBezTo>
                      <a:pt x="1339864" y="188647"/>
                      <a:pt x="1339295" y="188494"/>
                      <a:pt x="1338767" y="188276"/>
                    </a:cubicBezTo>
                    <a:lnTo>
                      <a:pt x="1321779" y="179523"/>
                    </a:lnTo>
                    <a:lnTo>
                      <a:pt x="940576" y="178781"/>
                    </a:lnTo>
                    <a:cubicBezTo>
                      <a:pt x="939885" y="178781"/>
                      <a:pt x="939194" y="178563"/>
                      <a:pt x="938666" y="178301"/>
                    </a:cubicBezTo>
                    <a:lnTo>
                      <a:pt x="911071" y="160993"/>
                    </a:lnTo>
                    <a:lnTo>
                      <a:pt x="786957" y="160774"/>
                    </a:lnTo>
                    <a:cubicBezTo>
                      <a:pt x="786185" y="160774"/>
                      <a:pt x="785494" y="160556"/>
                      <a:pt x="784965" y="160229"/>
                    </a:cubicBezTo>
                    <a:lnTo>
                      <a:pt x="772773" y="152022"/>
                    </a:lnTo>
                    <a:lnTo>
                      <a:pt x="649553" y="144295"/>
                    </a:lnTo>
                    <a:lnTo>
                      <a:pt x="525113" y="131134"/>
                    </a:lnTo>
                    <a:lnTo>
                      <a:pt x="400796" y="112800"/>
                    </a:lnTo>
                    <a:lnTo>
                      <a:pt x="276478" y="89729"/>
                    </a:lnTo>
                    <a:lnTo>
                      <a:pt x="152282" y="62817"/>
                    </a:lnTo>
                    <a:lnTo>
                      <a:pt x="73887" y="44264"/>
                    </a:lnTo>
                    <a:cubicBezTo>
                      <a:pt x="72993" y="44111"/>
                      <a:pt x="72506" y="43675"/>
                      <a:pt x="72302" y="43195"/>
                    </a:cubicBezTo>
                    <a:lnTo>
                      <a:pt x="65272" y="17723"/>
                    </a:lnTo>
                    <a:lnTo>
                      <a:pt x="32353" y="9145"/>
                    </a:lnTo>
                    <a:lnTo>
                      <a:pt x="20730" y="5260"/>
                    </a:lnTo>
                    <a:cubicBezTo>
                      <a:pt x="20446" y="5151"/>
                      <a:pt x="20243" y="5042"/>
                      <a:pt x="20039" y="4889"/>
                    </a:cubicBezTo>
                    <a:lnTo>
                      <a:pt x="18861" y="4103"/>
                    </a:lnTo>
                    <a:lnTo>
                      <a:pt x="15081" y="3558"/>
                    </a:lnTo>
                    <a:lnTo>
                      <a:pt x="6547" y="2816"/>
                    </a:lnTo>
                    <a:lnTo>
                      <a:pt x="2483" y="2816"/>
                    </a:lnTo>
                    <a:cubicBezTo>
                      <a:pt x="1101" y="2816"/>
                      <a:pt x="-77" y="2183"/>
                      <a:pt x="4" y="1375"/>
                    </a:cubicBezTo>
                    <a:cubicBezTo>
                      <a:pt x="4" y="633"/>
                      <a:pt x="1101" y="0"/>
                      <a:pt x="2483" y="0"/>
                    </a:cubicBezTo>
                    <a:lnTo>
                      <a:pt x="6953" y="0"/>
                    </a:lnTo>
                    <a:lnTo>
                      <a:pt x="16057" y="808"/>
                    </a:lnTo>
                    <a:lnTo>
                      <a:pt x="20933" y="1506"/>
                    </a:lnTo>
                    <a:cubicBezTo>
                      <a:pt x="21543" y="1572"/>
                      <a:pt x="22031" y="1724"/>
                      <a:pt x="22315" y="1986"/>
                    </a:cubicBezTo>
                    <a:lnTo>
                      <a:pt x="23819" y="3012"/>
                    </a:lnTo>
                    <a:lnTo>
                      <a:pt x="34710" y="6744"/>
                    </a:lnTo>
                    <a:lnTo>
                      <a:pt x="68726" y="15540"/>
                    </a:lnTo>
                    <a:cubicBezTo>
                      <a:pt x="69417" y="15759"/>
                      <a:pt x="70027" y="16130"/>
                      <a:pt x="70108" y="16610"/>
                    </a:cubicBezTo>
                    <a:lnTo>
                      <a:pt x="77139" y="42082"/>
                    </a:lnTo>
                    <a:lnTo>
                      <a:pt x="154111" y="60263"/>
                    </a:lnTo>
                    <a:lnTo>
                      <a:pt x="278144" y="87132"/>
                    </a:lnTo>
                    <a:lnTo>
                      <a:pt x="402259" y="110159"/>
                    </a:lnTo>
                    <a:lnTo>
                      <a:pt x="526292" y="128427"/>
                    </a:lnTo>
                    <a:lnTo>
                      <a:pt x="650325" y="141589"/>
                    </a:lnTo>
                    <a:lnTo>
                      <a:pt x="774440" y="149315"/>
                    </a:lnTo>
                    <a:cubicBezTo>
                      <a:pt x="775049" y="149359"/>
                      <a:pt x="775618" y="149577"/>
                      <a:pt x="776147" y="149839"/>
                    </a:cubicBezTo>
                    <a:lnTo>
                      <a:pt x="788176" y="158002"/>
                    </a:lnTo>
                    <a:lnTo>
                      <a:pt x="912209" y="158221"/>
                    </a:lnTo>
                    <a:cubicBezTo>
                      <a:pt x="913022" y="158221"/>
                      <a:pt x="913713" y="158439"/>
                      <a:pt x="914201" y="158701"/>
                    </a:cubicBezTo>
                    <a:lnTo>
                      <a:pt x="941795" y="176031"/>
                    </a:lnTo>
                    <a:lnTo>
                      <a:pt x="1322795" y="176773"/>
                    </a:lnTo>
                    <a:cubicBezTo>
                      <a:pt x="1323486" y="176773"/>
                      <a:pt x="1324096" y="176926"/>
                      <a:pt x="1324583" y="177144"/>
                    </a:cubicBezTo>
                    <a:lnTo>
                      <a:pt x="1341530" y="185897"/>
                    </a:lnTo>
                    <a:lnTo>
                      <a:pt x="1469018" y="186159"/>
                    </a:lnTo>
                    <a:cubicBezTo>
                      <a:pt x="1469709" y="186159"/>
                      <a:pt x="1470319" y="186268"/>
                      <a:pt x="1470684" y="186530"/>
                    </a:cubicBezTo>
                    <a:lnTo>
                      <a:pt x="1489053" y="195435"/>
                    </a:lnTo>
                    <a:lnTo>
                      <a:pt x="1611014" y="195653"/>
                    </a:lnTo>
                    <a:cubicBezTo>
                      <a:pt x="1612396" y="195653"/>
                      <a:pt x="1613493" y="196286"/>
                      <a:pt x="1613493" y="197094"/>
                    </a:cubicBezTo>
                    <a:cubicBezTo>
                      <a:pt x="1613493" y="197901"/>
                      <a:pt x="1612396" y="198469"/>
                      <a:pt x="1610933" y="19846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6" name="Freeform: Shape 725">
                <a:extLst>
                  <a:ext uri="{FF2B5EF4-FFF2-40B4-BE49-F238E27FC236}">
                    <a16:creationId xmlns:a16="http://schemas.microsoft.com/office/drawing/2014/main" id="{5EC4C307-26CB-4811-A699-FF1F017C4615}"/>
                  </a:ext>
                </a:extLst>
              </p:cNvPr>
              <p:cNvSpPr/>
              <p:nvPr/>
            </p:nvSpPr>
            <p:spPr>
              <a:xfrm>
                <a:off x="7549460" y="6292742"/>
                <a:ext cx="1135388" cy="23213"/>
              </a:xfrm>
              <a:custGeom>
                <a:avLst/>
                <a:gdLst>
                  <a:gd name="connsiteX0" fmla="*/ 1132787 w 1135388"/>
                  <a:gd name="connsiteY0" fmla="*/ 23192 h 23213"/>
                  <a:gd name="connsiteX1" fmla="*/ 1132787 w 1135388"/>
                  <a:gd name="connsiteY1" fmla="*/ 23192 h 23213"/>
                  <a:gd name="connsiteX2" fmla="*/ 254923 w 1135388"/>
                  <a:gd name="connsiteY2" fmla="*/ 21424 h 23213"/>
                  <a:gd name="connsiteX3" fmla="*/ 128410 w 1135388"/>
                  <a:gd name="connsiteY3" fmla="*/ 14657 h 23213"/>
                  <a:gd name="connsiteX4" fmla="*/ 2101 w 1135388"/>
                  <a:gd name="connsiteY4" fmla="*/ 2784 h 23213"/>
                  <a:gd name="connsiteX5" fmla="*/ 29 w 1135388"/>
                  <a:gd name="connsiteY5" fmla="*/ 1190 h 23213"/>
                  <a:gd name="connsiteX6" fmla="*/ 2995 w 1135388"/>
                  <a:gd name="connsiteY6" fmla="*/ 34 h 23213"/>
                  <a:gd name="connsiteX7" fmla="*/ 129101 w 1135388"/>
                  <a:gd name="connsiteY7" fmla="*/ 11907 h 23213"/>
                  <a:gd name="connsiteX8" fmla="*/ 255126 w 1135388"/>
                  <a:gd name="connsiteY8" fmla="*/ 18630 h 23213"/>
                  <a:gd name="connsiteX9" fmla="*/ 1132828 w 1135388"/>
                  <a:gd name="connsiteY9" fmla="*/ 20398 h 23213"/>
                  <a:gd name="connsiteX10" fmla="*/ 1135389 w 1135388"/>
                  <a:gd name="connsiteY10" fmla="*/ 21838 h 23213"/>
                  <a:gd name="connsiteX11" fmla="*/ 1132828 w 1135388"/>
                  <a:gd name="connsiteY11" fmla="*/ 23213 h 23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35388" h="23213">
                    <a:moveTo>
                      <a:pt x="1132787" y="23192"/>
                    </a:moveTo>
                    <a:lnTo>
                      <a:pt x="1132787" y="23192"/>
                    </a:lnTo>
                    <a:lnTo>
                      <a:pt x="254923" y="21424"/>
                    </a:lnTo>
                    <a:lnTo>
                      <a:pt x="128410" y="14657"/>
                    </a:lnTo>
                    <a:lnTo>
                      <a:pt x="2101" y="2784"/>
                    </a:lnTo>
                    <a:cubicBezTo>
                      <a:pt x="719" y="2675"/>
                      <a:pt x="-175" y="1932"/>
                      <a:pt x="29" y="1190"/>
                    </a:cubicBezTo>
                    <a:cubicBezTo>
                      <a:pt x="232" y="383"/>
                      <a:pt x="1614" y="-141"/>
                      <a:pt x="2995" y="34"/>
                    </a:cubicBezTo>
                    <a:lnTo>
                      <a:pt x="129101" y="11907"/>
                    </a:lnTo>
                    <a:lnTo>
                      <a:pt x="255126" y="18630"/>
                    </a:lnTo>
                    <a:lnTo>
                      <a:pt x="1132828" y="20398"/>
                    </a:lnTo>
                    <a:cubicBezTo>
                      <a:pt x="1134210" y="20398"/>
                      <a:pt x="1135389" y="21031"/>
                      <a:pt x="1135389" y="21838"/>
                    </a:cubicBezTo>
                    <a:cubicBezTo>
                      <a:pt x="1135389" y="22580"/>
                      <a:pt x="1134210" y="23213"/>
                      <a:pt x="1132828" y="2321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7" name="Freeform: Shape 726">
                <a:extLst>
                  <a:ext uri="{FF2B5EF4-FFF2-40B4-BE49-F238E27FC236}">
                    <a16:creationId xmlns:a16="http://schemas.microsoft.com/office/drawing/2014/main" id="{0833453B-29D0-4BFA-9D83-4749FBFE6536}"/>
                  </a:ext>
                </a:extLst>
              </p:cNvPr>
              <p:cNvSpPr/>
              <p:nvPr/>
            </p:nvSpPr>
            <p:spPr>
              <a:xfrm>
                <a:off x="4223551" y="6074110"/>
                <a:ext cx="408519" cy="9567"/>
              </a:xfrm>
              <a:custGeom>
                <a:avLst/>
                <a:gdLst>
                  <a:gd name="connsiteX0" fmla="*/ 33244 w 408519"/>
                  <a:gd name="connsiteY0" fmla="*/ 9546 h 9567"/>
                  <a:gd name="connsiteX1" fmla="*/ 33163 w 408519"/>
                  <a:gd name="connsiteY1" fmla="*/ 9546 h 9567"/>
                  <a:gd name="connsiteX2" fmla="*/ 2439 w 408519"/>
                  <a:gd name="connsiteY2" fmla="*/ 8913 h 9567"/>
                  <a:gd name="connsiteX3" fmla="*/ 1 w 408519"/>
                  <a:gd name="connsiteY3" fmla="*/ 7428 h 9567"/>
                  <a:gd name="connsiteX4" fmla="*/ 2643 w 408519"/>
                  <a:gd name="connsiteY4" fmla="*/ 6097 h 9567"/>
                  <a:gd name="connsiteX5" fmla="*/ 32432 w 408519"/>
                  <a:gd name="connsiteY5" fmla="*/ 6730 h 9567"/>
                  <a:gd name="connsiteX6" fmla="*/ 47916 w 408519"/>
                  <a:gd name="connsiteY6" fmla="*/ 335 h 9567"/>
                  <a:gd name="connsiteX7" fmla="*/ 49541 w 408519"/>
                  <a:gd name="connsiteY7" fmla="*/ 7 h 9567"/>
                  <a:gd name="connsiteX8" fmla="*/ 269241 w 408519"/>
                  <a:gd name="connsiteY8" fmla="*/ 3522 h 9567"/>
                  <a:gd name="connsiteX9" fmla="*/ 396078 w 408519"/>
                  <a:gd name="connsiteY9" fmla="*/ 4220 h 9567"/>
                  <a:gd name="connsiteX10" fmla="*/ 405751 w 408519"/>
                  <a:gd name="connsiteY10" fmla="*/ 3740 h 9567"/>
                  <a:gd name="connsiteX11" fmla="*/ 408514 w 408519"/>
                  <a:gd name="connsiteY11" fmla="*/ 5028 h 9567"/>
                  <a:gd name="connsiteX12" fmla="*/ 406198 w 408519"/>
                  <a:gd name="connsiteY12" fmla="*/ 6577 h 9567"/>
                  <a:gd name="connsiteX13" fmla="*/ 396282 w 408519"/>
                  <a:gd name="connsiteY13" fmla="*/ 7057 h 9567"/>
                  <a:gd name="connsiteX14" fmla="*/ 269119 w 408519"/>
                  <a:gd name="connsiteY14" fmla="*/ 6359 h 9567"/>
                  <a:gd name="connsiteX15" fmla="*/ 50191 w 408519"/>
                  <a:gd name="connsiteY15" fmla="*/ 2910 h 9567"/>
                  <a:gd name="connsiteX16" fmla="*/ 34708 w 408519"/>
                  <a:gd name="connsiteY16" fmla="*/ 9306 h 9567"/>
                  <a:gd name="connsiteX17" fmla="*/ 33163 w 408519"/>
                  <a:gd name="connsiteY17" fmla="*/ 9568 h 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08519" h="9567">
                    <a:moveTo>
                      <a:pt x="33244" y="9546"/>
                    </a:moveTo>
                    <a:lnTo>
                      <a:pt x="33163" y="9546"/>
                    </a:lnTo>
                    <a:lnTo>
                      <a:pt x="2439" y="8913"/>
                    </a:lnTo>
                    <a:cubicBezTo>
                      <a:pt x="1058" y="8869"/>
                      <a:pt x="-40" y="8214"/>
                      <a:pt x="1" y="7428"/>
                    </a:cubicBezTo>
                    <a:cubicBezTo>
                      <a:pt x="42" y="6686"/>
                      <a:pt x="976" y="6141"/>
                      <a:pt x="2643" y="6097"/>
                    </a:cubicBezTo>
                    <a:lnTo>
                      <a:pt x="32432" y="6730"/>
                    </a:lnTo>
                    <a:lnTo>
                      <a:pt x="47916" y="335"/>
                    </a:lnTo>
                    <a:cubicBezTo>
                      <a:pt x="48363" y="117"/>
                      <a:pt x="48891" y="-36"/>
                      <a:pt x="49541" y="7"/>
                    </a:cubicBezTo>
                    <a:lnTo>
                      <a:pt x="269241" y="3522"/>
                    </a:lnTo>
                    <a:lnTo>
                      <a:pt x="396078" y="4220"/>
                    </a:lnTo>
                    <a:lnTo>
                      <a:pt x="405751" y="3740"/>
                    </a:lnTo>
                    <a:cubicBezTo>
                      <a:pt x="407011" y="3696"/>
                      <a:pt x="408352" y="4264"/>
                      <a:pt x="408514" y="5028"/>
                    </a:cubicBezTo>
                    <a:cubicBezTo>
                      <a:pt x="408596" y="5835"/>
                      <a:pt x="407580" y="6468"/>
                      <a:pt x="406198" y="6577"/>
                    </a:cubicBezTo>
                    <a:lnTo>
                      <a:pt x="396282" y="7057"/>
                    </a:lnTo>
                    <a:lnTo>
                      <a:pt x="269119" y="6359"/>
                    </a:lnTo>
                    <a:lnTo>
                      <a:pt x="50191" y="2910"/>
                    </a:lnTo>
                    <a:lnTo>
                      <a:pt x="34708" y="9306"/>
                    </a:lnTo>
                    <a:cubicBezTo>
                      <a:pt x="34260" y="9524"/>
                      <a:pt x="33732" y="9568"/>
                      <a:pt x="33163" y="956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8" name="Freeform: Shape 727">
                <a:extLst>
                  <a:ext uri="{FF2B5EF4-FFF2-40B4-BE49-F238E27FC236}">
                    <a16:creationId xmlns:a16="http://schemas.microsoft.com/office/drawing/2014/main" id="{3B046FA5-FAE6-400A-B772-77C59A501A4E}"/>
                  </a:ext>
                </a:extLst>
              </p:cNvPr>
              <p:cNvSpPr/>
              <p:nvPr/>
            </p:nvSpPr>
            <p:spPr>
              <a:xfrm>
                <a:off x="7328430" y="6171590"/>
                <a:ext cx="566004" cy="113458"/>
              </a:xfrm>
              <a:custGeom>
                <a:avLst/>
                <a:gdLst>
                  <a:gd name="connsiteX0" fmla="*/ 563533 w 566004"/>
                  <a:gd name="connsiteY0" fmla="*/ 113437 h 113458"/>
                  <a:gd name="connsiteX1" fmla="*/ 561135 w 566004"/>
                  <a:gd name="connsiteY1" fmla="*/ 112477 h 113458"/>
                  <a:gd name="connsiteX2" fmla="*/ 549024 w 566004"/>
                  <a:gd name="connsiteY2" fmla="*/ 93248 h 113458"/>
                  <a:gd name="connsiteX3" fmla="*/ 428079 w 566004"/>
                  <a:gd name="connsiteY3" fmla="*/ 78537 h 113458"/>
                  <a:gd name="connsiteX4" fmla="*/ 305549 w 566004"/>
                  <a:gd name="connsiteY4" fmla="*/ 57649 h 113458"/>
                  <a:gd name="connsiteX5" fmla="*/ 183305 w 566004"/>
                  <a:gd name="connsiteY5" fmla="*/ 39009 h 113458"/>
                  <a:gd name="connsiteX6" fmla="*/ 61182 w 566004"/>
                  <a:gd name="connsiteY6" fmla="*/ 11573 h 113458"/>
                  <a:gd name="connsiteX7" fmla="*/ 1847 w 566004"/>
                  <a:gd name="connsiteY7" fmla="*/ 2777 h 113458"/>
                  <a:gd name="connsiteX8" fmla="*/ 59 w 566004"/>
                  <a:gd name="connsiteY8" fmla="*/ 1074 h 113458"/>
                  <a:gd name="connsiteX9" fmla="*/ 3229 w 566004"/>
                  <a:gd name="connsiteY9" fmla="*/ 48 h 113458"/>
                  <a:gd name="connsiteX10" fmla="*/ 62441 w 566004"/>
                  <a:gd name="connsiteY10" fmla="*/ 8844 h 113458"/>
                  <a:gd name="connsiteX11" fmla="*/ 184971 w 566004"/>
                  <a:gd name="connsiteY11" fmla="*/ 36389 h 113458"/>
                  <a:gd name="connsiteX12" fmla="*/ 306891 w 566004"/>
                  <a:gd name="connsiteY12" fmla="*/ 54986 h 113458"/>
                  <a:gd name="connsiteX13" fmla="*/ 429339 w 566004"/>
                  <a:gd name="connsiteY13" fmla="*/ 75765 h 113458"/>
                  <a:gd name="connsiteX14" fmla="*/ 551462 w 566004"/>
                  <a:gd name="connsiteY14" fmla="*/ 90694 h 113458"/>
                  <a:gd name="connsiteX15" fmla="*/ 553332 w 566004"/>
                  <a:gd name="connsiteY15" fmla="*/ 91611 h 113458"/>
                  <a:gd name="connsiteX16" fmla="*/ 565849 w 566004"/>
                  <a:gd name="connsiteY16" fmla="*/ 111582 h 113458"/>
                  <a:gd name="connsiteX17" fmla="*/ 564264 w 566004"/>
                  <a:gd name="connsiteY17" fmla="*/ 113350 h 113458"/>
                  <a:gd name="connsiteX18" fmla="*/ 563492 w 566004"/>
                  <a:gd name="connsiteY18" fmla="*/ 113459 h 113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6004" h="113458">
                    <a:moveTo>
                      <a:pt x="563533" y="113437"/>
                    </a:moveTo>
                    <a:cubicBezTo>
                      <a:pt x="562435" y="113437"/>
                      <a:pt x="561460" y="113066"/>
                      <a:pt x="561135" y="112477"/>
                    </a:cubicBezTo>
                    <a:lnTo>
                      <a:pt x="549024" y="93248"/>
                    </a:lnTo>
                    <a:lnTo>
                      <a:pt x="428079" y="78537"/>
                    </a:lnTo>
                    <a:lnTo>
                      <a:pt x="305549" y="57649"/>
                    </a:lnTo>
                    <a:lnTo>
                      <a:pt x="183305" y="39009"/>
                    </a:lnTo>
                    <a:lnTo>
                      <a:pt x="61182" y="11573"/>
                    </a:lnTo>
                    <a:lnTo>
                      <a:pt x="1847" y="2777"/>
                    </a:lnTo>
                    <a:cubicBezTo>
                      <a:pt x="547" y="2558"/>
                      <a:pt x="-226" y="1816"/>
                      <a:pt x="59" y="1074"/>
                    </a:cubicBezTo>
                    <a:cubicBezTo>
                      <a:pt x="465" y="267"/>
                      <a:pt x="1847" y="-148"/>
                      <a:pt x="3229" y="48"/>
                    </a:cubicBezTo>
                    <a:lnTo>
                      <a:pt x="62441" y="8844"/>
                    </a:lnTo>
                    <a:lnTo>
                      <a:pt x="184971" y="36389"/>
                    </a:lnTo>
                    <a:lnTo>
                      <a:pt x="306891" y="54986"/>
                    </a:lnTo>
                    <a:lnTo>
                      <a:pt x="429339" y="75765"/>
                    </a:lnTo>
                    <a:lnTo>
                      <a:pt x="551462" y="90694"/>
                    </a:lnTo>
                    <a:cubicBezTo>
                      <a:pt x="552357" y="90803"/>
                      <a:pt x="553047" y="91174"/>
                      <a:pt x="553332" y="91611"/>
                    </a:cubicBezTo>
                    <a:lnTo>
                      <a:pt x="565849" y="111582"/>
                    </a:lnTo>
                    <a:cubicBezTo>
                      <a:pt x="566337" y="112280"/>
                      <a:pt x="565645" y="113132"/>
                      <a:pt x="564264" y="113350"/>
                    </a:cubicBezTo>
                    <a:cubicBezTo>
                      <a:pt x="564061" y="113415"/>
                      <a:pt x="563776" y="113459"/>
                      <a:pt x="563492" y="11345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29" name="Freeform: Shape 728">
                <a:extLst>
                  <a:ext uri="{FF2B5EF4-FFF2-40B4-BE49-F238E27FC236}">
                    <a16:creationId xmlns:a16="http://schemas.microsoft.com/office/drawing/2014/main" id="{19F1BE7A-DC4C-4CCD-9BDB-B743027228CC}"/>
                  </a:ext>
                </a:extLst>
              </p:cNvPr>
              <p:cNvSpPr/>
              <p:nvPr/>
            </p:nvSpPr>
            <p:spPr>
              <a:xfrm>
                <a:off x="1718783" y="5945353"/>
                <a:ext cx="1554442" cy="36568"/>
              </a:xfrm>
              <a:custGeom>
                <a:avLst/>
                <a:gdLst>
                  <a:gd name="connsiteX0" fmla="*/ 1553102 w 1554442"/>
                  <a:gd name="connsiteY0" fmla="*/ 36569 h 36568"/>
                  <a:gd name="connsiteX1" fmla="*/ 1506285 w 1554442"/>
                  <a:gd name="connsiteY1" fmla="*/ 27947 h 36568"/>
                  <a:gd name="connsiteX2" fmla="*/ 1393712 w 1554442"/>
                  <a:gd name="connsiteY2" fmla="*/ 13891 h 36568"/>
                  <a:gd name="connsiteX3" fmla="*/ 1281342 w 1554442"/>
                  <a:gd name="connsiteY3" fmla="*/ 15441 h 36568"/>
                  <a:gd name="connsiteX4" fmla="*/ 1055506 w 1554442"/>
                  <a:gd name="connsiteY4" fmla="*/ 13367 h 36568"/>
                  <a:gd name="connsiteX5" fmla="*/ 942933 w 1554442"/>
                  <a:gd name="connsiteY5" fmla="*/ 21727 h 36568"/>
                  <a:gd name="connsiteX6" fmla="*/ 829954 w 1554442"/>
                  <a:gd name="connsiteY6" fmla="*/ 28602 h 36568"/>
                  <a:gd name="connsiteX7" fmla="*/ 716974 w 1554442"/>
                  <a:gd name="connsiteY7" fmla="*/ 30457 h 36568"/>
                  <a:gd name="connsiteX8" fmla="*/ 604158 w 1554442"/>
                  <a:gd name="connsiteY8" fmla="*/ 28013 h 36568"/>
                  <a:gd name="connsiteX9" fmla="*/ 491544 w 1554442"/>
                  <a:gd name="connsiteY9" fmla="*/ 25306 h 36568"/>
                  <a:gd name="connsiteX10" fmla="*/ 379012 w 1554442"/>
                  <a:gd name="connsiteY10" fmla="*/ 21727 h 36568"/>
                  <a:gd name="connsiteX11" fmla="*/ 267293 w 1554442"/>
                  <a:gd name="connsiteY11" fmla="*/ 17405 h 36568"/>
                  <a:gd name="connsiteX12" fmla="*/ 244616 w 1554442"/>
                  <a:gd name="connsiteY12" fmla="*/ 24652 h 36568"/>
                  <a:gd name="connsiteX13" fmla="*/ 242828 w 1554442"/>
                  <a:gd name="connsiteY13" fmla="*/ 24804 h 36568"/>
                  <a:gd name="connsiteX14" fmla="*/ 153623 w 1554442"/>
                  <a:gd name="connsiteY14" fmla="*/ 14415 h 36568"/>
                  <a:gd name="connsiteX15" fmla="*/ 148299 w 1554442"/>
                  <a:gd name="connsiteY15" fmla="*/ 15157 h 36568"/>
                  <a:gd name="connsiteX16" fmla="*/ 147324 w 1554442"/>
                  <a:gd name="connsiteY16" fmla="*/ 15157 h 36568"/>
                  <a:gd name="connsiteX17" fmla="*/ 70433 w 1554442"/>
                  <a:gd name="connsiteY17" fmla="*/ 9242 h 36568"/>
                  <a:gd name="connsiteX18" fmla="*/ 38937 w 1554442"/>
                  <a:gd name="connsiteY18" fmla="*/ 7758 h 36568"/>
                  <a:gd name="connsiteX19" fmla="*/ 1914 w 1554442"/>
                  <a:gd name="connsiteY19" fmla="*/ 2760 h 36568"/>
                  <a:gd name="connsiteX20" fmla="*/ 85 w 1554442"/>
                  <a:gd name="connsiteY20" fmla="*/ 1101 h 36568"/>
                  <a:gd name="connsiteX21" fmla="*/ 3092 w 1554442"/>
                  <a:gd name="connsiteY21" fmla="*/ 31 h 36568"/>
                  <a:gd name="connsiteX22" fmla="*/ 39709 w 1554442"/>
                  <a:gd name="connsiteY22" fmla="*/ 4986 h 36568"/>
                  <a:gd name="connsiteX23" fmla="*/ 70961 w 1554442"/>
                  <a:gd name="connsiteY23" fmla="*/ 6426 h 36568"/>
                  <a:gd name="connsiteX24" fmla="*/ 147527 w 1554442"/>
                  <a:gd name="connsiteY24" fmla="*/ 12341 h 36568"/>
                  <a:gd name="connsiteX25" fmla="*/ 152973 w 1554442"/>
                  <a:gd name="connsiteY25" fmla="*/ 11599 h 36568"/>
                  <a:gd name="connsiteX26" fmla="*/ 154111 w 1554442"/>
                  <a:gd name="connsiteY26" fmla="*/ 11599 h 36568"/>
                  <a:gd name="connsiteX27" fmla="*/ 188695 w 1554442"/>
                  <a:gd name="connsiteY27" fmla="*/ 15528 h 36568"/>
                  <a:gd name="connsiteX28" fmla="*/ 242909 w 1554442"/>
                  <a:gd name="connsiteY28" fmla="*/ 21989 h 36568"/>
                  <a:gd name="connsiteX29" fmla="*/ 265383 w 1554442"/>
                  <a:gd name="connsiteY29" fmla="*/ 14742 h 36568"/>
                  <a:gd name="connsiteX30" fmla="*/ 266805 w 1554442"/>
                  <a:gd name="connsiteY30" fmla="*/ 14524 h 36568"/>
                  <a:gd name="connsiteX31" fmla="*/ 379297 w 1554442"/>
                  <a:gd name="connsiteY31" fmla="*/ 18933 h 36568"/>
                  <a:gd name="connsiteX32" fmla="*/ 491748 w 1554442"/>
                  <a:gd name="connsiteY32" fmla="*/ 22447 h 36568"/>
                  <a:gd name="connsiteX33" fmla="*/ 604321 w 1554442"/>
                  <a:gd name="connsiteY33" fmla="*/ 25154 h 36568"/>
                  <a:gd name="connsiteX34" fmla="*/ 716974 w 1554442"/>
                  <a:gd name="connsiteY34" fmla="*/ 27598 h 36568"/>
                  <a:gd name="connsiteX35" fmla="*/ 829547 w 1554442"/>
                  <a:gd name="connsiteY35" fmla="*/ 25721 h 36568"/>
                  <a:gd name="connsiteX36" fmla="*/ 942202 w 1554442"/>
                  <a:gd name="connsiteY36" fmla="*/ 18911 h 36568"/>
                  <a:gd name="connsiteX37" fmla="*/ 1055099 w 1554442"/>
                  <a:gd name="connsiteY37" fmla="*/ 10552 h 36568"/>
                  <a:gd name="connsiteX38" fmla="*/ 1281220 w 1554442"/>
                  <a:gd name="connsiteY38" fmla="*/ 12582 h 36568"/>
                  <a:gd name="connsiteX39" fmla="*/ 1394078 w 1554442"/>
                  <a:gd name="connsiteY39" fmla="*/ 11097 h 36568"/>
                  <a:gd name="connsiteX40" fmla="*/ 1507504 w 1554442"/>
                  <a:gd name="connsiteY40" fmla="*/ 25219 h 36568"/>
                  <a:gd name="connsiteX41" fmla="*/ 1554443 w 1554442"/>
                  <a:gd name="connsiteY41" fmla="*/ 33841 h 36568"/>
                  <a:gd name="connsiteX42" fmla="*/ 1553021 w 1554442"/>
                  <a:gd name="connsiteY42" fmla="*/ 36547 h 36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554442" h="36568">
                    <a:moveTo>
                      <a:pt x="1553102" y="36569"/>
                    </a:moveTo>
                    <a:lnTo>
                      <a:pt x="1506285" y="27947"/>
                    </a:lnTo>
                    <a:lnTo>
                      <a:pt x="1393712" y="13891"/>
                    </a:lnTo>
                    <a:lnTo>
                      <a:pt x="1281342" y="15441"/>
                    </a:lnTo>
                    <a:lnTo>
                      <a:pt x="1055506" y="13367"/>
                    </a:lnTo>
                    <a:lnTo>
                      <a:pt x="942933" y="21727"/>
                    </a:lnTo>
                    <a:lnTo>
                      <a:pt x="829954" y="28602"/>
                    </a:lnTo>
                    <a:lnTo>
                      <a:pt x="716974" y="30457"/>
                    </a:lnTo>
                    <a:lnTo>
                      <a:pt x="604158" y="28013"/>
                    </a:lnTo>
                    <a:lnTo>
                      <a:pt x="491544" y="25306"/>
                    </a:lnTo>
                    <a:lnTo>
                      <a:pt x="379012" y="21727"/>
                    </a:lnTo>
                    <a:lnTo>
                      <a:pt x="267293" y="17405"/>
                    </a:lnTo>
                    <a:lnTo>
                      <a:pt x="244616" y="24652"/>
                    </a:lnTo>
                    <a:cubicBezTo>
                      <a:pt x="244047" y="24870"/>
                      <a:pt x="243437" y="24914"/>
                      <a:pt x="242828" y="24804"/>
                    </a:cubicBezTo>
                    <a:lnTo>
                      <a:pt x="153623" y="14415"/>
                    </a:lnTo>
                    <a:lnTo>
                      <a:pt x="148299" y="15157"/>
                    </a:lnTo>
                    <a:cubicBezTo>
                      <a:pt x="147933" y="15157"/>
                      <a:pt x="147649" y="15223"/>
                      <a:pt x="147324" y="15157"/>
                    </a:cubicBezTo>
                    <a:lnTo>
                      <a:pt x="70433" y="9242"/>
                    </a:lnTo>
                    <a:lnTo>
                      <a:pt x="38937" y="7758"/>
                    </a:lnTo>
                    <a:lnTo>
                      <a:pt x="1914" y="2760"/>
                    </a:lnTo>
                    <a:cubicBezTo>
                      <a:pt x="573" y="2585"/>
                      <a:pt x="-281" y="1843"/>
                      <a:pt x="85" y="1101"/>
                    </a:cubicBezTo>
                    <a:cubicBezTo>
                      <a:pt x="369" y="293"/>
                      <a:pt x="1751" y="-121"/>
                      <a:pt x="3092" y="31"/>
                    </a:cubicBezTo>
                    <a:lnTo>
                      <a:pt x="39709" y="4986"/>
                    </a:lnTo>
                    <a:lnTo>
                      <a:pt x="70961" y="6426"/>
                    </a:lnTo>
                    <a:lnTo>
                      <a:pt x="147527" y="12341"/>
                    </a:lnTo>
                    <a:lnTo>
                      <a:pt x="152973" y="11599"/>
                    </a:lnTo>
                    <a:cubicBezTo>
                      <a:pt x="153338" y="11534"/>
                      <a:pt x="153704" y="11534"/>
                      <a:pt x="154111" y="11599"/>
                    </a:cubicBezTo>
                    <a:lnTo>
                      <a:pt x="188695" y="15528"/>
                    </a:lnTo>
                    <a:lnTo>
                      <a:pt x="242909" y="21989"/>
                    </a:lnTo>
                    <a:lnTo>
                      <a:pt x="265383" y="14742"/>
                    </a:lnTo>
                    <a:cubicBezTo>
                      <a:pt x="265830" y="14590"/>
                      <a:pt x="266318" y="14524"/>
                      <a:pt x="266805" y="14524"/>
                    </a:cubicBezTo>
                    <a:lnTo>
                      <a:pt x="379297" y="18933"/>
                    </a:lnTo>
                    <a:lnTo>
                      <a:pt x="491748" y="22447"/>
                    </a:lnTo>
                    <a:lnTo>
                      <a:pt x="604321" y="25154"/>
                    </a:lnTo>
                    <a:lnTo>
                      <a:pt x="716974" y="27598"/>
                    </a:lnTo>
                    <a:lnTo>
                      <a:pt x="829547" y="25721"/>
                    </a:lnTo>
                    <a:lnTo>
                      <a:pt x="942202" y="18911"/>
                    </a:lnTo>
                    <a:lnTo>
                      <a:pt x="1055099" y="10552"/>
                    </a:lnTo>
                    <a:lnTo>
                      <a:pt x="1281220" y="12582"/>
                    </a:lnTo>
                    <a:lnTo>
                      <a:pt x="1394078" y="11097"/>
                    </a:lnTo>
                    <a:lnTo>
                      <a:pt x="1507504" y="25219"/>
                    </a:lnTo>
                    <a:lnTo>
                      <a:pt x="1554443" y="33841"/>
                    </a:lnTo>
                    <a:lnTo>
                      <a:pt x="1553021" y="365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0" name="Freeform: Shape 729">
                <a:extLst>
                  <a:ext uri="{FF2B5EF4-FFF2-40B4-BE49-F238E27FC236}">
                    <a16:creationId xmlns:a16="http://schemas.microsoft.com/office/drawing/2014/main" id="{B7DB0504-ED12-4A3A-9B6D-F1DA71F5E9D8}"/>
                  </a:ext>
                </a:extLst>
              </p:cNvPr>
              <p:cNvSpPr/>
              <p:nvPr/>
            </p:nvSpPr>
            <p:spPr>
              <a:xfrm>
                <a:off x="2233007" y="5991760"/>
                <a:ext cx="1252410" cy="51494"/>
              </a:xfrm>
              <a:custGeom>
                <a:avLst/>
                <a:gdLst>
                  <a:gd name="connsiteX0" fmla="*/ 682222 w 1252410"/>
                  <a:gd name="connsiteY0" fmla="*/ 51451 h 51494"/>
                  <a:gd name="connsiteX1" fmla="*/ 562212 w 1252410"/>
                  <a:gd name="connsiteY1" fmla="*/ 51298 h 51494"/>
                  <a:gd name="connsiteX2" fmla="*/ 442243 w 1252410"/>
                  <a:gd name="connsiteY2" fmla="*/ 46715 h 51494"/>
                  <a:gd name="connsiteX3" fmla="*/ 322924 w 1252410"/>
                  <a:gd name="connsiteY3" fmla="*/ 38202 h 51494"/>
                  <a:gd name="connsiteX4" fmla="*/ 294272 w 1252410"/>
                  <a:gd name="connsiteY4" fmla="*/ 42240 h 51494"/>
                  <a:gd name="connsiteX5" fmla="*/ 293175 w 1252410"/>
                  <a:gd name="connsiteY5" fmla="*/ 42240 h 51494"/>
                  <a:gd name="connsiteX6" fmla="*/ 172718 w 1252410"/>
                  <a:gd name="connsiteY6" fmla="*/ 29865 h 51494"/>
                  <a:gd name="connsiteX7" fmla="*/ 52261 w 1252410"/>
                  <a:gd name="connsiteY7" fmla="*/ 13713 h 51494"/>
                  <a:gd name="connsiteX8" fmla="*/ 2111 w 1252410"/>
                  <a:gd name="connsiteY8" fmla="*/ 8868 h 51494"/>
                  <a:gd name="connsiteX9" fmla="*/ 39 w 1252410"/>
                  <a:gd name="connsiteY9" fmla="*/ 7274 h 51494"/>
                  <a:gd name="connsiteX10" fmla="*/ 3006 w 1252410"/>
                  <a:gd name="connsiteY10" fmla="*/ 6118 h 51494"/>
                  <a:gd name="connsiteX11" fmla="*/ 53318 w 1252410"/>
                  <a:gd name="connsiteY11" fmla="*/ 10963 h 51494"/>
                  <a:gd name="connsiteX12" fmla="*/ 173775 w 1252410"/>
                  <a:gd name="connsiteY12" fmla="*/ 27115 h 51494"/>
                  <a:gd name="connsiteX13" fmla="*/ 293541 w 1252410"/>
                  <a:gd name="connsiteY13" fmla="*/ 39425 h 51494"/>
                  <a:gd name="connsiteX14" fmla="*/ 322151 w 1252410"/>
                  <a:gd name="connsiteY14" fmla="*/ 35431 h 51494"/>
                  <a:gd name="connsiteX15" fmla="*/ 323086 w 1252410"/>
                  <a:gd name="connsiteY15" fmla="*/ 35365 h 51494"/>
                  <a:gd name="connsiteX16" fmla="*/ 442730 w 1252410"/>
                  <a:gd name="connsiteY16" fmla="*/ 43899 h 51494"/>
                  <a:gd name="connsiteX17" fmla="*/ 562375 w 1252410"/>
                  <a:gd name="connsiteY17" fmla="*/ 48483 h 51494"/>
                  <a:gd name="connsiteX18" fmla="*/ 682141 w 1252410"/>
                  <a:gd name="connsiteY18" fmla="*/ 48701 h 51494"/>
                  <a:gd name="connsiteX19" fmla="*/ 801460 w 1252410"/>
                  <a:gd name="connsiteY19" fmla="*/ 47217 h 51494"/>
                  <a:gd name="connsiteX20" fmla="*/ 826006 w 1252410"/>
                  <a:gd name="connsiteY20" fmla="*/ 39861 h 51494"/>
                  <a:gd name="connsiteX21" fmla="*/ 826900 w 1252410"/>
                  <a:gd name="connsiteY21" fmla="*/ 39709 h 51494"/>
                  <a:gd name="connsiteX22" fmla="*/ 945650 w 1252410"/>
                  <a:gd name="connsiteY22" fmla="*/ 31240 h 51494"/>
                  <a:gd name="connsiteX23" fmla="*/ 969018 w 1252410"/>
                  <a:gd name="connsiteY23" fmla="*/ 24255 h 51494"/>
                  <a:gd name="connsiteX24" fmla="*/ 970075 w 1252410"/>
                  <a:gd name="connsiteY24" fmla="*/ 24103 h 51494"/>
                  <a:gd name="connsiteX25" fmla="*/ 1088378 w 1252410"/>
                  <a:gd name="connsiteY25" fmla="*/ 19519 h 51494"/>
                  <a:gd name="connsiteX26" fmla="*/ 1205096 w 1252410"/>
                  <a:gd name="connsiteY26" fmla="*/ 18013 h 51494"/>
                  <a:gd name="connsiteX27" fmla="*/ 1230740 w 1252410"/>
                  <a:gd name="connsiteY27" fmla="*/ 486 h 51494"/>
                  <a:gd name="connsiteX28" fmla="*/ 1232894 w 1252410"/>
                  <a:gd name="connsiteY28" fmla="*/ 6 h 51494"/>
                  <a:gd name="connsiteX29" fmla="*/ 1250085 w 1252410"/>
                  <a:gd name="connsiteY29" fmla="*/ 704 h 51494"/>
                  <a:gd name="connsiteX30" fmla="*/ 1252401 w 1252410"/>
                  <a:gd name="connsiteY30" fmla="*/ 2189 h 51494"/>
                  <a:gd name="connsiteX31" fmla="*/ 1249678 w 1252410"/>
                  <a:gd name="connsiteY31" fmla="*/ 3455 h 51494"/>
                  <a:gd name="connsiteX32" fmla="*/ 1233788 w 1252410"/>
                  <a:gd name="connsiteY32" fmla="*/ 2822 h 51494"/>
                  <a:gd name="connsiteX33" fmla="*/ 1208307 w 1252410"/>
                  <a:gd name="connsiteY33" fmla="*/ 20305 h 51494"/>
                  <a:gd name="connsiteX34" fmla="*/ 1206397 w 1252410"/>
                  <a:gd name="connsiteY34" fmla="*/ 20850 h 51494"/>
                  <a:gd name="connsiteX35" fmla="*/ 1088581 w 1252410"/>
                  <a:gd name="connsiteY35" fmla="*/ 22335 h 51494"/>
                  <a:gd name="connsiteX36" fmla="*/ 970928 w 1252410"/>
                  <a:gd name="connsiteY36" fmla="*/ 26874 h 51494"/>
                  <a:gd name="connsiteX37" fmla="*/ 947601 w 1252410"/>
                  <a:gd name="connsiteY37" fmla="*/ 33859 h 51494"/>
                  <a:gd name="connsiteX38" fmla="*/ 946707 w 1252410"/>
                  <a:gd name="connsiteY38" fmla="*/ 34012 h 51494"/>
                  <a:gd name="connsiteX39" fmla="*/ 827957 w 1252410"/>
                  <a:gd name="connsiteY39" fmla="*/ 42480 h 51494"/>
                  <a:gd name="connsiteX40" fmla="*/ 803288 w 1252410"/>
                  <a:gd name="connsiteY40" fmla="*/ 49836 h 51494"/>
                  <a:gd name="connsiteX41" fmla="*/ 802110 w 1252410"/>
                  <a:gd name="connsiteY41" fmla="*/ 50054 h 51494"/>
                  <a:gd name="connsiteX42" fmla="*/ 757894 w 1252410"/>
                  <a:gd name="connsiteY42" fmla="*/ 50534 h 51494"/>
                  <a:gd name="connsiteX43" fmla="*/ 682141 w 1252410"/>
                  <a:gd name="connsiteY43" fmla="*/ 51495 h 51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52410" h="51494">
                    <a:moveTo>
                      <a:pt x="682222" y="51451"/>
                    </a:moveTo>
                    <a:lnTo>
                      <a:pt x="562212" y="51298"/>
                    </a:lnTo>
                    <a:lnTo>
                      <a:pt x="442243" y="46715"/>
                    </a:lnTo>
                    <a:lnTo>
                      <a:pt x="322924" y="38202"/>
                    </a:lnTo>
                    <a:lnTo>
                      <a:pt x="294272" y="42240"/>
                    </a:lnTo>
                    <a:cubicBezTo>
                      <a:pt x="293866" y="42284"/>
                      <a:pt x="293541" y="42284"/>
                      <a:pt x="293175" y="42240"/>
                    </a:cubicBezTo>
                    <a:lnTo>
                      <a:pt x="172718" y="29865"/>
                    </a:lnTo>
                    <a:lnTo>
                      <a:pt x="52261" y="13713"/>
                    </a:lnTo>
                    <a:lnTo>
                      <a:pt x="2111" y="8868"/>
                    </a:lnTo>
                    <a:cubicBezTo>
                      <a:pt x="730" y="8758"/>
                      <a:pt x="-205" y="8016"/>
                      <a:pt x="39" y="7274"/>
                    </a:cubicBezTo>
                    <a:cubicBezTo>
                      <a:pt x="283" y="6467"/>
                      <a:pt x="1624" y="5943"/>
                      <a:pt x="3006" y="6118"/>
                    </a:cubicBezTo>
                    <a:lnTo>
                      <a:pt x="53318" y="10963"/>
                    </a:lnTo>
                    <a:lnTo>
                      <a:pt x="173775" y="27115"/>
                    </a:lnTo>
                    <a:lnTo>
                      <a:pt x="293541" y="39425"/>
                    </a:lnTo>
                    <a:lnTo>
                      <a:pt x="322151" y="35431"/>
                    </a:lnTo>
                    <a:cubicBezTo>
                      <a:pt x="322436" y="35365"/>
                      <a:pt x="322802" y="35365"/>
                      <a:pt x="323086" y="35365"/>
                    </a:cubicBezTo>
                    <a:lnTo>
                      <a:pt x="442730" y="43899"/>
                    </a:lnTo>
                    <a:lnTo>
                      <a:pt x="562375" y="48483"/>
                    </a:lnTo>
                    <a:lnTo>
                      <a:pt x="682141" y="48701"/>
                    </a:lnTo>
                    <a:lnTo>
                      <a:pt x="801460" y="47217"/>
                    </a:lnTo>
                    <a:lnTo>
                      <a:pt x="826006" y="39861"/>
                    </a:lnTo>
                    <a:cubicBezTo>
                      <a:pt x="826250" y="39752"/>
                      <a:pt x="826575" y="39709"/>
                      <a:pt x="826900" y="39709"/>
                    </a:cubicBezTo>
                    <a:lnTo>
                      <a:pt x="945650" y="31240"/>
                    </a:lnTo>
                    <a:lnTo>
                      <a:pt x="969018" y="24255"/>
                    </a:lnTo>
                    <a:cubicBezTo>
                      <a:pt x="969384" y="24146"/>
                      <a:pt x="969709" y="24103"/>
                      <a:pt x="970075" y="24103"/>
                    </a:cubicBezTo>
                    <a:lnTo>
                      <a:pt x="1088378" y="19519"/>
                    </a:lnTo>
                    <a:lnTo>
                      <a:pt x="1205096" y="18013"/>
                    </a:lnTo>
                    <a:lnTo>
                      <a:pt x="1230740" y="486"/>
                    </a:lnTo>
                    <a:cubicBezTo>
                      <a:pt x="1231228" y="159"/>
                      <a:pt x="1232081" y="-38"/>
                      <a:pt x="1232894" y="6"/>
                    </a:cubicBezTo>
                    <a:lnTo>
                      <a:pt x="1250085" y="704"/>
                    </a:lnTo>
                    <a:cubicBezTo>
                      <a:pt x="1251466" y="748"/>
                      <a:pt x="1252523" y="1381"/>
                      <a:pt x="1252401" y="2189"/>
                    </a:cubicBezTo>
                    <a:cubicBezTo>
                      <a:pt x="1252320" y="2996"/>
                      <a:pt x="1250979" y="3586"/>
                      <a:pt x="1249678" y="3455"/>
                    </a:cubicBezTo>
                    <a:lnTo>
                      <a:pt x="1233788" y="2822"/>
                    </a:lnTo>
                    <a:lnTo>
                      <a:pt x="1208307" y="20305"/>
                    </a:lnTo>
                    <a:cubicBezTo>
                      <a:pt x="1207860" y="20632"/>
                      <a:pt x="1207169" y="20850"/>
                      <a:pt x="1206397" y="20850"/>
                    </a:cubicBezTo>
                    <a:lnTo>
                      <a:pt x="1088581" y="22335"/>
                    </a:lnTo>
                    <a:lnTo>
                      <a:pt x="970928" y="26874"/>
                    </a:lnTo>
                    <a:lnTo>
                      <a:pt x="947601" y="33859"/>
                    </a:lnTo>
                    <a:cubicBezTo>
                      <a:pt x="947317" y="33968"/>
                      <a:pt x="946991" y="34012"/>
                      <a:pt x="946707" y="34012"/>
                    </a:cubicBezTo>
                    <a:lnTo>
                      <a:pt x="827957" y="42480"/>
                    </a:lnTo>
                    <a:lnTo>
                      <a:pt x="803288" y="49836"/>
                    </a:lnTo>
                    <a:cubicBezTo>
                      <a:pt x="802923" y="49945"/>
                      <a:pt x="802557" y="50011"/>
                      <a:pt x="802110" y="50054"/>
                    </a:cubicBezTo>
                    <a:lnTo>
                      <a:pt x="757894" y="50534"/>
                    </a:lnTo>
                    <a:lnTo>
                      <a:pt x="682141" y="5149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1" name="Freeform: Shape 730">
                <a:extLst>
                  <a:ext uri="{FF2B5EF4-FFF2-40B4-BE49-F238E27FC236}">
                    <a16:creationId xmlns:a16="http://schemas.microsoft.com/office/drawing/2014/main" id="{5E7D2554-B7E2-4B5D-8093-CF77991C625B}"/>
                  </a:ext>
                </a:extLst>
              </p:cNvPr>
              <p:cNvSpPr/>
              <p:nvPr/>
            </p:nvSpPr>
            <p:spPr>
              <a:xfrm>
                <a:off x="1959697" y="5531806"/>
                <a:ext cx="1122270" cy="447408"/>
              </a:xfrm>
              <a:custGeom>
                <a:avLst/>
                <a:gdLst>
                  <a:gd name="connsiteX0" fmla="*/ 107375 w 1122270"/>
                  <a:gd name="connsiteY0" fmla="*/ 447409 h 447408"/>
                  <a:gd name="connsiteX1" fmla="*/ 107171 w 1122270"/>
                  <a:gd name="connsiteY1" fmla="*/ 447409 h 447408"/>
                  <a:gd name="connsiteX2" fmla="*/ 68645 w 1122270"/>
                  <a:gd name="connsiteY2" fmla="*/ 445641 h 447408"/>
                  <a:gd name="connsiteX3" fmla="*/ 51657 w 1122270"/>
                  <a:gd name="connsiteY3" fmla="*/ 445314 h 447408"/>
                  <a:gd name="connsiteX4" fmla="*/ 1914 w 1122270"/>
                  <a:gd name="connsiteY4" fmla="*/ 438329 h 447408"/>
                  <a:gd name="connsiteX5" fmla="*/ 85 w 1122270"/>
                  <a:gd name="connsiteY5" fmla="*/ 436627 h 447408"/>
                  <a:gd name="connsiteX6" fmla="*/ 3174 w 1122270"/>
                  <a:gd name="connsiteY6" fmla="*/ 435601 h 447408"/>
                  <a:gd name="connsiteX7" fmla="*/ 52389 w 1122270"/>
                  <a:gd name="connsiteY7" fmla="*/ 442520 h 447408"/>
                  <a:gd name="connsiteX8" fmla="*/ 68970 w 1122270"/>
                  <a:gd name="connsiteY8" fmla="*/ 442782 h 447408"/>
                  <a:gd name="connsiteX9" fmla="*/ 106724 w 1122270"/>
                  <a:gd name="connsiteY9" fmla="*/ 444550 h 447408"/>
                  <a:gd name="connsiteX10" fmla="*/ 136879 w 1122270"/>
                  <a:gd name="connsiteY10" fmla="*/ 432720 h 447408"/>
                  <a:gd name="connsiteX11" fmla="*/ 167522 w 1122270"/>
                  <a:gd name="connsiteY11" fmla="*/ 423334 h 447408"/>
                  <a:gd name="connsiteX12" fmla="*/ 197270 w 1122270"/>
                  <a:gd name="connsiteY12" fmla="*/ 411133 h 447408"/>
                  <a:gd name="connsiteX13" fmla="*/ 226775 w 1122270"/>
                  <a:gd name="connsiteY13" fmla="*/ 401966 h 447408"/>
                  <a:gd name="connsiteX14" fmla="*/ 255792 w 1122270"/>
                  <a:gd name="connsiteY14" fmla="*/ 386295 h 447408"/>
                  <a:gd name="connsiteX15" fmla="*/ 284687 w 1122270"/>
                  <a:gd name="connsiteY15" fmla="*/ 372282 h 447408"/>
                  <a:gd name="connsiteX16" fmla="*/ 286638 w 1122270"/>
                  <a:gd name="connsiteY16" fmla="*/ 371955 h 447408"/>
                  <a:gd name="connsiteX17" fmla="*/ 393968 w 1122270"/>
                  <a:gd name="connsiteY17" fmla="*/ 377651 h 447408"/>
                  <a:gd name="connsiteX18" fmla="*/ 420831 w 1122270"/>
                  <a:gd name="connsiteY18" fmla="*/ 363049 h 447408"/>
                  <a:gd name="connsiteX19" fmla="*/ 422700 w 1122270"/>
                  <a:gd name="connsiteY19" fmla="*/ 362635 h 447408"/>
                  <a:gd name="connsiteX20" fmla="*/ 529827 w 1122270"/>
                  <a:gd name="connsiteY20" fmla="*/ 364708 h 447408"/>
                  <a:gd name="connsiteX21" fmla="*/ 556609 w 1122270"/>
                  <a:gd name="connsiteY21" fmla="*/ 355279 h 447408"/>
                  <a:gd name="connsiteX22" fmla="*/ 584732 w 1122270"/>
                  <a:gd name="connsiteY22" fmla="*/ 343667 h 447408"/>
                  <a:gd name="connsiteX23" fmla="*/ 586723 w 1122270"/>
                  <a:gd name="connsiteY23" fmla="*/ 343405 h 447408"/>
                  <a:gd name="connsiteX24" fmla="*/ 692591 w 1122270"/>
                  <a:gd name="connsiteY24" fmla="*/ 354799 h 447408"/>
                  <a:gd name="connsiteX25" fmla="*/ 797279 w 1122270"/>
                  <a:gd name="connsiteY25" fmla="*/ 365188 h 447408"/>
                  <a:gd name="connsiteX26" fmla="*/ 822639 w 1122270"/>
                  <a:gd name="connsiteY26" fmla="*/ 357527 h 447408"/>
                  <a:gd name="connsiteX27" fmla="*/ 849786 w 1122270"/>
                  <a:gd name="connsiteY27" fmla="*/ 339040 h 447408"/>
                  <a:gd name="connsiteX28" fmla="*/ 878031 w 1122270"/>
                  <a:gd name="connsiteY28" fmla="*/ 316821 h 447408"/>
                  <a:gd name="connsiteX29" fmla="*/ 906926 w 1122270"/>
                  <a:gd name="connsiteY29" fmla="*/ 290716 h 447408"/>
                  <a:gd name="connsiteX30" fmla="*/ 936349 w 1122270"/>
                  <a:gd name="connsiteY30" fmla="*/ 258849 h 447408"/>
                  <a:gd name="connsiteX31" fmla="*/ 964960 w 1122270"/>
                  <a:gd name="connsiteY31" fmla="*/ 228794 h 447408"/>
                  <a:gd name="connsiteX32" fmla="*/ 991864 w 1122270"/>
                  <a:gd name="connsiteY32" fmla="*/ 197888 h 447408"/>
                  <a:gd name="connsiteX33" fmla="*/ 1015963 w 1122270"/>
                  <a:gd name="connsiteY33" fmla="*/ 173486 h 447408"/>
                  <a:gd name="connsiteX34" fmla="*/ 1037136 w 1122270"/>
                  <a:gd name="connsiteY34" fmla="*/ 148233 h 447408"/>
                  <a:gd name="connsiteX35" fmla="*/ 1055628 w 1122270"/>
                  <a:gd name="connsiteY35" fmla="*/ 122390 h 447408"/>
                  <a:gd name="connsiteX36" fmla="*/ 1072006 w 1122270"/>
                  <a:gd name="connsiteY36" fmla="*/ 96220 h 447408"/>
                  <a:gd name="connsiteX37" fmla="*/ 1117279 w 1122270"/>
                  <a:gd name="connsiteY37" fmla="*/ 1056 h 447408"/>
                  <a:gd name="connsiteX38" fmla="*/ 1120408 w 1122270"/>
                  <a:gd name="connsiteY38" fmla="*/ 30 h 447408"/>
                  <a:gd name="connsiteX39" fmla="*/ 1122196 w 1122270"/>
                  <a:gd name="connsiteY39" fmla="*/ 1798 h 447408"/>
                  <a:gd name="connsiteX40" fmla="*/ 1076923 w 1122270"/>
                  <a:gd name="connsiteY40" fmla="*/ 97071 h 447408"/>
                  <a:gd name="connsiteX41" fmla="*/ 1060464 w 1122270"/>
                  <a:gd name="connsiteY41" fmla="*/ 123394 h 447408"/>
                  <a:gd name="connsiteX42" fmla="*/ 1041851 w 1122270"/>
                  <a:gd name="connsiteY42" fmla="*/ 149346 h 447408"/>
                  <a:gd name="connsiteX43" fmla="*/ 1020515 w 1122270"/>
                  <a:gd name="connsiteY43" fmla="*/ 174774 h 447408"/>
                  <a:gd name="connsiteX44" fmla="*/ 996415 w 1122270"/>
                  <a:gd name="connsiteY44" fmla="*/ 199176 h 447408"/>
                  <a:gd name="connsiteX45" fmla="*/ 969552 w 1122270"/>
                  <a:gd name="connsiteY45" fmla="*/ 230082 h 447408"/>
                  <a:gd name="connsiteX46" fmla="*/ 940901 w 1122270"/>
                  <a:gd name="connsiteY46" fmla="*/ 260203 h 447408"/>
                  <a:gd name="connsiteX47" fmla="*/ 911396 w 1122270"/>
                  <a:gd name="connsiteY47" fmla="*/ 292113 h 447408"/>
                  <a:gd name="connsiteX48" fmla="*/ 882298 w 1122270"/>
                  <a:gd name="connsiteY48" fmla="*/ 318370 h 447408"/>
                  <a:gd name="connsiteX49" fmla="*/ 853931 w 1122270"/>
                  <a:gd name="connsiteY49" fmla="*/ 340743 h 447408"/>
                  <a:gd name="connsiteX50" fmla="*/ 826337 w 1122270"/>
                  <a:gd name="connsiteY50" fmla="*/ 359492 h 447408"/>
                  <a:gd name="connsiteX51" fmla="*/ 825605 w 1122270"/>
                  <a:gd name="connsiteY51" fmla="*/ 359819 h 447408"/>
                  <a:gd name="connsiteX52" fmla="*/ 799067 w 1122270"/>
                  <a:gd name="connsiteY52" fmla="*/ 367917 h 447408"/>
                  <a:gd name="connsiteX53" fmla="*/ 797401 w 1122270"/>
                  <a:gd name="connsiteY53" fmla="*/ 368069 h 447408"/>
                  <a:gd name="connsiteX54" fmla="*/ 691778 w 1122270"/>
                  <a:gd name="connsiteY54" fmla="*/ 357571 h 447408"/>
                  <a:gd name="connsiteX55" fmla="*/ 587008 w 1122270"/>
                  <a:gd name="connsiteY55" fmla="*/ 346265 h 447408"/>
                  <a:gd name="connsiteX56" fmla="*/ 559616 w 1122270"/>
                  <a:gd name="connsiteY56" fmla="*/ 357571 h 447408"/>
                  <a:gd name="connsiteX57" fmla="*/ 532022 w 1122270"/>
                  <a:gd name="connsiteY57" fmla="*/ 367327 h 447408"/>
                  <a:gd name="connsiteX58" fmla="*/ 530559 w 1122270"/>
                  <a:gd name="connsiteY58" fmla="*/ 367546 h 447408"/>
                  <a:gd name="connsiteX59" fmla="*/ 423757 w 1122270"/>
                  <a:gd name="connsiteY59" fmla="*/ 365472 h 447408"/>
                  <a:gd name="connsiteX60" fmla="*/ 396853 w 1122270"/>
                  <a:gd name="connsiteY60" fmla="*/ 380118 h 447408"/>
                  <a:gd name="connsiteX61" fmla="*/ 394821 w 1122270"/>
                  <a:gd name="connsiteY61" fmla="*/ 380554 h 447408"/>
                  <a:gd name="connsiteX62" fmla="*/ 287369 w 1122270"/>
                  <a:gd name="connsiteY62" fmla="*/ 374858 h 447408"/>
                  <a:gd name="connsiteX63" fmla="*/ 259368 w 1122270"/>
                  <a:gd name="connsiteY63" fmla="*/ 388390 h 447408"/>
                  <a:gd name="connsiteX64" fmla="*/ 230188 w 1122270"/>
                  <a:gd name="connsiteY64" fmla="*/ 404105 h 447408"/>
                  <a:gd name="connsiteX65" fmla="*/ 229660 w 1122270"/>
                  <a:gd name="connsiteY65" fmla="*/ 404323 h 447408"/>
                  <a:gd name="connsiteX66" fmla="*/ 200074 w 1122270"/>
                  <a:gd name="connsiteY66" fmla="*/ 413490 h 447408"/>
                  <a:gd name="connsiteX67" fmla="*/ 170326 w 1122270"/>
                  <a:gd name="connsiteY67" fmla="*/ 425692 h 447408"/>
                  <a:gd name="connsiteX68" fmla="*/ 139602 w 1122270"/>
                  <a:gd name="connsiteY68" fmla="*/ 435077 h 447408"/>
                  <a:gd name="connsiteX69" fmla="*/ 108959 w 1122270"/>
                  <a:gd name="connsiteY69" fmla="*/ 447169 h 447408"/>
                  <a:gd name="connsiteX70" fmla="*/ 107456 w 1122270"/>
                  <a:gd name="connsiteY70" fmla="*/ 447387 h 44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122270" h="447408">
                    <a:moveTo>
                      <a:pt x="107375" y="447409"/>
                    </a:moveTo>
                    <a:lnTo>
                      <a:pt x="107171" y="447409"/>
                    </a:lnTo>
                    <a:lnTo>
                      <a:pt x="68645" y="445641"/>
                    </a:lnTo>
                    <a:lnTo>
                      <a:pt x="51657" y="445314"/>
                    </a:lnTo>
                    <a:lnTo>
                      <a:pt x="1914" y="438329"/>
                    </a:lnTo>
                    <a:cubicBezTo>
                      <a:pt x="573" y="438176"/>
                      <a:pt x="-281" y="437369"/>
                      <a:pt x="85" y="436627"/>
                    </a:cubicBezTo>
                    <a:cubicBezTo>
                      <a:pt x="451" y="435885"/>
                      <a:pt x="1751" y="435404"/>
                      <a:pt x="3174" y="435601"/>
                    </a:cubicBezTo>
                    <a:lnTo>
                      <a:pt x="52389" y="442520"/>
                    </a:lnTo>
                    <a:lnTo>
                      <a:pt x="68970" y="442782"/>
                    </a:lnTo>
                    <a:lnTo>
                      <a:pt x="106724" y="444550"/>
                    </a:lnTo>
                    <a:lnTo>
                      <a:pt x="136879" y="432720"/>
                    </a:lnTo>
                    <a:lnTo>
                      <a:pt x="167522" y="423334"/>
                    </a:lnTo>
                    <a:lnTo>
                      <a:pt x="197270" y="411133"/>
                    </a:lnTo>
                    <a:lnTo>
                      <a:pt x="226775" y="401966"/>
                    </a:lnTo>
                    <a:lnTo>
                      <a:pt x="255792" y="386295"/>
                    </a:lnTo>
                    <a:lnTo>
                      <a:pt x="284687" y="372282"/>
                    </a:lnTo>
                    <a:cubicBezTo>
                      <a:pt x="285256" y="372064"/>
                      <a:pt x="285947" y="371911"/>
                      <a:pt x="286638" y="371955"/>
                    </a:cubicBezTo>
                    <a:lnTo>
                      <a:pt x="393968" y="377651"/>
                    </a:lnTo>
                    <a:lnTo>
                      <a:pt x="420831" y="363049"/>
                    </a:lnTo>
                    <a:cubicBezTo>
                      <a:pt x="421319" y="362787"/>
                      <a:pt x="422091" y="362678"/>
                      <a:pt x="422700" y="362635"/>
                    </a:cubicBezTo>
                    <a:lnTo>
                      <a:pt x="529827" y="364708"/>
                    </a:lnTo>
                    <a:lnTo>
                      <a:pt x="556609" y="355279"/>
                    </a:lnTo>
                    <a:lnTo>
                      <a:pt x="584732" y="343667"/>
                    </a:lnTo>
                    <a:cubicBezTo>
                      <a:pt x="585301" y="343405"/>
                      <a:pt x="586032" y="343340"/>
                      <a:pt x="586723" y="343405"/>
                    </a:cubicBezTo>
                    <a:lnTo>
                      <a:pt x="692591" y="354799"/>
                    </a:lnTo>
                    <a:lnTo>
                      <a:pt x="797279" y="365188"/>
                    </a:lnTo>
                    <a:lnTo>
                      <a:pt x="822639" y="357527"/>
                    </a:lnTo>
                    <a:lnTo>
                      <a:pt x="849786" y="339040"/>
                    </a:lnTo>
                    <a:lnTo>
                      <a:pt x="878031" y="316821"/>
                    </a:lnTo>
                    <a:lnTo>
                      <a:pt x="906926" y="290716"/>
                    </a:lnTo>
                    <a:lnTo>
                      <a:pt x="936349" y="258849"/>
                    </a:lnTo>
                    <a:lnTo>
                      <a:pt x="964960" y="228794"/>
                    </a:lnTo>
                    <a:lnTo>
                      <a:pt x="991864" y="197888"/>
                    </a:lnTo>
                    <a:lnTo>
                      <a:pt x="1015963" y="173486"/>
                    </a:lnTo>
                    <a:lnTo>
                      <a:pt x="1037136" y="148233"/>
                    </a:lnTo>
                    <a:lnTo>
                      <a:pt x="1055628" y="122390"/>
                    </a:lnTo>
                    <a:lnTo>
                      <a:pt x="1072006" y="96220"/>
                    </a:lnTo>
                    <a:lnTo>
                      <a:pt x="1117279" y="1056"/>
                    </a:lnTo>
                    <a:cubicBezTo>
                      <a:pt x="1117644" y="314"/>
                      <a:pt x="1119026" y="-122"/>
                      <a:pt x="1120408" y="30"/>
                    </a:cubicBezTo>
                    <a:cubicBezTo>
                      <a:pt x="1121749" y="249"/>
                      <a:pt x="1122521" y="1056"/>
                      <a:pt x="1122196" y="1798"/>
                    </a:cubicBezTo>
                    <a:lnTo>
                      <a:pt x="1076923" y="97071"/>
                    </a:lnTo>
                    <a:lnTo>
                      <a:pt x="1060464" y="123394"/>
                    </a:lnTo>
                    <a:lnTo>
                      <a:pt x="1041851" y="149346"/>
                    </a:lnTo>
                    <a:lnTo>
                      <a:pt x="1020515" y="174774"/>
                    </a:lnTo>
                    <a:lnTo>
                      <a:pt x="996415" y="199176"/>
                    </a:lnTo>
                    <a:lnTo>
                      <a:pt x="969552" y="230082"/>
                    </a:lnTo>
                    <a:lnTo>
                      <a:pt x="940901" y="260203"/>
                    </a:lnTo>
                    <a:lnTo>
                      <a:pt x="911396" y="292113"/>
                    </a:lnTo>
                    <a:lnTo>
                      <a:pt x="882298" y="318370"/>
                    </a:lnTo>
                    <a:lnTo>
                      <a:pt x="853931" y="340743"/>
                    </a:lnTo>
                    <a:lnTo>
                      <a:pt x="826337" y="359492"/>
                    </a:lnTo>
                    <a:cubicBezTo>
                      <a:pt x="826134" y="359644"/>
                      <a:pt x="825890" y="359754"/>
                      <a:pt x="825605" y="359819"/>
                    </a:cubicBezTo>
                    <a:lnTo>
                      <a:pt x="799067" y="367917"/>
                    </a:lnTo>
                    <a:cubicBezTo>
                      <a:pt x="798580" y="368069"/>
                      <a:pt x="797970" y="368135"/>
                      <a:pt x="797401" y="368069"/>
                    </a:cubicBezTo>
                    <a:lnTo>
                      <a:pt x="691778" y="357571"/>
                    </a:lnTo>
                    <a:lnTo>
                      <a:pt x="587008" y="346265"/>
                    </a:lnTo>
                    <a:lnTo>
                      <a:pt x="559616" y="357571"/>
                    </a:lnTo>
                    <a:lnTo>
                      <a:pt x="532022" y="367327"/>
                    </a:lnTo>
                    <a:cubicBezTo>
                      <a:pt x="531575" y="367480"/>
                      <a:pt x="531128" y="367546"/>
                      <a:pt x="530559" y="367546"/>
                    </a:cubicBezTo>
                    <a:lnTo>
                      <a:pt x="423757" y="365472"/>
                    </a:lnTo>
                    <a:lnTo>
                      <a:pt x="396853" y="380118"/>
                    </a:lnTo>
                    <a:cubicBezTo>
                      <a:pt x="396325" y="380445"/>
                      <a:pt x="395553" y="380554"/>
                      <a:pt x="394821" y="380554"/>
                    </a:cubicBezTo>
                    <a:lnTo>
                      <a:pt x="287369" y="374858"/>
                    </a:lnTo>
                    <a:lnTo>
                      <a:pt x="259368" y="388390"/>
                    </a:lnTo>
                    <a:lnTo>
                      <a:pt x="230188" y="404105"/>
                    </a:lnTo>
                    <a:cubicBezTo>
                      <a:pt x="230188" y="404105"/>
                      <a:pt x="229823" y="404258"/>
                      <a:pt x="229660" y="404323"/>
                    </a:cubicBezTo>
                    <a:lnTo>
                      <a:pt x="200074" y="413490"/>
                    </a:lnTo>
                    <a:lnTo>
                      <a:pt x="170326" y="425692"/>
                    </a:lnTo>
                    <a:lnTo>
                      <a:pt x="139602" y="435077"/>
                    </a:lnTo>
                    <a:lnTo>
                      <a:pt x="108959" y="447169"/>
                    </a:lnTo>
                    <a:cubicBezTo>
                      <a:pt x="108512" y="447322"/>
                      <a:pt x="108025" y="447387"/>
                      <a:pt x="107456" y="44738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2" name="Freeform: Shape 731">
                <a:extLst>
                  <a:ext uri="{FF2B5EF4-FFF2-40B4-BE49-F238E27FC236}">
                    <a16:creationId xmlns:a16="http://schemas.microsoft.com/office/drawing/2014/main" id="{58E5F847-8E1E-491E-9872-8400BF874D1D}"/>
                  </a:ext>
                </a:extLst>
              </p:cNvPr>
              <p:cNvSpPr/>
              <p:nvPr/>
            </p:nvSpPr>
            <p:spPr>
              <a:xfrm>
                <a:off x="603787" y="5881423"/>
                <a:ext cx="332761" cy="16750"/>
              </a:xfrm>
              <a:custGeom>
                <a:avLst/>
                <a:gdLst>
                  <a:gd name="connsiteX0" fmla="*/ 326747 w 332761"/>
                  <a:gd name="connsiteY0" fmla="*/ 16729 h 16750"/>
                  <a:gd name="connsiteX1" fmla="*/ 324593 w 332761"/>
                  <a:gd name="connsiteY1" fmla="*/ 16620 h 16750"/>
                  <a:gd name="connsiteX2" fmla="*/ 296917 w 332761"/>
                  <a:gd name="connsiteY2" fmla="*/ 15397 h 16750"/>
                  <a:gd name="connsiteX3" fmla="*/ 230511 w 332761"/>
                  <a:gd name="connsiteY3" fmla="*/ 10661 h 16750"/>
                  <a:gd name="connsiteX4" fmla="*/ 188408 w 332761"/>
                  <a:gd name="connsiteY4" fmla="*/ 8042 h 16750"/>
                  <a:gd name="connsiteX5" fmla="*/ 78314 w 332761"/>
                  <a:gd name="connsiteY5" fmla="*/ 2825 h 16750"/>
                  <a:gd name="connsiteX6" fmla="*/ 60189 w 332761"/>
                  <a:gd name="connsiteY6" fmla="*/ 9002 h 16750"/>
                  <a:gd name="connsiteX7" fmla="*/ 58767 w 332761"/>
                  <a:gd name="connsiteY7" fmla="*/ 9220 h 16750"/>
                  <a:gd name="connsiteX8" fmla="*/ 2439 w 332761"/>
                  <a:gd name="connsiteY8" fmla="*/ 8107 h 16750"/>
                  <a:gd name="connsiteX9" fmla="*/ 1 w 332761"/>
                  <a:gd name="connsiteY9" fmla="*/ 6667 h 16750"/>
                  <a:gd name="connsiteX10" fmla="*/ 2643 w 332761"/>
                  <a:gd name="connsiteY10" fmla="*/ 5292 h 16750"/>
                  <a:gd name="connsiteX11" fmla="*/ 58157 w 332761"/>
                  <a:gd name="connsiteY11" fmla="*/ 6405 h 16750"/>
                  <a:gd name="connsiteX12" fmla="*/ 76364 w 332761"/>
                  <a:gd name="connsiteY12" fmla="*/ 228 h 16750"/>
                  <a:gd name="connsiteX13" fmla="*/ 77908 w 332761"/>
                  <a:gd name="connsiteY13" fmla="*/ 10 h 16750"/>
                  <a:gd name="connsiteX14" fmla="*/ 188896 w 332761"/>
                  <a:gd name="connsiteY14" fmla="*/ 5292 h 16750"/>
                  <a:gd name="connsiteX15" fmla="*/ 231121 w 332761"/>
                  <a:gd name="connsiteY15" fmla="*/ 7889 h 16750"/>
                  <a:gd name="connsiteX16" fmla="*/ 297445 w 332761"/>
                  <a:gd name="connsiteY16" fmla="*/ 12582 h 16750"/>
                  <a:gd name="connsiteX17" fmla="*/ 327031 w 332761"/>
                  <a:gd name="connsiteY17" fmla="*/ 13913 h 16750"/>
                  <a:gd name="connsiteX18" fmla="*/ 330160 w 332761"/>
                  <a:gd name="connsiteY18" fmla="*/ 13870 h 16750"/>
                  <a:gd name="connsiteX19" fmla="*/ 332761 w 332761"/>
                  <a:gd name="connsiteY19" fmla="*/ 15310 h 16750"/>
                  <a:gd name="connsiteX20" fmla="*/ 330242 w 332761"/>
                  <a:gd name="connsiteY20" fmla="*/ 16685 h 16750"/>
                  <a:gd name="connsiteX21" fmla="*/ 326828 w 332761"/>
                  <a:gd name="connsiteY21" fmla="*/ 16751 h 1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2761" h="16750">
                    <a:moveTo>
                      <a:pt x="326747" y="16729"/>
                    </a:moveTo>
                    <a:lnTo>
                      <a:pt x="324593" y="16620"/>
                    </a:lnTo>
                    <a:lnTo>
                      <a:pt x="296917" y="15397"/>
                    </a:lnTo>
                    <a:lnTo>
                      <a:pt x="230511" y="10661"/>
                    </a:lnTo>
                    <a:lnTo>
                      <a:pt x="188408" y="8042"/>
                    </a:lnTo>
                    <a:lnTo>
                      <a:pt x="78314" y="2825"/>
                    </a:lnTo>
                    <a:lnTo>
                      <a:pt x="60189" y="9002"/>
                    </a:lnTo>
                    <a:cubicBezTo>
                      <a:pt x="59742" y="9155"/>
                      <a:pt x="59214" y="9220"/>
                      <a:pt x="58767" y="9220"/>
                    </a:cubicBezTo>
                    <a:lnTo>
                      <a:pt x="2439" y="8107"/>
                    </a:lnTo>
                    <a:cubicBezTo>
                      <a:pt x="1058" y="8042"/>
                      <a:pt x="-40" y="7409"/>
                      <a:pt x="1" y="6667"/>
                    </a:cubicBezTo>
                    <a:cubicBezTo>
                      <a:pt x="42" y="5859"/>
                      <a:pt x="1261" y="5226"/>
                      <a:pt x="2643" y="5292"/>
                    </a:cubicBezTo>
                    <a:lnTo>
                      <a:pt x="58157" y="6405"/>
                    </a:lnTo>
                    <a:lnTo>
                      <a:pt x="76364" y="228"/>
                    </a:lnTo>
                    <a:cubicBezTo>
                      <a:pt x="76811" y="75"/>
                      <a:pt x="77339" y="-34"/>
                      <a:pt x="77908" y="10"/>
                    </a:cubicBezTo>
                    <a:lnTo>
                      <a:pt x="188896" y="5292"/>
                    </a:lnTo>
                    <a:lnTo>
                      <a:pt x="231121" y="7889"/>
                    </a:lnTo>
                    <a:lnTo>
                      <a:pt x="297445" y="12582"/>
                    </a:lnTo>
                    <a:lnTo>
                      <a:pt x="327031" y="13913"/>
                    </a:lnTo>
                    <a:lnTo>
                      <a:pt x="330160" y="13870"/>
                    </a:lnTo>
                    <a:cubicBezTo>
                      <a:pt x="331542" y="13760"/>
                      <a:pt x="332761" y="14503"/>
                      <a:pt x="332761" y="15310"/>
                    </a:cubicBezTo>
                    <a:cubicBezTo>
                      <a:pt x="332761" y="16052"/>
                      <a:pt x="331664" y="16685"/>
                      <a:pt x="330242" y="16685"/>
                    </a:cubicBezTo>
                    <a:lnTo>
                      <a:pt x="326828" y="1675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3" name="Freeform: Shape 732">
                <a:extLst>
                  <a:ext uri="{FF2B5EF4-FFF2-40B4-BE49-F238E27FC236}">
                    <a16:creationId xmlns:a16="http://schemas.microsoft.com/office/drawing/2014/main" id="{CF1F0FF6-CA6A-4ED1-8B6B-BB2BA86C513E}"/>
                  </a:ext>
                </a:extLst>
              </p:cNvPr>
              <p:cNvSpPr/>
              <p:nvPr/>
            </p:nvSpPr>
            <p:spPr>
              <a:xfrm>
                <a:off x="2589420" y="5928106"/>
                <a:ext cx="436661" cy="68680"/>
              </a:xfrm>
              <a:custGeom>
                <a:avLst/>
                <a:gdLst>
                  <a:gd name="connsiteX0" fmla="*/ 2518 w 436661"/>
                  <a:gd name="connsiteY0" fmla="*/ 68637 h 68680"/>
                  <a:gd name="connsiteX1" fmla="*/ 39 w 436661"/>
                  <a:gd name="connsiteY1" fmla="*/ 67414 h 68680"/>
                  <a:gd name="connsiteX2" fmla="*/ 2111 w 436661"/>
                  <a:gd name="connsiteY2" fmla="*/ 65821 h 68680"/>
                  <a:gd name="connsiteX3" fmla="*/ 105093 w 436661"/>
                  <a:gd name="connsiteY3" fmla="*/ 57025 h 68680"/>
                  <a:gd name="connsiteX4" fmla="*/ 131387 w 436661"/>
                  <a:gd name="connsiteY4" fmla="*/ 48600 h 68680"/>
                  <a:gd name="connsiteX5" fmla="*/ 157397 w 436661"/>
                  <a:gd name="connsiteY5" fmla="*/ 36617 h 68680"/>
                  <a:gd name="connsiteX6" fmla="*/ 183650 w 436661"/>
                  <a:gd name="connsiteY6" fmla="*/ 27974 h 68680"/>
                  <a:gd name="connsiteX7" fmla="*/ 208969 w 436661"/>
                  <a:gd name="connsiteY7" fmla="*/ 16580 h 68680"/>
                  <a:gd name="connsiteX8" fmla="*/ 209741 w 436661"/>
                  <a:gd name="connsiteY8" fmla="*/ 16318 h 68680"/>
                  <a:gd name="connsiteX9" fmla="*/ 234857 w 436661"/>
                  <a:gd name="connsiteY9" fmla="*/ 11800 h 68680"/>
                  <a:gd name="connsiteX10" fmla="*/ 346779 w 436661"/>
                  <a:gd name="connsiteY10" fmla="*/ 7042 h 68680"/>
                  <a:gd name="connsiteX11" fmla="*/ 433749 w 436661"/>
                  <a:gd name="connsiteY11" fmla="*/ 14 h 68680"/>
                  <a:gd name="connsiteX12" fmla="*/ 436634 w 436661"/>
                  <a:gd name="connsiteY12" fmla="*/ 1193 h 68680"/>
                  <a:gd name="connsiteX13" fmla="*/ 434521 w 436661"/>
                  <a:gd name="connsiteY13" fmla="*/ 2786 h 68680"/>
                  <a:gd name="connsiteX14" fmla="*/ 347348 w 436661"/>
                  <a:gd name="connsiteY14" fmla="*/ 9880 h 68680"/>
                  <a:gd name="connsiteX15" fmla="*/ 235873 w 436661"/>
                  <a:gd name="connsiteY15" fmla="*/ 14572 h 68680"/>
                  <a:gd name="connsiteX16" fmla="*/ 211814 w 436661"/>
                  <a:gd name="connsiteY16" fmla="*/ 18938 h 68680"/>
                  <a:gd name="connsiteX17" fmla="*/ 186576 w 436661"/>
                  <a:gd name="connsiteY17" fmla="*/ 30287 h 68680"/>
                  <a:gd name="connsiteX18" fmla="*/ 160404 w 436661"/>
                  <a:gd name="connsiteY18" fmla="*/ 38931 h 68680"/>
                  <a:gd name="connsiteX19" fmla="*/ 134354 w 436661"/>
                  <a:gd name="connsiteY19" fmla="*/ 50913 h 68680"/>
                  <a:gd name="connsiteX20" fmla="*/ 107328 w 436661"/>
                  <a:gd name="connsiteY20" fmla="*/ 59600 h 68680"/>
                  <a:gd name="connsiteX21" fmla="*/ 106434 w 436661"/>
                  <a:gd name="connsiteY21" fmla="*/ 59775 h 68680"/>
                  <a:gd name="connsiteX22" fmla="*/ 3006 w 436661"/>
                  <a:gd name="connsiteY22" fmla="*/ 68615 h 68680"/>
                  <a:gd name="connsiteX23" fmla="*/ 2599 w 436661"/>
                  <a:gd name="connsiteY23" fmla="*/ 68680 h 6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6661" h="68680">
                    <a:moveTo>
                      <a:pt x="2518" y="68637"/>
                    </a:moveTo>
                    <a:cubicBezTo>
                      <a:pt x="1299" y="68637"/>
                      <a:pt x="201" y="68091"/>
                      <a:pt x="39" y="67414"/>
                    </a:cubicBezTo>
                    <a:cubicBezTo>
                      <a:pt x="-205" y="66672"/>
                      <a:pt x="730" y="65930"/>
                      <a:pt x="2111" y="65821"/>
                    </a:cubicBezTo>
                    <a:lnTo>
                      <a:pt x="105093" y="57025"/>
                    </a:lnTo>
                    <a:lnTo>
                      <a:pt x="131387" y="48600"/>
                    </a:lnTo>
                    <a:lnTo>
                      <a:pt x="157397" y="36617"/>
                    </a:lnTo>
                    <a:lnTo>
                      <a:pt x="183650" y="27974"/>
                    </a:lnTo>
                    <a:lnTo>
                      <a:pt x="208969" y="16580"/>
                    </a:lnTo>
                    <a:cubicBezTo>
                      <a:pt x="208969" y="16580"/>
                      <a:pt x="209457" y="16362"/>
                      <a:pt x="209741" y="16318"/>
                    </a:cubicBezTo>
                    <a:lnTo>
                      <a:pt x="234857" y="11800"/>
                    </a:lnTo>
                    <a:lnTo>
                      <a:pt x="346779" y="7042"/>
                    </a:lnTo>
                    <a:lnTo>
                      <a:pt x="433749" y="14"/>
                    </a:lnTo>
                    <a:cubicBezTo>
                      <a:pt x="435090" y="-95"/>
                      <a:pt x="436431" y="450"/>
                      <a:pt x="436634" y="1193"/>
                    </a:cubicBezTo>
                    <a:cubicBezTo>
                      <a:pt x="436838" y="1935"/>
                      <a:pt x="435903" y="2677"/>
                      <a:pt x="434521" y="2786"/>
                    </a:cubicBezTo>
                    <a:lnTo>
                      <a:pt x="347348" y="9880"/>
                    </a:lnTo>
                    <a:lnTo>
                      <a:pt x="235873" y="14572"/>
                    </a:lnTo>
                    <a:lnTo>
                      <a:pt x="211814" y="18938"/>
                    </a:lnTo>
                    <a:lnTo>
                      <a:pt x="186576" y="30287"/>
                    </a:lnTo>
                    <a:lnTo>
                      <a:pt x="160404" y="38931"/>
                    </a:lnTo>
                    <a:lnTo>
                      <a:pt x="134354" y="50913"/>
                    </a:lnTo>
                    <a:lnTo>
                      <a:pt x="107328" y="59600"/>
                    </a:lnTo>
                    <a:cubicBezTo>
                      <a:pt x="107044" y="59644"/>
                      <a:pt x="106719" y="59775"/>
                      <a:pt x="106434" y="59775"/>
                    </a:cubicBezTo>
                    <a:lnTo>
                      <a:pt x="3006" y="68615"/>
                    </a:lnTo>
                    <a:cubicBezTo>
                      <a:pt x="3006" y="68615"/>
                      <a:pt x="2762" y="68680"/>
                      <a:pt x="2599" y="686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4" name="Freeform: Shape 733">
                <a:extLst>
                  <a:ext uri="{FF2B5EF4-FFF2-40B4-BE49-F238E27FC236}">
                    <a16:creationId xmlns:a16="http://schemas.microsoft.com/office/drawing/2014/main" id="{CD11609C-16D4-4721-A1E7-35E62D347048}"/>
                  </a:ext>
                </a:extLst>
              </p:cNvPr>
              <p:cNvSpPr/>
              <p:nvPr/>
            </p:nvSpPr>
            <p:spPr>
              <a:xfrm>
                <a:off x="40" y="5715333"/>
                <a:ext cx="1610328" cy="113776"/>
              </a:xfrm>
              <a:custGeom>
                <a:avLst/>
                <a:gdLst>
                  <a:gd name="connsiteX0" fmla="*/ 1607109 w 1610328"/>
                  <a:gd name="connsiteY0" fmla="*/ 0 h 113776"/>
                  <a:gd name="connsiteX1" fmla="*/ 1579392 w 1610328"/>
                  <a:gd name="connsiteY1" fmla="*/ 4540 h 113776"/>
                  <a:gd name="connsiteX2" fmla="*/ 1547856 w 1610328"/>
                  <a:gd name="connsiteY2" fmla="*/ 13969 h 113776"/>
                  <a:gd name="connsiteX3" fmla="*/ 1443817 w 1610328"/>
                  <a:gd name="connsiteY3" fmla="*/ 15999 h 113776"/>
                  <a:gd name="connsiteX4" fmla="*/ 1339251 w 1610328"/>
                  <a:gd name="connsiteY4" fmla="*/ 18727 h 113776"/>
                  <a:gd name="connsiteX5" fmla="*/ 1337788 w 1610328"/>
                  <a:gd name="connsiteY5" fmla="*/ 19055 h 113776"/>
                  <a:gd name="connsiteX6" fmla="*/ 1304503 w 1610328"/>
                  <a:gd name="connsiteY6" fmla="*/ 34137 h 113776"/>
                  <a:gd name="connsiteX7" fmla="*/ 1200262 w 1610328"/>
                  <a:gd name="connsiteY7" fmla="*/ 32172 h 113776"/>
                  <a:gd name="connsiteX8" fmla="*/ 1198352 w 1610328"/>
                  <a:gd name="connsiteY8" fmla="*/ 32609 h 113776"/>
                  <a:gd name="connsiteX9" fmla="*/ 1162873 w 1610328"/>
                  <a:gd name="connsiteY9" fmla="*/ 52755 h 113776"/>
                  <a:gd name="connsiteX10" fmla="*/ 1127841 w 1610328"/>
                  <a:gd name="connsiteY10" fmla="*/ 75520 h 113776"/>
                  <a:gd name="connsiteX11" fmla="*/ 1022624 w 1610328"/>
                  <a:gd name="connsiteY11" fmla="*/ 68164 h 113776"/>
                  <a:gd name="connsiteX12" fmla="*/ 916188 w 1610328"/>
                  <a:gd name="connsiteY12" fmla="*/ 64432 h 113776"/>
                  <a:gd name="connsiteX13" fmla="*/ 914237 w 1610328"/>
                  <a:gd name="connsiteY13" fmla="*/ 64803 h 113776"/>
                  <a:gd name="connsiteX14" fmla="*/ 877174 w 1610328"/>
                  <a:gd name="connsiteY14" fmla="*/ 84883 h 113776"/>
                  <a:gd name="connsiteX15" fmla="*/ 770860 w 1610328"/>
                  <a:gd name="connsiteY15" fmla="*/ 82548 h 113776"/>
                  <a:gd name="connsiteX16" fmla="*/ 663611 w 1610328"/>
                  <a:gd name="connsiteY16" fmla="*/ 85364 h 113776"/>
                  <a:gd name="connsiteX17" fmla="*/ 556524 w 1610328"/>
                  <a:gd name="connsiteY17" fmla="*/ 87764 h 113776"/>
                  <a:gd name="connsiteX18" fmla="*/ 449397 w 1610328"/>
                  <a:gd name="connsiteY18" fmla="*/ 87393 h 113776"/>
                  <a:gd name="connsiteX19" fmla="*/ 448178 w 1610328"/>
                  <a:gd name="connsiteY19" fmla="*/ 87546 h 113776"/>
                  <a:gd name="connsiteX20" fmla="*/ 407660 w 1610328"/>
                  <a:gd name="connsiteY20" fmla="*/ 99747 h 113776"/>
                  <a:gd name="connsiteX21" fmla="*/ 300492 w 1610328"/>
                  <a:gd name="connsiteY21" fmla="*/ 99049 h 113776"/>
                  <a:gd name="connsiteX22" fmla="*/ 299314 w 1610328"/>
                  <a:gd name="connsiteY22" fmla="*/ 99202 h 113776"/>
                  <a:gd name="connsiteX23" fmla="*/ 257495 w 1610328"/>
                  <a:gd name="connsiteY23" fmla="*/ 110922 h 113776"/>
                  <a:gd name="connsiteX24" fmla="*/ 149799 w 1610328"/>
                  <a:gd name="connsiteY24" fmla="*/ 106928 h 113776"/>
                  <a:gd name="connsiteX25" fmla="*/ 41534 w 1610328"/>
                  <a:gd name="connsiteY25" fmla="*/ 102607 h 113776"/>
                  <a:gd name="connsiteX26" fmla="*/ 0 w 1610328"/>
                  <a:gd name="connsiteY26" fmla="*/ 99900 h 113776"/>
                  <a:gd name="connsiteX27" fmla="*/ 0 w 1610328"/>
                  <a:gd name="connsiteY27" fmla="*/ 102781 h 113776"/>
                  <a:gd name="connsiteX28" fmla="*/ 41006 w 1610328"/>
                  <a:gd name="connsiteY28" fmla="*/ 105400 h 113776"/>
                  <a:gd name="connsiteX29" fmla="*/ 149393 w 1610328"/>
                  <a:gd name="connsiteY29" fmla="*/ 109766 h 113776"/>
                  <a:gd name="connsiteX30" fmla="*/ 257780 w 1610328"/>
                  <a:gd name="connsiteY30" fmla="*/ 113760 h 113776"/>
                  <a:gd name="connsiteX31" fmla="*/ 259121 w 1610328"/>
                  <a:gd name="connsiteY31" fmla="*/ 113651 h 113776"/>
                  <a:gd name="connsiteX32" fmla="*/ 300980 w 1610328"/>
                  <a:gd name="connsiteY32" fmla="*/ 101864 h 113776"/>
                  <a:gd name="connsiteX33" fmla="*/ 408188 w 1610328"/>
                  <a:gd name="connsiteY33" fmla="*/ 102563 h 113776"/>
                  <a:gd name="connsiteX34" fmla="*/ 409448 w 1610328"/>
                  <a:gd name="connsiteY34" fmla="*/ 102410 h 113776"/>
                  <a:gd name="connsiteX35" fmla="*/ 449966 w 1610328"/>
                  <a:gd name="connsiteY35" fmla="*/ 90209 h 113776"/>
                  <a:gd name="connsiteX36" fmla="*/ 556565 w 1610328"/>
                  <a:gd name="connsiteY36" fmla="*/ 90580 h 113776"/>
                  <a:gd name="connsiteX37" fmla="*/ 663814 w 1610328"/>
                  <a:gd name="connsiteY37" fmla="*/ 88179 h 113776"/>
                  <a:gd name="connsiteX38" fmla="*/ 770860 w 1610328"/>
                  <a:gd name="connsiteY38" fmla="*/ 85342 h 113776"/>
                  <a:gd name="connsiteX39" fmla="*/ 878027 w 1610328"/>
                  <a:gd name="connsiteY39" fmla="*/ 87743 h 113776"/>
                  <a:gd name="connsiteX40" fmla="*/ 879897 w 1610328"/>
                  <a:gd name="connsiteY40" fmla="*/ 87306 h 113776"/>
                  <a:gd name="connsiteX41" fmla="*/ 916960 w 1610328"/>
                  <a:gd name="connsiteY41" fmla="*/ 67226 h 113776"/>
                  <a:gd name="connsiteX42" fmla="*/ 1022137 w 1610328"/>
                  <a:gd name="connsiteY42" fmla="*/ 70958 h 113776"/>
                  <a:gd name="connsiteX43" fmla="*/ 1128492 w 1610328"/>
                  <a:gd name="connsiteY43" fmla="*/ 78379 h 113776"/>
                  <a:gd name="connsiteX44" fmla="*/ 1130767 w 1610328"/>
                  <a:gd name="connsiteY44" fmla="*/ 77899 h 113776"/>
                  <a:gd name="connsiteX45" fmla="*/ 1166571 w 1610328"/>
                  <a:gd name="connsiteY45" fmla="*/ 54610 h 113776"/>
                  <a:gd name="connsiteX46" fmla="*/ 1201156 w 1610328"/>
                  <a:gd name="connsiteY46" fmla="*/ 35010 h 113776"/>
                  <a:gd name="connsiteX47" fmla="*/ 1305154 w 1610328"/>
                  <a:gd name="connsiteY47" fmla="*/ 36974 h 113776"/>
                  <a:gd name="connsiteX48" fmla="*/ 1306820 w 1610328"/>
                  <a:gd name="connsiteY48" fmla="*/ 36647 h 113776"/>
                  <a:gd name="connsiteX49" fmla="*/ 1340267 w 1610328"/>
                  <a:gd name="connsiteY49" fmla="*/ 21521 h 113776"/>
                  <a:gd name="connsiteX50" fmla="*/ 1443939 w 1610328"/>
                  <a:gd name="connsiteY50" fmla="*/ 18814 h 113776"/>
                  <a:gd name="connsiteX51" fmla="*/ 1548547 w 1610328"/>
                  <a:gd name="connsiteY51" fmla="*/ 16850 h 113776"/>
                  <a:gd name="connsiteX52" fmla="*/ 1549644 w 1610328"/>
                  <a:gd name="connsiteY52" fmla="*/ 16697 h 113776"/>
                  <a:gd name="connsiteX53" fmla="*/ 1581221 w 1610328"/>
                  <a:gd name="connsiteY53" fmla="*/ 7225 h 113776"/>
                  <a:gd name="connsiteX54" fmla="*/ 1608491 w 1610328"/>
                  <a:gd name="connsiteY54" fmla="*/ 2794 h 113776"/>
                  <a:gd name="connsiteX55" fmla="*/ 1610238 w 1610328"/>
                  <a:gd name="connsiteY55" fmla="*/ 1026 h 113776"/>
                  <a:gd name="connsiteX56" fmla="*/ 1607068 w 1610328"/>
                  <a:gd name="connsiteY56" fmla="*/ 65 h 11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610328" h="113776">
                    <a:moveTo>
                      <a:pt x="1607109" y="0"/>
                    </a:moveTo>
                    <a:lnTo>
                      <a:pt x="1579392" y="4540"/>
                    </a:lnTo>
                    <a:lnTo>
                      <a:pt x="1547856" y="13969"/>
                    </a:lnTo>
                    <a:lnTo>
                      <a:pt x="1443817" y="15999"/>
                    </a:lnTo>
                    <a:lnTo>
                      <a:pt x="1339251" y="18727"/>
                    </a:lnTo>
                    <a:cubicBezTo>
                      <a:pt x="1338722" y="18727"/>
                      <a:pt x="1338153" y="18836"/>
                      <a:pt x="1337788" y="19055"/>
                    </a:cubicBezTo>
                    <a:lnTo>
                      <a:pt x="1304503" y="34137"/>
                    </a:lnTo>
                    <a:lnTo>
                      <a:pt x="1200262" y="32172"/>
                    </a:lnTo>
                    <a:cubicBezTo>
                      <a:pt x="1199693" y="32238"/>
                      <a:pt x="1198880" y="32325"/>
                      <a:pt x="1198352" y="32609"/>
                    </a:cubicBezTo>
                    <a:lnTo>
                      <a:pt x="1162873" y="52755"/>
                    </a:lnTo>
                    <a:lnTo>
                      <a:pt x="1127841" y="75520"/>
                    </a:lnTo>
                    <a:lnTo>
                      <a:pt x="1022624" y="68164"/>
                    </a:lnTo>
                    <a:lnTo>
                      <a:pt x="916188" y="64432"/>
                    </a:lnTo>
                    <a:cubicBezTo>
                      <a:pt x="915457" y="64388"/>
                      <a:pt x="914806" y="64541"/>
                      <a:pt x="914237" y="64803"/>
                    </a:cubicBezTo>
                    <a:lnTo>
                      <a:pt x="877174" y="84883"/>
                    </a:lnTo>
                    <a:lnTo>
                      <a:pt x="770860" y="82548"/>
                    </a:lnTo>
                    <a:lnTo>
                      <a:pt x="663611" y="85364"/>
                    </a:lnTo>
                    <a:lnTo>
                      <a:pt x="556524" y="87764"/>
                    </a:lnTo>
                    <a:lnTo>
                      <a:pt x="449397" y="87393"/>
                    </a:lnTo>
                    <a:cubicBezTo>
                      <a:pt x="449031" y="87393"/>
                      <a:pt x="448544" y="87437"/>
                      <a:pt x="448178" y="87546"/>
                    </a:cubicBezTo>
                    <a:lnTo>
                      <a:pt x="407660" y="99747"/>
                    </a:lnTo>
                    <a:lnTo>
                      <a:pt x="300492" y="99049"/>
                    </a:lnTo>
                    <a:cubicBezTo>
                      <a:pt x="299883" y="98983"/>
                      <a:pt x="299639" y="99092"/>
                      <a:pt x="299314" y="99202"/>
                    </a:cubicBezTo>
                    <a:lnTo>
                      <a:pt x="257495" y="110922"/>
                    </a:lnTo>
                    <a:lnTo>
                      <a:pt x="149799" y="106928"/>
                    </a:lnTo>
                    <a:lnTo>
                      <a:pt x="41534" y="102607"/>
                    </a:lnTo>
                    <a:lnTo>
                      <a:pt x="0" y="99900"/>
                    </a:lnTo>
                    <a:lnTo>
                      <a:pt x="0" y="102781"/>
                    </a:lnTo>
                    <a:lnTo>
                      <a:pt x="41006" y="105400"/>
                    </a:lnTo>
                    <a:lnTo>
                      <a:pt x="149393" y="109766"/>
                    </a:lnTo>
                    <a:lnTo>
                      <a:pt x="257780" y="113760"/>
                    </a:lnTo>
                    <a:cubicBezTo>
                      <a:pt x="258227" y="113804"/>
                      <a:pt x="258714" y="113760"/>
                      <a:pt x="259121" y="113651"/>
                    </a:cubicBezTo>
                    <a:lnTo>
                      <a:pt x="300980" y="101864"/>
                    </a:lnTo>
                    <a:lnTo>
                      <a:pt x="408188" y="102563"/>
                    </a:lnTo>
                    <a:cubicBezTo>
                      <a:pt x="408676" y="102519"/>
                      <a:pt x="409042" y="102519"/>
                      <a:pt x="409448" y="102410"/>
                    </a:cubicBezTo>
                    <a:lnTo>
                      <a:pt x="449966" y="90209"/>
                    </a:lnTo>
                    <a:lnTo>
                      <a:pt x="556565" y="90580"/>
                    </a:lnTo>
                    <a:lnTo>
                      <a:pt x="663814" y="88179"/>
                    </a:lnTo>
                    <a:lnTo>
                      <a:pt x="770860" y="85342"/>
                    </a:lnTo>
                    <a:lnTo>
                      <a:pt x="878027" y="87743"/>
                    </a:lnTo>
                    <a:cubicBezTo>
                      <a:pt x="878718" y="87699"/>
                      <a:pt x="879409" y="87590"/>
                      <a:pt x="879897" y="87306"/>
                    </a:cubicBezTo>
                    <a:lnTo>
                      <a:pt x="916960" y="67226"/>
                    </a:lnTo>
                    <a:lnTo>
                      <a:pt x="1022137" y="70958"/>
                    </a:lnTo>
                    <a:lnTo>
                      <a:pt x="1128492" y="78379"/>
                    </a:lnTo>
                    <a:cubicBezTo>
                      <a:pt x="1129386" y="78488"/>
                      <a:pt x="1130239" y="78270"/>
                      <a:pt x="1130767" y="77899"/>
                    </a:cubicBezTo>
                    <a:lnTo>
                      <a:pt x="1166571" y="54610"/>
                    </a:lnTo>
                    <a:lnTo>
                      <a:pt x="1201156" y="35010"/>
                    </a:lnTo>
                    <a:lnTo>
                      <a:pt x="1305154" y="36974"/>
                    </a:lnTo>
                    <a:cubicBezTo>
                      <a:pt x="1305723" y="36974"/>
                      <a:pt x="1306414" y="36865"/>
                      <a:pt x="1306820" y="36647"/>
                    </a:cubicBezTo>
                    <a:lnTo>
                      <a:pt x="1340267" y="21521"/>
                    </a:lnTo>
                    <a:lnTo>
                      <a:pt x="1443939" y="18814"/>
                    </a:lnTo>
                    <a:lnTo>
                      <a:pt x="1548547" y="16850"/>
                    </a:lnTo>
                    <a:cubicBezTo>
                      <a:pt x="1548953" y="16850"/>
                      <a:pt x="1549278" y="16806"/>
                      <a:pt x="1549644" y="16697"/>
                    </a:cubicBezTo>
                    <a:lnTo>
                      <a:pt x="1581221" y="7225"/>
                    </a:lnTo>
                    <a:lnTo>
                      <a:pt x="1608491" y="2794"/>
                    </a:lnTo>
                    <a:cubicBezTo>
                      <a:pt x="1609832" y="2576"/>
                      <a:pt x="1610604" y="1790"/>
                      <a:pt x="1610238" y="1026"/>
                    </a:cubicBezTo>
                    <a:cubicBezTo>
                      <a:pt x="1609872" y="262"/>
                      <a:pt x="1608450" y="-153"/>
                      <a:pt x="1607068" y="6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5" name="Freeform: Shape 734">
                <a:extLst>
                  <a:ext uri="{FF2B5EF4-FFF2-40B4-BE49-F238E27FC236}">
                    <a16:creationId xmlns:a16="http://schemas.microsoft.com/office/drawing/2014/main" id="{A7801D8E-75E7-458A-85B5-DB5CC22BE08A}"/>
                  </a:ext>
                </a:extLst>
              </p:cNvPr>
              <p:cNvSpPr/>
              <p:nvPr/>
            </p:nvSpPr>
            <p:spPr>
              <a:xfrm>
                <a:off x="7897906" y="6229666"/>
                <a:ext cx="676889" cy="35324"/>
              </a:xfrm>
              <a:custGeom>
                <a:avLst/>
                <a:gdLst>
                  <a:gd name="connsiteX0" fmla="*/ 674208 w 676889"/>
                  <a:gd name="connsiteY0" fmla="*/ 35325 h 35324"/>
                  <a:gd name="connsiteX1" fmla="*/ 674208 w 676889"/>
                  <a:gd name="connsiteY1" fmla="*/ 35325 h 35324"/>
                  <a:gd name="connsiteX2" fmla="*/ 559928 w 676889"/>
                  <a:gd name="connsiteY2" fmla="*/ 35106 h 35324"/>
                  <a:gd name="connsiteX3" fmla="*/ 558262 w 676889"/>
                  <a:gd name="connsiteY3" fmla="*/ 34779 h 35324"/>
                  <a:gd name="connsiteX4" fmla="*/ 542494 w 676889"/>
                  <a:gd name="connsiteY4" fmla="*/ 27118 h 35324"/>
                  <a:gd name="connsiteX5" fmla="*/ 184496 w 676889"/>
                  <a:gd name="connsiteY5" fmla="*/ 26419 h 35324"/>
                  <a:gd name="connsiteX6" fmla="*/ 64364 w 676889"/>
                  <a:gd name="connsiteY6" fmla="*/ 12560 h 35324"/>
                  <a:gd name="connsiteX7" fmla="*/ 31892 w 676889"/>
                  <a:gd name="connsiteY7" fmla="*/ 7125 h 35324"/>
                  <a:gd name="connsiteX8" fmla="*/ 1941 w 676889"/>
                  <a:gd name="connsiteY8" fmla="*/ 2759 h 35324"/>
                  <a:gd name="connsiteX9" fmla="*/ 72 w 676889"/>
                  <a:gd name="connsiteY9" fmla="*/ 1057 h 35324"/>
                  <a:gd name="connsiteX10" fmla="*/ 3242 w 676889"/>
                  <a:gd name="connsiteY10" fmla="*/ 53 h 35324"/>
                  <a:gd name="connsiteX11" fmla="*/ 33315 w 676889"/>
                  <a:gd name="connsiteY11" fmla="*/ 4418 h 35324"/>
                  <a:gd name="connsiteX12" fmla="*/ 65583 w 676889"/>
                  <a:gd name="connsiteY12" fmla="*/ 9853 h 35324"/>
                  <a:gd name="connsiteX13" fmla="*/ 185065 w 676889"/>
                  <a:gd name="connsiteY13" fmla="*/ 23647 h 35324"/>
                  <a:gd name="connsiteX14" fmla="*/ 543550 w 676889"/>
                  <a:gd name="connsiteY14" fmla="*/ 24280 h 35324"/>
                  <a:gd name="connsiteX15" fmla="*/ 545217 w 676889"/>
                  <a:gd name="connsiteY15" fmla="*/ 24608 h 35324"/>
                  <a:gd name="connsiteX16" fmla="*/ 560903 w 676889"/>
                  <a:gd name="connsiteY16" fmla="*/ 32334 h 35324"/>
                  <a:gd name="connsiteX17" fmla="*/ 674289 w 676889"/>
                  <a:gd name="connsiteY17" fmla="*/ 32553 h 35324"/>
                  <a:gd name="connsiteX18" fmla="*/ 676890 w 676889"/>
                  <a:gd name="connsiteY18" fmla="*/ 33950 h 35324"/>
                  <a:gd name="connsiteX19" fmla="*/ 674289 w 676889"/>
                  <a:gd name="connsiteY19" fmla="*/ 35325 h 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76889" h="35324">
                    <a:moveTo>
                      <a:pt x="674208" y="35325"/>
                    </a:moveTo>
                    <a:lnTo>
                      <a:pt x="674208" y="35325"/>
                    </a:lnTo>
                    <a:lnTo>
                      <a:pt x="559928" y="35106"/>
                    </a:lnTo>
                    <a:cubicBezTo>
                      <a:pt x="559237" y="35106"/>
                      <a:pt x="558628" y="34997"/>
                      <a:pt x="558262" y="34779"/>
                    </a:cubicBezTo>
                    <a:lnTo>
                      <a:pt x="542494" y="27118"/>
                    </a:lnTo>
                    <a:lnTo>
                      <a:pt x="184496" y="26419"/>
                    </a:lnTo>
                    <a:lnTo>
                      <a:pt x="64364" y="12560"/>
                    </a:lnTo>
                    <a:lnTo>
                      <a:pt x="31892" y="7125"/>
                    </a:lnTo>
                    <a:lnTo>
                      <a:pt x="1941" y="2759"/>
                    </a:lnTo>
                    <a:cubicBezTo>
                      <a:pt x="559" y="2607"/>
                      <a:pt x="-254" y="1799"/>
                      <a:pt x="72" y="1057"/>
                    </a:cubicBezTo>
                    <a:cubicBezTo>
                      <a:pt x="478" y="315"/>
                      <a:pt x="1778" y="-165"/>
                      <a:pt x="3242" y="53"/>
                    </a:cubicBezTo>
                    <a:lnTo>
                      <a:pt x="33315" y="4418"/>
                    </a:lnTo>
                    <a:lnTo>
                      <a:pt x="65583" y="9853"/>
                    </a:lnTo>
                    <a:lnTo>
                      <a:pt x="185065" y="23647"/>
                    </a:lnTo>
                    <a:lnTo>
                      <a:pt x="543550" y="24280"/>
                    </a:lnTo>
                    <a:cubicBezTo>
                      <a:pt x="544119" y="24280"/>
                      <a:pt x="544728" y="24390"/>
                      <a:pt x="545217" y="24608"/>
                    </a:cubicBezTo>
                    <a:lnTo>
                      <a:pt x="560903" y="32334"/>
                    </a:lnTo>
                    <a:lnTo>
                      <a:pt x="674289" y="32553"/>
                    </a:lnTo>
                    <a:cubicBezTo>
                      <a:pt x="675670" y="32553"/>
                      <a:pt x="676890" y="33186"/>
                      <a:pt x="676890" y="33950"/>
                    </a:cubicBezTo>
                    <a:cubicBezTo>
                      <a:pt x="676890" y="34735"/>
                      <a:pt x="675711" y="35325"/>
                      <a:pt x="674289" y="3532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6" name="Freeform: Shape 735">
                <a:extLst>
                  <a:ext uri="{FF2B5EF4-FFF2-40B4-BE49-F238E27FC236}">
                    <a16:creationId xmlns:a16="http://schemas.microsoft.com/office/drawing/2014/main" id="{161D2AEC-86AC-4D99-9E9B-C7FEC24B5B66}"/>
                  </a:ext>
                </a:extLst>
              </p:cNvPr>
              <p:cNvSpPr/>
              <p:nvPr/>
            </p:nvSpPr>
            <p:spPr>
              <a:xfrm>
                <a:off x="7840496" y="6223358"/>
                <a:ext cx="769818" cy="58089"/>
              </a:xfrm>
              <a:custGeom>
                <a:avLst/>
                <a:gdLst>
                  <a:gd name="connsiteX0" fmla="*/ 767137 w 769818"/>
                  <a:gd name="connsiteY0" fmla="*/ 58090 h 58089"/>
                  <a:gd name="connsiteX1" fmla="*/ 767137 w 769818"/>
                  <a:gd name="connsiteY1" fmla="*/ 58090 h 58089"/>
                  <a:gd name="connsiteX2" fmla="*/ 651069 w 769818"/>
                  <a:gd name="connsiteY2" fmla="*/ 57871 h 58089"/>
                  <a:gd name="connsiteX3" fmla="*/ 649362 w 769818"/>
                  <a:gd name="connsiteY3" fmla="*/ 57500 h 58089"/>
                  <a:gd name="connsiteX4" fmla="*/ 633106 w 769818"/>
                  <a:gd name="connsiteY4" fmla="*/ 49556 h 58089"/>
                  <a:gd name="connsiteX5" fmla="*/ 512446 w 769818"/>
                  <a:gd name="connsiteY5" fmla="*/ 49337 h 58089"/>
                  <a:gd name="connsiteX6" fmla="*/ 510779 w 769818"/>
                  <a:gd name="connsiteY6" fmla="*/ 48966 h 58089"/>
                  <a:gd name="connsiteX7" fmla="*/ 449535 w 769818"/>
                  <a:gd name="connsiteY7" fmla="*/ 17361 h 58089"/>
                  <a:gd name="connsiteX8" fmla="*/ 332654 w 769818"/>
                  <a:gd name="connsiteY8" fmla="*/ 6928 h 58089"/>
                  <a:gd name="connsiteX9" fmla="*/ 215367 w 769818"/>
                  <a:gd name="connsiteY9" fmla="*/ 15768 h 58089"/>
                  <a:gd name="connsiteX10" fmla="*/ 169241 w 769818"/>
                  <a:gd name="connsiteY10" fmla="*/ 16205 h 58089"/>
                  <a:gd name="connsiteX11" fmla="*/ 109500 w 769818"/>
                  <a:gd name="connsiteY11" fmla="*/ 14611 h 58089"/>
                  <a:gd name="connsiteX12" fmla="*/ 91050 w 769818"/>
                  <a:gd name="connsiteY12" fmla="*/ 13542 h 58089"/>
                  <a:gd name="connsiteX13" fmla="*/ 90440 w 769818"/>
                  <a:gd name="connsiteY13" fmla="*/ 13913 h 58089"/>
                  <a:gd name="connsiteX14" fmla="*/ 87961 w 769818"/>
                  <a:gd name="connsiteY14" fmla="*/ 14328 h 58089"/>
                  <a:gd name="connsiteX15" fmla="*/ 1967 w 769818"/>
                  <a:gd name="connsiteY15" fmla="*/ 2759 h 58089"/>
                  <a:gd name="connsiteX16" fmla="*/ 57 w 769818"/>
                  <a:gd name="connsiteY16" fmla="*/ 1057 h 58089"/>
                  <a:gd name="connsiteX17" fmla="*/ 3145 w 769818"/>
                  <a:gd name="connsiteY17" fmla="*/ 53 h 58089"/>
                  <a:gd name="connsiteX18" fmla="*/ 87676 w 769818"/>
                  <a:gd name="connsiteY18" fmla="*/ 11403 h 58089"/>
                  <a:gd name="connsiteX19" fmla="*/ 88083 w 769818"/>
                  <a:gd name="connsiteY19" fmla="*/ 11141 h 58089"/>
                  <a:gd name="connsiteX20" fmla="*/ 90277 w 769818"/>
                  <a:gd name="connsiteY20" fmla="*/ 10661 h 58089"/>
                  <a:gd name="connsiteX21" fmla="*/ 109947 w 769818"/>
                  <a:gd name="connsiteY21" fmla="*/ 11774 h 58089"/>
                  <a:gd name="connsiteX22" fmla="*/ 169363 w 769818"/>
                  <a:gd name="connsiteY22" fmla="*/ 13367 h 58089"/>
                  <a:gd name="connsiteX23" fmla="*/ 215002 w 769818"/>
                  <a:gd name="connsiteY23" fmla="*/ 12996 h 58089"/>
                  <a:gd name="connsiteX24" fmla="*/ 332370 w 769818"/>
                  <a:gd name="connsiteY24" fmla="*/ 4091 h 58089"/>
                  <a:gd name="connsiteX25" fmla="*/ 333183 w 769818"/>
                  <a:gd name="connsiteY25" fmla="*/ 4091 h 58089"/>
                  <a:gd name="connsiteX26" fmla="*/ 451161 w 769818"/>
                  <a:gd name="connsiteY26" fmla="*/ 14699 h 58089"/>
                  <a:gd name="connsiteX27" fmla="*/ 452461 w 769818"/>
                  <a:gd name="connsiteY27" fmla="*/ 15026 h 58089"/>
                  <a:gd name="connsiteX28" fmla="*/ 513583 w 769818"/>
                  <a:gd name="connsiteY28" fmla="*/ 46522 h 58089"/>
                  <a:gd name="connsiteX29" fmla="*/ 634122 w 769818"/>
                  <a:gd name="connsiteY29" fmla="*/ 46740 h 58089"/>
                  <a:gd name="connsiteX30" fmla="*/ 635829 w 769818"/>
                  <a:gd name="connsiteY30" fmla="*/ 47111 h 58089"/>
                  <a:gd name="connsiteX31" fmla="*/ 652125 w 769818"/>
                  <a:gd name="connsiteY31" fmla="*/ 55056 h 58089"/>
                  <a:gd name="connsiteX32" fmla="*/ 767340 w 769818"/>
                  <a:gd name="connsiteY32" fmla="*/ 55274 h 58089"/>
                  <a:gd name="connsiteX33" fmla="*/ 769819 w 769818"/>
                  <a:gd name="connsiteY33" fmla="*/ 56715 h 58089"/>
                  <a:gd name="connsiteX34" fmla="*/ 767259 w 769818"/>
                  <a:gd name="connsiteY34" fmla="*/ 58090 h 58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69818" h="58089">
                    <a:moveTo>
                      <a:pt x="767137" y="58090"/>
                    </a:moveTo>
                    <a:lnTo>
                      <a:pt x="767137" y="58090"/>
                    </a:lnTo>
                    <a:lnTo>
                      <a:pt x="651069" y="57871"/>
                    </a:lnTo>
                    <a:cubicBezTo>
                      <a:pt x="650459" y="57871"/>
                      <a:pt x="649890" y="57719"/>
                      <a:pt x="649362" y="57500"/>
                    </a:cubicBezTo>
                    <a:lnTo>
                      <a:pt x="633106" y="49556"/>
                    </a:lnTo>
                    <a:lnTo>
                      <a:pt x="512446" y="49337"/>
                    </a:lnTo>
                    <a:cubicBezTo>
                      <a:pt x="511836" y="49337"/>
                      <a:pt x="511267" y="49163"/>
                      <a:pt x="510779" y="48966"/>
                    </a:cubicBezTo>
                    <a:lnTo>
                      <a:pt x="449535" y="17361"/>
                    </a:lnTo>
                    <a:lnTo>
                      <a:pt x="332654" y="6928"/>
                    </a:lnTo>
                    <a:lnTo>
                      <a:pt x="215367" y="15768"/>
                    </a:lnTo>
                    <a:lnTo>
                      <a:pt x="169241" y="16205"/>
                    </a:lnTo>
                    <a:lnTo>
                      <a:pt x="109500" y="14611"/>
                    </a:lnTo>
                    <a:lnTo>
                      <a:pt x="91050" y="13542"/>
                    </a:lnTo>
                    <a:lnTo>
                      <a:pt x="90440" y="13913"/>
                    </a:lnTo>
                    <a:cubicBezTo>
                      <a:pt x="89830" y="14284"/>
                      <a:pt x="88855" y="14437"/>
                      <a:pt x="87961" y="14328"/>
                    </a:cubicBezTo>
                    <a:lnTo>
                      <a:pt x="1967" y="2759"/>
                    </a:lnTo>
                    <a:cubicBezTo>
                      <a:pt x="585" y="2607"/>
                      <a:pt x="-228" y="1799"/>
                      <a:pt x="57" y="1057"/>
                    </a:cubicBezTo>
                    <a:cubicBezTo>
                      <a:pt x="463" y="315"/>
                      <a:pt x="1845" y="-165"/>
                      <a:pt x="3145" y="53"/>
                    </a:cubicBezTo>
                    <a:lnTo>
                      <a:pt x="87676" y="11403"/>
                    </a:lnTo>
                    <a:lnTo>
                      <a:pt x="88083" y="11141"/>
                    </a:lnTo>
                    <a:cubicBezTo>
                      <a:pt x="88571" y="10813"/>
                      <a:pt x="89465" y="10661"/>
                      <a:pt x="90277" y="10661"/>
                    </a:cubicBezTo>
                    <a:lnTo>
                      <a:pt x="109947" y="11774"/>
                    </a:lnTo>
                    <a:lnTo>
                      <a:pt x="169363" y="13367"/>
                    </a:lnTo>
                    <a:lnTo>
                      <a:pt x="215002" y="12996"/>
                    </a:lnTo>
                    <a:lnTo>
                      <a:pt x="332370" y="4091"/>
                    </a:lnTo>
                    <a:lnTo>
                      <a:pt x="333183" y="4091"/>
                    </a:lnTo>
                    <a:lnTo>
                      <a:pt x="451161" y="14699"/>
                    </a:lnTo>
                    <a:cubicBezTo>
                      <a:pt x="451648" y="14699"/>
                      <a:pt x="452055" y="14851"/>
                      <a:pt x="452461" y="15026"/>
                    </a:cubicBezTo>
                    <a:lnTo>
                      <a:pt x="513583" y="46522"/>
                    </a:lnTo>
                    <a:lnTo>
                      <a:pt x="634122" y="46740"/>
                    </a:lnTo>
                    <a:cubicBezTo>
                      <a:pt x="634731" y="46740"/>
                      <a:pt x="635341" y="46893"/>
                      <a:pt x="635829" y="47111"/>
                    </a:cubicBezTo>
                    <a:lnTo>
                      <a:pt x="652125" y="55056"/>
                    </a:lnTo>
                    <a:lnTo>
                      <a:pt x="767340" y="55274"/>
                    </a:lnTo>
                    <a:cubicBezTo>
                      <a:pt x="768721" y="55274"/>
                      <a:pt x="769819" y="55907"/>
                      <a:pt x="769819" y="56715"/>
                    </a:cubicBezTo>
                    <a:cubicBezTo>
                      <a:pt x="769819" y="57457"/>
                      <a:pt x="768721" y="58090"/>
                      <a:pt x="767259" y="580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7" name="Freeform: Shape 736">
                <a:extLst>
                  <a:ext uri="{FF2B5EF4-FFF2-40B4-BE49-F238E27FC236}">
                    <a16:creationId xmlns:a16="http://schemas.microsoft.com/office/drawing/2014/main" id="{773473EB-24E6-4107-966D-75C6E07ABB12}"/>
                  </a:ext>
                </a:extLst>
              </p:cNvPr>
              <p:cNvSpPr/>
              <p:nvPr/>
            </p:nvSpPr>
            <p:spPr>
              <a:xfrm>
                <a:off x="40" y="5870890"/>
                <a:ext cx="228373" cy="20189"/>
              </a:xfrm>
              <a:custGeom>
                <a:avLst/>
                <a:gdLst>
                  <a:gd name="connsiteX0" fmla="*/ 226080 w 228373"/>
                  <a:gd name="connsiteY0" fmla="*/ 17418 h 20189"/>
                  <a:gd name="connsiteX1" fmla="*/ 193690 w 228373"/>
                  <a:gd name="connsiteY1" fmla="*/ 15017 h 20189"/>
                  <a:gd name="connsiteX2" fmla="*/ 82337 w 228373"/>
                  <a:gd name="connsiteY2" fmla="*/ 7617 h 20189"/>
                  <a:gd name="connsiteX3" fmla="*/ 0 w 228373"/>
                  <a:gd name="connsiteY3" fmla="*/ 0 h 20189"/>
                  <a:gd name="connsiteX4" fmla="*/ 0 w 228373"/>
                  <a:gd name="connsiteY4" fmla="*/ 2816 h 20189"/>
                  <a:gd name="connsiteX5" fmla="*/ 81605 w 228373"/>
                  <a:gd name="connsiteY5" fmla="*/ 10389 h 20189"/>
                  <a:gd name="connsiteX6" fmla="*/ 193081 w 228373"/>
                  <a:gd name="connsiteY6" fmla="*/ 17854 h 20189"/>
                  <a:gd name="connsiteX7" fmla="*/ 225471 w 228373"/>
                  <a:gd name="connsiteY7" fmla="*/ 20190 h 20189"/>
                  <a:gd name="connsiteX8" fmla="*/ 225836 w 228373"/>
                  <a:gd name="connsiteY8" fmla="*/ 20190 h 20189"/>
                  <a:gd name="connsiteX9" fmla="*/ 228356 w 228373"/>
                  <a:gd name="connsiteY9" fmla="*/ 18967 h 20189"/>
                  <a:gd name="connsiteX10" fmla="*/ 226121 w 228373"/>
                  <a:gd name="connsiteY10" fmla="*/ 17418 h 20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373" h="20189">
                    <a:moveTo>
                      <a:pt x="226080" y="17418"/>
                    </a:moveTo>
                    <a:lnTo>
                      <a:pt x="193690" y="15017"/>
                    </a:lnTo>
                    <a:lnTo>
                      <a:pt x="82337" y="7617"/>
                    </a:lnTo>
                    <a:lnTo>
                      <a:pt x="0" y="0"/>
                    </a:lnTo>
                    <a:lnTo>
                      <a:pt x="0" y="2816"/>
                    </a:lnTo>
                    <a:lnTo>
                      <a:pt x="81605" y="10389"/>
                    </a:lnTo>
                    <a:lnTo>
                      <a:pt x="193081" y="17854"/>
                    </a:lnTo>
                    <a:lnTo>
                      <a:pt x="225471" y="20190"/>
                    </a:lnTo>
                    <a:lnTo>
                      <a:pt x="225836" y="20190"/>
                    </a:lnTo>
                    <a:cubicBezTo>
                      <a:pt x="227096" y="20190"/>
                      <a:pt x="228153" y="19709"/>
                      <a:pt x="228356" y="18967"/>
                    </a:cubicBezTo>
                    <a:cubicBezTo>
                      <a:pt x="228519" y="18225"/>
                      <a:pt x="227543" y="17527"/>
                      <a:pt x="226121" y="1741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8" name="Freeform: Shape 737">
                <a:extLst>
                  <a:ext uri="{FF2B5EF4-FFF2-40B4-BE49-F238E27FC236}">
                    <a16:creationId xmlns:a16="http://schemas.microsoft.com/office/drawing/2014/main" id="{E15CCFAF-953B-4F5B-A6FF-906B9D1D202C}"/>
                  </a:ext>
                </a:extLst>
              </p:cNvPr>
              <p:cNvSpPr/>
              <p:nvPr/>
            </p:nvSpPr>
            <p:spPr>
              <a:xfrm>
                <a:off x="8670801" y="6187011"/>
                <a:ext cx="3521238" cy="30920"/>
              </a:xfrm>
              <a:custGeom>
                <a:avLst/>
                <a:gdLst>
                  <a:gd name="connsiteX0" fmla="*/ 3521198 w 3521238"/>
                  <a:gd name="connsiteY0" fmla="*/ 28149 h 30920"/>
                  <a:gd name="connsiteX1" fmla="*/ 136049 w 3521238"/>
                  <a:gd name="connsiteY1" fmla="*/ 22016 h 30920"/>
                  <a:gd name="connsiteX2" fmla="*/ 118492 w 3521238"/>
                  <a:gd name="connsiteY2" fmla="*/ 8112 h 30920"/>
                  <a:gd name="connsiteX3" fmla="*/ 116704 w 3521238"/>
                  <a:gd name="connsiteY3" fmla="*/ 7523 h 30920"/>
                  <a:gd name="connsiteX4" fmla="*/ 2790 w 3521238"/>
                  <a:gd name="connsiteY4" fmla="*/ 14 h 30920"/>
                  <a:gd name="connsiteX5" fmla="*/ 27 w 3521238"/>
                  <a:gd name="connsiteY5" fmla="*/ 1237 h 30920"/>
                  <a:gd name="connsiteX6" fmla="*/ 2222 w 3521238"/>
                  <a:gd name="connsiteY6" fmla="*/ 2786 h 30920"/>
                  <a:gd name="connsiteX7" fmla="*/ 115038 w 3521238"/>
                  <a:gd name="connsiteY7" fmla="*/ 10251 h 30920"/>
                  <a:gd name="connsiteX8" fmla="*/ 132716 w 3521238"/>
                  <a:gd name="connsiteY8" fmla="*/ 24264 h 30920"/>
                  <a:gd name="connsiteX9" fmla="*/ 134789 w 3521238"/>
                  <a:gd name="connsiteY9" fmla="*/ 24853 h 30920"/>
                  <a:gd name="connsiteX10" fmla="*/ 3521239 w 3521238"/>
                  <a:gd name="connsiteY10" fmla="*/ 30921 h 30920"/>
                  <a:gd name="connsiteX11" fmla="*/ 3521239 w 3521238"/>
                  <a:gd name="connsiteY11" fmla="*/ 28149 h 30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1238" h="30920">
                    <a:moveTo>
                      <a:pt x="3521198" y="28149"/>
                    </a:moveTo>
                    <a:lnTo>
                      <a:pt x="136049" y="22016"/>
                    </a:lnTo>
                    <a:lnTo>
                      <a:pt x="118492" y="8112"/>
                    </a:lnTo>
                    <a:cubicBezTo>
                      <a:pt x="118086" y="7785"/>
                      <a:pt x="117517" y="7588"/>
                      <a:pt x="116704" y="7523"/>
                    </a:cubicBezTo>
                    <a:lnTo>
                      <a:pt x="2790" y="14"/>
                    </a:lnTo>
                    <a:cubicBezTo>
                      <a:pt x="1408" y="-95"/>
                      <a:pt x="190" y="429"/>
                      <a:pt x="27" y="1237"/>
                    </a:cubicBezTo>
                    <a:cubicBezTo>
                      <a:pt x="-177" y="2044"/>
                      <a:pt x="799" y="2721"/>
                      <a:pt x="2222" y="2786"/>
                    </a:cubicBezTo>
                    <a:lnTo>
                      <a:pt x="115038" y="10251"/>
                    </a:lnTo>
                    <a:lnTo>
                      <a:pt x="132716" y="24264"/>
                    </a:lnTo>
                    <a:cubicBezTo>
                      <a:pt x="133123" y="24635"/>
                      <a:pt x="133895" y="24853"/>
                      <a:pt x="134789" y="24853"/>
                    </a:cubicBezTo>
                    <a:lnTo>
                      <a:pt x="3521239" y="30921"/>
                    </a:lnTo>
                    <a:lnTo>
                      <a:pt x="3521239" y="2814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39" name="Freeform: Shape 738">
                <a:extLst>
                  <a:ext uri="{FF2B5EF4-FFF2-40B4-BE49-F238E27FC236}">
                    <a16:creationId xmlns:a16="http://schemas.microsoft.com/office/drawing/2014/main" id="{FA3967DC-20A0-4F8C-8301-ED77FA17286E}"/>
                  </a:ext>
                </a:extLst>
              </p:cNvPr>
              <p:cNvSpPr/>
              <p:nvPr/>
            </p:nvSpPr>
            <p:spPr>
              <a:xfrm>
                <a:off x="3568832" y="5935941"/>
                <a:ext cx="281498" cy="59665"/>
              </a:xfrm>
              <a:custGeom>
                <a:avLst/>
                <a:gdLst>
                  <a:gd name="connsiteX0" fmla="*/ 278963 w 281498"/>
                  <a:gd name="connsiteY0" fmla="*/ 59666 h 59665"/>
                  <a:gd name="connsiteX1" fmla="*/ 278069 w 281498"/>
                  <a:gd name="connsiteY1" fmla="*/ 59622 h 59665"/>
                  <a:gd name="connsiteX2" fmla="*/ 218084 w 281498"/>
                  <a:gd name="connsiteY2" fmla="*/ 47465 h 59665"/>
                  <a:gd name="connsiteX3" fmla="*/ 109778 w 281498"/>
                  <a:gd name="connsiteY3" fmla="*/ 23106 h 59665"/>
                  <a:gd name="connsiteX4" fmla="*/ 1717 w 281498"/>
                  <a:gd name="connsiteY4" fmla="*/ 2742 h 59665"/>
                  <a:gd name="connsiteX5" fmla="*/ 132 w 281498"/>
                  <a:gd name="connsiteY5" fmla="*/ 930 h 59665"/>
                  <a:gd name="connsiteX6" fmla="*/ 3383 w 281498"/>
                  <a:gd name="connsiteY6" fmla="*/ 79 h 59665"/>
                  <a:gd name="connsiteX7" fmla="*/ 111566 w 281498"/>
                  <a:gd name="connsiteY7" fmla="*/ 20443 h 59665"/>
                  <a:gd name="connsiteX8" fmla="*/ 219913 w 281498"/>
                  <a:gd name="connsiteY8" fmla="*/ 44845 h 59665"/>
                  <a:gd name="connsiteX9" fmla="*/ 279857 w 281498"/>
                  <a:gd name="connsiteY9" fmla="*/ 56937 h 59665"/>
                  <a:gd name="connsiteX10" fmla="*/ 281320 w 281498"/>
                  <a:gd name="connsiteY10" fmla="*/ 58749 h 59665"/>
                  <a:gd name="connsiteX11" fmla="*/ 278922 w 281498"/>
                  <a:gd name="connsiteY11" fmla="*/ 59666 h 5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1498" h="59665">
                    <a:moveTo>
                      <a:pt x="278963" y="59666"/>
                    </a:moveTo>
                    <a:cubicBezTo>
                      <a:pt x="278678" y="59666"/>
                      <a:pt x="278353" y="59666"/>
                      <a:pt x="278069" y="59622"/>
                    </a:cubicBezTo>
                    <a:lnTo>
                      <a:pt x="218084" y="47465"/>
                    </a:lnTo>
                    <a:lnTo>
                      <a:pt x="109778" y="23106"/>
                    </a:lnTo>
                    <a:lnTo>
                      <a:pt x="1717" y="2742"/>
                    </a:lnTo>
                    <a:cubicBezTo>
                      <a:pt x="416" y="2480"/>
                      <a:pt x="-315" y="1672"/>
                      <a:pt x="132" y="930"/>
                    </a:cubicBezTo>
                    <a:cubicBezTo>
                      <a:pt x="619" y="232"/>
                      <a:pt x="2082" y="-183"/>
                      <a:pt x="3383" y="79"/>
                    </a:cubicBezTo>
                    <a:lnTo>
                      <a:pt x="111566" y="20443"/>
                    </a:lnTo>
                    <a:lnTo>
                      <a:pt x="219913" y="44845"/>
                    </a:lnTo>
                    <a:lnTo>
                      <a:pt x="279857" y="56937"/>
                    </a:lnTo>
                    <a:cubicBezTo>
                      <a:pt x="281157" y="57199"/>
                      <a:pt x="281848" y="58050"/>
                      <a:pt x="281320" y="58749"/>
                    </a:cubicBezTo>
                    <a:cubicBezTo>
                      <a:pt x="280954" y="59338"/>
                      <a:pt x="279979" y="59666"/>
                      <a:pt x="278922" y="5966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0" name="Freeform: Shape 739">
                <a:extLst>
                  <a:ext uri="{FF2B5EF4-FFF2-40B4-BE49-F238E27FC236}">
                    <a16:creationId xmlns:a16="http://schemas.microsoft.com/office/drawing/2014/main" id="{FF2F5F30-A864-4B79-BA32-1E9604BE6161}"/>
                  </a:ext>
                </a:extLst>
              </p:cNvPr>
              <p:cNvSpPr/>
              <p:nvPr/>
            </p:nvSpPr>
            <p:spPr>
              <a:xfrm>
                <a:off x="7731790" y="6205947"/>
                <a:ext cx="933795" cy="101189"/>
              </a:xfrm>
              <a:custGeom>
                <a:avLst/>
                <a:gdLst>
                  <a:gd name="connsiteX0" fmla="*/ 931398 w 933795"/>
                  <a:gd name="connsiteY0" fmla="*/ 101146 h 101189"/>
                  <a:gd name="connsiteX1" fmla="*/ 931276 w 933795"/>
                  <a:gd name="connsiteY1" fmla="*/ 101146 h 101189"/>
                  <a:gd name="connsiteX2" fmla="*/ 812404 w 933795"/>
                  <a:gd name="connsiteY2" fmla="*/ 100928 h 101189"/>
                  <a:gd name="connsiteX3" fmla="*/ 810697 w 933795"/>
                  <a:gd name="connsiteY3" fmla="*/ 100557 h 101189"/>
                  <a:gd name="connsiteX4" fmla="*/ 793628 w 933795"/>
                  <a:gd name="connsiteY4" fmla="*/ 92241 h 101189"/>
                  <a:gd name="connsiteX5" fmla="*/ 670082 w 933795"/>
                  <a:gd name="connsiteY5" fmla="*/ 91979 h 101189"/>
                  <a:gd name="connsiteX6" fmla="*/ 668294 w 933795"/>
                  <a:gd name="connsiteY6" fmla="*/ 91608 h 101189"/>
                  <a:gd name="connsiteX7" fmla="*/ 636148 w 933795"/>
                  <a:gd name="connsiteY7" fmla="*/ 75042 h 101189"/>
                  <a:gd name="connsiteX8" fmla="*/ 269941 w 933795"/>
                  <a:gd name="connsiteY8" fmla="*/ 74343 h 101189"/>
                  <a:gd name="connsiteX9" fmla="*/ 268072 w 933795"/>
                  <a:gd name="connsiteY9" fmla="*/ 73863 h 101189"/>
                  <a:gd name="connsiteX10" fmla="*/ 254864 w 933795"/>
                  <a:gd name="connsiteY10" fmla="*/ 65176 h 101189"/>
                  <a:gd name="connsiteX11" fmla="*/ 241574 w 933795"/>
                  <a:gd name="connsiteY11" fmla="*/ 52975 h 101189"/>
                  <a:gd name="connsiteX12" fmla="*/ 228895 w 933795"/>
                  <a:gd name="connsiteY12" fmla="*/ 35885 h 101189"/>
                  <a:gd name="connsiteX13" fmla="*/ 217475 w 933795"/>
                  <a:gd name="connsiteY13" fmla="*/ 32000 h 101189"/>
                  <a:gd name="connsiteX14" fmla="*/ 198334 w 933795"/>
                  <a:gd name="connsiteY14" fmla="*/ 30930 h 101189"/>
                  <a:gd name="connsiteX15" fmla="*/ 196464 w 933795"/>
                  <a:gd name="connsiteY15" fmla="*/ 30297 h 101189"/>
                  <a:gd name="connsiteX16" fmla="*/ 192400 w 933795"/>
                  <a:gd name="connsiteY16" fmla="*/ 26609 h 101189"/>
                  <a:gd name="connsiteX17" fmla="*/ 168585 w 933795"/>
                  <a:gd name="connsiteY17" fmla="*/ 26565 h 101189"/>
                  <a:gd name="connsiteX18" fmla="*/ 110714 w 933795"/>
                  <a:gd name="connsiteY18" fmla="*/ 20213 h 101189"/>
                  <a:gd name="connsiteX19" fmla="*/ 56337 w 933795"/>
                  <a:gd name="connsiteY19" fmla="*/ 11483 h 101189"/>
                  <a:gd name="connsiteX20" fmla="*/ 52477 w 933795"/>
                  <a:gd name="connsiteY20" fmla="*/ 12181 h 101189"/>
                  <a:gd name="connsiteX21" fmla="*/ 50892 w 933795"/>
                  <a:gd name="connsiteY21" fmla="*/ 12181 h 101189"/>
                  <a:gd name="connsiteX22" fmla="*/ 7122 w 933795"/>
                  <a:gd name="connsiteY22" fmla="*/ 3974 h 101189"/>
                  <a:gd name="connsiteX23" fmla="*/ 1555 w 933795"/>
                  <a:gd name="connsiteY23" fmla="*/ 2708 h 101189"/>
                  <a:gd name="connsiteX24" fmla="*/ 173 w 933795"/>
                  <a:gd name="connsiteY24" fmla="*/ 897 h 101189"/>
                  <a:gd name="connsiteX25" fmla="*/ 3546 w 933795"/>
                  <a:gd name="connsiteY25" fmla="*/ 89 h 101189"/>
                  <a:gd name="connsiteX26" fmla="*/ 8910 w 933795"/>
                  <a:gd name="connsiteY26" fmla="*/ 1377 h 101189"/>
                  <a:gd name="connsiteX27" fmla="*/ 51664 w 933795"/>
                  <a:gd name="connsiteY27" fmla="*/ 9366 h 101189"/>
                  <a:gd name="connsiteX28" fmla="*/ 55443 w 933795"/>
                  <a:gd name="connsiteY28" fmla="*/ 8733 h 101189"/>
                  <a:gd name="connsiteX29" fmla="*/ 56906 w 933795"/>
                  <a:gd name="connsiteY29" fmla="*/ 8667 h 101189"/>
                  <a:gd name="connsiteX30" fmla="*/ 111892 w 933795"/>
                  <a:gd name="connsiteY30" fmla="*/ 17529 h 101189"/>
                  <a:gd name="connsiteX31" fmla="*/ 169032 w 933795"/>
                  <a:gd name="connsiteY31" fmla="*/ 23815 h 101189"/>
                  <a:gd name="connsiteX32" fmla="*/ 193741 w 933795"/>
                  <a:gd name="connsiteY32" fmla="*/ 23815 h 101189"/>
                  <a:gd name="connsiteX33" fmla="*/ 195936 w 933795"/>
                  <a:gd name="connsiteY33" fmla="*/ 24513 h 101189"/>
                  <a:gd name="connsiteX34" fmla="*/ 200122 w 933795"/>
                  <a:gd name="connsiteY34" fmla="*/ 28246 h 101189"/>
                  <a:gd name="connsiteX35" fmla="*/ 218572 w 933795"/>
                  <a:gd name="connsiteY35" fmla="*/ 29250 h 101189"/>
                  <a:gd name="connsiteX36" fmla="*/ 219670 w 933795"/>
                  <a:gd name="connsiteY36" fmla="*/ 29468 h 101189"/>
                  <a:gd name="connsiteX37" fmla="*/ 232187 w 933795"/>
                  <a:gd name="connsiteY37" fmla="*/ 33724 h 101189"/>
                  <a:gd name="connsiteX38" fmla="*/ 233284 w 933795"/>
                  <a:gd name="connsiteY38" fmla="*/ 34422 h 101189"/>
                  <a:gd name="connsiteX39" fmla="*/ 246167 w 933795"/>
                  <a:gd name="connsiteY39" fmla="*/ 51796 h 101189"/>
                  <a:gd name="connsiteX40" fmla="*/ 258968 w 933795"/>
                  <a:gd name="connsiteY40" fmla="*/ 63583 h 101189"/>
                  <a:gd name="connsiteX41" fmla="*/ 271160 w 933795"/>
                  <a:gd name="connsiteY41" fmla="*/ 71571 h 101189"/>
                  <a:gd name="connsiteX42" fmla="*/ 637286 w 933795"/>
                  <a:gd name="connsiteY42" fmla="*/ 72313 h 101189"/>
                  <a:gd name="connsiteX43" fmla="*/ 638952 w 933795"/>
                  <a:gd name="connsiteY43" fmla="*/ 72684 h 101189"/>
                  <a:gd name="connsiteX44" fmla="*/ 671098 w 933795"/>
                  <a:gd name="connsiteY44" fmla="*/ 89251 h 101189"/>
                  <a:gd name="connsiteX45" fmla="*/ 794522 w 933795"/>
                  <a:gd name="connsiteY45" fmla="*/ 89469 h 101189"/>
                  <a:gd name="connsiteX46" fmla="*/ 796188 w 933795"/>
                  <a:gd name="connsiteY46" fmla="*/ 89840 h 101189"/>
                  <a:gd name="connsiteX47" fmla="*/ 813338 w 933795"/>
                  <a:gd name="connsiteY47" fmla="*/ 98156 h 101189"/>
                  <a:gd name="connsiteX48" fmla="*/ 931316 w 933795"/>
                  <a:gd name="connsiteY48" fmla="*/ 98418 h 101189"/>
                  <a:gd name="connsiteX49" fmla="*/ 933796 w 933795"/>
                  <a:gd name="connsiteY49" fmla="*/ 99793 h 101189"/>
                  <a:gd name="connsiteX50" fmla="*/ 931316 w 933795"/>
                  <a:gd name="connsiteY50" fmla="*/ 101190 h 101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3795" h="101189">
                    <a:moveTo>
                      <a:pt x="931398" y="101146"/>
                    </a:moveTo>
                    <a:lnTo>
                      <a:pt x="931276" y="101146"/>
                    </a:lnTo>
                    <a:lnTo>
                      <a:pt x="812404" y="100928"/>
                    </a:lnTo>
                    <a:cubicBezTo>
                      <a:pt x="811794" y="100928"/>
                      <a:pt x="811226" y="100819"/>
                      <a:pt x="810697" y="100557"/>
                    </a:cubicBezTo>
                    <a:lnTo>
                      <a:pt x="793628" y="92241"/>
                    </a:lnTo>
                    <a:lnTo>
                      <a:pt x="670082" y="91979"/>
                    </a:lnTo>
                    <a:cubicBezTo>
                      <a:pt x="669392" y="91979"/>
                      <a:pt x="668782" y="91870"/>
                      <a:pt x="668294" y="91608"/>
                    </a:cubicBezTo>
                    <a:lnTo>
                      <a:pt x="636148" y="75042"/>
                    </a:lnTo>
                    <a:lnTo>
                      <a:pt x="269941" y="74343"/>
                    </a:lnTo>
                    <a:cubicBezTo>
                      <a:pt x="269250" y="74343"/>
                      <a:pt x="268559" y="74190"/>
                      <a:pt x="268072" y="73863"/>
                    </a:cubicBezTo>
                    <a:lnTo>
                      <a:pt x="254864" y="65176"/>
                    </a:lnTo>
                    <a:lnTo>
                      <a:pt x="241574" y="52975"/>
                    </a:lnTo>
                    <a:lnTo>
                      <a:pt x="228895" y="35885"/>
                    </a:lnTo>
                    <a:lnTo>
                      <a:pt x="217475" y="32000"/>
                    </a:lnTo>
                    <a:lnTo>
                      <a:pt x="198334" y="30930"/>
                    </a:lnTo>
                    <a:cubicBezTo>
                      <a:pt x="197643" y="30887"/>
                      <a:pt x="196870" y="30668"/>
                      <a:pt x="196464" y="30297"/>
                    </a:cubicBezTo>
                    <a:lnTo>
                      <a:pt x="192400" y="26609"/>
                    </a:lnTo>
                    <a:lnTo>
                      <a:pt x="168585" y="26565"/>
                    </a:lnTo>
                    <a:lnTo>
                      <a:pt x="110714" y="20213"/>
                    </a:lnTo>
                    <a:lnTo>
                      <a:pt x="56337" y="11483"/>
                    </a:lnTo>
                    <a:lnTo>
                      <a:pt x="52477" y="12181"/>
                    </a:lnTo>
                    <a:cubicBezTo>
                      <a:pt x="51989" y="12290"/>
                      <a:pt x="51379" y="12290"/>
                      <a:pt x="50892" y="12181"/>
                    </a:cubicBezTo>
                    <a:lnTo>
                      <a:pt x="7122" y="3974"/>
                    </a:lnTo>
                    <a:lnTo>
                      <a:pt x="1555" y="2708"/>
                    </a:lnTo>
                    <a:cubicBezTo>
                      <a:pt x="254" y="2447"/>
                      <a:pt x="-315" y="1595"/>
                      <a:pt x="173" y="897"/>
                    </a:cubicBezTo>
                    <a:cubicBezTo>
                      <a:pt x="782" y="155"/>
                      <a:pt x="2164" y="-173"/>
                      <a:pt x="3546" y="89"/>
                    </a:cubicBezTo>
                    <a:lnTo>
                      <a:pt x="8910" y="1377"/>
                    </a:lnTo>
                    <a:lnTo>
                      <a:pt x="51664" y="9366"/>
                    </a:lnTo>
                    <a:lnTo>
                      <a:pt x="55443" y="8733"/>
                    </a:lnTo>
                    <a:cubicBezTo>
                      <a:pt x="55931" y="8624"/>
                      <a:pt x="56541" y="8624"/>
                      <a:pt x="56906" y="8667"/>
                    </a:cubicBezTo>
                    <a:lnTo>
                      <a:pt x="111892" y="17529"/>
                    </a:lnTo>
                    <a:lnTo>
                      <a:pt x="169032" y="23815"/>
                    </a:lnTo>
                    <a:lnTo>
                      <a:pt x="193741" y="23815"/>
                    </a:lnTo>
                    <a:cubicBezTo>
                      <a:pt x="194635" y="23815"/>
                      <a:pt x="195407" y="24077"/>
                      <a:pt x="195936" y="24513"/>
                    </a:cubicBezTo>
                    <a:lnTo>
                      <a:pt x="200122" y="28246"/>
                    </a:lnTo>
                    <a:lnTo>
                      <a:pt x="218572" y="29250"/>
                    </a:lnTo>
                    <a:cubicBezTo>
                      <a:pt x="218979" y="29315"/>
                      <a:pt x="219263" y="29359"/>
                      <a:pt x="219670" y="29468"/>
                    </a:cubicBezTo>
                    <a:lnTo>
                      <a:pt x="232187" y="33724"/>
                    </a:lnTo>
                    <a:cubicBezTo>
                      <a:pt x="232674" y="33877"/>
                      <a:pt x="233081" y="34139"/>
                      <a:pt x="233284" y="34422"/>
                    </a:cubicBezTo>
                    <a:lnTo>
                      <a:pt x="246167" y="51796"/>
                    </a:lnTo>
                    <a:lnTo>
                      <a:pt x="258968" y="63583"/>
                    </a:lnTo>
                    <a:lnTo>
                      <a:pt x="271160" y="71571"/>
                    </a:lnTo>
                    <a:lnTo>
                      <a:pt x="637286" y="72313"/>
                    </a:lnTo>
                    <a:cubicBezTo>
                      <a:pt x="637896" y="72313"/>
                      <a:pt x="638465" y="72422"/>
                      <a:pt x="638952" y="72684"/>
                    </a:cubicBezTo>
                    <a:lnTo>
                      <a:pt x="671098" y="89251"/>
                    </a:lnTo>
                    <a:lnTo>
                      <a:pt x="794522" y="89469"/>
                    </a:lnTo>
                    <a:cubicBezTo>
                      <a:pt x="795213" y="89469"/>
                      <a:pt x="795823" y="89578"/>
                      <a:pt x="796188" y="89840"/>
                    </a:cubicBezTo>
                    <a:lnTo>
                      <a:pt x="813338" y="98156"/>
                    </a:lnTo>
                    <a:lnTo>
                      <a:pt x="931316" y="98418"/>
                    </a:lnTo>
                    <a:cubicBezTo>
                      <a:pt x="932698" y="98418"/>
                      <a:pt x="933796" y="99051"/>
                      <a:pt x="933796" y="99793"/>
                    </a:cubicBezTo>
                    <a:cubicBezTo>
                      <a:pt x="933796" y="100601"/>
                      <a:pt x="932698" y="101190"/>
                      <a:pt x="931316" y="1011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1" name="Freeform: Shape 740">
                <a:extLst>
                  <a:ext uri="{FF2B5EF4-FFF2-40B4-BE49-F238E27FC236}">
                    <a16:creationId xmlns:a16="http://schemas.microsoft.com/office/drawing/2014/main" id="{382186F5-77AC-49E5-BD1A-FB4595EFFB16}"/>
                  </a:ext>
                </a:extLst>
              </p:cNvPr>
              <p:cNvSpPr/>
              <p:nvPr/>
            </p:nvSpPr>
            <p:spPr>
              <a:xfrm>
                <a:off x="8859534" y="6179779"/>
                <a:ext cx="3332505" cy="16719"/>
              </a:xfrm>
              <a:custGeom>
                <a:avLst/>
                <a:gdLst>
                  <a:gd name="connsiteX0" fmla="*/ 3332465 w 3332505"/>
                  <a:gd name="connsiteY0" fmla="*/ 13903 h 16719"/>
                  <a:gd name="connsiteX1" fmla="*/ 228911 w 3332505"/>
                  <a:gd name="connsiteY1" fmla="*/ 8469 h 16719"/>
                  <a:gd name="connsiteX2" fmla="*/ 116907 w 3332505"/>
                  <a:gd name="connsiteY2" fmla="*/ 7356 h 16719"/>
                  <a:gd name="connsiteX3" fmla="*/ 15713 w 3332505"/>
                  <a:gd name="connsiteY3" fmla="*/ 808 h 16719"/>
                  <a:gd name="connsiteX4" fmla="*/ 4090 w 3332505"/>
                  <a:gd name="connsiteY4" fmla="*/ 0 h 16719"/>
                  <a:gd name="connsiteX5" fmla="*/ 2221 w 3332505"/>
                  <a:gd name="connsiteY5" fmla="*/ 44 h 16719"/>
                  <a:gd name="connsiteX6" fmla="*/ 26 w 3332505"/>
                  <a:gd name="connsiteY6" fmla="*/ 1593 h 16719"/>
                  <a:gd name="connsiteX7" fmla="*/ 2911 w 3332505"/>
                  <a:gd name="connsiteY7" fmla="*/ 2816 h 16719"/>
                  <a:gd name="connsiteX8" fmla="*/ 116541 w 3332505"/>
                  <a:gd name="connsiteY8" fmla="*/ 10171 h 16719"/>
                  <a:gd name="connsiteX9" fmla="*/ 228829 w 3332505"/>
                  <a:gd name="connsiteY9" fmla="*/ 11284 h 16719"/>
                  <a:gd name="connsiteX10" fmla="*/ 3332506 w 3332505"/>
                  <a:gd name="connsiteY10" fmla="*/ 16719 h 16719"/>
                  <a:gd name="connsiteX11" fmla="*/ 3332506 w 3332505"/>
                  <a:gd name="connsiteY11" fmla="*/ 13882 h 16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32505" h="16719">
                    <a:moveTo>
                      <a:pt x="3332465" y="13903"/>
                    </a:moveTo>
                    <a:lnTo>
                      <a:pt x="228911" y="8469"/>
                    </a:lnTo>
                    <a:lnTo>
                      <a:pt x="116907" y="7356"/>
                    </a:lnTo>
                    <a:lnTo>
                      <a:pt x="15713" y="808"/>
                    </a:lnTo>
                    <a:lnTo>
                      <a:pt x="4090" y="0"/>
                    </a:lnTo>
                    <a:lnTo>
                      <a:pt x="2221" y="44"/>
                    </a:lnTo>
                    <a:cubicBezTo>
                      <a:pt x="839" y="153"/>
                      <a:pt x="-177" y="851"/>
                      <a:pt x="26" y="1593"/>
                    </a:cubicBezTo>
                    <a:cubicBezTo>
                      <a:pt x="311" y="2401"/>
                      <a:pt x="1610" y="2925"/>
                      <a:pt x="2911" y="2816"/>
                    </a:cubicBezTo>
                    <a:lnTo>
                      <a:pt x="116541" y="10171"/>
                    </a:lnTo>
                    <a:lnTo>
                      <a:pt x="228829" y="11284"/>
                    </a:lnTo>
                    <a:lnTo>
                      <a:pt x="3332506" y="16719"/>
                    </a:lnTo>
                    <a:lnTo>
                      <a:pt x="3332506" y="1388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2" name="Freeform: Shape 741">
                <a:extLst>
                  <a:ext uri="{FF2B5EF4-FFF2-40B4-BE49-F238E27FC236}">
                    <a16:creationId xmlns:a16="http://schemas.microsoft.com/office/drawing/2014/main" id="{AB33F4F0-0DF5-4BB2-BFCC-B86BDBF8A5FE}"/>
                  </a:ext>
                </a:extLst>
              </p:cNvPr>
              <p:cNvSpPr/>
              <p:nvPr/>
            </p:nvSpPr>
            <p:spPr>
              <a:xfrm>
                <a:off x="2554449" y="5990180"/>
                <a:ext cx="116477" cy="10446"/>
              </a:xfrm>
              <a:custGeom>
                <a:avLst/>
                <a:gdLst>
                  <a:gd name="connsiteX0" fmla="*/ 2538 w 116477"/>
                  <a:gd name="connsiteY0" fmla="*/ 10447 h 10446"/>
                  <a:gd name="connsiteX1" fmla="*/ 18 w 116477"/>
                  <a:gd name="connsiteY1" fmla="*/ 9225 h 10446"/>
                  <a:gd name="connsiteX2" fmla="*/ 2253 w 116477"/>
                  <a:gd name="connsiteY2" fmla="*/ 7631 h 10446"/>
                  <a:gd name="connsiteX3" fmla="*/ 113607 w 116477"/>
                  <a:gd name="connsiteY3" fmla="*/ 14 h 10446"/>
                  <a:gd name="connsiteX4" fmla="*/ 116452 w 116477"/>
                  <a:gd name="connsiteY4" fmla="*/ 1236 h 10446"/>
                  <a:gd name="connsiteX5" fmla="*/ 114257 w 116477"/>
                  <a:gd name="connsiteY5" fmla="*/ 2786 h 10446"/>
                  <a:gd name="connsiteX6" fmla="*/ 2822 w 116477"/>
                  <a:gd name="connsiteY6" fmla="*/ 10447 h 10446"/>
                  <a:gd name="connsiteX7" fmla="*/ 2538 w 116477"/>
                  <a:gd name="connsiteY7" fmla="*/ 10447 h 10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 h="10446">
                    <a:moveTo>
                      <a:pt x="2538" y="10447"/>
                    </a:moveTo>
                    <a:cubicBezTo>
                      <a:pt x="1237" y="10447"/>
                      <a:pt x="140" y="9923"/>
                      <a:pt x="18" y="9225"/>
                    </a:cubicBezTo>
                    <a:cubicBezTo>
                      <a:pt x="-144" y="8417"/>
                      <a:pt x="790" y="7740"/>
                      <a:pt x="2253" y="7631"/>
                    </a:cubicBezTo>
                    <a:lnTo>
                      <a:pt x="113607" y="14"/>
                    </a:lnTo>
                    <a:cubicBezTo>
                      <a:pt x="114948" y="-95"/>
                      <a:pt x="116289" y="450"/>
                      <a:pt x="116452" y="1236"/>
                    </a:cubicBezTo>
                    <a:cubicBezTo>
                      <a:pt x="116655" y="1978"/>
                      <a:pt x="115639" y="2677"/>
                      <a:pt x="114257" y="2786"/>
                    </a:cubicBezTo>
                    <a:lnTo>
                      <a:pt x="2822" y="10447"/>
                    </a:lnTo>
                    <a:lnTo>
                      <a:pt x="2538" y="104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3" name="Freeform: Shape 742">
                <a:extLst>
                  <a:ext uri="{FF2B5EF4-FFF2-40B4-BE49-F238E27FC236}">
                    <a16:creationId xmlns:a16="http://schemas.microsoft.com/office/drawing/2014/main" id="{640E6C18-822D-448A-9241-E915979D7411}"/>
                  </a:ext>
                </a:extLst>
              </p:cNvPr>
              <p:cNvSpPr/>
              <p:nvPr/>
            </p:nvSpPr>
            <p:spPr>
              <a:xfrm>
                <a:off x="2163954" y="5706462"/>
                <a:ext cx="1753986" cy="254134"/>
              </a:xfrm>
              <a:custGeom>
                <a:avLst/>
                <a:gdLst>
                  <a:gd name="connsiteX0" fmla="*/ 1751344 w 1753986"/>
                  <a:gd name="connsiteY0" fmla="*/ 254135 h 254134"/>
                  <a:gd name="connsiteX1" fmla="*/ 1751263 w 1753986"/>
                  <a:gd name="connsiteY1" fmla="*/ 254135 h 254134"/>
                  <a:gd name="connsiteX2" fmla="*/ 1744069 w 1753986"/>
                  <a:gd name="connsiteY2" fmla="*/ 254026 h 254134"/>
                  <a:gd name="connsiteX3" fmla="*/ 1739071 w 1753986"/>
                  <a:gd name="connsiteY3" fmla="*/ 253546 h 254134"/>
                  <a:gd name="connsiteX4" fmla="*/ 1694651 w 1753986"/>
                  <a:gd name="connsiteY4" fmla="*/ 246037 h 254134"/>
                  <a:gd name="connsiteX5" fmla="*/ 1636942 w 1753986"/>
                  <a:gd name="connsiteY5" fmla="*/ 237045 h 254134"/>
                  <a:gd name="connsiteX6" fmla="*/ 1533717 w 1753986"/>
                  <a:gd name="connsiteY6" fmla="*/ 221701 h 254134"/>
                  <a:gd name="connsiteX7" fmla="*/ 1430491 w 1753986"/>
                  <a:gd name="connsiteY7" fmla="*/ 203257 h 254134"/>
                  <a:gd name="connsiteX8" fmla="*/ 1327469 w 1753986"/>
                  <a:gd name="connsiteY8" fmla="*/ 187215 h 254134"/>
                  <a:gd name="connsiteX9" fmla="*/ 1225300 w 1753986"/>
                  <a:gd name="connsiteY9" fmla="*/ 168880 h 254134"/>
                  <a:gd name="connsiteX10" fmla="*/ 1124878 w 1753986"/>
                  <a:gd name="connsiteY10" fmla="*/ 154082 h 254134"/>
                  <a:gd name="connsiteX11" fmla="*/ 1025595 w 1753986"/>
                  <a:gd name="connsiteY11" fmla="*/ 139698 h 254134"/>
                  <a:gd name="connsiteX12" fmla="*/ 927571 w 1753986"/>
                  <a:gd name="connsiteY12" fmla="*/ 121059 h 254134"/>
                  <a:gd name="connsiteX13" fmla="*/ 830645 w 1753986"/>
                  <a:gd name="connsiteY13" fmla="*/ 101131 h 254134"/>
                  <a:gd name="connsiteX14" fmla="*/ 733678 w 1753986"/>
                  <a:gd name="connsiteY14" fmla="*/ 86267 h 254134"/>
                  <a:gd name="connsiteX15" fmla="*/ 635288 w 1753986"/>
                  <a:gd name="connsiteY15" fmla="*/ 73106 h 254134"/>
                  <a:gd name="connsiteX16" fmla="*/ 534664 w 1753986"/>
                  <a:gd name="connsiteY16" fmla="*/ 61014 h 254134"/>
                  <a:gd name="connsiteX17" fmla="*/ 431316 w 1753986"/>
                  <a:gd name="connsiteY17" fmla="*/ 53811 h 254134"/>
                  <a:gd name="connsiteX18" fmla="*/ 325408 w 1753986"/>
                  <a:gd name="connsiteY18" fmla="*/ 43793 h 254134"/>
                  <a:gd name="connsiteX19" fmla="*/ 217956 w 1753986"/>
                  <a:gd name="connsiteY19" fmla="*/ 29191 h 254134"/>
                  <a:gd name="connsiteX20" fmla="*/ 109894 w 1753986"/>
                  <a:gd name="connsiteY20" fmla="*/ 17688 h 254134"/>
                  <a:gd name="connsiteX21" fmla="*/ 1914 w 1753986"/>
                  <a:gd name="connsiteY21" fmla="*/ 2824 h 254134"/>
                  <a:gd name="connsiteX22" fmla="*/ 85 w 1753986"/>
                  <a:gd name="connsiteY22" fmla="*/ 1056 h 254134"/>
                  <a:gd name="connsiteX23" fmla="*/ 3174 w 1753986"/>
                  <a:gd name="connsiteY23" fmla="*/ 30 h 254134"/>
                  <a:gd name="connsiteX24" fmla="*/ 111032 w 1753986"/>
                  <a:gd name="connsiteY24" fmla="*/ 14894 h 254134"/>
                  <a:gd name="connsiteX25" fmla="*/ 219094 w 1753986"/>
                  <a:gd name="connsiteY25" fmla="*/ 26397 h 254134"/>
                  <a:gd name="connsiteX26" fmla="*/ 326505 w 1753986"/>
                  <a:gd name="connsiteY26" fmla="*/ 40999 h 254134"/>
                  <a:gd name="connsiteX27" fmla="*/ 432129 w 1753986"/>
                  <a:gd name="connsiteY27" fmla="*/ 51017 h 254134"/>
                  <a:gd name="connsiteX28" fmla="*/ 535598 w 1753986"/>
                  <a:gd name="connsiteY28" fmla="*/ 58220 h 254134"/>
                  <a:gd name="connsiteX29" fmla="*/ 636426 w 1753986"/>
                  <a:gd name="connsiteY29" fmla="*/ 70377 h 254134"/>
                  <a:gd name="connsiteX30" fmla="*/ 735019 w 1753986"/>
                  <a:gd name="connsiteY30" fmla="*/ 83473 h 254134"/>
                  <a:gd name="connsiteX31" fmla="*/ 832311 w 1753986"/>
                  <a:gd name="connsiteY31" fmla="*/ 98446 h 254134"/>
                  <a:gd name="connsiteX32" fmla="*/ 929359 w 1753986"/>
                  <a:gd name="connsiteY32" fmla="*/ 118374 h 254134"/>
                  <a:gd name="connsiteX33" fmla="*/ 1027139 w 1753986"/>
                  <a:gd name="connsiteY33" fmla="*/ 136970 h 254134"/>
                  <a:gd name="connsiteX34" fmla="*/ 1126260 w 1753986"/>
                  <a:gd name="connsiteY34" fmla="*/ 151354 h 254134"/>
                  <a:gd name="connsiteX35" fmla="*/ 1226804 w 1753986"/>
                  <a:gd name="connsiteY35" fmla="*/ 166174 h 254134"/>
                  <a:gd name="connsiteX36" fmla="*/ 1329013 w 1753986"/>
                  <a:gd name="connsiteY36" fmla="*/ 184552 h 254134"/>
                  <a:gd name="connsiteX37" fmla="*/ 1432076 w 1753986"/>
                  <a:gd name="connsiteY37" fmla="*/ 200529 h 254134"/>
                  <a:gd name="connsiteX38" fmla="*/ 1535302 w 1753986"/>
                  <a:gd name="connsiteY38" fmla="*/ 218972 h 254134"/>
                  <a:gd name="connsiteX39" fmla="*/ 1638405 w 1753986"/>
                  <a:gd name="connsiteY39" fmla="*/ 234316 h 254134"/>
                  <a:gd name="connsiteX40" fmla="*/ 1696196 w 1753986"/>
                  <a:gd name="connsiteY40" fmla="*/ 243374 h 254134"/>
                  <a:gd name="connsiteX41" fmla="*/ 1740290 w 1753986"/>
                  <a:gd name="connsiteY41" fmla="*/ 250839 h 254134"/>
                  <a:gd name="connsiteX42" fmla="*/ 1746183 w 1753986"/>
                  <a:gd name="connsiteY42" fmla="*/ 251210 h 254134"/>
                  <a:gd name="connsiteX43" fmla="*/ 1751547 w 1753986"/>
                  <a:gd name="connsiteY43" fmla="*/ 251319 h 254134"/>
                  <a:gd name="connsiteX44" fmla="*/ 1753985 w 1753986"/>
                  <a:gd name="connsiteY44" fmla="*/ 252804 h 254134"/>
                  <a:gd name="connsiteX45" fmla="*/ 1751466 w 1753986"/>
                  <a:gd name="connsiteY45" fmla="*/ 254135 h 25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53986" h="254134">
                    <a:moveTo>
                      <a:pt x="1751344" y="254135"/>
                    </a:moveTo>
                    <a:lnTo>
                      <a:pt x="1751263" y="254135"/>
                    </a:lnTo>
                    <a:lnTo>
                      <a:pt x="1744069" y="254026"/>
                    </a:lnTo>
                    <a:lnTo>
                      <a:pt x="1739071" y="253546"/>
                    </a:lnTo>
                    <a:lnTo>
                      <a:pt x="1694651" y="246037"/>
                    </a:lnTo>
                    <a:lnTo>
                      <a:pt x="1636942" y="237045"/>
                    </a:lnTo>
                    <a:lnTo>
                      <a:pt x="1533717" y="221701"/>
                    </a:lnTo>
                    <a:lnTo>
                      <a:pt x="1430491" y="203257"/>
                    </a:lnTo>
                    <a:lnTo>
                      <a:pt x="1327469" y="187215"/>
                    </a:lnTo>
                    <a:lnTo>
                      <a:pt x="1225300" y="168880"/>
                    </a:lnTo>
                    <a:lnTo>
                      <a:pt x="1124878" y="154082"/>
                    </a:lnTo>
                    <a:lnTo>
                      <a:pt x="1025595" y="139698"/>
                    </a:lnTo>
                    <a:lnTo>
                      <a:pt x="927571" y="121059"/>
                    </a:lnTo>
                    <a:lnTo>
                      <a:pt x="830645" y="101131"/>
                    </a:lnTo>
                    <a:lnTo>
                      <a:pt x="733678" y="86267"/>
                    </a:lnTo>
                    <a:lnTo>
                      <a:pt x="635288" y="73106"/>
                    </a:lnTo>
                    <a:lnTo>
                      <a:pt x="534664" y="61014"/>
                    </a:lnTo>
                    <a:lnTo>
                      <a:pt x="431316" y="53811"/>
                    </a:lnTo>
                    <a:lnTo>
                      <a:pt x="325408" y="43793"/>
                    </a:lnTo>
                    <a:lnTo>
                      <a:pt x="217956" y="29191"/>
                    </a:lnTo>
                    <a:lnTo>
                      <a:pt x="109894" y="17688"/>
                    </a:lnTo>
                    <a:lnTo>
                      <a:pt x="1914" y="2824"/>
                    </a:lnTo>
                    <a:cubicBezTo>
                      <a:pt x="573" y="2606"/>
                      <a:pt x="-281" y="1864"/>
                      <a:pt x="85" y="1056"/>
                    </a:cubicBezTo>
                    <a:cubicBezTo>
                      <a:pt x="451" y="314"/>
                      <a:pt x="1751" y="-122"/>
                      <a:pt x="3174" y="30"/>
                    </a:cubicBezTo>
                    <a:lnTo>
                      <a:pt x="111032" y="14894"/>
                    </a:lnTo>
                    <a:lnTo>
                      <a:pt x="219094" y="26397"/>
                    </a:lnTo>
                    <a:lnTo>
                      <a:pt x="326505" y="40999"/>
                    </a:lnTo>
                    <a:lnTo>
                      <a:pt x="432129" y="51017"/>
                    </a:lnTo>
                    <a:lnTo>
                      <a:pt x="535598" y="58220"/>
                    </a:lnTo>
                    <a:lnTo>
                      <a:pt x="636426" y="70377"/>
                    </a:lnTo>
                    <a:lnTo>
                      <a:pt x="735019" y="83473"/>
                    </a:lnTo>
                    <a:lnTo>
                      <a:pt x="832311" y="98446"/>
                    </a:lnTo>
                    <a:lnTo>
                      <a:pt x="929359" y="118374"/>
                    </a:lnTo>
                    <a:lnTo>
                      <a:pt x="1027139" y="136970"/>
                    </a:lnTo>
                    <a:lnTo>
                      <a:pt x="1126260" y="151354"/>
                    </a:lnTo>
                    <a:lnTo>
                      <a:pt x="1226804" y="166174"/>
                    </a:lnTo>
                    <a:lnTo>
                      <a:pt x="1329013" y="184552"/>
                    </a:lnTo>
                    <a:lnTo>
                      <a:pt x="1432076" y="200529"/>
                    </a:lnTo>
                    <a:lnTo>
                      <a:pt x="1535302" y="218972"/>
                    </a:lnTo>
                    <a:lnTo>
                      <a:pt x="1638405" y="234316"/>
                    </a:lnTo>
                    <a:lnTo>
                      <a:pt x="1696196" y="243374"/>
                    </a:lnTo>
                    <a:lnTo>
                      <a:pt x="1740290" y="250839"/>
                    </a:lnTo>
                    <a:lnTo>
                      <a:pt x="1746183" y="251210"/>
                    </a:lnTo>
                    <a:lnTo>
                      <a:pt x="1751547" y="251319"/>
                    </a:lnTo>
                    <a:cubicBezTo>
                      <a:pt x="1752929" y="251363"/>
                      <a:pt x="1754026" y="252018"/>
                      <a:pt x="1753985" y="252804"/>
                    </a:cubicBezTo>
                    <a:cubicBezTo>
                      <a:pt x="1753945" y="253546"/>
                      <a:pt x="1752848" y="254135"/>
                      <a:pt x="1751466" y="25413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4" name="Freeform: Shape 743">
                <a:extLst>
                  <a:ext uri="{FF2B5EF4-FFF2-40B4-BE49-F238E27FC236}">
                    <a16:creationId xmlns:a16="http://schemas.microsoft.com/office/drawing/2014/main" id="{176FBDD3-7BC0-4142-B325-D61F73EB4DB5}"/>
                  </a:ext>
                </a:extLst>
              </p:cNvPr>
              <p:cNvSpPr/>
              <p:nvPr/>
            </p:nvSpPr>
            <p:spPr>
              <a:xfrm>
                <a:off x="5629882" y="5530060"/>
                <a:ext cx="334972" cy="150044"/>
              </a:xfrm>
              <a:custGeom>
                <a:avLst/>
                <a:gdLst>
                  <a:gd name="connsiteX0" fmla="*/ 332371 w 334972"/>
                  <a:gd name="connsiteY0" fmla="*/ 150045 h 150044"/>
                  <a:gd name="connsiteX1" fmla="*/ 330827 w 334972"/>
                  <a:gd name="connsiteY1" fmla="*/ 149717 h 150044"/>
                  <a:gd name="connsiteX2" fmla="*/ 267672 w 334972"/>
                  <a:gd name="connsiteY2" fmla="*/ 122849 h 150044"/>
                  <a:gd name="connsiteX3" fmla="*/ 181637 w 334972"/>
                  <a:gd name="connsiteY3" fmla="*/ 84522 h 150044"/>
                  <a:gd name="connsiteX4" fmla="*/ 97716 w 334972"/>
                  <a:gd name="connsiteY4" fmla="*/ 43597 h 150044"/>
                  <a:gd name="connsiteX5" fmla="*/ 89263 w 334972"/>
                  <a:gd name="connsiteY5" fmla="*/ 44666 h 150044"/>
                  <a:gd name="connsiteX6" fmla="*/ 87474 w 334972"/>
                  <a:gd name="connsiteY6" fmla="*/ 44514 h 150044"/>
                  <a:gd name="connsiteX7" fmla="*/ 79712 w 334972"/>
                  <a:gd name="connsiteY7" fmla="*/ 42265 h 150044"/>
                  <a:gd name="connsiteX8" fmla="*/ 78574 w 334972"/>
                  <a:gd name="connsiteY8" fmla="*/ 41894 h 150044"/>
                  <a:gd name="connsiteX9" fmla="*/ 74632 w 334972"/>
                  <a:gd name="connsiteY9" fmla="*/ 39712 h 150044"/>
                  <a:gd name="connsiteX10" fmla="*/ 10380 w 334972"/>
                  <a:gd name="connsiteY10" fmla="*/ 7256 h 150044"/>
                  <a:gd name="connsiteX11" fmla="*/ 8958 w 334972"/>
                  <a:gd name="connsiteY11" fmla="*/ 6252 h 150044"/>
                  <a:gd name="connsiteX12" fmla="*/ 4122 w 334972"/>
                  <a:gd name="connsiteY12" fmla="*/ 4113 h 150044"/>
                  <a:gd name="connsiteX13" fmla="*/ 789 w 334972"/>
                  <a:gd name="connsiteY13" fmla="*/ 2454 h 150044"/>
                  <a:gd name="connsiteX14" fmla="*/ 708 w 334972"/>
                  <a:gd name="connsiteY14" fmla="*/ 424 h 150044"/>
                  <a:gd name="connsiteX15" fmla="*/ 4284 w 334972"/>
                  <a:gd name="connsiteY15" fmla="*/ 380 h 150044"/>
                  <a:gd name="connsiteX16" fmla="*/ 81785 w 334972"/>
                  <a:gd name="connsiteY16" fmla="*/ 39646 h 150044"/>
                  <a:gd name="connsiteX17" fmla="*/ 82679 w 334972"/>
                  <a:gd name="connsiteY17" fmla="*/ 39799 h 150044"/>
                  <a:gd name="connsiteX18" fmla="*/ 89181 w 334972"/>
                  <a:gd name="connsiteY18" fmla="*/ 41763 h 150044"/>
                  <a:gd name="connsiteX19" fmla="*/ 97919 w 334972"/>
                  <a:gd name="connsiteY19" fmla="*/ 40650 h 150044"/>
                  <a:gd name="connsiteX20" fmla="*/ 100154 w 334972"/>
                  <a:gd name="connsiteY20" fmla="*/ 40978 h 150044"/>
                  <a:gd name="connsiteX21" fmla="*/ 184970 w 334972"/>
                  <a:gd name="connsiteY21" fmla="*/ 82383 h 150044"/>
                  <a:gd name="connsiteX22" fmla="*/ 270883 w 334972"/>
                  <a:gd name="connsiteY22" fmla="*/ 120579 h 150044"/>
                  <a:gd name="connsiteX23" fmla="*/ 333997 w 334972"/>
                  <a:gd name="connsiteY23" fmla="*/ 147491 h 150044"/>
                  <a:gd name="connsiteX24" fmla="*/ 334444 w 334972"/>
                  <a:gd name="connsiteY24" fmla="*/ 149477 h 150044"/>
                  <a:gd name="connsiteX25" fmla="*/ 332412 w 334972"/>
                  <a:gd name="connsiteY25" fmla="*/ 150001 h 15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34972" h="150044">
                    <a:moveTo>
                      <a:pt x="332371" y="150045"/>
                    </a:moveTo>
                    <a:cubicBezTo>
                      <a:pt x="331843" y="150045"/>
                      <a:pt x="331274" y="149936"/>
                      <a:pt x="330827" y="149717"/>
                    </a:cubicBezTo>
                    <a:lnTo>
                      <a:pt x="267672" y="122849"/>
                    </a:lnTo>
                    <a:lnTo>
                      <a:pt x="181637" y="84522"/>
                    </a:lnTo>
                    <a:lnTo>
                      <a:pt x="97716" y="43597"/>
                    </a:lnTo>
                    <a:lnTo>
                      <a:pt x="89263" y="44666"/>
                    </a:lnTo>
                    <a:cubicBezTo>
                      <a:pt x="88653" y="44710"/>
                      <a:pt x="88003" y="44666"/>
                      <a:pt x="87474" y="44514"/>
                    </a:cubicBezTo>
                    <a:lnTo>
                      <a:pt x="79712" y="42265"/>
                    </a:lnTo>
                    <a:cubicBezTo>
                      <a:pt x="79265" y="42200"/>
                      <a:pt x="78940" y="42047"/>
                      <a:pt x="78574" y="41894"/>
                    </a:cubicBezTo>
                    <a:lnTo>
                      <a:pt x="74632" y="39712"/>
                    </a:lnTo>
                    <a:lnTo>
                      <a:pt x="10380" y="7256"/>
                    </a:lnTo>
                    <a:lnTo>
                      <a:pt x="8958" y="6252"/>
                    </a:lnTo>
                    <a:lnTo>
                      <a:pt x="4122" y="4113"/>
                    </a:lnTo>
                    <a:lnTo>
                      <a:pt x="789" y="2454"/>
                    </a:lnTo>
                    <a:cubicBezTo>
                      <a:pt x="-186" y="1930"/>
                      <a:pt x="-308" y="1013"/>
                      <a:pt x="708" y="424"/>
                    </a:cubicBezTo>
                    <a:cubicBezTo>
                      <a:pt x="1643" y="-100"/>
                      <a:pt x="3228" y="-165"/>
                      <a:pt x="4284" y="380"/>
                    </a:cubicBezTo>
                    <a:lnTo>
                      <a:pt x="81785" y="39646"/>
                    </a:lnTo>
                    <a:lnTo>
                      <a:pt x="82679" y="39799"/>
                    </a:lnTo>
                    <a:lnTo>
                      <a:pt x="89181" y="41763"/>
                    </a:lnTo>
                    <a:lnTo>
                      <a:pt x="97919" y="40650"/>
                    </a:lnTo>
                    <a:cubicBezTo>
                      <a:pt x="98691" y="40585"/>
                      <a:pt x="99545" y="40694"/>
                      <a:pt x="100154" y="40978"/>
                    </a:cubicBezTo>
                    <a:lnTo>
                      <a:pt x="184970" y="82383"/>
                    </a:lnTo>
                    <a:lnTo>
                      <a:pt x="270883" y="120579"/>
                    </a:lnTo>
                    <a:lnTo>
                      <a:pt x="333997" y="147491"/>
                    </a:lnTo>
                    <a:cubicBezTo>
                      <a:pt x="335094" y="147906"/>
                      <a:pt x="335297" y="148823"/>
                      <a:pt x="334444" y="149477"/>
                    </a:cubicBezTo>
                    <a:cubicBezTo>
                      <a:pt x="333956" y="149805"/>
                      <a:pt x="333225" y="150001"/>
                      <a:pt x="332412" y="15000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5" name="Freeform: Shape 744">
                <a:extLst>
                  <a:ext uri="{FF2B5EF4-FFF2-40B4-BE49-F238E27FC236}">
                    <a16:creationId xmlns:a16="http://schemas.microsoft.com/office/drawing/2014/main" id="{469B0477-47CC-434A-ABE9-E275D87C8B8F}"/>
                  </a:ext>
                </a:extLst>
              </p:cNvPr>
              <p:cNvSpPr/>
              <p:nvPr/>
            </p:nvSpPr>
            <p:spPr>
              <a:xfrm>
                <a:off x="373764" y="5714556"/>
                <a:ext cx="350944" cy="18456"/>
              </a:xfrm>
              <a:custGeom>
                <a:avLst/>
                <a:gdLst>
                  <a:gd name="connsiteX0" fmla="*/ 2521 w 350944"/>
                  <a:gd name="connsiteY0" fmla="*/ 18456 h 18456"/>
                  <a:gd name="connsiteX1" fmla="*/ 1 w 350944"/>
                  <a:gd name="connsiteY1" fmla="*/ 17125 h 18456"/>
                  <a:gd name="connsiteX2" fmla="*/ 2399 w 350944"/>
                  <a:gd name="connsiteY2" fmla="*/ 15641 h 18456"/>
                  <a:gd name="connsiteX3" fmla="*/ 73560 w 350944"/>
                  <a:gd name="connsiteY3" fmla="*/ 13349 h 18456"/>
                  <a:gd name="connsiteX4" fmla="*/ 169836 w 350944"/>
                  <a:gd name="connsiteY4" fmla="*/ 9398 h 18456"/>
                  <a:gd name="connsiteX5" fmla="*/ 273468 w 350944"/>
                  <a:gd name="connsiteY5" fmla="*/ 6365 h 18456"/>
                  <a:gd name="connsiteX6" fmla="*/ 310775 w 350944"/>
                  <a:gd name="connsiteY6" fmla="*/ 2087 h 18456"/>
                  <a:gd name="connsiteX7" fmla="*/ 348164 w 350944"/>
                  <a:gd name="connsiteY7" fmla="*/ 13 h 18456"/>
                  <a:gd name="connsiteX8" fmla="*/ 350928 w 350944"/>
                  <a:gd name="connsiteY8" fmla="*/ 1301 h 18456"/>
                  <a:gd name="connsiteX9" fmla="*/ 348652 w 350944"/>
                  <a:gd name="connsiteY9" fmla="*/ 2785 h 18456"/>
                  <a:gd name="connsiteX10" fmla="*/ 311547 w 350944"/>
                  <a:gd name="connsiteY10" fmla="*/ 4859 h 18456"/>
                  <a:gd name="connsiteX11" fmla="*/ 274077 w 350944"/>
                  <a:gd name="connsiteY11" fmla="*/ 9115 h 18456"/>
                  <a:gd name="connsiteX12" fmla="*/ 170161 w 350944"/>
                  <a:gd name="connsiteY12" fmla="*/ 12214 h 18456"/>
                  <a:gd name="connsiteX13" fmla="*/ 73885 w 350944"/>
                  <a:gd name="connsiteY13" fmla="*/ 16165 h 18456"/>
                  <a:gd name="connsiteX14" fmla="*/ 2683 w 350944"/>
                  <a:gd name="connsiteY14" fmla="*/ 18456 h 18456"/>
                  <a:gd name="connsiteX15" fmla="*/ 2521 w 350944"/>
                  <a:gd name="connsiteY15" fmla="*/ 18456 h 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0944" h="18456">
                    <a:moveTo>
                      <a:pt x="2521" y="18456"/>
                    </a:moveTo>
                    <a:cubicBezTo>
                      <a:pt x="1180" y="18456"/>
                      <a:pt x="82" y="17867"/>
                      <a:pt x="1" y="17125"/>
                    </a:cubicBezTo>
                    <a:cubicBezTo>
                      <a:pt x="-39" y="16317"/>
                      <a:pt x="977" y="15685"/>
                      <a:pt x="2399" y="15641"/>
                    </a:cubicBezTo>
                    <a:lnTo>
                      <a:pt x="73560" y="13349"/>
                    </a:lnTo>
                    <a:lnTo>
                      <a:pt x="169836" y="9398"/>
                    </a:lnTo>
                    <a:lnTo>
                      <a:pt x="273468" y="6365"/>
                    </a:lnTo>
                    <a:lnTo>
                      <a:pt x="310775" y="2087"/>
                    </a:lnTo>
                    <a:lnTo>
                      <a:pt x="348164" y="13"/>
                    </a:lnTo>
                    <a:cubicBezTo>
                      <a:pt x="349383" y="-96"/>
                      <a:pt x="350765" y="493"/>
                      <a:pt x="350928" y="1301"/>
                    </a:cubicBezTo>
                    <a:cubicBezTo>
                      <a:pt x="351090" y="2043"/>
                      <a:pt x="350034" y="2741"/>
                      <a:pt x="348652" y="2785"/>
                    </a:cubicBezTo>
                    <a:lnTo>
                      <a:pt x="311547" y="4859"/>
                    </a:lnTo>
                    <a:lnTo>
                      <a:pt x="274077" y="9115"/>
                    </a:lnTo>
                    <a:lnTo>
                      <a:pt x="170161" y="12214"/>
                    </a:lnTo>
                    <a:lnTo>
                      <a:pt x="73885" y="16165"/>
                    </a:lnTo>
                    <a:lnTo>
                      <a:pt x="2683" y="18456"/>
                    </a:lnTo>
                    <a:lnTo>
                      <a:pt x="2521" y="1845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6" name="Freeform: Shape 745">
                <a:extLst>
                  <a:ext uri="{FF2B5EF4-FFF2-40B4-BE49-F238E27FC236}">
                    <a16:creationId xmlns:a16="http://schemas.microsoft.com/office/drawing/2014/main" id="{65987F51-51D4-4E02-A046-9226F6D3FC67}"/>
                  </a:ext>
                </a:extLst>
              </p:cNvPr>
              <p:cNvSpPr/>
              <p:nvPr/>
            </p:nvSpPr>
            <p:spPr>
              <a:xfrm>
                <a:off x="0" y="5711644"/>
                <a:ext cx="720182" cy="29313"/>
              </a:xfrm>
              <a:custGeom>
                <a:avLst/>
                <a:gdLst>
                  <a:gd name="connsiteX0" fmla="*/ 717743 w 720182"/>
                  <a:gd name="connsiteY0" fmla="*/ 2772 h 29313"/>
                  <a:gd name="connsiteX1" fmla="*/ 619801 w 720182"/>
                  <a:gd name="connsiteY1" fmla="*/ 0 h 29313"/>
                  <a:gd name="connsiteX2" fmla="*/ 517632 w 720182"/>
                  <a:gd name="connsiteY2" fmla="*/ 6133 h 29313"/>
                  <a:gd name="connsiteX3" fmla="*/ 415341 w 720182"/>
                  <a:gd name="connsiteY3" fmla="*/ 9385 h 29313"/>
                  <a:gd name="connsiteX4" fmla="*/ 313212 w 720182"/>
                  <a:gd name="connsiteY4" fmla="*/ 15671 h 29313"/>
                  <a:gd name="connsiteX5" fmla="*/ 211165 w 720182"/>
                  <a:gd name="connsiteY5" fmla="*/ 20037 h 29313"/>
                  <a:gd name="connsiteX6" fmla="*/ 7234 w 720182"/>
                  <a:gd name="connsiteY6" fmla="*/ 26476 h 29313"/>
                  <a:gd name="connsiteX7" fmla="*/ 0 w 720182"/>
                  <a:gd name="connsiteY7" fmla="*/ 26432 h 29313"/>
                  <a:gd name="connsiteX8" fmla="*/ 0 w 720182"/>
                  <a:gd name="connsiteY8" fmla="*/ 29248 h 29313"/>
                  <a:gd name="connsiteX9" fmla="*/ 7396 w 720182"/>
                  <a:gd name="connsiteY9" fmla="*/ 29313 h 29313"/>
                  <a:gd name="connsiteX10" fmla="*/ 211531 w 720182"/>
                  <a:gd name="connsiteY10" fmla="*/ 22852 h 29313"/>
                  <a:gd name="connsiteX11" fmla="*/ 313741 w 720182"/>
                  <a:gd name="connsiteY11" fmla="*/ 18487 h 29313"/>
                  <a:gd name="connsiteX12" fmla="*/ 415828 w 720182"/>
                  <a:gd name="connsiteY12" fmla="*/ 12157 h 29313"/>
                  <a:gd name="connsiteX13" fmla="*/ 518119 w 720182"/>
                  <a:gd name="connsiteY13" fmla="*/ 8949 h 29313"/>
                  <a:gd name="connsiteX14" fmla="*/ 619963 w 720182"/>
                  <a:gd name="connsiteY14" fmla="*/ 2816 h 29313"/>
                  <a:gd name="connsiteX15" fmla="*/ 717499 w 720182"/>
                  <a:gd name="connsiteY15" fmla="*/ 5588 h 29313"/>
                  <a:gd name="connsiteX16" fmla="*/ 720181 w 720182"/>
                  <a:gd name="connsiteY16" fmla="*/ 4256 h 29313"/>
                  <a:gd name="connsiteX17" fmla="*/ 717743 w 720182"/>
                  <a:gd name="connsiteY17" fmla="*/ 2772 h 29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20182" h="29313">
                    <a:moveTo>
                      <a:pt x="717743" y="2772"/>
                    </a:moveTo>
                    <a:lnTo>
                      <a:pt x="619801" y="0"/>
                    </a:lnTo>
                    <a:lnTo>
                      <a:pt x="517632" y="6133"/>
                    </a:lnTo>
                    <a:lnTo>
                      <a:pt x="415341" y="9385"/>
                    </a:lnTo>
                    <a:lnTo>
                      <a:pt x="313212" y="15671"/>
                    </a:lnTo>
                    <a:lnTo>
                      <a:pt x="211165" y="20037"/>
                    </a:lnTo>
                    <a:lnTo>
                      <a:pt x="7234" y="26476"/>
                    </a:lnTo>
                    <a:lnTo>
                      <a:pt x="0" y="26432"/>
                    </a:lnTo>
                    <a:lnTo>
                      <a:pt x="0" y="29248"/>
                    </a:lnTo>
                    <a:lnTo>
                      <a:pt x="7396" y="29313"/>
                    </a:lnTo>
                    <a:lnTo>
                      <a:pt x="211531" y="22852"/>
                    </a:lnTo>
                    <a:lnTo>
                      <a:pt x="313741" y="18487"/>
                    </a:lnTo>
                    <a:lnTo>
                      <a:pt x="415828" y="12157"/>
                    </a:lnTo>
                    <a:lnTo>
                      <a:pt x="518119" y="8949"/>
                    </a:lnTo>
                    <a:lnTo>
                      <a:pt x="619963" y="2816"/>
                    </a:lnTo>
                    <a:lnTo>
                      <a:pt x="717499" y="5588"/>
                    </a:lnTo>
                    <a:cubicBezTo>
                      <a:pt x="719044" y="5653"/>
                      <a:pt x="720060" y="5064"/>
                      <a:pt x="720181" y="4256"/>
                    </a:cubicBezTo>
                    <a:cubicBezTo>
                      <a:pt x="720222" y="3449"/>
                      <a:pt x="719206" y="2816"/>
                      <a:pt x="717743" y="27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7" name="Freeform: Shape 746">
                <a:extLst>
                  <a:ext uri="{FF2B5EF4-FFF2-40B4-BE49-F238E27FC236}">
                    <a16:creationId xmlns:a16="http://schemas.microsoft.com/office/drawing/2014/main" id="{A99B0FAD-4C01-4896-B6EC-2FAB43D023E2}"/>
                  </a:ext>
                </a:extLst>
              </p:cNvPr>
              <p:cNvSpPr/>
              <p:nvPr/>
            </p:nvSpPr>
            <p:spPr>
              <a:xfrm>
                <a:off x="0" y="5707475"/>
                <a:ext cx="779032" cy="19381"/>
              </a:xfrm>
              <a:custGeom>
                <a:avLst/>
                <a:gdLst>
                  <a:gd name="connsiteX0" fmla="*/ 776346 w 779032"/>
                  <a:gd name="connsiteY0" fmla="*/ 6723 h 19381"/>
                  <a:gd name="connsiteX1" fmla="*/ 736803 w 779032"/>
                  <a:gd name="connsiteY1" fmla="*/ 7792 h 19381"/>
                  <a:gd name="connsiteX2" fmla="*/ 657515 w 779032"/>
                  <a:gd name="connsiteY2" fmla="*/ 3841 h 19381"/>
                  <a:gd name="connsiteX3" fmla="*/ 555752 w 779032"/>
                  <a:gd name="connsiteY3" fmla="*/ 0 h 19381"/>
                  <a:gd name="connsiteX4" fmla="*/ 454355 w 779032"/>
                  <a:gd name="connsiteY4" fmla="*/ 5588 h 19381"/>
                  <a:gd name="connsiteX5" fmla="*/ 352796 w 779032"/>
                  <a:gd name="connsiteY5" fmla="*/ 7181 h 19381"/>
                  <a:gd name="connsiteX6" fmla="*/ 251399 w 779032"/>
                  <a:gd name="connsiteY6" fmla="*/ 11655 h 19381"/>
                  <a:gd name="connsiteX7" fmla="*/ 150084 w 779032"/>
                  <a:gd name="connsiteY7" fmla="*/ 15017 h 19381"/>
                  <a:gd name="connsiteX8" fmla="*/ 48890 w 779032"/>
                  <a:gd name="connsiteY8" fmla="*/ 16566 h 19381"/>
                  <a:gd name="connsiteX9" fmla="*/ 0 w 779032"/>
                  <a:gd name="connsiteY9" fmla="*/ 16457 h 19381"/>
                  <a:gd name="connsiteX10" fmla="*/ 0 w 779032"/>
                  <a:gd name="connsiteY10" fmla="*/ 19273 h 19381"/>
                  <a:gd name="connsiteX11" fmla="*/ 48971 w 779032"/>
                  <a:gd name="connsiteY11" fmla="*/ 19382 h 19381"/>
                  <a:gd name="connsiteX12" fmla="*/ 150368 w 779032"/>
                  <a:gd name="connsiteY12" fmla="*/ 17832 h 19381"/>
                  <a:gd name="connsiteX13" fmla="*/ 251765 w 779032"/>
                  <a:gd name="connsiteY13" fmla="*/ 14471 h 19381"/>
                  <a:gd name="connsiteX14" fmla="*/ 353121 w 779032"/>
                  <a:gd name="connsiteY14" fmla="*/ 9931 h 19381"/>
                  <a:gd name="connsiteX15" fmla="*/ 454721 w 779032"/>
                  <a:gd name="connsiteY15" fmla="*/ 8338 h 19381"/>
                  <a:gd name="connsiteX16" fmla="*/ 555833 w 779032"/>
                  <a:gd name="connsiteY16" fmla="*/ 2794 h 19381"/>
                  <a:gd name="connsiteX17" fmla="*/ 657149 w 779032"/>
                  <a:gd name="connsiteY17" fmla="*/ 6635 h 19381"/>
                  <a:gd name="connsiteX18" fmla="*/ 736722 w 779032"/>
                  <a:gd name="connsiteY18" fmla="*/ 10520 h 19381"/>
                  <a:gd name="connsiteX19" fmla="*/ 776590 w 779032"/>
                  <a:gd name="connsiteY19" fmla="*/ 9451 h 19381"/>
                  <a:gd name="connsiteX20" fmla="*/ 779028 w 779032"/>
                  <a:gd name="connsiteY20" fmla="*/ 8010 h 19381"/>
                  <a:gd name="connsiteX21" fmla="*/ 776346 w 779032"/>
                  <a:gd name="connsiteY21" fmla="*/ 6679 h 1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79032" h="19381">
                    <a:moveTo>
                      <a:pt x="776346" y="6723"/>
                    </a:moveTo>
                    <a:lnTo>
                      <a:pt x="736803" y="7792"/>
                    </a:lnTo>
                    <a:lnTo>
                      <a:pt x="657515" y="3841"/>
                    </a:lnTo>
                    <a:lnTo>
                      <a:pt x="555752" y="0"/>
                    </a:lnTo>
                    <a:lnTo>
                      <a:pt x="454355" y="5588"/>
                    </a:lnTo>
                    <a:lnTo>
                      <a:pt x="352796" y="7181"/>
                    </a:lnTo>
                    <a:lnTo>
                      <a:pt x="251399" y="11655"/>
                    </a:lnTo>
                    <a:lnTo>
                      <a:pt x="150084" y="15017"/>
                    </a:lnTo>
                    <a:lnTo>
                      <a:pt x="48890" y="16566"/>
                    </a:lnTo>
                    <a:lnTo>
                      <a:pt x="0" y="16457"/>
                    </a:lnTo>
                    <a:lnTo>
                      <a:pt x="0" y="19273"/>
                    </a:lnTo>
                    <a:lnTo>
                      <a:pt x="48971" y="19382"/>
                    </a:lnTo>
                    <a:lnTo>
                      <a:pt x="150368" y="17832"/>
                    </a:lnTo>
                    <a:lnTo>
                      <a:pt x="251765" y="14471"/>
                    </a:lnTo>
                    <a:lnTo>
                      <a:pt x="353121" y="9931"/>
                    </a:lnTo>
                    <a:lnTo>
                      <a:pt x="454721" y="8338"/>
                    </a:lnTo>
                    <a:lnTo>
                      <a:pt x="555833" y="2794"/>
                    </a:lnTo>
                    <a:lnTo>
                      <a:pt x="657149" y="6635"/>
                    </a:lnTo>
                    <a:lnTo>
                      <a:pt x="736722" y="10520"/>
                    </a:lnTo>
                    <a:lnTo>
                      <a:pt x="776590" y="9451"/>
                    </a:lnTo>
                    <a:cubicBezTo>
                      <a:pt x="778012" y="9451"/>
                      <a:pt x="779109" y="8752"/>
                      <a:pt x="779028" y="8010"/>
                    </a:cubicBezTo>
                    <a:cubicBezTo>
                      <a:pt x="778988" y="7225"/>
                      <a:pt x="777972" y="6570"/>
                      <a:pt x="776346" y="667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8" name="Freeform: Shape 747">
                <a:extLst>
                  <a:ext uri="{FF2B5EF4-FFF2-40B4-BE49-F238E27FC236}">
                    <a16:creationId xmlns:a16="http://schemas.microsoft.com/office/drawing/2014/main" id="{69020F7C-672E-4CD7-8392-08D3A57AAD32}"/>
                  </a:ext>
                </a:extLst>
              </p:cNvPr>
              <p:cNvSpPr/>
              <p:nvPr/>
            </p:nvSpPr>
            <p:spPr>
              <a:xfrm>
                <a:off x="10434941" y="6019786"/>
                <a:ext cx="1757099" cy="75939"/>
              </a:xfrm>
              <a:custGeom>
                <a:avLst/>
                <a:gdLst>
                  <a:gd name="connsiteX0" fmla="*/ 1757059 w 1757099"/>
                  <a:gd name="connsiteY0" fmla="*/ 65026 h 75939"/>
                  <a:gd name="connsiteX1" fmla="*/ 1709347 w 1757099"/>
                  <a:gd name="connsiteY1" fmla="*/ 68693 h 75939"/>
                  <a:gd name="connsiteX2" fmla="*/ 1607829 w 1757099"/>
                  <a:gd name="connsiteY2" fmla="*/ 73124 h 75939"/>
                  <a:gd name="connsiteX3" fmla="*/ 1200941 w 1757099"/>
                  <a:gd name="connsiteY3" fmla="*/ 72491 h 75939"/>
                  <a:gd name="connsiteX4" fmla="*/ 1167007 w 1757099"/>
                  <a:gd name="connsiteY4" fmla="*/ 66903 h 75939"/>
                  <a:gd name="connsiteX5" fmla="*/ 1166315 w 1757099"/>
                  <a:gd name="connsiteY5" fmla="*/ 66838 h 75939"/>
                  <a:gd name="connsiteX6" fmla="*/ 1065610 w 1757099"/>
                  <a:gd name="connsiteY6" fmla="*/ 66685 h 75939"/>
                  <a:gd name="connsiteX7" fmla="*/ 1032854 w 1757099"/>
                  <a:gd name="connsiteY7" fmla="*/ 61206 h 75939"/>
                  <a:gd name="connsiteX8" fmla="*/ 1032082 w 1757099"/>
                  <a:gd name="connsiteY8" fmla="*/ 61141 h 75939"/>
                  <a:gd name="connsiteX9" fmla="*/ 932189 w 1757099"/>
                  <a:gd name="connsiteY9" fmla="*/ 60988 h 75939"/>
                  <a:gd name="connsiteX10" fmla="*/ 776009 w 1757099"/>
                  <a:gd name="connsiteY10" fmla="*/ 34185 h 75939"/>
                  <a:gd name="connsiteX11" fmla="*/ 775318 w 1757099"/>
                  <a:gd name="connsiteY11" fmla="*/ 34141 h 75939"/>
                  <a:gd name="connsiteX12" fmla="*/ 484214 w 1757099"/>
                  <a:gd name="connsiteY12" fmla="*/ 33727 h 75939"/>
                  <a:gd name="connsiteX13" fmla="*/ 386881 w 1757099"/>
                  <a:gd name="connsiteY13" fmla="*/ 26000 h 75939"/>
                  <a:gd name="connsiteX14" fmla="*/ 289345 w 1757099"/>
                  <a:gd name="connsiteY14" fmla="*/ 18601 h 75939"/>
                  <a:gd name="connsiteX15" fmla="*/ 210463 w 1757099"/>
                  <a:gd name="connsiteY15" fmla="*/ 15829 h 75939"/>
                  <a:gd name="connsiteX16" fmla="*/ 195792 w 1757099"/>
                  <a:gd name="connsiteY16" fmla="*/ 16091 h 75939"/>
                  <a:gd name="connsiteX17" fmla="*/ 171489 w 1757099"/>
                  <a:gd name="connsiteY17" fmla="*/ 15567 h 75939"/>
                  <a:gd name="connsiteX18" fmla="*/ 147959 w 1757099"/>
                  <a:gd name="connsiteY18" fmla="*/ 13603 h 75939"/>
                  <a:gd name="connsiteX19" fmla="*/ 145683 w 1757099"/>
                  <a:gd name="connsiteY19" fmla="*/ 13537 h 75939"/>
                  <a:gd name="connsiteX20" fmla="*/ 143691 w 1757099"/>
                  <a:gd name="connsiteY20" fmla="*/ 13908 h 75939"/>
                  <a:gd name="connsiteX21" fmla="*/ 141903 w 1757099"/>
                  <a:gd name="connsiteY21" fmla="*/ 14978 h 75939"/>
                  <a:gd name="connsiteX22" fmla="*/ 79195 w 1757099"/>
                  <a:gd name="connsiteY22" fmla="*/ 7208 h 75939"/>
                  <a:gd name="connsiteX23" fmla="*/ 69971 w 1757099"/>
                  <a:gd name="connsiteY23" fmla="*/ 5549 h 75939"/>
                  <a:gd name="connsiteX24" fmla="*/ 69076 w 1757099"/>
                  <a:gd name="connsiteY24" fmla="*/ 5483 h 75939"/>
                  <a:gd name="connsiteX25" fmla="*/ 61923 w 1757099"/>
                  <a:gd name="connsiteY25" fmla="*/ 5592 h 75939"/>
                  <a:gd name="connsiteX26" fmla="*/ 54568 w 1757099"/>
                  <a:gd name="connsiteY26" fmla="*/ 5418 h 75939"/>
                  <a:gd name="connsiteX27" fmla="*/ 2995 w 1757099"/>
                  <a:gd name="connsiteY27" fmla="*/ 27 h 75939"/>
                  <a:gd name="connsiteX28" fmla="*/ 29 w 1757099"/>
                  <a:gd name="connsiteY28" fmla="*/ 1140 h 75939"/>
                  <a:gd name="connsiteX29" fmla="*/ 2101 w 1757099"/>
                  <a:gd name="connsiteY29" fmla="*/ 2799 h 75939"/>
                  <a:gd name="connsiteX30" fmla="*/ 53999 w 1757099"/>
                  <a:gd name="connsiteY30" fmla="*/ 8233 h 75939"/>
                  <a:gd name="connsiteX31" fmla="*/ 61923 w 1757099"/>
                  <a:gd name="connsiteY31" fmla="*/ 8386 h 75939"/>
                  <a:gd name="connsiteX32" fmla="*/ 68792 w 1757099"/>
                  <a:gd name="connsiteY32" fmla="*/ 8277 h 75939"/>
                  <a:gd name="connsiteX33" fmla="*/ 75823 w 1757099"/>
                  <a:gd name="connsiteY33" fmla="*/ 9652 h 75939"/>
                  <a:gd name="connsiteX34" fmla="*/ 126947 w 1757099"/>
                  <a:gd name="connsiteY34" fmla="*/ 16004 h 75939"/>
                  <a:gd name="connsiteX35" fmla="*/ 142146 w 1757099"/>
                  <a:gd name="connsiteY35" fmla="*/ 17815 h 75939"/>
                  <a:gd name="connsiteX36" fmla="*/ 144504 w 1757099"/>
                  <a:gd name="connsiteY36" fmla="*/ 17444 h 75939"/>
                  <a:gd name="connsiteX37" fmla="*/ 146495 w 1757099"/>
                  <a:gd name="connsiteY37" fmla="*/ 16331 h 75939"/>
                  <a:gd name="connsiteX38" fmla="*/ 171001 w 1757099"/>
                  <a:gd name="connsiteY38" fmla="*/ 18317 h 75939"/>
                  <a:gd name="connsiteX39" fmla="*/ 195792 w 1757099"/>
                  <a:gd name="connsiteY39" fmla="*/ 18907 h 75939"/>
                  <a:gd name="connsiteX40" fmla="*/ 210381 w 1757099"/>
                  <a:gd name="connsiteY40" fmla="*/ 18645 h 75939"/>
                  <a:gd name="connsiteX41" fmla="*/ 288857 w 1757099"/>
                  <a:gd name="connsiteY41" fmla="*/ 21351 h 75939"/>
                  <a:gd name="connsiteX42" fmla="*/ 386190 w 1757099"/>
                  <a:gd name="connsiteY42" fmla="*/ 28772 h 75939"/>
                  <a:gd name="connsiteX43" fmla="*/ 483848 w 1757099"/>
                  <a:gd name="connsiteY43" fmla="*/ 36542 h 75939"/>
                  <a:gd name="connsiteX44" fmla="*/ 774953 w 1757099"/>
                  <a:gd name="connsiteY44" fmla="*/ 36957 h 75939"/>
                  <a:gd name="connsiteX45" fmla="*/ 931010 w 1757099"/>
                  <a:gd name="connsiteY45" fmla="*/ 63716 h 75939"/>
                  <a:gd name="connsiteX46" fmla="*/ 931823 w 1757099"/>
                  <a:gd name="connsiteY46" fmla="*/ 63826 h 75939"/>
                  <a:gd name="connsiteX47" fmla="*/ 1031716 w 1757099"/>
                  <a:gd name="connsiteY47" fmla="*/ 63978 h 75939"/>
                  <a:gd name="connsiteX48" fmla="*/ 1064554 w 1757099"/>
                  <a:gd name="connsiteY48" fmla="*/ 69457 h 75939"/>
                  <a:gd name="connsiteX49" fmla="*/ 1065244 w 1757099"/>
                  <a:gd name="connsiteY49" fmla="*/ 69500 h 75939"/>
                  <a:gd name="connsiteX50" fmla="*/ 1165950 w 1757099"/>
                  <a:gd name="connsiteY50" fmla="*/ 69675 h 75939"/>
                  <a:gd name="connsiteX51" fmla="*/ 1199884 w 1757099"/>
                  <a:gd name="connsiteY51" fmla="*/ 75263 h 75939"/>
                  <a:gd name="connsiteX52" fmla="*/ 1200575 w 1757099"/>
                  <a:gd name="connsiteY52" fmla="*/ 75306 h 75939"/>
                  <a:gd name="connsiteX53" fmla="*/ 1608073 w 1757099"/>
                  <a:gd name="connsiteY53" fmla="*/ 75939 h 75939"/>
                  <a:gd name="connsiteX54" fmla="*/ 1709875 w 1757099"/>
                  <a:gd name="connsiteY54" fmla="*/ 71508 h 75939"/>
                  <a:gd name="connsiteX55" fmla="*/ 1757099 w 1757099"/>
                  <a:gd name="connsiteY55" fmla="*/ 67820 h 75939"/>
                  <a:gd name="connsiteX56" fmla="*/ 1757099 w 1757099"/>
                  <a:gd name="connsiteY56" fmla="*/ 65004 h 75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757099" h="75939">
                    <a:moveTo>
                      <a:pt x="1757059" y="65026"/>
                    </a:moveTo>
                    <a:lnTo>
                      <a:pt x="1709347" y="68693"/>
                    </a:lnTo>
                    <a:lnTo>
                      <a:pt x="1607829" y="73124"/>
                    </a:lnTo>
                    <a:lnTo>
                      <a:pt x="1200941" y="72491"/>
                    </a:lnTo>
                    <a:lnTo>
                      <a:pt x="1167007" y="66903"/>
                    </a:lnTo>
                    <a:cubicBezTo>
                      <a:pt x="1167007" y="66903"/>
                      <a:pt x="1166519" y="66838"/>
                      <a:pt x="1166315" y="66838"/>
                    </a:cubicBezTo>
                    <a:lnTo>
                      <a:pt x="1065610" y="66685"/>
                    </a:lnTo>
                    <a:lnTo>
                      <a:pt x="1032854" y="61206"/>
                    </a:lnTo>
                    <a:cubicBezTo>
                      <a:pt x="1032529" y="61141"/>
                      <a:pt x="1032366" y="61141"/>
                      <a:pt x="1032082" y="61141"/>
                    </a:cubicBezTo>
                    <a:lnTo>
                      <a:pt x="932189" y="60988"/>
                    </a:lnTo>
                    <a:lnTo>
                      <a:pt x="776009" y="34185"/>
                    </a:lnTo>
                    <a:cubicBezTo>
                      <a:pt x="776009" y="34185"/>
                      <a:pt x="775521" y="34141"/>
                      <a:pt x="775318" y="34141"/>
                    </a:cubicBezTo>
                    <a:lnTo>
                      <a:pt x="484214" y="33727"/>
                    </a:lnTo>
                    <a:lnTo>
                      <a:pt x="386881" y="26000"/>
                    </a:lnTo>
                    <a:lnTo>
                      <a:pt x="289345" y="18601"/>
                    </a:lnTo>
                    <a:lnTo>
                      <a:pt x="210463" y="15829"/>
                    </a:lnTo>
                    <a:lnTo>
                      <a:pt x="195792" y="16091"/>
                    </a:lnTo>
                    <a:lnTo>
                      <a:pt x="171489" y="15567"/>
                    </a:lnTo>
                    <a:lnTo>
                      <a:pt x="147959" y="13603"/>
                    </a:lnTo>
                    <a:lnTo>
                      <a:pt x="145683" y="13537"/>
                    </a:lnTo>
                    <a:cubicBezTo>
                      <a:pt x="144911" y="13494"/>
                      <a:pt x="144301" y="13646"/>
                      <a:pt x="143691" y="13908"/>
                    </a:cubicBezTo>
                    <a:lnTo>
                      <a:pt x="141903" y="14978"/>
                    </a:lnTo>
                    <a:lnTo>
                      <a:pt x="79195" y="7208"/>
                    </a:lnTo>
                    <a:lnTo>
                      <a:pt x="69971" y="5549"/>
                    </a:lnTo>
                    <a:cubicBezTo>
                      <a:pt x="69686" y="5483"/>
                      <a:pt x="69361" y="5483"/>
                      <a:pt x="69076" y="5483"/>
                    </a:cubicBezTo>
                    <a:lnTo>
                      <a:pt x="61923" y="5592"/>
                    </a:lnTo>
                    <a:lnTo>
                      <a:pt x="54568" y="5418"/>
                    </a:lnTo>
                    <a:lnTo>
                      <a:pt x="2995" y="27"/>
                    </a:lnTo>
                    <a:cubicBezTo>
                      <a:pt x="1614" y="-126"/>
                      <a:pt x="313" y="398"/>
                      <a:pt x="29" y="1140"/>
                    </a:cubicBezTo>
                    <a:cubicBezTo>
                      <a:pt x="-174" y="1947"/>
                      <a:pt x="720" y="2689"/>
                      <a:pt x="2101" y="2799"/>
                    </a:cubicBezTo>
                    <a:lnTo>
                      <a:pt x="53999" y="8233"/>
                    </a:lnTo>
                    <a:lnTo>
                      <a:pt x="61923" y="8386"/>
                    </a:lnTo>
                    <a:lnTo>
                      <a:pt x="68792" y="8277"/>
                    </a:lnTo>
                    <a:lnTo>
                      <a:pt x="75823" y="9652"/>
                    </a:lnTo>
                    <a:lnTo>
                      <a:pt x="126947" y="16004"/>
                    </a:lnTo>
                    <a:lnTo>
                      <a:pt x="142146" y="17815"/>
                    </a:lnTo>
                    <a:cubicBezTo>
                      <a:pt x="143041" y="17924"/>
                      <a:pt x="143935" y="17815"/>
                      <a:pt x="144504" y="17444"/>
                    </a:cubicBezTo>
                    <a:lnTo>
                      <a:pt x="146495" y="16331"/>
                    </a:lnTo>
                    <a:lnTo>
                      <a:pt x="171001" y="18317"/>
                    </a:lnTo>
                    <a:lnTo>
                      <a:pt x="195792" y="18907"/>
                    </a:lnTo>
                    <a:lnTo>
                      <a:pt x="210381" y="18645"/>
                    </a:lnTo>
                    <a:lnTo>
                      <a:pt x="288857" y="21351"/>
                    </a:lnTo>
                    <a:lnTo>
                      <a:pt x="386190" y="28772"/>
                    </a:lnTo>
                    <a:lnTo>
                      <a:pt x="483848" y="36542"/>
                    </a:lnTo>
                    <a:lnTo>
                      <a:pt x="774953" y="36957"/>
                    </a:lnTo>
                    <a:lnTo>
                      <a:pt x="931010" y="63716"/>
                    </a:lnTo>
                    <a:cubicBezTo>
                      <a:pt x="931335" y="63782"/>
                      <a:pt x="931498" y="63826"/>
                      <a:pt x="931823" y="63826"/>
                    </a:cubicBezTo>
                    <a:lnTo>
                      <a:pt x="1031716" y="63978"/>
                    </a:lnTo>
                    <a:lnTo>
                      <a:pt x="1064554" y="69457"/>
                    </a:lnTo>
                    <a:cubicBezTo>
                      <a:pt x="1064554" y="69457"/>
                      <a:pt x="1065041" y="69500"/>
                      <a:pt x="1065244" y="69500"/>
                    </a:cubicBezTo>
                    <a:lnTo>
                      <a:pt x="1165950" y="69675"/>
                    </a:lnTo>
                    <a:lnTo>
                      <a:pt x="1199884" y="75263"/>
                    </a:lnTo>
                    <a:cubicBezTo>
                      <a:pt x="1199884" y="75263"/>
                      <a:pt x="1200372" y="75306"/>
                      <a:pt x="1200575" y="75306"/>
                    </a:cubicBezTo>
                    <a:lnTo>
                      <a:pt x="1608073" y="75939"/>
                    </a:lnTo>
                    <a:lnTo>
                      <a:pt x="1709875" y="71508"/>
                    </a:lnTo>
                    <a:lnTo>
                      <a:pt x="1757099" y="67820"/>
                    </a:lnTo>
                    <a:lnTo>
                      <a:pt x="1757099" y="6500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49" name="Freeform: Shape 748">
                <a:extLst>
                  <a:ext uri="{FF2B5EF4-FFF2-40B4-BE49-F238E27FC236}">
                    <a16:creationId xmlns:a16="http://schemas.microsoft.com/office/drawing/2014/main" id="{F2148682-5EEF-46C4-ACD4-DAB0C307787E}"/>
                  </a:ext>
                </a:extLst>
              </p:cNvPr>
              <p:cNvSpPr/>
              <p:nvPr/>
            </p:nvSpPr>
            <p:spPr>
              <a:xfrm>
                <a:off x="4265117" y="5538370"/>
                <a:ext cx="198939" cy="6562"/>
              </a:xfrm>
              <a:custGeom>
                <a:avLst/>
                <a:gdLst>
                  <a:gd name="connsiteX0" fmla="*/ 50281 w 198939"/>
                  <a:gd name="connsiteY0" fmla="*/ 6541 h 6562"/>
                  <a:gd name="connsiteX1" fmla="*/ 2367 w 198939"/>
                  <a:gd name="connsiteY1" fmla="*/ 4838 h 6562"/>
                  <a:gd name="connsiteX2" fmla="*/ 10 w 198939"/>
                  <a:gd name="connsiteY2" fmla="*/ 3354 h 6562"/>
                  <a:gd name="connsiteX3" fmla="*/ 2692 w 198939"/>
                  <a:gd name="connsiteY3" fmla="*/ 2022 h 6562"/>
                  <a:gd name="connsiteX4" fmla="*/ 50403 w 198939"/>
                  <a:gd name="connsiteY4" fmla="*/ 3725 h 6562"/>
                  <a:gd name="connsiteX5" fmla="*/ 120710 w 198939"/>
                  <a:gd name="connsiteY5" fmla="*/ 3026 h 6562"/>
                  <a:gd name="connsiteX6" fmla="*/ 191140 w 198939"/>
                  <a:gd name="connsiteY6" fmla="*/ 429 h 6562"/>
                  <a:gd name="connsiteX7" fmla="*/ 196016 w 198939"/>
                  <a:gd name="connsiteY7" fmla="*/ 14 h 6562"/>
                  <a:gd name="connsiteX8" fmla="*/ 198902 w 198939"/>
                  <a:gd name="connsiteY8" fmla="*/ 1171 h 6562"/>
                  <a:gd name="connsiteX9" fmla="*/ 196748 w 198939"/>
                  <a:gd name="connsiteY9" fmla="*/ 2765 h 6562"/>
                  <a:gd name="connsiteX10" fmla="*/ 191668 w 198939"/>
                  <a:gd name="connsiteY10" fmla="*/ 3201 h 6562"/>
                  <a:gd name="connsiteX11" fmla="*/ 120914 w 198939"/>
                  <a:gd name="connsiteY11" fmla="*/ 5864 h 6562"/>
                  <a:gd name="connsiteX12" fmla="*/ 50281 w 198939"/>
                  <a:gd name="connsiteY12" fmla="*/ 6562 h 6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939" h="6562">
                    <a:moveTo>
                      <a:pt x="50281" y="6541"/>
                    </a:moveTo>
                    <a:lnTo>
                      <a:pt x="2367" y="4838"/>
                    </a:lnTo>
                    <a:cubicBezTo>
                      <a:pt x="944" y="4794"/>
                      <a:pt x="-112" y="4096"/>
                      <a:pt x="10" y="3354"/>
                    </a:cubicBezTo>
                    <a:cubicBezTo>
                      <a:pt x="91" y="2546"/>
                      <a:pt x="1473" y="2022"/>
                      <a:pt x="2692" y="2022"/>
                    </a:cubicBezTo>
                    <a:lnTo>
                      <a:pt x="50403" y="3725"/>
                    </a:lnTo>
                    <a:lnTo>
                      <a:pt x="120710" y="3026"/>
                    </a:lnTo>
                    <a:lnTo>
                      <a:pt x="191140" y="429"/>
                    </a:lnTo>
                    <a:lnTo>
                      <a:pt x="196016" y="14"/>
                    </a:lnTo>
                    <a:cubicBezTo>
                      <a:pt x="197398" y="-95"/>
                      <a:pt x="198699" y="429"/>
                      <a:pt x="198902" y="1171"/>
                    </a:cubicBezTo>
                    <a:cubicBezTo>
                      <a:pt x="199146" y="1979"/>
                      <a:pt x="198170" y="2677"/>
                      <a:pt x="196748" y="2765"/>
                    </a:cubicBezTo>
                    <a:lnTo>
                      <a:pt x="191668" y="3201"/>
                    </a:lnTo>
                    <a:lnTo>
                      <a:pt x="120914" y="5864"/>
                    </a:lnTo>
                    <a:lnTo>
                      <a:pt x="50281" y="656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0" name="Freeform: Shape 749">
                <a:extLst>
                  <a:ext uri="{FF2B5EF4-FFF2-40B4-BE49-F238E27FC236}">
                    <a16:creationId xmlns:a16="http://schemas.microsoft.com/office/drawing/2014/main" id="{2D56CC79-E5DA-4678-8DC1-061B777818A7}"/>
                  </a:ext>
                </a:extLst>
              </p:cNvPr>
              <p:cNvSpPr/>
              <p:nvPr/>
            </p:nvSpPr>
            <p:spPr>
              <a:xfrm>
                <a:off x="10577872" y="6033297"/>
                <a:ext cx="1614127" cy="34272"/>
              </a:xfrm>
              <a:custGeom>
                <a:avLst/>
                <a:gdLst>
                  <a:gd name="connsiteX0" fmla="*/ 1614127 w 1614127"/>
                  <a:gd name="connsiteY0" fmla="*/ 2820 h 34272"/>
                  <a:gd name="connsiteX1" fmla="*/ 1553980 w 1614127"/>
                  <a:gd name="connsiteY1" fmla="*/ 6771 h 34272"/>
                  <a:gd name="connsiteX2" fmla="*/ 1454859 w 1614127"/>
                  <a:gd name="connsiteY2" fmla="*/ 14126 h 34272"/>
                  <a:gd name="connsiteX3" fmla="*/ 1419137 w 1614127"/>
                  <a:gd name="connsiteY3" fmla="*/ 7797 h 34272"/>
                  <a:gd name="connsiteX4" fmla="*/ 1418161 w 1614127"/>
                  <a:gd name="connsiteY4" fmla="*/ 7688 h 34272"/>
                  <a:gd name="connsiteX5" fmla="*/ 1319040 w 1614127"/>
                  <a:gd name="connsiteY5" fmla="*/ 13974 h 34272"/>
                  <a:gd name="connsiteX6" fmla="*/ 1220610 w 1614127"/>
                  <a:gd name="connsiteY6" fmla="*/ 20478 h 34272"/>
                  <a:gd name="connsiteX7" fmla="*/ 1186676 w 1614127"/>
                  <a:gd name="connsiteY7" fmla="*/ 13603 h 34272"/>
                  <a:gd name="connsiteX8" fmla="*/ 1185660 w 1614127"/>
                  <a:gd name="connsiteY8" fmla="*/ 13493 h 34272"/>
                  <a:gd name="connsiteX9" fmla="*/ 1086823 w 1614127"/>
                  <a:gd name="connsiteY9" fmla="*/ 17488 h 34272"/>
                  <a:gd name="connsiteX10" fmla="*/ 988921 w 1614127"/>
                  <a:gd name="connsiteY10" fmla="*/ 27462 h 34272"/>
                  <a:gd name="connsiteX11" fmla="*/ 890695 w 1614127"/>
                  <a:gd name="connsiteY11" fmla="*/ 31457 h 34272"/>
                  <a:gd name="connsiteX12" fmla="*/ 398544 w 1614127"/>
                  <a:gd name="connsiteY12" fmla="*/ 30715 h 34272"/>
                  <a:gd name="connsiteX13" fmla="*/ 300521 w 1614127"/>
                  <a:gd name="connsiteY13" fmla="*/ 29863 h 34272"/>
                  <a:gd name="connsiteX14" fmla="*/ 202009 w 1614127"/>
                  <a:gd name="connsiteY14" fmla="*/ 22246 h 34272"/>
                  <a:gd name="connsiteX15" fmla="*/ 128573 w 1614127"/>
                  <a:gd name="connsiteY15" fmla="*/ 17444 h 34272"/>
                  <a:gd name="connsiteX16" fmla="*/ 59810 w 1614127"/>
                  <a:gd name="connsiteY16" fmla="*/ 11267 h 34272"/>
                  <a:gd name="connsiteX17" fmla="*/ 32825 w 1614127"/>
                  <a:gd name="connsiteY17" fmla="*/ 2951 h 34272"/>
                  <a:gd name="connsiteX18" fmla="*/ 32053 w 1614127"/>
                  <a:gd name="connsiteY18" fmla="*/ 2798 h 34272"/>
                  <a:gd name="connsiteX19" fmla="*/ 2995 w 1614127"/>
                  <a:gd name="connsiteY19" fmla="*/ 26 h 34272"/>
                  <a:gd name="connsiteX20" fmla="*/ 29 w 1614127"/>
                  <a:gd name="connsiteY20" fmla="*/ 1205 h 34272"/>
                  <a:gd name="connsiteX21" fmla="*/ 2101 w 1614127"/>
                  <a:gd name="connsiteY21" fmla="*/ 2798 h 34272"/>
                  <a:gd name="connsiteX22" fmla="*/ 30793 w 1614127"/>
                  <a:gd name="connsiteY22" fmla="*/ 5527 h 34272"/>
                  <a:gd name="connsiteX23" fmla="*/ 57778 w 1614127"/>
                  <a:gd name="connsiteY23" fmla="*/ 13886 h 34272"/>
                  <a:gd name="connsiteX24" fmla="*/ 58591 w 1614127"/>
                  <a:gd name="connsiteY24" fmla="*/ 14039 h 34272"/>
                  <a:gd name="connsiteX25" fmla="*/ 127923 w 1614127"/>
                  <a:gd name="connsiteY25" fmla="*/ 20216 h 34272"/>
                  <a:gd name="connsiteX26" fmla="*/ 201440 w 1614127"/>
                  <a:gd name="connsiteY26" fmla="*/ 25018 h 34272"/>
                  <a:gd name="connsiteX27" fmla="*/ 300155 w 1614127"/>
                  <a:gd name="connsiteY27" fmla="*/ 32635 h 34272"/>
                  <a:gd name="connsiteX28" fmla="*/ 398464 w 1614127"/>
                  <a:gd name="connsiteY28" fmla="*/ 33530 h 34272"/>
                  <a:gd name="connsiteX29" fmla="*/ 890776 w 1614127"/>
                  <a:gd name="connsiteY29" fmla="*/ 34272 h 34272"/>
                  <a:gd name="connsiteX30" fmla="*/ 989491 w 1614127"/>
                  <a:gd name="connsiteY30" fmla="*/ 30234 h 34272"/>
                  <a:gd name="connsiteX31" fmla="*/ 1087433 w 1614127"/>
                  <a:gd name="connsiteY31" fmla="*/ 20325 h 34272"/>
                  <a:gd name="connsiteX32" fmla="*/ 1185457 w 1614127"/>
                  <a:gd name="connsiteY32" fmla="*/ 16331 h 34272"/>
                  <a:gd name="connsiteX33" fmla="*/ 1219392 w 1614127"/>
                  <a:gd name="connsiteY33" fmla="*/ 23250 h 34272"/>
                  <a:gd name="connsiteX34" fmla="*/ 1220610 w 1614127"/>
                  <a:gd name="connsiteY34" fmla="*/ 23294 h 34272"/>
                  <a:gd name="connsiteX35" fmla="*/ 1319609 w 1614127"/>
                  <a:gd name="connsiteY35" fmla="*/ 16789 h 34272"/>
                  <a:gd name="connsiteX36" fmla="*/ 1418121 w 1614127"/>
                  <a:gd name="connsiteY36" fmla="*/ 10547 h 34272"/>
                  <a:gd name="connsiteX37" fmla="*/ 1453721 w 1614127"/>
                  <a:gd name="connsiteY37" fmla="*/ 16898 h 34272"/>
                  <a:gd name="connsiteX38" fmla="*/ 1454900 w 1614127"/>
                  <a:gd name="connsiteY38" fmla="*/ 16942 h 34272"/>
                  <a:gd name="connsiteX39" fmla="*/ 1554631 w 1614127"/>
                  <a:gd name="connsiteY39" fmla="*/ 9543 h 34272"/>
                  <a:gd name="connsiteX40" fmla="*/ 1614046 w 1614127"/>
                  <a:gd name="connsiteY40" fmla="*/ 5701 h 34272"/>
                  <a:gd name="connsiteX41" fmla="*/ 1614046 w 1614127"/>
                  <a:gd name="connsiteY41" fmla="*/ 2820 h 3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14127" h="34272">
                    <a:moveTo>
                      <a:pt x="1614127" y="2820"/>
                    </a:moveTo>
                    <a:lnTo>
                      <a:pt x="1553980" y="6771"/>
                    </a:lnTo>
                    <a:lnTo>
                      <a:pt x="1454859" y="14126"/>
                    </a:lnTo>
                    <a:lnTo>
                      <a:pt x="1419137" y="7797"/>
                    </a:lnTo>
                    <a:cubicBezTo>
                      <a:pt x="1418852" y="7688"/>
                      <a:pt x="1418446" y="7688"/>
                      <a:pt x="1418161" y="7688"/>
                    </a:cubicBezTo>
                    <a:lnTo>
                      <a:pt x="1319040" y="13974"/>
                    </a:lnTo>
                    <a:lnTo>
                      <a:pt x="1220610" y="20478"/>
                    </a:lnTo>
                    <a:lnTo>
                      <a:pt x="1186676" y="13603"/>
                    </a:lnTo>
                    <a:cubicBezTo>
                      <a:pt x="1186351" y="13493"/>
                      <a:pt x="1186066" y="13450"/>
                      <a:pt x="1185660" y="13493"/>
                    </a:cubicBezTo>
                    <a:lnTo>
                      <a:pt x="1086823" y="17488"/>
                    </a:lnTo>
                    <a:lnTo>
                      <a:pt x="988921" y="27462"/>
                    </a:lnTo>
                    <a:lnTo>
                      <a:pt x="890695" y="31457"/>
                    </a:lnTo>
                    <a:lnTo>
                      <a:pt x="398544" y="30715"/>
                    </a:lnTo>
                    <a:lnTo>
                      <a:pt x="300521" y="29863"/>
                    </a:lnTo>
                    <a:lnTo>
                      <a:pt x="202009" y="22246"/>
                    </a:lnTo>
                    <a:lnTo>
                      <a:pt x="128573" y="17444"/>
                    </a:lnTo>
                    <a:lnTo>
                      <a:pt x="59810" y="11267"/>
                    </a:lnTo>
                    <a:lnTo>
                      <a:pt x="32825" y="2951"/>
                    </a:lnTo>
                    <a:cubicBezTo>
                      <a:pt x="32622" y="2842"/>
                      <a:pt x="32337" y="2798"/>
                      <a:pt x="32053" y="2798"/>
                    </a:cubicBezTo>
                    <a:lnTo>
                      <a:pt x="2995" y="26"/>
                    </a:lnTo>
                    <a:cubicBezTo>
                      <a:pt x="1613" y="-126"/>
                      <a:pt x="313" y="397"/>
                      <a:pt x="29" y="1205"/>
                    </a:cubicBezTo>
                    <a:cubicBezTo>
                      <a:pt x="-175" y="1947"/>
                      <a:pt x="719" y="2689"/>
                      <a:pt x="2101" y="2798"/>
                    </a:cubicBezTo>
                    <a:lnTo>
                      <a:pt x="30793" y="5527"/>
                    </a:lnTo>
                    <a:lnTo>
                      <a:pt x="57778" y="13886"/>
                    </a:lnTo>
                    <a:cubicBezTo>
                      <a:pt x="57778" y="13886"/>
                      <a:pt x="58265" y="13995"/>
                      <a:pt x="58591" y="14039"/>
                    </a:cubicBezTo>
                    <a:lnTo>
                      <a:pt x="127923" y="20216"/>
                    </a:lnTo>
                    <a:lnTo>
                      <a:pt x="201440" y="25018"/>
                    </a:lnTo>
                    <a:lnTo>
                      <a:pt x="300155" y="32635"/>
                    </a:lnTo>
                    <a:lnTo>
                      <a:pt x="398464" y="33530"/>
                    </a:lnTo>
                    <a:lnTo>
                      <a:pt x="890776" y="34272"/>
                    </a:lnTo>
                    <a:lnTo>
                      <a:pt x="989491" y="30234"/>
                    </a:lnTo>
                    <a:lnTo>
                      <a:pt x="1087433" y="20325"/>
                    </a:lnTo>
                    <a:lnTo>
                      <a:pt x="1185457" y="16331"/>
                    </a:lnTo>
                    <a:lnTo>
                      <a:pt x="1219392" y="23250"/>
                    </a:lnTo>
                    <a:cubicBezTo>
                      <a:pt x="1219797" y="23294"/>
                      <a:pt x="1220204" y="23359"/>
                      <a:pt x="1220610" y="23294"/>
                    </a:cubicBezTo>
                    <a:lnTo>
                      <a:pt x="1319609" y="16789"/>
                    </a:lnTo>
                    <a:lnTo>
                      <a:pt x="1418121" y="10547"/>
                    </a:lnTo>
                    <a:lnTo>
                      <a:pt x="1453721" y="16898"/>
                    </a:lnTo>
                    <a:cubicBezTo>
                      <a:pt x="1454127" y="16942"/>
                      <a:pt x="1454493" y="17008"/>
                      <a:pt x="1454900" y="16942"/>
                    </a:cubicBezTo>
                    <a:lnTo>
                      <a:pt x="1554631" y="9543"/>
                    </a:lnTo>
                    <a:lnTo>
                      <a:pt x="1614046" y="5701"/>
                    </a:lnTo>
                    <a:lnTo>
                      <a:pt x="1614046" y="282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1" name="Freeform: Shape 750">
                <a:extLst>
                  <a:ext uri="{FF2B5EF4-FFF2-40B4-BE49-F238E27FC236}">
                    <a16:creationId xmlns:a16="http://schemas.microsoft.com/office/drawing/2014/main" id="{38CD972A-90CC-4CF2-97A9-05FA60B67916}"/>
                  </a:ext>
                </a:extLst>
              </p:cNvPr>
              <p:cNvSpPr/>
              <p:nvPr/>
            </p:nvSpPr>
            <p:spPr>
              <a:xfrm>
                <a:off x="5670595" y="5475590"/>
                <a:ext cx="49201" cy="70325"/>
              </a:xfrm>
              <a:custGeom>
                <a:avLst/>
                <a:gdLst>
                  <a:gd name="connsiteX0" fmla="*/ 6081 w 49201"/>
                  <a:gd name="connsiteY0" fmla="*/ 70325 h 70325"/>
                  <a:gd name="connsiteX1" fmla="*/ 5716 w 49201"/>
                  <a:gd name="connsiteY1" fmla="*/ 70325 h 70325"/>
                  <a:gd name="connsiteX2" fmla="*/ 2221 w 49201"/>
                  <a:gd name="connsiteY2" fmla="*/ 70063 h 70325"/>
                  <a:gd name="connsiteX3" fmla="*/ 26 w 49201"/>
                  <a:gd name="connsiteY3" fmla="*/ 68470 h 70325"/>
                  <a:gd name="connsiteX4" fmla="*/ 2912 w 49201"/>
                  <a:gd name="connsiteY4" fmla="*/ 67291 h 70325"/>
                  <a:gd name="connsiteX5" fmla="*/ 5147 w 49201"/>
                  <a:gd name="connsiteY5" fmla="*/ 67444 h 70325"/>
                  <a:gd name="connsiteX6" fmla="*/ 12096 w 49201"/>
                  <a:gd name="connsiteY6" fmla="*/ 63603 h 70325"/>
                  <a:gd name="connsiteX7" fmla="*/ 18842 w 49201"/>
                  <a:gd name="connsiteY7" fmla="*/ 54021 h 70325"/>
                  <a:gd name="connsiteX8" fmla="*/ 23760 w 49201"/>
                  <a:gd name="connsiteY8" fmla="*/ 42780 h 70325"/>
                  <a:gd name="connsiteX9" fmla="*/ 26036 w 49201"/>
                  <a:gd name="connsiteY9" fmla="*/ 27174 h 70325"/>
                  <a:gd name="connsiteX10" fmla="*/ 27011 w 49201"/>
                  <a:gd name="connsiteY10" fmla="*/ 10499 h 70325"/>
                  <a:gd name="connsiteX11" fmla="*/ 27986 w 49201"/>
                  <a:gd name="connsiteY11" fmla="*/ 1964 h 70325"/>
                  <a:gd name="connsiteX12" fmla="*/ 28515 w 49201"/>
                  <a:gd name="connsiteY12" fmla="*/ 1157 h 70325"/>
                  <a:gd name="connsiteX13" fmla="*/ 29409 w 49201"/>
                  <a:gd name="connsiteY13" fmla="*/ 524 h 70325"/>
                  <a:gd name="connsiteX14" fmla="*/ 31481 w 49201"/>
                  <a:gd name="connsiteY14" fmla="*/ 0 h 70325"/>
                  <a:gd name="connsiteX15" fmla="*/ 46762 w 49201"/>
                  <a:gd name="connsiteY15" fmla="*/ 327 h 70325"/>
                  <a:gd name="connsiteX16" fmla="*/ 49201 w 49201"/>
                  <a:gd name="connsiteY16" fmla="*/ 1768 h 70325"/>
                  <a:gd name="connsiteX17" fmla="*/ 46559 w 49201"/>
                  <a:gd name="connsiteY17" fmla="*/ 3143 h 70325"/>
                  <a:gd name="connsiteX18" fmla="*/ 32904 w 49201"/>
                  <a:gd name="connsiteY18" fmla="*/ 2881 h 70325"/>
                  <a:gd name="connsiteX19" fmla="*/ 32050 w 49201"/>
                  <a:gd name="connsiteY19" fmla="*/ 10651 h 70325"/>
                  <a:gd name="connsiteX20" fmla="*/ 30994 w 49201"/>
                  <a:gd name="connsiteY20" fmla="*/ 27392 h 70325"/>
                  <a:gd name="connsiteX21" fmla="*/ 28677 w 49201"/>
                  <a:gd name="connsiteY21" fmla="*/ 43260 h 70325"/>
                  <a:gd name="connsiteX22" fmla="*/ 23557 w 49201"/>
                  <a:gd name="connsiteY22" fmla="*/ 54872 h 70325"/>
                  <a:gd name="connsiteX23" fmla="*/ 16526 w 49201"/>
                  <a:gd name="connsiteY23" fmla="*/ 64890 h 70325"/>
                  <a:gd name="connsiteX24" fmla="*/ 15998 w 49201"/>
                  <a:gd name="connsiteY24" fmla="*/ 65370 h 70325"/>
                  <a:gd name="connsiteX25" fmla="*/ 7829 w 49201"/>
                  <a:gd name="connsiteY25" fmla="*/ 69954 h 70325"/>
                  <a:gd name="connsiteX26" fmla="*/ 6041 w 49201"/>
                  <a:gd name="connsiteY26" fmla="*/ 70325 h 7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9201" h="70325">
                    <a:moveTo>
                      <a:pt x="6081" y="70325"/>
                    </a:moveTo>
                    <a:lnTo>
                      <a:pt x="5716" y="70325"/>
                    </a:lnTo>
                    <a:lnTo>
                      <a:pt x="2221" y="70063"/>
                    </a:lnTo>
                    <a:cubicBezTo>
                      <a:pt x="839" y="69954"/>
                      <a:pt x="-177" y="69256"/>
                      <a:pt x="26" y="68470"/>
                    </a:cubicBezTo>
                    <a:cubicBezTo>
                      <a:pt x="229" y="67728"/>
                      <a:pt x="1449" y="67138"/>
                      <a:pt x="2912" y="67291"/>
                    </a:cubicBezTo>
                    <a:lnTo>
                      <a:pt x="5147" y="67444"/>
                    </a:lnTo>
                    <a:lnTo>
                      <a:pt x="12096" y="63603"/>
                    </a:lnTo>
                    <a:lnTo>
                      <a:pt x="18842" y="54021"/>
                    </a:lnTo>
                    <a:lnTo>
                      <a:pt x="23760" y="42780"/>
                    </a:lnTo>
                    <a:lnTo>
                      <a:pt x="26036" y="27174"/>
                    </a:lnTo>
                    <a:lnTo>
                      <a:pt x="27011" y="10499"/>
                    </a:lnTo>
                    <a:lnTo>
                      <a:pt x="27986" y="1964"/>
                    </a:lnTo>
                    <a:cubicBezTo>
                      <a:pt x="27986" y="1637"/>
                      <a:pt x="28190" y="1375"/>
                      <a:pt x="28515" y="1157"/>
                    </a:cubicBezTo>
                    <a:lnTo>
                      <a:pt x="29409" y="524"/>
                    </a:lnTo>
                    <a:cubicBezTo>
                      <a:pt x="29897" y="153"/>
                      <a:pt x="30709" y="0"/>
                      <a:pt x="31481" y="0"/>
                    </a:cubicBezTo>
                    <a:lnTo>
                      <a:pt x="46762" y="327"/>
                    </a:lnTo>
                    <a:cubicBezTo>
                      <a:pt x="48144" y="327"/>
                      <a:pt x="49241" y="1026"/>
                      <a:pt x="49201" y="1768"/>
                    </a:cubicBezTo>
                    <a:cubicBezTo>
                      <a:pt x="49160" y="2554"/>
                      <a:pt x="47900" y="3099"/>
                      <a:pt x="46559" y="3143"/>
                    </a:cubicBezTo>
                    <a:lnTo>
                      <a:pt x="32904" y="2881"/>
                    </a:lnTo>
                    <a:lnTo>
                      <a:pt x="32050" y="10651"/>
                    </a:lnTo>
                    <a:lnTo>
                      <a:pt x="30994" y="27392"/>
                    </a:lnTo>
                    <a:lnTo>
                      <a:pt x="28677" y="43260"/>
                    </a:lnTo>
                    <a:lnTo>
                      <a:pt x="23557" y="54872"/>
                    </a:lnTo>
                    <a:lnTo>
                      <a:pt x="16526" y="64890"/>
                    </a:lnTo>
                    <a:cubicBezTo>
                      <a:pt x="16363" y="65109"/>
                      <a:pt x="16241" y="65218"/>
                      <a:pt x="15998" y="65370"/>
                    </a:cubicBezTo>
                    <a:lnTo>
                      <a:pt x="7829" y="69954"/>
                    </a:lnTo>
                    <a:cubicBezTo>
                      <a:pt x="7341" y="70172"/>
                      <a:pt x="6691" y="70325"/>
                      <a:pt x="6041" y="7032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2" name="Freeform: Shape 751">
                <a:extLst>
                  <a:ext uri="{FF2B5EF4-FFF2-40B4-BE49-F238E27FC236}">
                    <a16:creationId xmlns:a16="http://schemas.microsoft.com/office/drawing/2014/main" id="{9A340A0C-837D-4902-A4A4-D90DCB312909}"/>
                  </a:ext>
                </a:extLst>
              </p:cNvPr>
              <p:cNvSpPr/>
              <p:nvPr/>
            </p:nvSpPr>
            <p:spPr>
              <a:xfrm>
                <a:off x="419660" y="5639769"/>
                <a:ext cx="869319" cy="72355"/>
              </a:xfrm>
              <a:custGeom>
                <a:avLst/>
                <a:gdLst>
                  <a:gd name="connsiteX0" fmla="*/ 866758 w 869319"/>
                  <a:gd name="connsiteY0" fmla="*/ 72355 h 72355"/>
                  <a:gd name="connsiteX1" fmla="*/ 866717 w 869319"/>
                  <a:gd name="connsiteY1" fmla="*/ 72355 h 72355"/>
                  <a:gd name="connsiteX2" fmla="*/ 825630 w 869319"/>
                  <a:gd name="connsiteY2" fmla="*/ 71570 h 72355"/>
                  <a:gd name="connsiteX3" fmla="*/ 743781 w 869319"/>
                  <a:gd name="connsiteY3" fmla="*/ 65698 h 72355"/>
                  <a:gd name="connsiteX4" fmla="*/ 647993 w 869319"/>
                  <a:gd name="connsiteY4" fmla="*/ 53454 h 72355"/>
                  <a:gd name="connsiteX5" fmla="*/ 552529 w 869319"/>
                  <a:gd name="connsiteY5" fmla="*/ 47277 h 72355"/>
                  <a:gd name="connsiteX6" fmla="*/ 456944 w 869319"/>
                  <a:gd name="connsiteY6" fmla="*/ 43915 h 72355"/>
                  <a:gd name="connsiteX7" fmla="*/ 423253 w 869319"/>
                  <a:gd name="connsiteY7" fmla="*/ 43217 h 72355"/>
                  <a:gd name="connsiteX8" fmla="*/ 326774 w 869319"/>
                  <a:gd name="connsiteY8" fmla="*/ 34574 h 72355"/>
                  <a:gd name="connsiteX9" fmla="*/ 230986 w 869319"/>
                  <a:gd name="connsiteY9" fmla="*/ 23966 h 72355"/>
                  <a:gd name="connsiteX10" fmla="*/ 195913 w 869319"/>
                  <a:gd name="connsiteY10" fmla="*/ 25516 h 72355"/>
                  <a:gd name="connsiteX11" fmla="*/ 195263 w 869319"/>
                  <a:gd name="connsiteY11" fmla="*/ 25472 h 72355"/>
                  <a:gd name="connsiteX12" fmla="*/ 98621 w 869319"/>
                  <a:gd name="connsiteY12" fmla="*/ 16087 h 72355"/>
                  <a:gd name="connsiteX13" fmla="*/ 1979 w 869319"/>
                  <a:gd name="connsiteY13" fmla="*/ 2772 h 72355"/>
                  <a:gd name="connsiteX14" fmla="*/ 69 w 869319"/>
                  <a:gd name="connsiteY14" fmla="*/ 1070 h 72355"/>
                  <a:gd name="connsiteX15" fmla="*/ 3158 w 869319"/>
                  <a:gd name="connsiteY15" fmla="*/ 44 h 72355"/>
                  <a:gd name="connsiteX16" fmla="*/ 99637 w 869319"/>
                  <a:gd name="connsiteY16" fmla="*/ 13315 h 72355"/>
                  <a:gd name="connsiteX17" fmla="*/ 195791 w 869319"/>
                  <a:gd name="connsiteY17" fmla="*/ 22700 h 72355"/>
                  <a:gd name="connsiteX18" fmla="*/ 230904 w 869319"/>
                  <a:gd name="connsiteY18" fmla="*/ 21150 h 72355"/>
                  <a:gd name="connsiteX19" fmla="*/ 231595 w 869319"/>
                  <a:gd name="connsiteY19" fmla="*/ 21194 h 72355"/>
                  <a:gd name="connsiteX20" fmla="*/ 327628 w 869319"/>
                  <a:gd name="connsiteY20" fmla="*/ 31802 h 72355"/>
                  <a:gd name="connsiteX21" fmla="*/ 423700 w 869319"/>
                  <a:gd name="connsiteY21" fmla="*/ 40445 h 72355"/>
                  <a:gd name="connsiteX22" fmla="*/ 457147 w 869319"/>
                  <a:gd name="connsiteY22" fmla="*/ 41078 h 72355"/>
                  <a:gd name="connsiteX23" fmla="*/ 552936 w 869319"/>
                  <a:gd name="connsiteY23" fmla="*/ 44483 h 72355"/>
                  <a:gd name="connsiteX24" fmla="*/ 648805 w 869319"/>
                  <a:gd name="connsiteY24" fmla="*/ 50660 h 72355"/>
                  <a:gd name="connsiteX25" fmla="*/ 744675 w 869319"/>
                  <a:gd name="connsiteY25" fmla="*/ 62970 h 72355"/>
                  <a:gd name="connsiteX26" fmla="*/ 826077 w 869319"/>
                  <a:gd name="connsiteY26" fmla="*/ 68710 h 72355"/>
                  <a:gd name="connsiteX27" fmla="*/ 866839 w 869319"/>
                  <a:gd name="connsiteY27" fmla="*/ 69518 h 72355"/>
                  <a:gd name="connsiteX28" fmla="*/ 869318 w 869319"/>
                  <a:gd name="connsiteY28" fmla="*/ 70959 h 72355"/>
                  <a:gd name="connsiteX29" fmla="*/ 866717 w 869319"/>
                  <a:gd name="connsiteY29" fmla="*/ 72334 h 7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69319" h="72355">
                    <a:moveTo>
                      <a:pt x="866758" y="72355"/>
                    </a:moveTo>
                    <a:lnTo>
                      <a:pt x="866717" y="72355"/>
                    </a:lnTo>
                    <a:lnTo>
                      <a:pt x="825630" y="71570"/>
                    </a:lnTo>
                    <a:lnTo>
                      <a:pt x="743781" y="65698"/>
                    </a:lnTo>
                    <a:lnTo>
                      <a:pt x="647993" y="53454"/>
                    </a:lnTo>
                    <a:lnTo>
                      <a:pt x="552529" y="47277"/>
                    </a:lnTo>
                    <a:lnTo>
                      <a:pt x="456944" y="43915"/>
                    </a:lnTo>
                    <a:lnTo>
                      <a:pt x="423253" y="43217"/>
                    </a:lnTo>
                    <a:lnTo>
                      <a:pt x="326774" y="34574"/>
                    </a:lnTo>
                    <a:lnTo>
                      <a:pt x="230986" y="23966"/>
                    </a:lnTo>
                    <a:lnTo>
                      <a:pt x="195913" y="25516"/>
                    </a:lnTo>
                    <a:cubicBezTo>
                      <a:pt x="195710" y="25516"/>
                      <a:pt x="195466" y="25516"/>
                      <a:pt x="195263" y="25472"/>
                    </a:cubicBezTo>
                    <a:lnTo>
                      <a:pt x="98621" y="16087"/>
                    </a:lnTo>
                    <a:lnTo>
                      <a:pt x="1979" y="2772"/>
                    </a:lnTo>
                    <a:cubicBezTo>
                      <a:pt x="597" y="2620"/>
                      <a:pt x="-256" y="1856"/>
                      <a:pt x="69" y="1070"/>
                    </a:cubicBezTo>
                    <a:cubicBezTo>
                      <a:pt x="435" y="328"/>
                      <a:pt x="1735" y="-152"/>
                      <a:pt x="3158" y="44"/>
                    </a:cubicBezTo>
                    <a:lnTo>
                      <a:pt x="99637" y="13315"/>
                    </a:lnTo>
                    <a:lnTo>
                      <a:pt x="195791" y="22700"/>
                    </a:lnTo>
                    <a:lnTo>
                      <a:pt x="230904" y="21150"/>
                    </a:lnTo>
                    <a:cubicBezTo>
                      <a:pt x="231148" y="21150"/>
                      <a:pt x="231392" y="21150"/>
                      <a:pt x="231595" y="21194"/>
                    </a:cubicBezTo>
                    <a:lnTo>
                      <a:pt x="327628" y="31802"/>
                    </a:lnTo>
                    <a:lnTo>
                      <a:pt x="423700" y="40445"/>
                    </a:lnTo>
                    <a:lnTo>
                      <a:pt x="457147" y="41078"/>
                    </a:lnTo>
                    <a:lnTo>
                      <a:pt x="552936" y="44483"/>
                    </a:lnTo>
                    <a:lnTo>
                      <a:pt x="648805" y="50660"/>
                    </a:lnTo>
                    <a:lnTo>
                      <a:pt x="744675" y="62970"/>
                    </a:lnTo>
                    <a:lnTo>
                      <a:pt x="826077" y="68710"/>
                    </a:lnTo>
                    <a:lnTo>
                      <a:pt x="866839" y="69518"/>
                    </a:lnTo>
                    <a:cubicBezTo>
                      <a:pt x="868221" y="69583"/>
                      <a:pt x="869359" y="70216"/>
                      <a:pt x="869318" y="70959"/>
                    </a:cubicBezTo>
                    <a:cubicBezTo>
                      <a:pt x="869277" y="71766"/>
                      <a:pt x="868140" y="72334"/>
                      <a:pt x="866717" y="7233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3" name="Freeform: Shape 752">
                <a:extLst>
                  <a:ext uri="{FF2B5EF4-FFF2-40B4-BE49-F238E27FC236}">
                    <a16:creationId xmlns:a16="http://schemas.microsoft.com/office/drawing/2014/main" id="{F3278A56-B87B-47A9-A172-73D0C42008E2}"/>
                  </a:ext>
                </a:extLst>
              </p:cNvPr>
              <p:cNvSpPr/>
              <p:nvPr/>
            </p:nvSpPr>
            <p:spPr>
              <a:xfrm>
                <a:off x="4763536" y="5518424"/>
                <a:ext cx="861276" cy="149370"/>
              </a:xfrm>
              <a:custGeom>
                <a:avLst/>
                <a:gdLst>
                  <a:gd name="connsiteX0" fmla="*/ 858804 w 861276"/>
                  <a:gd name="connsiteY0" fmla="*/ 149371 h 149370"/>
                  <a:gd name="connsiteX1" fmla="*/ 857747 w 861276"/>
                  <a:gd name="connsiteY1" fmla="*/ 149261 h 149370"/>
                  <a:gd name="connsiteX2" fmla="*/ 856853 w 861276"/>
                  <a:gd name="connsiteY2" fmla="*/ 149043 h 149370"/>
                  <a:gd name="connsiteX3" fmla="*/ 772322 w 861276"/>
                  <a:gd name="connsiteY3" fmla="*/ 135227 h 149370"/>
                  <a:gd name="connsiteX4" fmla="*/ 690433 w 861276"/>
                  <a:gd name="connsiteY4" fmla="*/ 121542 h 149370"/>
                  <a:gd name="connsiteX5" fmla="*/ 609640 w 861276"/>
                  <a:gd name="connsiteY5" fmla="*/ 106307 h 149370"/>
                  <a:gd name="connsiteX6" fmla="*/ 529701 w 861276"/>
                  <a:gd name="connsiteY6" fmla="*/ 93582 h 149370"/>
                  <a:gd name="connsiteX7" fmla="*/ 449641 w 861276"/>
                  <a:gd name="connsiteY7" fmla="*/ 81315 h 149370"/>
                  <a:gd name="connsiteX8" fmla="*/ 369214 w 861276"/>
                  <a:gd name="connsiteY8" fmla="*/ 76143 h 149370"/>
                  <a:gd name="connsiteX9" fmla="*/ 287568 w 861276"/>
                  <a:gd name="connsiteY9" fmla="*/ 64269 h 149370"/>
                  <a:gd name="connsiteX10" fmla="*/ 204947 w 861276"/>
                  <a:gd name="connsiteY10" fmla="*/ 47528 h 149370"/>
                  <a:gd name="connsiteX11" fmla="*/ 122042 w 861276"/>
                  <a:gd name="connsiteY11" fmla="*/ 21794 h 149370"/>
                  <a:gd name="connsiteX12" fmla="*/ 40640 w 861276"/>
                  <a:gd name="connsiteY12" fmla="*/ 2871 h 149370"/>
                  <a:gd name="connsiteX13" fmla="*/ 22636 w 861276"/>
                  <a:gd name="connsiteY13" fmla="*/ 6341 h 149370"/>
                  <a:gd name="connsiteX14" fmla="*/ 3454 w 861276"/>
                  <a:gd name="connsiteY14" fmla="*/ 10445 h 149370"/>
                  <a:gd name="connsiteX15" fmla="*/ 162 w 861276"/>
                  <a:gd name="connsiteY15" fmla="*/ 9659 h 149370"/>
                  <a:gd name="connsiteX16" fmla="*/ 1585 w 861276"/>
                  <a:gd name="connsiteY16" fmla="*/ 7804 h 149370"/>
                  <a:gd name="connsiteX17" fmla="*/ 20807 w 861276"/>
                  <a:gd name="connsiteY17" fmla="*/ 3744 h 149370"/>
                  <a:gd name="connsiteX18" fmla="*/ 39867 w 861276"/>
                  <a:gd name="connsiteY18" fmla="*/ 77 h 149370"/>
                  <a:gd name="connsiteX19" fmla="*/ 41696 w 861276"/>
                  <a:gd name="connsiteY19" fmla="*/ 121 h 149370"/>
                  <a:gd name="connsiteX20" fmla="*/ 124236 w 861276"/>
                  <a:gd name="connsiteY20" fmla="*/ 19306 h 149370"/>
                  <a:gd name="connsiteX21" fmla="*/ 207020 w 861276"/>
                  <a:gd name="connsiteY21" fmla="*/ 44996 h 149370"/>
                  <a:gd name="connsiteX22" fmla="*/ 289072 w 861276"/>
                  <a:gd name="connsiteY22" fmla="*/ 61628 h 149370"/>
                  <a:gd name="connsiteX23" fmla="*/ 370108 w 861276"/>
                  <a:gd name="connsiteY23" fmla="*/ 73414 h 149370"/>
                  <a:gd name="connsiteX24" fmla="*/ 450535 w 861276"/>
                  <a:gd name="connsiteY24" fmla="*/ 78587 h 149370"/>
                  <a:gd name="connsiteX25" fmla="*/ 531043 w 861276"/>
                  <a:gd name="connsiteY25" fmla="*/ 90897 h 149370"/>
                  <a:gd name="connsiteX26" fmla="*/ 611103 w 861276"/>
                  <a:gd name="connsiteY26" fmla="*/ 103688 h 149370"/>
                  <a:gd name="connsiteX27" fmla="*/ 691896 w 861276"/>
                  <a:gd name="connsiteY27" fmla="*/ 118923 h 149370"/>
                  <a:gd name="connsiteX28" fmla="*/ 773704 w 861276"/>
                  <a:gd name="connsiteY28" fmla="*/ 132608 h 149370"/>
                  <a:gd name="connsiteX29" fmla="*/ 859739 w 861276"/>
                  <a:gd name="connsiteY29" fmla="*/ 146664 h 149370"/>
                  <a:gd name="connsiteX30" fmla="*/ 861080 w 861276"/>
                  <a:gd name="connsiteY30" fmla="*/ 148519 h 149370"/>
                  <a:gd name="connsiteX31" fmla="*/ 858763 w 861276"/>
                  <a:gd name="connsiteY31" fmla="*/ 149371 h 14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61276" h="149370">
                    <a:moveTo>
                      <a:pt x="858804" y="149371"/>
                    </a:moveTo>
                    <a:cubicBezTo>
                      <a:pt x="858479" y="149371"/>
                      <a:pt x="858113" y="149327"/>
                      <a:pt x="857747" y="149261"/>
                    </a:cubicBezTo>
                    <a:lnTo>
                      <a:pt x="856853" y="149043"/>
                    </a:lnTo>
                    <a:lnTo>
                      <a:pt x="772322" y="135227"/>
                    </a:lnTo>
                    <a:lnTo>
                      <a:pt x="690433" y="121542"/>
                    </a:lnTo>
                    <a:lnTo>
                      <a:pt x="609640" y="106307"/>
                    </a:lnTo>
                    <a:lnTo>
                      <a:pt x="529701" y="93582"/>
                    </a:lnTo>
                    <a:lnTo>
                      <a:pt x="449641" y="81315"/>
                    </a:lnTo>
                    <a:lnTo>
                      <a:pt x="369214" y="76143"/>
                    </a:lnTo>
                    <a:lnTo>
                      <a:pt x="287568" y="64269"/>
                    </a:lnTo>
                    <a:lnTo>
                      <a:pt x="204947" y="47528"/>
                    </a:lnTo>
                    <a:lnTo>
                      <a:pt x="122042" y="21794"/>
                    </a:lnTo>
                    <a:lnTo>
                      <a:pt x="40640" y="2871"/>
                    </a:lnTo>
                    <a:lnTo>
                      <a:pt x="22636" y="6341"/>
                    </a:lnTo>
                    <a:lnTo>
                      <a:pt x="3454" y="10445"/>
                    </a:lnTo>
                    <a:cubicBezTo>
                      <a:pt x="2113" y="10707"/>
                      <a:pt x="691" y="10336"/>
                      <a:pt x="162" y="9659"/>
                    </a:cubicBezTo>
                    <a:cubicBezTo>
                      <a:pt x="-325" y="8917"/>
                      <a:pt x="325" y="8109"/>
                      <a:pt x="1585" y="7804"/>
                    </a:cubicBezTo>
                    <a:lnTo>
                      <a:pt x="20807" y="3744"/>
                    </a:lnTo>
                    <a:lnTo>
                      <a:pt x="39867" y="77"/>
                    </a:lnTo>
                    <a:cubicBezTo>
                      <a:pt x="40477" y="-32"/>
                      <a:pt x="41127" y="-32"/>
                      <a:pt x="41696" y="121"/>
                    </a:cubicBezTo>
                    <a:lnTo>
                      <a:pt x="124236" y="19306"/>
                    </a:lnTo>
                    <a:lnTo>
                      <a:pt x="207020" y="44996"/>
                    </a:lnTo>
                    <a:lnTo>
                      <a:pt x="289072" y="61628"/>
                    </a:lnTo>
                    <a:lnTo>
                      <a:pt x="370108" y="73414"/>
                    </a:lnTo>
                    <a:lnTo>
                      <a:pt x="450535" y="78587"/>
                    </a:lnTo>
                    <a:lnTo>
                      <a:pt x="531043" y="90897"/>
                    </a:lnTo>
                    <a:lnTo>
                      <a:pt x="611103" y="103688"/>
                    </a:lnTo>
                    <a:lnTo>
                      <a:pt x="691896" y="118923"/>
                    </a:lnTo>
                    <a:lnTo>
                      <a:pt x="773704" y="132608"/>
                    </a:lnTo>
                    <a:lnTo>
                      <a:pt x="859739" y="146664"/>
                    </a:lnTo>
                    <a:cubicBezTo>
                      <a:pt x="861039" y="146992"/>
                      <a:pt x="861608" y="147843"/>
                      <a:pt x="861080" y="148519"/>
                    </a:cubicBezTo>
                    <a:cubicBezTo>
                      <a:pt x="860633" y="149065"/>
                      <a:pt x="859698" y="149371"/>
                      <a:pt x="858763" y="14937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4" name="Freeform: Shape 753">
                <a:extLst>
                  <a:ext uri="{FF2B5EF4-FFF2-40B4-BE49-F238E27FC236}">
                    <a16:creationId xmlns:a16="http://schemas.microsoft.com/office/drawing/2014/main" id="{6960FE25-2806-4D9A-B258-2AA087A80B33}"/>
                  </a:ext>
                </a:extLst>
              </p:cNvPr>
              <p:cNvSpPr/>
              <p:nvPr/>
            </p:nvSpPr>
            <p:spPr>
              <a:xfrm>
                <a:off x="1483887" y="5701320"/>
                <a:ext cx="391002" cy="15431"/>
              </a:xfrm>
              <a:custGeom>
                <a:avLst/>
                <a:gdLst>
                  <a:gd name="connsiteX0" fmla="*/ 117004 w 391002"/>
                  <a:gd name="connsiteY0" fmla="*/ 15388 h 15431"/>
                  <a:gd name="connsiteX1" fmla="*/ 116963 w 391002"/>
                  <a:gd name="connsiteY1" fmla="*/ 15388 h 15431"/>
                  <a:gd name="connsiteX2" fmla="*/ 63603 w 391002"/>
                  <a:gd name="connsiteY2" fmla="*/ 14646 h 15431"/>
                  <a:gd name="connsiteX3" fmla="*/ 62749 w 391002"/>
                  <a:gd name="connsiteY3" fmla="*/ 14689 h 15431"/>
                  <a:gd name="connsiteX4" fmla="*/ 62099 w 391002"/>
                  <a:gd name="connsiteY4" fmla="*/ 14755 h 15431"/>
                  <a:gd name="connsiteX5" fmla="*/ 2602 w 391002"/>
                  <a:gd name="connsiteY5" fmla="*/ 15344 h 15431"/>
                  <a:gd name="connsiteX6" fmla="*/ 1 w 391002"/>
                  <a:gd name="connsiteY6" fmla="*/ 13969 h 15431"/>
                  <a:gd name="connsiteX7" fmla="*/ 2480 w 391002"/>
                  <a:gd name="connsiteY7" fmla="*/ 12528 h 15431"/>
                  <a:gd name="connsiteX8" fmla="*/ 63440 w 391002"/>
                  <a:gd name="connsiteY8" fmla="*/ 11830 h 15431"/>
                  <a:gd name="connsiteX9" fmla="*/ 76973 w 391002"/>
                  <a:gd name="connsiteY9" fmla="*/ 12092 h 15431"/>
                  <a:gd name="connsiteX10" fmla="*/ 116516 w 391002"/>
                  <a:gd name="connsiteY10" fmla="*/ 12572 h 15431"/>
                  <a:gd name="connsiteX11" fmla="*/ 140575 w 391002"/>
                  <a:gd name="connsiteY11" fmla="*/ 7836 h 15431"/>
                  <a:gd name="connsiteX12" fmla="*/ 168494 w 391002"/>
                  <a:gd name="connsiteY12" fmla="*/ 2510 h 15431"/>
                  <a:gd name="connsiteX13" fmla="*/ 169348 w 391002"/>
                  <a:gd name="connsiteY13" fmla="*/ 2466 h 15431"/>
                  <a:gd name="connsiteX14" fmla="*/ 261398 w 391002"/>
                  <a:gd name="connsiteY14" fmla="*/ 2619 h 15431"/>
                  <a:gd name="connsiteX15" fmla="*/ 288179 w 391002"/>
                  <a:gd name="connsiteY15" fmla="*/ 1921 h 15431"/>
                  <a:gd name="connsiteX16" fmla="*/ 314555 w 391002"/>
                  <a:gd name="connsiteY16" fmla="*/ 0 h 15431"/>
                  <a:gd name="connsiteX17" fmla="*/ 388601 w 391002"/>
                  <a:gd name="connsiteY17" fmla="*/ 2139 h 15431"/>
                  <a:gd name="connsiteX18" fmla="*/ 390998 w 391002"/>
                  <a:gd name="connsiteY18" fmla="*/ 3580 h 15431"/>
                  <a:gd name="connsiteX19" fmla="*/ 388357 w 391002"/>
                  <a:gd name="connsiteY19" fmla="*/ 4911 h 15431"/>
                  <a:gd name="connsiteX20" fmla="*/ 314798 w 391002"/>
                  <a:gd name="connsiteY20" fmla="*/ 2794 h 15431"/>
                  <a:gd name="connsiteX21" fmla="*/ 288667 w 391002"/>
                  <a:gd name="connsiteY21" fmla="*/ 4715 h 15431"/>
                  <a:gd name="connsiteX22" fmla="*/ 261519 w 391002"/>
                  <a:gd name="connsiteY22" fmla="*/ 5413 h 15431"/>
                  <a:gd name="connsiteX23" fmla="*/ 169754 w 391002"/>
                  <a:gd name="connsiteY23" fmla="*/ 5260 h 15431"/>
                  <a:gd name="connsiteX24" fmla="*/ 142282 w 391002"/>
                  <a:gd name="connsiteY24" fmla="*/ 10477 h 15431"/>
                  <a:gd name="connsiteX25" fmla="*/ 117816 w 391002"/>
                  <a:gd name="connsiteY25" fmla="*/ 15322 h 15431"/>
                  <a:gd name="connsiteX26" fmla="*/ 116963 w 391002"/>
                  <a:gd name="connsiteY26" fmla="*/ 15431 h 15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91002" h="15431">
                    <a:moveTo>
                      <a:pt x="117004" y="15388"/>
                    </a:moveTo>
                    <a:lnTo>
                      <a:pt x="116963" y="15388"/>
                    </a:lnTo>
                    <a:lnTo>
                      <a:pt x="63603" y="14646"/>
                    </a:lnTo>
                    <a:lnTo>
                      <a:pt x="62749" y="14689"/>
                    </a:lnTo>
                    <a:cubicBezTo>
                      <a:pt x="62749" y="14689"/>
                      <a:pt x="62302" y="14755"/>
                      <a:pt x="62099" y="14755"/>
                    </a:cubicBezTo>
                    <a:lnTo>
                      <a:pt x="2602" y="15344"/>
                    </a:lnTo>
                    <a:cubicBezTo>
                      <a:pt x="1139" y="15344"/>
                      <a:pt x="1" y="14755"/>
                      <a:pt x="1" y="13969"/>
                    </a:cubicBezTo>
                    <a:cubicBezTo>
                      <a:pt x="-40" y="13161"/>
                      <a:pt x="1098" y="12528"/>
                      <a:pt x="2480" y="12528"/>
                    </a:cubicBezTo>
                    <a:lnTo>
                      <a:pt x="63440" y="11830"/>
                    </a:lnTo>
                    <a:lnTo>
                      <a:pt x="76973" y="12092"/>
                    </a:lnTo>
                    <a:lnTo>
                      <a:pt x="116516" y="12572"/>
                    </a:lnTo>
                    <a:lnTo>
                      <a:pt x="140575" y="7836"/>
                    </a:lnTo>
                    <a:lnTo>
                      <a:pt x="168494" y="2510"/>
                    </a:lnTo>
                    <a:cubicBezTo>
                      <a:pt x="168738" y="2466"/>
                      <a:pt x="168901" y="2401"/>
                      <a:pt x="169348" y="2466"/>
                    </a:cubicBezTo>
                    <a:lnTo>
                      <a:pt x="261398" y="2619"/>
                    </a:lnTo>
                    <a:lnTo>
                      <a:pt x="288179" y="1921"/>
                    </a:lnTo>
                    <a:lnTo>
                      <a:pt x="314555" y="0"/>
                    </a:lnTo>
                    <a:lnTo>
                      <a:pt x="388601" y="2139"/>
                    </a:lnTo>
                    <a:cubicBezTo>
                      <a:pt x="389982" y="2139"/>
                      <a:pt x="391080" y="2837"/>
                      <a:pt x="390998" y="3580"/>
                    </a:cubicBezTo>
                    <a:cubicBezTo>
                      <a:pt x="390958" y="4387"/>
                      <a:pt x="389820" y="5086"/>
                      <a:pt x="388357" y="4911"/>
                    </a:cubicBezTo>
                    <a:lnTo>
                      <a:pt x="314798" y="2794"/>
                    </a:lnTo>
                    <a:lnTo>
                      <a:pt x="288667" y="4715"/>
                    </a:lnTo>
                    <a:lnTo>
                      <a:pt x="261519" y="5413"/>
                    </a:lnTo>
                    <a:lnTo>
                      <a:pt x="169754" y="5260"/>
                    </a:lnTo>
                    <a:lnTo>
                      <a:pt x="142282" y="10477"/>
                    </a:lnTo>
                    <a:lnTo>
                      <a:pt x="117816" y="15322"/>
                    </a:lnTo>
                    <a:cubicBezTo>
                      <a:pt x="117532" y="15366"/>
                      <a:pt x="117247" y="15431"/>
                      <a:pt x="116963" y="1543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5" name="Freeform: Shape 754">
                <a:extLst>
                  <a:ext uri="{FF2B5EF4-FFF2-40B4-BE49-F238E27FC236}">
                    <a16:creationId xmlns:a16="http://schemas.microsoft.com/office/drawing/2014/main" id="{DBCD9A9C-52D9-4644-9F9E-5B95B028462F}"/>
                  </a:ext>
                </a:extLst>
              </p:cNvPr>
              <p:cNvSpPr/>
              <p:nvPr/>
            </p:nvSpPr>
            <p:spPr>
              <a:xfrm>
                <a:off x="527164" y="5642257"/>
                <a:ext cx="422836" cy="6744"/>
              </a:xfrm>
              <a:custGeom>
                <a:avLst/>
                <a:gdLst>
                  <a:gd name="connsiteX0" fmla="*/ 420357 w 422836"/>
                  <a:gd name="connsiteY0" fmla="*/ 6723 h 6744"/>
                  <a:gd name="connsiteX1" fmla="*/ 420316 w 422836"/>
                  <a:gd name="connsiteY1" fmla="*/ 6723 h 6744"/>
                  <a:gd name="connsiteX2" fmla="*/ 227073 w 422836"/>
                  <a:gd name="connsiteY2" fmla="*/ 3994 h 6744"/>
                  <a:gd name="connsiteX3" fmla="*/ 217685 w 422836"/>
                  <a:gd name="connsiteY3" fmla="*/ 3405 h 6744"/>
                  <a:gd name="connsiteX4" fmla="*/ 195617 w 422836"/>
                  <a:gd name="connsiteY4" fmla="*/ 2750 h 6744"/>
                  <a:gd name="connsiteX5" fmla="*/ 190497 w 422836"/>
                  <a:gd name="connsiteY5" fmla="*/ 3296 h 6744"/>
                  <a:gd name="connsiteX6" fmla="*/ 170339 w 422836"/>
                  <a:gd name="connsiteY6" fmla="*/ 2816 h 6744"/>
                  <a:gd name="connsiteX7" fmla="*/ 98203 w 422836"/>
                  <a:gd name="connsiteY7" fmla="*/ 2968 h 6744"/>
                  <a:gd name="connsiteX8" fmla="*/ 25620 w 422836"/>
                  <a:gd name="connsiteY8" fmla="*/ 5260 h 6744"/>
                  <a:gd name="connsiteX9" fmla="*/ 2293 w 422836"/>
                  <a:gd name="connsiteY9" fmla="*/ 3776 h 6744"/>
                  <a:gd name="connsiteX10" fmla="*/ 17 w 422836"/>
                  <a:gd name="connsiteY10" fmla="*/ 2226 h 6744"/>
                  <a:gd name="connsiteX11" fmla="*/ 2862 w 422836"/>
                  <a:gd name="connsiteY11" fmla="*/ 1004 h 6744"/>
                  <a:gd name="connsiteX12" fmla="*/ 25824 w 422836"/>
                  <a:gd name="connsiteY12" fmla="*/ 2510 h 6744"/>
                  <a:gd name="connsiteX13" fmla="*/ 98041 w 422836"/>
                  <a:gd name="connsiteY13" fmla="*/ 218 h 6744"/>
                  <a:gd name="connsiteX14" fmla="*/ 170461 w 422836"/>
                  <a:gd name="connsiteY14" fmla="*/ 0 h 6744"/>
                  <a:gd name="connsiteX15" fmla="*/ 190172 w 422836"/>
                  <a:gd name="connsiteY15" fmla="*/ 524 h 6744"/>
                  <a:gd name="connsiteX16" fmla="*/ 195292 w 422836"/>
                  <a:gd name="connsiteY16" fmla="*/ 0 h 6744"/>
                  <a:gd name="connsiteX17" fmla="*/ 218132 w 422836"/>
                  <a:gd name="connsiteY17" fmla="*/ 589 h 6744"/>
                  <a:gd name="connsiteX18" fmla="*/ 227438 w 422836"/>
                  <a:gd name="connsiteY18" fmla="*/ 1179 h 6744"/>
                  <a:gd name="connsiteX19" fmla="*/ 238452 w 422836"/>
                  <a:gd name="connsiteY19" fmla="*/ 1506 h 6744"/>
                  <a:gd name="connsiteX20" fmla="*/ 420357 w 422836"/>
                  <a:gd name="connsiteY20" fmla="*/ 3907 h 6744"/>
                  <a:gd name="connsiteX21" fmla="*/ 422836 w 422836"/>
                  <a:gd name="connsiteY21" fmla="*/ 5348 h 6744"/>
                  <a:gd name="connsiteX22" fmla="*/ 420316 w 422836"/>
                  <a:gd name="connsiteY22" fmla="*/ 6744 h 6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2836" h="6744">
                    <a:moveTo>
                      <a:pt x="420357" y="6723"/>
                    </a:moveTo>
                    <a:lnTo>
                      <a:pt x="420316" y="6723"/>
                    </a:lnTo>
                    <a:lnTo>
                      <a:pt x="227073" y="3994"/>
                    </a:lnTo>
                    <a:lnTo>
                      <a:pt x="217685" y="3405"/>
                    </a:lnTo>
                    <a:lnTo>
                      <a:pt x="195617" y="2750"/>
                    </a:lnTo>
                    <a:lnTo>
                      <a:pt x="190497" y="3296"/>
                    </a:lnTo>
                    <a:lnTo>
                      <a:pt x="170339" y="2816"/>
                    </a:lnTo>
                    <a:lnTo>
                      <a:pt x="98203" y="2968"/>
                    </a:lnTo>
                    <a:lnTo>
                      <a:pt x="25620" y="5260"/>
                    </a:lnTo>
                    <a:lnTo>
                      <a:pt x="2293" y="3776"/>
                    </a:lnTo>
                    <a:cubicBezTo>
                      <a:pt x="870" y="3732"/>
                      <a:pt x="-146" y="3034"/>
                      <a:pt x="17" y="2226"/>
                    </a:cubicBezTo>
                    <a:cubicBezTo>
                      <a:pt x="220" y="1484"/>
                      <a:pt x="1440" y="895"/>
                      <a:pt x="2862" y="1004"/>
                    </a:cubicBezTo>
                    <a:lnTo>
                      <a:pt x="25824" y="2510"/>
                    </a:lnTo>
                    <a:lnTo>
                      <a:pt x="98041" y="218"/>
                    </a:lnTo>
                    <a:lnTo>
                      <a:pt x="170461" y="0"/>
                    </a:lnTo>
                    <a:lnTo>
                      <a:pt x="190172" y="524"/>
                    </a:lnTo>
                    <a:lnTo>
                      <a:pt x="195292" y="0"/>
                    </a:lnTo>
                    <a:lnTo>
                      <a:pt x="218132" y="589"/>
                    </a:lnTo>
                    <a:lnTo>
                      <a:pt x="227438" y="1179"/>
                    </a:lnTo>
                    <a:lnTo>
                      <a:pt x="238452" y="1506"/>
                    </a:lnTo>
                    <a:lnTo>
                      <a:pt x="420357" y="3907"/>
                    </a:lnTo>
                    <a:cubicBezTo>
                      <a:pt x="421738" y="3907"/>
                      <a:pt x="422876" y="4605"/>
                      <a:pt x="422836" y="5348"/>
                    </a:cubicBezTo>
                    <a:cubicBezTo>
                      <a:pt x="422795" y="6090"/>
                      <a:pt x="421698" y="6744"/>
                      <a:pt x="420316" y="674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6" name="Freeform: Shape 755">
                <a:extLst>
                  <a:ext uri="{FF2B5EF4-FFF2-40B4-BE49-F238E27FC236}">
                    <a16:creationId xmlns:a16="http://schemas.microsoft.com/office/drawing/2014/main" id="{90123CC5-EF9D-4506-95A0-52D321007B92}"/>
                  </a:ext>
                </a:extLst>
              </p:cNvPr>
              <p:cNvSpPr/>
              <p:nvPr/>
            </p:nvSpPr>
            <p:spPr>
              <a:xfrm>
                <a:off x="9495157" y="5895916"/>
                <a:ext cx="448126" cy="64899"/>
              </a:xfrm>
              <a:custGeom>
                <a:avLst/>
                <a:gdLst>
                  <a:gd name="connsiteX0" fmla="*/ 2532 w 448126"/>
                  <a:gd name="connsiteY0" fmla="*/ 64900 h 64899"/>
                  <a:gd name="connsiteX1" fmla="*/ 53 w 448126"/>
                  <a:gd name="connsiteY1" fmla="*/ 63830 h 64899"/>
                  <a:gd name="connsiteX2" fmla="*/ 1922 w 448126"/>
                  <a:gd name="connsiteY2" fmla="*/ 62128 h 64899"/>
                  <a:gd name="connsiteX3" fmla="*/ 90517 w 448126"/>
                  <a:gd name="connsiteY3" fmla="*/ 51040 h 64899"/>
                  <a:gd name="connsiteX4" fmla="*/ 180698 w 448126"/>
                  <a:gd name="connsiteY4" fmla="*/ 36918 h 64899"/>
                  <a:gd name="connsiteX5" fmla="*/ 272463 w 448126"/>
                  <a:gd name="connsiteY5" fmla="*/ 24018 h 64899"/>
                  <a:gd name="connsiteX6" fmla="*/ 365326 w 448126"/>
                  <a:gd name="connsiteY6" fmla="*/ 10071 h 64899"/>
                  <a:gd name="connsiteX7" fmla="*/ 445101 w 448126"/>
                  <a:gd name="connsiteY7" fmla="*/ 53 h 64899"/>
                  <a:gd name="connsiteX8" fmla="*/ 448068 w 448126"/>
                  <a:gd name="connsiteY8" fmla="*/ 1057 h 64899"/>
                  <a:gd name="connsiteX9" fmla="*/ 446158 w 448126"/>
                  <a:gd name="connsiteY9" fmla="*/ 2759 h 64899"/>
                  <a:gd name="connsiteX10" fmla="*/ 366586 w 448126"/>
                  <a:gd name="connsiteY10" fmla="*/ 12778 h 64899"/>
                  <a:gd name="connsiteX11" fmla="*/ 273723 w 448126"/>
                  <a:gd name="connsiteY11" fmla="*/ 26747 h 64899"/>
                  <a:gd name="connsiteX12" fmla="*/ 181957 w 448126"/>
                  <a:gd name="connsiteY12" fmla="*/ 39646 h 64899"/>
                  <a:gd name="connsiteX13" fmla="*/ 91778 w 448126"/>
                  <a:gd name="connsiteY13" fmla="*/ 53768 h 64899"/>
                  <a:gd name="connsiteX14" fmla="*/ 3060 w 448126"/>
                  <a:gd name="connsiteY14" fmla="*/ 64900 h 64899"/>
                  <a:gd name="connsiteX15" fmla="*/ 2451 w 448126"/>
                  <a:gd name="connsiteY15" fmla="*/ 64900 h 6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8126" h="64899">
                    <a:moveTo>
                      <a:pt x="2532" y="64900"/>
                    </a:moveTo>
                    <a:cubicBezTo>
                      <a:pt x="1354" y="64900"/>
                      <a:pt x="378" y="64463"/>
                      <a:pt x="53" y="63830"/>
                    </a:cubicBezTo>
                    <a:cubicBezTo>
                      <a:pt x="-231" y="63088"/>
                      <a:pt x="663" y="62280"/>
                      <a:pt x="1922" y="62128"/>
                    </a:cubicBezTo>
                    <a:lnTo>
                      <a:pt x="90517" y="51040"/>
                    </a:lnTo>
                    <a:lnTo>
                      <a:pt x="180698" y="36918"/>
                    </a:lnTo>
                    <a:lnTo>
                      <a:pt x="272463" y="24018"/>
                    </a:lnTo>
                    <a:lnTo>
                      <a:pt x="365326" y="10071"/>
                    </a:lnTo>
                    <a:lnTo>
                      <a:pt x="445101" y="53"/>
                    </a:lnTo>
                    <a:cubicBezTo>
                      <a:pt x="446402" y="-165"/>
                      <a:pt x="447784" y="315"/>
                      <a:pt x="448068" y="1057"/>
                    </a:cubicBezTo>
                    <a:cubicBezTo>
                      <a:pt x="448353" y="1865"/>
                      <a:pt x="447581" y="2607"/>
                      <a:pt x="446158" y="2759"/>
                    </a:cubicBezTo>
                    <a:lnTo>
                      <a:pt x="366586" y="12778"/>
                    </a:lnTo>
                    <a:lnTo>
                      <a:pt x="273723" y="26747"/>
                    </a:lnTo>
                    <a:lnTo>
                      <a:pt x="181957" y="39646"/>
                    </a:lnTo>
                    <a:lnTo>
                      <a:pt x="91778" y="53768"/>
                    </a:lnTo>
                    <a:lnTo>
                      <a:pt x="3060" y="64900"/>
                    </a:lnTo>
                    <a:lnTo>
                      <a:pt x="2451" y="6490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7" name="Freeform: Shape 756">
                <a:extLst>
                  <a:ext uri="{FF2B5EF4-FFF2-40B4-BE49-F238E27FC236}">
                    <a16:creationId xmlns:a16="http://schemas.microsoft.com/office/drawing/2014/main" id="{F2BAB7E3-B0AF-420B-9C09-3F07B18782B7}"/>
                  </a:ext>
                </a:extLst>
              </p:cNvPr>
              <p:cNvSpPr/>
              <p:nvPr/>
            </p:nvSpPr>
            <p:spPr>
              <a:xfrm>
                <a:off x="4500456" y="5640895"/>
                <a:ext cx="388755" cy="52894"/>
              </a:xfrm>
              <a:custGeom>
                <a:avLst/>
                <a:gdLst>
                  <a:gd name="connsiteX0" fmla="*/ 386219 w 388755"/>
                  <a:gd name="connsiteY0" fmla="*/ 52895 h 52894"/>
                  <a:gd name="connsiteX1" fmla="*/ 385975 w 388755"/>
                  <a:gd name="connsiteY1" fmla="*/ 52895 h 52894"/>
                  <a:gd name="connsiteX2" fmla="*/ 294738 w 388755"/>
                  <a:gd name="connsiteY2" fmla="*/ 48049 h 52894"/>
                  <a:gd name="connsiteX3" fmla="*/ 202729 w 388755"/>
                  <a:gd name="connsiteY3" fmla="*/ 37813 h 52894"/>
                  <a:gd name="connsiteX4" fmla="*/ 110395 w 388755"/>
                  <a:gd name="connsiteY4" fmla="*/ 20068 h 52894"/>
                  <a:gd name="connsiteX5" fmla="*/ 19158 w 388755"/>
                  <a:gd name="connsiteY5" fmla="*/ 5793 h 52894"/>
                  <a:gd name="connsiteX6" fmla="*/ 16761 w 388755"/>
                  <a:gd name="connsiteY6" fmla="*/ 6011 h 52894"/>
                  <a:gd name="connsiteX7" fmla="*/ 15379 w 388755"/>
                  <a:gd name="connsiteY7" fmla="*/ 5968 h 52894"/>
                  <a:gd name="connsiteX8" fmla="*/ 1521 w 388755"/>
                  <a:gd name="connsiteY8" fmla="*/ 2672 h 52894"/>
                  <a:gd name="connsiteX9" fmla="*/ 220 w 388755"/>
                  <a:gd name="connsiteY9" fmla="*/ 817 h 52894"/>
                  <a:gd name="connsiteX10" fmla="*/ 3593 w 388755"/>
                  <a:gd name="connsiteY10" fmla="*/ 118 h 52894"/>
                  <a:gd name="connsiteX11" fmla="*/ 16598 w 388755"/>
                  <a:gd name="connsiteY11" fmla="*/ 3218 h 52894"/>
                  <a:gd name="connsiteX12" fmla="*/ 18833 w 388755"/>
                  <a:gd name="connsiteY12" fmla="*/ 2999 h 52894"/>
                  <a:gd name="connsiteX13" fmla="*/ 19971 w 388755"/>
                  <a:gd name="connsiteY13" fmla="*/ 3043 h 52894"/>
                  <a:gd name="connsiteX14" fmla="*/ 111899 w 388755"/>
                  <a:gd name="connsiteY14" fmla="*/ 17427 h 52894"/>
                  <a:gd name="connsiteX15" fmla="*/ 204030 w 388755"/>
                  <a:gd name="connsiteY15" fmla="*/ 35106 h 52894"/>
                  <a:gd name="connsiteX16" fmla="*/ 295470 w 388755"/>
                  <a:gd name="connsiteY16" fmla="*/ 45277 h 52894"/>
                  <a:gd name="connsiteX17" fmla="*/ 386463 w 388755"/>
                  <a:gd name="connsiteY17" fmla="*/ 50123 h 52894"/>
                  <a:gd name="connsiteX18" fmla="*/ 388739 w 388755"/>
                  <a:gd name="connsiteY18" fmla="*/ 51629 h 52894"/>
                  <a:gd name="connsiteX19" fmla="*/ 386219 w 388755"/>
                  <a:gd name="connsiteY19" fmla="*/ 52895 h 5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8755" h="52894">
                    <a:moveTo>
                      <a:pt x="386219" y="52895"/>
                    </a:moveTo>
                    <a:lnTo>
                      <a:pt x="385975" y="52895"/>
                    </a:lnTo>
                    <a:lnTo>
                      <a:pt x="294738" y="48049"/>
                    </a:lnTo>
                    <a:lnTo>
                      <a:pt x="202729" y="37813"/>
                    </a:lnTo>
                    <a:lnTo>
                      <a:pt x="110395" y="20068"/>
                    </a:lnTo>
                    <a:lnTo>
                      <a:pt x="19158" y="5793"/>
                    </a:lnTo>
                    <a:lnTo>
                      <a:pt x="16761" y="6011"/>
                    </a:lnTo>
                    <a:cubicBezTo>
                      <a:pt x="16314" y="6077"/>
                      <a:pt x="15785" y="6077"/>
                      <a:pt x="15379" y="5968"/>
                    </a:cubicBezTo>
                    <a:lnTo>
                      <a:pt x="1521" y="2672"/>
                    </a:lnTo>
                    <a:cubicBezTo>
                      <a:pt x="220" y="2345"/>
                      <a:pt x="-349" y="1559"/>
                      <a:pt x="220" y="817"/>
                    </a:cubicBezTo>
                    <a:cubicBezTo>
                      <a:pt x="830" y="118"/>
                      <a:pt x="2293" y="-187"/>
                      <a:pt x="3593" y="118"/>
                    </a:cubicBezTo>
                    <a:lnTo>
                      <a:pt x="16598" y="3218"/>
                    </a:lnTo>
                    <a:lnTo>
                      <a:pt x="18833" y="2999"/>
                    </a:lnTo>
                    <a:cubicBezTo>
                      <a:pt x="19240" y="2956"/>
                      <a:pt x="19565" y="2999"/>
                      <a:pt x="19971" y="3043"/>
                    </a:cubicBezTo>
                    <a:lnTo>
                      <a:pt x="111899" y="17427"/>
                    </a:lnTo>
                    <a:lnTo>
                      <a:pt x="204030" y="35106"/>
                    </a:lnTo>
                    <a:lnTo>
                      <a:pt x="295470" y="45277"/>
                    </a:lnTo>
                    <a:lnTo>
                      <a:pt x="386463" y="50123"/>
                    </a:lnTo>
                    <a:cubicBezTo>
                      <a:pt x="387844" y="50188"/>
                      <a:pt x="388901" y="50865"/>
                      <a:pt x="388739" y="51629"/>
                    </a:cubicBezTo>
                    <a:cubicBezTo>
                      <a:pt x="388576" y="52371"/>
                      <a:pt x="387519" y="52895"/>
                      <a:pt x="386219" y="5289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8" name="Freeform: Shape 757">
                <a:extLst>
                  <a:ext uri="{FF2B5EF4-FFF2-40B4-BE49-F238E27FC236}">
                    <a16:creationId xmlns:a16="http://schemas.microsoft.com/office/drawing/2014/main" id="{0B13D1C4-5D5B-4DE9-98A5-510C45FB17FE}"/>
                  </a:ext>
                </a:extLst>
              </p:cNvPr>
              <p:cNvSpPr/>
              <p:nvPr/>
            </p:nvSpPr>
            <p:spPr>
              <a:xfrm>
                <a:off x="4527446" y="5551045"/>
                <a:ext cx="7664553" cy="549809"/>
              </a:xfrm>
              <a:custGeom>
                <a:avLst/>
                <a:gdLst>
                  <a:gd name="connsiteX0" fmla="*/ 7664554 w 7664553"/>
                  <a:gd name="connsiteY0" fmla="*/ 546776 h 549809"/>
                  <a:gd name="connsiteX1" fmla="*/ 7656019 w 7664553"/>
                  <a:gd name="connsiteY1" fmla="*/ 545597 h 549809"/>
                  <a:gd name="connsiteX2" fmla="*/ 7618103 w 7664553"/>
                  <a:gd name="connsiteY2" fmla="*/ 537609 h 549809"/>
                  <a:gd name="connsiteX3" fmla="*/ 7580794 w 7664553"/>
                  <a:gd name="connsiteY3" fmla="*/ 526958 h 549809"/>
                  <a:gd name="connsiteX4" fmla="*/ 7543406 w 7664553"/>
                  <a:gd name="connsiteY4" fmla="*/ 511613 h 549809"/>
                  <a:gd name="connsiteX5" fmla="*/ 7506505 w 7664553"/>
                  <a:gd name="connsiteY5" fmla="*/ 496684 h 549809"/>
                  <a:gd name="connsiteX6" fmla="*/ 7504716 w 7664553"/>
                  <a:gd name="connsiteY6" fmla="*/ 496422 h 549809"/>
                  <a:gd name="connsiteX7" fmla="*/ 7404986 w 7664553"/>
                  <a:gd name="connsiteY7" fmla="*/ 503778 h 549809"/>
                  <a:gd name="connsiteX8" fmla="*/ 7206541 w 7664553"/>
                  <a:gd name="connsiteY8" fmla="*/ 520562 h 549809"/>
                  <a:gd name="connsiteX9" fmla="*/ 7138875 w 7664553"/>
                  <a:gd name="connsiteY9" fmla="*/ 499893 h 549809"/>
                  <a:gd name="connsiteX10" fmla="*/ 7105632 w 7664553"/>
                  <a:gd name="connsiteY10" fmla="*/ 490464 h 549809"/>
                  <a:gd name="connsiteX11" fmla="*/ 7072511 w 7664553"/>
                  <a:gd name="connsiteY11" fmla="*/ 479005 h 549809"/>
                  <a:gd name="connsiteX12" fmla="*/ 7070601 w 7664553"/>
                  <a:gd name="connsiteY12" fmla="*/ 478852 h 549809"/>
                  <a:gd name="connsiteX13" fmla="*/ 6974771 w 7664553"/>
                  <a:gd name="connsiteY13" fmla="*/ 489874 h 549809"/>
                  <a:gd name="connsiteX14" fmla="*/ 6943519 w 7664553"/>
                  <a:gd name="connsiteY14" fmla="*/ 475971 h 549809"/>
                  <a:gd name="connsiteX15" fmla="*/ 6941447 w 7664553"/>
                  <a:gd name="connsiteY15" fmla="*/ 475709 h 549809"/>
                  <a:gd name="connsiteX16" fmla="*/ 6846389 w 7664553"/>
                  <a:gd name="connsiteY16" fmla="*/ 485509 h 549809"/>
                  <a:gd name="connsiteX17" fmla="*/ 6816234 w 7664553"/>
                  <a:gd name="connsiteY17" fmla="*/ 467611 h 549809"/>
                  <a:gd name="connsiteX18" fmla="*/ 6754340 w 7664553"/>
                  <a:gd name="connsiteY18" fmla="*/ 423696 h 549809"/>
                  <a:gd name="connsiteX19" fmla="*/ 6724185 w 7664553"/>
                  <a:gd name="connsiteY19" fmla="*/ 406213 h 549809"/>
                  <a:gd name="connsiteX20" fmla="*/ 6722031 w 7664553"/>
                  <a:gd name="connsiteY20" fmla="*/ 405798 h 549809"/>
                  <a:gd name="connsiteX21" fmla="*/ 6627949 w 7664553"/>
                  <a:gd name="connsiteY21" fmla="*/ 411495 h 549809"/>
                  <a:gd name="connsiteX22" fmla="*/ 6534884 w 7664553"/>
                  <a:gd name="connsiteY22" fmla="*/ 415380 h 549809"/>
                  <a:gd name="connsiteX23" fmla="*/ 6507411 w 7664553"/>
                  <a:gd name="connsiteY23" fmla="*/ 402219 h 549809"/>
                  <a:gd name="connsiteX24" fmla="*/ 6478922 w 7664553"/>
                  <a:gd name="connsiteY24" fmla="*/ 382662 h 549809"/>
                  <a:gd name="connsiteX25" fmla="*/ 6476728 w 7664553"/>
                  <a:gd name="connsiteY25" fmla="*/ 382117 h 549809"/>
                  <a:gd name="connsiteX26" fmla="*/ 6447954 w 7664553"/>
                  <a:gd name="connsiteY26" fmla="*/ 383710 h 549809"/>
                  <a:gd name="connsiteX27" fmla="*/ 6429016 w 7664553"/>
                  <a:gd name="connsiteY27" fmla="*/ 371924 h 549809"/>
                  <a:gd name="connsiteX28" fmla="*/ 6413614 w 7664553"/>
                  <a:gd name="connsiteY28" fmla="*/ 356034 h 549809"/>
                  <a:gd name="connsiteX29" fmla="*/ 6402397 w 7664553"/>
                  <a:gd name="connsiteY29" fmla="*/ 335626 h 549809"/>
                  <a:gd name="connsiteX30" fmla="*/ 6398130 w 7664553"/>
                  <a:gd name="connsiteY30" fmla="*/ 308168 h 549809"/>
                  <a:gd name="connsiteX31" fmla="*/ 6397805 w 7664553"/>
                  <a:gd name="connsiteY31" fmla="*/ 307426 h 549809"/>
                  <a:gd name="connsiteX32" fmla="*/ 6398496 w 7664553"/>
                  <a:gd name="connsiteY32" fmla="*/ 274817 h 549809"/>
                  <a:gd name="connsiteX33" fmla="*/ 6402478 w 7664553"/>
                  <a:gd name="connsiteY33" fmla="*/ 237363 h 549809"/>
                  <a:gd name="connsiteX34" fmla="*/ 6405770 w 7664553"/>
                  <a:gd name="connsiteY34" fmla="*/ 200214 h 549809"/>
                  <a:gd name="connsiteX35" fmla="*/ 6403494 w 7664553"/>
                  <a:gd name="connsiteY35" fmla="*/ 168609 h 549809"/>
                  <a:gd name="connsiteX36" fmla="*/ 6392359 w 7664553"/>
                  <a:gd name="connsiteY36" fmla="*/ 146390 h 549809"/>
                  <a:gd name="connsiteX37" fmla="*/ 6391587 w 7664553"/>
                  <a:gd name="connsiteY37" fmla="*/ 145692 h 549809"/>
                  <a:gd name="connsiteX38" fmla="*/ 6371349 w 7664553"/>
                  <a:gd name="connsiteY38" fmla="*/ 135826 h 549809"/>
                  <a:gd name="connsiteX39" fmla="*/ 6369276 w 7664553"/>
                  <a:gd name="connsiteY39" fmla="*/ 135499 h 549809"/>
                  <a:gd name="connsiteX40" fmla="*/ 6257841 w 7664553"/>
                  <a:gd name="connsiteY40" fmla="*/ 144011 h 549809"/>
                  <a:gd name="connsiteX41" fmla="*/ 6232319 w 7664553"/>
                  <a:gd name="connsiteY41" fmla="*/ 139755 h 549809"/>
                  <a:gd name="connsiteX42" fmla="*/ 6231018 w 7664553"/>
                  <a:gd name="connsiteY42" fmla="*/ 139755 h 549809"/>
                  <a:gd name="connsiteX43" fmla="*/ 6214640 w 7664553"/>
                  <a:gd name="connsiteY43" fmla="*/ 141523 h 549809"/>
                  <a:gd name="connsiteX44" fmla="*/ 6210780 w 7664553"/>
                  <a:gd name="connsiteY44" fmla="*/ 142374 h 549809"/>
                  <a:gd name="connsiteX45" fmla="*/ 6198384 w 7664553"/>
                  <a:gd name="connsiteY45" fmla="*/ 144076 h 549809"/>
                  <a:gd name="connsiteX46" fmla="*/ 6172781 w 7664553"/>
                  <a:gd name="connsiteY46" fmla="*/ 145779 h 549809"/>
                  <a:gd name="connsiteX47" fmla="*/ 6118405 w 7664553"/>
                  <a:gd name="connsiteY47" fmla="*/ 152589 h 549809"/>
                  <a:gd name="connsiteX48" fmla="*/ 6117714 w 7664553"/>
                  <a:gd name="connsiteY48" fmla="*/ 152698 h 549809"/>
                  <a:gd name="connsiteX49" fmla="*/ 6112553 w 7664553"/>
                  <a:gd name="connsiteY49" fmla="*/ 154357 h 549809"/>
                  <a:gd name="connsiteX50" fmla="*/ 6097678 w 7664553"/>
                  <a:gd name="connsiteY50" fmla="*/ 156867 h 549809"/>
                  <a:gd name="connsiteX51" fmla="*/ 6085690 w 7664553"/>
                  <a:gd name="connsiteY51" fmla="*/ 156758 h 549809"/>
                  <a:gd name="connsiteX52" fmla="*/ 6063256 w 7664553"/>
                  <a:gd name="connsiteY52" fmla="*/ 159377 h 549809"/>
                  <a:gd name="connsiteX53" fmla="*/ 6062037 w 7664553"/>
                  <a:gd name="connsiteY53" fmla="*/ 159704 h 549809"/>
                  <a:gd name="connsiteX54" fmla="*/ 6058380 w 7664553"/>
                  <a:gd name="connsiteY54" fmla="*/ 161559 h 549809"/>
                  <a:gd name="connsiteX55" fmla="*/ 6034077 w 7664553"/>
                  <a:gd name="connsiteY55" fmla="*/ 164768 h 549809"/>
                  <a:gd name="connsiteX56" fmla="*/ 6019894 w 7664553"/>
                  <a:gd name="connsiteY56" fmla="*/ 168719 h 549809"/>
                  <a:gd name="connsiteX57" fmla="*/ 6001443 w 7664553"/>
                  <a:gd name="connsiteY57" fmla="*/ 169199 h 549809"/>
                  <a:gd name="connsiteX58" fmla="*/ 5991120 w 7664553"/>
                  <a:gd name="connsiteY58" fmla="*/ 167976 h 549809"/>
                  <a:gd name="connsiteX59" fmla="*/ 5990023 w 7664553"/>
                  <a:gd name="connsiteY59" fmla="*/ 167976 h 549809"/>
                  <a:gd name="connsiteX60" fmla="*/ 5976530 w 7664553"/>
                  <a:gd name="connsiteY60" fmla="*/ 169570 h 549809"/>
                  <a:gd name="connsiteX61" fmla="*/ 5965233 w 7664553"/>
                  <a:gd name="connsiteY61" fmla="*/ 171054 h 549809"/>
                  <a:gd name="connsiteX62" fmla="*/ 5964338 w 7664553"/>
                  <a:gd name="connsiteY62" fmla="*/ 171381 h 549809"/>
                  <a:gd name="connsiteX63" fmla="*/ 5956617 w 7664553"/>
                  <a:gd name="connsiteY63" fmla="*/ 175005 h 549809"/>
                  <a:gd name="connsiteX64" fmla="*/ 5945604 w 7664553"/>
                  <a:gd name="connsiteY64" fmla="*/ 178781 h 549809"/>
                  <a:gd name="connsiteX65" fmla="*/ 5930932 w 7664553"/>
                  <a:gd name="connsiteY65" fmla="*/ 178737 h 549809"/>
                  <a:gd name="connsiteX66" fmla="*/ 5926463 w 7664553"/>
                  <a:gd name="connsiteY66" fmla="*/ 177405 h 549809"/>
                  <a:gd name="connsiteX67" fmla="*/ 5924593 w 7664553"/>
                  <a:gd name="connsiteY67" fmla="*/ 177296 h 549809"/>
                  <a:gd name="connsiteX68" fmla="*/ 5917441 w 7664553"/>
                  <a:gd name="connsiteY68" fmla="*/ 178409 h 549809"/>
                  <a:gd name="connsiteX69" fmla="*/ 5916830 w 7664553"/>
                  <a:gd name="connsiteY69" fmla="*/ 178519 h 549809"/>
                  <a:gd name="connsiteX70" fmla="*/ 5905330 w 7664553"/>
                  <a:gd name="connsiteY70" fmla="*/ 182295 h 549809"/>
                  <a:gd name="connsiteX71" fmla="*/ 5891919 w 7664553"/>
                  <a:gd name="connsiteY71" fmla="*/ 185983 h 549809"/>
                  <a:gd name="connsiteX72" fmla="*/ 5866924 w 7664553"/>
                  <a:gd name="connsiteY72" fmla="*/ 187096 h 549809"/>
                  <a:gd name="connsiteX73" fmla="*/ 5854732 w 7664553"/>
                  <a:gd name="connsiteY73" fmla="*/ 188057 h 549809"/>
                  <a:gd name="connsiteX74" fmla="*/ 5835388 w 7664553"/>
                  <a:gd name="connsiteY74" fmla="*/ 188864 h 549809"/>
                  <a:gd name="connsiteX75" fmla="*/ 5817222 w 7664553"/>
                  <a:gd name="connsiteY75" fmla="*/ 191964 h 549809"/>
                  <a:gd name="connsiteX76" fmla="*/ 5809094 w 7664553"/>
                  <a:gd name="connsiteY76" fmla="*/ 193252 h 549809"/>
                  <a:gd name="connsiteX77" fmla="*/ 5797593 w 7664553"/>
                  <a:gd name="connsiteY77" fmla="*/ 192880 h 549809"/>
                  <a:gd name="connsiteX78" fmla="*/ 5674657 w 7664553"/>
                  <a:gd name="connsiteY78" fmla="*/ 185307 h 549809"/>
                  <a:gd name="connsiteX79" fmla="*/ 5588053 w 7664553"/>
                  <a:gd name="connsiteY79" fmla="*/ 178017 h 549809"/>
                  <a:gd name="connsiteX80" fmla="*/ 5501449 w 7664553"/>
                  <a:gd name="connsiteY80" fmla="*/ 178977 h 549809"/>
                  <a:gd name="connsiteX81" fmla="*/ 5500840 w 7664553"/>
                  <a:gd name="connsiteY81" fmla="*/ 179021 h 549809"/>
                  <a:gd name="connsiteX82" fmla="*/ 5474139 w 7664553"/>
                  <a:gd name="connsiteY82" fmla="*/ 183233 h 549809"/>
                  <a:gd name="connsiteX83" fmla="*/ 5465321 w 7664553"/>
                  <a:gd name="connsiteY83" fmla="*/ 183233 h 549809"/>
                  <a:gd name="connsiteX84" fmla="*/ 5438742 w 7664553"/>
                  <a:gd name="connsiteY84" fmla="*/ 184717 h 549809"/>
                  <a:gd name="connsiteX85" fmla="*/ 5392209 w 7664553"/>
                  <a:gd name="connsiteY85" fmla="*/ 189999 h 549809"/>
                  <a:gd name="connsiteX86" fmla="*/ 5315521 w 7664553"/>
                  <a:gd name="connsiteY86" fmla="*/ 197573 h 549809"/>
                  <a:gd name="connsiteX87" fmla="*/ 5294470 w 7664553"/>
                  <a:gd name="connsiteY87" fmla="*/ 201415 h 549809"/>
                  <a:gd name="connsiteX88" fmla="*/ 5272159 w 7664553"/>
                  <a:gd name="connsiteY88" fmla="*/ 201415 h 549809"/>
                  <a:gd name="connsiteX89" fmla="*/ 5203030 w 7664553"/>
                  <a:gd name="connsiteY89" fmla="*/ 208596 h 549809"/>
                  <a:gd name="connsiteX90" fmla="*/ 5112158 w 7664553"/>
                  <a:gd name="connsiteY90" fmla="*/ 212284 h 549809"/>
                  <a:gd name="connsiteX91" fmla="*/ 4934847 w 7664553"/>
                  <a:gd name="connsiteY91" fmla="*/ 214991 h 549809"/>
                  <a:gd name="connsiteX92" fmla="*/ 4848609 w 7664553"/>
                  <a:gd name="connsiteY92" fmla="*/ 219247 h 549809"/>
                  <a:gd name="connsiteX93" fmla="*/ 4764564 w 7664553"/>
                  <a:gd name="connsiteY93" fmla="*/ 226122 h 549809"/>
                  <a:gd name="connsiteX94" fmla="*/ 4681009 w 7664553"/>
                  <a:gd name="connsiteY94" fmla="*/ 237952 h 549809"/>
                  <a:gd name="connsiteX95" fmla="*/ 4597168 w 7664553"/>
                  <a:gd name="connsiteY95" fmla="*/ 248560 h 549809"/>
                  <a:gd name="connsiteX96" fmla="*/ 4513938 w 7664553"/>
                  <a:gd name="connsiteY96" fmla="*/ 264122 h 549809"/>
                  <a:gd name="connsiteX97" fmla="*/ 4430666 w 7664553"/>
                  <a:gd name="connsiteY97" fmla="*/ 274730 h 549809"/>
                  <a:gd name="connsiteX98" fmla="*/ 4346826 w 7664553"/>
                  <a:gd name="connsiteY98" fmla="*/ 279161 h 549809"/>
                  <a:gd name="connsiteX99" fmla="*/ 4263393 w 7664553"/>
                  <a:gd name="connsiteY99" fmla="*/ 287411 h 549809"/>
                  <a:gd name="connsiteX100" fmla="*/ 4180040 w 7664553"/>
                  <a:gd name="connsiteY100" fmla="*/ 295138 h 549809"/>
                  <a:gd name="connsiteX101" fmla="*/ 4097093 w 7664553"/>
                  <a:gd name="connsiteY101" fmla="*/ 299678 h 549809"/>
                  <a:gd name="connsiteX102" fmla="*/ 4014228 w 7664553"/>
                  <a:gd name="connsiteY102" fmla="*/ 298499 h 549809"/>
                  <a:gd name="connsiteX103" fmla="*/ 3931079 w 7664553"/>
                  <a:gd name="connsiteY103" fmla="*/ 297059 h 549809"/>
                  <a:gd name="connsiteX104" fmla="*/ 3847848 w 7664553"/>
                  <a:gd name="connsiteY104" fmla="*/ 299045 h 549809"/>
                  <a:gd name="connsiteX105" fmla="*/ 3764292 w 7664553"/>
                  <a:gd name="connsiteY105" fmla="*/ 300267 h 549809"/>
                  <a:gd name="connsiteX106" fmla="*/ 3680249 w 7664553"/>
                  <a:gd name="connsiteY106" fmla="*/ 300966 h 549809"/>
                  <a:gd name="connsiteX107" fmla="*/ 3596408 w 7664553"/>
                  <a:gd name="connsiteY107" fmla="*/ 304698 h 549809"/>
                  <a:gd name="connsiteX108" fmla="*/ 3513056 w 7664553"/>
                  <a:gd name="connsiteY108" fmla="*/ 306771 h 549809"/>
                  <a:gd name="connsiteX109" fmla="*/ 3429988 w 7664553"/>
                  <a:gd name="connsiteY109" fmla="*/ 306881 h 549809"/>
                  <a:gd name="connsiteX110" fmla="*/ 3346432 w 7664553"/>
                  <a:gd name="connsiteY110" fmla="*/ 302297 h 549809"/>
                  <a:gd name="connsiteX111" fmla="*/ 3262876 w 7664553"/>
                  <a:gd name="connsiteY111" fmla="*/ 303104 h 549809"/>
                  <a:gd name="connsiteX112" fmla="*/ 3179442 w 7664553"/>
                  <a:gd name="connsiteY112" fmla="*/ 308059 h 549809"/>
                  <a:gd name="connsiteX113" fmla="*/ 3096414 w 7664553"/>
                  <a:gd name="connsiteY113" fmla="*/ 318449 h 549809"/>
                  <a:gd name="connsiteX114" fmla="*/ 3013265 w 7664553"/>
                  <a:gd name="connsiteY114" fmla="*/ 326874 h 549809"/>
                  <a:gd name="connsiteX115" fmla="*/ 2929912 w 7664553"/>
                  <a:gd name="connsiteY115" fmla="*/ 336521 h 549809"/>
                  <a:gd name="connsiteX116" fmla="*/ 2847088 w 7664553"/>
                  <a:gd name="connsiteY116" fmla="*/ 350534 h 549809"/>
                  <a:gd name="connsiteX117" fmla="*/ 2764142 w 7664553"/>
                  <a:gd name="connsiteY117" fmla="*/ 361883 h 549809"/>
                  <a:gd name="connsiteX118" fmla="*/ 2681114 w 7664553"/>
                  <a:gd name="connsiteY118" fmla="*/ 371051 h 549809"/>
                  <a:gd name="connsiteX119" fmla="*/ 2598453 w 7664553"/>
                  <a:gd name="connsiteY119" fmla="*/ 379628 h 549809"/>
                  <a:gd name="connsiteX120" fmla="*/ 2515222 w 7664553"/>
                  <a:gd name="connsiteY120" fmla="*/ 381658 h 549809"/>
                  <a:gd name="connsiteX121" fmla="*/ 2433861 w 7664553"/>
                  <a:gd name="connsiteY121" fmla="*/ 387508 h 549809"/>
                  <a:gd name="connsiteX122" fmla="*/ 2384361 w 7664553"/>
                  <a:gd name="connsiteY122" fmla="*/ 391349 h 549809"/>
                  <a:gd name="connsiteX123" fmla="*/ 2357092 w 7664553"/>
                  <a:gd name="connsiteY123" fmla="*/ 395191 h 549809"/>
                  <a:gd name="connsiteX124" fmla="*/ 2275730 w 7664553"/>
                  <a:gd name="connsiteY124" fmla="*/ 399076 h 549809"/>
                  <a:gd name="connsiteX125" fmla="*/ 2194450 w 7664553"/>
                  <a:gd name="connsiteY125" fmla="*/ 401673 h 549809"/>
                  <a:gd name="connsiteX126" fmla="*/ 2113780 w 7664553"/>
                  <a:gd name="connsiteY126" fmla="*/ 402197 h 549809"/>
                  <a:gd name="connsiteX127" fmla="*/ 2033516 w 7664553"/>
                  <a:gd name="connsiteY127" fmla="*/ 401608 h 549809"/>
                  <a:gd name="connsiteX128" fmla="*/ 1952561 w 7664553"/>
                  <a:gd name="connsiteY128" fmla="*/ 397461 h 549809"/>
                  <a:gd name="connsiteX129" fmla="*/ 1872500 w 7664553"/>
                  <a:gd name="connsiteY129" fmla="*/ 389254 h 549809"/>
                  <a:gd name="connsiteX130" fmla="*/ 1793334 w 7664553"/>
                  <a:gd name="connsiteY130" fmla="*/ 378646 h 549809"/>
                  <a:gd name="connsiteX131" fmla="*/ 1714248 w 7664553"/>
                  <a:gd name="connsiteY131" fmla="*/ 367187 h 549809"/>
                  <a:gd name="connsiteX132" fmla="*/ 1634269 w 7664553"/>
                  <a:gd name="connsiteY132" fmla="*/ 356427 h 549809"/>
                  <a:gd name="connsiteX133" fmla="*/ 1552501 w 7664553"/>
                  <a:gd name="connsiteY133" fmla="*/ 347587 h 549809"/>
                  <a:gd name="connsiteX134" fmla="*/ 1468457 w 7664553"/>
                  <a:gd name="connsiteY134" fmla="*/ 341737 h 549809"/>
                  <a:gd name="connsiteX135" fmla="*/ 1382504 w 7664553"/>
                  <a:gd name="connsiteY135" fmla="*/ 338005 h 549809"/>
                  <a:gd name="connsiteX136" fmla="*/ 1295290 w 7664553"/>
                  <a:gd name="connsiteY136" fmla="*/ 321548 h 549809"/>
                  <a:gd name="connsiteX137" fmla="*/ 1205395 w 7664553"/>
                  <a:gd name="connsiteY137" fmla="*/ 295007 h 549809"/>
                  <a:gd name="connsiteX138" fmla="*/ 1114727 w 7664553"/>
                  <a:gd name="connsiteY138" fmla="*/ 265126 h 549809"/>
                  <a:gd name="connsiteX139" fmla="*/ 1024506 w 7664553"/>
                  <a:gd name="connsiteY139" fmla="*/ 231928 h 549809"/>
                  <a:gd name="connsiteX140" fmla="*/ 1025034 w 7664553"/>
                  <a:gd name="connsiteY140" fmla="*/ 210713 h 549809"/>
                  <a:gd name="connsiteX141" fmla="*/ 1022840 w 7664553"/>
                  <a:gd name="connsiteY141" fmla="*/ 186311 h 549809"/>
                  <a:gd name="connsiteX142" fmla="*/ 1021458 w 7664553"/>
                  <a:gd name="connsiteY142" fmla="*/ 185154 h 549809"/>
                  <a:gd name="connsiteX143" fmla="*/ 932416 w 7664553"/>
                  <a:gd name="connsiteY143" fmla="*/ 159464 h 549809"/>
                  <a:gd name="connsiteX144" fmla="*/ 843617 w 7664553"/>
                  <a:gd name="connsiteY144" fmla="*/ 136022 h 549809"/>
                  <a:gd name="connsiteX145" fmla="*/ 842926 w 7664553"/>
                  <a:gd name="connsiteY145" fmla="*/ 135913 h 549809"/>
                  <a:gd name="connsiteX146" fmla="*/ 758355 w 7664553"/>
                  <a:gd name="connsiteY146" fmla="*/ 129103 h 549809"/>
                  <a:gd name="connsiteX147" fmla="*/ 673295 w 7664553"/>
                  <a:gd name="connsiteY147" fmla="*/ 117011 h 549809"/>
                  <a:gd name="connsiteX148" fmla="*/ 587423 w 7664553"/>
                  <a:gd name="connsiteY148" fmla="*/ 98939 h 549809"/>
                  <a:gd name="connsiteX149" fmla="*/ 502445 w 7664553"/>
                  <a:gd name="connsiteY149" fmla="*/ 86476 h 549809"/>
                  <a:gd name="connsiteX150" fmla="*/ 432097 w 7664553"/>
                  <a:gd name="connsiteY150" fmla="*/ 71176 h 549809"/>
                  <a:gd name="connsiteX151" fmla="*/ 431487 w 7664553"/>
                  <a:gd name="connsiteY151" fmla="*/ 71067 h 549809"/>
                  <a:gd name="connsiteX152" fmla="*/ 331066 w 7664553"/>
                  <a:gd name="connsiteY152" fmla="*/ 50288 h 549809"/>
                  <a:gd name="connsiteX153" fmla="*/ 245844 w 7664553"/>
                  <a:gd name="connsiteY153" fmla="*/ 34944 h 549809"/>
                  <a:gd name="connsiteX154" fmla="*/ 160378 w 7664553"/>
                  <a:gd name="connsiteY154" fmla="*/ 13161 h 549809"/>
                  <a:gd name="connsiteX155" fmla="*/ 76050 w 7664553"/>
                  <a:gd name="connsiteY155" fmla="*/ 43 h 549809"/>
                  <a:gd name="connsiteX156" fmla="*/ 74465 w 7664553"/>
                  <a:gd name="connsiteY156" fmla="*/ 108 h 549809"/>
                  <a:gd name="connsiteX157" fmla="*/ 55405 w 7664553"/>
                  <a:gd name="connsiteY157" fmla="*/ 4321 h 549809"/>
                  <a:gd name="connsiteX158" fmla="*/ 38295 w 7664553"/>
                  <a:gd name="connsiteY158" fmla="*/ 8861 h 549809"/>
                  <a:gd name="connsiteX159" fmla="*/ 32890 w 7664553"/>
                  <a:gd name="connsiteY159" fmla="*/ 10629 h 549809"/>
                  <a:gd name="connsiteX160" fmla="*/ 10213 w 7664553"/>
                  <a:gd name="connsiteY160" fmla="*/ 15103 h 549809"/>
                  <a:gd name="connsiteX161" fmla="*/ 2004 w 7664553"/>
                  <a:gd name="connsiteY161" fmla="*/ 16064 h 549809"/>
                  <a:gd name="connsiteX162" fmla="*/ 53 w 7664553"/>
                  <a:gd name="connsiteY162" fmla="*/ 17701 h 549809"/>
                  <a:gd name="connsiteX163" fmla="*/ 3060 w 7664553"/>
                  <a:gd name="connsiteY163" fmla="*/ 18770 h 549809"/>
                  <a:gd name="connsiteX164" fmla="*/ 11554 w 7664553"/>
                  <a:gd name="connsiteY164" fmla="*/ 17744 h 549809"/>
                  <a:gd name="connsiteX165" fmla="*/ 35003 w 7664553"/>
                  <a:gd name="connsiteY165" fmla="*/ 13161 h 549809"/>
                  <a:gd name="connsiteX166" fmla="*/ 38945 w 7664553"/>
                  <a:gd name="connsiteY166" fmla="*/ 11829 h 549809"/>
                  <a:gd name="connsiteX167" fmla="*/ 57396 w 7664553"/>
                  <a:gd name="connsiteY167" fmla="*/ 6875 h 549809"/>
                  <a:gd name="connsiteX168" fmla="*/ 75440 w 7664553"/>
                  <a:gd name="connsiteY168" fmla="*/ 2924 h 549809"/>
                  <a:gd name="connsiteX169" fmla="*/ 158590 w 7664553"/>
                  <a:gd name="connsiteY169" fmla="*/ 15758 h 549809"/>
                  <a:gd name="connsiteX170" fmla="*/ 243974 w 7664553"/>
                  <a:gd name="connsiteY170" fmla="*/ 37563 h 549809"/>
                  <a:gd name="connsiteX171" fmla="*/ 329359 w 7664553"/>
                  <a:gd name="connsiteY171" fmla="*/ 52972 h 549809"/>
                  <a:gd name="connsiteX172" fmla="*/ 414987 w 7664553"/>
                  <a:gd name="connsiteY172" fmla="*/ 70499 h 549809"/>
                  <a:gd name="connsiteX173" fmla="*/ 429577 w 7664553"/>
                  <a:gd name="connsiteY173" fmla="*/ 73686 h 549809"/>
                  <a:gd name="connsiteX174" fmla="*/ 430146 w 7664553"/>
                  <a:gd name="connsiteY174" fmla="*/ 73795 h 549809"/>
                  <a:gd name="connsiteX175" fmla="*/ 500778 w 7664553"/>
                  <a:gd name="connsiteY175" fmla="*/ 89139 h 549809"/>
                  <a:gd name="connsiteX176" fmla="*/ 585757 w 7664553"/>
                  <a:gd name="connsiteY176" fmla="*/ 101602 h 549809"/>
                  <a:gd name="connsiteX177" fmla="*/ 671670 w 7664553"/>
                  <a:gd name="connsiteY177" fmla="*/ 119674 h 549809"/>
                  <a:gd name="connsiteX178" fmla="*/ 757298 w 7664553"/>
                  <a:gd name="connsiteY178" fmla="*/ 131875 h 549809"/>
                  <a:gd name="connsiteX179" fmla="*/ 841748 w 7664553"/>
                  <a:gd name="connsiteY179" fmla="*/ 138685 h 549809"/>
                  <a:gd name="connsiteX180" fmla="*/ 928596 w 7664553"/>
                  <a:gd name="connsiteY180" fmla="*/ 161603 h 549809"/>
                  <a:gd name="connsiteX181" fmla="*/ 1017800 w 7664553"/>
                  <a:gd name="connsiteY181" fmla="*/ 187293 h 549809"/>
                  <a:gd name="connsiteX182" fmla="*/ 1019914 w 7664553"/>
                  <a:gd name="connsiteY182" fmla="*/ 210800 h 549809"/>
                  <a:gd name="connsiteX183" fmla="*/ 1019304 w 7664553"/>
                  <a:gd name="connsiteY183" fmla="*/ 232692 h 549809"/>
                  <a:gd name="connsiteX184" fmla="*/ 1020442 w 7664553"/>
                  <a:gd name="connsiteY184" fmla="*/ 233849 h 549809"/>
                  <a:gd name="connsiteX185" fmla="*/ 1111923 w 7664553"/>
                  <a:gd name="connsiteY185" fmla="*/ 267527 h 549809"/>
                  <a:gd name="connsiteX186" fmla="*/ 1202834 w 7664553"/>
                  <a:gd name="connsiteY186" fmla="*/ 297473 h 549809"/>
                  <a:gd name="connsiteX187" fmla="*/ 1293177 w 7664553"/>
                  <a:gd name="connsiteY187" fmla="*/ 324123 h 549809"/>
                  <a:gd name="connsiteX188" fmla="*/ 1381081 w 7664553"/>
                  <a:gd name="connsiteY188" fmla="*/ 340755 h 549809"/>
                  <a:gd name="connsiteX189" fmla="*/ 1381650 w 7664553"/>
                  <a:gd name="connsiteY189" fmla="*/ 340864 h 549809"/>
                  <a:gd name="connsiteX190" fmla="*/ 1467807 w 7664553"/>
                  <a:gd name="connsiteY190" fmla="*/ 344553 h 549809"/>
                  <a:gd name="connsiteX191" fmla="*/ 1551607 w 7664553"/>
                  <a:gd name="connsiteY191" fmla="*/ 350403 h 549809"/>
                  <a:gd name="connsiteX192" fmla="*/ 1633090 w 7664553"/>
                  <a:gd name="connsiteY192" fmla="*/ 359242 h 549809"/>
                  <a:gd name="connsiteX193" fmla="*/ 1712907 w 7664553"/>
                  <a:gd name="connsiteY193" fmla="*/ 370003 h 549809"/>
                  <a:gd name="connsiteX194" fmla="*/ 1791870 w 7664553"/>
                  <a:gd name="connsiteY194" fmla="*/ 381396 h 549809"/>
                  <a:gd name="connsiteX195" fmla="*/ 1871240 w 7664553"/>
                  <a:gd name="connsiteY195" fmla="*/ 392048 h 549809"/>
                  <a:gd name="connsiteX196" fmla="*/ 1951708 w 7664553"/>
                  <a:gd name="connsiteY196" fmla="*/ 400298 h 549809"/>
                  <a:gd name="connsiteX197" fmla="*/ 2033069 w 7664553"/>
                  <a:gd name="connsiteY197" fmla="*/ 404445 h 549809"/>
                  <a:gd name="connsiteX198" fmla="*/ 2113617 w 7664553"/>
                  <a:gd name="connsiteY198" fmla="*/ 405034 h 549809"/>
                  <a:gd name="connsiteX199" fmla="*/ 2194491 w 7664553"/>
                  <a:gd name="connsiteY199" fmla="*/ 404511 h 549809"/>
                  <a:gd name="connsiteX200" fmla="*/ 2275852 w 7664553"/>
                  <a:gd name="connsiteY200" fmla="*/ 401848 h 549809"/>
                  <a:gd name="connsiteX201" fmla="*/ 2357701 w 7664553"/>
                  <a:gd name="connsiteY201" fmla="*/ 397963 h 549809"/>
                  <a:gd name="connsiteX202" fmla="*/ 2385093 w 7664553"/>
                  <a:gd name="connsiteY202" fmla="*/ 394121 h 549809"/>
                  <a:gd name="connsiteX203" fmla="*/ 2434389 w 7664553"/>
                  <a:gd name="connsiteY203" fmla="*/ 390280 h 549809"/>
                  <a:gd name="connsiteX204" fmla="*/ 2515466 w 7664553"/>
                  <a:gd name="connsiteY204" fmla="*/ 384474 h 549809"/>
                  <a:gd name="connsiteX205" fmla="*/ 2598900 w 7664553"/>
                  <a:gd name="connsiteY205" fmla="*/ 382400 h 549809"/>
                  <a:gd name="connsiteX206" fmla="*/ 2681968 w 7664553"/>
                  <a:gd name="connsiteY206" fmla="*/ 373823 h 549809"/>
                  <a:gd name="connsiteX207" fmla="*/ 2765117 w 7664553"/>
                  <a:gd name="connsiteY207" fmla="*/ 364655 h 549809"/>
                  <a:gd name="connsiteX208" fmla="*/ 2848267 w 7664553"/>
                  <a:gd name="connsiteY208" fmla="*/ 353262 h 549809"/>
                  <a:gd name="connsiteX209" fmla="*/ 2931091 w 7664553"/>
                  <a:gd name="connsiteY209" fmla="*/ 339249 h 549809"/>
                  <a:gd name="connsiteX210" fmla="*/ 3014118 w 7664553"/>
                  <a:gd name="connsiteY210" fmla="*/ 329667 h 549809"/>
                  <a:gd name="connsiteX211" fmla="*/ 3097349 w 7664553"/>
                  <a:gd name="connsiteY211" fmla="*/ 321242 h 549809"/>
                  <a:gd name="connsiteX212" fmla="*/ 3180092 w 7664553"/>
                  <a:gd name="connsiteY212" fmla="*/ 310853 h 549809"/>
                  <a:gd name="connsiteX213" fmla="*/ 3263038 w 7664553"/>
                  <a:gd name="connsiteY213" fmla="*/ 305942 h 549809"/>
                  <a:gd name="connsiteX214" fmla="*/ 3345985 w 7664553"/>
                  <a:gd name="connsiteY214" fmla="*/ 305134 h 549809"/>
                  <a:gd name="connsiteX215" fmla="*/ 3429622 w 7664553"/>
                  <a:gd name="connsiteY215" fmla="*/ 309718 h 549809"/>
                  <a:gd name="connsiteX216" fmla="*/ 3512974 w 7664553"/>
                  <a:gd name="connsiteY216" fmla="*/ 309609 h 549809"/>
                  <a:gd name="connsiteX217" fmla="*/ 3596530 w 7664553"/>
                  <a:gd name="connsiteY217" fmla="*/ 307535 h 549809"/>
                  <a:gd name="connsiteX218" fmla="*/ 3680371 w 7664553"/>
                  <a:gd name="connsiteY218" fmla="*/ 303759 h 549809"/>
                  <a:gd name="connsiteX219" fmla="*/ 3764211 w 7664553"/>
                  <a:gd name="connsiteY219" fmla="*/ 303126 h 549809"/>
                  <a:gd name="connsiteX220" fmla="*/ 3847767 w 7664553"/>
                  <a:gd name="connsiteY220" fmla="*/ 301904 h 549809"/>
                  <a:gd name="connsiteX221" fmla="*/ 3930916 w 7664553"/>
                  <a:gd name="connsiteY221" fmla="*/ 299940 h 549809"/>
                  <a:gd name="connsiteX222" fmla="*/ 4013984 w 7664553"/>
                  <a:gd name="connsiteY222" fmla="*/ 301380 h 549809"/>
                  <a:gd name="connsiteX223" fmla="*/ 4097134 w 7664553"/>
                  <a:gd name="connsiteY223" fmla="*/ 302559 h 549809"/>
                  <a:gd name="connsiteX224" fmla="*/ 4180568 w 7664553"/>
                  <a:gd name="connsiteY224" fmla="*/ 298019 h 549809"/>
                  <a:gd name="connsiteX225" fmla="*/ 4264002 w 7664553"/>
                  <a:gd name="connsiteY225" fmla="*/ 290249 h 549809"/>
                  <a:gd name="connsiteX226" fmla="*/ 4347354 w 7664553"/>
                  <a:gd name="connsiteY226" fmla="*/ 282042 h 549809"/>
                  <a:gd name="connsiteX227" fmla="*/ 4431276 w 7664553"/>
                  <a:gd name="connsiteY227" fmla="*/ 277567 h 549809"/>
                  <a:gd name="connsiteX228" fmla="*/ 4515117 w 7664553"/>
                  <a:gd name="connsiteY228" fmla="*/ 266916 h 549809"/>
                  <a:gd name="connsiteX229" fmla="*/ 4598388 w 7664553"/>
                  <a:gd name="connsiteY229" fmla="*/ 251354 h 549809"/>
                  <a:gd name="connsiteX230" fmla="*/ 4682025 w 7664553"/>
                  <a:gd name="connsiteY230" fmla="*/ 240790 h 549809"/>
                  <a:gd name="connsiteX231" fmla="*/ 4765378 w 7664553"/>
                  <a:gd name="connsiteY231" fmla="*/ 228960 h 549809"/>
                  <a:gd name="connsiteX232" fmla="*/ 4849014 w 7664553"/>
                  <a:gd name="connsiteY232" fmla="*/ 222084 h 549809"/>
                  <a:gd name="connsiteX233" fmla="*/ 4934928 w 7664553"/>
                  <a:gd name="connsiteY233" fmla="*/ 217828 h 549809"/>
                  <a:gd name="connsiteX234" fmla="*/ 5112240 w 7664553"/>
                  <a:gd name="connsiteY234" fmla="*/ 215165 h 549809"/>
                  <a:gd name="connsiteX235" fmla="*/ 5203517 w 7664553"/>
                  <a:gd name="connsiteY235" fmla="*/ 211433 h 549809"/>
                  <a:gd name="connsiteX236" fmla="*/ 5272483 w 7664553"/>
                  <a:gd name="connsiteY236" fmla="*/ 204252 h 549809"/>
                  <a:gd name="connsiteX237" fmla="*/ 5294714 w 7664553"/>
                  <a:gd name="connsiteY237" fmla="*/ 204252 h 549809"/>
                  <a:gd name="connsiteX238" fmla="*/ 5295486 w 7664553"/>
                  <a:gd name="connsiteY238" fmla="*/ 204187 h 549809"/>
                  <a:gd name="connsiteX239" fmla="*/ 5316537 w 7664553"/>
                  <a:gd name="connsiteY239" fmla="*/ 200345 h 549809"/>
                  <a:gd name="connsiteX240" fmla="*/ 5363761 w 7664553"/>
                  <a:gd name="connsiteY240" fmla="*/ 195718 h 549809"/>
                  <a:gd name="connsiteX241" fmla="*/ 5377660 w 7664553"/>
                  <a:gd name="connsiteY241" fmla="*/ 194277 h 549809"/>
                  <a:gd name="connsiteX242" fmla="*/ 5392941 w 7664553"/>
                  <a:gd name="connsiteY242" fmla="*/ 192837 h 549809"/>
                  <a:gd name="connsiteX243" fmla="*/ 5439270 w 7664553"/>
                  <a:gd name="connsiteY243" fmla="*/ 187620 h 549809"/>
                  <a:gd name="connsiteX244" fmla="*/ 5465482 w 7664553"/>
                  <a:gd name="connsiteY244" fmla="*/ 186071 h 549809"/>
                  <a:gd name="connsiteX245" fmla="*/ 5474302 w 7664553"/>
                  <a:gd name="connsiteY245" fmla="*/ 186114 h 549809"/>
                  <a:gd name="connsiteX246" fmla="*/ 5474992 w 7664553"/>
                  <a:gd name="connsiteY246" fmla="*/ 186071 h 549809"/>
                  <a:gd name="connsiteX247" fmla="*/ 5501775 w 7664553"/>
                  <a:gd name="connsiteY247" fmla="*/ 181858 h 549809"/>
                  <a:gd name="connsiteX248" fmla="*/ 5587606 w 7664553"/>
                  <a:gd name="connsiteY248" fmla="*/ 180898 h 549809"/>
                  <a:gd name="connsiteX249" fmla="*/ 5666285 w 7664553"/>
                  <a:gd name="connsiteY249" fmla="*/ 187555 h 549809"/>
                  <a:gd name="connsiteX250" fmla="*/ 5797064 w 7664553"/>
                  <a:gd name="connsiteY250" fmla="*/ 195762 h 549809"/>
                  <a:gd name="connsiteX251" fmla="*/ 5809175 w 7664553"/>
                  <a:gd name="connsiteY251" fmla="*/ 196133 h 549809"/>
                  <a:gd name="connsiteX252" fmla="*/ 5809947 w 7664553"/>
                  <a:gd name="connsiteY252" fmla="*/ 196089 h 549809"/>
                  <a:gd name="connsiteX253" fmla="*/ 5836120 w 7664553"/>
                  <a:gd name="connsiteY253" fmla="*/ 191658 h 549809"/>
                  <a:gd name="connsiteX254" fmla="*/ 5855180 w 7664553"/>
                  <a:gd name="connsiteY254" fmla="*/ 190960 h 549809"/>
                  <a:gd name="connsiteX255" fmla="*/ 5867372 w 7664553"/>
                  <a:gd name="connsiteY255" fmla="*/ 189956 h 549809"/>
                  <a:gd name="connsiteX256" fmla="*/ 5892690 w 7664553"/>
                  <a:gd name="connsiteY256" fmla="*/ 188843 h 549809"/>
                  <a:gd name="connsiteX257" fmla="*/ 5893666 w 7664553"/>
                  <a:gd name="connsiteY257" fmla="*/ 188733 h 549809"/>
                  <a:gd name="connsiteX258" fmla="*/ 5907646 w 7664553"/>
                  <a:gd name="connsiteY258" fmla="*/ 184848 h 549809"/>
                  <a:gd name="connsiteX259" fmla="*/ 5918944 w 7664553"/>
                  <a:gd name="connsiteY259" fmla="*/ 181160 h 549809"/>
                  <a:gd name="connsiteX260" fmla="*/ 5924796 w 7664553"/>
                  <a:gd name="connsiteY260" fmla="*/ 180265 h 549809"/>
                  <a:gd name="connsiteX261" fmla="*/ 5928860 w 7664553"/>
                  <a:gd name="connsiteY261" fmla="*/ 181443 h 549809"/>
                  <a:gd name="connsiteX262" fmla="*/ 5930038 w 7664553"/>
                  <a:gd name="connsiteY262" fmla="*/ 181662 h 549809"/>
                  <a:gd name="connsiteX263" fmla="*/ 5946132 w 7664553"/>
                  <a:gd name="connsiteY263" fmla="*/ 181727 h 549809"/>
                  <a:gd name="connsiteX264" fmla="*/ 5947514 w 7664553"/>
                  <a:gd name="connsiteY264" fmla="*/ 181509 h 549809"/>
                  <a:gd name="connsiteX265" fmla="*/ 5959421 w 7664553"/>
                  <a:gd name="connsiteY265" fmla="*/ 177340 h 549809"/>
                  <a:gd name="connsiteX266" fmla="*/ 5967062 w 7664553"/>
                  <a:gd name="connsiteY266" fmla="*/ 173826 h 549809"/>
                  <a:gd name="connsiteX267" fmla="*/ 5972507 w 7664553"/>
                  <a:gd name="connsiteY267" fmla="*/ 172975 h 549809"/>
                  <a:gd name="connsiteX268" fmla="*/ 5990349 w 7664553"/>
                  <a:gd name="connsiteY268" fmla="*/ 170901 h 549809"/>
                  <a:gd name="connsiteX269" fmla="*/ 6000874 w 7664553"/>
                  <a:gd name="connsiteY269" fmla="*/ 172080 h 549809"/>
                  <a:gd name="connsiteX270" fmla="*/ 6020503 w 7664553"/>
                  <a:gd name="connsiteY270" fmla="*/ 171665 h 549809"/>
                  <a:gd name="connsiteX271" fmla="*/ 6021478 w 7664553"/>
                  <a:gd name="connsiteY271" fmla="*/ 171512 h 549809"/>
                  <a:gd name="connsiteX272" fmla="*/ 6035580 w 7664553"/>
                  <a:gd name="connsiteY272" fmla="*/ 167518 h 549809"/>
                  <a:gd name="connsiteX273" fmla="*/ 6060005 w 7664553"/>
                  <a:gd name="connsiteY273" fmla="*/ 164331 h 549809"/>
                  <a:gd name="connsiteX274" fmla="*/ 6061102 w 7664553"/>
                  <a:gd name="connsiteY274" fmla="*/ 164004 h 549809"/>
                  <a:gd name="connsiteX275" fmla="*/ 6064801 w 7664553"/>
                  <a:gd name="connsiteY275" fmla="*/ 162192 h 549809"/>
                  <a:gd name="connsiteX276" fmla="*/ 6085121 w 7664553"/>
                  <a:gd name="connsiteY276" fmla="*/ 159791 h 549809"/>
                  <a:gd name="connsiteX277" fmla="*/ 6085730 w 7664553"/>
                  <a:gd name="connsiteY277" fmla="*/ 159748 h 549809"/>
                  <a:gd name="connsiteX278" fmla="*/ 6097841 w 7664553"/>
                  <a:gd name="connsiteY278" fmla="*/ 159857 h 549809"/>
                  <a:gd name="connsiteX279" fmla="*/ 6098654 w 7664553"/>
                  <a:gd name="connsiteY279" fmla="*/ 159791 h 549809"/>
                  <a:gd name="connsiteX280" fmla="*/ 6114423 w 7664553"/>
                  <a:gd name="connsiteY280" fmla="*/ 157085 h 549809"/>
                  <a:gd name="connsiteX281" fmla="*/ 6119786 w 7664553"/>
                  <a:gd name="connsiteY281" fmla="*/ 155426 h 549809"/>
                  <a:gd name="connsiteX282" fmla="*/ 6173554 w 7664553"/>
                  <a:gd name="connsiteY282" fmla="*/ 148704 h 549809"/>
                  <a:gd name="connsiteX283" fmla="*/ 6199156 w 7664553"/>
                  <a:gd name="connsiteY283" fmla="*/ 146936 h 549809"/>
                  <a:gd name="connsiteX284" fmla="*/ 6212242 w 7664553"/>
                  <a:gd name="connsiteY284" fmla="*/ 145233 h 549809"/>
                  <a:gd name="connsiteX285" fmla="*/ 6215901 w 7664553"/>
                  <a:gd name="connsiteY285" fmla="*/ 144338 h 549809"/>
                  <a:gd name="connsiteX286" fmla="*/ 6231263 w 7664553"/>
                  <a:gd name="connsiteY286" fmla="*/ 142745 h 549809"/>
                  <a:gd name="connsiteX287" fmla="*/ 6256663 w 7664553"/>
                  <a:gd name="connsiteY287" fmla="*/ 146957 h 549809"/>
                  <a:gd name="connsiteX288" fmla="*/ 6257760 w 7664553"/>
                  <a:gd name="connsiteY288" fmla="*/ 147023 h 549809"/>
                  <a:gd name="connsiteX289" fmla="*/ 6368666 w 7664553"/>
                  <a:gd name="connsiteY289" fmla="*/ 138554 h 549809"/>
                  <a:gd name="connsiteX290" fmla="*/ 6387401 w 7664553"/>
                  <a:gd name="connsiteY290" fmla="*/ 147721 h 549809"/>
                  <a:gd name="connsiteX291" fmla="*/ 6398333 w 7664553"/>
                  <a:gd name="connsiteY291" fmla="*/ 169199 h 549809"/>
                  <a:gd name="connsiteX292" fmla="*/ 6400406 w 7664553"/>
                  <a:gd name="connsiteY292" fmla="*/ 200367 h 549809"/>
                  <a:gd name="connsiteX293" fmla="*/ 6397236 w 7664553"/>
                  <a:gd name="connsiteY293" fmla="*/ 237341 h 549809"/>
                  <a:gd name="connsiteX294" fmla="*/ 6393294 w 7664553"/>
                  <a:gd name="connsiteY294" fmla="*/ 274861 h 549809"/>
                  <a:gd name="connsiteX295" fmla="*/ 6392603 w 7664553"/>
                  <a:gd name="connsiteY295" fmla="*/ 307688 h 549809"/>
                  <a:gd name="connsiteX296" fmla="*/ 6392603 w 7664553"/>
                  <a:gd name="connsiteY296" fmla="*/ 308059 h 549809"/>
                  <a:gd name="connsiteX297" fmla="*/ 6397276 w 7664553"/>
                  <a:gd name="connsiteY297" fmla="*/ 336303 h 549809"/>
                  <a:gd name="connsiteX298" fmla="*/ 6408696 w 7664553"/>
                  <a:gd name="connsiteY298" fmla="*/ 357256 h 549809"/>
                  <a:gd name="connsiteX299" fmla="*/ 6424749 w 7664553"/>
                  <a:gd name="connsiteY299" fmla="*/ 373670 h 549809"/>
                  <a:gd name="connsiteX300" fmla="*/ 6444012 w 7664553"/>
                  <a:gd name="connsiteY300" fmla="*/ 385827 h 549809"/>
                  <a:gd name="connsiteX301" fmla="*/ 6445598 w 7664553"/>
                  <a:gd name="connsiteY301" fmla="*/ 386416 h 549809"/>
                  <a:gd name="connsiteX302" fmla="*/ 6447264 w 7664553"/>
                  <a:gd name="connsiteY302" fmla="*/ 386678 h 549809"/>
                  <a:gd name="connsiteX303" fmla="*/ 6475630 w 7664553"/>
                  <a:gd name="connsiteY303" fmla="*/ 385129 h 549809"/>
                  <a:gd name="connsiteX304" fmla="*/ 6503510 w 7664553"/>
                  <a:gd name="connsiteY304" fmla="*/ 404314 h 549809"/>
                  <a:gd name="connsiteX305" fmla="*/ 6532080 w 7664553"/>
                  <a:gd name="connsiteY305" fmla="*/ 418065 h 549809"/>
                  <a:gd name="connsiteX306" fmla="*/ 6533949 w 7664553"/>
                  <a:gd name="connsiteY306" fmla="*/ 418392 h 549809"/>
                  <a:gd name="connsiteX307" fmla="*/ 6628193 w 7664553"/>
                  <a:gd name="connsiteY307" fmla="*/ 414442 h 549809"/>
                  <a:gd name="connsiteX308" fmla="*/ 6721056 w 7664553"/>
                  <a:gd name="connsiteY308" fmla="*/ 408789 h 549809"/>
                  <a:gd name="connsiteX309" fmla="*/ 6750235 w 7664553"/>
                  <a:gd name="connsiteY309" fmla="*/ 425639 h 549809"/>
                  <a:gd name="connsiteX310" fmla="*/ 6812170 w 7664553"/>
                  <a:gd name="connsiteY310" fmla="*/ 469597 h 549809"/>
                  <a:gd name="connsiteX311" fmla="*/ 6843422 w 7664553"/>
                  <a:gd name="connsiteY311" fmla="*/ 488128 h 549809"/>
                  <a:gd name="connsiteX312" fmla="*/ 6845821 w 7664553"/>
                  <a:gd name="connsiteY312" fmla="*/ 488499 h 549809"/>
                  <a:gd name="connsiteX313" fmla="*/ 6941080 w 7664553"/>
                  <a:gd name="connsiteY313" fmla="*/ 478699 h 549809"/>
                  <a:gd name="connsiteX314" fmla="*/ 6972454 w 7664553"/>
                  <a:gd name="connsiteY314" fmla="*/ 492602 h 549809"/>
                  <a:gd name="connsiteX315" fmla="*/ 6974527 w 7664553"/>
                  <a:gd name="connsiteY315" fmla="*/ 492864 h 549809"/>
                  <a:gd name="connsiteX316" fmla="*/ 7070560 w 7664553"/>
                  <a:gd name="connsiteY316" fmla="*/ 481820 h 549809"/>
                  <a:gd name="connsiteX317" fmla="*/ 7102991 w 7664553"/>
                  <a:gd name="connsiteY317" fmla="*/ 493017 h 549809"/>
                  <a:gd name="connsiteX318" fmla="*/ 7136315 w 7664553"/>
                  <a:gd name="connsiteY318" fmla="*/ 502446 h 549809"/>
                  <a:gd name="connsiteX319" fmla="*/ 7204672 w 7664553"/>
                  <a:gd name="connsiteY319" fmla="*/ 523378 h 549809"/>
                  <a:gd name="connsiteX320" fmla="*/ 7206256 w 7664553"/>
                  <a:gd name="connsiteY320" fmla="*/ 523487 h 549809"/>
                  <a:gd name="connsiteX321" fmla="*/ 7405474 w 7664553"/>
                  <a:gd name="connsiteY321" fmla="*/ 506637 h 549809"/>
                  <a:gd name="connsiteX322" fmla="*/ 7504189 w 7664553"/>
                  <a:gd name="connsiteY322" fmla="*/ 499391 h 549809"/>
                  <a:gd name="connsiteX323" fmla="*/ 7540195 w 7664553"/>
                  <a:gd name="connsiteY323" fmla="*/ 513949 h 549809"/>
                  <a:gd name="connsiteX324" fmla="*/ 7577909 w 7664553"/>
                  <a:gd name="connsiteY324" fmla="*/ 529446 h 549809"/>
                  <a:gd name="connsiteX325" fmla="*/ 7615908 w 7664553"/>
                  <a:gd name="connsiteY325" fmla="*/ 540272 h 549809"/>
                  <a:gd name="connsiteX326" fmla="*/ 7654312 w 7664553"/>
                  <a:gd name="connsiteY326" fmla="*/ 548435 h 549809"/>
                  <a:gd name="connsiteX327" fmla="*/ 7664350 w 7664553"/>
                  <a:gd name="connsiteY327" fmla="*/ 549810 h 549809"/>
                  <a:gd name="connsiteX328" fmla="*/ 7664350 w 7664553"/>
                  <a:gd name="connsiteY328" fmla="*/ 546885 h 549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Lst>
                <a:rect l="l" t="t" r="r" b="b"/>
                <a:pathLst>
                  <a:path w="7664553" h="549809">
                    <a:moveTo>
                      <a:pt x="7664554" y="546776"/>
                    </a:moveTo>
                    <a:lnTo>
                      <a:pt x="7656019" y="545597"/>
                    </a:lnTo>
                    <a:lnTo>
                      <a:pt x="7618103" y="537609"/>
                    </a:lnTo>
                    <a:lnTo>
                      <a:pt x="7580794" y="526958"/>
                    </a:lnTo>
                    <a:lnTo>
                      <a:pt x="7543406" y="511613"/>
                    </a:lnTo>
                    <a:lnTo>
                      <a:pt x="7506505" y="496684"/>
                    </a:lnTo>
                    <a:cubicBezTo>
                      <a:pt x="7506017" y="496466"/>
                      <a:pt x="7505327" y="496357"/>
                      <a:pt x="7504716" y="496422"/>
                    </a:cubicBezTo>
                    <a:lnTo>
                      <a:pt x="7404986" y="503778"/>
                    </a:lnTo>
                    <a:lnTo>
                      <a:pt x="7206541" y="520562"/>
                    </a:lnTo>
                    <a:lnTo>
                      <a:pt x="7138875" y="499893"/>
                    </a:lnTo>
                    <a:lnTo>
                      <a:pt x="7105632" y="490464"/>
                    </a:lnTo>
                    <a:lnTo>
                      <a:pt x="7072511" y="479005"/>
                    </a:lnTo>
                    <a:cubicBezTo>
                      <a:pt x="7071900" y="478852"/>
                      <a:pt x="7071291" y="478786"/>
                      <a:pt x="7070601" y="478852"/>
                    </a:cubicBezTo>
                    <a:lnTo>
                      <a:pt x="6974771" y="489874"/>
                    </a:lnTo>
                    <a:lnTo>
                      <a:pt x="6943519" y="475971"/>
                    </a:lnTo>
                    <a:cubicBezTo>
                      <a:pt x="6942909" y="475709"/>
                      <a:pt x="6942137" y="475600"/>
                      <a:pt x="6941447" y="475709"/>
                    </a:cubicBezTo>
                    <a:lnTo>
                      <a:pt x="6846389" y="485509"/>
                    </a:lnTo>
                    <a:lnTo>
                      <a:pt x="6816234" y="467611"/>
                    </a:lnTo>
                    <a:lnTo>
                      <a:pt x="6754340" y="423696"/>
                    </a:lnTo>
                    <a:lnTo>
                      <a:pt x="6724185" y="406213"/>
                    </a:lnTo>
                    <a:cubicBezTo>
                      <a:pt x="6723575" y="405908"/>
                      <a:pt x="6722803" y="405798"/>
                      <a:pt x="6722031" y="405798"/>
                    </a:cubicBezTo>
                    <a:lnTo>
                      <a:pt x="6627949" y="411495"/>
                    </a:lnTo>
                    <a:lnTo>
                      <a:pt x="6534884" y="415380"/>
                    </a:lnTo>
                    <a:lnTo>
                      <a:pt x="6507411" y="402219"/>
                    </a:lnTo>
                    <a:lnTo>
                      <a:pt x="6478922" y="382662"/>
                    </a:lnTo>
                    <a:cubicBezTo>
                      <a:pt x="6478434" y="382291"/>
                      <a:pt x="6477540" y="382073"/>
                      <a:pt x="6476728" y="382117"/>
                    </a:cubicBezTo>
                    <a:lnTo>
                      <a:pt x="6447954" y="383710"/>
                    </a:lnTo>
                    <a:lnTo>
                      <a:pt x="6429016" y="371924"/>
                    </a:lnTo>
                    <a:lnTo>
                      <a:pt x="6413614" y="356034"/>
                    </a:lnTo>
                    <a:lnTo>
                      <a:pt x="6402397" y="335626"/>
                    </a:lnTo>
                    <a:lnTo>
                      <a:pt x="6398130" y="308168"/>
                    </a:lnTo>
                    <a:lnTo>
                      <a:pt x="6397805" y="307426"/>
                    </a:lnTo>
                    <a:lnTo>
                      <a:pt x="6398496" y="274817"/>
                    </a:lnTo>
                    <a:lnTo>
                      <a:pt x="6402478" y="237363"/>
                    </a:lnTo>
                    <a:lnTo>
                      <a:pt x="6405770" y="200214"/>
                    </a:lnTo>
                    <a:lnTo>
                      <a:pt x="6403494" y="168609"/>
                    </a:lnTo>
                    <a:lnTo>
                      <a:pt x="6392359" y="146390"/>
                    </a:lnTo>
                    <a:cubicBezTo>
                      <a:pt x="6392156" y="146128"/>
                      <a:pt x="6391953" y="145910"/>
                      <a:pt x="6391587" y="145692"/>
                    </a:cubicBezTo>
                    <a:lnTo>
                      <a:pt x="6371349" y="135826"/>
                    </a:lnTo>
                    <a:cubicBezTo>
                      <a:pt x="6370738" y="135564"/>
                      <a:pt x="6370048" y="135455"/>
                      <a:pt x="6369276" y="135499"/>
                    </a:cubicBezTo>
                    <a:lnTo>
                      <a:pt x="6257841" y="144011"/>
                    </a:lnTo>
                    <a:lnTo>
                      <a:pt x="6232319" y="139755"/>
                    </a:lnTo>
                    <a:cubicBezTo>
                      <a:pt x="6231912" y="139689"/>
                      <a:pt x="6231425" y="139689"/>
                      <a:pt x="6231018" y="139755"/>
                    </a:cubicBezTo>
                    <a:lnTo>
                      <a:pt x="6214640" y="141523"/>
                    </a:lnTo>
                    <a:lnTo>
                      <a:pt x="6210780" y="142374"/>
                    </a:lnTo>
                    <a:lnTo>
                      <a:pt x="6198384" y="144076"/>
                    </a:lnTo>
                    <a:lnTo>
                      <a:pt x="6172781" y="145779"/>
                    </a:lnTo>
                    <a:lnTo>
                      <a:pt x="6118405" y="152589"/>
                    </a:lnTo>
                    <a:cubicBezTo>
                      <a:pt x="6118405" y="152589"/>
                      <a:pt x="6117917" y="152654"/>
                      <a:pt x="6117714" y="152698"/>
                    </a:cubicBezTo>
                    <a:lnTo>
                      <a:pt x="6112553" y="154357"/>
                    </a:lnTo>
                    <a:lnTo>
                      <a:pt x="6097678" y="156867"/>
                    </a:lnTo>
                    <a:lnTo>
                      <a:pt x="6085690" y="156758"/>
                    </a:lnTo>
                    <a:lnTo>
                      <a:pt x="6063256" y="159377"/>
                    </a:lnTo>
                    <a:cubicBezTo>
                      <a:pt x="6062769" y="159420"/>
                      <a:pt x="6062362" y="159530"/>
                      <a:pt x="6062037" y="159704"/>
                    </a:cubicBezTo>
                    <a:lnTo>
                      <a:pt x="6058380" y="161559"/>
                    </a:lnTo>
                    <a:lnTo>
                      <a:pt x="6034077" y="164768"/>
                    </a:lnTo>
                    <a:lnTo>
                      <a:pt x="6019894" y="168719"/>
                    </a:lnTo>
                    <a:lnTo>
                      <a:pt x="6001443" y="169199"/>
                    </a:lnTo>
                    <a:lnTo>
                      <a:pt x="5991120" y="167976"/>
                    </a:lnTo>
                    <a:cubicBezTo>
                      <a:pt x="5990714" y="167911"/>
                      <a:pt x="5990349" y="167911"/>
                      <a:pt x="5990023" y="167976"/>
                    </a:cubicBezTo>
                    <a:lnTo>
                      <a:pt x="5976530" y="169570"/>
                    </a:lnTo>
                    <a:lnTo>
                      <a:pt x="5965233" y="171054"/>
                    </a:lnTo>
                    <a:cubicBezTo>
                      <a:pt x="5964949" y="171163"/>
                      <a:pt x="5964623" y="171229"/>
                      <a:pt x="5964338" y="171381"/>
                    </a:cubicBezTo>
                    <a:lnTo>
                      <a:pt x="5956617" y="175005"/>
                    </a:lnTo>
                    <a:lnTo>
                      <a:pt x="5945604" y="178781"/>
                    </a:lnTo>
                    <a:lnTo>
                      <a:pt x="5930932" y="178737"/>
                    </a:lnTo>
                    <a:lnTo>
                      <a:pt x="5926463" y="177405"/>
                    </a:lnTo>
                    <a:cubicBezTo>
                      <a:pt x="5925974" y="177253"/>
                      <a:pt x="5925284" y="177187"/>
                      <a:pt x="5924593" y="177296"/>
                    </a:cubicBezTo>
                    <a:lnTo>
                      <a:pt x="5917441" y="178409"/>
                    </a:lnTo>
                    <a:cubicBezTo>
                      <a:pt x="5917441" y="178409"/>
                      <a:pt x="5916952" y="178453"/>
                      <a:pt x="5916830" y="178519"/>
                    </a:cubicBezTo>
                    <a:lnTo>
                      <a:pt x="5905330" y="182295"/>
                    </a:lnTo>
                    <a:lnTo>
                      <a:pt x="5891919" y="185983"/>
                    </a:lnTo>
                    <a:lnTo>
                      <a:pt x="5866924" y="187096"/>
                    </a:lnTo>
                    <a:lnTo>
                      <a:pt x="5854732" y="188057"/>
                    </a:lnTo>
                    <a:lnTo>
                      <a:pt x="5835388" y="188864"/>
                    </a:lnTo>
                    <a:lnTo>
                      <a:pt x="5817222" y="191964"/>
                    </a:lnTo>
                    <a:lnTo>
                      <a:pt x="5809094" y="193252"/>
                    </a:lnTo>
                    <a:lnTo>
                      <a:pt x="5797593" y="192880"/>
                    </a:lnTo>
                    <a:lnTo>
                      <a:pt x="5674657" y="185307"/>
                    </a:lnTo>
                    <a:lnTo>
                      <a:pt x="5588053" y="178017"/>
                    </a:lnTo>
                    <a:lnTo>
                      <a:pt x="5501449" y="178977"/>
                    </a:lnTo>
                    <a:cubicBezTo>
                      <a:pt x="5501246" y="178977"/>
                      <a:pt x="5501042" y="178977"/>
                      <a:pt x="5500840" y="179021"/>
                    </a:cubicBezTo>
                    <a:lnTo>
                      <a:pt x="5474139" y="183233"/>
                    </a:lnTo>
                    <a:lnTo>
                      <a:pt x="5465321" y="183233"/>
                    </a:lnTo>
                    <a:lnTo>
                      <a:pt x="5438742" y="184717"/>
                    </a:lnTo>
                    <a:lnTo>
                      <a:pt x="5392209" y="189999"/>
                    </a:lnTo>
                    <a:lnTo>
                      <a:pt x="5315521" y="197573"/>
                    </a:lnTo>
                    <a:lnTo>
                      <a:pt x="5294470" y="201415"/>
                    </a:lnTo>
                    <a:lnTo>
                      <a:pt x="5272159" y="201415"/>
                    </a:lnTo>
                    <a:lnTo>
                      <a:pt x="5203030" y="208596"/>
                    </a:lnTo>
                    <a:lnTo>
                      <a:pt x="5112158" y="212284"/>
                    </a:lnTo>
                    <a:lnTo>
                      <a:pt x="4934847" y="214991"/>
                    </a:lnTo>
                    <a:lnTo>
                      <a:pt x="4848609" y="219247"/>
                    </a:lnTo>
                    <a:lnTo>
                      <a:pt x="4764564" y="226122"/>
                    </a:lnTo>
                    <a:lnTo>
                      <a:pt x="4681009" y="237952"/>
                    </a:lnTo>
                    <a:lnTo>
                      <a:pt x="4597168" y="248560"/>
                    </a:lnTo>
                    <a:lnTo>
                      <a:pt x="4513938" y="264122"/>
                    </a:lnTo>
                    <a:lnTo>
                      <a:pt x="4430666" y="274730"/>
                    </a:lnTo>
                    <a:lnTo>
                      <a:pt x="4346826" y="279161"/>
                    </a:lnTo>
                    <a:lnTo>
                      <a:pt x="4263393" y="287411"/>
                    </a:lnTo>
                    <a:lnTo>
                      <a:pt x="4180040" y="295138"/>
                    </a:lnTo>
                    <a:lnTo>
                      <a:pt x="4097093" y="299678"/>
                    </a:lnTo>
                    <a:lnTo>
                      <a:pt x="4014228" y="298499"/>
                    </a:lnTo>
                    <a:lnTo>
                      <a:pt x="3931079" y="297059"/>
                    </a:lnTo>
                    <a:lnTo>
                      <a:pt x="3847848" y="299045"/>
                    </a:lnTo>
                    <a:lnTo>
                      <a:pt x="3764292" y="300267"/>
                    </a:lnTo>
                    <a:lnTo>
                      <a:pt x="3680249" y="300966"/>
                    </a:lnTo>
                    <a:lnTo>
                      <a:pt x="3596408" y="304698"/>
                    </a:lnTo>
                    <a:lnTo>
                      <a:pt x="3513056" y="306771"/>
                    </a:lnTo>
                    <a:lnTo>
                      <a:pt x="3429988" y="306881"/>
                    </a:lnTo>
                    <a:lnTo>
                      <a:pt x="3346432" y="302297"/>
                    </a:lnTo>
                    <a:lnTo>
                      <a:pt x="3262876" y="303104"/>
                    </a:lnTo>
                    <a:lnTo>
                      <a:pt x="3179442" y="308059"/>
                    </a:lnTo>
                    <a:lnTo>
                      <a:pt x="3096414" y="318449"/>
                    </a:lnTo>
                    <a:lnTo>
                      <a:pt x="3013265" y="326874"/>
                    </a:lnTo>
                    <a:lnTo>
                      <a:pt x="2929912" y="336521"/>
                    </a:lnTo>
                    <a:lnTo>
                      <a:pt x="2847088" y="350534"/>
                    </a:lnTo>
                    <a:lnTo>
                      <a:pt x="2764142" y="361883"/>
                    </a:lnTo>
                    <a:lnTo>
                      <a:pt x="2681114" y="371051"/>
                    </a:lnTo>
                    <a:lnTo>
                      <a:pt x="2598453" y="379628"/>
                    </a:lnTo>
                    <a:lnTo>
                      <a:pt x="2515222" y="381658"/>
                    </a:lnTo>
                    <a:lnTo>
                      <a:pt x="2433861" y="387508"/>
                    </a:lnTo>
                    <a:lnTo>
                      <a:pt x="2384361" y="391349"/>
                    </a:lnTo>
                    <a:lnTo>
                      <a:pt x="2357092" y="395191"/>
                    </a:lnTo>
                    <a:lnTo>
                      <a:pt x="2275730" y="399076"/>
                    </a:lnTo>
                    <a:lnTo>
                      <a:pt x="2194450" y="401673"/>
                    </a:lnTo>
                    <a:lnTo>
                      <a:pt x="2113780" y="402197"/>
                    </a:lnTo>
                    <a:lnTo>
                      <a:pt x="2033516" y="401608"/>
                    </a:lnTo>
                    <a:lnTo>
                      <a:pt x="1952561" y="397461"/>
                    </a:lnTo>
                    <a:lnTo>
                      <a:pt x="1872500" y="389254"/>
                    </a:lnTo>
                    <a:lnTo>
                      <a:pt x="1793334" y="378646"/>
                    </a:lnTo>
                    <a:lnTo>
                      <a:pt x="1714248" y="367187"/>
                    </a:lnTo>
                    <a:lnTo>
                      <a:pt x="1634269" y="356427"/>
                    </a:lnTo>
                    <a:lnTo>
                      <a:pt x="1552501" y="347587"/>
                    </a:lnTo>
                    <a:lnTo>
                      <a:pt x="1468457" y="341737"/>
                    </a:lnTo>
                    <a:lnTo>
                      <a:pt x="1382504" y="338005"/>
                    </a:lnTo>
                    <a:lnTo>
                      <a:pt x="1295290" y="321548"/>
                    </a:lnTo>
                    <a:lnTo>
                      <a:pt x="1205395" y="295007"/>
                    </a:lnTo>
                    <a:lnTo>
                      <a:pt x="1114727" y="265126"/>
                    </a:lnTo>
                    <a:lnTo>
                      <a:pt x="1024506" y="231928"/>
                    </a:lnTo>
                    <a:lnTo>
                      <a:pt x="1025034" y="210713"/>
                    </a:lnTo>
                    <a:lnTo>
                      <a:pt x="1022840" y="186311"/>
                    </a:lnTo>
                    <a:cubicBezTo>
                      <a:pt x="1022799" y="185831"/>
                      <a:pt x="1022271" y="185350"/>
                      <a:pt x="1021458" y="185154"/>
                    </a:cubicBezTo>
                    <a:lnTo>
                      <a:pt x="932416" y="159464"/>
                    </a:lnTo>
                    <a:lnTo>
                      <a:pt x="843617" y="136022"/>
                    </a:lnTo>
                    <a:cubicBezTo>
                      <a:pt x="843617" y="136022"/>
                      <a:pt x="843170" y="135913"/>
                      <a:pt x="842926" y="135913"/>
                    </a:cubicBezTo>
                    <a:lnTo>
                      <a:pt x="758355" y="129103"/>
                    </a:lnTo>
                    <a:lnTo>
                      <a:pt x="673295" y="117011"/>
                    </a:lnTo>
                    <a:lnTo>
                      <a:pt x="587423" y="98939"/>
                    </a:lnTo>
                    <a:lnTo>
                      <a:pt x="502445" y="86476"/>
                    </a:lnTo>
                    <a:lnTo>
                      <a:pt x="432097" y="71176"/>
                    </a:lnTo>
                    <a:lnTo>
                      <a:pt x="431487" y="71067"/>
                    </a:lnTo>
                    <a:lnTo>
                      <a:pt x="331066" y="50288"/>
                    </a:lnTo>
                    <a:lnTo>
                      <a:pt x="245844" y="34944"/>
                    </a:lnTo>
                    <a:lnTo>
                      <a:pt x="160378" y="13161"/>
                    </a:lnTo>
                    <a:lnTo>
                      <a:pt x="76050" y="43"/>
                    </a:lnTo>
                    <a:cubicBezTo>
                      <a:pt x="75562" y="-22"/>
                      <a:pt x="74952" y="-22"/>
                      <a:pt x="74465" y="108"/>
                    </a:cubicBezTo>
                    <a:lnTo>
                      <a:pt x="55405" y="4321"/>
                    </a:lnTo>
                    <a:lnTo>
                      <a:pt x="38295" y="8861"/>
                    </a:lnTo>
                    <a:lnTo>
                      <a:pt x="32890" y="10629"/>
                    </a:lnTo>
                    <a:lnTo>
                      <a:pt x="10213" y="15103"/>
                    </a:lnTo>
                    <a:lnTo>
                      <a:pt x="2004" y="16064"/>
                    </a:lnTo>
                    <a:cubicBezTo>
                      <a:pt x="662" y="16216"/>
                      <a:pt x="-232" y="16959"/>
                      <a:pt x="53" y="17701"/>
                    </a:cubicBezTo>
                    <a:cubicBezTo>
                      <a:pt x="378" y="18443"/>
                      <a:pt x="1637" y="18923"/>
                      <a:pt x="3060" y="18770"/>
                    </a:cubicBezTo>
                    <a:lnTo>
                      <a:pt x="11554" y="17744"/>
                    </a:lnTo>
                    <a:lnTo>
                      <a:pt x="35003" y="13161"/>
                    </a:lnTo>
                    <a:lnTo>
                      <a:pt x="38945" y="11829"/>
                    </a:lnTo>
                    <a:lnTo>
                      <a:pt x="57396" y="6875"/>
                    </a:lnTo>
                    <a:lnTo>
                      <a:pt x="75440" y="2924"/>
                    </a:lnTo>
                    <a:lnTo>
                      <a:pt x="158590" y="15758"/>
                    </a:lnTo>
                    <a:lnTo>
                      <a:pt x="243974" y="37563"/>
                    </a:lnTo>
                    <a:lnTo>
                      <a:pt x="329359" y="52972"/>
                    </a:lnTo>
                    <a:lnTo>
                      <a:pt x="414987" y="70499"/>
                    </a:lnTo>
                    <a:lnTo>
                      <a:pt x="429577" y="73686"/>
                    </a:lnTo>
                    <a:lnTo>
                      <a:pt x="430146" y="73795"/>
                    </a:lnTo>
                    <a:lnTo>
                      <a:pt x="500778" y="89139"/>
                    </a:lnTo>
                    <a:lnTo>
                      <a:pt x="585757" y="101602"/>
                    </a:lnTo>
                    <a:lnTo>
                      <a:pt x="671670" y="119674"/>
                    </a:lnTo>
                    <a:lnTo>
                      <a:pt x="757298" y="131875"/>
                    </a:lnTo>
                    <a:lnTo>
                      <a:pt x="841748" y="138685"/>
                    </a:lnTo>
                    <a:lnTo>
                      <a:pt x="928596" y="161603"/>
                    </a:lnTo>
                    <a:lnTo>
                      <a:pt x="1017800" y="187293"/>
                    </a:lnTo>
                    <a:lnTo>
                      <a:pt x="1019914" y="210800"/>
                    </a:lnTo>
                    <a:lnTo>
                      <a:pt x="1019304" y="232692"/>
                    </a:lnTo>
                    <a:cubicBezTo>
                      <a:pt x="1019304" y="233172"/>
                      <a:pt x="1019751" y="233609"/>
                      <a:pt x="1020442" y="233849"/>
                    </a:cubicBezTo>
                    <a:lnTo>
                      <a:pt x="1111923" y="267527"/>
                    </a:lnTo>
                    <a:lnTo>
                      <a:pt x="1202834" y="297473"/>
                    </a:lnTo>
                    <a:lnTo>
                      <a:pt x="1293177" y="324123"/>
                    </a:lnTo>
                    <a:lnTo>
                      <a:pt x="1381081" y="340755"/>
                    </a:lnTo>
                    <a:cubicBezTo>
                      <a:pt x="1381081" y="340755"/>
                      <a:pt x="1381488" y="340864"/>
                      <a:pt x="1381650" y="340864"/>
                    </a:cubicBezTo>
                    <a:lnTo>
                      <a:pt x="1467807" y="344553"/>
                    </a:lnTo>
                    <a:lnTo>
                      <a:pt x="1551607" y="350403"/>
                    </a:lnTo>
                    <a:lnTo>
                      <a:pt x="1633090" y="359242"/>
                    </a:lnTo>
                    <a:lnTo>
                      <a:pt x="1712907" y="370003"/>
                    </a:lnTo>
                    <a:lnTo>
                      <a:pt x="1791870" y="381396"/>
                    </a:lnTo>
                    <a:lnTo>
                      <a:pt x="1871240" y="392048"/>
                    </a:lnTo>
                    <a:lnTo>
                      <a:pt x="1951708" y="400298"/>
                    </a:lnTo>
                    <a:lnTo>
                      <a:pt x="2033069" y="404445"/>
                    </a:lnTo>
                    <a:lnTo>
                      <a:pt x="2113617" y="405034"/>
                    </a:lnTo>
                    <a:lnTo>
                      <a:pt x="2194491" y="404511"/>
                    </a:lnTo>
                    <a:lnTo>
                      <a:pt x="2275852" y="401848"/>
                    </a:lnTo>
                    <a:lnTo>
                      <a:pt x="2357701" y="397963"/>
                    </a:lnTo>
                    <a:lnTo>
                      <a:pt x="2385093" y="394121"/>
                    </a:lnTo>
                    <a:lnTo>
                      <a:pt x="2434389" y="390280"/>
                    </a:lnTo>
                    <a:lnTo>
                      <a:pt x="2515466" y="384474"/>
                    </a:lnTo>
                    <a:lnTo>
                      <a:pt x="2598900" y="382400"/>
                    </a:lnTo>
                    <a:lnTo>
                      <a:pt x="2681968" y="373823"/>
                    </a:lnTo>
                    <a:lnTo>
                      <a:pt x="2765117" y="364655"/>
                    </a:lnTo>
                    <a:lnTo>
                      <a:pt x="2848267" y="353262"/>
                    </a:lnTo>
                    <a:lnTo>
                      <a:pt x="2931091" y="339249"/>
                    </a:lnTo>
                    <a:lnTo>
                      <a:pt x="3014118" y="329667"/>
                    </a:lnTo>
                    <a:lnTo>
                      <a:pt x="3097349" y="321242"/>
                    </a:lnTo>
                    <a:lnTo>
                      <a:pt x="3180092" y="310853"/>
                    </a:lnTo>
                    <a:lnTo>
                      <a:pt x="3263038" y="305942"/>
                    </a:lnTo>
                    <a:lnTo>
                      <a:pt x="3345985" y="305134"/>
                    </a:lnTo>
                    <a:lnTo>
                      <a:pt x="3429622" y="309718"/>
                    </a:lnTo>
                    <a:lnTo>
                      <a:pt x="3512974" y="309609"/>
                    </a:lnTo>
                    <a:lnTo>
                      <a:pt x="3596530" y="307535"/>
                    </a:lnTo>
                    <a:lnTo>
                      <a:pt x="3680371" y="303759"/>
                    </a:lnTo>
                    <a:lnTo>
                      <a:pt x="3764211" y="303126"/>
                    </a:lnTo>
                    <a:lnTo>
                      <a:pt x="3847767" y="301904"/>
                    </a:lnTo>
                    <a:lnTo>
                      <a:pt x="3930916" y="299940"/>
                    </a:lnTo>
                    <a:lnTo>
                      <a:pt x="4013984" y="301380"/>
                    </a:lnTo>
                    <a:lnTo>
                      <a:pt x="4097134" y="302559"/>
                    </a:lnTo>
                    <a:lnTo>
                      <a:pt x="4180568" y="298019"/>
                    </a:lnTo>
                    <a:lnTo>
                      <a:pt x="4264002" y="290249"/>
                    </a:lnTo>
                    <a:lnTo>
                      <a:pt x="4347354" y="282042"/>
                    </a:lnTo>
                    <a:lnTo>
                      <a:pt x="4431276" y="277567"/>
                    </a:lnTo>
                    <a:lnTo>
                      <a:pt x="4515117" y="266916"/>
                    </a:lnTo>
                    <a:lnTo>
                      <a:pt x="4598388" y="251354"/>
                    </a:lnTo>
                    <a:lnTo>
                      <a:pt x="4682025" y="240790"/>
                    </a:lnTo>
                    <a:lnTo>
                      <a:pt x="4765378" y="228960"/>
                    </a:lnTo>
                    <a:lnTo>
                      <a:pt x="4849014" y="222084"/>
                    </a:lnTo>
                    <a:lnTo>
                      <a:pt x="4934928" y="217828"/>
                    </a:lnTo>
                    <a:lnTo>
                      <a:pt x="5112240" y="215165"/>
                    </a:lnTo>
                    <a:lnTo>
                      <a:pt x="5203517" y="211433"/>
                    </a:lnTo>
                    <a:lnTo>
                      <a:pt x="5272483" y="204252"/>
                    </a:lnTo>
                    <a:lnTo>
                      <a:pt x="5294714" y="204252"/>
                    </a:lnTo>
                    <a:cubicBezTo>
                      <a:pt x="5294998" y="204252"/>
                      <a:pt x="5295323" y="204252"/>
                      <a:pt x="5295486" y="204187"/>
                    </a:cubicBezTo>
                    <a:lnTo>
                      <a:pt x="5316537" y="200345"/>
                    </a:lnTo>
                    <a:lnTo>
                      <a:pt x="5363761" y="195718"/>
                    </a:lnTo>
                    <a:lnTo>
                      <a:pt x="5377660" y="194277"/>
                    </a:lnTo>
                    <a:lnTo>
                      <a:pt x="5392941" y="192837"/>
                    </a:lnTo>
                    <a:lnTo>
                      <a:pt x="5439270" y="187620"/>
                    </a:lnTo>
                    <a:lnTo>
                      <a:pt x="5465482" y="186071"/>
                    </a:lnTo>
                    <a:lnTo>
                      <a:pt x="5474302" y="186114"/>
                    </a:lnTo>
                    <a:cubicBezTo>
                      <a:pt x="5474302" y="186114"/>
                      <a:pt x="5474789" y="186114"/>
                      <a:pt x="5474992" y="186071"/>
                    </a:cubicBezTo>
                    <a:lnTo>
                      <a:pt x="5501775" y="181858"/>
                    </a:lnTo>
                    <a:lnTo>
                      <a:pt x="5587606" y="180898"/>
                    </a:lnTo>
                    <a:lnTo>
                      <a:pt x="5666285" y="187555"/>
                    </a:lnTo>
                    <a:lnTo>
                      <a:pt x="5797064" y="195762"/>
                    </a:lnTo>
                    <a:lnTo>
                      <a:pt x="5809175" y="196133"/>
                    </a:lnTo>
                    <a:cubicBezTo>
                      <a:pt x="5809175" y="196133"/>
                      <a:pt x="5809663" y="196133"/>
                      <a:pt x="5809947" y="196089"/>
                    </a:cubicBezTo>
                    <a:lnTo>
                      <a:pt x="5836120" y="191658"/>
                    </a:lnTo>
                    <a:lnTo>
                      <a:pt x="5855180" y="190960"/>
                    </a:lnTo>
                    <a:lnTo>
                      <a:pt x="5867372" y="189956"/>
                    </a:lnTo>
                    <a:lnTo>
                      <a:pt x="5892690" y="188843"/>
                    </a:lnTo>
                    <a:cubicBezTo>
                      <a:pt x="5893097" y="188843"/>
                      <a:pt x="5893381" y="188799"/>
                      <a:pt x="5893666" y="188733"/>
                    </a:cubicBezTo>
                    <a:lnTo>
                      <a:pt x="5907646" y="184848"/>
                    </a:lnTo>
                    <a:lnTo>
                      <a:pt x="5918944" y="181160"/>
                    </a:lnTo>
                    <a:lnTo>
                      <a:pt x="5924796" y="180265"/>
                    </a:lnTo>
                    <a:lnTo>
                      <a:pt x="5928860" y="181443"/>
                    </a:lnTo>
                    <a:cubicBezTo>
                      <a:pt x="5929266" y="181553"/>
                      <a:pt x="5929633" y="181596"/>
                      <a:pt x="5930038" y="181662"/>
                    </a:cubicBezTo>
                    <a:lnTo>
                      <a:pt x="5946132" y="181727"/>
                    </a:lnTo>
                    <a:cubicBezTo>
                      <a:pt x="5946742" y="181771"/>
                      <a:pt x="5947107" y="181662"/>
                      <a:pt x="5947514" y="181509"/>
                    </a:cubicBezTo>
                    <a:lnTo>
                      <a:pt x="5959421" y="177340"/>
                    </a:lnTo>
                    <a:lnTo>
                      <a:pt x="5967062" y="173826"/>
                    </a:lnTo>
                    <a:lnTo>
                      <a:pt x="5972507" y="172975"/>
                    </a:lnTo>
                    <a:lnTo>
                      <a:pt x="5990349" y="170901"/>
                    </a:lnTo>
                    <a:lnTo>
                      <a:pt x="6000874" y="172080"/>
                    </a:lnTo>
                    <a:lnTo>
                      <a:pt x="6020503" y="171665"/>
                    </a:lnTo>
                    <a:cubicBezTo>
                      <a:pt x="6020788" y="171621"/>
                      <a:pt x="6021194" y="171556"/>
                      <a:pt x="6021478" y="171512"/>
                    </a:cubicBezTo>
                    <a:lnTo>
                      <a:pt x="6035580" y="167518"/>
                    </a:lnTo>
                    <a:lnTo>
                      <a:pt x="6060005" y="164331"/>
                    </a:lnTo>
                    <a:cubicBezTo>
                      <a:pt x="6060412" y="164288"/>
                      <a:pt x="6060778" y="164157"/>
                      <a:pt x="6061102" y="164004"/>
                    </a:cubicBezTo>
                    <a:lnTo>
                      <a:pt x="6064801" y="162192"/>
                    </a:lnTo>
                    <a:lnTo>
                      <a:pt x="6085121" y="159791"/>
                    </a:lnTo>
                    <a:lnTo>
                      <a:pt x="6085730" y="159748"/>
                    </a:lnTo>
                    <a:lnTo>
                      <a:pt x="6097841" y="159857"/>
                    </a:lnTo>
                    <a:cubicBezTo>
                      <a:pt x="6098126" y="159901"/>
                      <a:pt x="6098329" y="159857"/>
                      <a:pt x="6098654" y="159791"/>
                    </a:cubicBezTo>
                    <a:lnTo>
                      <a:pt x="6114423" y="157085"/>
                    </a:lnTo>
                    <a:lnTo>
                      <a:pt x="6119786" y="155426"/>
                    </a:lnTo>
                    <a:lnTo>
                      <a:pt x="6173554" y="148704"/>
                    </a:lnTo>
                    <a:lnTo>
                      <a:pt x="6199156" y="146936"/>
                    </a:lnTo>
                    <a:lnTo>
                      <a:pt x="6212242" y="145233"/>
                    </a:lnTo>
                    <a:lnTo>
                      <a:pt x="6215901" y="144338"/>
                    </a:lnTo>
                    <a:lnTo>
                      <a:pt x="6231263" y="142745"/>
                    </a:lnTo>
                    <a:lnTo>
                      <a:pt x="6256663" y="146957"/>
                    </a:lnTo>
                    <a:cubicBezTo>
                      <a:pt x="6257068" y="147067"/>
                      <a:pt x="6257353" y="147067"/>
                      <a:pt x="6257760" y="147023"/>
                    </a:cubicBezTo>
                    <a:lnTo>
                      <a:pt x="6368666" y="138554"/>
                    </a:lnTo>
                    <a:lnTo>
                      <a:pt x="6387401" y="147721"/>
                    </a:lnTo>
                    <a:lnTo>
                      <a:pt x="6398333" y="169199"/>
                    </a:lnTo>
                    <a:lnTo>
                      <a:pt x="6400406" y="200367"/>
                    </a:lnTo>
                    <a:lnTo>
                      <a:pt x="6397236" y="237341"/>
                    </a:lnTo>
                    <a:lnTo>
                      <a:pt x="6393294" y="274861"/>
                    </a:lnTo>
                    <a:lnTo>
                      <a:pt x="6392603" y="307688"/>
                    </a:lnTo>
                    <a:lnTo>
                      <a:pt x="6392603" y="308059"/>
                    </a:lnTo>
                    <a:lnTo>
                      <a:pt x="6397276" y="336303"/>
                    </a:lnTo>
                    <a:lnTo>
                      <a:pt x="6408696" y="357256"/>
                    </a:lnTo>
                    <a:lnTo>
                      <a:pt x="6424749" y="373670"/>
                    </a:lnTo>
                    <a:lnTo>
                      <a:pt x="6444012" y="385827"/>
                    </a:lnTo>
                    <a:lnTo>
                      <a:pt x="6445598" y="386416"/>
                    </a:lnTo>
                    <a:cubicBezTo>
                      <a:pt x="6446085" y="386635"/>
                      <a:pt x="6446695" y="386744"/>
                      <a:pt x="6447264" y="386678"/>
                    </a:cubicBezTo>
                    <a:lnTo>
                      <a:pt x="6475630" y="385129"/>
                    </a:lnTo>
                    <a:lnTo>
                      <a:pt x="6503510" y="404314"/>
                    </a:lnTo>
                    <a:lnTo>
                      <a:pt x="6532080" y="418065"/>
                    </a:lnTo>
                    <a:cubicBezTo>
                      <a:pt x="6532567" y="418283"/>
                      <a:pt x="6533258" y="418392"/>
                      <a:pt x="6533949" y="418392"/>
                    </a:cubicBezTo>
                    <a:lnTo>
                      <a:pt x="6628193" y="414442"/>
                    </a:lnTo>
                    <a:lnTo>
                      <a:pt x="6721056" y="408789"/>
                    </a:lnTo>
                    <a:lnTo>
                      <a:pt x="6750235" y="425639"/>
                    </a:lnTo>
                    <a:lnTo>
                      <a:pt x="6812170" y="469597"/>
                    </a:lnTo>
                    <a:lnTo>
                      <a:pt x="6843422" y="488128"/>
                    </a:lnTo>
                    <a:cubicBezTo>
                      <a:pt x="6844033" y="488455"/>
                      <a:pt x="6844927" y="488608"/>
                      <a:pt x="6845821" y="488499"/>
                    </a:cubicBezTo>
                    <a:lnTo>
                      <a:pt x="6941080" y="478699"/>
                    </a:lnTo>
                    <a:lnTo>
                      <a:pt x="6972454" y="492602"/>
                    </a:lnTo>
                    <a:cubicBezTo>
                      <a:pt x="6972943" y="492821"/>
                      <a:pt x="6973714" y="492974"/>
                      <a:pt x="6974527" y="492864"/>
                    </a:cubicBezTo>
                    <a:lnTo>
                      <a:pt x="7070560" y="481820"/>
                    </a:lnTo>
                    <a:lnTo>
                      <a:pt x="7102991" y="493017"/>
                    </a:lnTo>
                    <a:lnTo>
                      <a:pt x="7136315" y="502446"/>
                    </a:lnTo>
                    <a:lnTo>
                      <a:pt x="7204672" y="523378"/>
                    </a:lnTo>
                    <a:cubicBezTo>
                      <a:pt x="7205159" y="523487"/>
                      <a:pt x="7205769" y="523553"/>
                      <a:pt x="7206256" y="523487"/>
                    </a:cubicBezTo>
                    <a:lnTo>
                      <a:pt x="7405474" y="506637"/>
                    </a:lnTo>
                    <a:lnTo>
                      <a:pt x="7504189" y="499391"/>
                    </a:lnTo>
                    <a:lnTo>
                      <a:pt x="7540195" y="513949"/>
                    </a:lnTo>
                    <a:lnTo>
                      <a:pt x="7577909" y="529446"/>
                    </a:lnTo>
                    <a:lnTo>
                      <a:pt x="7615908" y="540272"/>
                    </a:lnTo>
                    <a:lnTo>
                      <a:pt x="7654312" y="548435"/>
                    </a:lnTo>
                    <a:lnTo>
                      <a:pt x="7664350" y="549810"/>
                    </a:lnTo>
                    <a:lnTo>
                      <a:pt x="7664350" y="54688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59" name="Freeform: Shape 758">
                <a:extLst>
                  <a:ext uri="{FF2B5EF4-FFF2-40B4-BE49-F238E27FC236}">
                    <a16:creationId xmlns:a16="http://schemas.microsoft.com/office/drawing/2014/main" id="{6155DB0D-C233-443E-9CFF-D448BFBE211E}"/>
                  </a:ext>
                </a:extLst>
              </p:cNvPr>
              <p:cNvSpPr/>
              <p:nvPr/>
            </p:nvSpPr>
            <p:spPr>
              <a:xfrm>
                <a:off x="10046979" y="5994863"/>
                <a:ext cx="228153" cy="17550"/>
              </a:xfrm>
              <a:custGeom>
                <a:avLst/>
                <a:gdLst>
                  <a:gd name="connsiteX0" fmla="*/ 225633 w 228153"/>
                  <a:gd name="connsiteY0" fmla="*/ 17551 h 17550"/>
                  <a:gd name="connsiteX1" fmla="*/ 225633 w 228153"/>
                  <a:gd name="connsiteY1" fmla="*/ 17551 h 17550"/>
                  <a:gd name="connsiteX2" fmla="*/ 215717 w 228153"/>
                  <a:gd name="connsiteY2" fmla="*/ 17507 h 17550"/>
                  <a:gd name="connsiteX3" fmla="*/ 214011 w 228153"/>
                  <a:gd name="connsiteY3" fmla="*/ 17180 h 17550"/>
                  <a:gd name="connsiteX4" fmla="*/ 190684 w 228153"/>
                  <a:gd name="connsiteY4" fmla="*/ 6092 h 17550"/>
                  <a:gd name="connsiteX5" fmla="*/ 97049 w 228153"/>
                  <a:gd name="connsiteY5" fmla="*/ 5022 h 17550"/>
                  <a:gd name="connsiteX6" fmla="*/ 2479 w 228153"/>
                  <a:gd name="connsiteY6" fmla="*/ 2774 h 17550"/>
                  <a:gd name="connsiteX7" fmla="*/ 0 w 228153"/>
                  <a:gd name="connsiteY7" fmla="*/ 1334 h 17550"/>
                  <a:gd name="connsiteX8" fmla="*/ 2683 w 228153"/>
                  <a:gd name="connsiteY8" fmla="*/ 2 h 17550"/>
                  <a:gd name="connsiteX9" fmla="*/ 97212 w 228153"/>
                  <a:gd name="connsiteY9" fmla="*/ 2229 h 17550"/>
                  <a:gd name="connsiteX10" fmla="*/ 191780 w 228153"/>
                  <a:gd name="connsiteY10" fmla="*/ 3298 h 17550"/>
                  <a:gd name="connsiteX11" fmla="*/ 193365 w 228153"/>
                  <a:gd name="connsiteY11" fmla="*/ 3626 h 17550"/>
                  <a:gd name="connsiteX12" fmla="*/ 216571 w 228153"/>
                  <a:gd name="connsiteY12" fmla="*/ 14713 h 17550"/>
                  <a:gd name="connsiteX13" fmla="*/ 225593 w 228153"/>
                  <a:gd name="connsiteY13" fmla="*/ 14713 h 17550"/>
                  <a:gd name="connsiteX14" fmla="*/ 228154 w 228153"/>
                  <a:gd name="connsiteY14" fmla="*/ 16089 h 17550"/>
                  <a:gd name="connsiteX15" fmla="*/ 225593 w 228153"/>
                  <a:gd name="connsiteY15" fmla="*/ 17529 h 17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153" h="17550">
                    <a:moveTo>
                      <a:pt x="225633" y="17551"/>
                    </a:moveTo>
                    <a:lnTo>
                      <a:pt x="225633" y="17551"/>
                    </a:lnTo>
                    <a:lnTo>
                      <a:pt x="215717" y="17507"/>
                    </a:lnTo>
                    <a:cubicBezTo>
                      <a:pt x="215108" y="17507"/>
                      <a:pt x="214539" y="17398"/>
                      <a:pt x="214011" y="17180"/>
                    </a:cubicBezTo>
                    <a:lnTo>
                      <a:pt x="190684" y="6092"/>
                    </a:lnTo>
                    <a:lnTo>
                      <a:pt x="97049" y="5022"/>
                    </a:lnTo>
                    <a:lnTo>
                      <a:pt x="2479" y="2774"/>
                    </a:lnTo>
                    <a:cubicBezTo>
                      <a:pt x="1097" y="2774"/>
                      <a:pt x="0" y="2076"/>
                      <a:pt x="0" y="1334"/>
                    </a:cubicBezTo>
                    <a:cubicBezTo>
                      <a:pt x="122" y="526"/>
                      <a:pt x="1179" y="-41"/>
                      <a:pt x="2683" y="2"/>
                    </a:cubicBezTo>
                    <a:lnTo>
                      <a:pt x="97212" y="2229"/>
                    </a:lnTo>
                    <a:lnTo>
                      <a:pt x="191780" y="3298"/>
                    </a:lnTo>
                    <a:cubicBezTo>
                      <a:pt x="192390" y="3298"/>
                      <a:pt x="192877" y="3407"/>
                      <a:pt x="193365" y="3626"/>
                    </a:cubicBezTo>
                    <a:lnTo>
                      <a:pt x="216571" y="14713"/>
                    </a:lnTo>
                    <a:lnTo>
                      <a:pt x="225593" y="14713"/>
                    </a:lnTo>
                    <a:cubicBezTo>
                      <a:pt x="227097" y="14713"/>
                      <a:pt x="228154" y="15346"/>
                      <a:pt x="228154" y="16089"/>
                    </a:cubicBezTo>
                    <a:cubicBezTo>
                      <a:pt x="228154" y="16896"/>
                      <a:pt x="226975" y="17529"/>
                      <a:pt x="225593" y="1752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0" name="Freeform: Shape 759">
                <a:extLst>
                  <a:ext uri="{FF2B5EF4-FFF2-40B4-BE49-F238E27FC236}">
                    <a16:creationId xmlns:a16="http://schemas.microsoft.com/office/drawing/2014/main" id="{DF83F07B-EE74-48F4-BC92-AAAF29FA16CC}"/>
                  </a:ext>
                </a:extLst>
              </p:cNvPr>
              <p:cNvSpPr/>
              <p:nvPr/>
            </p:nvSpPr>
            <p:spPr>
              <a:xfrm>
                <a:off x="11718625" y="5938312"/>
                <a:ext cx="207759" cy="6395"/>
              </a:xfrm>
              <a:custGeom>
                <a:avLst/>
                <a:gdLst>
                  <a:gd name="connsiteX0" fmla="*/ 130292 w 207759"/>
                  <a:gd name="connsiteY0" fmla="*/ 6373 h 6395"/>
                  <a:gd name="connsiteX1" fmla="*/ 95463 w 207759"/>
                  <a:gd name="connsiteY1" fmla="*/ 2750 h 6395"/>
                  <a:gd name="connsiteX2" fmla="*/ 83271 w 207759"/>
                  <a:gd name="connsiteY2" fmla="*/ 2968 h 6395"/>
                  <a:gd name="connsiteX3" fmla="*/ 2478 w 207759"/>
                  <a:gd name="connsiteY3" fmla="*/ 3230 h 6395"/>
                  <a:gd name="connsiteX4" fmla="*/ 2478 w 207759"/>
                  <a:gd name="connsiteY4" fmla="*/ 3230 h 6395"/>
                  <a:gd name="connsiteX5" fmla="*/ 0 w 207759"/>
                  <a:gd name="connsiteY5" fmla="*/ 1855 h 6395"/>
                  <a:gd name="connsiteX6" fmla="*/ 2478 w 207759"/>
                  <a:gd name="connsiteY6" fmla="*/ 415 h 6395"/>
                  <a:gd name="connsiteX7" fmla="*/ 95950 w 207759"/>
                  <a:gd name="connsiteY7" fmla="*/ 0 h 6395"/>
                  <a:gd name="connsiteX8" fmla="*/ 130698 w 207759"/>
                  <a:gd name="connsiteY8" fmla="*/ 3623 h 6395"/>
                  <a:gd name="connsiteX9" fmla="*/ 205191 w 207759"/>
                  <a:gd name="connsiteY9" fmla="*/ 2816 h 6395"/>
                  <a:gd name="connsiteX10" fmla="*/ 205273 w 207759"/>
                  <a:gd name="connsiteY10" fmla="*/ 2816 h 6395"/>
                  <a:gd name="connsiteX11" fmla="*/ 207751 w 207759"/>
                  <a:gd name="connsiteY11" fmla="*/ 4213 h 6395"/>
                  <a:gd name="connsiteX12" fmla="*/ 205273 w 207759"/>
                  <a:gd name="connsiteY12" fmla="*/ 5653 h 6395"/>
                  <a:gd name="connsiteX13" fmla="*/ 130251 w 207759"/>
                  <a:gd name="connsiteY13" fmla="*/ 6395 h 6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759" h="6395">
                    <a:moveTo>
                      <a:pt x="130292" y="6373"/>
                    </a:moveTo>
                    <a:lnTo>
                      <a:pt x="95463" y="2750"/>
                    </a:lnTo>
                    <a:lnTo>
                      <a:pt x="83271" y="2968"/>
                    </a:lnTo>
                    <a:lnTo>
                      <a:pt x="2478" y="3230"/>
                    </a:lnTo>
                    <a:lnTo>
                      <a:pt x="2478" y="3230"/>
                    </a:lnTo>
                    <a:cubicBezTo>
                      <a:pt x="1097" y="3230"/>
                      <a:pt x="0" y="2597"/>
                      <a:pt x="0" y="1855"/>
                    </a:cubicBezTo>
                    <a:cubicBezTo>
                      <a:pt x="0" y="1048"/>
                      <a:pt x="1097" y="415"/>
                      <a:pt x="2478" y="415"/>
                    </a:cubicBezTo>
                    <a:lnTo>
                      <a:pt x="95950" y="0"/>
                    </a:lnTo>
                    <a:lnTo>
                      <a:pt x="130698" y="3623"/>
                    </a:lnTo>
                    <a:lnTo>
                      <a:pt x="205191" y="2816"/>
                    </a:lnTo>
                    <a:lnTo>
                      <a:pt x="205273" y="2816"/>
                    </a:lnTo>
                    <a:cubicBezTo>
                      <a:pt x="206655" y="2816"/>
                      <a:pt x="207751" y="3449"/>
                      <a:pt x="207751" y="4213"/>
                    </a:cubicBezTo>
                    <a:cubicBezTo>
                      <a:pt x="207873" y="5020"/>
                      <a:pt x="206655" y="5653"/>
                      <a:pt x="205273" y="5653"/>
                    </a:cubicBezTo>
                    <a:lnTo>
                      <a:pt x="130251" y="639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1" name="Freeform: Shape 760">
                <a:extLst>
                  <a:ext uri="{FF2B5EF4-FFF2-40B4-BE49-F238E27FC236}">
                    <a16:creationId xmlns:a16="http://schemas.microsoft.com/office/drawing/2014/main" id="{B815DF88-0C60-44E2-B5F7-40C64934CD74}"/>
                  </a:ext>
                </a:extLst>
              </p:cNvPr>
              <p:cNvSpPr/>
              <p:nvPr/>
            </p:nvSpPr>
            <p:spPr>
              <a:xfrm>
                <a:off x="11404758" y="5930433"/>
                <a:ext cx="787241" cy="11349"/>
              </a:xfrm>
              <a:custGeom>
                <a:avLst/>
                <a:gdLst>
                  <a:gd name="connsiteX0" fmla="*/ 787242 w 787241"/>
                  <a:gd name="connsiteY0" fmla="*/ 4649 h 11349"/>
                  <a:gd name="connsiteX1" fmla="*/ 767410 w 787241"/>
                  <a:gd name="connsiteY1" fmla="*/ 4474 h 11349"/>
                  <a:gd name="connsiteX2" fmla="*/ 676132 w 787241"/>
                  <a:gd name="connsiteY2" fmla="*/ 5020 h 11349"/>
                  <a:gd name="connsiteX3" fmla="*/ 584732 w 787241"/>
                  <a:gd name="connsiteY3" fmla="*/ 5064 h 11349"/>
                  <a:gd name="connsiteX4" fmla="*/ 493943 w 787241"/>
                  <a:gd name="connsiteY4" fmla="*/ 6068 h 11349"/>
                  <a:gd name="connsiteX5" fmla="*/ 461715 w 787241"/>
                  <a:gd name="connsiteY5" fmla="*/ 2925 h 11349"/>
                  <a:gd name="connsiteX6" fmla="*/ 429284 w 787241"/>
                  <a:gd name="connsiteY6" fmla="*/ 0 h 11349"/>
                  <a:gd name="connsiteX7" fmla="*/ 339267 w 787241"/>
                  <a:gd name="connsiteY7" fmla="*/ 2881 h 11349"/>
                  <a:gd name="connsiteX8" fmla="*/ 249168 w 787241"/>
                  <a:gd name="connsiteY8" fmla="*/ 4474 h 11349"/>
                  <a:gd name="connsiteX9" fmla="*/ 159069 w 787241"/>
                  <a:gd name="connsiteY9" fmla="*/ 5697 h 11349"/>
                  <a:gd name="connsiteX10" fmla="*/ 68970 w 787241"/>
                  <a:gd name="connsiteY10" fmla="*/ 7508 h 11349"/>
                  <a:gd name="connsiteX11" fmla="*/ 22844 w 787241"/>
                  <a:gd name="connsiteY11" fmla="*/ 8534 h 11349"/>
                  <a:gd name="connsiteX12" fmla="*/ 2686 w 787241"/>
                  <a:gd name="connsiteY12" fmla="*/ 7792 h 11349"/>
                  <a:gd name="connsiteX13" fmla="*/ 4 w 787241"/>
                  <a:gd name="connsiteY13" fmla="*/ 9123 h 11349"/>
                  <a:gd name="connsiteX14" fmla="*/ 2362 w 787241"/>
                  <a:gd name="connsiteY14" fmla="*/ 10608 h 11349"/>
                  <a:gd name="connsiteX15" fmla="*/ 22803 w 787241"/>
                  <a:gd name="connsiteY15" fmla="*/ 11350 h 11349"/>
                  <a:gd name="connsiteX16" fmla="*/ 159150 w 787241"/>
                  <a:gd name="connsiteY16" fmla="*/ 8534 h 11349"/>
                  <a:gd name="connsiteX17" fmla="*/ 249330 w 787241"/>
                  <a:gd name="connsiteY17" fmla="*/ 7312 h 11349"/>
                  <a:gd name="connsiteX18" fmla="*/ 339430 w 787241"/>
                  <a:gd name="connsiteY18" fmla="*/ 5719 h 11349"/>
                  <a:gd name="connsiteX19" fmla="*/ 429000 w 787241"/>
                  <a:gd name="connsiteY19" fmla="*/ 2837 h 11349"/>
                  <a:gd name="connsiteX20" fmla="*/ 493496 w 787241"/>
                  <a:gd name="connsiteY20" fmla="*/ 8862 h 11349"/>
                  <a:gd name="connsiteX21" fmla="*/ 584773 w 787241"/>
                  <a:gd name="connsiteY21" fmla="*/ 7901 h 11349"/>
                  <a:gd name="connsiteX22" fmla="*/ 676050 w 787241"/>
                  <a:gd name="connsiteY22" fmla="*/ 7858 h 11349"/>
                  <a:gd name="connsiteX23" fmla="*/ 767329 w 787241"/>
                  <a:gd name="connsiteY23" fmla="*/ 7334 h 11349"/>
                  <a:gd name="connsiteX24" fmla="*/ 787160 w 787241"/>
                  <a:gd name="connsiteY24" fmla="*/ 7486 h 11349"/>
                  <a:gd name="connsiteX25" fmla="*/ 787160 w 787241"/>
                  <a:gd name="connsiteY25" fmla="*/ 4671 h 1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87241" h="11349">
                    <a:moveTo>
                      <a:pt x="787242" y="4649"/>
                    </a:moveTo>
                    <a:lnTo>
                      <a:pt x="767410" y="4474"/>
                    </a:lnTo>
                    <a:lnTo>
                      <a:pt x="676132" y="5020"/>
                    </a:lnTo>
                    <a:lnTo>
                      <a:pt x="584732" y="5064"/>
                    </a:lnTo>
                    <a:lnTo>
                      <a:pt x="493943" y="6068"/>
                    </a:lnTo>
                    <a:lnTo>
                      <a:pt x="461715" y="2925"/>
                    </a:lnTo>
                    <a:lnTo>
                      <a:pt x="429284" y="0"/>
                    </a:lnTo>
                    <a:lnTo>
                      <a:pt x="339267" y="2881"/>
                    </a:lnTo>
                    <a:lnTo>
                      <a:pt x="249168" y="4474"/>
                    </a:lnTo>
                    <a:lnTo>
                      <a:pt x="159069" y="5697"/>
                    </a:lnTo>
                    <a:lnTo>
                      <a:pt x="68970" y="7508"/>
                    </a:lnTo>
                    <a:lnTo>
                      <a:pt x="22844" y="8534"/>
                    </a:lnTo>
                    <a:lnTo>
                      <a:pt x="2686" y="7792"/>
                    </a:lnTo>
                    <a:cubicBezTo>
                      <a:pt x="1508" y="7683"/>
                      <a:pt x="126" y="8381"/>
                      <a:pt x="4" y="9123"/>
                    </a:cubicBezTo>
                    <a:cubicBezTo>
                      <a:pt x="-77" y="9931"/>
                      <a:pt x="980" y="10564"/>
                      <a:pt x="2362" y="10608"/>
                    </a:cubicBezTo>
                    <a:lnTo>
                      <a:pt x="22803" y="11350"/>
                    </a:lnTo>
                    <a:lnTo>
                      <a:pt x="159150" y="8534"/>
                    </a:lnTo>
                    <a:lnTo>
                      <a:pt x="249330" y="7312"/>
                    </a:lnTo>
                    <a:lnTo>
                      <a:pt x="339430" y="5719"/>
                    </a:lnTo>
                    <a:lnTo>
                      <a:pt x="429000" y="2837"/>
                    </a:lnTo>
                    <a:lnTo>
                      <a:pt x="493496" y="8862"/>
                    </a:lnTo>
                    <a:lnTo>
                      <a:pt x="584773" y="7901"/>
                    </a:lnTo>
                    <a:lnTo>
                      <a:pt x="676050" y="7858"/>
                    </a:lnTo>
                    <a:lnTo>
                      <a:pt x="767329" y="7334"/>
                    </a:lnTo>
                    <a:lnTo>
                      <a:pt x="787160" y="7486"/>
                    </a:lnTo>
                    <a:lnTo>
                      <a:pt x="787160" y="46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2" name="Freeform: Shape 761">
                <a:extLst>
                  <a:ext uri="{FF2B5EF4-FFF2-40B4-BE49-F238E27FC236}">
                    <a16:creationId xmlns:a16="http://schemas.microsoft.com/office/drawing/2014/main" id="{901D1DE4-DBDA-46BF-9672-694601C678A3}"/>
                  </a:ext>
                </a:extLst>
              </p:cNvPr>
              <p:cNvSpPr/>
              <p:nvPr/>
            </p:nvSpPr>
            <p:spPr>
              <a:xfrm>
                <a:off x="10191524" y="5958017"/>
                <a:ext cx="132933" cy="16505"/>
              </a:xfrm>
              <a:custGeom>
                <a:avLst/>
                <a:gdLst>
                  <a:gd name="connsiteX0" fmla="*/ 2531 w 132933"/>
                  <a:gd name="connsiteY0" fmla="*/ 16506 h 16505"/>
                  <a:gd name="connsiteX1" fmla="*/ 53 w 132933"/>
                  <a:gd name="connsiteY1" fmla="*/ 15392 h 16505"/>
                  <a:gd name="connsiteX2" fmla="*/ 2044 w 132933"/>
                  <a:gd name="connsiteY2" fmla="*/ 13690 h 16505"/>
                  <a:gd name="connsiteX3" fmla="*/ 10781 w 132933"/>
                  <a:gd name="connsiteY3" fmla="*/ 12664 h 16505"/>
                  <a:gd name="connsiteX4" fmla="*/ 41831 w 132933"/>
                  <a:gd name="connsiteY4" fmla="*/ 9368 h 16505"/>
                  <a:gd name="connsiteX5" fmla="*/ 69222 w 132933"/>
                  <a:gd name="connsiteY5" fmla="*/ 5789 h 16505"/>
                  <a:gd name="connsiteX6" fmla="*/ 129938 w 132933"/>
                  <a:gd name="connsiteY6" fmla="*/ 26 h 16505"/>
                  <a:gd name="connsiteX7" fmla="*/ 132905 w 132933"/>
                  <a:gd name="connsiteY7" fmla="*/ 1205 h 16505"/>
                  <a:gd name="connsiteX8" fmla="*/ 130832 w 132933"/>
                  <a:gd name="connsiteY8" fmla="*/ 2798 h 16505"/>
                  <a:gd name="connsiteX9" fmla="*/ 70198 w 132933"/>
                  <a:gd name="connsiteY9" fmla="*/ 8561 h 16505"/>
                  <a:gd name="connsiteX10" fmla="*/ 42888 w 132933"/>
                  <a:gd name="connsiteY10" fmla="*/ 12140 h 16505"/>
                  <a:gd name="connsiteX11" fmla="*/ 3020 w 132933"/>
                  <a:gd name="connsiteY11" fmla="*/ 16462 h 16505"/>
                  <a:gd name="connsiteX12" fmla="*/ 2531 w 132933"/>
                  <a:gd name="connsiteY12" fmla="*/ 16506 h 16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2933" h="16505">
                    <a:moveTo>
                      <a:pt x="2531" y="16506"/>
                    </a:moveTo>
                    <a:cubicBezTo>
                      <a:pt x="1313" y="16506"/>
                      <a:pt x="338" y="16025"/>
                      <a:pt x="53" y="15392"/>
                    </a:cubicBezTo>
                    <a:cubicBezTo>
                      <a:pt x="-232" y="14585"/>
                      <a:pt x="662" y="13843"/>
                      <a:pt x="2044" y="13690"/>
                    </a:cubicBezTo>
                    <a:lnTo>
                      <a:pt x="10781" y="12664"/>
                    </a:lnTo>
                    <a:lnTo>
                      <a:pt x="41831" y="9368"/>
                    </a:lnTo>
                    <a:lnTo>
                      <a:pt x="69222" y="5789"/>
                    </a:lnTo>
                    <a:lnTo>
                      <a:pt x="129938" y="26"/>
                    </a:lnTo>
                    <a:cubicBezTo>
                      <a:pt x="131402" y="-126"/>
                      <a:pt x="132620" y="398"/>
                      <a:pt x="132905" y="1205"/>
                    </a:cubicBezTo>
                    <a:cubicBezTo>
                      <a:pt x="133108" y="1947"/>
                      <a:pt x="132214" y="2689"/>
                      <a:pt x="130832" y="2798"/>
                    </a:cubicBezTo>
                    <a:lnTo>
                      <a:pt x="70198" y="8561"/>
                    </a:lnTo>
                    <a:lnTo>
                      <a:pt x="42888" y="12140"/>
                    </a:lnTo>
                    <a:lnTo>
                      <a:pt x="3020" y="16462"/>
                    </a:lnTo>
                    <a:cubicBezTo>
                      <a:pt x="3020" y="16462"/>
                      <a:pt x="2735" y="16506"/>
                      <a:pt x="2531" y="165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3" name="Freeform: Shape 762">
                <a:extLst>
                  <a:ext uri="{FF2B5EF4-FFF2-40B4-BE49-F238E27FC236}">
                    <a16:creationId xmlns:a16="http://schemas.microsoft.com/office/drawing/2014/main" id="{5C6AA510-2107-4916-A31C-949C414ED4D7}"/>
                  </a:ext>
                </a:extLst>
              </p:cNvPr>
              <p:cNvSpPr/>
              <p:nvPr/>
            </p:nvSpPr>
            <p:spPr>
              <a:xfrm>
                <a:off x="10351369" y="5951736"/>
                <a:ext cx="1840630" cy="173390"/>
              </a:xfrm>
              <a:custGeom>
                <a:avLst/>
                <a:gdLst>
                  <a:gd name="connsiteX0" fmla="*/ 1840630 w 1840630"/>
                  <a:gd name="connsiteY0" fmla="*/ 170596 h 173390"/>
                  <a:gd name="connsiteX1" fmla="*/ 1672950 w 1840630"/>
                  <a:gd name="connsiteY1" fmla="*/ 170269 h 173390"/>
                  <a:gd name="connsiteX2" fmla="*/ 1635358 w 1840630"/>
                  <a:gd name="connsiteY2" fmla="*/ 164288 h 173390"/>
                  <a:gd name="connsiteX3" fmla="*/ 1634667 w 1840630"/>
                  <a:gd name="connsiteY3" fmla="*/ 164245 h 173390"/>
                  <a:gd name="connsiteX4" fmla="*/ 1530506 w 1840630"/>
                  <a:gd name="connsiteY4" fmla="*/ 164092 h 173390"/>
                  <a:gd name="connsiteX5" fmla="*/ 1494174 w 1840630"/>
                  <a:gd name="connsiteY5" fmla="*/ 158177 h 173390"/>
                  <a:gd name="connsiteX6" fmla="*/ 1493402 w 1840630"/>
                  <a:gd name="connsiteY6" fmla="*/ 158111 h 173390"/>
                  <a:gd name="connsiteX7" fmla="*/ 1460972 w 1840630"/>
                  <a:gd name="connsiteY7" fmla="*/ 158068 h 173390"/>
                  <a:gd name="connsiteX8" fmla="*/ 1425249 w 1840630"/>
                  <a:gd name="connsiteY8" fmla="*/ 152262 h 173390"/>
                  <a:gd name="connsiteX9" fmla="*/ 1424558 w 1840630"/>
                  <a:gd name="connsiteY9" fmla="*/ 152196 h 173390"/>
                  <a:gd name="connsiteX10" fmla="*/ 1354414 w 1840630"/>
                  <a:gd name="connsiteY10" fmla="*/ 152087 h 173390"/>
                  <a:gd name="connsiteX11" fmla="*/ 1284960 w 1840630"/>
                  <a:gd name="connsiteY11" fmla="*/ 140628 h 173390"/>
                  <a:gd name="connsiteX12" fmla="*/ 1284147 w 1840630"/>
                  <a:gd name="connsiteY12" fmla="*/ 140519 h 173390"/>
                  <a:gd name="connsiteX13" fmla="*/ 1182831 w 1840630"/>
                  <a:gd name="connsiteY13" fmla="*/ 140366 h 173390"/>
                  <a:gd name="connsiteX14" fmla="*/ 1149588 w 1840630"/>
                  <a:gd name="connsiteY14" fmla="*/ 134779 h 173390"/>
                  <a:gd name="connsiteX15" fmla="*/ 1148816 w 1840630"/>
                  <a:gd name="connsiteY15" fmla="*/ 134713 h 173390"/>
                  <a:gd name="connsiteX16" fmla="*/ 1048191 w 1840630"/>
                  <a:gd name="connsiteY16" fmla="*/ 134561 h 173390"/>
                  <a:gd name="connsiteX17" fmla="*/ 1016045 w 1840630"/>
                  <a:gd name="connsiteY17" fmla="*/ 129082 h 173390"/>
                  <a:gd name="connsiteX18" fmla="*/ 1015354 w 1840630"/>
                  <a:gd name="connsiteY18" fmla="*/ 129038 h 173390"/>
                  <a:gd name="connsiteX19" fmla="*/ 714902 w 1840630"/>
                  <a:gd name="connsiteY19" fmla="*/ 128558 h 173390"/>
                  <a:gd name="connsiteX20" fmla="*/ 568761 w 1840630"/>
                  <a:gd name="connsiteY20" fmla="*/ 101908 h 173390"/>
                  <a:gd name="connsiteX21" fmla="*/ 540476 w 1840630"/>
                  <a:gd name="connsiteY21" fmla="*/ 86302 h 173390"/>
                  <a:gd name="connsiteX22" fmla="*/ 512311 w 1840630"/>
                  <a:gd name="connsiteY22" fmla="*/ 71111 h 173390"/>
                  <a:gd name="connsiteX23" fmla="*/ 484352 w 1840630"/>
                  <a:gd name="connsiteY23" fmla="*/ 54588 h 173390"/>
                  <a:gd name="connsiteX24" fmla="*/ 483863 w 1840630"/>
                  <a:gd name="connsiteY24" fmla="*/ 54326 h 173390"/>
                  <a:gd name="connsiteX25" fmla="*/ 456472 w 1840630"/>
                  <a:gd name="connsiteY25" fmla="*/ 45312 h 173390"/>
                  <a:gd name="connsiteX26" fmla="*/ 455091 w 1840630"/>
                  <a:gd name="connsiteY26" fmla="*/ 45094 h 173390"/>
                  <a:gd name="connsiteX27" fmla="*/ 361334 w 1840630"/>
                  <a:gd name="connsiteY27" fmla="*/ 46949 h 173390"/>
                  <a:gd name="connsiteX28" fmla="*/ 335812 w 1840630"/>
                  <a:gd name="connsiteY28" fmla="*/ 36232 h 173390"/>
                  <a:gd name="connsiteX29" fmla="*/ 309315 w 1840630"/>
                  <a:gd name="connsiteY29" fmla="*/ 17854 h 173390"/>
                  <a:gd name="connsiteX30" fmla="*/ 283306 w 1840630"/>
                  <a:gd name="connsiteY30" fmla="*/ 480 h 173390"/>
                  <a:gd name="connsiteX31" fmla="*/ 281314 w 1840630"/>
                  <a:gd name="connsiteY31" fmla="*/ 0 h 173390"/>
                  <a:gd name="connsiteX32" fmla="*/ 188330 w 1840630"/>
                  <a:gd name="connsiteY32" fmla="*/ 1026 h 173390"/>
                  <a:gd name="connsiteX33" fmla="*/ 95346 w 1840630"/>
                  <a:gd name="connsiteY33" fmla="*/ 1768 h 173390"/>
                  <a:gd name="connsiteX34" fmla="*/ 2483 w 1840630"/>
                  <a:gd name="connsiteY34" fmla="*/ 3252 h 173390"/>
                  <a:gd name="connsiteX35" fmla="*/ 4 w 1840630"/>
                  <a:gd name="connsiteY35" fmla="*/ 4693 h 173390"/>
                  <a:gd name="connsiteX36" fmla="*/ 2483 w 1840630"/>
                  <a:gd name="connsiteY36" fmla="*/ 6068 h 173390"/>
                  <a:gd name="connsiteX37" fmla="*/ 2605 w 1840630"/>
                  <a:gd name="connsiteY37" fmla="*/ 6068 h 173390"/>
                  <a:gd name="connsiteX38" fmla="*/ 95468 w 1840630"/>
                  <a:gd name="connsiteY38" fmla="*/ 4584 h 173390"/>
                  <a:gd name="connsiteX39" fmla="*/ 188452 w 1840630"/>
                  <a:gd name="connsiteY39" fmla="*/ 3841 h 173390"/>
                  <a:gd name="connsiteX40" fmla="*/ 280217 w 1840630"/>
                  <a:gd name="connsiteY40" fmla="*/ 2837 h 173390"/>
                  <a:gd name="connsiteX41" fmla="*/ 305414 w 1840630"/>
                  <a:gd name="connsiteY41" fmla="*/ 19622 h 173390"/>
                  <a:gd name="connsiteX42" fmla="*/ 332318 w 1840630"/>
                  <a:gd name="connsiteY42" fmla="*/ 38218 h 173390"/>
                  <a:gd name="connsiteX43" fmla="*/ 358895 w 1840630"/>
                  <a:gd name="connsiteY43" fmla="*/ 49459 h 173390"/>
                  <a:gd name="connsiteX44" fmla="*/ 360562 w 1840630"/>
                  <a:gd name="connsiteY44" fmla="*/ 49786 h 173390"/>
                  <a:gd name="connsiteX45" fmla="*/ 454440 w 1840630"/>
                  <a:gd name="connsiteY45" fmla="*/ 47931 h 173390"/>
                  <a:gd name="connsiteX46" fmla="*/ 480815 w 1840630"/>
                  <a:gd name="connsiteY46" fmla="*/ 56662 h 173390"/>
                  <a:gd name="connsiteX47" fmla="*/ 508573 w 1840630"/>
                  <a:gd name="connsiteY47" fmla="*/ 73075 h 173390"/>
                  <a:gd name="connsiteX48" fmla="*/ 536858 w 1840630"/>
                  <a:gd name="connsiteY48" fmla="*/ 88310 h 173390"/>
                  <a:gd name="connsiteX49" fmla="*/ 565510 w 1840630"/>
                  <a:gd name="connsiteY49" fmla="*/ 104134 h 173390"/>
                  <a:gd name="connsiteX50" fmla="*/ 566526 w 1840630"/>
                  <a:gd name="connsiteY50" fmla="*/ 104462 h 173390"/>
                  <a:gd name="connsiteX51" fmla="*/ 713642 w 1840630"/>
                  <a:gd name="connsiteY51" fmla="*/ 131330 h 173390"/>
                  <a:gd name="connsiteX52" fmla="*/ 714455 w 1840630"/>
                  <a:gd name="connsiteY52" fmla="*/ 131396 h 173390"/>
                  <a:gd name="connsiteX53" fmla="*/ 1014866 w 1840630"/>
                  <a:gd name="connsiteY53" fmla="*/ 131876 h 173390"/>
                  <a:gd name="connsiteX54" fmla="*/ 1047012 w 1840630"/>
                  <a:gd name="connsiteY54" fmla="*/ 137354 h 173390"/>
                  <a:gd name="connsiteX55" fmla="*/ 1047703 w 1840630"/>
                  <a:gd name="connsiteY55" fmla="*/ 137420 h 173390"/>
                  <a:gd name="connsiteX56" fmla="*/ 1148328 w 1840630"/>
                  <a:gd name="connsiteY56" fmla="*/ 137573 h 173390"/>
                  <a:gd name="connsiteX57" fmla="*/ 1181653 w 1840630"/>
                  <a:gd name="connsiteY57" fmla="*/ 143160 h 173390"/>
                  <a:gd name="connsiteX58" fmla="*/ 1182344 w 1840630"/>
                  <a:gd name="connsiteY58" fmla="*/ 143226 h 173390"/>
                  <a:gd name="connsiteX59" fmla="*/ 1283659 w 1840630"/>
                  <a:gd name="connsiteY59" fmla="*/ 143379 h 173390"/>
                  <a:gd name="connsiteX60" fmla="*/ 1353194 w 1840630"/>
                  <a:gd name="connsiteY60" fmla="*/ 154837 h 173390"/>
                  <a:gd name="connsiteX61" fmla="*/ 1353885 w 1840630"/>
                  <a:gd name="connsiteY61" fmla="*/ 154947 h 173390"/>
                  <a:gd name="connsiteX62" fmla="*/ 1424030 w 1840630"/>
                  <a:gd name="connsiteY62" fmla="*/ 155056 h 173390"/>
                  <a:gd name="connsiteX63" fmla="*/ 1459752 w 1840630"/>
                  <a:gd name="connsiteY63" fmla="*/ 160862 h 173390"/>
                  <a:gd name="connsiteX64" fmla="*/ 1460443 w 1840630"/>
                  <a:gd name="connsiteY64" fmla="*/ 160905 h 173390"/>
                  <a:gd name="connsiteX65" fmla="*/ 1492996 w 1840630"/>
                  <a:gd name="connsiteY65" fmla="*/ 160971 h 173390"/>
                  <a:gd name="connsiteX66" fmla="*/ 1529328 w 1840630"/>
                  <a:gd name="connsiteY66" fmla="*/ 166886 h 173390"/>
                  <a:gd name="connsiteX67" fmla="*/ 1530019 w 1840630"/>
                  <a:gd name="connsiteY67" fmla="*/ 166929 h 173390"/>
                  <a:gd name="connsiteX68" fmla="*/ 1634179 w 1840630"/>
                  <a:gd name="connsiteY68" fmla="*/ 167104 h 173390"/>
                  <a:gd name="connsiteX69" fmla="*/ 1671771 w 1840630"/>
                  <a:gd name="connsiteY69" fmla="*/ 173063 h 173390"/>
                  <a:gd name="connsiteX70" fmla="*/ 1672462 w 1840630"/>
                  <a:gd name="connsiteY70" fmla="*/ 173128 h 173390"/>
                  <a:gd name="connsiteX71" fmla="*/ 1840549 w 1840630"/>
                  <a:gd name="connsiteY71" fmla="*/ 173390 h 173390"/>
                  <a:gd name="connsiteX72" fmla="*/ 1840549 w 1840630"/>
                  <a:gd name="connsiteY72" fmla="*/ 170618 h 17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1840630" h="173390">
                    <a:moveTo>
                      <a:pt x="1840630" y="170596"/>
                    </a:moveTo>
                    <a:lnTo>
                      <a:pt x="1672950" y="170269"/>
                    </a:lnTo>
                    <a:lnTo>
                      <a:pt x="1635358" y="164288"/>
                    </a:lnTo>
                    <a:cubicBezTo>
                      <a:pt x="1635154" y="164245"/>
                      <a:pt x="1634870" y="164245"/>
                      <a:pt x="1634667" y="164245"/>
                    </a:cubicBezTo>
                    <a:lnTo>
                      <a:pt x="1530506" y="164092"/>
                    </a:lnTo>
                    <a:lnTo>
                      <a:pt x="1494174" y="158177"/>
                    </a:lnTo>
                    <a:cubicBezTo>
                      <a:pt x="1493890" y="158111"/>
                      <a:pt x="1493686" y="158111"/>
                      <a:pt x="1493402" y="158111"/>
                    </a:cubicBezTo>
                    <a:lnTo>
                      <a:pt x="1460972" y="158068"/>
                    </a:lnTo>
                    <a:lnTo>
                      <a:pt x="1425249" y="152262"/>
                    </a:lnTo>
                    <a:cubicBezTo>
                      <a:pt x="1425249" y="152262"/>
                      <a:pt x="1424761" y="152196"/>
                      <a:pt x="1424558" y="152196"/>
                    </a:cubicBezTo>
                    <a:lnTo>
                      <a:pt x="1354414" y="152087"/>
                    </a:lnTo>
                    <a:lnTo>
                      <a:pt x="1284960" y="140628"/>
                    </a:lnTo>
                    <a:cubicBezTo>
                      <a:pt x="1284634" y="140585"/>
                      <a:pt x="1284472" y="140519"/>
                      <a:pt x="1284147" y="140519"/>
                    </a:cubicBezTo>
                    <a:lnTo>
                      <a:pt x="1182831" y="140366"/>
                    </a:lnTo>
                    <a:lnTo>
                      <a:pt x="1149588" y="134779"/>
                    </a:lnTo>
                    <a:cubicBezTo>
                      <a:pt x="1149303" y="134779"/>
                      <a:pt x="1149100" y="134713"/>
                      <a:pt x="1148816" y="134713"/>
                    </a:cubicBezTo>
                    <a:lnTo>
                      <a:pt x="1048191" y="134561"/>
                    </a:lnTo>
                    <a:lnTo>
                      <a:pt x="1016045" y="129082"/>
                    </a:lnTo>
                    <a:cubicBezTo>
                      <a:pt x="1016045" y="129082"/>
                      <a:pt x="1015557" y="129038"/>
                      <a:pt x="1015354" y="129038"/>
                    </a:cubicBezTo>
                    <a:lnTo>
                      <a:pt x="714902" y="128558"/>
                    </a:lnTo>
                    <a:lnTo>
                      <a:pt x="568761" y="101908"/>
                    </a:lnTo>
                    <a:lnTo>
                      <a:pt x="540476" y="86302"/>
                    </a:lnTo>
                    <a:lnTo>
                      <a:pt x="512311" y="71111"/>
                    </a:lnTo>
                    <a:lnTo>
                      <a:pt x="484352" y="54588"/>
                    </a:lnTo>
                    <a:cubicBezTo>
                      <a:pt x="484352" y="54588"/>
                      <a:pt x="484067" y="54370"/>
                      <a:pt x="483863" y="54326"/>
                    </a:cubicBezTo>
                    <a:lnTo>
                      <a:pt x="456472" y="45312"/>
                    </a:lnTo>
                    <a:cubicBezTo>
                      <a:pt x="456066" y="45159"/>
                      <a:pt x="455578" y="45094"/>
                      <a:pt x="455091" y="45094"/>
                    </a:cubicBezTo>
                    <a:lnTo>
                      <a:pt x="361334" y="46949"/>
                    </a:lnTo>
                    <a:lnTo>
                      <a:pt x="335812" y="36232"/>
                    </a:lnTo>
                    <a:lnTo>
                      <a:pt x="309315" y="17854"/>
                    </a:lnTo>
                    <a:lnTo>
                      <a:pt x="283306" y="480"/>
                    </a:lnTo>
                    <a:cubicBezTo>
                      <a:pt x="282818" y="153"/>
                      <a:pt x="282208" y="65"/>
                      <a:pt x="281314" y="0"/>
                    </a:cubicBezTo>
                    <a:lnTo>
                      <a:pt x="188330" y="1026"/>
                    </a:lnTo>
                    <a:lnTo>
                      <a:pt x="95346" y="1768"/>
                    </a:lnTo>
                    <a:lnTo>
                      <a:pt x="2483" y="3252"/>
                    </a:lnTo>
                    <a:cubicBezTo>
                      <a:pt x="980" y="3252"/>
                      <a:pt x="-77" y="3885"/>
                      <a:pt x="4" y="4693"/>
                    </a:cubicBezTo>
                    <a:cubicBezTo>
                      <a:pt x="4" y="5435"/>
                      <a:pt x="1102" y="6068"/>
                      <a:pt x="2483" y="6068"/>
                    </a:cubicBezTo>
                    <a:lnTo>
                      <a:pt x="2605" y="6068"/>
                    </a:lnTo>
                    <a:lnTo>
                      <a:pt x="95468" y="4584"/>
                    </a:lnTo>
                    <a:lnTo>
                      <a:pt x="188452" y="3841"/>
                    </a:lnTo>
                    <a:lnTo>
                      <a:pt x="280217" y="2837"/>
                    </a:lnTo>
                    <a:lnTo>
                      <a:pt x="305414" y="19622"/>
                    </a:lnTo>
                    <a:lnTo>
                      <a:pt x="332318" y="38218"/>
                    </a:lnTo>
                    <a:lnTo>
                      <a:pt x="358895" y="49459"/>
                    </a:lnTo>
                    <a:cubicBezTo>
                      <a:pt x="359384" y="49677"/>
                      <a:pt x="359871" y="49786"/>
                      <a:pt x="360562" y="49786"/>
                    </a:cubicBezTo>
                    <a:lnTo>
                      <a:pt x="454440" y="47931"/>
                    </a:lnTo>
                    <a:lnTo>
                      <a:pt x="480815" y="56662"/>
                    </a:lnTo>
                    <a:lnTo>
                      <a:pt x="508573" y="73075"/>
                    </a:lnTo>
                    <a:lnTo>
                      <a:pt x="536858" y="88310"/>
                    </a:lnTo>
                    <a:lnTo>
                      <a:pt x="565510" y="104134"/>
                    </a:lnTo>
                    <a:cubicBezTo>
                      <a:pt x="565794" y="104309"/>
                      <a:pt x="566119" y="104396"/>
                      <a:pt x="566526" y="104462"/>
                    </a:cubicBezTo>
                    <a:lnTo>
                      <a:pt x="713642" y="131330"/>
                    </a:lnTo>
                    <a:cubicBezTo>
                      <a:pt x="713927" y="131330"/>
                      <a:pt x="714130" y="131396"/>
                      <a:pt x="714455" y="131396"/>
                    </a:cubicBezTo>
                    <a:lnTo>
                      <a:pt x="1014866" y="131876"/>
                    </a:lnTo>
                    <a:lnTo>
                      <a:pt x="1047012" y="137354"/>
                    </a:lnTo>
                    <a:cubicBezTo>
                      <a:pt x="1047012" y="137354"/>
                      <a:pt x="1047500" y="137420"/>
                      <a:pt x="1047703" y="137420"/>
                    </a:cubicBezTo>
                    <a:lnTo>
                      <a:pt x="1148328" y="137573"/>
                    </a:lnTo>
                    <a:lnTo>
                      <a:pt x="1181653" y="143160"/>
                    </a:lnTo>
                    <a:cubicBezTo>
                      <a:pt x="1181653" y="143160"/>
                      <a:pt x="1182140" y="143226"/>
                      <a:pt x="1182344" y="143226"/>
                    </a:cubicBezTo>
                    <a:lnTo>
                      <a:pt x="1283659" y="143379"/>
                    </a:lnTo>
                    <a:lnTo>
                      <a:pt x="1353194" y="154837"/>
                    </a:lnTo>
                    <a:cubicBezTo>
                      <a:pt x="1353194" y="154837"/>
                      <a:pt x="1353682" y="154947"/>
                      <a:pt x="1353885" y="154947"/>
                    </a:cubicBezTo>
                    <a:lnTo>
                      <a:pt x="1424030" y="155056"/>
                    </a:lnTo>
                    <a:lnTo>
                      <a:pt x="1459752" y="160862"/>
                    </a:lnTo>
                    <a:cubicBezTo>
                      <a:pt x="1459752" y="160862"/>
                      <a:pt x="1460240" y="160905"/>
                      <a:pt x="1460443" y="160905"/>
                    </a:cubicBezTo>
                    <a:lnTo>
                      <a:pt x="1492996" y="160971"/>
                    </a:lnTo>
                    <a:lnTo>
                      <a:pt x="1529328" y="166886"/>
                    </a:lnTo>
                    <a:cubicBezTo>
                      <a:pt x="1529328" y="166886"/>
                      <a:pt x="1529816" y="166929"/>
                      <a:pt x="1530019" y="166929"/>
                    </a:cubicBezTo>
                    <a:lnTo>
                      <a:pt x="1634179" y="167104"/>
                    </a:lnTo>
                    <a:lnTo>
                      <a:pt x="1671771" y="173063"/>
                    </a:lnTo>
                    <a:cubicBezTo>
                      <a:pt x="1671771" y="173063"/>
                      <a:pt x="1672259" y="173128"/>
                      <a:pt x="1672462" y="173128"/>
                    </a:cubicBezTo>
                    <a:lnTo>
                      <a:pt x="1840549" y="173390"/>
                    </a:lnTo>
                    <a:lnTo>
                      <a:pt x="1840549" y="1706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4" name="Freeform: Shape 763">
                <a:extLst>
                  <a:ext uri="{FF2B5EF4-FFF2-40B4-BE49-F238E27FC236}">
                    <a16:creationId xmlns:a16="http://schemas.microsoft.com/office/drawing/2014/main" id="{09642889-3FB2-458A-B344-8A87C7EB123D}"/>
                  </a:ext>
                </a:extLst>
              </p:cNvPr>
              <p:cNvSpPr/>
              <p:nvPr/>
            </p:nvSpPr>
            <p:spPr>
              <a:xfrm>
                <a:off x="6348879" y="5911035"/>
                <a:ext cx="54603" cy="175282"/>
              </a:xfrm>
              <a:custGeom>
                <a:avLst/>
                <a:gdLst>
                  <a:gd name="connsiteX0" fmla="*/ 46557 w 54603"/>
                  <a:gd name="connsiteY0" fmla="*/ 175283 h 175282"/>
                  <a:gd name="connsiteX1" fmla="*/ 43996 w 54603"/>
                  <a:gd name="connsiteY1" fmla="*/ 173951 h 175282"/>
                  <a:gd name="connsiteX2" fmla="*/ 34365 w 54603"/>
                  <a:gd name="connsiteY2" fmla="*/ 84332 h 175282"/>
                  <a:gd name="connsiteX3" fmla="*/ 35177 w 54603"/>
                  <a:gd name="connsiteY3" fmla="*/ 77893 h 175282"/>
                  <a:gd name="connsiteX4" fmla="*/ 36559 w 54603"/>
                  <a:gd name="connsiteY4" fmla="*/ 70865 h 175282"/>
                  <a:gd name="connsiteX5" fmla="*/ 40826 w 54603"/>
                  <a:gd name="connsiteY5" fmla="*/ 54866 h 175282"/>
                  <a:gd name="connsiteX6" fmla="*/ 47979 w 54603"/>
                  <a:gd name="connsiteY6" fmla="*/ 30464 h 175282"/>
                  <a:gd name="connsiteX7" fmla="*/ 49482 w 54603"/>
                  <a:gd name="connsiteY7" fmla="*/ 21820 h 175282"/>
                  <a:gd name="connsiteX8" fmla="*/ 49198 w 54603"/>
                  <a:gd name="connsiteY8" fmla="*/ 18088 h 175282"/>
                  <a:gd name="connsiteX9" fmla="*/ 44727 w 54603"/>
                  <a:gd name="connsiteY9" fmla="*/ 15862 h 175282"/>
                  <a:gd name="connsiteX10" fmla="*/ 41354 w 54603"/>
                  <a:gd name="connsiteY10" fmla="*/ 14836 h 175282"/>
                  <a:gd name="connsiteX11" fmla="*/ 17255 w 54603"/>
                  <a:gd name="connsiteY11" fmla="*/ 7000 h 175282"/>
                  <a:gd name="connsiteX12" fmla="*/ 10630 w 54603"/>
                  <a:gd name="connsiteY12" fmla="*/ 5341 h 175282"/>
                  <a:gd name="connsiteX13" fmla="*/ 1324 w 54603"/>
                  <a:gd name="connsiteY13" fmla="*/ 2679 h 175282"/>
                  <a:gd name="connsiteX14" fmla="*/ 308 w 54603"/>
                  <a:gd name="connsiteY14" fmla="*/ 758 h 175282"/>
                  <a:gd name="connsiteX15" fmla="*/ 3681 w 54603"/>
                  <a:gd name="connsiteY15" fmla="*/ 168 h 175282"/>
                  <a:gd name="connsiteX16" fmla="*/ 12825 w 54603"/>
                  <a:gd name="connsiteY16" fmla="*/ 2831 h 175282"/>
                  <a:gd name="connsiteX17" fmla="*/ 19368 w 54603"/>
                  <a:gd name="connsiteY17" fmla="*/ 4425 h 175282"/>
                  <a:gd name="connsiteX18" fmla="*/ 47653 w 54603"/>
                  <a:gd name="connsiteY18" fmla="*/ 13526 h 175282"/>
                  <a:gd name="connsiteX19" fmla="*/ 53424 w 54603"/>
                  <a:gd name="connsiteY19" fmla="*/ 16342 h 175282"/>
                  <a:gd name="connsiteX20" fmla="*/ 54318 w 54603"/>
                  <a:gd name="connsiteY20" fmla="*/ 17302 h 175282"/>
                  <a:gd name="connsiteX21" fmla="*/ 54603 w 54603"/>
                  <a:gd name="connsiteY21" fmla="*/ 21842 h 175282"/>
                  <a:gd name="connsiteX22" fmla="*/ 53018 w 54603"/>
                  <a:gd name="connsiteY22" fmla="*/ 30747 h 175282"/>
                  <a:gd name="connsiteX23" fmla="*/ 48548 w 54603"/>
                  <a:gd name="connsiteY23" fmla="*/ 46790 h 175282"/>
                  <a:gd name="connsiteX24" fmla="*/ 43589 w 54603"/>
                  <a:gd name="connsiteY24" fmla="*/ 63531 h 175282"/>
                  <a:gd name="connsiteX25" fmla="*/ 41679 w 54603"/>
                  <a:gd name="connsiteY25" fmla="*/ 71148 h 175282"/>
                  <a:gd name="connsiteX26" fmla="*/ 40298 w 54603"/>
                  <a:gd name="connsiteY26" fmla="*/ 78067 h 175282"/>
                  <a:gd name="connsiteX27" fmla="*/ 39525 w 54603"/>
                  <a:gd name="connsiteY27" fmla="*/ 84353 h 175282"/>
                  <a:gd name="connsiteX28" fmla="*/ 49157 w 54603"/>
                  <a:gd name="connsiteY28" fmla="*/ 173777 h 175282"/>
                  <a:gd name="connsiteX29" fmla="*/ 46759 w 54603"/>
                  <a:gd name="connsiteY29" fmla="*/ 175261 h 175282"/>
                  <a:gd name="connsiteX30" fmla="*/ 46678 w 54603"/>
                  <a:gd name="connsiteY30" fmla="*/ 175261 h 17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4603" h="175282">
                    <a:moveTo>
                      <a:pt x="46557" y="175283"/>
                    </a:moveTo>
                    <a:cubicBezTo>
                      <a:pt x="45174" y="175283"/>
                      <a:pt x="44077" y="174694"/>
                      <a:pt x="43996" y="173951"/>
                    </a:cubicBezTo>
                    <a:lnTo>
                      <a:pt x="34365" y="84332"/>
                    </a:lnTo>
                    <a:lnTo>
                      <a:pt x="35177" y="77893"/>
                    </a:lnTo>
                    <a:lnTo>
                      <a:pt x="36559" y="70865"/>
                    </a:lnTo>
                    <a:lnTo>
                      <a:pt x="40826" y="54866"/>
                    </a:lnTo>
                    <a:lnTo>
                      <a:pt x="47979" y="30464"/>
                    </a:lnTo>
                    <a:lnTo>
                      <a:pt x="49482" y="21820"/>
                    </a:lnTo>
                    <a:lnTo>
                      <a:pt x="49198" y="18088"/>
                    </a:lnTo>
                    <a:lnTo>
                      <a:pt x="44727" y="15862"/>
                    </a:lnTo>
                    <a:lnTo>
                      <a:pt x="41354" y="14836"/>
                    </a:lnTo>
                    <a:lnTo>
                      <a:pt x="17255" y="7000"/>
                    </a:lnTo>
                    <a:lnTo>
                      <a:pt x="10630" y="5341"/>
                    </a:lnTo>
                    <a:lnTo>
                      <a:pt x="1324" y="2679"/>
                    </a:lnTo>
                    <a:cubicBezTo>
                      <a:pt x="145" y="2307"/>
                      <a:pt x="-383" y="1456"/>
                      <a:pt x="308" y="758"/>
                    </a:cubicBezTo>
                    <a:cubicBezTo>
                      <a:pt x="917" y="59"/>
                      <a:pt x="2502" y="-203"/>
                      <a:pt x="3681" y="168"/>
                    </a:cubicBezTo>
                    <a:lnTo>
                      <a:pt x="12825" y="2831"/>
                    </a:lnTo>
                    <a:lnTo>
                      <a:pt x="19368" y="4425"/>
                    </a:lnTo>
                    <a:lnTo>
                      <a:pt x="47653" y="13526"/>
                    </a:lnTo>
                    <a:lnTo>
                      <a:pt x="53424" y="16342"/>
                    </a:lnTo>
                    <a:cubicBezTo>
                      <a:pt x="53912" y="16604"/>
                      <a:pt x="54197" y="16931"/>
                      <a:pt x="54318" y="17302"/>
                    </a:cubicBezTo>
                    <a:lnTo>
                      <a:pt x="54603" y="21842"/>
                    </a:lnTo>
                    <a:lnTo>
                      <a:pt x="53018" y="30747"/>
                    </a:lnTo>
                    <a:lnTo>
                      <a:pt x="48548" y="46790"/>
                    </a:lnTo>
                    <a:lnTo>
                      <a:pt x="43589" y="63531"/>
                    </a:lnTo>
                    <a:lnTo>
                      <a:pt x="41679" y="71148"/>
                    </a:lnTo>
                    <a:lnTo>
                      <a:pt x="40298" y="78067"/>
                    </a:lnTo>
                    <a:lnTo>
                      <a:pt x="39525" y="84353"/>
                    </a:lnTo>
                    <a:lnTo>
                      <a:pt x="49157" y="173777"/>
                    </a:lnTo>
                    <a:cubicBezTo>
                      <a:pt x="49238" y="174584"/>
                      <a:pt x="48182" y="175217"/>
                      <a:pt x="46759" y="175261"/>
                    </a:cubicBezTo>
                    <a:lnTo>
                      <a:pt x="46678" y="17526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5" name="Freeform: Shape 764">
                <a:extLst>
                  <a:ext uri="{FF2B5EF4-FFF2-40B4-BE49-F238E27FC236}">
                    <a16:creationId xmlns:a16="http://schemas.microsoft.com/office/drawing/2014/main" id="{3E34C6EE-D2E9-4EE2-9D40-66E0A4B5EF00}"/>
                  </a:ext>
                </a:extLst>
              </p:cNvPr>
              <p:cNvSpPr/>
              <p:nvPr/>
            </p:nvSpPr>
            <p:spPr>
              <a:xfrm>
                <a:off x="6321082" y="5898753"/>
                <a:ext cx="177564" cy="191865"/>
              </a:xfrm>
              <a:custGeom>
                <a:avLst/>
                <a:gdLst>
                  <a:gd name="connsiteX0" fmla="*/ 175059 w 177564"/>
                  <a:gd name="connsiteY0" fmla="*/ 191821 h 191865"/>
                  <a:gd name="connsiteX1" fmla="*/ 172499 w 177564"/>
                  <a:gd name="connsiteY1" fmla="*/ 190599 h 191865"/>
                  <a:gd name="connsiteX2" fmla="*/ 151570 w 177564"/>
                  <a:gd name="connsiteY2" fmla="*/ 96920 h 191865"/>
                  <a:gd name="connsiteX3" fmla="*/ 150960 w 177564"/>
                  <a:gd name="connsiteY3" fmla="*/ 91921 h 191865"/>
                  <a:gd name="connsiteX4" fmla="*/ 151163 w 177564"/>
                  <a:gd name="connsiteY4" fmla="*/ 85570 h 191865"/>
                  <a:gd name="connsiteX5" fmla="*/ 152829 w 177564"/>
                  <a:gd name="connsiteY5" fmla="*/ 71885 h 191865"/>
                  <a:gd name="connsiteX6" fmla="*/ 155918 w 177564"/>
                  <a:gd name="connsiteY6" fmla="*/ 51106 h 191865"/>
                  <a:gd name="connsiteX7" fmla="*/ 156121 w 177564"/>
                  <a:gd name="connsiteY7" fmla="*/ 45453 h 191865"/>
                  <a:gd name="connsiteX8" fmla="*/ 155308 w 177564"/>
                  <a:gd name="connsiteY8" fmla="*/ 39385 h 191865"/>
                  <a:gd name="connsiteX9" fmla="*/ 154618 w 177564"/>
                  <a:gd name="connsiteY9" fmla="*/ 37355 h 191865"/>
                  <a:gd name="connsiteX10" fmla="*/ 149456 w 177564"/>
                  <a:gd name="connsiteY10" fmla="*/ 35107 h 191865"/>
                  <a:gd name="connsiteX11" fmla="*/ 132997 w 177564"/>
                  <a:gd name="connsiteY11" fmla="*/ 31855 h 191865"/>
                  <a:gd name="connsiteX12" fmla="*/ 73866 w 177564"/>
                  <a:gd name="connsiteY12" fmla="*/ 25416 h 191865"/>
                  <a:gd name="connsiteX13" fmla="*/ 67038 w 177564"/>
                  <a:gd name="connsiteY13" fmla="*/ 25569 h 191865"/>
                  <a:gd name="connsiteX14" fmla="*/ 65535 w 177564"/>
                  <a:gd name="connsiteY14" fmla="*/ 25350 h 191865"/>
                  <a:gd name="connsiteX15" fmla="*/ 1161 w 177564"/>
                  <a:gd name="connsiteY15" fmla="*/ 2607 h 191865"/>
                  <a:gd name="connsiteX16" fmla="*/ 389 w 177564"/>
                  <a:gd name="connsiteY16" fmla="*/ 643 h 191865"/>
                  <a:gd name="connsiteX17" fmla="*/ 3965 w 177564"/>
                  <a:gd name="connsiteY17" fmla="*/ 228 h 191865"/>
                  <a:gd name="connsiteX18" fmla="*/ 67648 w 177564"/>
                  <a:gd name="connsiteY18" fmla="*/ 22753 h 191865"/>
                  <a:gd name="connsiteX19" fmla="*/ 74272 w 177564"/>
                  <a:gd name="connsiteY19" fmla="*/ 22644 h 191865"/>
                  <a:gd name="connsiteX20" fmla="*/ 134379 w 177564"/>
                  <a:gd name="connsiteY20" fmla="*/ 29148 h 191865"/>
                  <a:gd name="connsiteX21" fmla="*/ 151529 w 177564"/>
                  <a:gd name="connsiteY21" fmla="*/ 32553 h 191865"/>
                  <a:gd name="connsiteX22" fmla="*/ 152138 w 177564"/>
                  <a:gd name="connsiteY22" fmla="*/ 32771 h 191865"/>
                  <a:gd name="connsiteX23" fmla="*/ 158600 w 177564"/>
                  <a:gd name="connsiteY23" fmla="*/ 35434 h 191865"/>
                  <a:gd name="connsiteX24" fmla="*/ 159494 w 177564"/>
                  <a:gd name="connsiteY24" fmla="*/ 36351 h 191865"/>
                  <a:gd name="connsiteX25" fmla="*/ 160388 w 177564"/>
                  <a:gd name="connsiteY25" fmla="*/ 39057 h 191865"/>
                  <a:gd name="connsiteX26" fmla="*/ 161201 w 177564"/>
                  <a:gd name="connsiteY26" fmla="*/ 45409 h 191865"/>
                  <a:gd name="connsiteX27" fmla="*/ 160998 w 177564"/>
                  <a:gd name="connsiteY27" fmla="*/ 51215 h 191865"/>
                  <a:gd name="connsiteX28" fmla="*/ 156324 w 177564"/>
                  <a:gd name="connsiteY28" fmla="*/ 85744 h 191865"/>
                  <a:gd name="connsiteX29" fmla="*/ 156040 w 177564"/>
                  <a:gd name="connsiteY29" fmla="*/ 91878 h 191865"/>
                  <a:gd name="connsiteX30" fmla="*/ 156609 w 177564"/>
                  <a:gd name="connsiteY30" fmla="*/ 96680 h 191865"/>
                  <a:gd name="connsiteX31" fmla="*/ 177538 w 177564"/>
                  <a:gd name="connsiteY31" fmla="*/ 190315 h 191865"/>
                  <a:gd name="connsiteX32" fmla="*/ 175344 w 177564"/>
                  <a:gd name="connsiteY32" fmla="*/ 191865 h 191865"/>
                  <a:gd name="connsiteX33" fmla="*/ 175059 w 177564"/>
                  <a:gd name="connsiteY33" fmla="*/ 191865 h 191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7564" h="191865">
                    <a:moveTo>
                      <a:pt x="175059" y="191821"/>
                    </a:moveTo>
                    <a:cubicBezTo>
                      <a:pt x="173759" y="191821"/>
                      <a:pt x="172662" y="191341"/>
                      <a:pt x="172499" y="190599"/>
                    </a:cubicBezTo>
                    <a:lnTo>
                      <a:pt x="151570" y="96920"/>
                    </a:lnTo>
                    <a:lnTo>
                      <a:pt x="150960" y="91921"/>
                    </a:lnTo>
                    <a:lnTo>
                      <a:pt x="151163" y="85570"/>
                    </a:lnTo>
                    <a:lnTo>
                      <a:pt x="152829" y="71885"/>
                    </a:lnTo>
                    <a:lnTo>
                      <a:pt x="155918" y="51106"/>
                    </a:lnTo>
                    <a:lnTo>
                      <a:pt x="156121" y="45453"/>
                    </a:lnTo>
                    <a:lnTo>
                      <a:pt x="155308" y="39385"/>
                    </a:lnTo>
                    <a:lnTo>
                      <a:pt x="154618" y="37355"/>
                    </a:lnTo>
                    <a:lnTo>
                      <a:pt x="149456" y="35107"/>
                    </a:lnTo>
                    <a:lnTo>
                      <a:pt x="132997" y="31855"/>
                    </a:lnTo>
                    <a:lnTo>
                      <a:pt x="73866" y="25416"/>
                    </a:lnTo>
                    <a:lnTo>
                      <a:pt x="67038" y="25569"/>
                    </a:lnTo>
                    <a:cubicBezTo>
                      <a:pt x="66551" y="25569"/>
                      <a:pt x="66022" y="25503"/>
                      <a:pt x="65535" y="25350"/>
                    </a:cubicBezTo>
                    <a:lnTo>
                      <a:pt x="1161" y="2607"/>
                    </a:lnTo>
                    <a:cubicBezTo>
                      <a:pt x="-18" y="2171"/>
                      <a:pt x="-343" y="1276"/>
                      <a:pt x="389" y="643"/>
                    </a:cubicBezTo>
                    <a:cubicBezTo>
                      <a:pt x="1161" y="10"/>
                      <a:pt x="2746" y="-208"/>
                      <a:pt x="3965" y="228"/>
                    </a:cubicBezTo>
                    <a:lnTo>
                      <a:pt x="67648" y="22753"/>
                    </a:lnTo>
                    <a:lnTo>
                      <a:pt x="74272" y="22644"/>
                    </a:lnTo>
                    <a:lnTo>
                      <a:pt x="134379" y="29148"/>
                    </a:lnTo>
                    <a:lnTo>
                      <a:pt x="151529" y="32553"/>
                    </a:lnTo>
                    <a:cubicBezTo>
                      <a:pt x="151732" y="32619"/>
                      <a:pt x="151935" y="32662"/>
                      <a:pt x="152138" y="32771"/>
                    </a:cubicBezTo>
                    <a:lnTo>
                      <a:pt x="158600" y="35434"/>
                    </a:lnTo>
                    <a:cubicBezTo>
                      <a:pt x="159088" y="35653"/>
                      <a:pt x="159372" y="35958"/>
                      <a:pt x="159494" y="36351"/>
                    </a:cubicBezTo>
                    <a:lnTo>
                      <a:pt x="160388" y="39057"/>
                    </a:lnTo>
                    <a:lnTo>
                      <a:pt x="161201" y="45409"/>
                    </a:lnTo>
                    <a:lnTo>
                      <a:pt x="160998" y="51215"/>
                    </a:lnTo>
                    <a:lnTo>
                      <a:pt x="156324" y="85744"/>
                    </a:lnTo>
                    <a:lnTo>
                      <a:pt x="156040" y="91878"/>
                    </a:lnTo>
                    <a:lnTo>
                      <a:pt x="156609" y="96680"/>
                    </a:lnTo>
                    <a:lnTo>
                      <a:pt x="177538" y="190315"/>
                    </a:lnTo>
                    <a:cubicBezTo>
                      <a:pt x="177742" y="191058"/>
                      <a:pt x="176766" y="191756"/>
                      <a:pt x="175344" y="191865"/>
                    </a:cubicBezTo>
                    <a:lnTo>
                      <a:pt x="175059" y="19186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6" name="Freeform: Shape 765">
                <a:extLst>
                  <a:ext uri="{FF2B5EF4-FFF2-40B4-BE49-F238E27FC236}">
                    <a16:creationId xmlns:a16="http://schemas.microsoft.com/office/drawing/2014/main" id="{6AA8053C-9CA4-4592-B4FE-DA4F6CE8E13E}"/>
                  </a:ext>
                </a:extLst>
              </p:cNvPr>
              <p:cNvSpPr/>
              <p:nvPr/>
            </p:nvSpPr>
            <p:spPr>
              <a:xfrm>
                <a:off x="4729480" y="5526017"/>
                <a:ext cx="1007100" cy="556569"/>
              </a:xfrm>
              <a:custGeom>
                <a:avLst/>
                <a:gdLst>
                  <a:gd name="connsiteX0" fmla="*/ 771713 w 1007100"/>
                  <a:gd name="connsiteY0" fmla="*/ 556569 h 556569"/>
                  <a:gd name="connsiteX1" fmla="*/ 770534 w 1007100"/>
                  <a:gd name="connsiteY1" fmla="*/ 556416 h 556569"/>
                  <a:gd name="connsiteX2" fmla="*/ 769437 w 1007100"/>
                  <a:gd name="connsiteY2" fmla="*/ 554496 h 556569"/>
                  <a:gd name="connsiteX3" fmla="*/ 828406 w 1007100"/>
                  <a:gd name="connsiteY3" fmla="*/ 490871 h 556569"/>
                  <a:gd name="connsiteX4" fmla="*/ 838688 w 1007100"/>
                  <a:gd name="connsiteY4" fmla="*/ 484323 h 556569"/>
                  <a:gd name="connsiteX5" fmla="*/ 840598 w 1007100"/>
                  <a:gd name="connsiteY5" fmla="*/ 483843 h 556569"/>
                  <a:gd name="connsiteX6" fmla="*/ 929640 w 1007100"/>
                  <a:gd name="connsiteY6" fmla="*/ 484476 h 556569"/>
                  <a:gd name="connsiteX7" fmla="*/ 933867 w 1007100"/>
                  <a:gd name="connsiteY7" fmla="*/ 480525 h 556569"/>
                  <a:gd name="connsiteX8" fmla="*/ 939312 w 1007100"/>
                  <a:gd name="connsiteY8" fmla="*/ 475091 h 556569"/>
                  <a:gd name="connsiteX9" fmla="*/ 945327 w 1007100"/>
                  <a:gd name="connsiteY9" fmla="*/ 468281 h 556569"/>
                  <a:gd name="connsiteX10" fmla="*/ 952927 w 1007100"/>
                  <a:gd name="connsiteY10" fmla="*/ 458481 h 556569"/>
                  <a:gd name="connsiteX11" fmla="*/ 961055 w 1007100"/>
                  <a:gd name="connsiteY11" fmla="*/ 446651 h 556569"/>
                  <a:gd name="connsiteX12" fmla="*/ 969548 w 1007100"/>
                  <a:gd name="connsiteY12" fmla="*/ 432747 h 556569"/>
                  <a:gd name="connsiteX13" fmla="*/ 977961 w 1007100"/>
                  <a:gd name="connsiteY13" fmla="*/ 417338 h 556569"/>
                  <a:gd name="connsiteX14" fmla="*/ 986292 w 1007100"/>
                  <a:gd name="connsiteY14" fmla="*/ 393263 h 556569"/>
                  <a:gd name="connsiteX15" fmla="*/ 994095 w 1007100"/>
                  <a:gd name="connsiteY15" fmla="*/ 354150 h 556569"/>
                  <a:gd name="connsiteX16" fmla="*/ 999500 w 1007100"/>
                  <a:gd name="connsiteY16" fmla="*/ 321126 h 556569"/>
                  <a:gd name="connsiteX17" fmla="*/ 1001939 w 1007100"/>
                  <a:gd name="connsiteY17" fmla="*/ 287775 h 556569"/>
                  <a:gd name="connsiteX18" fmla="*/ 1001166 w 1007100"/>
                  <a:gd name="connsiteY18" fmla="*/ 259968 h 556569"/>
                  <a:gd name="connsiteX19" fmla="*/ 996249 w 1007100"/>
                  <a:gd name="connsiteY19" fmla="*/ 232358 h 556569"/>
                  <a:gd name="connsiteX20" fmla="*/ 987999 w 1007100"/>
                  <a:gd name="connsiteY20" fmla="*/ 197457 h 556569"/>
                  <a:gd name="connsiteX21" fmla="*/ 981293 w 1007100"/>
                  <a:gd name="connsiteY21" fmla="*/ 172095 h 556569"/>
                  <a:gd name="connsiteX22" fmla="*/ 893105 w 1007100"/>
                  <a:gd name="connsiteY22" fmla="*/ 152429 h 556569"/>
                  <a:gd name="connsiteX23" fmla="*/ 724449 w 1007100"/>
                  <a:gd name="connsiteY23" fmla="*/ 129031 h 556569"/>
                  <a:gd name="connsiteX24" fmla="*/ 642396 w 1007100"/>
                  <a:gd name="connsiteY24" fmla="*/ 120344 h 556569"/>
                  <a:gd name="connsiteX25" fmla="*/ 560385 w 1007100"/>
                  <a:gd name="connsiteY25" fmla="*/ 104039 h 556569"/>
                  <a:gd name="connsiteX26" fmla="*/ 479349 w 1007100"/>
                  <a:gd name="connsiteY26" fmla="*/ 96749 h 556569"/>
                  <a:gd name="connsiteX27" fmla="*/ 397703 w 1007100"/>
                  <a:gd name="connsiteY27" fmla="*/ 90878 h 556569"/>
                  <a:gd name="connsiteX28" fmla="*/ 315041 w 1007100"/>
                  <a:gd name="connsiteY28" fmla="*/ 77018 h 556569"/>
                  <a:gd name="connsiteX29" fmla="*/ 231770 w 1007100"/>
                  <a:gd name="connsiteY29" fmla="*/ 58793 h 556569"/>
                  <a:gd name="connsiteX30" fmla="*/ 148458 w 1007100"/>
                  <a:gd name="connsiteY30" fmla="*/ 32667 h 556569"/>
                  <a:gd name="connsiteX31" fmla="*/ 65999 w 1007100"/>
                  <a:gd name="connsiteY31" fmla="*/ 2830 h 556569"/>
                  <a:gd name="connsiteX32" fmla="*/ 36576 w 1007100"/>
                  <a:gd name="connsiteY32" fmla="*/ 2983 h 556569"/>
                  <a:gd name="connsiteX33" fmla="*/ 8860 w 1007100"/>
                  <a:gd name="connsiteY33" fmla="*/ 2873 h 556569"/>
                  <a:gd name="connsiteX34" fmla="*/ 8006 w 1007100"/>
                  <a:gd name="connsiteY34" fmla="*/ 3048 h 556569"/>
                  <a:gd name="connsiteX35" fmla="*/ 7275 w 1007100"/>
                  <a:gd name="connsiteY35" fmla="*/ 3092 h 556569"/>
                  <a:gd name="connsiteX36" fmla="*/ 2520 w 1007100"/>
                  <a:gd name="connsiteY36" fmla="*/ 3092 h 556569"/>
                  <a:gd name="connsiteX37" fmla="*/ 0 w 1007100"/>
                  <a:gd name="connsiteY37" fmla="*/ 1717 h 556569"/>
                  <a:gd name="connsiteX38" fmla="*/ 2520 w 1007100"/>
                  <a:gd name="connsiteY38" fmla="*/ 342 h 556569"/>
                  <a:gd name="connsiteX39" fmla="*/ 7803 w 1007100"/>
                  <a:gd name="connsiteY39" fmla="*/ 123 h 556569"/>
                  <a:gd name="connsiteX40" fmla="*/ 8534 w 1007100"/>
                  <a:gd name="connsiteY40" fmla="*/ 58 h 556569"/>
                  <a:gd name="connsiteX41" fmla="*/ 36617 w 1007100"/>
                  <a:gd name="connsiteY41" fmla="*/ 167 h 556569"/>
                  <a:gd name="connsiteX42" fmla="*/ 66772 w 1007100"/>
                  <a:gd name="connsiteY42" fmla="*/ 14 h 556569"/>
                  <a:gd name="connsiteX43" fmla="*/ 68153 w 1007100"/>
                  <a:gd name="connsiteY43" fmla="*/ 276 h 556569"/>
                  <a:gd name="connsiteX44" fmla="*/ 151100 w 1007100"/>
                  <a:gd name="connsiteY44" fmla="*/ 30266 h 556569"/>
                  <a:gd name="connsiteX45" fmla="*/ 233964 w 1007100"/>
                  <a:gd name="connsiteY45" fmla="*/ 56217 h 556569"/>
                  <a:gd name="connsiteX46" fmla="*/ 316708 w 1007100"/>
                  <a:gd name="connsiteY46" fmla="*/ 74334 h 556569"/>
                  <a:gd name="connsiteX47" fmla="*/ 398760 w 1007100"/>
                  <a:gd name="connsiteY47" fmla="*/ 88128 h 556569"/>
                  <a:gd name="connsiteX48" fmla="*/ 480121 w 1007100"/>
                  <a:gd name="connsiteY48" fmla="*/ 93934 h 556569"/>
                  <a:gd name="connsiteX49" fmla="*/ 561685 w 1007100"/>
                  <a:gd name="connsiteY49" fmla="*/ 101289 h 556569"/>
                  <a:gd name="connsiteX50" fmla="*/ 643778 w 1007100"/>
                  <a:gd name="connsiteY50" fmla="*/ 117594 h 556569"/>
                  <a:gd name="connsiteX51" fmla="*/ 725587 w 1007100"/>
                  <a:gd name="connsiteY51" fmla="*/ 126215 h 556569"/>
                  <a:gd name="connsiteX52" fmla="*/ 895462 w 1007100"/>
                  <a:gd name="connsiteY52" fmla="*/ 149766 h 556569"/>
                  <a:gd name="connsiteX53" fmla="*/ 984667 w 1007100"/>
                  <a:gd name="connsiteY53" fmla="*/ 169737 h 556569"/>
                  <a:gd name="connsiteX54" fmla="*/ 986211 w 1007100"/>
                  <a:gd name="connsiteY54" fmla="*/ 170807 h 556569"/>
                  <a:gd name="connsiteX55" fmla="*/ 993160 w 1007100"/>
                  <a:gd name="connsiteY55" fmla="*/ 197020 h 556569"/>
                  <a:gd name="connsiteX56" fmla="*/ 1001410 w 1007100"/>
                  <a:gd name="connsiteY56" fmla="*/ 231987 h 556569"/>
                  <a:gd name="connsiteX57" fmla="*/ 1006328 w 1007100"/>
                  <a:gd name="connsiteY57" fmla="*/ 259750 h 556569"/>
                  <a:gd name="connsiteX58" fmla="*/ 1007100 w 1007100"/>
                  <a:gd name="connsiteY58" fmla="*/ 287732 h 556569"/>
                  <a:gd name="connsiteX59" fmla="*/ 1004661 w 1007100"/>
                  <a:gd name="connsiteY59" fmla="*/ 321257 h 556569"/>
                  <a:gd name="connsiteX60" fmla="*/ 999256 w 1007100"/>
                  <a:gd name="connsiteY60" fmla="*/ 354455 h 556569"/>
                  <a:gd name="connsiteX61" fmla="*/ 991413 w 1007100"/>
                  <a:gd name="connsiteY61" fmla="*/ 393678 h 556569"/>
                  <a:gd name="connsiteX62" fmla="*/ 983041 w 1007100"/>
                  <a:gd name="connsiteY62" fmla="*/ 417971 h 556569"/>
                  <a:gd name="connsiteX63" fmla="*/ 974507 w 1007100"/>
                  <a:gd name="connsiteY63" fmla="*/ 433577 h 556569"/>
                  <a:gd name="connsiteX64" fmla="*/ 965972 w 1007100"/>
                  <a:gd name="connsiteY64" fmla="*/ 447589 h 556569"/>
                  <a:gd name="connsiteX65" fmla="*/ 957763 w 1007100"/>
                  <a:gd name="connsiteY65" fmla="*/ 459528 h 556569"/>
                  <a:gd name="connsiteX66" fmla="*/ 950082 w 1007100"/>
                  <a:gd name="connsiteY66" fmla="*/ 469438 h 556569"/>
                  <a:gd name="connsiteX67" fmla="*/ 943986 w 1007100"/>
                  <a:gd name="connsiteY67" fmla="*/ 476422 h 556569"/>
                  <a:gd name="connsiteX68" fmla="*/ 933420 w 1007100"/>
                  <a:gd name="connsiteY68" fmla="*/ 486593 h 556569"/>
                  <a:gd name="connsiteX69" fmla="*/ 931184 w 1007100"/>
                  <a:gd name="connsiteY69" fmla="*/ 487292 h 556569"/>
                  <a:gd name="connsiteX70" fmla="*/ 841858 w 1007100"/>
                  <a:gd name="connsiteY70" fmla="*/ 486659 h 556569"/>
                  <a:gd name="connsiteX71" fmla="*/ 832673 w 1007100"/>
                  <a:gd name="connsiteY71" fmla="*/ 492464 h 556569"/>
                  <a:gd name="connsiteX72" fmla="*/ 774111 w 1007100"/>
                  <a:gd name="connsiteY72" fmla="*/ 555761 h 556569"/>
                  <a:gd name="connsiteX73" fmla="*/ 771876 w 1007100"/>
                  <a:gd name="connsiteY73" fmla="*/ 556569 h 55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007100" h="556569">
                    <a:moveTo>
                      <a:pt x="771713" y="556569"/>
                    </a:moveTo>
                    <a:cubicBezTo>
                      <a:pt x="771307" y="556569"/>
                      <a:pt x="770941" y="556525"/>
                      <a:pt x="770534" y="556416"/>
                    </a:cubicBezTo>
                    <a:cubicBezTo>
                      <a:pt x="769315" y="556045"/>
                      <a:pt x="768787" y="555194"/>
                      <a:pt x="769437" y="554496"/>
                    </a:cubicBezTo>
                    <a:lnTo>
                      <a:pt x="828406" y="490871"/>
                    </a:lnTo>
                    <a:lnTo>
                      <a:pt x="838688" y="484323"/>
                    </a:lnTo>
                    <a:cubicBezTo>
                      <a:pt x="839175" y="483996"/>
                      <a:pt x="839988" y="483909"/>
                      <a:pt x="840598" y="483843"/>
                    </a:cubicBezTo>
                    <a:lnTo>
                      <a:pt x="929640" y="484476"/>
                    </a:lnTo>
                    <a:lnTo>
                      <a:pt x="933867" y="480525"/>
                    </a:lnTo>
                    <a:lnTo>
                      <a:pt x="939312" y="475091"/>
                    </a:lnTo>
                    <a:lnTo>
                      <a:pt x="945327" y="468281"/>
                    </a:lnTo>
                    <a:lnTo>
                      <a:pt x="952927" y="458481"/>
                    </a:lnTo>
                    <a:lnTo>
                      <a:pt x="961055" y="446651"/>
                    </a:lnTo>
                    <a:lnTo>
                      <a:pt x="969548" y="432747"/>
                    </a:lnTo>
                    <a:lnTo>
                      <a:pt x="977961" y="417338"/>
                    </a:lnTo>
                    <a:lnTo>
                      <a:pt x="986292" y="393263"/>
                    </a:lnTo>
                    <a:lnTo>
                      <a:pt x="994095" y="354150"/>
                    </a:lnTo>
                    <a:lnTo>
                      <a:pt x="999500" y="321126"/>
                    </a:lnTo>
                    <a:lnTo>
                      <a:pt x="1001939" y="287775"/>
                    </a:lnTo>
                    <a:lnTo>
                      <a:pt x="1001166" y="259968"/>
                    </a:lnTo>
                    <a:lnTo>
                      <a:pt x="996249" y="232358"/>
                    </a:lnTo>
                    <a:lnTo>
                      <a:pt x="987999" y="197457"/>
                    </a:lnTo>
                    <a:lnTo>
                      <a:pt x="981293" y="172095"/>
                    </a:lnTo>
                    <a:lnTo>
                      <a:pt x="893105" y="152429"/>
                    </a:lnTo>
                    <a:lnTo>
                      <a:pt x="724449" y="129031"/>
                    </a:lnTo>
                    <a:lnTo>
                      <a:pt x="642396" y="120344"/>
                    </a:lnTo>
                    <a:lnTo>
                      <a:pt x="560385" y="104039"/>
                    </a:lnTo>
                    <a:lnTo>
                      <a:pt x="479349" y="96749"/>
                    </a:lnTo>
                    <a:lnTo>
                      <a:pt x="397703" y="90878"/>
                    </a:lnTo>
                    <a:lnTo>
                      <a:pt x="315041" y="77018"/>
                    </a:lnTo>
                    <a:lnTo>
                      <a:pt x="231770" y="58793"/>
                    </a:lnTo>
                    <a:lnTo>
                      <a:pt x="148458" y="32667"/>
                    </a:lnTo>
                    <a:lnTo>
                      <a:pt x="65999" y="2830"/>
                    </a:lnTo>
                    <a:lnTo>
                      <a:pt x="36576" y="2983"/>
                    </a:lnTo>
                    <a:lnTo>
                      <a:pt x="8860" y="2873"/>
                    </a:lnTo>
                    <a:lnTo>
                      <a:pt x="8006" y="3048"/>
                    </a:lnTo>
                    <a:cubicBezTo>
                      <a:pt x="7762" y="3092"/>
                      <a:pt x="7518" y="3092"/>
                      <a:pt x="7275" y="3092"/>
                    </a:cubicBezTo>
                    <a:lnTo>
                      <a:pt x="2520" y="3092"/>
                    </a:lnTo>
                    <a:cubicBezTo>
                      <a:pt x="1138" y="3092"/>
                      <a:pt x="0" y="2502"/>
                      <a:pt x="0" y="1717"/>
                    </a:cubicBezTo>
                    <a:cubicBezTo>
                      <a:pt x="0" y="931"/>
                      <a:pt x="1097" y="342"/>
                      <a:pt x="2520" y="342"/>
                    </a:cubicBezTo>
                    <a:lnTo>
                      <a:pt x="7803" y="123"/>
                    </a:lnTo>
                    <a:cubicBezTo>
                      <a:pt x="8047" y="123"/>
                      <a:pt x="8372" y="58"/>
                      <a:pt x="8534" y="58"/>
                    </a:cubicBezTo>
                    <a:lnTo>
                      <a:pt x="36617" y="167"/>
                    </a:lnTo>
                    <a:lnTo>
                      <a:pt x="66772" y="14"/>
                    </a:lnTo>
                    <a:cubicBezTo>
                      <a:pt x="67056" y="-51"/>
                      <a:pt x="67747" y="123"/>
                      <a:pt x="68153" y="276"/>
                    </a:cubicBezTo>
                    <a:lnTo>
                      <a:pt x="151100" y="30266"/>
                    </a:lnTo>
                    <a:lnTo>
                      <a:pt x="233964" y="56217"/>
                    </a:lnTo>
                    <a:lnTo>
                      <a:pt x="316708" y="74334"/>
                    </a:lnTo>
                    <a:lnTo>
                      <a:pt x="398760" y="88128"/>
                    </a:lnTo>
                    <a:lnTo>
                      <a:pt x="480121" y="93934"/>
                    </a:lnTo>
                    <a:lnTo>
                      <a:pt x="561685" y="101289"/>
                    </a:lnTo>
                    <a:lnTo>
                      <a:pt x="643778" y="117594"/>
                    </a:lnTo>
                    <a:lnTo>
                      <a:pt x="725587" y="126215"/>
                    </a:lnTo>
                    <a:lnTo>
                      <a:pt x="895462" y="149766"/>
                    </a:lnTo>
                    <a:lnTo>
                      <a:pt x="984667" y="169737"/>
                    </a:lnTo>
                    <a:cubicBezTo>
                      <a:pt x="985520" y="169912"/>
                      <a:pt x="986089" y="170327"/>
                      <a:pt x="986211" y="170807"/>
                    </a:cubicBezTo>
                    <a:lnTo>
                      <a:pt x="993160" y="197020"/>
                    </a:lnTo>
                    <a:lnTo>
                      <a:pt x="1001410" y="231987"/>
                    </a:lnTo>
                    <a:lnTo>
                      <a:pt x="1006328" y="259750"/>
                    </a:lnTo>
                    <a:lnTo>
                      <a:pt x="1007100" y="287732"/>
                    </a:lnTo>
                    <a:lnTo>
                      <a:pt x="1004661" y="321257"/>
                    </a:lnTo>
                    <a:lnTo>
                      <a:pt x="999256" y="354455"/>
                    </a:lnTo>
                    <a:lnTo>
                      <a:pt x="991413" y="393678"/>
                    </a:lnTo>
                    <a:lnTo>
                      <a:pt x="983041" y="417971"/>
                    </a:lnTo>
                    <a:lnTo>
                      <a:pt x="974507" y="433577"/>
                    </a:lnTo>
                    <a:lnTo>
                      <a:pt x="965972" y="447589"/>
                    </a:lnTo>
                    <a:lnTo>
                      <a:pt x="957763" y="459528"/>
                    </a:lnTo>
                    <a:lnTo>
                      <a:pt x="950082" y="469438"/>
                    </a:lnTo>
                    <a:lnTo>
                      <a:pt x="943986" y="476422"/>
                    </a:lnTo>
                    <a:lnTo>
                      <a:pt x="933420" y="486593"/>
                    </a:lnTo>
                    <a:cubicBezTo>
                      <a:pt x="932932" y="487008"/>
                      <a:pt x="932078" y="487292"/>
                      <a:pt x="931184" y="487292"/>
                    </a:cubicBezTo>
                    <a:lnTo>
                      <a:pt x="841858" y="486659"/>
                    </a:lnTo>
                    <a:lnTo>
                      <a:pt x="832673" y="492464"/>
                    </a:lnTo>
                    <a:lnTo>
                      <a:pt x="774111" y="555761"/>
                    </a:lnTo>
                    <a:cubicBezTo>
                      <a:pt x="773664" y="556242"/>
                      <a:pt x="772770" y="556569"/>
                      <a:pt x="771876" y="55656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7" name="Freeform: Shape 766">
                <a:extLst>
                  <a:ext uri="{FF2B5EF4-FFF2-40B4-BE49-F238E27FC236}">
                    <a16:creationId xmlns:a16="http://schemas.microsoft.com/office/drawing/2014/main" id="{93218016-5444-4B40-B38A-096C7AFD1EF3}"/>
                  </a:ext>
                </a:extLst>
              </p:cNvPr>
              <p:cNvSpPr/>
              <p:nvPr/>
            </p:nvSpPr>
            <p:spPr>
              <a:xfrm>
                <a:off x="6927956" y="6003801"/>
                <a:ext cx="146794" cy="132063"/>
              </a:xfrm>
              <a:custGeom>
                <a:avLst/>
                <a:gdLst>
                  <a:gd name="connsiteX0" fmla="*/ 144257 w 146794"/>
                  <a:gd name="connsiteY0" fmla="*/ 132064 h 132063"/>
                  <a:gd name="connsiteX1" fmla="*/ 141900 w 146794"/>
                  <a:gd name="connsiteY1" fmla="*/ 131256 h 132063"/>
                  <a:gd name="connsiteX2" fmla="*/ 36236 w 146794"/>
                  <a:gd name="connsiteY2" fmla="*/ 5077 h 132063"/>
                  <a:gd name="connsiteX3" fmla="*/ 2221 w 146794"/>
                  <a:gd name="connsiteY3" fmla="*/ 2785 h 132063"/>
                  <a:gd name="connsiteX4" fmla="*/ 26 w 146794"/>
                  <a:gd name="connsiteY4" fmla="*/ 1235 h 132063"/>
                  <a:gd name="connsiteX5" fmla="*/ 2912 w 146794"/>
                  <a:gd name="connsiteY5" fmla="*/ 13 h 132063"/>
                  <a:gd name="connsiteX6" fmla="*/ 38228 w 146794"/>
                  <a:gd name="connsiteY6" fmla="*/ 2370 h 132063"/>
                  <a:gd name="connsiteX7" fmla="*/ 40219 w 146794"/>
                  <a:gd name="connsiteY7" fmla="*/ 3222 h 132063"/>
                  <a:gd name="connsiteX8" fmla="*/ 146574 w 146794"/>
                  <a:gd name="connsiteY8" fmla="*/ 130099 h 132063"/>
                  <a:gd name="connsiteX9" fmla="*/ 145273 w 146794"/>
                  <a:gd name="connsiteY9" fmla="*/ 131955 h 132063"/>
                  <a:gd name="connsiteX10" fmla="*/ 144298 w 146794"/>
                  <a:gd name="connsiteY10" fmla="*/ 132064 h 132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794" h="132063">
                    <a:moveTo>
                      <a:pt x="144257" y="132064"/>
                    </a:moveTo>
                    <a:cubicBezTo>
                      <a:pt x="143282" y="132064"/>
                      <a:pt x="142388" y="131802"/>
                      <a:pt x="141900" y="131256"/>
                    </a:cubicBezTo>
                    <a:lnTo>
                      <a:pt x="36236" y="5077"/>
                    </a:lnTo>
                    <a:lnTo>
                      <a:pt x="2221" y="2785"/>
                    </a:lnTo>
                    <a:cubicBezTo>
                      <a:pt x="839" y="2720"/>
                      <a:pt x="-177" y="2043"/>
                      <a:pt x="26" y="1235"/>
                    </a:cubicBezTo>
                    <a:cubicBezTo>
                      <a:pt x="229" y="493"/>
                      <a:pt x="1408" y="-96"/>
                      <a:pt x="2912" y="13"/>
                    </a:cubicBezTo>
                    <a:lnTo>
                      <a:pt x="38228" y="2370"/>
                    </a:lnTo>
                    <a:cubicBezTo>
                      <a:pt x="39122" y="2479"/>
                      <a:pt x="39894" y="2741"/>
                      <a:pt x="40219" y="3222"/>
                    </a:cubicBezTo>
                    <a:lnTo>
                      <a:pt x="146574" y="130099"/>
                    </a:lnTo>
                    <a:cubicBezTo>
                      <a:pt x="147143" y="130798"/>
                      <a:pt x="146574" y="131649"/>
                      <a:pt x="145273" y="131955"/>
                    </a:cubicBezTo>
                    <a:cubicBezTo>
                      <a:pt x="144989" y="131998"/>
                      <a:pt x="144583" y="132064"/>
                      <a:pt x="144298" y="1320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8" name="Freeform: Shape 767">
                <a:extLst>
                  <a:ext uri="{FF2B5EF4-FFF2-40B4-BE49-F238E27FC236}">
                    <a16:creationId xmlns:a16="http://schemas.microsoft.com/office/drawing/2014/main" id="{CF9F0D1A-C6B3-4B6B-ABB4-8735F592C872}"/>
                  </a:ext>
                </a:extLst>
              </p:cNvPr>
              <p:cNvSpPr/>
              <p:nvPr/>
            </p:nvSpPr>
            <p:spPr>
              <a:xfrm>
                <a:off x="5933885" y="5753262"/>
                <a:ext cx="42153" cy="103026"/>
              </a:xfrm>
              <a:custGeom>
                <a:avLst/>
                <a:gdLst>
                  <a:gd name="connsiteX0" fmla="*/ 2521 w 42153"/>
                  <a:gd name="connsiteY0" fmla="*/ 103005 h 103026"/>
                  <a:gd name="connsiteX1" fmla="*/ 2439 w 42153"/>
                  <a:gd name="connsiteY1" fmla="*/ 103005 h 103026"/>
                  <a:gd name="connsiteX2" fmla="*/ 1 w 42153"/>
                  <a:gd name="connsiteY2" fmla="*/ 101564 h 103026"/>
                  <a:gd name="connsiteX3" fmla="*/ 5854 w 42153"/>
                  <a:gd name="connsiteY3" fmla="*/ 14018 h 103026"/>
                  <a:gd name="connsiteX4" fmla="*/ 9267 w 42153"/>
                  <a:gd name="connsiteY4" fmla="*/ 1228 h 103026"/>
                  <a:gd name="connsiteX5" fmla="*/ 12030 w 42153"/>
                  <a:gd name="connsiteY5" fmla="*/ 5 h 103026"/>
                  <a:gd name="connsiteX6" fmla="*/ 14022 w 42153"/>
                  <a:gd name="connsiteY6" fmla="*/ 114 h 103026"/>
                  <a:gd name="connsiteX7" fmla="*/ 15038 w 42153"/>
                  <a:gd name="connsiteY7" fmla="*/ 333 h 103026"/>
                  <a:gd name="connsiteX8" fmla="*/ 19508 w 42153"/>
                  <a:gd name="connsiteY8" fmla="*/ 1817 h 103026"/>
                  <a:gd name="connsiteX9" fmla="*/ 40682 w 42153"/>
                  <a:gd name="connsiteY9" fmla="*/ 7252 h 103026"/>
                  <a:gd name="connsiteX10" fmla="*/ 41901 w 42153"/>
                  <a:gd name="connsiteY10" fmla="*/ 9107 h 103026"/>
                  <a:gd name="connsiteX11" fmla="*/ 38528 w 42153"/>
                  <a:gd name="connsiteY11" fmla="*/ 9805 h 103026"/>
                  <a:gd name="connsiteX12" fmla="*/ 17110 w 42153"/>
                  <a:gd name="connsiteY12" fmla="*/ 4327 h 103026"/>
                  <a:gd name="connsiteX13" fmla="*/ 13859 w 42153"/>
                  <a:gd name="connsiteY13" fmla="*/ 3214 h 103026"/>
                  <a:gd name="connsiteX14" fmla="*/ 10893 w 42153"/>
                  <a:gd name="connsiteY14" fmla="*/ 14302 h 103026"/>
                  <a:gd name="connsiteX15" fmla="*/ 5040 w 42153"/>
                  <a:gd name="connsiteY15" fmla="*/ 101695 h 103026"/>
                  <a:gd name="connsiteX16" fmla="*/ 2521 w 42153"/>
                  <a:gd name="connsiteY16" fmla="*/ 103027 h 10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153" h="103026">
                    <a:moveTo>
                      <a:pt x="2521" y="103005"/>
                    </a:moveTo>
                    <a:lnTo>
                      <a:pt x="2439" y="103005"/>
                    </a:lnTo>
                    <a:cubicBezTo>
                      <a:pt x="1058" y="103005"/>
                      <a:pt x="-40" y="102306"/>
                      <a:pt x="1" y="101564"/>
                    </a:cubicBezTo>
                    <a:lnTo>
                      <a:pt x="5854" y="14018"/>
                    </a:lnTo>
                    <a:lnTo>
                      <a:pt x="9267" y="1228"/>
                    </a:lnTo>
                    <a:cubicBezTo>
                      <a:pt x="9470" y="485"/>
                      <a:pt x="10811" y="-60"/>
                      <a:pt x="12030" y="5"/>
                    </a:cubicBezTo>
                    <a:lnTo>
                      <a:pt x="14022" y="114"/>
                    </a:lnTo>
                    <a:cubicBezTo>
                      <a:pt x="14428" y="158"/>
                      <a:pt x="14753" y="224"/>
                      <a:pt x="15038" y="333"/>
                    </a:cubicBezTo>
                    <a:lnTo>
                      <a:pt x="19508" y="1817"/>
                    </a:lnTo>
                    <a:lnTo>
                      <a:pt x="40682" y="7252"/>
                    </a:lnTo>
                    <a:cubicBezTo>
                      <a:pt x="41982" y="7579"/>
                      <a:pt x="42510" y="8409"/>
                      <a:pt x="41901" y="9107"/>
                    </a:cubicBezTo>
                    <a:cubicBezTo>
                      <a:pt x="41291" y="9849"/>
                      <a:pt x="39828" y="10176"/>
                      <a:pt x="38528" y="9805"/>
                    </a:cubicBezTo>
                    <a:lnTo>
                      <a:pt x="17110" y="4327"/>
                    </a:lnTo>
                    <a:lnTo>
                      <a:pt x="13859" y="3214"/>
                    </a:lnTo>
                    <a:lnTo>
                      <a:pt x="10893" y="14302"/>
                    </a:lnTo>
                    <a:lnTo>
                      <a:pt x="5040" y="101695"/>
                    </a:lnTo>
                    <a:cubicBezTo>
                      <a:pt x="5000" y="102437"/>
                      <a:pt x="3862" y="103027"/>
                      <a:pt x="2521" y="1030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69" name="Freeform: Shape 768">
                <a:extLst>
                  <a:ext uri="{FF2B5EF4-FFF2-40B4-BE49-F238E27FC236}">
                    <a16:creationId xmlns:a16="http://schemas.microsoft.com/office/drawing/2014/main" id="{D1BA8824-3150-49A2-8BA9-49CB4C53B11D}"/>
                  </a:ext>
                </a:extLst>
              </p:cNvPr>
              <p:cNvSpPr/>
              <p:nvPr/>
            </p:nvSpPr>
            <p:spPr>
              <a:xfrm>
                <a:off x="5293476" y="5455093"/>
                <a:ext cx="210234" cy="47780"/>
              </a:xfrm>
              <a:custGeom>
                <a:avLst/>
                <a:gdLst>
                  <a:gd name="connsiteX0" fmla="*/ 207716 w 210234"/>
                  <a:gd name="connsiteY0" fmla="*/ 47780 h 47780"/>
                  <a:gd name="connsiteX1" fmla="*/ 206578 w 210234"/>
                  <a:gd name="connsiteY1" fmla="*/ 47606 h 47780"/>
                  <a:gd name="connsiteX2" fmla="*/ 190769 w 210234"/>
                  <a:gd name="connsiteY2" fmla="*/ 45096 h 47780"/>
                  <a:gd name="connsiteX3" fmla="*/ 186299 w 210234"/>
                  <a:gd name="connsiteY3" fmla="*/ 45947 h 47780"/>
                  <a:gd name="connsiteX4" fmla="*/ 183982 w 210234"/>
                  <a:gd name="connsiteY4" fmla="*/ 45794 h 47780"/>
                  <a:gd name="connsiteX5" fmla="*/ 139197 w 210234"/>
                  <a:gd name="connsiteY5" fmla="*/ 28158 h 47780"/>
                  <a:gd name="connsiteX6" fmla="*/ 103027 w 210234"/>
                  <a:gd name="connsiteY6" fmla="*/ 14888 h 47780"/>
                  <a:gd name="connsiteX7" fmla="*/ 66614 w 210234"/>
                  <a:gd name="connsiteY7" fmla="*/ 3713 h 47780"/>
                  <a:gd name="connsiteX8" fmla="*/ 39101 w 210234"/>
                  <a:gd name="connsiteY8" fmla="*/ 7598 h 47780"/>
                  <a:gd name="connsiteX9" fmla="*/ 37312 w 210234"/>
                  <a:gd name="connsiteY9" fmla="*/ 9256 h 47780"/>
                  <a:gd name="connsiteX10" fmla="*/ 34224 w 210234"/>
                  <a:gd name="connsiteY10" fmla="*/ 9846 h 47780"/>
                  <a:gd name="connsiteX11" fmla="*/ 1590 w 210234"/>
                  <a:gd name="connsiteY11" fmla="*/ 2709 h 47780"/>
                  <a:gd name="connsiteX12" fmla="*/ 167 w 210234"/>
                  <a:gd name="connsiteY12" fmla="*/ 897 h 47780"/>
                  <a:gd name="connsiteX13" fmla="*/ 3500 w 210234"/>
                  <a:gd name="connsiteY13" fmla="*/ 89 h 47780"/>
                  <a:gd name="connsiteX14" fmla="*/ 34102 w 210234"/>
                  <a:gd name="connsiteY14" fmla="*/ 6746 h 47780"/>
                  <a:gd name="connsiteX15" fmla="*/ 35280 w 210234"/>
                  <a:gd name="connsiteY15" fmla="*/ 5677 h 47780"/>
                  <a:gd name="connsiteX16" fmla="*/ 36825 w 210234"/>
                  <a:gd name="connsiteY16" fmla="*/ 5044 h 47780"/>
                  <a:gd name="connsiteX17" fmla="*/ 66329 w 210234"/>
                  <a:gd name="connsiteY17" fmla="*/ 831 h 47780"/>
                  <a:gd name="connsiteX18" fmla="*/ 68158 w 210234"/>
                  <a:gd name="connsiteY18" fmla="*/ 941 h 47780"/>
                  <a:gd name="connsiteX19" fmla="*/ 105669 w 210234"/>
                  <a:gd name="connsiteY19" fmla="*/ 12443 h 47780"/>
                  <a:gd name="connsiteX20" fmla="*/ 142082 w 210234"/>
                  <a:gd name="connsiteY20" fmla="*/ 25866 h 47780"/>
                  <a:gd name="connsiteX21" fmla="*/ 185892 w 210234"/>
                  <a:gd name="connsiteY21" fmla="*/ 43066 h 47780"/>
                  <a:gd name="connsiteX22" fmla="*/ 189834 w 210234"/>
                  <a:gd name="connsiteY22" fmla="*/ 42280 h 47780"/>
                  <a:gd name="connsiteX23" fmla="*/ 191379 w 210234"/>
                  <a:gd name="connsiteY23" fmla="*/ 42280 h 47780"/>
                  <a:gd name="connsiteX24" fmla="*/ 208204 w 210234"/>
                  <a:gd name="connsiteY24" fmla="*/ 44877 h 47780"/>
                  <a:gd name="connsiteX25" fmla="*/ 208813 w 210234"/>
                  <a:gd name="connsiteY25" fmla="*/ 45052 h 47780"/>
                  <a:gd name="connsiteX26" fmla="*/ 209911 w 210234"/>
                  <a:gd name="connsiteY26" fmla="*/ 47016 h 47780"/>
                  <a:gd name="connsiteX27" fmla="*/ 207797 w 210234"/>
                  <a:gd name="connsiteY27" fmla="*/ 47758 h 4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10234" h="47780">
                    <a:moveTo>
                      <a:pt x="207716" y="47780"/>
                    </a:moveTo>
                    <a:cubicBezTo>
                      <a:pt x="207310" y="47780"/>
                      <a:pt x="206944" y="47715"/>
                      <a:pt x="206578" y="47606"/>
                    </a:cubicBezTo>
                    <a:lnTo>
                      <a:pt x="190769" y="45096"/>
                    </a:lnTo>
                    <a:lnTo>
                      <a:pt x="186299" y="45947"/>
                    </a:lnTo>
                    <a:cubicBezTo>
                      <a:pt x="185527" y="46100"/>
                      <a:pt x="184673" y="46056"/>
                      <a:pt x="183982" y="45794"/>
                    </a:cubicBezTo>
                    <a:lnTo>
                      <a:pt x="139197" y="28158"/>
                    </a:lnTo>
                    <a:lnTo>
                      <a:pt x="103027" y="14888"/>
                    </a:lnTo>
                    <a:lnTo>
                      <a:pt x="66614" y="3713"/>
                    </a:lnTo>
                    <a:lnTo>
                      <a:pt x="39101" y="7598"/>
                    </a:lnTo>
                    <a:lnTo>
                      <a:pt x="37312" y="9256"/>
                    </a:lnTo>
                    <a:cubicBezTo>
                      <a:pt x="36662" y="9846"/>
                      <a:pt x="35362" y="10064"/>
                      <a:pt x="34224" y="9846"/>
                    </a:cubicBezTo>
                    <a:lnTo>
                      <a:pt x="1590" y="2709"/>
                    </a:lnTo>
                    <a:cubicBezTo>
                      <a:pt x="289" y="2447"/>
                      <a:pt x="-320" y="1595"/>
                      <a:pt x="167" y="897"/>
                    </a:cubicBezTo>
                    <a:cubicBezTo>
                      <a:pt x="696" y="155"/>
                      <a:pt x="2199" y="-173"/>
                      <a:pt x="3500" y="89"/>
                    </a:cubicBezTo>
                    <a:lnTo>
                      <a:pt x="34102" y="6746"/>
                    </a:lnTo>
                    <a:lnTo>
                      <a:pt x="35280" y="5677"/>
                    </a:lnTo>
                    <a:cubicBezTo>
                      <a:pt x="35606" y="5350"/>
                      <a:pt x="36175" y="5153"/>
                      <a:pt x="36825" y="5044"/>
                    </a:cubicBezTo>
                    <a:lnTo>
                      <a:pt x="66329" y="831"/>
                    </a:lnTo>
                    <a:cubicBezTo>
                      <a:pt x="66939" y="722"/>
                      <a:pt x="67630" y="788"/>
                      <a:pt x="68158" y="941"/>
                    </a:cubicBezTo>
                    <a:lnTo>
                      <a:pt x="105669" y="12443"/>
                    </a:lnTo>
                    <a:lnTo>
                      <a:pt x="142082" y="25866"/>
                    </a:lnTo>
                    <a:lnTo>
                      <a:pt x="185892" y="43066"/>
                    </a:lnTo>
                    <a:lnTo>
                      <a:pt x="189834" y="42280"/>
                    </a:lnTo>
                    <a:cubicBezTo>
                      <a:pt x="190322" y="42171"/>
                      <a:pt x="190891" y="42171"/>
                      <a:pt x="191379" y="42280"/>
                    </a:cubicBezTo>
                    <a:lnTo>
                      <a:pt x="208204" y="44877"/>
                    </a:lnTo>
                    <a:cubicBezTo>
                      <a:pt x="208447" y="44921"/>
                      <a:pt x="208651" y="44987"/>
                      <a:pt x="208813" y="45052"/>
                    </a:cubicBezTo>
                    <a:cubicBezTo>
                      <a:pt x="210073" y="45423"/>
                      <a:pt x="210642" y="46383"/>
                      <a:pt x="209911" y="47016"/>
                    </a:cubicBezTo>
                    <a:cubicBezTo>
                      <a:pt x="209423" y="47497"/>
                      <a:pt x="208610" y="47758"/>
                      <a:pt x="207797" y="4775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0" name="Freeform: Shape 769">
                <a:extLst>
                  <a:ext uri="{FF2B5EF4-FFF2-40B4-BE49-F238E27FC236}">
                    <a16:creationId xmlns:a16="http://schemas.microsoft.com/office/drawing/2014/main" id="{3178C353-4BB5-44F4-AA29-257BB58D2CBA}"/>
                  </a:ext>
                </a:extLst>
              </p:cNvPr>
              <p:cNvSpPr/>
              <p:nvPr/>
            </p:nvSpPr>
            <p:spPr>
              <a:xfrm>
                <a:off x="5284810" y="5454998"/>
                <a:ext cx="192435" cy="47133"/>
              </a:xfrm>
              <a:custGeom>
                <a:avLst/>
                <a:gdLst>
                  <a:gd name="connsiteX0" fmla="*/ 189885 w 192435"/>
                  <a:gd name="connsiteY0" fmla="*/ 47133 h 47133"/>
                  <a:gd name="connsiteX1" fmla="*/ 189113 w 192435"/>
                  <a:gd name="connsiteY1" fmla="*/ 47068 h 47133"/>
                  <a:gd name="connsiteX2" fmla="*/ 132013 w 192435"/>
                  <a:gd name="connsiteY2" fmla="*/ 37268 h 47133"/>
                  <a:gd name="connsiteX3" fmla="*/ 56423 w 192435"/>
                  <a:gd name="connsiteY3" fmla="*/ 19413 h 47133"/>
                  <a:gd name="connsiteX4" fmla="*/ 1274 w 192435"/>
                  <a:gd name="connsiteY4" fmla="*/ 2629 h 47133"/>
                  <a:gd name="connsiteX5" fmla="*/ 299 w 192435"/>
                  <a:gd name="connsiteY5" fmla="*/ 708 h 47133"/>
                  <a:gd name="connsiteX6" fmla="*/ 3753 w 192435"/>
                  <a:gd name="connsiteY6" fmla="*/ 184 h 47133"/>
                  <a:gd name="connsiteX7" fmla="*/ 58658 w 192435"/>
                  <a:gd name="connsiteY7" fmla="*/ 16860 h 47133"/>
                  <a:gd name="connsiteX8" fmla="*/ 133761 w 192435"/>
                  <a:gd name="connsiteY8" fmla="*/ 34605 h 47133"/>
                  <a:gd name="connsiteX9" fmla="*/ 190657 w 192435"/>
                  <a:gd name="connsiteY9" fmla="*/ 44405 h 47133"/>
                  <a:gd name="connsiteX10" fmla="*/ 192323 w 192435"/>
                  <a:gd name="connsiteY10" fmla="*/ 46173 h 47133"/>
                  <a:gd name="connsiteX11" fmla="*/ 189885 w 192435"/>
                  <a:gd name="connsiteY11" fmla="*/ 47133 h 4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2435" h="47133">
                    <a:moveTo>
                      <a:pt x="189885" y="47133"/>
                    </a:moveTo>
                    <a:cubicBezTo>
                      <a:pt x="189641" y="47133"/>
                      <a:pt x="189397" y="47133"/>
                      <a:pt x="189113" y="47068"/>
                    </a:cubicBezTo>
                    <a:lnTo>
                      <a:pt x="132013" y="37268"/>
                    </a:lnTo>
                    <a:lnTo>
                      <a:pt x="56423" y="19413"/>
                    </a:lnTo>
                    <a:lnTo>
                      <a:pt x="1274" y="2629"/>
                    </a:lnTo>
                    <a:cubicBezTo>
                      <a:pt x="96" y="2258"/>
                      <a:pt x="-351" y="1407"/>
                      <a:pt x="299" y="708"/>
                    </a:cubicBezTo>
                    <a:cubicBezTo>
                      <a:pt x="990" y="10"/>
                      <a:pt x="2534" y="-187"/>
                      <a:pt x="3753" y="184"/>
                    </a:cubicBezTo>
                    <a:lnTo>
                      <a:pt x="58658" y="16860"/>
                    </a:lnTo>
                    <a:lnTo>
                      <a:pt x="133761" y="34605"/>
                    </a:lnTo>
                    <a:lnTo>
                      <a:pt x="190657" y="44405"/>
                    </a:lnTo>
                    <a:cubicBezTo>
                      <a:pt x="191998" y="44623"/>
                      <a:pt x="192729" y="45431"/>
                      <a:pt x="192323" y="46173"/>
                    </a:cubicBezTo>
                    <a:cubicBezTo>
                      <a:pt x="191998" y="46762"/>
                      <a:pt x="190982" y="47133"/>
                      <a:pt x="189885" y="4713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1" name="Freeform: Shape 770">
                <a:extLst>
                  <a:ext uri="{FF2B5EF4-FFF2-40B4-BE49-F238E27FC236}">
                    <a16:creationId xmlns:a16="http://schemas.microsoft.com/office/drawing/2014/main" id="{C4F8CFE6-E2AE-4E3E-A080-ED9878E2675F}"/>
                  </a:ext>
                </a:extLst>
              </p:cNvPr>
              <p:cNvSpPr/>
              <p:nvPr/>
            </p:nvSpPr>
            <p:spPr>
              <a:xfrm>
                <a:off x="912042" y="6596520"/>
                <a:ext cx="748331" cy="306373"/>
              </a:xfrm>
              <a:custGeom>
                <a:avLst/>
                <a:gdLst>
                  <a:gd name="connsiteX0" fmla="*/ 8453 w 748331"/>
                  <a:gd name="connsiteY0" fmla="*/ 306373 h 306373"/>
                  <a:gd name="connsiteX1" fmla="*/ 49784 w 748331"/>
                  <a:gd name="connsiteY1" fmla="*/ 289326 h 306373"/>
                  <a:gd name="connsiteX2" fmla="*/ 115174 w 748331"/>
                  <a:gd name="connsiteY2" fmla="*/ 264444 h 306373"/>
                  <a:gd name="connsiteX3" fmla="*/ 115824 w 748331"/>
                  <a:gd name="connsiteY3" fmla="*/ 264226 h 306373"/>
                  <a:gd name="connsiteX4" fmla="*/ 179873 w 748331"/>
                  <a:gd name="connsiteY4" fmla="*/ 238973 h 306373"/>
                  <a:gd name="connsiteX5" fmla="*/ 180238 w 748331"/>
                  <a:gd name="connsiteY5" fmla="*/ 238820 h 306373"/>
                  <a:gd name="connsiteX6" fmla="*/ 243108 w 748331"/>
                  <a:gd name="connsiteY6" fmla="*/ 214418 h 306373"/>
                  <a:gd name="connsiteX7" fmla="*/ 304475 w 748331"/>
                  <a:gd name="connsiteY7" fmla="*/ 189732 h 306373"/>
                  <a:gd name="connsiteX8" fmla="*/ 305044 w 748331"/>
                  <a:gd name="connsiteY8" fmla="*/ 189514 h 306373"/>
                  <a:gd name="connsiteX9" fmla="*/ 363891 w 748331"/>
                  <a:gd name="connsiteY9" fmla="*/ 164675 h 306373"/>
                  <a:gd name="connsiteX10" fmla="*/ 364541 w 748331"/>
                  <a:gd name="connsiteY10" fmla="*/ 164457 h 306373"/>
                  <a:gd name="connsiteX11" fmla="*/ 418917 w 748331"/>
                  <a:gd name="connsiteY11" fmla="*/ 140469 h 306373"/>
                  <a:gd name="connsiteX12" fmla="*/ 479389 w 748331"/>
                  <a:gd name="connsiteY12" fmla="*/ 113077 h 306373"/>
                  <a:gd name="connsiteX13" fmla="*/ 480324 w 748331"/>
                  <a:gd name="connsiteY13" fmla="*/ 112815 h 306373"/>
                  <a:gd name="connsiteX14" fmla="*/ 535432 w 748331"/>
                  <a:gd name="connsiteY14" fmla="*/ 89373 h 306373"/>
                  <a:gd name="connsiteX15" fmla="*/ 536204 w 748331"/>
                  <a:gd name="connsiteY15" fmla="*/ 89112 h 306373"/>
                  <a:gd name="connsiteX16" fmla="*/ 590296 w 748331"/>
                  <a:gd name="connsiteY16" fmla="*/ 64797 h 306373"/>
                  <a:gd name="connsiteX17" fmla="*/ 590987 w 748331"/>
                  <a:gd name="connsiteY17" fmla="*/ 64535 h 306373"/>
                  <a:gd name="connsiteX18" fmla="*/ 643616 w 748331"/>
                  <a:gd name="connsiteY18" fmla="*/ 38692 h 306373"/>
                  <a:gd name="connsiteX19" fmla="*/ 643819 w 748331"/>
                  <a:gd name="connsiteY19" fmla="*/ 38649 h 306373"/>
                  <a:gd name="connsiteX20" fmla="*/ 644307 w 748331"/>
                  <a:gd name="connsiteY20" fmla="*/ 38496 h 306373"/>
                  <a:gd name="connsiteX21" fmla="*/ 696244 w 748331"/>
                  <a:gd name="connsiteY21" fmla="*/ 17761 h 306373"/>
                  <a:gd name="connsiteX22" fmla="*/ 747004 w 748331"/>
                  <a:gd name="connsiteY22" fmla="*/ 2679 h 306373"/>
                  <a:gd name="connsiteX23" fmla="*/ 748060 w 748331"/>
                  <a:gd name="connsiteY23" fmla="*/ 758 h 306373"/>
                  <a:gd name="connsiteX24" fmla="*/ 744606 w 748331"/>
                  <a:gd name="connsiteY24" fmla="*/ 168 h 306373"/>
                  <a:gd name="connsiteX25" fmla="*/ 693562 w 748331"/>
                  <a:gd name="connsiteY25" fmla="*/ 15403 h 306373"/>
                  <a:gd name="connsiteX26" fmla="*/ 641868 w 748331"/>
                  <a:gd name="connsiteY26" fmla="*/ 35964 h 306373"/>
                  <a:gd name="connsiteX27" fmla="*/ 640974 w 748331"/>
                  <a:gd name="connsiteY27" fmla="*/ 36291 h 306373"/>
                  <a:gd name="connsiteX28" fmla="*/ 588101 w 748331"/>
                  <a:gd name="connsiteY28" fmla="*/ 62243 h 306373"/>
                  <a:gd name="connsiteX29" fmla="*/ 587614 w 748331"/>
                  <a:gd name="connsiteY29" fmla="*/ 62396 h 306373"/>
                  <a:gd name="connsiteX30" fmla="*/ 533563 w 748331"/>
                  <a:gd name="connsiteY30" fmla="*/ 86689 h 306373"/>
                  <a:gd name="connsiteX31" fmla="*/ 532872 w 748331"/>
                  <a:gd name="connsiteY31" fmla="*/ 86907 h 306373"/>
                  <a:gd name="connsiteX32" fmla="*/ 477804 w 748331"/>
                  <a:gd name="connsiteY32" fmla="*/ 110349 h 306373"/>
                  <a:gd name="connsiteX33" fmla="*/ 476748 w 748331"/>
                  <a:gd name="connsiteY33" fmla="*/ 110611 h 306373"/>
                  <a:gd name="connsiteX34" fmla="*/ 419933 w 748331"/>
                  <a:gd name="connsiteY34" fmla="*/ 136388 h 306373"/>
                  <a:gd name="connsiteX35" fmla="*/ 363484 w 748331"/>
                  <a:gd name="connsiteY35" fmla="*/ 161270 h 306373"/>
                  <a:gd name="connsiteX36" fmla="*/ 361899 w 748331"/>
                  <a:gd name="connsiteY36" fmla="*/ 162012 h 306373"/>
                  <a:gd name="connsiteX37" fmla="*/ 361290 w 748331"/>
                  <a:gd name="connsiteY37" fmla="*/ 162230 h 306373"/>
                  <a:gd name="connsiteX38" fmla="*/ 301508 w 748331"/>
                  <a:gd name="connsiteY38" fmla="*/ 187375 h 306373"/>
                  <a:gd name="connsiteX39" fmla="*/ 240182 w 748331"/>
                  <a:gd name="connsiteY39" fmla="*/ 212061 h 306373"/>
                  <a:gd name="connsiteX40" fmla="*/ 177597 w 748331"/>
                  <a:gd name="connsiteY40" fmla="*/ 236353 h 306373"/>
                  <a:gd name="connsiteX41" fmla="*/ 177231 w 748331"/>
                  <a:gd name="connsiteY41" fmla="*/ 236506 h 306373"/>
                  <a:gd name="connsiteX42" fmla="*/ 113386 w 748331"/>
                  <a:gd name="connsiteY42" fmla="*/ 261716 h 306373"/>
                  <a:gd name="connsiteX43" fmla="*/ 112776 w 748331"/>
                  <a:gd name="connsiteY43" fmla="*/ 261869 h 306373"/>
                  <a:gd name="connsiteX44" fmla="*/ 46736 w 748331"/>
                  <a:gd name="connsiteY44" fmla="*/ 287013 h 306373"/>
                  <a:gd name="connsiteX45" fmla="*/ 0 w 748331"/>
                  <a:gd name="connsiteY45" fmla="*/ 306307 h 306373"/>
                  <a:gd name="connsiteX46" fmla="*/ 8494 w 748331"/>
                  <a:gd name="connsiteY46" fmla="*/ 306307 h 306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48331" h="306373">
                    <a:moveTo>
                      <a:pt x="8453" y="306373"/>
                    </a:moveTo>
                    <a:lnTo>
                      <a:pt x="49784" y="289326"/>
                    </a:lnTo>
                    <a:lnTo>
                      <a:pt x="115174" y="264444"/>
                    </a:lnTo>
                    <a:cubicBezTo>
                      <a:pt x="115418" y="264401"/>
                      <a:pt x="115621" y="264335"/>
                      <a:pt x="115824" y="264226"/>
                    </a:cubicBezTo>
                    <a:lnTo>
                      <a:pt x="179873" y="238973"/>
                    </a:lnTo>
                    <a:cubicBezTo>
                      <a:pt x="179873" y="238973"/>
                      <a:pt x="180116" y="238863"/>
                      <a:pt x="180238" y="238820"/>
                    </a:cubicBezTo>
                    <a:lnTo>
                      <a:pt x="243108" y="214418"/>
                    </a:lnTo>
                    <a:lnTo>
                      <a:pt x="304475" y="189732"/>
                    </a:lnTo>
                    <a:lnTo>
                      <a:pt x="305044" y="189514"/>
                    </a:lnTo>
                    <a:lnTo>
                      <a:pt x="363891" y="164675"/>
                    </a:lnTo>
                    <a:cubicBezTo>
                      <a:pt x="364094" y="164610"/>
                      <a:pt x="364338" y="164522"/>
                      <a:pt x="364541" y="164457"/>
                    </a:cubicBezTo>
                    <a:lnTo>
                      <a:pt x="418917" y="140469"/>
                    </a:lnTo>
                    <a:lnTo>
                      <a:pt x="479389" y="113077"/>
                    </a:lnTo>
                    <a:cubicBezTo>
                      <a:pt x="479755" y="113012"/>
                      <a:pt x="480040" y="112968"/>
                      <a:pt x="480324" y="112815"/>
                    </a:cubicBezTo>
                    <a:lnTo>
                      <a:pt x="535432" y="89373"/>
                    </a:lnTo>
                    <a:cubicBezTo>
                      <a:pt x="535716" y="89330"/>
                      <a:pt x="536042" y="89264"/>
                      <a:pt x="536204" y="89112"/>
                    </a:cubicBezTo>
                    <a:lnTo>
                      <a:pt x="590296" y="64797"/>
                    </a:lnTo>
                    <a:cubicBezTo>
                      <a:pt x="590540" y="64753"/>
                      <a:pt x="590784" y="64644"/>
                      <a:pt x="590987" y="64535"/>
                    </a:cubicBezTo>
                    <a:lnTo>
                      <a:pt x="643616" y="38692"/>
                    </a:lnTo>
                    <a:lnTo>
                      <a:pt x="643819" y="38649"/>
                    </a:lnTo>
                    <a:cubicBezTo>
                      <a:pt x="643819" y="38649"/>
                      <a:pt x="644144" y="38540"/>
                      <a:pt x="644307" y="38496"/>
                    </a:cubicBezTo>
                    <a:lnTo>
                      <a:pt x="696244" y="17761"/>
                    </a:lnTo>
                    <a:lnTo>
                      <a:pt x="747004" y="2679"/>
                    </a:lnTo>
                    <a:cubicBezTo>
                      <a:pt x="748223" y="2307"/>
                      <a:pt x="748670" y="1456"/>
                      <a:pt x="748060" y="758"/>
                    </a:cubicBezTo>
                    <a:cubicBezTo>
                      <a:pt x="747370" y="59"/>
                      <a:pt x="745825" y="-203"/>
                      <a:pt x="744606" y="168"/>
                    </a:cubicBezTo>
                    <a:lnTo>
                      <a:pt x="693562" y="15403"/>
                    </a:lnTo>
                    <a:lnTo>
                      <a:pt x="641868" y="35964"/>
                    </a:lnTo>
                    <a:cubicBezTo>
                      <a:pt x="641502" y="36029"/>
                      <a:pt x="641218" y="36139"/>
                      <a:pt x="640974" y="36291"/>
                    </a:cubicBezTo>
                    <a:lnTo>
                      <a:pt x="588101" y="62243"/>
                    </a:lnTo>
                    <a:cubicBezTo>
                      <a:pt x="588101" y="62243"/>
                      <a:pt x="587736" y="62287"/>
                      <a:pt x="587614" y="62396"/>
                    </a:cubicBezTo>
                    <a:lnTo>
                      <a:pt x="533563" y="86689"/>
                    </a:lnTo>
                    <a:cubicBezTo>
                      <a:pt x="533319" y="86754"/>
                      <a:pt x="533116" y="86798"/>
                      <a:pt x="532872" y="86907"/>
                    </a:cubicBezTo>
                    <a:lnTo>
                      <a:pt x="477804" y="110349"/>
                    </a:lnTo>
                    <a:cubicBezTo>
                      <a:pt x="477439" y="110349"/>
                      <a:pt x="477114" y="110458"/>
                      <a:pt x="476748" y="110611"/>
                    </a:cubicBezTo>
                    <a:lnTo>
                      <a:pt x="419933" y="136388"/>
                    </a:lnTo>
                    <a:lnTo>
                      <a:pt x="363484" y="161270"/>
                    </a:lnTo>
                    <a:lnTo>
                      <a:pt x="361899" y="162012"/>
                    </a:lnTo>
                    <a:cubicBezTo>
                      <a:pt x="361899" y="162012"/>
                      <a:pt x="361493" y="162121"/>
                      <a:pt x="361290" y="162230"/>
                    </a:cubicBezTo>
                    <a:lnTo>
                      <a:pt x="301508" y="187375"/>
                    </a:lnTo>
                    <a:lnTo>
                      <a:pt x="240182" y="212061"/>
                    </a:lnTo>
                    <a:lnTo>
                      <a:pt x="177597" y="236353"/>
                    </a:lnTo>
                    <a:cubicBezTo>
                      <a:pt x="177597" y="236353"/>
                      <a:pt x="177353" y="236463"/>
                      <a:pt x="177231" y="236506"/>
                    </a:cubicBezTo>
                    <a:lnTo>
                      <a:pt x="113386" y="261716"/>
                    </a:lnTo>
                    <a:cubicBezTo>
                      <a:pt x="113182" y="261781"/>
                      <a:pt x="112979" y="261825"/>
                      <a:pt x="112776" y="261869"/>
                    </a:cubicBezTo>
                    <a:lnTo>
                      <a:pt x="46736" y="287013"/>
                    </a:lnTo>
                    <a:lnTo>
                      <a:pt x="0" y="306307"/>
                    </a:lnTo>
                    <a:lnTo>
                      <a:pt x="8494" y="30630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2" name="Freeform: Shape 771">
                <a:extLst>
                  <a:ext uri="{FF2B5EF4-FFF2-40B4-BE49-F238E27FC236}">
                    <a16:creationId xmlns:a16="http://schemas.microsoft.com/office/drawing/2014/main" id="{7EFC6F0D-DAB6-4B68-880A-D488D5729B78}"/>
                  </a:ext>
                </a:extLst>
              </p:cNvPr>
              <p:cNvSpPr/>
              <p:nvPr/>
            </p:nvSpPr>
            <p:spPr>
              <a:xfrm>
                <a:off x="6383686" y="5898700"/>
                <a:ext cx="166904" cy="36185"/>
              </a:xfrm>
              <a:custGeom>
                <a:avLst/>
                <a:gdLst>
                  <a:gd name="connsiteX0" fmla="*/ 164352 w 166904"/>
                  <a:gd name="connsiteY0" fmla="*/ 36163 h 36185"/>
                  <a:gd name="connsiteX1" fmla="*/ 162076 w 166904"/>
                  <a:gd name="connsiteY1" fmla="*/ 35356 h 36185"/>
                  <a:gd name="connsiteX2" fmla="*/ 161101 w 166904"/>
                  <a:gd name="connsiteY2" fmla="*/ 34243 h 36185"/>
                  <a:gd name="connsiteX3" fmla="*/ 80756 w 166904"/>
                  <a:gd name="connsiteY3" fmla="*/ 19161 h 36185"/>
                  <a:gd name="connsiteX4" fmla="*/ 1670 w 166904"/>
                  <a:gd name="connsiteY4" fmla="*/ 2703 h 36185"/>
                  <a:gd name="connsiteX5" fmla="*/ 166 w 166904"/>
                  <a:gd name="connsiteY5" fmla="*/ 892 h 36185"/>
                  <a:gd name="connsiteX6" fmla="*/ 3418 w 166904"/>
                  <a:gd name="connsiteY6" fmla="*/ 84 h 36185"/>
                  <a:gd name="connsiteX7" fmla="*/ 83397 w 166904"/>
                  <a:gd name="connsiteY7" fmla="*/ 16716 h 36185"/>
                  <a:gd name="connsiteX8" fmla="*/ 163783 w 166904"/>
                  <a:gd name="connsiteY8" fmla="*/ 31798 h 36185"/>
                  <a:gd name="connsiteX9" fmla="*/ 165165 w 166904"/>
                  <a:gd name="connsiteY9" fmla="*/ 32497 h 36185"/>
                  <a:gd name="connsiteX10" fmla="*/ 166669 w 166904"/>
                  <a:gd name="connsiteY10" fmla="*/ 34155 h 36185"/>
                  <a:gd name="connsiteX11" fmla="*/ 165490 w 166904"/>
                  <a:gd name="connsiteY11" fmla="*/ 36076 h 36185"/>
                  <a:gd name="connsiteX12" fmla="*/ 164393 w 166904"/>
                  <a:gd name="connsiteY12" fmla="*/ 36185 h 3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6904" h="36185">
                    <a:moveTo>
                      <a:pt x="164352" y="36163"/>
                    </a:moveTo>
                    <a:cubicBezTo>
                      <a:pt x="163377" y="36163"/>
                      <a:pt x="162483" y="35902"/>
                      <a:pt x="162076" y="35356"/>
                    </a:cubicBezTo>
                    <a:lnTo>
                      <a:pt x="161101" y="34243"/>
                    </a:lnTo>
                    <a:lnTo>
                      <a:pt x="80756" y="19161"/>
                    </a:lnTo>
                    <a:lnTo>
                      <a:pt x="1670" y="2703"/>
                    </a:lnTo>
                    <a:cubicBezTo>
                      <a:pt x="288" y="2441"/>
                      <a:pt x="-321" y="1634"/>
                      <a:pt x="166" y="892"/>
                    </a:cubicBezTo>
                    <a:cubicBezTo>
                      <a:pt x="654" y="193"/>
                      <a:pt x="2036" y="-178"/>
                      <a:pt x="3418" y="84"/>
                    </a:cubicBezTo>
                    <a:lnTo>
                      <a:pt x="83397" y="16716"/>
                    </a:lnTo>
                    <a:lnTo>
                      <a:pt x="163783" y="31798"/>
                    </a:lnTo>
                    <a:cubicBezTo>
                      <a:pt x="164352" y="31907"/>
                      <a:pt x="164880" y="32169"/>
                      <a:pt x="165165" y="32497"/>
                    </a:cubicBezTo>
                    <a:lnTo>
                      <a:pt x="166669" y="34155"/>
                    </a:lnTo>
                    <a:cubicBezTo>
                      <a:pt x="167237" y="34854"/>
                      <a:pt x="166750" y="35705"/>
                      <a:pt x="165490" y="36076"/>
                    </a:cubicBezTo>
                    <a:cubicBezTo>
                      <a:pt x="165084" y="36120"/>
                      <a:pt x="164799" y="36185"/>
                      <a:pt x="164393" y="3618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3" name="Freeform: Shape 772">
                <a:extLst>
                  <a:ext uri="{FF2B5EF4-FFF2-40B4-BE49-F238E27FC236}">
                    <a16:creationId xmlns:a16="http://schemas.microsoft.com/office/drawing/2014/main" id="{ABB6D123-D301-4446-8811-2F8E3E2E45C6}"/>
                  </a:ext>
                </a:extLst>
              </p:cNvPr>
              <p:cNvSpPr/>
              <p:nvPr/>
            </p:nvSpPr>
            <p:spPr>
              <a:xfrm>
                <a:off x="9401898" y="6136764"/>
                <a:ext cx="2790101" cy="25969"/>
              </a:xfrm>
              <a:custGeom>
                <a:avLst/>
                <a:gdLst>
                  <a:gd name="connsiteX0" fmla="*/ 2790102 w 2790101"/>
                  <a:gd name="connsiteY0" fmla="*/ 23132 h 25969"/>
                  <a:gd name="connsiteX1" fmla="*/ 25362 w 2790101"/>
                  <a:gd name="connsiteY1" fmla="*/ 18439 h 25969"/>
                  <a:gd name="connsiteX2" fmla="*/ 4433 w 2790101"/>
                  <a:gd name="connsiteY2" fmla="*/ 541 h 25969"/>
                  <a:gd name="connsiteX3" fmla="*/ 1059 w 2790101"/>
                  <a:gd name="connsiteY3" fmla="*/ 280 h 25969"/>
                  <a:gd name="connsiteX4" fmla="*/ 491 w 2790101"/>
                  <a:gd name="connsiteY4" fmla="*/ 2353 h 25969"/>
                  <a:gd name="connsiteX5" fmla="*/ 21908 w 2790101"/>
                  <a:gd name="connsiteY5" fmla="*/ 20644 h 25969"/>
                  <a:gd name="connsiteX6" fmla="*/ 23981 w 2790101"/>
                  <a:gd name="connsiteY6" fmla="*/ 21277 h 25969"/>
                  <a:gd name="connsiteX7" fmla="*/ 2790102 w 2790101"/>
                  <a:gd name="connsiteY7" fmla="*/ 25969 h 25969"/>
                  <a:gd name="connsiteX8" fmla="*/ 2790102 w 2790101"/>
                  <a:gd name="connsiteY8" fmla="*/ 23154 h 25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90101" h="25969">
                    <a:moveTo>
                      <a:pt x="2790102" y="23132"/>
                    </a:moveTo>
                    <a:lnTo>
                      <a:pt x="25362" y="18439"/>
                    </a:lnTo>
                    <a:lnTo>
                      <a:pt x="4433" y="541"/>
                    </a:lnTo>
                    <a:cubicBezTo>
                      <a:pt x="3620" y="-92"/>
                      <a:pt x="2238" y="-157"/>
                      <a:pt x="1059" y="280"/>
                    </a:cubicBezTo>
                    <a:cubicBezTo>
                      <a:pt x="-119" y="716"/>
                      <a:pt x="-323" y="1720"/>
                      <a:pt x="491" y="2353"/>
                    </a:cubicBezTo>
                    <a:lnTo>
                      <a:pt x="21908" y="20644"/>
                    </a:lnTo>
                    <a:cubicBezTo>
                      <a:pt x="22314" y="21015"/>
                      <a:pt x="23086" y="21277"/>
                      <a:pt x="23981" y="21277"/>
                    </a:cubicBezTo>
                    <a:lnTo>
                      <a:pt x="2790102" y="25969"/>
                    </a:lnTo>
                    <a:lnTo>
                      <a:pt x="2790102" y="2315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4" name="Freeform: Shape 773">
                <a:extLst>
                  <a:ext uri="{FF2B5EF4-FFF2-40B4-BE49-F238E27FC236}">
                    <a16:creationId xmlns:a16="http://schemas.microsoft.com/office/drawing/2014/main" id="{838357BA-5DBC-4F17-8B14-7AB0DB5DBE8C}"/>
                  </a:ext>
                </a:extLst>
              </p:cNvPr>
              <p:cNvSpPr/>
              <p:nvPr/>
            </p:nvSpPr>
            <p:spPr>
              <a:xfrm>
                <a:off x="7884078" y="5752733"/>
                <a:ext cx="2082510" cy="159038"/>
              </a:xfrm>
              <a:custGeom>
                <a:avLst/>
                <a:gdLst>
                  <a:gd name="connsiteX0" fmla="*/ 765901 w 2082510"/>
                  <a:gd name="connsiteY0" fmla="*/ 159017 h 159038"/>
                  <a:gd name="connsiteX1" fmla="*/ 681249 w 2082510"/>
                  <a:gd name="connsiteY1" fmla="*/ 155022 h 159038"/>
                  <a:gd name="connsiteX2" fmla="*/ 596636 w 2082510"/>
                  <a:gd name="connsiteY2" fmla="*/ 148256 h 159038"/>
                  <a:gd name="connsiteX3" fmla="*/ 512795 w 2082510"/>
                  <a:gd name="connsiteY3" fmla="*/ 149740 h 159038"/>
                  <a:gd name="connsiteX4" fmla="*/ 428671 w 2082510"/>
                  <a:gd name="connsiteY4" fmla="*/ 154760 h 159038"/>
                  <a:gd name="connsiteX5" fmla="*/ 344343 w 2082510"/>
                  <a:gd name="connsiteY5" fmla="*/ 157532 h 159038"/>
                  <a:gd name="connsiteX6" fmla="*/ 259730 w 2082510"/>
                  <a:gd name="connsiteY6" fmla="*/ 154608 h 159038"/>
                  <a:gd name="connsiteX7" fmla="*/ 175280 w 2082510"/>
                  <a:gd name="connsiteY7" fmla="*/ 149173 h 159038"/>
                  <a:gd name="connsiteX8" fmla="*/ 91034 w 2082510"/>
                  <a:gd name="connsiteY8" fmla="*/ 144371 h 159038"/>
                  <a:gd name="connsiteX9" fmla="*/ 6584 w 2082510"/>
                  <a:gd name="connsiteY9" fmla="*/ 137168 h 159038"/>
                  <a:gd name="connsiteX10" fmla="*/ 2601 w 2082510"/>
                  <a:gd name="connsiteY10" fmla="*/ 137168 h 159038"/>
                  <a:gd name="connsiteX11" fmla="*/ 0 w 2082510"/>
                  <a:gd name="connsiteY11" fmla="*/ 135793 h 159038"/>
                  <a:gd name="connsiteX12" fmla="*/ 2601 w 2082510"/>
                  <a:gd name="connsiteY12" fmla="*/ 134353 h 159038"/>
                  <a:gd name="connsiteX13" fmla="*/ 6990 w 2082510"/>
                  <a:gd name="connsiteY13" fmla="*/ 134353 h 159038"/>
                  <a:gd name="connsiteX14" fmla="*/ 91643 w 2082510"/>
                  <a:gd name="connsiteY14" fmla="*/ 141599 h 159038"/>
                  <a:gd name="connsiteX15" fmla="*/ 175768 w 2082510"/>
                  <a:gd name="connsiteY15" fmla="*/ 146401 h 159038"/>
                  <a:gd name="connsiteX16" fmla="*/ 260096 w 2082510"/>
                  <a:gd name="connsiteY16" fmla="*/ 151792 h 159038"/>
                  <a:gd name="connsiteX17" fmla="*/ 344343 w 2082510"/>
                  <a:gd name="connsiteY17" fmla="*/ 154782 h 159038"/>
                  <a:gd name="connsiteX18" fmla="*/ 428305 w 2082510"/>
                  <a:gd name="connsiteY18" fmla="*/ 151967 h 159038"/>
                  <a:gd name="connsiteX19" fmla="*/ 512430 w 2082510"/>
                  <a:gd name="connsiteY19" fmla="*/ 146946 h 159038"/>
                  <a:gd name="connsiteX20" fmla="*/ 596962 w 2082510"/>
                  <a:gd name="connsiteY20" fmla="*/ 145462 h 159038"/>
                  <a:gd name="connsiteX21" fmla="*/ 681899 w 2082510"/>
                  <a:gd name="connsiteY21" fmla="*/ 152229 h 159038"/>
                  <a:gd name="connsiteX22" fmla="*/ 766145 w 2082510"/>
                  <a:gd name="connsiteY22" fmla="*/ 156223 h 159038"/>
                  <a:gd name="connsiteX23" fmla="*/ 850392 w 2082510"/>
                  <a:gd name="connsiteY23" fmla="*/ 155699 h 159038"/>
                  <a:gd name="connsiteX24" fmla="*/ 934435 w 2082510"/>
                  <a:gd name="connsiteY24" fmla="*/ 148300 h 159038"/>
                  <a:gd name="connsiteX25" fmla="*/ 1018682 w 2082510"/>
                  <a:gd name="connsiteY25" fmla="*/ 138980 h 159038"/>
                  <a:gd name="connsiteX26" fmla="*/ 1103010 w 2082510"/>
                  <a:gd name="connsiteY26" fmla="*/ 127193 h 159038"/>
                  <a:gd name="connsiteX27" fmla="*/ 1187338 w 2082510"/>
                  <a:gd name="connsiteY27" fmla="*/ 114359 h 159038"/>
                  <a:gd name="connsiteX28" fmla="*/ 1271991 w 2082510"/>
                  <a:gd name="connsiteY28" fmla="*/ 103490 h 159038"/>
                  <a:gd name="connsiteX29" fmla="*/ 1356441 w 2082510"/>
                  <a:gd name="connsiteY29" fmla="*/ 91551 h 159038"/>
                  <a:gd name="connsiteX30" fmla="*/ 1440769 w 2082510"/>
                  <a:gd name="connsiteY30" fmla="*/ 77494 h 159038"/>
                  <a:gd name="connsiteX31" fmla="*/ 1526804 w 2082510"/>
                  <a:gd name="connsiteY31" fmla="*/ 67629 h 159038"/>
                  <a:gd name="connsiteX32" fmla="*/ 1614994 w 2082510"/>
                  <a:gd name="connsiteY32" fmla="*/ 60601 h 159038"/>
                  <a:gd name="connsiteX33" fmla="*/ 1705011 w 2082510"/>
                  <a:gd name="connsiteY33" fmla="*/ 54096 h 159038"/>
                  <a:gd name="connsiteX34" fmla="*/ 1796979 w 2082510"/>
                  <a:gd name="connsiteY34" fmla="*/ 44995 h 159038"/>
                  <a:gd name="connsiteX35" fmla="*/ 1891020 w 2082510"/>
                  <a:gd name="connsiteY35" fmla="*/ 34387 h 159038"/>
                  <a:gd name="connsiteX36" fmla="*/ 1985590 w 2082510"/>
                  <a:gd name="connsiteY36" fmla="*/ 19305 h 159038"/>
                  <a:gd name="connsiteX37" fmla="*/ 2079062 w 2082510"/>
                  <a:gd name="connsiteY37" fmla="*/ 119 h 159038"/>
                  <a:gd name="connsiteX38" fmla="*/ 2082354 w 2082510"/>
                  <a:gd name="connsiteY38" fmla="*/ 927 h 159038"/>
                  <a:gd name="connsiteX39" fmla="*/ 2080849 w 2082510"/>
                  <a:gd name="connsiteY39" fmla="*/ 2739 h 159038"/>
                  <a:gd name="connsiteX40" fmla="*/ 1987174 w 2082510"/>
                  <a:gd name="connsiteY40" fmla="*/ 21968 h 159038"/>
                  <a:gd name="connsiteX41" fmla="*/ 1892240 w 2082510"/>
                  <a:gd name="connsiteY41" fmla="*/ 37115 h 159038"/>
                  <a:gd name="connsiteX42" fmla="*/ 1797995 w 2082510"/>
                  <a:gd name="connsiteY42" fmla="*/ 47767 h 159038"/>
                  <a:gd name="connsiteX43" fmla="*/ 1705823 w 2082510"/>
                  <a:gd name="connsiteY43" fmla="*/ 56868 h 159038"/>
                  <a:gd name="connsiteX44" fmla="*/ 1615643 w 2082510"/>
                  <a:gd name="connsiteY44" fmla="*/ 63416 h 159038"/>
                  <a:gd name="connsiteX45" fmla="*/ 1527739 w 2082510"/>
                  <a:gd name="connsiteY45" fmla="*/ 70401 h 159038"/>
                  <a:gd name="connsiteX46" fmla="*/ 1442111 w 2082510"/>
                  <a:gd name="connsiteY46" fmla="*/ 80201 h 159038"/>
                  <a:gd name="connsiteX47" fmla="*/ 1357864 w 2082510"/>
                  <a:gd name="connsiteY47" fmla="*/ 94257 h 159038"/>
                  <a:gd name="connsiteX48" fmla="*/ 1273211 w 2082510"/>
                  <a:gd name="connsiteY48" fmla="*/ 106196 h 159038"/>
                  <a:gd name="connsiteX49" fmla="*/ 1188679 w 2082510"/>
                  <a:gd name="connsiteY49" fmla="*/ 117066 h 159038"/>
                  <a:gd name="connsiteX50" fmla="*/ 1104351 w 2082510"/>
                  <a:gd name="connsiteY50" fmla="*/ 129900 h 159038"/>
                  <a:gd name="connsiteX51" fmla="*/ 1019901 w 2082510"/>
                  <a:gd name="connsiteY51" fmla="*/ 141730 h 159038"/>
                  <a:gd name="connsiteX52" fmla="*/ 935370 w 2082510"/>
                  <a:gd name="connsiteY52" fmla="*/ 151050 h 159038"/>
                  <a:gd name="connsiteX53" fmla="*/ 850840 w 2082510"/>
                  <a:gd name="connsiteY53" fmla="*/ 158449 h 159038"/>
                  <a:gd name="connsiteX54" fmla="*/ 765983 w 2082510"/>
                  <a:gd name="connsiteY54" fmla="*/ 159038 h 15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082510" h="159038">
                    <a:moveTo>
                      <a:pt x="765901" y="159017"/>
                    </a:moveTo>
                    <a:lnTo>
                      <a:pt x="681249" y="155022"/>
                    </a:lnTo>
                    <a:lnTo>
                      <a:pt x="596636" y="148256"/>
                    </a:lnTo>
                    <a:lnTo>
                      <a:pt x="512795" y="149740"/>
                    </a:lnTo>
                    <a:lnTo>
                      <a:pt x="428671" y="154760"/>
                    </a:lnTo>
                    <a:lnTo>
                      <a:pt x="344343" y="157532"/>
                    </a:lnTo>
                    <a:lnTo>
                      <a:pt x="259730" y="154608"/>
                    </a:lnTo>
                    <a:lnTo>
                      <a:pt x="175280" y="149173"/>
                    </a:lnTo>
                    <a:lnTo>
                      <a:pt x="91034" y="144371"/>
                    </a:lnTo>
                    <a:lnTo>
                      <a:pt x="6584" y="137168"/>
                    </a:lnTo>
                    <a:lnTo>
                      <a:pt x="2601" y="137168"/>
                    </a:lnTo>
                    <a:cubicBezTo>
                      <a:pt x="1219" y="137168"/>
                      <a:pt x="0" y="136535"/>
                      <a:pt x="0" y="135793"/>
                    </a:cubicBezTo>
                    <a:cubicBezTo>
                      <a:pt x="0" y="134986"/>
                      <a:pt x="1179" y="134353"/>
                      <a:pt x="2601" y="134353"/>
                    </a:cubicBezTo>
                    <a:lnTo>
                      <a:pt x="6990" y="134353"/>
                    </a:lnTo>
                    <a:lnTo>
                      <a:pt x="91643" y="141599"/>
                    </a:lnTo>
                    <a:lnTo>
                      <a:pt x="175768" y="146401"/>
                    </a:lnTo>
                    <a:lnTo>
                      <a:pt x="260096" y="151792"/>
                    </a:lnTo>
                    <a:lnTo>
                      <a:pt x="344343" y="154782"/>
                    </a:lnTo>
                    <a:lnTo>
                      <a:pt x="428305" y="151967"/>
                    </a:lnTo>
                    <a:lnTo>
                      <a:pt x="512430" y="146946"/>
                    </a:lnTo>
                    <a:lnTo>
                      <a:pt x="596962" y="145462"/>
                    </a:lnTo>
                    <a:lnTo>
                      <a:pt x="681899" y="152229"/>
                    </a:lnTo>
                    <a:lnTo>
                      <a:pt x="766145" y="156223"/>
                    </a:lnTo>
                    <a:lnTo>
                      <a:pt x="850392" y="155699"/>
                    </a:lnTo>
                    <a:lnTo>
                      <a:pt x="934435" y="148300"/>
                    </a:lnTo>
                    <a:lnTo>
                      <a:pt x="1018682" y="138980"/>
                    </a:lnTo>
                    <a:lnTo>
                      <a:pt x="1103010" y="127193"/>
                    </a:lnTo>
                    <a:lnTo>
                      <a:pt x="1187338" y="114359"/>
                    </a:lnTo>
                    <a:lnTo>
                      <a:pt x="1271991" y="103490"/>
                    </a:lnTo>
                    <a:lnTo>
                      <a:pt x="1356441" y="91551"/>
                    </a:lnTo>
                    <a:lnTo>
                      <a:pt x="1440769" y="77494"/>
                    </a:lnTo>
                    <a:lnTo>
                      <a:pt x="1526804" y="67629"/>
                    </a:lnTo>
                    <a:lnTo>
                      <a:pt x="1614994" y="60601"/>
                    </a:lnTo>
                    <a:lnTo>
                      <a:pt x="1705011" y="54096"/>
                    </a:lnTo>
                    <a:lnTo>
                      <a:pt x="1796979" y="44995"/>
                    </a:lnTo>
                    <a:lnTo>
                      <a:pt x="1891020" y="34387"/>
                    </a:lnTo>
                    <a:lnTo>
                      <a:pt x="1985590" y="19305"/>
                    </a:lnTo>
                    <a:lnTo>
                      <a:pt x="2079062" y="119"/>
                    </a:lnTo>
                    <a:cubicBezTo>
                      <a:pt x="2080361" y="-208"/>
                      <a:pt x="2081865" y="163"/>
                      <a:pt x="2082354" y="927"/>
                    </a:cubicBezTo>
                    <a:cubicBezTo>
                      <a:pt x="2082841" y="1669"/>
                      <a:pt x="2082150" y="2477"/>
                      <a:pt x="2080849" y="2739"/>
                    </a:cubicBezTo>
                    <a:lnTo>
                      <a:pt x="1987174" y="21968"/>
                    </a:lnTo>
                    <a:lnTo>
                      <a:pt x="1892240" y="37115"/>
                    </a:lnTo>
                    <a:lnTo>
                      <a:pt x="1797995" y="47767"/>
                    </a:lnTo>
                    <a:lnTo>
                      <a:pt x="1705823" y="56868"/>
                    </a:lnTo>
                    <a:lnTo>
                      <a:pt x="1615643" y="63416"/>
                    </a:lnTo>
                    <a:lnTo>
                      <a:pt x="1527739" y="70401"/>
                    </a:lnTo>
                    <a:lnTo>
                      <a:pt x="1442111" y="80201"/>
                    </a:lnTo>
                    <a:lnTo>
                      <a:pt x="1357864" y="94257"/>
                    </a:lnTo>
                    <a:lnTo>
                      <a:pt x="1273211" y="106196"/>
                    </a:lnTo>
                    <a:lnTo>
                      <a:pt x="1188679" y="117066"/>
                    </a:lnTo>
                    <a:lnTo>
                      <a:pt x="1104351" y="129900"/>
                    </a:lnTo>
                    <a:lnTo>
                      <a:pt x="1019901" y="141730"/>
                    </a:lnTo>
                    <a:lnTo>
                      <a:pt x="935370" y="151050"/>
                    </a:lnTo>
                    <a:lnTo>
                      <a:pt x="850840" y="158449"/>
                    </a:lnTo>
                    <a:lnTo>
                      <a:pt x="765983" y="1590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5" name="Freeform: Shape 774">
                <a:extLst>
                  <a:ext uri="{FF2B5EF4-FFF2-40B4-BE49-F238E27FC236}">
                    <a16:creationId xmlns:a16="http://schemas.microsoft.com/office/drawing/2014/main" id="{C7F8DAAF-094E-4F39-B712-11D5D6AB17E2}"/>
                  </a:ext>
                </a:extLst>
              </p:cNvPr>
              <p:cNvSpPr/>
              <p:nvPr/>
            </p:nvSpPr>
            <p:spPr>
              <a:xfrm>
                <a:off x="11765343" y="5851829"/>
                <a:ext cx="286285" cy="20327"/>
              </a:xfrm>
              <a:custGeom>
                <a:avLst/>
                <a:gdLst>
                  <a:gd name="connsiteX0" fmla="*/ 283685 w 286285"/>
                  <a:gd name="connsiteY0" fmla="*/ 20327 h 20327"/>
                  <a:gd name="connsiteX1" fmla="*/ 283563 w 286285"/>
                  <a:gd name="connsiteY1" fmla="*/ 20327 h 20327"/>
                  <a:gd name="connsiteX2" fmla="*/ 264299 w 286285"/>
                  <a:gd name="connsiteY2" fmla="*/ 19890 h 20327"/>
                  <a:gd name="connsiteX3" fmla="*/ 257959 w 286285"/>
                  <a:gd name="connsiteY3" fmla="*/ 19148 h 20327"/>
                  <a:gd name="connsiteX4" fmla="*/ 181841 w 286285"/>
                  <a:gd name="connsiteY4" fmla="*/ 16049 h 20327"/>
                  <a:gd name="connsiteX5" fmla="*/ 170056 w 286285"/>
                  <a:gd name="connsiteY5" fmla="*/ 15132 h 20327"/>
                  <a:gd name="connsiteX6" fmla="*/ 115192 w 286285"/>
                  <a:gd name="connsiteY6" fmla="*/ 13583 h 20327"/>
                  <a:gd name="connsiteX7" fmla="*/ 94627 w 286285"/>
                  <a:gd name="connsiteY7" fmla="*/ 10920 h 20327"/>
                  <a:gd name="connsiteX8" fmla="*/ 61099 w 286285"/>
                  <a:gd name="connsiteY8" fmla="*/ 8890 h 20327"/>
                  <a:gd name="connsiteX9" fmla="*/ 53377 w 286285"/>
                  <a:gd name="connsiteY9" fmla="*/ 8191 h 20327"/>
                  <a:gd name="connsiteX10" fmla="*/ 21231 w 286285"/>
                  <a:gd name="connsiteY10" fmla="*/ 5420 h 20327"/>
                  <a:gd name="connsiteX11" fmla="*/ 1968 w 286285"/>
                  <a:gd name="connsiteY11" fmla="*/ 2800 h 20327"/>
                  <a:gd name="connsiteX12" fmla="*/ 99 w 286285"/>
                  <a:gd name="connsiteY12" fmla="*/ 1098 h 20327"/>
                  <a:gd name="connsiteX13" fmla="*/ 3187 w 286285"/>
                  <a:gd name="connsiteY13" fmla="*/ 28 h 20327"/>
                  <a:gd name="connsiteX14" fmla="*/ 28912 w 286285"/>
                  <a:gd name="connsiteY14" fmla="*/ 3433 h 20327"/>
                  <a:gd name="connsiteX15" fmla="*/ 64716 w 286285"/>
                  <a:gd name="connsiteY15" fmla="*/ 6358 h 20327"/>
                  <a:gd name="connsiteX16" fmla="*/ 95562 w 286285"/>
                  <a:gd name="connsiteY16" fmla="*/ 8104 h 20327"/>
                  <a:gd name="connsiteX17" fmla="*/ 115923 w 286285"/>
                  <a:gd name="connsiteY17" fmla="*/ 10767 h 20327"/>
                  <a:gd name="connsiteX18" fmla="*/ 170583 w 286285"/>
                  <a:gd name="connsiteY18" fmla="*/ 12273 h 20327"/>
                  <a:gd name="connsiteX19" fmla="*/ 182369 w 286285"/>
                  <a:gd name="connsiteY19" fmla="*/ 13190 h 20327"/>
                  <a:gd name="connsiteX20" fmla="*/ 258691 w 286285"/>
                  <a:gd name="connsiteY20" fmla="*/ 16333 h 20327"/>
                  <a:gd name="connsiteX21" fmla="*/ 264949 w 286285"/>
                  <a:gd name="connsiteY21" fmla="*/ 17075 h 20327"/>
                  <a:gd name="connsiteX22" fmla="*/ 283807 w 286285"/>
                  <a:gd name="connsiteY22" fmla="*/ 17446 h 20327"/>
                  <a:gd name="connsiteX23" fmla="*/ 286285 w 286285"/>
                  <a:gd name="connsiteY23" fmla="*/ 18886 h 20327"/>
                  <a:gd name="connsiteX24" fmla="*/ 283726 w 286285"/>
                  <a:gd name="connsiteY24" fmla="*/ 20262 h 20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6285" h="20327">
                    <a:moveTo>
                      <a:pt x="283685" y="20327"/>
                    </a:moveTo>
                    <a:lnTo>
                      <a:pt x="283563" y="20327"/>
                    </a:lnTo>
                    <a:lnTo>
                      <a:pt x="264299" y="19890"/>
                    </a:lnTo>
                    <a:lnTo>
                      <a:pt x="257959" y="19148"/>
                    </a:lnTo>
                    <a:lnTo>
                      <a:pt x="181841" y="16049"/>
                    </a:lnTo>
                    <a:lnTo>
                      <a:pt x="170056" y="15132"/>
                    </a:lnTo>
                    <a:lnTo>
                      <a:pt x="115192" y="13583"/>
                    </a:lnTo>
                    <a:lnTo>
                      <a:pt x="94627" y="10920"/>
                    </a:lnTo>
                    <a:lnTo>
                      <a:pt x="61099" y="8890"/>
                    </a:lnTo>
                    <a:lnTo>
                      <a:pt x="53377" y="8191"/>
                    </a:lnTo>
                    <a:lnTo>
                      <a:pt x="21231" y="5420"/>
                    </a:lnTo>
                    <a:lnTo>
                      <a:pt x="1968" y="2800"/>
                    </a:lnTo>
                    <a:cubicBezTo>
                      <a:pt x="586" y="2582"/>
                      <a:pt x="-308" y="1840"/>
                      <a:pt x="99" y="1098"/>
                    </a:cubicBezTo>
                    <a:cubicBezTo>
                      <a:pt x="384" y="356"/>
                      <a:pt x="1683" y="-124"/>
                      <a:pt x="3187" y="28"/>
                    </a:cubicBezTo>
                    <a:lnTo>
                      <a:pt x="28912" y="3433"/>
                    </a:lnTo>
                    <a:lnTo>
                      <a:pt x="64716" y="6358"/>
                    </a:lnTo>
                    <a:lnTo>
                      <a:pt x="95562" y="8104"/>
                    </a:lnTo>
                    <a:lnTo>
                      <a:pt x="115923" y="10767"/>
                    </a:lnTo>
                    <a:lnTo>
                      <a:pt x="170583" y="12273"/>
                    </a:lnTo>
                    <a:lnTo>
                      <a:pt x="182369" y="13190"/>
                    </a:lnTo>
                    <a:lnTo>
                      <a:pt x="258691" y="16333"/>
                    </a:lnTo>
                    <a:lnTo>
                      <a:pt x="264949" y="17075"/>
                    </a:lnTo>
                    <a:lnTo>
                      <a:pt x="283807" y="17446"/>
                    </a:lnTo>
                    <a:cubicBezTo>
                      <a:pt x="285188" y="17446"/>
                      <a:pt x="286285" y="18144"/>
                      <a:pt x="286285" y="18886"/>
                    </a:cubicBezTo>
                    <a:cubicBezTo>
                      <a:pt x="286163" y="19672"/>
                      <a:pt x="285066" y="20262"/>
                      <a:pt x="283726" y="2026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6" name="Freeform: Shape 775">
                <a:extLst>
                  <a:ext uri="{FF2B5EF4-FFF2-40B4-BE49-F238E27FC236}">
                    <a16:creationId xmlns:a16="http://schemas.microsoft.com/office/drawing/2014/main" id="{0055D4FB-C481-4F2E-B621-6EAA1C50358D}"/>
                  </a:ext>
                </a:extLst>
              </p:cNvPr>
              <p:cNvSpPr/>
              <p:nvPr/>
            </p:nvSpPr>
            <p:spPr>
              <a:xfrm>
                <a:off x="10695826" y="6047585"/>
                <a:ext cx="1496173" cy="59708"/>
              </a:xfrm>
              <a:custGeom>
                <a:avLst/>
                <a:gdLst>
                  <a:gd name="connsiteX0" fmla="*/ 1496173 w 1496173"/>
                  <a:gd name="connsiteY0" fmla="*/ 55081 h 59708"/>
                  <a:gd name="connsiteX1" fmla="*/ 1422046 w 1496173"/>
                  <a:gd name="connsiteY1" fmla="*/ 56893 h 59708"/>
                  <a:gd name="connsiteX2" fmla="*/ 1216083 w 1496173"/>
                  <a:gd name="connsiteY2" fmla="*/ 56565 h 59708"/>
                  <a:gd name="connsiteX3" fmla="*/ 1179953 w 1496173"/>
                  <a:gd name="connsiteY3" fmla="*/ 50803 h 59708"/>
                  <a:gd name="connsiteX4" fmla="*/ 1179263 w 1496173"/>
                  <a:gd name="connsiteY4" fmla="*/ 50760 h 59708"/>
                  <a:gd name="connsiteX5" fmla="*/ 360976 w 1496173"/>
                  <a:gd name="connsiteY5" fmla="*/ 49472 h 59708"/>
                  <a:gd name="connsiteX6" fmla="*/ 279940 w 1496173"/>
                  <a:gd name="connsiteY6" fmla="*/ 43731 h 59708"/>
                  <a:gd name="connsiteX7" fmla="*/ 256531 w 1496173"/>
                  <a:gd name="connsiteY7" fmla="*/ 40152 h 59708"/>
                  <a:gd name="connsiteX8" fmla="*/ 229059 w 1496173"/>
                  <a:gd name="connsiteY8" fmla="*/ 36201 h 59708"/>
                  <a:gd name="connsiteX9" fmla="*/ 199108 w 1496173"/>
                  <a:gd name="connsiteY9" fmla="*/ 30985 h 59708"/>
                  <a:gd name="connsiteX10" fmla="*/ 195815 w 1496173"/>
                  <a:gd name="connsiteY10" fmla="*/ 28737 h 59708"/>
                  <a:gd name="connsiteX11" fmla="*/ 194311 w 1496173"/>
                  <a:gd name="connsiteY11" fmla="*/ 28213 h 59708"/>
                  <a:gd name="connsiteX12" fmla="*/ 171309 w 1496173"/>
                  <a:gd name="connsiteY12" fmla="*/ 25550 h 59708"/>
                  <a:gd name="connsiteX13" fmla="*/ 140951 w 1496173"/>
                  <a:gd name="connsiteY13" fmla="*/ 20443 h 59708"/>
                  <a:gd name="connsiteX14" fmla="*/ 70035 w 1496173"/>
                  <a:gd name="connsiteY14" fmla="*/ 13676 h 59708"/>
                  <a:gd name="connsiteX15" fmla="*/ 41952 w 1496173"/>
                  <a:gd name="connsiteY15" fmla="*/ 9355 h 59708"/>
                  <a:gd name="connsiteX16" fmla="*/ 13098 w 1496173"/>
                  <a:gd name="connsiteY16" fmla="*/ 1257 h 59708"/>
                  <a:gd name="connsiteX17" fmla="*/ 12488 w 1496173"/>
                  <a:gd name="connsiteY17" fmla="*/ 1104 h 59708"/>
                  <a:gd name="connsiteX18" fmla="*/ 3142 w 1496173"/>
                  <a:gd name="connsiteY18" fmla="*/ 35 h 59708"/>
                  <a:gd name="connsiteX19" fmla="*/ 53 w 1496173"/>
                  <a:gd name="connsiteY19" fmla="*/ 1148 h 59708"/>
                  <a:gd name="connsiteX20" fmla="*/ 2044 w 1496173"/>
                  <a:gd name="connsiteY20" fmla="*/ 2807 h 59708"/>
                  <a:gd name="connsiteX21" fmla="*/ 11066 w 1496173"/>
                  <a:gd name="connsiteY21" fmla="*/ 3811 h 59708"/>
                  <a:gd name="connsiteX22" fmla="*/ 40123 w 1496173"/>
                  <a:gd name="connsiteY22" fmla="*/ 11952 h 59708"/>
                  <a:gd name="connsiteX23" fmla="*/ 68815 w 1496173"/>
                  <a:gd name="connsiteY23" fmla="*/ 16383 h 59708"/>
                  <a:gd name="connsiteX24" fmla="*/ 139854 w 1496173"/>
                  <a:gd name="connsiteY24" fmla="*/ 23149 h 59708"/>
                  <a:gd name="connsiteX25" fmla="*/ 170009 w 1496173"/>
                  <a:gd name="connsiteY25" fmla="*/ 28256 h 59708"/>
                  <a:gd name="connsiteX26" fmla="*/ 192442 w 1496173"/>
                  <a:gd name="connsiteY26" fmla="*/ 30876 h 59708"/>
                  <a:gd name="connsiteX27" fmla="*/ 195612 w 1496173"/>
                  <a:gd name="connsiteY27" fmla="*/ 33058 h 59708"/>
                  <a:gd name="connsiteX28" fmla="*/ 196791 w 1496173"/>
                  <a:gd name="connsiteY28" fmla="*/ 33538 h 59708"/>
                  <a:gd name="connsiteX29" fmla="*/ 227637 w 1496173"/>
                  <a:gd name="connsiteY29" fmla="*/ 38930 h 59708"/>
                  <a:gd name="connsiteX30" fmla="*/ 255110 w 1496173"/>
                  <a:gd name="connsiteY30" fmla="*/ 42858 h 59708"/>
                  <a:gd name="connsiteX31" fmla="*/ 278924 w 1496173"/>
                  <a:gd name="connsiteY31" fmla="*/ 46482 h 59708"/>
                  <a:gd name="connsiteX32" fmla="*/ 360692 w 1496173"/>
                  <a:gd name="connsiteY32" fmla="*/ 52244 h 59708"/>
                  <a:gd name="connsiteX33" fmla="*/ 1178856 w 1496173"/>
                  <a:gd name="connsiteY33" fmla="*/ 53575 h 59708"/>
                  <a:gd name="connsiteX34" fmla="*/ 1215067 w 1496173"/>
                  <a:gd name="connsiteY34" fmla="*/ 59337 h 59708"/>
                  <a:gd name="connsiteX35" fmla="*/ 1215757 w 1496173"/>
                  <a:gd name="connsiteY35" fmla="*/ 59403 h 59708"/>
                  <a:gd name="connsiteX36" fmla="*/ 1422128 w 1496173"/>
                  <a:gd name="connsiteY36" fmla="*/ 59708 h 59708"/>
                  <a:gd name="connsiteX37" fmla="*/ 1496133 w 1496173"/>
                  <a:gd name="connsiteY37" fmla="*/ 57853 h 59708"/>
                  <a:gd name="connsiteX38" fmla="*/ 1496133 w 1496173"/>
                  <a:gd name="connsiteY38" fmla="*/ 55081 h 59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96173" h="59708">
                    <a:moveTo>
                      <a:pt x="1496173" y="55081"/>
                    </a:moveTo>
                    <a:lnTo>
                      <a:pt x="1422046" y="56893"/>
                    </a:lnTo>
                    <a:lnTo>
                      <a:pt x="1216083" y="56565"/>
                    </a:lnTo>
                    <a:lnTo>
                      <a:pt x="1179953" y="50803"/>
                    </a:lnTo>
                    <a:cubicBezTo>
                      <a:pt x="1179953" y="50803"/>
                      <a:pt x="1179466" y="50760"/>
                      <a:pt x="1179263" y="50760"/>
                    </a:cubicBezTo>
                    <a:lnTo>
                      <a:pt x="360976" y="49472"/>
                    </a:lnTo>
                    <a:lnTo>
                      <a:pt x="279940" y="43731"/>
                    </a:lnTo>
                    <a:lnTo>
                      <a:pt x="256531" y="40152"/>
                    </a:lnTo>
                    <a:lnTo>
                      <a:pt x="229059" y="36201"/>
                    </a:lnTo>
                    <a:lnTo>
                      <a:pt x="199108" y="30985"/>
                    </a:lnTo>
                    <a:lnTo>
                      <a:pt x="195815" y="28737"/>
                    </a:lnTo>
                    <a:cubicBezTo>
                      <a:pt x="195409" y="28475"/>
                      <a:pt x="194921" y="28322"/>
                      <a:pt x="194311" y="28213"/>
                    </a:cubicBezTo>
                    <a:lnTo>
                      <a:pt x="171309" y="25550"/>
                    </a:lnTo>
                    <a:lnTo>
                      <a:pt x="140951" y="20443"/>
                    </a:lnTo>
                    <a:lnTo>
                      <a:pt x="70035" y="13676"/>
                    </a:lnTo>
                    <a:lnTo>
                      <a:pt x="41952" y="9355"/>
                    </a:lnTo>
                    <a:lnTo>
                      <a:pt x="13098" y="1257"/>
                    </a:lnTo>
                    <a:cubicBezTo>
                      <a:pt x="13098" y="1257"/>
                      <a:pt x="12691" y="1148"/>
                      <a:pt x="12488" y="1104"/>
                    </a:cubicBezTo>
                    <a:lnTo>
                      <a:pt x="3142" y="35"/>
                    </a:lnTo>
                    <a:cubicBezTo>
                      <a:pt x="1637" y="-140"/>
                      <a:pt x="377" y="362"/>
                      <a:pt x="53" y="1148"/>
                    </a:cubicBezTo>
                    <a:cubicBezTo>
                      <a:pt x="-232" y="1890"/>
                      <a:pt x="662" y="2632"/>
                      <a:pt x="2044" y="2807"/>
                    </a:cubicBezTo>
                    <a:lnTo>
                      <a:pt x="11066" y="3811"/>
                    </a:lnTo>
                    <a:lnTo>
                      <a:pt x="40123" y="11952"/>
                    </a:lnTo>
                    <a:lnTo>
                      <a:pt x="68815" y="16383"/>
                    </a:lnTo>
                    <a:lnTo>
                      <a:pt x="139854" y="23149"/>
                    </a:lnTo>
                    <a:lnTo>
                      <a:pt x="170009" y="28256"/>
                    </a:lnTo>
                    <a:lnTo>
                      <a:pt x="192442" y="30876"/>
                    </a:lnTo>
                    <a:lnTo>
                      <a:pt x="195612" y="33058"/>
                    </a:lnTo>
                    <a:cubicBezTo>
                      <a:pt x="195897" y="33277"/>
                      <a:pt x="196303" y="33429"/>
                      <a:pt x="196791" y="33538"/>
                    </a:cubicBezTo>
                    <a:lnTo>
                      <a:pt x="227637" y="38930"/>
                    </a:lnTo>
                    <a:lnTo>
                      <a:pt x="255110" y="42858"/>
                    </a:lnTo>
                    <a:lnTo>
                      <a:pt x="278924" y="46482"/>
                    </a:lnTo>
                    <a:lnTo>
                      <a:pt x="360692" y="52244"/>
                    </a:lnTo>
                    <a:lnTo>
                      <a:pt x="1178856" y="53575"/>
                    </a:lnTo>
                    <a:lnTo>
                      <a:pt x="1215067" y="59337"/>
                    </a:lnTo>
                    <a:cubicBezTo>
                      <a:pt x="1215067" y="59337"/>
                      <a:pt x="1215473" y="59403"/>
                      <a:pt x="1215757" y="59403"/>
                    </a:cubicBezTo>
                    <a:lnTo>
                      <a:pt x="1422128" y="59708"/>
                    </a:lnTo>
                    <a:lnTo>
                      <a:pt x="1496133" y="57853"/>
                    </a:lnTo>
                    <a:lnTo>
                      <a:pt x="1496133" y="5508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7" name="Freeform: Shape 776">
                <a:extLst>
                  <a:ext uri="{FF2B5EF4-FFF2-40B4-BE49-F238E27FC236}">
                    <a16:creationId xmlns:a16="http://schemas.microsoft.com/office/drawing/2014/main" id="{7008F9CD-0565-4460-8AA1-AD67B779DDD2}"/>
                  </a:ext>
                </a:extLst>
              </p:cNvPr>
              <p:cNvSpPr/>
              <p:nvPr/>
            </p:nvSpPr>
            <p:spPr>
              <a:xfrm>
                <a:off x="3920784" y="5438709"/>
                <a:ext cx="2294090" cy="416138"/>
              </a:xfrm>
              <a:custGeom>
                <a:avLst/>
                <a:gdLst>
                  <a:gd name="connsiteX0" fmla="*/ 2291609 w 2294090"/>
                  <a:gd name="connsiteY0" fmla="*/ 416117 h 416138"/>
                  <a:gd name="connsiteX1" fmla="*/ 2290024 w 2294090"/>
                  <a:gd name="connsiteY1" fmla="*/ 415855 h 416138"/>
                  <a:gd name="connsiteX2" fmla="*/ 2288439 w 2294090"/>
                  <a:gd name="connsiteY2" fmla="*/ 415222 h 416138"/>
                  <a:gd name="connsiteX3" fmla="*/ 2256659 w 2294090"/>
                  <a:gd name="connsiteY3" fmla="*/ 399551 h 416138"/>
                  <a:gd name="connsiteX4" fmla="*/ 2245036 w 2294090"/>
                  <a:gd name="connsiteY4" fmla="*/ 395491 h 416138"/>
                  <a:gd name="connsiteX5" fmla="*/ 2224390 w 2294090"/>
                  <a:gd name="connsiteY5" fmla="*/ 392828 h 416138"/>
                  <a:gd name="connsiteX6" fmla="*/ 2163593 w 2294090"/>
                  <a:gd name="connsiteY6" fmla="*/ 379994 h 416138"/>
                  <a:gd name="connsiteX7" fmla="*/ 2079021 w 2294090"/>
                  <a:gd name="connsiteY7" fmla="*/ 366614 h 416138"/>
                  <a:gd name="connsiteX8" fmla="*/ 1990426 w 2294090"/>
                  <a:gd name="connsiteY8" fmla="*/ 351903 h 416138"/>
                  <a:gd name="connsiteX9" fmla="*/ 1898539 w 2294090"/>
                  <a:gd name="connsiteY9" fmla="*/ 333416 h 416138"/>
                  <a:gd name="connsiteX10" fmla="*/ 1806895 w 2294090"/>
                  <a:gd name="connsiteY10" fmla="*/ 320844 h 416138"/>
                  <a:gd name="connsiteX11" fmla="*/ 1714236 w 2294090"/>
                  <a:gd name="connsiteY11" fmla="*/ 302510 h 416138"/>
                  <a:gd name="connsiteX12" fmla="*/ 1622227 w 2294090"/>
                  <a:gd name="connsiteY12" fmla="*/ 276187 h 416138"/>
                  <a:gd name="connsiteX13" fmla="*/ 1534079 w 2294090"/>
                  <a:gd name="connsiteY13" fmla="*/ 252702 h 416138"/>
                  <a:gd name="connsiteX14" fmla="*/ 1448979 w 2294090"/>
                  <a:gd name="connsiteY14" fmla="*/ 239016 h 416138"/>
                  <a:gd name="connsiteX15" fmla="*/ 1365139 w 2294090"/>
                  <a:gd name="connsiteY15" fmla="*/ 229413 h 416138"/>
                  <a:gd name="connsiteX16" fmla="*/ 1281095 w 2294090"/>
                  <a:gd name="connsiteY16" fmla="*/ 219132 h 416138"/>
                  <a:gd name="connsiteX17" fmla="*/ 1196726 w 2294090"/>
                  <a:gd name="connsiteY17" fmla="*/ 208154 h 416138"/>
                  <a:gd name="connsiteX18" fmla="*/ 1112236 w 2294090"/>
                  <a:gd name="connsiteY18" fmla="*/ 195887 h 416138"/>
                  <a:gd name="connsiteX19" fmla="*/ 1027258 w 2294090"/>
                  <a:gd name="connsiteY19" fmla="*/ 177706 h 416138"/>
                  <a:gd name="connsiteX20" fmla="*/ 857789 w 2294090"/>
                  <a:gd name="connsiteY20" fmla="*/ 125213 h 416138"/>
                  <a:gd name="connsiteX21" fmla="*/ 774843 w 2294090"/>
                  <a:gd name="connsiteY21" fmla="*/ 93564 h 416138"/>
                  <a:gd name="connsiteX22" fmla="*/ 692750 w 2294090"/>
                  <a:gd name="connsiteY22" fmla="*/ 108385 h 416138"/>
                  <a:gd name="connsiteX23" fmla="*/ 684012 w 2294090"/>
                  <a:gd name="connsiteY23" fmla="*/ 114561 h 416138"/>
                  <a:gd name="connsiteX24" fmla="*/ 682956 w 2294090"/>
                  <a:gd name="connsiteY24" fmla="*/ 114976 h 416138"/>
                  <a:gd name="connsiteX25" fmla="*/ 664017 w 2294090"/>
                  <a:gd name="connsiteY25" fmla="*/ 119189 h 416138"/>
                  <a:gd name="connsiteX26" fmla="*/ 649143 w 2294090"/>
                  <a:gd name="connsiteY26" fmla="*/ 123990 h 416138"/>
                  <a:gd name="connsiteX27" fmla="*/ 629880 w 2294090"/>
                  <a:gd name="connsiteY27" fmla="*/ 130648 h 416138"/>
                  <a:gd name="connsiteX28" fmla="*/ 628579 w 2294090"/>
                  <a:gd name="connsiteY28" fmla="*/ 130866 h 416138"/>
                  <a:gd name="connsiteX29" fmla="*/ 625125 w 2294090"/>
                  <a:gd name="connsiteY29" fmla="*/ 130931 h 416138"/>
                  <a:gd name="connsiteX30" fmla="*/ 624149 w 2294090"/>
                  <a:gd name="connsiteY30" fmla="*/ 130866 h 416138"/>
                  <a:gd name="connsiteX31" fmla="*/ 617403 w 2294090"/>
                  <a:gd name="connsiteY31" fmla="*/ 130167 h 416138"/>
                  <a:gd name="connsiteX32" fmla="*/ 609722 w 2294090"/>
                  <a:gd name="connsiteY32" fmla="*/ 131019 h 416138"/>
                  <a:gd name="connsiteX33" fmla="*/ 587858 w 2294090"/>
                  <a:gd name="connsiteY33" fmla="*/ 132241 h 416138"/>
                  <a:gd name="connsiteX34" fmla="*/ 578633 w 2294090"/>
                  <a:gd name="connsiteY34" fmla="*/ 131499 h 416138"/>
                  <a:gd name="connsiteX35" fmla="*/ 570017 w 2294090"/>
                  <a:gd name="connsiteY35" fmla="*/ 134751 h 416138"/>
                  <a:gd name="connsiteX36" fmla="*/ 560385 w 2294090"/>
                  <a:gd name="connsiteY36" fmla="*/ 144289 h 416138"/>
                  <a:gd name="connsiteX37" fmla="*/ 550916 w 2294090"/>
                  <a:gd name="connsiteY37" fmla="*/ 151055 h 416138"/>
                  <a:gd name="connsiteX38" fmla="*/ 542057 w 2294090"/>
                  <a:gd name="connsiteY38" fmla="*/ 158258 h 416138"/>
                  <a:gd name="connsiteX39" fmla="*/ 533563 w 2294090"/>
                  <a:gd name="connsiteY39" fmla="*/ 168058 h 416138"/>
                  <a:gd name="connsiteX40" fmla="*/ 525150 w 2294090"/>
                  <a:gd name="connsiteY40" fmla="*/ 175938 h 416138"/>
                  <a:gd name="connsiteX41" fmla="*/ 523931 w 2294090"/>
                  <a:gd name="connsiteY41" fmla="*/ 176527 h 416138"/>
                  <a:gd name="connsiteX42" fmla="*/ 516535 w 2294090"/>
                  <a:gd name="connsiteY42" fmla="*/ 178120 h 416138"/>
                  <a:gd name="connsiteX43" fmla="*/ 507919 w 2294090"/>
                  <a:gd name="connsiteY43" fmla="*/ 186960 h 416138"/>
                  <a:gd name="connsiteX44" fmla="*/ 505481 w 2294090"/>
                  <a:gd name="connsiteY44" fmla="*/ 187702 h 416138"/>
                  <a:gd name="connsiteX45" fmla="*/ 499019 w 2294090"/>
                  <a:gd name="connsiteY45" fmla="*/ 187397 h 416138"/>
                  <a:gd name="connsiteX46" fmla="*/ 497718 w 2294090"/>
                  <a:gd name="connsiteY46" fmla="*/ 187135 h 416138"/>
                  <a:gd name="connsiteX47" fmla="*/ 493289 w 2294090"/>
                  <a:gd name="connsiteY47" fmla="*/ 185323 h 416138"/>
                  <a:gd name="connsiteX48" fmla="*/ 413756 w 2294090"/>
                  <a:gd name="connsiteY48" fmla="*/ 157516 h 416138"/>
                  <a:gd name="connsiteX49" fmla="*/ 329225 w 2294090"/>
                  <a:gd name="connsiteY49" fmla="*/ 125344 h 416138"/>
                  <a:gd name="connsiteX50" fmla="*/ 262860 w 2294090"/>
                  <a:gd name="connsiteY50" fmla="*/ 101356 h 416138"/>
                  <a:gd name="connsiteX51" fmla="*/ 241524 w 2294090"/>
                  <a:gd name="connsiteY51" fmla="*/ 96511 h 416138"/>
                  <a:gd name="connsiteX52" fmla="*/ 209622 w 2294090"/>
                  <a:gd name="connsiteY52" fmla="*/ 83721 h 416138"/>
                  <a:gd name="connsiteX53" fmla="*/ 197836 w 2294090"/>
                  <a:gd name="connsiteY53" fmla="*/ 81320 h 416138"/>
                  <a:gd name="connsiteX54" fmla="*/ 197186 w 2294090"/>
                  <a:gd name="connsiteY54" fmla="*/ 81167 h 416138"/>
                  <a:gd name="connsiteX55" fmla="*/ 167193 w 2294090"/>
                  <a:gd name="connsiteY55" fmla="*/ 68922 h 416138"/>
                  <a:gd name="connsiteX56" fmla="*/ 153457 w 2294090"/>
                  <a:gd name="connsiteY56" fmla="*/ 62200 h 416138"/>
                  <a:gd name="connsiteX57" fmla="*/ 142647 w 2294090"/>
                  <a:gd name="connsiteY57" fmla="*/ 59100 h 416138"/>
                  <a:gd name="connsiteX58" fmla="*/ 131146 w 2294090"/>
                  <a:gd name="connsiteY58" fmla="*/ 56590 h 416138"/>
                  <a:gd name="connsiteX59" fmla="*/ 130414 w 2294090"/>
                  <a:gd name="connsiteY59" fmla="*/ 56372 h 416138"/>
                  <a:gd name="connsiteX60" fmla="*/ 68032 w 2294090"/>
                  <a:gd name="connsiteY60" fmla="*/ 25531 h 416138"/>
                  <a:gd name="connsiteX61" fmla="*/ 67097 w 2294090"/>
                  <a:gd name="connsiteY61" fmla="*/ 25313 h 416138"/>
                  <a:gd name="connsiteX62" fmla="*/ 1179 w 2294090"/>
                  <a:gd name="connsiteY62" fmla="*/ 2613 h 416138"/>
                  <a:gd name="connsiteX63" fmla="*/ 407 w 2294090"/>
                  <a:gd name="connsiteY63" fmla="*/ 649 h 416138"/>
                  <a:gd name="connsiteX64" fmla="*/ 3942 w 2294090"/>
                  <a:gd name="connsiteY64" fmla="*/ 212 h 416138"/>
                  <a:gd name="connsiteX65" fmla="*/ 70145 w 2294090"/>
                  <a:gd name="connsiteY65" fmla="*/ 22868 h 416138"/>
                  <a:gd name="connsiteX66" fmla="*/ 71446 w 2294090"/>
                  <a:gd name="connsiteY66" fmla="*/ 23196 h 416138"/>
                  <a:gd name="connsiteX67" fmla="*/ 133462 w 2294090"/>
                  <a:gd name="connsiteY67" fmla="*/ 54102 h 416138"/>
                  <a:gd name="connsiteX68" fmla="*/ 144760 w 2294090"/>
                  <a:gd name="connsiteY68" fmla="*/ 56546 h 416138"/>
                  <a:gd name="connsiteX69" fmla="*/ 156058 w 2294090"/>
                  <a:gd name="connsiteY69" fmla="*/ 59755 h 416138"/>
                  <a:gd name="connsiteX70" fmla="*/ 156586 w 2294090"/>
                  <a:gd name="connsiteY70" fmla="*/ 59973 h 416138"/>
                  <a:gd name="connsiteX71" fmla="*/ 170404 w 2294090"/>
                  <a:gd name="connsiteY71" fmla="*/ 66739 h 416138"/>
                  <a:gd name="connsiteX72" fmla="*/ 199909 w 2294090"/>
                  <a:gd name="connsiteY72" fmla="*/ 78788 h 416138"/>
                  <a:gd name="connsiteX73" fmla="*/ 211735 w 2294090"/>
                  <a:gd name="connsiteY73" fmla="*/ 81189 h 416138"/>
                  <a:gd name="connsiteX74" fmla="*/ 212304 w 2294090"/>
                  <a:gd name="connsiteY74" fmla="*/ 81341 h 416138"/>
                  <a:gd name="connsiteX75" fmla="*/ 243962 w 2294090"/>
                  <a:gd name="connsiteY75" fmla="*/ 94132 h 416138"/>
                  <a:gd name="connsiteX76" fmla="*/ 265176 w 2294090"/>
                  <a:gd name="connsiteY76" fmla="*/ 98868 h 416138"/>
                  <a:gd name="connsiteX77" fmla="*/ 332029 w 2294090"/>
                  <a:gd name="connsiteY77" fmla="*/ 123008 h 416138"/>
                  <a:gd name="connsiteX78" fmla="*/ 416560 w 2294090"/>
                  <a:gd name="connsiteY78" fmla="*/ 155181 h 416138"/>
                  <a:gd name="connsiteX79" fmla="*/ 496133 w 2294090"/>
                  <a:gd name="connsiteY79" fmla="*/ 183053 h 416138"/>
                  <a:gd name="connsiteX80" fmla="*/ 500076 w 2294090"/>
                  <a:gd name="connsiteY80" fmla="*/ 184646 h 416138"/>
                  <a:gd name="connsiteX81" fmla="*/ 504140 w 2294090"/>
                  <a:gd name="connsiteY81" fmla="*/ 184865 h 416138"/>
                  <a:gd name="connsiteX82" fmla="*/ 512430 w 2294090"/>
                  <a:gd name="connsiteY82" fmla="*/ 176396 h 416138"/>
                  <a:gd name="connsiteX83" fmla="*/ 513731 w 2294090"/>
                  <a:gd name="connsiteY83" fmla="*/ 175698 h 416138"/>
                  <a:gd name="connsiteX84" fmla="*/ 521168 w 2294090"/>
                  <a:gd name="connsiteY84" fmla="*/ 174104 h 416138"/>
                  <a:gd name="connsiteX85" fmla="*/ 529052 w 2294090"/>
                  <a:gd name="connsiteY85" fmla="*/ 166749 h 416138"/>
                  <a:gd name="connsiteX86" fmla="*/ 537586 w 2294090"/>
                  <a:gd name="connsiteY86" fmla="*/ 156883 h 416138"/>
                  <a:gd name="connsiteX87" fmla="*/ 546771 w 2294090"/>
                  <a:gd name="connsiteY87" fmla="*/ 149418 h 416138"/>
                  <a:gd name="connsiteX88" fmla="*/ 556159 w 2294090"/>
                  <a:gd name="connsiteY88" fmla="*/ 142696 h 416138"/>
                  <a:gd name="connsiteX89" fmla="*/ 565831 w 2294090"/>
                  <a:gd name="connsiteY89" fmla="*/ 133049 h 416138"/>
                  <a:gd name="connsiteX90" fmla="*/ 566603 w 2294090"/>
                  <a:gd name="connsiteY90" fmla="*/ 132568 h 416138"/>
                  <a:gd name="connsiteX91" fmla="*/ 576560 w 2294090"/>
                  <a:gd name="connsiteY91" fmla="*/ 128836 h 416138"/>
                  <a:gd name="connsiteX92" fmla="*/ 578348 w 2294090"/>
                  <a:gd name="connsiteY92" fmla="*/ 128618 h 416138"/>
                  <a:gd name="connsiteX93" fmla="*/ 587980 w 2294090"/>
                  <a:gd name="connsiteY93" fmla="*/ 129425 h 416138"/>
                  <a:gd name="connsiteX94" fmla="*/ 608909 w 2294090"/>
                  <a:gd name="connsiteY94" fmla="*/ 128247 h 416138"/>
                  <a:gd name="connsiteX95" fmla="*/ 616834 w 2294090"/>
                  <a:gd name="connsiteY95" fmla="*/ 127330 h 416138"/>
                  <a:gd name="connsiteX96" fmla="*/ 617810 w 2294090"/>
                  <a:gd name="connsiteY96" fmla="*/ 127330 h 416138"/>
                  <a:gd name="connsiteX97" fmla="*/ 625084 w 2294090"/>
                  <a:gd name="connsiteY97" fmla="*/ 128072 h 416138"/>
                  <a:gd name="connsiteX98" fmla="*/ 627766 w 2294090"/>
                  <a:gd name="connsiteY98" fmla="*/ 128028 h 416138"/>
                  <a:gd name="connsiteX99" fmla="*/ 646501 w 2294090"/>
                  <a:gd name="connsiteY99" fmla="*/ 121524 h 416138"/>
                  <a:gd name="connsiteX100" fmla="*/ 661782 w 2294090"/>
                  <a:gd name="connsiteY100" fmla="*/ 116679 h 416138"/>
                  <a:gd name="connsiteX101" fmla="*/ 680395 w 2294090"/>
                  <a:gd name="connsiteY101" fmla="*/ 112532 h 416138"/>
                  <a:gd name="connsiteX102" fmla="*/ 689133 w 2294090"/>
                  <a:gd name="connsiteY102" fmla="*/ 106289 h 416138"/>
                  <a:gd name="connsiteX103" fmla="*/ 690311 w 2294090"/>
                  <a:gd name="connsiteY103" fmla="*/ 105809 h 416138"/>
                  <a:gd name="connsiteX104" fmla="*/ 717825 w 2294090"/>
                  <a:gd name="connsiteY104" fmla="*/ 100702 h 416138"/>
                  <a:gd name="connsiteX105" fmla="*/ 740217 w 2294090"/>
                  <a:gd name="connsiteY105" fmla="*/ 96816 h 416138"/>
                  <a:gd name="connsiteX106" fmla="*/ 774396 w 2294090"/>
                  <a:gd name="connsiteY106" fmla="*/ 90640 h 416138"/>
                  <a:gd name="connsiteX107" fmla="*/ 776631 w 2294090"/>
                  <a:gd name="connsiteY107" fmla="*/ 90858 h 416138"/>
                  <a:gd name="connsiteX108" fmla="*/ 860430 w 2294090"/>
                  <a:gd name="connsiteY108" fmla="*/ 122834 h 416138"/>
                  <a:gd name="connsiteX109" fmla="*/ 1029412 w 2294090"/>
                  <a:gd name="connsiteY109" fmla="*/ 175152 h 416138"/>
                  <a:gd name="connsiteX110" fmla="*/ 1113780 w 2294090"/>
                  <a:gd name="connsiteY110" fmla="*/ 193224 h 416138"/>
                  <a:gd name="connsiteX111" fmla="*/ 1197905 w 2294090"/>
                  <a:gd name="connsiteY111" fmla="*/ 205425 h 416138"/>
                  <a:gd name="connsiteX112" fmla="*/ 1282192 w 2294090"/>
                  <a:gd name="connsiteY112" fmla="*/ 216404 h 416138"/>
                  <a:gd name="connsiteX113" fmla="*/ 1366114 w 2294090"/>
                  <a:gd name="connsiteY113" fmla="*/ 226684 h 416138"/>
                  <a:gd name="connsiteX114" fmla="*/ 1450157 w 2294090"/>
                  <a:gd name="connsiteY114" fmla="*/ 236288 h 416138"/>
                  <a:gd name="connsiteX115" fmla="*/ 1535380 w 2294090"/>
                  <a:gd name="connsiteY115" fmla="*/ 249973 h 416138"/>
                  <a:gd name="connsiteX116" fmla="*/ 1536233 w 2294090"/>
                  <a:gd name="connsiteY116" fmla="*/ 250192 h 416138"/>
                  <a:gd name="connsiteX117" fmla="*/ 1625966 w 2294090"/>
                  <a:gd name="connsiteY117" fmla="*/ 274113 h 416138"/>
                  <a:gd name="connsiteX118" fmla="*/ 1716187 w 2294090"/>
                  <a:gd name="connsiteY118" fmla="*/ 299912 h 416138"/>
                  <a:gd name="connsiteX119" fmla="*/ 1808277 w 2294090"/>
                  <a:gd name="connsiteY119" fmla="*/ 318181 h 416138"/>
                  <a:gd name="connsiteX120" fmla="*/ 1899961 w 2294090"/>
                  <a:gd name="connsiteY120" fmla="*/ 330710 h 416138"/>
                  <a:gd name="connsiteX121" fmla="*/ 1991929 w 2294090"/>
                  <a:gd name="connsiteY121" fmla="*/ 349262 h 416138"/>
                  <a:gd name="connsiteX122" fmla="*/ 2080321 w 2294090"/>
                  <a:gd name="connsiteY122" fmla="*/ 363908 h 416138"/>
                  <a:gd name="connsiteX123" fmla="*/ 2165097 w 2294090"/>
                  <a:gd name="connsiteY123" fmla="*/ 377331 h 416138"/>
                  <a:gd name="connsiteX124" fmla="*/ 2225772 w 2294090"/>
                  <a:gd name="connsiteY124" fmla="*/ 390121 h 416138"/>
                  <a:gd name="connsiteX125" fmla="*/ 2246539 w 2294090"/>
                  <a:gd name="connsiteY125" fmla="*/ 392784 h 416138"/>
                  <a:gd name="connsiteX126" fmla="*/ 2247311 w 2294090"/>
                  <a:gd name="connsiteY126" fmla="*/ 393003 h 416138"/>
                  <a:gd name="connsiteX127" fmla="*/ 2259625 w 2294090"/>
                  <a:gd name="connsiteY127" fmla="*/ 397324 h 416138"/>
                  <a:gd name="connsiteX128" fmla="*/ 2293072 w 2294090"/>
                  <a:gd name="connsiteY128" fmla="*/ 413629 h 416138"/>
                  <a:gd name="connsiteX129" fmla="*/ 2293559 w 2294090"/>
                  <a:gd name="connsiteY129" fmla="*/ 415593 h 416138"/>
                  <a:gd name="connsiteX130" fmla="*/ 2291568 w 2294090"/>
                  <a:gd name="connsiteY130" fmla="*/ 416139 h 41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94090" h="416138">
                    <a:moveTo>
                      <a:pt x="2291609" y="416117"/>
                    </a:moveTo>
                    <a:cubicBezTo>
                      <a:pt x="2290999" y="416117"/>
                      <a:pt x="2290511" y="416051"/>
                      <a:pt x="2290024" y="415855"/>
                    </a:cubicBezTo>
                    <a:lnTo>
                      <a:pt x="2288439" y="415222"/>
                    </a:lnTo>
                    <a:lnTo>
                      <a:pt x="2256659" y="399551"/>
                    </a:lnTo>
                    <a:lnTo>
                      <a:pt x="2245036" y="395491"/>
                    </a:lnTo>
                    <a:lnTo>
                      <a:pt x="2224390" y="392828"/>
                    </a:lnTo>
                    <a:lnTo>
                      <a:pt x="2163593" y="379994"/>
                    </a:lnTo>
                    <a:lnTo>
                      <a:pt x="2079021" y="366614"/>
                    </a:lnTo>
                    <a:lnTo>
                      <a:pt x="1990426" y="351903"/>
                    </a:lnTo>
                    <a:lnTo>
                      <a:pt x="1898539" y="333416"/>
                    </a:lnTo>
                    <a:lnTo>
                      <a:pt x="1806895" y="320844"/>
                    </a:lnTo>
                    <a:lnTo>
                      <a:pt x="1714236" y="302510"/>
                    </a:lnTo>
                    <a:lnTo>
                      <a:pt x="1622227" y="276187"/>
                    </a:lnTo>
                    <a:lnTo>
                      <a:pt x="1534079" y="252702"/>
                    </a:lnTo>
                    <a:lnTo>
                      <a:pt x="1448979" y="239016"/>
                    </a:lnTo>
                    <a:lnTo>
                      <a:pt x="1365139" y="229413"/>
                    </a:lnTo>
                    <a:lnTo>
                      <a:pt x="1281095" y="219132"/>
                    </a:lnTo>
                    <a:lnTo>
                      <a:pt x="1196726" y="208154"/>
                    </a:lnTo>
                    <a:lnTo>
                      <a:pt x="1112236" y="195887"/>
                    </a:lnTo>
                    <a:lnTo>
                      <a:pt x="1027258" y="177706"/>
                    </a:lnTo>
                    <a:lnTo>
                      <a:pt x="857789" y="125213"/>
                    </a:lnTo>
                    <a:lnTo>
                      <a:pt x="774843" y="93564"/>
                    </a:lnTo>
                    <a:lnTo>
                      <a:pt x="692750" y="108385"/>
                    </a:lnTo>
                    <a:lnTo>
                      <a:pt x="684012" y="114561"/>
                    </a:lnTo>
                    <a:cubicBezTo>
                      <a:pt x="683728" y="114780"/>
                      <a:pt x="683362" y="114932"/>
                      <a:pt x="682956" y="114976"/>
                    </a:cubicBezTo>
                    <a:lnTo>
                      <a:pt x="664017" y="119189"/>
                    </a:lnTo>
                    <a:lnTo>
                      <a:pt x="649143" y="123990"/>
                    </a:lnTo>
                    <a:lnTo>
                      <a:pt x="629880" y="130648"/>
                    </a:lnTo>
                    <a:cubicBezTo>
                      <a:pt x="629473" y="130757"/>
                      <a:pt x="629026" y="130866"/>
                      <a:pt x="628579" y="130866"/>
                    </a:cubicBezTo>
                    <a:lnTo>
                      <a:pt x="625125" y="130931"/>
                    </a:lnTo>
                    <a:cubicBezTo>
                      <a:pt x="625125" y="130931"/>
                      <a:pt x="624353" y="130931"/>
                      <a:pt x="624149" y="130866"/>
                    </a:cubicBezTo>
                    <a:lnTo>
                      <a:pt x="617403" y="130167"/>
                    </a:lnTo>
                    <a:lnTo>
                      <a:pt x="609722" y="131019"/>
                    </a:lnTo>
                    <a:lnTo>
                      <a:pt x="587858" y="132241"/>
                    </a:lnTo>
                    <a:lnTo>
                      <a:pt x="578633" y="131499"/>
                    </a:lnTo>
                    <a:lnTo>
                      <a:pt x="570017" y="134751"/>
                    </a:lnTo>
                    <a:lnTo>
                      <a:pt x="560385" y="144289"/>
                    </a:lnTo>
                    <a:lnTo>
                      <a:pt x="550916" y="151055"/>
                    </a:lnTo>
                    <a:lnTo>
                      <a:pt x="542057" y="158258"/>
                    </a:lnTo>
                    <a:lnTo>
                      <a:pt x="533563" y="168058"/>
                    </a:lnTo>
                    <a:lnTo>
                      <a:pt x="525150" y="175938"/>
                    </a:lnTo>
                    <a:cubicBezTo>
                      <a:pt x="524866" y="176200"/>
                      <a:pt x="524460" y="176352"/>
                      <a:pt x="523931" y="176527"/>
                    </a:cubicBezTo>
                    <a:lnTo>
                      <a:pt x="516535" y="178120"/>
                    </a:lnTo>
                    <a:lnTo>
                      <a:pt x="507919" y="186960"/>
                    </a:lnTo>
                    <a:cubicBezTo>
                      <a:pt x="507472" y="187484"/>
                      <a:pt x="506537" y="187768"/>
                      <a:pt x="505481" y="187702"/>
                    </a:cubicBezTo>
                    <a:lnTo>
                      <a:pt x="499019" y="187397"/>
                    </a:lnTo>
                    <a:cubicBezTo>
                      <a:pt x="498572" y="187331"/>
                      <a:pt x="498125" y="187287"/>
                      <a:pt x="497718" y="187135"/>
                    </a:cubicBezTo>
                    <a:lnTo>
                      <a:pt x="493289" y="185323"/>
                    </a:lnTo>
                    <a:lnTo>
                      <a:pt x="413756" y="157516"/>
                    </a:lnTo>
                    <a:lnTo>
                      <a:pt x="329225" y="125344"/>
                    </a:lnTo>
                    <a:lnTo>
                      <a:pt x="262860" y="101356"/>
                    </a:lnTo>
                    <a:lnTo>
                      <a:pt x="241524" y="96511"/>
                    </a:lnTo>
                    <a:lnTo>
                      <a:pt x="209622" y="83721"/>
                    </a:lnTo>
                    <a:lnTo>
                      <a:pt x="197836" y="81320"/>
                    </a:lnTo>
                    <a:cubicBezTo>
                      <a:pt x="197836" y="81320"/>
                      <a:pt x="197389" y="81210"/>
                      <a:pt x="197186" y="81167"/>
                    </a:cubicBezTo>
                    <a:lnTo>
                      <a:pt x="167193" y="68922"/>
                    </a:lnTo>
                    <a:lnTo>
                      <a:pt x="153457" y="62200"/>
                    </a:lnTo>
                    <a:lnTo>
                      <a:pt x="142647" y="59100"/>
                    </a:lnTo>
                    <a:lnTo>
                      <a:pt x="131146" y="56590"/>
                    </a:lnTo>
                    <a:cubicBezTo>
                      <a:pt x="130861" y="56525"/>
                      <a:pt x="130617" y="56481"/>
                      <a:pt x="130414" y="56372"/>
                    </a:cubicBezTo>
                    <a:lnTo>
                      <a:pt x="68032" y="25531"/>
                    </a:lnTo>
                    <a:cubicBezTo>
                      <a:pt x="67666" y="25531"/>
                      <a:pt x="67382" y="25422"/>
                      <a:pt x="67097" y="25313"/>
                    </a:cubicBezTo>
                    <a:lnTo>
                      <a:pt x="1179" y="2613"/>
                    </a:lnTo>
                    <a:cubicBezTo>
                      <a:pt x="0" y="2177"/>
                      <a:pt x="-365" y="1325"/>
                      <a:pt x="407" y="649"/>
                    </a:cubicBezTo>
                    <a:cubicBezTo>
                      <a:pt x="1138" y="16"/>
                      <a:pt x="2723" y="-203"/>
                      <a:pt x="3942" y="212"/>
                    </a:cubicBezTo>
                    <a:lnTo>
                      <a:pt x="70145" y="22868"/>
                    </a:lnTo>
                    <a:cubicBezTo>
                      <a:pt x="70633" y="22934"/>
                      <a:pt x="71080" y="23043"/>
                      <a:pt x="71446" y="23196"/>
                    </a:cubicBezTo>
                    <a:lnTo>
                      <a:pt x="133462" y="54102"/>
                    </a:lnTo>
                    <a:lnTo>
                      <a:pt x="144760" y="56546"/>
                    </a:lnTo>
                    <a:lnTo>
                      <a:pt x="156058" y="59755"/>
                    </a:lnTo>
                    <a:cubicBezTo>
                      <a:pt x="156058" y="59755"/>
                      <a:pt x="156464" y="59864"/>
                      <a:pt x="156586" y="59973"/>
                    </a:cubicBezTo>
                    <a:lnTo>
                      <a:pt x="170404" y="66739"/>
                    </a:lnTo>
                    <a:lnTo>
                      <a:pt x="199909" y="78788"/>
                    </a:lnTo>
                    <a:lnTo>
                      <a:pt x="211735" y="81189"/>
                    </a:lnTo>
                    <a:cubicBezTo>
                      <a:pt x="211735" y="81189"/>
                      <a:pt x="212141" y="81298"/>
                      <a:pt x="212304" y="81341"/>
                    </a:cubicBezTo>
                    <a:lnTo>
                      <a:pt x="243962" y="94132"/>
                    </a:lnTo>
                    <a:lnTo>
                      <a:pt x="265176" y="98868"/>
                    </a:lnTo>
                    <a:lnTo>
                      <a:pt x="332029" y="123008"/>
                    </a:lnTo>
                    <a:lnTo>
                      <a:pt x="416560" y="155181"/>
                    </a:lnTo>
                    <a:lnTo>
                      <a:pt x="496133" y="183053"/>
                    </a:lnTo>
                    <a:lnTo>
                      <a:pt x="500076" y="184646"/>
                    </a:lnTo>
                    <a:lnTo>
                      <a:pt x="504140" y="184865"/>
                    </a:lnTo>
                    <a:lnTo>
                      <a:pt x="512430" y="176396"/>
                    </a:lnTo>
                    <a:cubicBezTo>
                      <a:pt x="512715" y="176069"/>
                      <a:pt x="513162" y="175850"/>
                      <a:pt x="513731" y="175698"/>
                    </a:cubicBezTo>
                    <a:lnTo>
                      <a:pt x="521168" y="174104"/>
                    </a:lnTo>
                    <a:lnTo>
                      <a:pt x="529052" y="166749"/>
                    </a:lnTo>
                    <a:lnTo>
                      <a:pt x="537586" y="156883"/>
                    </a:lnTo>
                    <a:lnTo>
                      <a:pt x="546771" y="149418"/>
                    </a:lnTo>
                    <a:lnTo>
                      <a:pt x="556159" y="142696"/>
                    </a:lnTo>
                    <a:lnTo>
                      <a:pt x="565831" y="133049"/>
                    </a:lnTo>
                    <a:cubicBezTo>
                      <a:pt x="566034" y="132874"/>
                      <a:pt x="566319" y="132721"/>
                      <a:pt x="566603" y="132568"/>
                    </a:cubicBezTo>
                    <a:lnTo>
                      <a:pt x="576560" y="128836"/>
                    </a:lnTo>
                    <a:cubicBezTo>
                      <a:pt x="577129" y="128683"/>
                      <a:pt x="577739" y="128574"/>
                      <a:pt x="578348" y="128618"/>
                    </a:cubicBezTo>
                    <a:lnTo>
                      <a:pt x="587980" y="129425"/>
                    </a:lnTo>
                    <a:lnTo>
                      <a:pt x="608909" y="128247"/>
                    </a:lnTo>
                    <a:lnTo>
                      <a:pt x="616834" y="127330"/>
                    </a:lnTo>
                    <a:cubicBezTo>
                      <a:pt x="617200" y="127286"/>
                      <a:pt x="617484" y="127286"/>
                      <a:pt x="617810" y="127330"/>
                    </a:cubicBezTo>
                    <a:lnTo>
                      <a:pt x="625084" y="128072"/>
                    </a:lnTo>
                    <a:lnTo>
                      <a:pt x="627766" y="128028"/>
                    </a:lnTo>
                    <a:lnTo>
                      <a:pt x="646501" y="121524"/>
                    </a:lnTo>
                    <a:lnTo>
                      <a:pt x="661782" y="116679"/>
                    </a:lnTo>
                    <a:lnTo>
                      <a:pt x="680395" y="112532"/>
                    </a:lnTo>
                    <a:lnTo>
                      <a:pt x="689133" y="106289"/>
                    </a:lnTo>
                    <a:cubicBezTo>
                      <a:pt x="689499" y="106071"/>
                      <a:pt x="689864" y="105918"/>
                      <a:pt x="690311" y="105809"/>
                    </a:cubicBezTo>
                    <a:lnTo>
                      <a:pt x="717825" y="100702"/>
                    </a:lnTo>
                    <a:lnTo>
                      <a:pt x="740217" y="96816"/>
                    </a:lnTo>
                    <a:lnTo>
                      <a:pt x="774396" y="90640"/>
                    </a:lnTo>
                    <a:cubicBezTo>
                      <a:pt x="775127" y="90530"/>
                      <a:pt x="775980" y="90574"/>
                      <a:pt x="776631" y="90858"/>
                    </a:cubicBezTo>
                    <a:lnTo>
                      <a:pt x="860430" y="122834"/>
                    </a:lnTo>
                    <a:lnTo>
                      <a:pt x="1029412" y="175152"/>
                    </a:lnTo>
                    <a:lnTo>
                      <a:pt x="1113780" y="193224"/>
                    </a:lnTo>
                    <a:lnTo>
                      <a:pt x="1197905" y="205425"/>
                    </a:lnTo>
                    <a:lnTo>
                      <a:pt x="1282192" y="216404"/>
                    </a:lnTo>
                    <a:lnTo>
                      <a:pt x="1366114" y="226684"/>
                    </a:lnTo>
                    <a:lnTo>
                      <a:pt x="1450157" y="236288"/>
                    </a:lnTo>
                    <a:lnTo>
                      <a:pt x="1535380" y="249973"/>
                    </a:lnTo>
                    <a:cubicBezTo>
                      <a:pt x="1535380" y="249973"/>
                      <a:pt x="1536070" y="250126"/>
                      <a:pt x="1536233" y="250192"/>
                    </a:cubicBezTo>
                    <a:lnTo>
                      <a:pt x="1625966" y="274113"/>
                    </a:lnTo>
                    <a:lnTo>
                      <a:pt x="1716187" y="299912"/>
                    </a:lnTo>
                    <a:lnTo>
                      <a:pt x="1808277" y="318181"/>
                    </a:lnTo>
                    <a:lnTo>
                      <a:pt x="1899961" y="330710"/>
                    </a:lnTo>
                    <a:lnTo>
                      <a:pt x="1991929" y="349262"/>
                    </a:lnTo>
                    <a:lnTo>
                      <a:pt x="2080321" y="363908"/>
                    </a:lnTo>
                    <a:lnTo>
                      <a:pt x="2165097" y="377331"/>
                    </a:lnTo>
                    <a:lnTo>
                      <a:pt x="2225772" y="390121"/>
                    </a:lnTo>
                    <a:lnTo>
                      <a:pt x="2246539" y="392784"/>
                    </a:lnTo>
                    <a:cubicBezTo>
                      <a:pt x="2246783" y="392850"/>
                      <a:pt x="2247108" y="392893"/>
                      <a:pt x="2247311" y="393003"/>
                    </a:cubicBezTo>
                    <a:lnTo>
                      <a:pt x="2259625" y="397324"/>
                    </a:lnTo>
                    <a:lnTo>
                      <a:pt x="2293072" y="413629"/>
                    </a:lnTo>
                    <a:cubicBezTo>
                      <a:pt x="2294169" y="414109"/>
                      <a:pt x="2294453" y="414960"/>
                      <a:pt x="2293559" y="415593"/>
                    </a:cubicBezTo>
                    <a:cubicBezTo>
                      <a:pt x="2293072" y="415964"/>
                      <a:pt x="2292259" y="416139"/>
                      <a:pt x="2291568" y="4161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8" name="Freeform: Shape 777">
                <a:extLst>
                  <a:ext uri="{FF2B5EF4-FFF2-40B4-BE49-F238E27FC236}">
                    <a16:creationId xmlns:a16="http://schemas.microsoft.com/office/drawing/2014/main" id="{8192E35D-7744-4047-B384-D98AA30BCF35}"/>
                  </a:ext>
                </a:extLst>
              </p:cNvPr>
              <p:cNvSpPr/>
              <p:nvPr/>
            </p:nvSpPr>
            <p:spPr>
              <a:xfrm>
                <a:off x="5037791" y="5463389"/>
                <a:ext cx="444125" cy="38894"/>
              </a:xfrm>
              <a:custGeom>
                <a:avLst/>
                <a:gdLst>
                  <a:gd name="connsiteX0" fmla="*/ 441577 w 444125"/>
                  <a:gd name="connsiteY0" fmla="*/ 38895 h 38894"/>
                  <a:gd name="connsiteX1" fmla="*/ 440968 w 444125"/>
                  <a:gd name="connsiteY1" fmla="*/ 38851 h 38894"/>
                  <a:gd name="connsiteX2" fmla="*/ 439220 w 444125"/>
                  <a:gd name="connsiteY2" fmla="*/ 38633 h 38894"/>
                  <a:gd name="connsiteX3" fmla="*/ 437188 w 444125"/>
                  <a:gd name="connsiteY3" fmla="*/ 38742 h 38894"/>
                  <a:gd name="connsiteX4" fmla="*/ 436294 w 444125"/>
                  <a:gd name="connsiteY4" fmla="*/ 38742 h 38894"/>
                  <a:gd name="connsiteX5" fmla="*/ 364361 w 444125"/>
                  <a:gd name="connsiteY5" fmla="*/ 37040 h 38894"/>
                  <a:gd name="connsiteX6" fmla="*/ 289706 w 444125"/>
                  <a:gd name="connsiteY6" fmla="*/ 36232 h 38894"/>
                  <a:gd name="connsiteX7" fmla="*/ 289055 w 444125"/>
                  <a:gd name="connsiteY7" fmla="*/ 36188 h 38894"/>
                  <a:gd name="connsiteX8" fmla="*/ 213709 w 444125"/>
                  <a:gd name="connsiteY8" fmla="*/ 23769 h 38894"/>
                  <a:gd name="connsiteX9" fmla="*/ 137306 w 444125"/>
                  <a:gd name="connsiteY9" fmla="*/ 2881 h 38894"/>
                  <a:gd name="connsiteX10" fmla="*/ 61228 w 444125"/>
                  <a:gd name="connsiteY10" fmla="*/ 9014 h 38894"/>
                  <a:gd name="connsiteX11" fmla="*/ 24001 w 444125"/>
                  <a:gd name="connsiteY11" fmla="*/ 13904 h 38894"/>
                  <a:gd name="connsiteX12" fmla="*/ 3275 w 444125"/>
                  <a:gd name="connsiteY12" fmla="*/ 17265 h 38894"/>
                  <a:gd name="connsiteX13" fmla="*/ 105 w 444125"/>
                  <a:gd name="connsiteY13" fmla="*/ 16304 h 38894"/>
                  <a:gd name="connsiteX14" fmla="*/ 1852 w 444125"/>
                  <a:gd name="connsiteY14" fmla="*/ 14536 h 38894"/>
                  <a:gd name="connsiteX15" fmla="*/ 22741 w 444125"/>
                  <a:gd name="connsiteY15" fmla="*/ 11132 h 38894"/>
                  <a:gd name="connsiteX16" fmla="*/ 60293 w 444125"/>
                  <a:gd name="connsiteY16" fmla="*/ 6242 h 38894"/>
                  <a:gd name="connsiteX17" fmla="*/ 137387 w 444125"/>
                  <a:gd name="connsiteY17" fmla="*/ 0 h 38894"/>
                  <a:gd name="connsiteX18" fmla="*/ 138891 w 444125"/>
                  <a:gd name="connsiteY18" fmla="*/ 153 h 38894"/>
                  <a:gd name="connsiteX19" fmla="*/ 215619 w 444125"/>
                  <a:gd name="connsiteY19" fmla="*/ 21150 h 38894"/>
                  <a:gd name="connsiteX20" fmla="*/ 290193 w 444125"/>
                  <a:gd name="connsiteY20" fmla="*/ 33416 h 38894"/>
                  <a:gd name="connsiteX21" fmla="*/ 364605 w 444125"/>
                  <a:gd name="connsiteY21" fmla="*/ 34224 h 38894"/>
                  <a:gd name="connsiteX22" fmla="*/ 436579 w 444125"/>
                  <a:gd name="connsiteY22" fmla="*/ 35926 h 38894"/>
                  <a:gd name="connsiteX23" fmla="*/ 439098 w 444125"/>
                  <a:gd name="connsiteY23" fmla="*/ 35817 h 38894"/>
                  <a:gd name="connsiteX24" fmla="*/ 439952 w 444125"/>
                  <a:gd name="connsiteY24" fmla="*/ 35817 h 38894"/>
                  <a:gd name="connsiteX25" fmla="*/ 442187 w 444125"/>
                  <a:gd name="connsiteY25" fmla="*/ 36079 h 38894"/>
                  <a:gd name="connsiteX26" fmla="*/ 444056 w 444125"/>
                  <a:gd name="connsiteY26" fmla="*/ 37782 h 38894"/>
                  <a:gd name="connsiteX27" fmla="*/ 441577 w 444125"/>
                  <a:gd name="connsiteY27" fmla="*/ 38895 h 38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44125" h="38894">
                    <a:moveTo>
                      <a:pt x="441577" y="38895"/>
                    </a:moveTo>
                    <a:cubicBezTo>
                      <a:pt x="441577" y="38895"/>
                      <a:pt x="441171" y="38851"/>
                      <a:pt x="440968" y="38851"/>
                    </a:cubicBezTo>
                    <a:lnTo>
                      <a:pt x="439220" y="38633"/>
                    </a:lnTo>
                    <a:lnTo>
                      <a:pt x="437188" y="38742"/>
                    </a:lnTo>
                    <a:lnTo>
                      <a:pt x="436294" y="38742"/>
                    </a:lnTo>
                    <a:lnTo>
                      <a:pt x="364361" y="37040"/>
                    </a:lnTo>
                    <a:lnTo>
                      <a:pt x="289706" y="36232"/>
                    </a:lnTo>
                    <a:cubicBezTo>
                      <a:pt x="289706" y="36232"/>
                      <a:pt x="289259" y="36188"/>
                      <a:pt x="289055" y="36188"/>
                    </a:cubicBezTo>
                    <a:lnTo>
                      <a:pt x="213709" y="23769"/>
                    </a:lnTo>
                    <a:lnTo>
                      <a:pt x="137306" y="2881"/>
                    </a:lnTo>
                    <a:lnTo>
                      <a:pt x="61228" y="9014"/>
                    </a:lnTo>
                    <a:lnTo>
                      <a:pt x="24001" y="13904"/>
                    </a:lnTo>
                    <a:lnTo>
                      <a:pt x="3275" y="17265"/>
                    </a:lnTo>
                    <a:cubicBezTo>
                      <a:pt x="1893" y="17483"/>
                      <a:pt x="511" y="17047"/>
                      <a:pt x="105" y="16304"/>
                    </a:cubicBezTo>
                    <a:cubicBezTo>
                      <a:pt x="-301" y="15562"/>
                      <a:pt x="511" y="14755"/>
                      <a:pt x="1852" y="14536"/>
                    </a:cubicBezTo>
                    <a:lnTo>
                      <a:pt x="22741" y="11132"/>
                    </a:lnTo>
                    <a:lnTo>
                      <a:pt x="60293" y="6242"/>
                    </a:lnTo>
                    <a:lnTo>
                      <a:pt x="137387" y="0"/>
                    </a:lnTo>
                    <a:cubicBezTo>
                      <a:pt x="137875" y="0"/>
                      <a:pt x="138444" y="0"/>
                      <a:pt x="138891" y="153"/>
                    </a:cubicBezTo>
                    <a:lnTo>
                      <a:pt x="215619" y="21150"/>
                    </a:lnTo>
                    <a:lnTo>
                      <a:pt x="290193" y="33416"/>
                    </a:lnTo>
                    <a:lnTo>
                      <a:pt x="364605" y="34224"/>
                    </a:lnTo>
                    <a:lnTo>
                      <a:pt x="436579" y="35926"/>
                    </a:lnTo>
                    <a:lnTo>
                      <a:pt x="439098" y="35817"/>
                    </a:lnTo>
                    <a:cubicBezTo>
                      <a:pt x="439342" y="35774"/>
                      <a:pt x="439627" y="35774"/>
                      <a:pt x="439952" y="35817"/>
                    </a:cubicBezTo>
                    <a:lnTo>
                      <a:pt x="442187" y="36079"/>
                    </a:lnTo>
                    <a:cubicBezTo>
                      <a:pt x="443528" y="36298"/>
                      <a:pt x="444381" y="37040"/>
                      <a:pt x="444056" y="37782"/>
                    </a:cubicBezTo>
                    <a:cubicBezTo>
                      <a:pt x="443772" y="38415"/>
                      <a:pt x="442715" y="38895"/>
                      <a:pt x="441577" y="3889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79" name="Freeform: Shape 778">
                <a:extLst>
                  <a:ext uri="{FF2B5EF4-FFF2-40B4-BE49-F238E27FC236}">
                    <a16:creationId xmlns:a16="http://schemas.microsoft.com/office/drawing/2014/main" id="{768C198C-1660-4998-9E7F-39CB93382172}"/>
                  </a:ext>
                </a:extLst>
              </p:cNvPr>
              <p:cNvSpPr/>
              <p:nvPr/>
            </p:nvSpPr>
            <p:spPr>
              <a:xfrm>
                <a:off x="8874800" y="5738294"/>
                <a:ext cx="154726" cy="9538"/>
              </a:xfrm>
              <a:custGeom>
                <a:avLst/>
                <a:gdLst>
                  <a:gd name="connsiteX0" fmla="*/ 108753 w 154726"/>
                  <a:gd name="connsiteY0" fmla="*/ 9538 h 9538"/>
                  <a:gd name="connsiteX1" fmla="*/ 107655 w 154726"/>
                  <a:gd name="connsiteY1" fmla="*/ 9429 h 9538"/>
                  <a:gd name="connsiteX2" fmla="*/ 93675 w 154726"/>
                  <a:gd name="connsiteY2" fmla="*/ 5849 h 9538"/>
                  <a:gd name="connsiteX3" fmla="*/ 91277 w 154726"/>
                  <a:gd name="connsiteY3" fmla="*/ 5064 h 9538"/>
                  <a:gd name="connsiteX4" fmla="*/ 80751 w 154726"/>
                  <a:gd name="connsiteY4" fmla="*/ 2816 h 9538"/>
                  <a:gd name="connsiteX5" fmla="*/ 2682 w 154726"/>
                  <a:gd name="connsiteY5" fmla="*/ 3667 h 9538"/>
                  <a:gd name="connsiteX6" fmla="*/ 0 w 154726"/>
                  <a:gd name="connsiteY6" fmla="*/ 2335 h 9538"/>
                  <a:gd name="connsiteX7" fmla="*/ 2601 w 154726"/>
                  <a:gd name="connsiteY7" fmla="*/ 895 h 9538"/>
                  <a:gd name="connsiteX8" fmla="*/ 81158 w 154726"/>
                  <a:gd name="connsiteY8" fmla="*/ 0 h 9538"/>
                  <a:gd name="connsiteX9" fmla="*/ 82052 w 154726"/>
                  <a:gd name="connsiteY9" fmla="*/ 44 h 9538"/>
                  <a:gd name="connsiteX10" fmla="*/ 86441 w 154726"/>
                  <a:gd name="connsiteY10" fmla="*/ 895 h 9538"/>
                  <a:gd name="connsiteX11" fmla="*/ 93594 w 154726"/>
                  <a:gd name="connsiteY11" fmla="*/ 2554 h 9538"/>
                  <a:gd name="connsiteX12" fmla="*/ 96073 w 154726"/>
                  <a:gd name="connsiteY12" fmla="*/ 3361 h 9538"/>
                  <a:gd name="connsiteX13" fmla="*/ 109281 w 154726"/>
                  <a:gd name="connsiteY13" fmla="*/ 6723 h 9538"/>
                  <a:gd name="connsiteX14" fmla="*/ 152034 w 154726"/>
                  <a:gd name="connsiteY14" fmla="*/ 5500 h 9538"/>
                  <a:gd name="connsiteX15" fmla="*/ 154717 w 154726"/>
                  <a:gd name="connsiteY15" fmla="*/ 6832 h 9538"/>
                  <a:gd name="connsiteX16" fmla="*/ 152319 w 154726"/>
                  <a:gd name="connsiteY16" fmla="*/ 8272 h 9538"/>
                  <a:gd name="connsiteX17" fmla="*/ 108875 w 154726"/>
                  <a:gd name="connsiteY17" fmla="*/ 9538 h 9538"/>
                  <a:gd name="connsiteX18" fmla="*/ 108793 w 154726"/>
                  <a:gd name="connsiteY18" fmla="*/ 9538 h 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4726" h="9538">
                    <a:moveTo>
                      <a:pt x="108753" y="9538"/>
                    </a:moveTo>
                    <a:cubicBezTo>
                      <a:pt x="108346" y="9538"/>
                      <a:pt x="107981" y="9495"/>
                      <a:pt x="107655" y="9429"/>
                    </a:cubicBezTo>
                    <a:lnTo>
                      <a:pt x="93675" y="5849"/>
                    </a:lnTo>
                    <a:lnTo>
                      <a:pt x="91277" y="5064"/>
                    </a:lnTo>
                    <a:lnTo>
                      <a:pt x="80751" y="2816"/>
                    </a:lnTo>
                    <a:lnTo>
                      <a:pt x="2682" y="3667"/>
                    </a:lnTo>
                    <a:cubicBezTo>
                      <a:pt x="1301" y="3732"/>
                      <a:pt x="81" y="3078"/>
                      <a:pt x="0" y="2335"/>
                    </a:cubicBezTo>
                    <a:cubicBezTo>
                      <a:pt x="0" y="1528"/>
                      <a:pt x="1097" y="895"/>
                      <a:pt x="2601" y="895"/>
                    </a:cubicBezTo>
                    <a:lnTo>
                      <a:pt x="81158" y="0"/>
                    </a:lnTo>
                    <a:cubicBezTo>
                      <a:pt x="81158" y="0"/>
                      <a:pt x="81767" y="0"/>
                      <a:pt x="82052" y="44"/>
                    </a:cubicBezTo>
                    <a:lnTo>
                      <a:pt x="86441" y="895"/>
                    </a:lnTo>
                    <a:lnTo>
                      <a:pt x="93594" y="2554"/>
                    </a:lnTo>
                    <a:lnTo>
                      <a:pt x="96073" y="3361"/>
                    </a:lnTo>
                    <a:lnTo>
                      <a:pt x="109281" y="6723"/>
                    </a:lnTo>
                    <a:lnTo>
                      <a:pt x="152034" y="5500"/>
                    </a:lnTo>
                    <a:cubicBezTo>
                      <a:pt x="153619" y="5391"/>
                      <a:pt x="154717" y="6024"/>
                      <a:pt x="154717" y="6832"/>
                    </a:cubicBezTo>
                    <a:cubicBezTo>
                      <a:pt x="154839" y="7574"/>
                      <a:pt x="153741" y="8272"/>
                      <a:pt x="152319" y="8272"/>
                    </a:cubicBezTo>
                    <a:lnTo>
                      <a:pt x="108875" y="9538"/>
                    </a:lnTo>
                    <a:lnTo>
                      <a:pt x="108793" y="95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0" name="Freeform: Shape 779">
                <a:extLst>
                  <a:ext uri="{FF2B5EF4-FFF2-40B4-BE49-F238E27FC236}">
                    <a16:creationId xmlns:a16="http://schemas.microsoft.com/office/drawing/2014/main" id="{CF6F7EE8-F497-4F45-AC0B-9CB986C9633C}"/>
                  </a:ext>
                </a:extLst>
              </p:cNvPr>
              <p:cNvSpPr/>
              <p:nvPr/>
            </p:nvSpPr>
            <p:spPr>
              <a:xfrm>
                <a:off x="11768364" y="5844228"/>
                <a:ext cx="423635" cy="10969"/>
              </a:xfrm>
              <a:custGeom>
                <a:avLst/>
                <a:gdLst>
                  <a:gd name="connsiteX0" fmla="*/ 423636 w 423635"/>
                  <a:gd name="connsiteY0" fmla="*/ 7040 h 10969"/>
                  <a:gd name="connsiteX1" fmla="*/ 421563 w 423635"/>
                  <a:gd name="connsiteY1" fmla="*/ 7150 h 10969"/>
                  <a:gd name="connsiteX2" fmla="*/ 418474 w 423635"/>
                  <a:gd name="connsiteY2" fmla="*/ 8154 h 10969"/>
                  <a:gd name="connsiteX3" fmla="*/ 390798 w 423635"/>
                  <a:gd name="connsiteY3" fmla="*/ 7084 h 10969"/>
                  <a:gd name="connsiteX4" fmla="*/ 312892 w 423635"/>
                  <a:gd name="connsiteY4" fmla="*/ 6560 h 10969"/>
                  <a:gd name="connsiteX5" fmla="*/ 234985 w 423635"/>
                  <a:gd name="connsiteY5" fmla="*/ 5709 h 10969"/>
                  <a:gd name="connsiteX6" fmla="*/ 156996 w 423635"/>
                  <a:gd name="connsiteY6" fmla="*/ 4378 h 10969"/>
                  <a:gd name="connsiteX7" fmla="*/ 79090 w 423635"/>
                  <a:gd name="connsiteY7" fmla="*/ 2457 h 10969"/>
                  <a:gd name="connsiteX8" fmla="*/ 2686 w 423635"/>
                  <a:gd name="connsiteY8" fmla="*/ 12 h 10969"/>
                  <a:gd name="connsiteX9" fmla="*/ 4 w 423635"/>
                  <a:gd name="connsiteY9" fmla="*/ 1344 h 10969"/>
                  <a:gd name="connsiteX10" fmla="*/ 2403 w 423635"/>
                  <a:gd name="connsiteY10" fmla="*/ 2784 h 10969"/>
                  <a:gd name="connsiteX11" fmla="*/ 75229 w 423635"/>
                  <a:gd name="connsiteY11" fmla="*/ 5120 h 10969"/>
                  <a:gd name="connsiteX12" fmla="*/ 156794 w 423635"/>
                  <a:gd name="connsiteY12" fmla="*/ 7193 h 10969"/>
                  <a:gd name="connsiteX13" fmla="*/ 234863 w 423635"/>
                  <a:gd name="connsiteY13" fmla="*/ 8525 h 10969"/>
                  <a:gd name="connsiteX14" fmla="*/ 312770 w 423635"/>
                  <a:gd name="connsiteY14" fmla="*/ 9376 h 10969"/>
                  <a:gd name="connsiteX15" fmla="*/ 390555 w 423635"/>
                  <a:gd name="connsiteY15" fmla="*/ 9900 h 10969"/>
                  <a:gd name="connsiteX16" fmla="*/ 418840 w 423635"/>
                  <a:gd name="connsiteY16" fmla="*/ 10969 h 10969"/>
                  <a:gd name="connsiteX17" fmla="*/ 419044 w 423635"/>
                  <a:gd name="connsiteY17" fmla="*/ 10969 h 10969"/>
                  <a:gd name="connsiteX18" fmla="*/ 420425 w 423635"/>
                  <a:gd name="connsiteY18" fmla="*/ 10816 h 10969"/>
                  <a:gd name="connsiteX19" fmla="*/ 423595 w 423635"/>
                  <a:gd name="connsiteY19" fmla="*/ 9703 h 10969"/>
                  <a:gd name="connsiteX20" fmla="*/ 423595 w 423635"/>
                  <a:gd name="connsiteY20" fmla="*/ 7040 h 10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3635" h="10969">
                    <a:moveTo>
                      <a:pt x="423636" y="7040"/>
                    </a:moveTo>
                    <a:cubicBezTo>
                      <a:pt x="422945" y="6931"/>
                      <a:pt x="422254" y="6888"/>
                      <a:pt x="421563" y="7150"/>
                    </a:cubicBezTo>
                    <a:lnTo>
                      <a:pt x="418474" y="8154"/>
                    </a:lnTo>
                    <a:lnTo>
                      <a:pt x="390798" y="7084"/>
                    </a:lnTo>
                    <a:lnTo>
                      <a:pt x="312892" y="6560"/>
                    </a:lnTo>
                    <a:lnTo>
                      <a:pt x="234985" y="5709"/>
                    </a:lnTo>
                    <a:lnTo>
                      <a:pt x="156996" y="4378"/>
                    </a:lnTo>
                    <a:lnTo>
                      <a:pt x="79090" y="2457"/>
                    </a:lnTo>
                    <a:lnTo>
                      <a:pt x="2686" y="12"/>
                    </a:lnTo>
                    <a:cubicBezTo>
                      <a:pt x="1305" y="-97"/>
                      <a:pt x="126" y="536"/>
                      <a:pt x="4" y="1344"/>
                    </a:cubicBezTo>
                    <a:cubicBezTo>
                      <a:pt x="-77" y="2086"/>
                      <a:pt x="980" y="2784"/>
                      <a:pt x="2403" y="2784"/>
                    </a:cubicBezTo>
                    <a:lnTo>
                      <a:pt x="75229" y="5120"/>
                    </a:lnTo>
                    <a:lnTo>
                      <a:pt x="156794" y="7193"/>
                    </a:lnTo>
                    <a:lnTo>
                      <a:pt x="234863" y="8525"/>
                    </a:lnTo>
                    <a:lnTo>
                      <a:pt x="312770" y="9376"/>
                    </a:lnTo>
                    <a:lnTo>
                      <a:pt x="390555" y="9900"/>
                    </a:lnTo>
                    <a:lnTo>
                      <a:pt x="418840" y="10969"/>
                    </a:lnTo>
                    <a:lnTo>
                      <a:pt x="419044" y="10969"/>
                    </a:lnTo>
                    <a:cubicBezTo>
                      <a:pt x="419531" y="10969"/>
                      <a:pt x="420019" y="10904"/>
                      <a:pt x="420425" y="10816"/>
                    </a:cubicBezTo>
                    <a:lnTo>
                      <a:pt x="423595" y="9703"/>
                    </a:lnTo>
                    <a:lnTo>
                      <a:pt x="423595" y="704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1" name="Freeform: Shape 780">
                <a:extLst>
                  <a:ext uri="{FF2B5EF4-FFF2-40B4-BE49-F238E27FC236}">
                    <a16:creationId xmlns:a16="http://schemas.microsoft.com/office/drawing/2014/main" id="{39866BBB-E259-4780-A696-8ADF7CC14D6D}"/>
                  </a:ext>
                </a:extLst>
              </p:cNvPr>
              <p:cNvSpPr/>
              <p:nvPr/>
            </p:nvSpPr>
            <p:spPr>
              <a:xfrm>
                <a:off x="8630351" y="5718061"/>
                <a:ext cx="1313105" cy="292912"/>
              </a:xfrm>
              <a:custGeom>
                <a:avLst/>
                <a:gdLst>
                  <a:gd name="connsiteX0" fmla="*/ 1310477 w 1313105"/>
                  <a:gd name="connsiteY0" fmla="*/ 292912 h 292912"/>
                  <a:gd name="connsiteX1" fmla="*/ 1309583 w 1313105"/>
                  <a:gd name="connsiteY1" fmla="*/ 292803 h 292912"/>
                  <a:gd name="connsiteX2" fmla="*/ 1206683 w 1313105"/>
                  <a:gd name="connsiteY2" fmla="*/ 270147 h 292912"/>
                  <a:gd name="connsiteX3" fmla="*/ 1117965 w 1313105"/>
                  <a:gd name="connsiteY3" fmla="*/ 270147 h 292912"/>
                  <a:gd name="connsiteX4" fmla="*/ 406359 w 1313105"/>
                  <a:gd name="connsiteY4" fmla="*/ 269187 h 292912"/>
                  <a:gd name="connsiteX5" fmla="*/ 405262 w 1313105"/>
                  <a:gd name="connsiteY5" fmla="*/ 269034 h 292912"/>
                  <a:gd name="connsiteX6" fmla="*/ 390265 w 1313105"/>
                  <a:gd name="connsiteY6" fmla="*/ 264821 h 292912"/>
                  <a:gd name="connsiteX7" fmla="*/ 349097 w 1313105"/>
                  <a:gd name="connsiteY7" fmla="*/ 264778 h 292912"/>
                  <a:gd name="connsiteX8" fmla="*/ 347878 w 1313105"/>
                  <a:gd name="connsiteY8" fmla="*/ 264603 h 292912"/>
                  <a:gd name="connsiteX9" fmla="*/ 303337 w 1313105"/>
                  <a:gd name="connsiteY9" fmla="*/ 251813 h 292912"/>
                  <a:gd name="connsiteX10" fmla="*/ 288746 w 1313105"/>
                  <a:gd name="connsiteY10" fmla="*/ 247382 h 292912"/>
                  <a:gd name="connsiteX11" fmla="*/ 274361 w 1313105"/>
                  <a:gd name="connsiteY11" fmla="*/ 242842 h 292912"/>
                  <a:gd name="connsiteX12" fmla="*/ 273466 w 1313105"/>
                  <a:gd name="connsiteY12" fmla="*/ 242362 h 292912"/>
                  <a:gd name="connsiteX13" fmla="*/ 259160 w 1313105"/>
                  <a:gd name="connsiteY13" fmla="*/ 229462 h 292912"/>
                  <a:gd name="connsiteX14" fmla="*/ 244571 w 1313105"/>
                  <a:gd name="connsiteY14" fmla="*/ 205650 h 292912"/>
                  <a:gd name="connsiteX15" fmla="*/ 230307 w 1313105"/>
                  <a:gd name="connsiteY15" fmla="*/ 179807 h 292912"/>
                  <a:gd name="connsiteX16" fmla="*/ 216327 w 1313105"/>
                  <a:gd name="connsiteY16" fmla="*/ 150079 h 292912"/>
                  <a:gd name="connsiteX17" fmla="*/ 202346 w 1313105"/>
                  <a:gd name="connsiteY17" fmla="*/ 117994 h 292912"/>
                  <a:gd name="connsiteX18" fmla="*/ 188447 w 1313105"/>
                  <a:gd name="connsiteY18" fmla="*/ 90929 h 292912"/>
                  <a:gd name="connsiteX19" fmla="*/ 174873 w 1313105"/>
                  <a:gd name="connsiteY19" fmla="*/ 68863 h 292912"/>
                  <a:gd name="connsiteX20" fmla="*/ 161665 w 1313105"/>
                  <a:gd name="connsiteY20" fmla="*/ 50223 h 292912"/>
                  <a:gd name="connsiteX21" fmla="*/ 149271 w 1313105"/>
                  <a:gd name="connsiteY21" fmla="*/ 42824 h 292912"/>
                  <a:gd name="connsiteX22" fmla="*/ 136590 w 1313105"/>
                  <a:gd name="connsiteY22" fmla="*/ 39157 h 292912"/>
                  <a:gd name="connsiteX23" fmla="*/ 135900 w 1313105"/>
                  <a:gd name="connsiteY23" fmla="*/ 38786 h 292912"/>
                  <a:gd name="connsiteX24" fmla="*/ 123220 w 1313105"/>
                  <a:gd name="connsiteY24" fmla="*/ 30579 h 292912"/>
                  <a:gd name="connsiteX25" fmla="*/ 110744 w 1313105"/>
                  <a:gd name="connsiteY25" fmla="*/ 21477 h 292912"/>
                  <a:gd name="connsiteX26" fmla="*/ 83433 w 1313105"/>
                  <a:gd name="connsiteY26" fmla="*/ 20735 h 292912"/>
                  <a:gd name="connsiteX27" fmla="*/ 74696 w 1313105"/>
                  <a:gd name="connsiteY27" fmla="*/ 19775 h 292912"/>
                  <a:gd name="connsiteX28" fmla="*/ 0 w 1313105"/>
                  <a:gd name="connsiteY28" fmla="*/ 2685 h 292912"/>
                  <a:gd name="connsiteX29" fmla="*/ 609 w 1313105"/>
                  <a:gd name="connsiteY29" fmla="*/ 1288 h 292912"/>
                  <a:gd name="connsiteX30" fmla="*/ 1625 w 1313105"/>
                  <a:gd name="connsiteY30" fmla="*/ 0 h 292912"/>
                  <a:gd name="connsiteX31" fmla="*/ 76119 w 1313105"/>
                  <a:gd name="connsiteY31" fmla="*/ 17112 h 292912"/>
                  <a:gd name="connsiteX32" fmla="*/ 84043 w 1313105"/>
                  <a:gd name="connsiteY32" fmla="*/ 17963 h 292912"/>
                  <a:gd name="connsiteX33" fmla="*/ 112206 w 1313105"/>
                  <a:gd name="connsiteY33" fmla="*/ 18705 h 292912"/>
                  <a:gd name="connsiteX34" fmla="*/ 114116 w 1313105"/>
                  <a:gd name="connsiteY34" fmla="*/ 19229 h 292912"/>
                  <a:gd name="connsiteX35" fmla="*/ 127000 w 1313105"/>
                  <a:gd name="connsiteY35" fmla="*/ 28658 h 292912"/>
                  <a:gd name="connsiteX36" fmla="*/ 139516 w 1313105"/>
                  <a:gd name="connsiteY36" fmla="*/ 36756 h 292912"/>
                  <a:gd name="connsiteX37" fmla="*/ 152034 w 1313105"/>
                  <a:gd name="connsiteY37" fmla="*/ 40423 h 292912"/>
                  <a:gd name="connsiteX38" fmla="*/ 152806 w 1313105"/>
                  <a:gd name="connsiteY38" fmla="*/ 40750 h 292912"/>
                  <a:gd name="connsiteX39" fmla="*/ 165810 w 1313105"/>
                  <a:gd name="connsiteY39" fmla="*/ 48477 h 292912"/>
                  <a:gd name="connsiteX40" fmla="*/ 166299 w 1313105"/>
                  <a:gd name="connsiteY40" fmla="*/ 48957 h 292912"/>
                  <a:gd name="connsiteX41" fmla="*/ 179588 w 1313105"/>
                  <a:gd name="connsiteY41" fmla="*/ 67662 h 292912"/>
                  <a:gd name="connsiteX42" fmla="*/ 193690 w 1313105"/>
                  <a:gd name="connsiteY42" fmla="*/ 90667 h 292912"/>
                  <a:gd name="connsiteX43" fmla="*/ 207183 w 1313105"/>
                  <a:gd name="connsiteY43" fmla="*/ 117056 h 292912"/>
                  <a:gd name="connsiteX44" fmla="*/ 221285 w 1313105"/>
                  <a:gd name="connsiteY44" fmla="*/ 149250 h 292912"/>
                  <a:gd name="connsiteX45" fmla="*/ 235387 w 1313105"/>
                  <a:gd name="connsiteY45" fmla="*/ 179087 h 292912"/>
                  <a:gd name="connsiteX46" fmla="*/ 249570 w 1313105"/>
                  <a:gd name="connsiteY46" fmla="*/ 204820 h 292912"/>
                  <a:gd name="connsiteX47" fmla="*/ 263875 w 1313105"/>
                  <a:gd name="connsiteY47" fmla="*/ 228327 h 292912"/>
                  <a:gd name="connsiteX48" fmla="*/ 277570 w 1313105"/>
                  <a:gd name="connsiteY48" fmla="*/ 240594 h 292912"/>
                  <a:gd name="connsiteX49" fmla="*/ 292161 w 1313105"/>
                  <a:gd name="connsiteY49" fmla="*/ 245221 h 292912"/>
                  <a:gd name="connsiteX50" fmla="*/ 305857 w 1313105"/>
                  <a:gd name="connsiteY50" fmla="*/ 249368 h 292912"/>
                  <a:gd name="connsiteX51" fmla="*/ 349828 w 1313105"/>
                  <a:gd name="connsiteY51" fmla="*/ 261940 h 292912"/>
                  <a:gd name="connsiteX52" fmla="*/ 391119 w 1313105"/>
                  <a:gd name="connsiteY52" fmla="*/ 261984 h 292912"/>
                  <a:gd name="connsiteX53" fmla="*/ 392217 w 1313105"/>
                  <a:gd name="connsiteY53" fmla="*/ 262137 h 292912"/>
                  <a:gd name="connsiteX54" fmla="*/ 407091 w 1313105"/>
                  <a:gd name="connsiteY54" fmla="*/ 266349 h 292912"/>
                  <a:gd name="connsiteX55" fmla="*/ 1118087 w 1313105"/>
                  <a:gd name="connsiteY55" fmla="*/ 267310 h 292912"/>
                  <a:gd name="connsiteX56" fmla="*/ 1207292 w 1313105"/>
                  <a:gd name="connsiteY56" fmla="*/ 267310 h 292912"/>
                  <a:gd name="connsiteX57" fmla="*/ 1208267 w 1313105"/>
                  <a:gd name="connsiteY57" fmla="*/ 267419 h 292912"/>
                  <a:gd name="connsiteX58" fmla="*/ 1311534 w 1313105"/>
                  <a:gd name="connsiteY58" fmla="*/ 290162 h 292912"/>
                  <a:gd name="connsiteX59" fmla="*/ 1312915 w 1313105"/>
                  <a:gd name="connsiteY59" fmla="*/ 291974 h 292912"/>
                  <a:gd name="connsiteX60" fmla="*/ 1310559 w 1313105"/>
                  <a:gd name="connsiteY60" fmla="*/ 292890 h 29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313105" h="292912">
                    <a:moveTo>
                      <a:pt x="1310477" y="292912"/>
                    </a:moveTo>
                    <a:cubicBezTo>
                      <a:pt x="1310152" y="292912"/>
                      <a:pt x="1309867" y="292868"/>
                      <a:pt x="1309583" y="292803"/>
                    </a:cubicBezTo>
                    <a:lnTo>
                      <a:pt x="1206683" y="270147"/>
                    </a:lnTo>
                    <a:lnTo>
                      <a:pt x="1117965" y="270147"/>
                    </a:lnTo>
                    <a:lnTo>
                      <a:pt x="406359" y="269187"/>
                    </a:lnTo>
                    <a:cubicBezTo>
                      <a:pt x="405953" y="269187"/>
                      <a:pt x="405586" y="269143"/>
                      <a:pt x="405262" y="269034"/>
                    </a:cubicBezTo>
                    <a:lnTo>
                      <a:pt x="390265" y="264821"/>
                    </a:lnTo>
                    <a:lnTo>
                      <a:pt x="349097" y="264778"/>
                    </a:lnTo>
                    <a:cubicBezTo>
                      <a:pt x="348690" y="264778"/>
                      <a:pt x="348285" y="264712"/>
                      <a:pt x="347878" y="264603"/>
                    </a:cubicBezTo>
                    <a:lnTo>
                      <a:pt x="303337" y="251813"/>
                    </a:lnTo>
                    <a:lnTo>
                      <a:pt x="288746" y="247382"/>
                    </a:lnTo>
                    <a:lnTo>
                      <a:pt x="274361" y="242842"/>
                    </a:lnTo>
                    <a:cubicBezTo>
                      <a:pt x="273954" y="242733"/>
                      <a:pt x="273669" y="242515"/>
                      <a:pt x="273466" y="242362"/>
                    </a:cubicBezTo>
                    <a:lnTo>
                      <a:pt x="259160" y="229462"/>
                    </a:lnTo>
                    <a:lnTo>
                      <a:pt x="244571" y="205650"/>
                    </a:lnTo>
                    <a:lnTo>
                      <a:pt x="230307" y="179807"/>
                    </a:lnTo>
                    <a:lnTo>
                      <a:pt x="216327" y="150079"/>
                    </a:lnTo>
                    <a:lnTo>
                      <a:pt x="202346" y="117994"/>
                    </a:lnTo>
                    <a:lnTo>
                      <a:pt x="188447" y="90929"/>
                    </a:lnTo>
                    <a:lnTo>
                      <a:pt x="174873" y="68863"/>
                    </a:lnTo>
                    <a:lnTo>
                      <a:pt x="161665" y="50223"/>
                    </a:lnTo>
                    <a:lnTo>
                      <a:pt x="149271" y="42824"/>
                    </a:lnTo>
                    <a:lnTo>
                      <a:pt x="136590" y="39157"/>
                    </a:lnTo>
                    <a:cubicBezTo>
                      <a:pt x="136590" y="39157"/>
                      <a:pt x="136103" y="38939"/>
                      <a:pt x="135900" y="38786"/>
                    </a:cubicBezTo>
                    <a:lnTo>
                      <a:pt x="123220" y="30579"/>
                    </a:lnTo>
                    <a:lnTo>
                      <a:pt x="110744" y="21477"/>
                    </a:lnTo>
                    <a:lnTo>
                      <a:pt x="83433" y="20735"/>
                    </a:lnTo>
                    <a:lnTo>
                      <a:pt x="74696" y="19775"/>
                    </a:lnTo>
                    <a:lnTo>
                      <a:pt x="0" y="2685"/>
                    </a:lnTo>
                    <a:lnTo>
                      <a:pt x="609" y="1288"/>
                    </a:lnTo>
                    <a:lnTo>
                      <a:pt x="1625" y="0"/>
                    </a:lnTo>
                    <a:lnTo>
                      <a:pt x="76119" y="17112"/>
                    </a:lnTo>
                    <a:lnTo>
                      <a:pt x="84043" y="17963"/>
                    </a:lnTo>
                    <a:lnTo>
                      <a:pt x="112206" y="18705"/>
                    </a:lnTo>
                    <a:cubicBezTo>
                      <a:pt x="112897" y="18705"/>
                      <a:pt x="113589" y="18924"/>
                      <a:pt x="114116" y="19229"/>
                    </a:cubicBezTo>
                    <a:lnTo>
                      <a:pt x="127000" y="28658"/>
                    </a:lnTo>
                    <a:lnTo>
                      <a:pt x="139516" y="36756"/>
                    </a:lnTo>
                    <a:lnTo>
                      <a:pt x="152034" y="40423"/>
                    </a:lnTo>
                    <a:cubicBezTo>
                      <a:pt x="152034" y="40423"/>
                      <a:pt x="152724" y="40685"/>
                      <a:pt x="152806" y="40750"/>
                    </a:cubicBezTo>
                    <a:lnTo>
                      <a:pt x="165810" y="48477"/>
                    </a:lnTo>
                    <a:cubicBezTo>
                      <a:pt x="166014" y="48630"/>
                      <a:pt x="166217" y="48804"/>
                      <a:pt x="166299" y="48957"/>
                    </a:cubicBezTo>
                    <a:lnTo>
                      <a:pt x="179588" y="67662"/>
                    </a:lnTo>
                    <a:lnTo>
                      <a:pt x="193690" y="90667"/>
                    </a:lnTo>
                    <a:lnTo>
                      <a:pt x="207183" y="117056"/>
                    </a:lnTo>
                    <a:lnTo>
                      <a:pt x="221285" y="149250"/>
                    </a:lnTo>
                    <a:lnTo>
                      <a:pt x="235387" y="179087"/>
                    </a:lnTo>
                    <a:lnTo>
                      <a:pt x="249570" y="204820"/>
                    </a:lnTo>
                    <a:lnTo>
                      <a:pt x="263875" y="228327"/>
                    </a:lnTo>
                    <a:lnTo>
                      <a:pt x="277570" y="240594"/>
                    </a:lnTo>
                    <a:lnTo>
                      <a:pt x="292161" y="245221"/>
                    </a:lnTo>
                    <a:lnTo>
                      <a:pt x="305857" y="249368"/>
                    </a:lnTo>
                    <a:lnTo>
                      <a:pt x="349828" y="261940"/>
                    </a:lnTo>
                    <a:lnTo>
                      <a:pt x="391119" y="261984"/>
                    </a:lnTo>
                    <a:cubicBezTo>
                      <a:pt x="391525" y="261984"/>
                      <a:pt x="391891" y="262049"/>
                      <a:pt x="392217" y="262137"/>
                    </a:cubicBezTo>
                    <a:lnTo>
                      <a:pt x="407091" y="266349"/>
                    </a:lnTo>
                    <a:lnTo>
                      <a:pt x="1118087" y="267310"/>
                    </a:lnTo>
                    <a:lnTo>
                      <a:pt x="1207292" y="267310"/>
                    </a:lnTo>
                    <a:cubicBezTo>
                      <a:pt x="1207577" y="267310"/>
                      <a:pt x="1207983" y="267353"/>
                      <a:pt x="1208267" y="267419"/>
                    </a:cubicBezTo>
                    <a:lnTo>
                      <a:pt x="1311534" y="290162"/>
                    </a:lnTo>
                    <a:cubicBezTo>
                      <a:pt x="1312834" y="290424"/>
                      <a:pt x="1313444" y="291232"/>
                      <a:pt x="1312915" y="291974"/>
                    </a:cubicBezTo>
                    <a:cubicBezTo>
                      <a:pt x="1312509" y="292519"/>
                      <a:pt x="1311615" y="292890"/>
                      <a:pt x="1310559" y="2928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2" name="Freeform: Shape 781">
                <a:extLst>
                  <a:ext uri="{FF2B5EF4-FFF2-40B4-BE49-F238E27FC236}">
                    <a16:creationId xmlns:a16="http://schemas.microsoft.com/office/drawing/2014/main" id="{645651E0-BCFE-4A2B-96CE-B60DBA800A56}"/>
                  </a:ext>
                </a:extLst>
              </p:cNvPr>
              <p:cNvSpPr/>
              <p:nvPr/>
            </p:nvSpPr>
            <p:spPr>
              <a:xfrm>
                <a:off x="6528415" y="5572928"/>
                <a:ext cx="212470" cy="19892"/>
              </a:xfrm>
              <a:custGeom>
                <a:avLst/>
                <a:gdLst>
                  <a:gd name="connsiteX0" fmla="*/ 209819 w 212470"/>
                  <a:gd name="connsiteY0" fmla="*/ 19892 h 19892"/>
                  <a:gd name="connsiteX1" fmla="*/ 209615 w 212470"/>
                  <a:gd name="connsiteY1" fmla="*/ 19892 h 19892"/>
                  <a:gd name="connsiteX2" fmla="*/ 142356 w 212470"/>
                  <a:gd name="connsiteY2" fmla="*/ 15942 h 19892"/>
                  <a:gd name="connsiteX3" fmla="*/ 69733 w 212470"/>
                  <a:gd name="connsiteY3" fmla="*/ 13388 h 19892"/>
                  <a:gd name="connsiteX4" fmla="*/ 34416 w 212470"/>
                  <a:gd name="connsiteY4" fmla="*/ 8914 h 19892"/>
                  <a:gd name="connsiteX5" fmla="*/ 1701 w 212470"/>
                  <a:gd name="connsiteY5" fmla="*/ 2780 h 19892"/>
                  <a:gd name="connsiteX6" fmla="*/ 116 w 212470"/>
                  <a:gd name="connsiteY6" fmla="*/ 969 h 19892"/>
                  <a:gd name="connsiteX7" fmla="*/ 3408 w 212470"/>
                  <a:gd name="connsiteY7" fmla="*/ 52 h 19892"/>
                  <a:gd name="connsiteX8" fmla="*/ 35839 w 212470"/>
                  <a:gd name="connsiteY8" fmla="*/ 6185 h 19892"/>
                  <a:gd name="connsiteX9" fmla="*/ 70464 w 212470"/>
                  <a:gd name="connsiteY9" fmla="*/ 10616 h 19892"/>
                  <a:gd name="connsiteX10" fmla="*/ 142803 w 212470"/>
                  <a:gd name="connsiteY10" fmla="*/ 13126 h 19892"/>
                  <a:gd name="connsiteX11" fmla="*/ 210184 w 212470"/>
                  <a:gd name="connsiteY11" fmla="*/ 17077 h 19892"/>
                  <a:gd name="connsiteX12" fmla="*/ 212460 w 212470"/>
                  <a:gd name="connsiteY12" fmla="*/ 18670 h 19892"/>
                  <a:gd name="connsiteX13" fmla="*/ 209900 w 212470"/>
                  <a:gd name="connsiteY13" fmla="*/ 19892 h 19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70" h="19892">
                    <a:moveTo>
                      <a:pt x="209819" y="19892"/>
                    </a:moveTo>
                    <a:lnTo>
                      <a:pt x="209615" y="19892"/>
                    </a:lnTo>
                    <a:lnTo>
                      <a:pt x="142356" y="15942"/>
                    </a:lnTo>
                    <a:lnTo>
                      <a:pt x="69733" y="13388"/>
                    </a:lnTo>
                    <a:lnTo>
                      <a:pt x="34416" y="8914"/>
                    </a:lnTo>
                    <a:lnTo>
                      <a:pt x="1701" y="2780"/>
                    </a:lnTo>
                    <a:cubicBezTo>
                      <a:pt x="401" y="2518"/>
                      <a:pt x="-290" y="1711"/>
                      <a:pt x="116" y="969"/>
                    </a:cubicBezTo>
                    <a:cubicBezTo>
                      <a:pt x="604" y="227"/>
                      <a:pt x="1986" y="-144"/>
                      <a:pt x="3408" y="52"/>
                    </a:cubicBezTo>
                    <a:lnTo>
                      <a:pt x="35839" y="6185"/>
                    </a:lnTo>
                    <a:lnTo>
                      <a:pt x="70464" y="10616"/>
                    </a:lnTo>
                    <a:lnTo>
                      <a:pt x="142803" y="13126"/>
                    </a:lnTo>
                    <a:lnTo>
                      <a:pt x="210184" y="17077"/>
                    </a:lnTo>
                    <a:cubicBezTo>
                      <a:pt x="211566" y="17186"/>
                      <a:pt x="212582" y="17884"/>
                      <a:pt x="212460" y="18670"/>
                    </a:cubicBezTo>
                    <a:cubicBezTo>
                      <a:pt x="212257" y="19369"/>
                      <a:pt x="211160" y="19892"/>
                      <a:pt x="209900" y="1989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3" name="Freeform: Shape 782">
                <a:extLst>
                  <a:ext uri="{FF2B5EF4-FFF2-40B4-BE49-F238E27FC236}">
                    <a16:creationId xmlns:a16="http://schemas.microsoft.com/office/drawing/2014/main" id="{CEE45CE7-59C7-4980-B2EC-C3609D77461C}"/>
                  </a:ext>
                </a:extLst>
              </p:cNvPr>
              <p:cNvSpPr/>
              <p:nvPr/>
            </p:nvSpPr>
            <p:spPr>
              <a:xfrm>
                <a:off x="11534306" y="5822252"/>
                <a:ext cx="657693" cy="75856"/>
              </a:xfrm>
              <a:custGeom>
                <a:avLst/>
                <a:gdLst>
                  <a:gd name="connsiteX0" fmla="*/ 657694 w 657693"/>
                  <a:gd name="connsiteY0" fmla="*/ 72910 h 75856"/>
                  <a:gd name="connsiteX1" fmla="*/ 617298 w 657693"/>
                  <a:gd name="connsiteY1" fmla="*/ 73062 h 75856"/>
                  <a:gd name="connsiteX2" fmla="*/ 584948 w 657693"/>
                  <a:gd name="connsiteY2" fmla="*/ 63415 h 75856"/>
                  <a:gd name="connsiteX3" fmla="*/ 583648 w 657693"/>
                  <a:gd name="connsiteY3" fmla="*/ 63197 h 75856"/>
                  <a:gd name="connsiteX4" fmla="*/ 496718 w 657693"/>
                  <a:gd name="connsiteY4" fmla="*/ 64681 h 75856"/>
                  <a:gd name="connsiteX5" fmla="*/ 465060 w 657693"/>
                  <a:gd name="connsiteY5" fmla="*/ 53113 h 75856"/>
                  <a:gd name="connsiteX6" fmla="*/ 433605 w 657693"/>
                  <a:gd name="connsiteY6" fmla="*/ 45386 h 75856"/>
                  <a:gd name="connsiteX7" fmla="*/ 432508 w 657693"/>
                  <a:gd name="connsiteY7" fmla="*/ 45277 h 75856"/>
                  <a:gd name="connsiteX8" fmla="*/ 345578 w 657693"/>
                  <a:gd name="connsiteY8" fmla="*/ 45648 h 75856"/>
                  <a:gd name="connsiteX9" fmla="*/ 260641 w 657693"/>
                  <a:gd name="connsiteY9" fmla="*/ 47198 h 75856"/>
                  <a:gd name="connsiteX10" fmla="*/ 232843 w 657693"/>
                  <a:gd name="connsiteY10" fmla="*/ 37660 h 75856"/>
                  <a:gd name="connsiteX11" fmla="*/ 231664 w 657693"/>
                  <a:gd name="connsiteY11" fmla="*/ 37441 h 75856"/>
                  <a:gd name="connsiteX12" fmla="*/ 153880 w 657693"/>
                  <a:gd name="connsiteY12" fmla="*/ 34342 h 75856"/>
                  <a:gd name="connsiteX13" fmla="*/ 127992 w 657693"/>
                  <a:gd name="connsiteY13" fmla="*/ 23691 h 75856"/>
                  <a:gd name="connsiteX14" fmla="*/ 126814 w 657693"/>
                  <a:gd name="connsiteY14" fmla="*/ 23429 h 75856"/>
                  <a:gd name="connsiteX15" fmla="*/ 56181 w 657693"/>
                  <a:gd name="connsiteY15" fmla="*/ 17776 h 75856"/>
                  <a:gd name="connsiteX16" fmla="*/ 30984 w 657693"/>
                  <a:gd name="connsiteY16" fmla="*/ 7910 h 75856"/>
                  <a:gd name="connsiteX17" fmla="*/ 3715 w 657693"/>
                  <a:gd name="connsiteY17" fmla="*/ 140 h 75856"/>
                  <a:gd name="connsiteX18" fmla="*/ 260 w 657693"/>
                  <a:gd name="connsiteY18" fmla="*/ 773 h 75856"/>
                  <a:gd name="connsiteX19" fmla="*/ 1439 w 657693"/>
                  <a:gd name="connsiteY19" fmla="*/ 2628 h 75856"/>
                  <a:gd name="connsiteX20" fmla="*/ 28342 w 657693"/>
                  <a:gd name="connsiteY20" fmla="*/ 10289 h 75856"/>
                  <a:gd name="connsiteX21" fmla="*/ 53742 w 657693"/>
                  <a:gd name="connsiteY21" fmla="*/ 20264 h 75856"/>
                  <a:gd name="connsiteX22" fmla="*/ 54840 w 657693"/>
                  <a:gd name="connsiteY22" fmla="*/ 20482 h 75856"/>
                  <a:gd name="connsiteX23" fmla="*/ 125472 w 657693"/>
                  <a:gd name="connsiteY23" fmla="*/ 26179 h 75856"/>
                  <a:gd name="connsiteX24" fmla="*/ 151563 w 657693"/>
                  <a:gd name="connsiteY24" fmla="*/ 36830 h 75856"/>
                  <a:gd name="connsiteX25" fmla="*/ 152864 w 657693"/>
                  <a:gd name="connsiteY25" fmla="*/ 37092 h 75856"/>
                  <a:gd name="connsiteX26" fmla="*/ 230770 w 657693"/>
                  <a:gd name="connsiteY26" fmla="*/ 40192 h 75856"/>
                  <a:gd name="connsiteX27" fmla="*/ 258731 w 657693"/>
                  <a:gd name="connsiteY27" fmla="*/ 49795 h 75856"/>
                  <a:gd name="connsiteX28" fmla="*/ 260112 w 657693"/>
                  <a:gd name="connsiteY28" fmla="*/ 50014 h 75856"/>
                  <a:gd name="connsiteX29" fmla="*/ 345741 w 657693"/>
                  <a:gd name="connsiteY29" fmla="*/ 48420 h 75856"/>
                  <a:gd name="connsiteX30" fmla="*/ 432060 w 657693"/>
                  <a:gd name="connsiteY30" fmla="*/ 48093 h 75856"/>
                  <a:gd name="connsiteX31" fmla="*/ 462703 w 657693"/>
                  <a:gd name="connsiteY31" fmla="*/ 55557 h 75856"/>
                  <a:gd name="connsiteX32" fmla="*/ 494646 w 657693"/>
                  <a:gd name="connsiteY32" fmla="*/ 67235 h 75856"/>
                  <a:gd name="connsiteX33" fmla="*/ 496150 w 657693"/>
                  <a:gd name="connsiteY33" fmla="*/ 67497 h 75856"/>
                  <a:gd name="connsiteX34" fmla="*/ 583160 w 657693"/>
                  <a:gd name="connsiteY34" fmla="*/ 66012 h 75856"/>
                  <a:gd name="connsiteX35" fmla="*/ 615428 w 657693"/>
                  <a:gd name="connsiteY35" fmla="*/ 75703 h 75856"/>
                  <a:gd name="connsiteX36" fmla="*/ 616606 w 657693"/>
                  <a:gd name="connsiteY36" fmla="*/ 75856 h 75856"/>
                  <a:gd name="connsiteX37" fmla="*/ 657694 w 657693"/>
                  <a:gd name="connsiteY37" fmla="*/ 75703 h 75856"/>
                  <a:gd name="connsiteX38" fmla="*/ 657694 w 657693"/>
                  <a:gd name="connsiteY38" fmla="*/ 72888 h 7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57693" h="75856">
                    <a:moveTo>
                      <a:pt x="657694" y="72910"/>
                    </a:moveTo>
                    <a:lnTo>
                      <a:pt x="617298" y="73062"/>
                    </a:lnTo>
                    <a:lnTo>
                      <a:pt x="584948" y="63415"/>
                    </a:lnTo>
                    <a:cubicBezTo>
                      <a:pt x="584542" y="63262"/>
                      <a:pt x="584135" y="63197"/>
                      <a:pt x="583648" y="63197"/>
                    </a:cubicBezTo>
                    <a:lnTo>
                      <a:pt x="496718" y="64681"/>
                    </a:lnTo>
                    <a:lnTo>
                      <a:pt x="465060" y="53113"/>
                    </a:lnTo>
                    <a:lnTo>
                      <a:pt x="433605" y="45386"/>
                    </a:lnTo>
                    <a:cubicBezTo>
                      <a:pt x="433198" y="45321"/>
                      <a:pt x="432832" y="45277"/>
                      <a:pt x="432508" y="45277"/>
                    </a:cubicBezTo>
                    <a:lnTo>
                      <a:pt x="345578" y="45648"/>
                    </a:lnTo>
                    <a:lnTo>
                      <a:pt x="260641" y="47198"/>
                    </a:lnTo>
                    <a:lnTo>
                      <a:pt x="232843" y="37660"/>
                    </a:lnTo>
                    <a:cubicBezTo>
                      <a:pt x="232437" y="37507"/>
                      <a:pt x="232071" y="37441"/>
                      <a:pt x="231664" y="37441"/>
                    </a:cubicBezTo>
                    <a:lnTo>
                      <a:pt x="153880" y="34342"/>
                    </a:lnTo>
                    <a:lnTo>
                      <a:pt x="127992" y="23691"/>
                    </a:lnTo>
                    <a:cubicBezTo>
                      <a:pt x="127586" y="23582"/>
                      <a:pt x="127220" y="23472"/>
                      <a:pt x="126814" y="23429"/>
                    </a:cubicBezTo>
                    <a:lnTo>
                      <a:pt x="56181" y="17776"/>
                    </a:lnTo>
                    <a:lnTo>
                      <a:pt x="30984" y="7910"/>
                    </a:lnTo>
                    <a:lnTo>
                      <a:pt x="3715" y="140"/>
                    </a:lnTo>
                    <a:cubicBezTo>
                      <a:pt x="2414" y="-188"/>
                      <a:pt x="910" y="74"/>
                      <a:pt x="260" y="773"/>
                    </a:cubicBezTo>
                    <a:cubicBezTo>
                      <a:pt x="-349" y="1471"/>
                      <a:pt x="138" y="2323"/>
                      <a:pt x="1439" y="2628"/>
                    </a:cubicBezTo>
                    <a:lnTo>
                      <a:pt x="28342" y="10289"/>
                    </a:lnTo>
                    <a:lnTo>
                      <a:pt x="53742" y="20264"/>
                    </a:lnTo>
                    <a:cubicBezTo>
                      <a:pt x="54149" y="20373"/>
                      <a:pt x="54434" y="20482"/>
                      <a:pt x="54840" y="20482"/>
                    </a:cubicBezTo>
                    <a:lnTo>
                      <a:pt x="125472" y="26179"/>
                    </a:lnTo>
                    <a:lnTo>
                      <a:pt x="151563" y="36830"/>
                    </a:lnTo>
                    <a:cubicBezTo>
                      <a:pt x="151970" y="36983"/>
                      <a:pt x="152376" y="37092"/>
                      <a:pt x="152864" y="37092"/>
                    </a:cubicBezTo>
                    <a:lnTo>
                      <a:pt x="230770" y="40192"/>
                    </a:lnTo>
                    <a:lnTo>
                      <a:pt x="258731" y="49795"/>
                    </a:lnTo>
                    <a:cubicBezTo>
                      <a:pt x="259137" y="49948"/>
                      <a:pt x="259747" y="49948"/>
                      <a:pt x="260112" y="50014"/>
                    </a:cubicBezTo>
                    <a:lnTo>
                      <a:pt x="345741" y="48420"/>
                    </a:lnTo>
                    <a:lnTo>
                      <a:pt x="432060" y="48093"/>
                    </a:lnTo>
                    <a:lnTo>
                      <a:pt x="462703" y="55557"/>
                    </a:lnTo>
                    <a:lnTo>
                      <a:pt x="494646" y="67235"/>
                    </a:lnTo>
                    <a:cubicBezTo>
                      <a:pt x="495052" y="67453"/>
                      <a:pt x="495540" y="67497"/>
                      <a:pt x="496150" y="67497"/>
                    </a:cubicBezTo>
                    <a:lnTo>
                      <a:pt x="583160" y="66012"/>
                    </a:lnTo>
                    <a:lnTo>
                      <a:pt x="615428" y="75703"/>
                    </a:lnTo>
                    <a:cubicBezTo>
                      <a:pt x="615834" y="75812"/>
                      <a:pt x="616200" y="75812"/>
                      <a:pt x="616606" y="75856"/>
                    </a:cubicBezTo>
                    <a:lnTo>
                      <a:pt x="657694" y="75703"/>
                    </a:lnTo>
                    <a:lnTo>
                      <a:pt x="657694" y="7288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4" name="Freeform: Shape 783">
                <a:extLst>
                  <a:ext uri="{FF2B5EF4-FFF2-40B4-BE49-F238E27FC236}">
                    <a16:creationId xmlns:a16="http://schemas.microsoft.com/office/drawing/2014/main" id="{CAA5A194-BF22-4382-9D50-C3D26848AFBA}"/>
                  </a:ext>
                </a:extLst>
              </p:cNvPr>
              <p:cNvSpPr/>
              <p:nvPr/>
            </p:nvSpPr>
            <p:spPr>
              <a:xfrm>
                <a:off x="7185923" y="6151405"/>
                <a:ext cx="1153282" cy="4758"/>
              </a:xfrm>
              <a:custGeom>
                <a:avLst/>
                <a:gdLst>
                  <a:gd name="connsiteX0" fmla="*/ 1150722 w 1153282"/>
                  <a:gd name="connsiteY0" fmla="*/ 4758 h 4758"/>
                  <a:gd name="connsiteX1" fmla="*/ 1150722 w 1153282"/>
                  <a:gd name="connsiteY1" fmla="*/ 4758 h 4758"/>
                  <a:gd name="connsiteX2" fmla="*/ 2560 w 1153282"/>
                  <a:gd name="connsiteY2" fmla="*/ 2837 h 4758"/>
                  <a:gd name="connsiteX3" fmla="*/ 0 w 1153282"/>
                  <a:gd name="connsiteY3" fmla="*/ 1397 h 4758"/>
                  <a:gd name="connsiteX4" fmla="*/ 2560 w 1153282"/>
                  <a:gd name="connsiteY4" fmla="*/ 0 h 4758"/>
                  <a:gd name="connsiteX5" fmla="*/ 2560 w 1153282"/>
                  <a:gd name="connsiteY5" fmla="*/ 0 h 4758"/>
                  <a:gd name="connsiteX6" fmla="*/ 1150722 w 1153282"/>
                  <a:gd name="connsiteY6" fmla="*/ 1921 h 4758"/>
                  <a:gd name="connsiteX7" fmla="*/ 1153282 w 1153282"/>
                  <a:gd name="connsiteY7" fmla="*/ 3361 h 4758"/>
                  <a:gd name="connsiteX8" fmla="*/ 1150722 w 1153282"/>
                  <a:gd name="connsiteY8" fmla="*/ 4736 h 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3282" h="4758">
                    <a:moveTo>
                      <a:pt x="1150722" y="4758"/>
                    </a:moveTo>
                    <a:lnTo>
                      <a:pt x="1150722" y="4758"/>
                    </a:lnTo>
                    <a:lnTo>
                      <a:pt x="2560" y="2837"/>
                    </a:lnTo>
                    <a:cubicBezTo>
                      <a:pt x="1097" y="2837"/>
                      <a:pt x="0" y="2204"/>
                      <a:pt x="0" y="1397"/>
                    </a:cubicBezTo>
                    <a:cubicBezTo>
                      <a:pt x="0" y="589"/>
                      <a:pt x="1179" y="0"/>
                      <a:pt x="2560" y="0"/>
                    </a:cubicBezTo>
                    <a:lnTo>
                      <a:pt x="2560" y="0"/>
                    </a:lnTo>
                    <a:lnTo>
                      <a:pt x="1150722" y="1921"/>
                    </a:lnTo>
                    <a:cubicBezTo>
                      <a:pt x="1152225" y="1921"/>
                      <a:pt x="1153282" y="2554"/>
                      <a:pt x="1153282" y="3361"/>
                    </a:cubicBezTo>
                    <a:cubicBezTo>
                      <a:pt x="1153282" y="4103"/>
                      <a:pt x="1152103" y="4736"/>
                      <a:pt x="1150722" y="47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5" name="Freeform: Shape 784">
                <a:extLst>
                  <a:ext uri="{FF2B5EF4-FFF2-40B4-BE49-F238E27FC236}">
                    <a16:creationId xmlns:a16="http://schemas.microsoft.com/office/drawing/2014/main" id="{EEF8EAB4-B162-4894-8767-03E32B326EB1}"/>
                  </a:ext>
                </a:extLst>
              </p:cNvPr>
              <p:cNvSpPr/>
              <p:nvPr/>
            </p:nvSpPr>
            <p:spPr>
              <a:xfrm>
                <a:off x="11751438" y="5848649"/>
                <a:ext cx="413748" cy="25253"/>
              </a:xfrm>
              <a:custGeom>
                <a:avLst/>
                <a:gdLst>
                  <a:gd name="connsiteX0" fmla="*/ 411179 w 413748"/>
                  <a:gd name="connsiteY0" fmla="*/ 25253 h 25253"/>
                  <a:gd name="connsiteX1" fmla="*/ 410976 w 413748"/>
                  <a:gd name="connsiteY1" fmla="*/ 25253 h 25253"/>
                  <a:gd name="connsiteX2" fmla="*/ 323966 w 413748"/>
                  <a:gd name="connsiteY2" fmla="*/ 21455 h 25253"/>
                  <a:gd name="connsiteX3" fmla="*/ 242808 w 413748"/>
                  <a:gd name="connsiteY3" fmla="*/ 18247 h 25253"/>
                  <a:gd name="connsiteX4" fmla="*/ 213344 w 413748"/>
                  <a:gd name="connsiteY4" fmla="*/ 14951 h 25253"/>
                  <a:gd name="connsiteX5" fmla="*/ 132876 w 413748"/>
                  <a:gd name="connsiteY5" fmla="*/ 11066 h 25253"/>
                  <a:gd name="connsiteX6" fmla="*/ 36519 w 413748"/>
                  <a:gd name="connsiteY6" fmla="*/ 4605 h 25253"/>
                  <a:gd name="connsiteX7" fmla="*/ 2299 w 413748"/>
                  <a:gd name="connsiteY7" fmla="*/ 2837 h 25253"/>
                  <a:gd name="connsiteX8" fmla="*/ 24 w 413748"/>
                  <a:gd name="connsiteY8" fmla="*/ 1288 h 25253"/>
                  <a:gd name="connsiteX9" fmla="*/ 2788 w 413748"/>
                  <a:gd name="connsiteY9" fmla="*/ 0 h 25253"/>
                  <a:gd name="connsiteX10" fmla="*/ 37006 w 413748"/>
                  <a:gd name="connsiteY10" fmla="*/ 1812 h 25253"/>
                  <a:gd name="connsiteX11" fmla="*/ 133363 w 413748"/>
                  <a:gd name="connsiteY11" fmla="*/ 8207 h 25253"/>
                  <a:gd name="connsiteX12" fmla="*/ 214034 w 413748"/>
                  <a:gd name="connsiteY12" fmla="*/ 12092 h 25253"/>
                  <a:gd name="connsiteX13" fmla="*/ 243498 w 413748"/>
                  <a:gd name="connsiteY13" fmla="*/ 15388 h 25253"/>
                  <a:gd name="connsiteX14" fmla="*/ 324371 w 413748"/>
                  <a:gd name="connsiteY14" fmla="*/ 18596 h 25253"/>
                  <a:gd name="connsiteX15" fmla="*/ 411382 w 413748"/>
                  <a:gd name="connsiteY15" fmla="*/ 22372 h 25253"/>
                  <a:gd name="connsiteX16" fmla="*/ 413739 w 413748"/>
                  <a:gd name="connsiteY16" fmla="*/ 23922 h 25253"/>
                  <a:gd name="connsiteX17" fmla="*/ 411179 w 413748"/>
                  <a:gd name="connsiteY17" fmla="*/ 25210 h 2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13748" h="25253">
                    <a:moveTo>
                      <a:pt x="411179" y="25253"/>
                    </a:moveTo>
                    <a:lnTo>
                      <a:pt x="410976" y="25253"/>
                    </a:lnTo>
                    <a:lnTo>
                      <a:pt x="323966" y="21455"/>
                    </a:lnTo>
                    <a:lnTo>
                      <a:pt x="242808" y="18247"/>
                    </a:lnTo>
                    <a:lnTo>
                      <a:pt x="213344" y="14951"/>
                    </a:lnTo>
                    <a:lnTo>
                      <a:pt x="132876" y="11066"/>
                    </a:lnTo>
                    <a:lnTo>
                      <a:pt x="36519" y="4605"/>
                    </a:lnTo>
                    <a:lnTo>
                      <a:pt x="2299" y="2837"/>
                    </a:lnTo>
                    <a:cubicBezTo>
                      <a:pt x="918" y="2794"/>
                      <a:pt x="-179" y="2095"/>
                      <a:pt x="24" y="1288"/>
                    </a:cubicBezTo>
                    <a:cubicBezTo>
                      <a:pt x="106" y="546"/>
                      <a:pt x="1324" y="0"/>
                      <a:pt x="2788" y="0"/>
                    </a:cubicBezTo>
                    <a:lnTo>
                      <a:pt x="37006" y="1812"/>
                    </a:lnTo>
                    <a:lnTo>
                      <a:pt x="133363" y="8207"/>
                    </a:lnTo>
                    <a:lnTo>
                      <a:pt x="214034" y="12092"/>
                    </a:lnTo>
                    <a:lnTo>
                      <a:pt x="243498" y="15388"/>
                    </a:lnTo>
                    <a:lnTo>
                      <a:pt x="324371" y="18596"/>
                    </a:lnTo>
                    <a:lnTo>
                      <a:pt x="411382" y="22372"/>
                    </a:lnTo>
                    <a:cubicBezTo>
                      <a:pt x="412763" y="22416"/>
                      <a:pt x="413861" y="23114"/>
                      <a:pt x="413739" y="23922"/>
                    </a:cubicBezTo>
                    <a:cubicBezTo>
                      <a:pt x="413657" y="24664"/>
                      <a:pt x="412439" y="25210"/>
                      <a:pt x="411179" y="2521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6" name="Freeform: Shape 785">
                <a:extLst>
                  <a:ext uri="{FF2B5EF4-FFF2-40B4-BE49-F238E27FC236}">
                    <a16:creationId xmlns:a16="http://schemas.microsoft.com/office/drawing/2014/main" id="{8AE8DD59-2128-4BB1-B707-5763AEAE7230}"/>
                  </a:ext>
                </a:extLst>
              </p:cNvPr>
              <p:cNvSpPr/>
              <p:nvPr/>
            </p:nvSpPr>
            <p:spPr>
              <a:xfrm>
                <a:off x="11891316" y="5828729"/>
                <a:ext cx="177492" cy="17955"/>
              </a:xfrm>
              <a:custGeom>
                <a:avLst/>
                <a:gdLst>
                  <a:gd name="connsiteX0" fmla="*/ 175066 w 177492"/>
                  <a:gd name="connsiteY0" fmla="*/ 17955 h 17955"/>
                  <a:gd name="connsiteX1" fmla="*/ 173887 w 177492"/>
                  <a:gd name="connsiteY1" fmla="*/ 17781 h 17955"/>
                  <a:gd name="connsiteX2" fmla="*/ 166531 w 177492"/>
                  <a:gd name="connsiteY2" fmla="*/ 15707 h 17955"/>
                  <a:gd name="connsiteX3" fmla="*/ 140440 w 177492"/>
                  <a:gd name="connsiteY3" fmla="*/ 13415 h 17955"/>
                  <a:gd name="connsiteX4" fmla="*/ 137148 w 177492"/>
                  <a:gd name="connsiteY4" fmla="*/ 14900 h 17955"/>
                  <a:gd name="connsiteX5" fmla="*/ 134750 w 177492"/>
                  <a:gd name="connsiteY5" fmla="*/ 15162 h 17955"/>
                  <a:gd name="connsiteX6" fmla="*/ 109960 w 177492"/>
                  <a:gd name="connsiteY6" fmla="*/ 10622 h 17955"/>
                  <a:gd name="connsiteX7" fmla="*/ 39409 w 177492"/>
                  <a:gd name="connsiteY7" fmla="*/ 5558 h 17955"/>
                  <a:gd name="connsiteX8" fmla="*/ 27989 w 177492"/>
                  <a:gd name="connsiteY8" fmla="*/ 5230 h 17955"/>
                  <a:gd name="connsiteX9" fmla="*/ 2101 w 177492"/>
                  <a:gd name="connsiteY9" fmla="*/ 2786 h 17955"/>
                  <a:gd name="connsiteX10" fmla="*/ 29 w 177492"/>
                  <a:gd name="connsiteY10" fmla="*/ 1193 h 17955"/>
                  <a:gd name="connsiteX11" fmla="*/ 2995 w 177492"/>
                  <a:gd name="connsiteY11" fmla="*/ 14 h 17955"/>
                  <a:gd name="connsiteX12" fmla="*/ 28599 w 177492"/>
                  <a:gd name="connsiteY12" fmla="*/ 2459 h 17955"/>
                  <a:gd name="connsiteX13" fmla="*/ 39897 w 177492"/>
                  <a:gd name="connsiteY13" fmla="*/ 2720 h 17955"/>
                  <a:gd name="connsiteX14" fmla="*/ 111058 w 177492"/>
                  <a:gd name="connsiteY14" fmla="*/ 7850 h 17955"/>
                  <a:gd name="connsiteX15" fmla="*/ 134953 w 177492"/>
                  <a:gd name="connsiteY15" fmla="*/ 12215 h 17955"/>
                  <a:gd name="connsiteX16" fmla="*/ 137920 w 177492"/>
                  <a:gd name="connsiteY16" fmla="*/ 10818 h 17955"/>
                  <a:gd name="connsiteX17" fmla="*/ 139993 w 177492"/>
                  <a:gd name="connsiteY17" fmla="*/ 10491 h 17955"/>
                  <a:gd name="connsiteX18" fmla="*/ 167669 w 177492"/>
                  <a:gd name="connsiteY18" fmla="*/ 12892 h 17955"/>
                  <a:gd name="connsiteX19" fmla="*/ 168359 w 177492"/>
                  <a:gd name="connsiteY19" fmla="*/ 13044 h 17955"/>
                  <a:gd name="connsiteX20" fmla="*/ 176082 w 177492"/>
                  <a:gd name="connsiteY20" fmla="*/ 15227 h 17955"/>
                  <a:gd name="connsiteX21" fmla="*/ 177179 w 177492"/>
                  <a:gd name="connsiteY21" fmla="*/ 17082 h 17955"/>
                  <a:gd name="connsiteX22" fmla="*/ 174984 w 177492"/>
                  <a:gd name="connsiteY22" fmla="*/ 17890 h 17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7492" h="17955">
                    <a:moveTo>
                      <a:pt x="175066" y="17955"/>
                    </a:moveTo>
                    <a:cubicBezTo>
                      <a:pt x="174659" y="17955"/>
                      <a:pt x="174293" y="17890"/>
                      <a:pt x="173887" y="17781"/>
                    </a:cubicBezTo>
                    <a:lnTo>
                      <a:pt x="166531" y="15707"/>
                    </a:lnTo>
                    <a:lnTo>
                      <a:pt x="140440" y="13415"/>
                    </a:lnTo>
                    <a:lnTo>
                      <a:pt x="137148" y="14900"/>
                    </a:lnTo>
                    <a:cubicBezTo>
                      <a:pt x="136539" y="15227"/>
                      <a:pt x="135564" y="15314"/>
                      <a:pt x="134750" y="15162"/>
                    </a:cubicBezTo>
                    <a:lnTo>
                      <a:pt x="109960" y="10622"/>
                    </a:lnTo>
                    <a:lnTo>
                      <a:pt x="39409" y="5558"/>
                    </a:lnTo>
                    <a:lnTo>
                      <a:pt x="27989" y="5230"/>
                    </a:lnTo>
                    <a:lnTo>
                      <a:pt x="2101" y="2786"/>
                    </a:lnTo>
                    <a:cubicBezTo>
                      <a:pt x="719" y="2677"/>
                      <a:pt x="-175" y="1935"/>
                      <a:pt x="29" y="1193"/>
                    </a:cubicBezTo>
                    <a:cubicBezTo>
                      <a:pt x="232" y="450"/>
                      <a:pt x="1532" y="-95"/>
                      <a:pt x="2995" y="14"/>
                    </a:cubicBezTo>
                    <a:lnTo>
                      <a:pt x="28599" y="2459"/>
                    </a:lnTo>
                    <a:lnTo>
                      <a:pt x="39897" y="2720"/>
                    </a:lnTo>
                    <a:lnTo>
                      <a:pt x="111058" y="7850"/>
                    </a:lnTo>
                    <a:lnTo>
                      <a:pt x="134953" y="12215"/>
                    </a:lnTo>
                    <a:lnTo>
                      <a:pt x="137920" y="10818"/>
                    </a:lnTo>
                    <a:cubicBezTo>
                      <a:pt x="138530" y="10556"/>
                      <a:pt x="139221" y="10447"/>
                      <a:pt x="139993" y="10491"/>
                    </a:cubicBezTo>
                    <a:lnTo>
                      <a:pt x="167669" y="12892"/>
                    </a:lnTo>
                    <a:cubicBezTo>
                      <a:pt x="167872" y="12935"/>
                      <a:pt x="168156" y="13001"/>
                      <a:pt x="168359" y="13044"/>
                    </a:cubicBezTo>
                    <a:lnTo>
                      <a:pt x="176082" y="15227"/>
                    </a:lnTo>
                    <a:cubicBezTo>
                      <a:pt x="177381" y="15598"/>
                      <a:pt x="177869" y="16449"/>
                      <a:pt x="177179" y="17082"/>
                    </a:cubicBezTo>
                    <a:cubicBezTo>
                      <a:pt x="176772" y="17606"/>
                      <a:pt x="175878" y="17890"/>
                      <a:pt x="174984" y="1789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7" name="Freeform: Shape 786">
                <a:extLst>
                  <a:ext uri="{FF2B5EF4-FFF2-40B4-BE49-F238E27FC236}">
                    <a16:creationId xmlns:a16="http://schemas.microsoft.com/office/drawing/2014/main" id="{E1D1BDBA-C739-4CAC-8608-04D4B01CEE4A}"/>
                  </a:ext>
                </a:extLst>
              </p:cNvPr>
              <p:cNvSpPr/>
              <p:nvPr/>
            </p:nvSpPr>
            <p:spPr>
              <a:xfrm>
                <a:off x="11461979" y="5808177"/>
                <a:ext cx="730020" cy="14716"/>
              </a:xfrm>
              <a:custGeom>
                <a:avLst/>
                <a:gdLst>
                  <a:gd name="connsiteX0" fmla="*/ 730021 w 730020"/>
                  <a:gd name="connsiteY0" fmla="*/ 11857 h 14716"/>
                  <a:gd name="connsiteX1" fmla="*/ 719983 w 730020"/>
                  <a:gd name="connsiteY1" fmla="*/ 11683 h 14716"/>
                  <a:gd name="connsiteX2" fmla="*/ 433349 w 730020"/>
                  <a:gd name="connsiteY2" fmla="*/ 8234 h 14716"/>
                  <a:gd name="connsiteX3" fmla="*/ 361822 w 730020"/>
                  <a:gd name="connsiteY3" fmla="*/ 7164 h 14716"/>
                  <a:gd name="connsiteX4" fmla="*/ 286597 w 730020"/>
                  <a:gd name="connsiteY4" fmla="*/ 5527 h 14716"/>
                  <a:gd name="connsiteX5" fmla="*/ 218729 w 730020"/>
                  <a:gd name="connsiteY5" fmla="*/ 3607 h 14716"/>
                  <a:gd name="connsiteX6" fmla="*/ 146999 w 730020"/>
                  <a:gd name="connsiteY6" fmla="*/ 1533 h 14716"/>
                  <a:gd name="connsiteX7" fmla="*/ 74660 w 730020"/>
                  <a:gd name="connsiteY7" fmla="*/ 1118 h 14716"/>
                  <a:gd name="connsiteX8" fmla="*/ 63036 w 730020"/>
                  <a:gd name="connsiteY8" fmla="*/ 2668 h 14716"/>
                  <a:gd name="connsiteX9" fmla="*/ 2809 w 730020"/>
                  <a:gd name="connsiteY9" fmla="*/ 5 h 14716"/>
                  <a:gd name="connsiteX10" fmla="*/ 5 w 730020"/>
                  <a:gd name="connsiteY10" fmla="*/ 1271 h 14716"/>
                  <a:gd name="connsiteX11" fmla="*/ 2280 w 730020"/>
                  <a:gd name="connsiteY11" fmla="*/ 2777 h 14716"/>
                  <a:gd name="connsiteX12" fmla="*/ 62997 w 730020"/>
                  <a:gd name="connsiteY12" fmla="*/ 5484 h 14716"/>
                  <a:gd name="connsiteX13" fmla="*/ 63809 w 730020"/>
                  <a:gd name="connsiteY13" fmla="*/ 5418 h 14716"/>
                  <a:gd name="connsiteX14" fmla="*/ 75228 w 730020"/>
                  <a:gd name="connsiteY14" fmla="*/ 3869 h 14716"/>
                  <a:gd name="connsiteX15" fmla="*/ 146755 w 730020"/>
                  <a:gd name="connsiteY15" fmla="*/ 4349 h 14716"/>
                  <a:gd name="connsiteX16" fmla="*/ 218363 w 730020"/>
                  <a:gd name="connsiteY16" fmla="*/ 6422 h 14716"/>
                  <a:gd name="connsiteX17" fmla="*/ 277697 w 730020"/>
                  <a:gd name="connsiteY17" fmla="*/ 7907 h 14716"/>
                  <a:gd name="connsiteX18" fmla="*/ 286232 w 730020"/>
                  <a:gd name="connsiteY18" fmla="*/ 8321 h 14716"/>
                  <a:gd name="connsiteX19" fmla="*/ 361660 w 730020"/>
                  <a:gd name="connsiteY19" fmla="*/ 9980 h 14716"/>
                  <a:gd name="connsiteX20" fmla="*/ 433186 w 730020"/>
                  <a:gd name="connsiteY20" fmla="*/ 11050 h 14716"/>
                  <a:gd name="connsiteX21" fmla="*/ 648213 w 730020"/>
                  <a:gd name="connsiteY21" fmla="*/ 13603 h 14716"/>
                  <a:gd name="connsiteX22" fmla="*/ 729980 w 730020"/>
                  <a:gd name="connsiteY22" fmla="*/ 14716 h 14716"/>
                  <a:gd name="connsiteX23" fmla="*/ 729980 w 730020"/>
                  <a:gd name="connsiteY23" fmla="*/ 11835 h 1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30020" h="14716">
                    <a:moveTo>
                      <a:pt x="730021" y="11857"/>
                    </a:moveTo>
                    <a:lnTo>
                      <a:pt x="719983" y="11683"/>
                    </a:lnTo>
                    <a:lnTo>
                      <a:pt x="433349" y="8234"/>
                    </a:lnTo>
                    <a:lnTo>
                      <a:pt x="361822" y="7164"/>
                    </a:lnTo>
                    <a:lnTo>
                      <a:pt x="286597" y="5527"/>
                    </a:lnTo>
                    <a:lnTo>
                      <a:pt x="218729" y="3607"/>
                    </a:lnTo>
                    <a:lnTo>
                      <a:pt x="146999" y="1533"/>
                    </a:lnTo>
                    <a:lnTo>
                      <a:pt x="74660" y="1118"/>
                    </a:lnTo>
                    <a:lnTo>
                      <a:pt x="63036" y="2668"/>
                    </a:lnTo>
                    <a:lnTo>
                      <a:pt x="2809" y="5"/>
                    </a:lnTo>
                    <a:cubicBezTo>
                      <a:pt x="1305" y="-60"/>
                      <a:pt x="126" y="486"/>
                      <a:pt x="5" y="1271"/>
                    </a:cubicBezTo>
                    <a:cubicBezTo>
                      <a:pt x="-77" y="2013"/>
                      <a:pt x="899" y="2712"/>
                      <a:pt x="2280" y="2777"/>
                    </a:cubicBezTo>
                    <a:lnTo>
                      <a:pt x="62997" y="5484"/>
                    </a:lnTo>
                    <a:cubicBezTo>
                      <a:pt x="63321" y="5484"/>
                      <a:pt x="63606" y="5484"/>
                      <a:pt x="63809" y="5418"/>
                    </a:cubicBezTo>
                    <a:lnTo>
                      <a:pt x="75228" y="3869"/>
                    </a:lnTo>
                    <a:lnTo>
                      <a:pt x="146755" y="4349"/>
                    </a:lnTo>
                    <a:lnTo>
                      <a:pt x="218363" y="6422"/>
                    </a:lnTo>
                    <a:lnTo>
                      <a:pt x="277697" y="7907"/>
                    </a:lnTo>
                    <a:lnTo>
                      <a:pt x="286232" y="8321"/>
                    </a:lnTo>
                    <a:lnTo>
                      <a:pt x="361660" y="9980"/>
                    </a:lnTo>
                    <a:lnTo>
                      <a:pt x="433186" y="11050"/>
                    </a:lnTo>
                    <a:lnTo>
                      <a:pt x="648213" y="13603"/>
                    </a:lnTo>
                    <a:lnTo>
                      <a:pt x="729980" y="14716"/>
                    </a:lnTo>
                    <a:lnTo>
                      <a:pt x="729980" y="1183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8" name="Freeform: Shape 787">
                <a:extLst>
                  <a:ext uri="{FF2B5EF4-FFF2-40B4-BE49-F238E27FC236}">
                    <a16:creationId xmlns:a16="http://schemas.microsoft.com/office/drawing/2014/main" id="{50296CAF-6407-4C19-B9D9-987E967F4872}"/>
                  </a:ext>
                </a:extLst>
              </p:cNvPr>
              <p:cNvSpPr/>
              <p:nvPr/>
            </p:nvSpPr>
            <p:spPr>
              <a:xfrm>
                <a:off x="11621729" y="5815264"/>
                <a:ext cx="570351" cy="10641"/>
              </a:xfrm>
              <a:custGeom>
                <a:avLst/>
                <a:gdLst>
                  <a:gd name="connsiteX0" fmla="*/ 570270 w 570351"/>
                  <a:gd name="connsiteY0" fmla="*/ 7804 h 10641"/>
                  <a:gd name="connsiteX1" fmla="*/ 515081 w 570351"/>
                  <a:gd name="connsiteY1" fmla="*/ 6953 h 10641"/>
                  <a:gd name="connsiteX2" fmla="*/ 371134 w 570351"/>
                  <a:gd name="connsiteY2" fmla="*/ 5142 h 10641"/>
                  <a:gd name="connsiteX3" fmla="*/ 299323 w 570351"/>
                  <a:gd name="connsiteY3" fmla="*/ 4399 h 10641"/>
                  <a:gd name="connsiteX4" fmla="*/ 227187 w 570351"/>
                  <a:gd name="connsiteY4" fmla="*/ 3133 h 10641"/>
                  <a:gd name="connsiteX5" fmla="*/ 156149 w 570351"/>
                  <a:gd name="connsiteY5" fmla="*/ 3876 h 10641"/>
                  <a:gd name="connsiteX6" fmla="*/ 85923 w 570351"/>
                  <a:gd name="connsiteY6" fmla="*/ 4203 h 10641"/>
                  <a:gd name="connsiteX7" fmla="*/ 74137 w 570351"/>
                  <a:gd name="connsiteY7" fmla="*/ 3199 h 10641"/>
                  <a:gd name="connsiteX8" fmla="*/ 60847 w 570351"/>
                  <a:gd name="connsiteY8" fmla="*/ 2304 h 10641"/>
                  <a:gd name="connsiteX9" fmla="*/ 2692 w 570351"/>
                  <a:gd name="connsiteY9" fmla="*/ 12 h 10641"/>
                  <a:gd name="connsiteX10" fmla="*/ 9 w 570351"/>
                  <a:gd name="connsiteY10" fmla="*/ 1344 h 10641"/>
                  <a:gd name="connsiteX11" fmla="*/ 2407 w 570351"/>
                  <a:gd name="connsiteY11" fmla="*/ 2828 h 10641"/>
                  <a:gd name="connsiteX12" fmla="*/ 55483 w 570351"/>
                  <a:gd name="connsiteY12" fmla="*/ 4901 h 10641"/>
                  <a:gd name="connsiteX13" fmla="*/ 73446 w 570351"/>
                  <a:gd name="connsiteY13" fmla="*/ 6015 h 10641"/>
                  <a:gd name="connsiteX14" fmla="*/ 85557 w 570351"/>
                  <a:gd name="connsiteY14" fmla="*/ 7040 h 10641"/>
                  <a:gd name="connsiteX15" fmla="*/ 156311 w 570351"/>
                  <a:gd name="connsiteY15" fmla="*/ 6713 h 10641"/>
                  <a:gd name="connsiteX16" fmla="*/ 227269 w 570351"/>
                  <a:gd name="connsiteY16" fmla="*/ 5971 h 10641"/>
                  <a:gd name="connsiteX17" fmla="*/ 299283 w 570351"/>
                  <a:gd name="connsiteY17" fmla="*/ 7237 h 10641"/>
                  <a:gd name="connsiteX18" fmla="*/ 515081 w 570351"/>
                  <a:gd name="connsiteY18" fmla="*/ 9791 h 10641"/>
                  <a:gd name="connsiteX19" fmla="*/ 570351 w 570351"/>
                  <a:gd name="connsiteY19" fmla="*/ 10642 h 10641"/>
                  <a:gd name="connsiteX20" fmla="*/ 570351 w 570351"/>
                  <a:gd name="connsiteY20" fmla="*/ 7826 h 10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0351" h="10641">
                    <a:moveTo>
                      <a:pt x="570270" y="7804"/>
                    </a:moveTo>
                    <a:lnTo>
                      <a:pt x="515081" y="6953"/>
                    </a:lnTo>
                    <a:lnTo>
                      <a:pt x="371134" y="5142"/>
                    </a:lnTo>
                    <a:lnTo>
                      <a:pt x="299323" y="4399"/>
                    </a:lnTo>
                    <a:lnTo>
                      <a:pt x="227187" y="3133"/>
                    </a:lnTo>
                    <a:lnTo>
                      <a:pt x="156149" y="3876"/>
                    </a:lnTo>
                    <a:lnTo>
                      <a:pt x="85923" y="4203"/>
                    </a:lnTo>
                    <a:lnTo>
                      <a:pt x="74137" y="3199"/>
                    </a:lnTo>
                    <a:lnTo>
                      <a:pt x="60847" y="2304"/>
                    </a:lnTo>
                    <a:lnTo>
                      <a:pt x="2692" y="12"/>
                    </a:lnTo>
                    <a:cubicBezTo>
                      <a:pt x="1188" y="-97"/>
                      <a:pt x="91" y="536"/>
                      <a:pt x="9" y="1344"/>
                    </a:cubicBezTo>
                    <a:cubicBezTo>
                      <a:pt x="-113" y="2086"/>
                      <a:pt x="985" y="2784"/>
                      <a:pt x="2407" y="2828"/>
                    </a:cubicBezTo>
                    <a:lnTo>
                      <a:pt x="55483" y="4901"/>
                    </a:lnTo>
                    <a:lnTo>
                      <a:pt x="73446" y="6015"/>
                    </a:lnTo>
                    <a:lnTo>
                      <a:pt x="85557" y="7040"/>
                    </a:lnTo>
                    <a:lnTo>
                      <a:pt x="156311" y="6713"/>
                    </a:lnTo>
                    <a:lnTo>
                      <a:pt x="227269" y="5971"/>
                    </a:lnTo>
                    <a:lnTo>
                      <a:pt x="299283" y="7237"/>
                    </a:lnTo>
                    <a:lnTo>
                      <a:pt x="515081" y="9791"/>
                    </a:lnTo>
                    <a:lnTo>
                      <a:pt x="570351" y="10642"/>
                    </a:lnTo>
                    <a:lnTo>
                      <a:pt x="570351" y="782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89" name="Freeform: Shape 788">
                <a:extLst>
                  <a:ext uri="{FF2B5EF4-FFF2-40B4-BE49-F238E27FC236}">
                    <a16:creationId xmlns:a16="http://schemas.microsoft.com/office/drawing/2014/main" id="{D46FA391-0D05-49B6-BD9A-2547CE6464AA}"/>
                  </a:ext>
                </a:extLst>
              </p:cNvPr>
              <p:cNvSpPr/>
              <p:nvPr/>
            </p:nvSpPr>
            <p:spPr>
              <a:xfrm>
                <a:off x="-40" y="5989503"/>
                <a:ext cx="3883192" cy="163473"/>
              </a:xfrm>
              <a:custGeom>
                <a:avLst/>
                <a:gdLst>
                  <a:gd name="connsiteX0" fmla="*/ 3882258 w 3883192"/>
                  <a:gd name="connsiteY0" fmla="*/ 298 h 163473"/>
                  <a:gd name="connsiteX1" fmla="*/ 3878682 w 3883192"/>
                  <a:gd name="connsiteY1" fmla="*/ 560 h 163473"/>
                  <a:gd name="connsiteX2" fmla="*/ 3859825 w 3883192"/>
                  <a:gd name="connsiteY2" fmla="*/ 14158 h 163473"/>
                  <a:gd name="connsiteX3" fmla="*/ 3745626 w 3883192"/>
                  <a:gd name="connsiteY3" fmla="*/ 26468 h 163473"/>
                  <a:gd name="connsiteX4" fmla="*/ 3629680 w 3883192"/>
                  <a:gd name="connsiteY4" fmla="*/ 39302 h 163473"/>
                  <a:gd name="connsiteX5" fmla="*/ 3512637 w 3883192"/>
                  <a:gd name="connsiteY5" fmla="*/ 48251 h 163473"/>
                  <a:gd name="connsiteX6" fmla="*/ 3394415 w 3883192"/>
                  <a:gd name="connsiteY6" fmla="*/ 51983 h 163473"/>
                  <a:gd name="connsiteX7" fmla="*/ 3392790 w 3883192"/>
                  <a:gd name="connsiteY7" fmla="*/ 52398 h 163473"/>
                  <a:gd name="connsiteX8" fmla="*/ 3370844 w 3883192"/>
                  <a:gd name="connsiteY8" fmla="*/ 64817 h 163473"/>
                  <a:gd name="connsiteX9" fmla="*/ 3251972 w 3883192"/>
                  <a:gd name="connsiteY9" fmla="*/ 61347 h 163473"/>
                  <a:gd name="connsiteX10" fmla="*/ 3130499 w 3883192"/>
                  <a:gd name="connsiteY10" fmla="*/ 50368 h 163473"/>
                  <a:gd name="connsiteX11" fmla="*/ 3009595 w 3883192"/>
                  <a:gd name="connsiteY11" fmla="*/ 56283 h 163473"/>
                  <a:gd name="connsiteX12" fmla="*/ 2888854 w 3883192"/>
                  <a:gd name="connsiteY12" fmla="*/ 58793 h 163473"/>
                  <a:gd name="connsiteX13" fmla="*/ 2768194 w 3883192"/>
                  <a:gd name="connsiteY13" fmla="*/ 56349 h 163473"/>
                  <a:gd name="connsiteX14" fmla="*/ 2647493 w 3883192"/>
                  <a:gd name="connsiteY14" fmla="*/ 49801 h 163473"/>
                  <a:gd name="connsiteX15" fmla="*/ 2646436 w 3883192"/>
                  <a:gd name="connsiteY15" fmla="*/ 49910 h 163473"/>
                  <a:gd name="connsiteX16" fmla="*/ 2618232 w 3883192"/>
                  <a:gd name="connsiteY16" fmla="*/ 55235 h 163473"/>
                  <a:gd name="connsiteX17" fmla="*/ 2589215 w 3883192"/>
                  <a:gd name="connsiteY17" fmla="*/ 57047 h 163473"/>
                  <a:gd name="connsiteX18" fmla="*/ 2559711 w 3883192"/>
                  <a:gd name="connsiteY18" fmla="*/ 58640 h 163473"/>
                  <a:gd name="connsiteX19" fmla="*/ 2558979 w 3883192"/>
                  <a:gd name="connsiteY19" fmla="*/ 58750 h 163473"/>
                  <a:gd name="connsiteX20" fmla="*/ 2529515 w 3883192"/>
                  <a:gd name="connsiteY20" fmla="*/ 65625 h 163473"/>
                  <a:gd name="connsiteX21" fmla="*/ 2405563 w 3883192"/>
                  <a:gd name="connsiteY21" fmla="*/ 56785 h 163473"/>
                  <a:gd name="connsiteX22" fmla="*/ 2281083 w 3883192"/>
                  <a:gd name="connsiteY22" fmla="*/ 52420 h 163473"/>
                  <a:gd name="connsiteX23" fmla="*/ 2279173 w 3883192"/>
                  <a:gd name="connsiteY23" fmla="*/ 52791 h 163473"/>
                  <a:gd name="connsiteX24" fmla="*/ 2246417 w 3883192"/>
                  <a:gd name="connsiteY24" fmla="*/ 70798 h 163473"/>
                  <a:gd name="connsiteX25" fmla="*/ 2213986 w 3883192"/>
                  <a:gd name="connsiteY25" fmla="*/ 87430 h 163473"/>
                  <a:gd name="connsiteX26" fmla="*/ 2088896 w 3883192"/>
                  <a:gd name="connsiteY26" fmla="*/ 79812 h 163473"/>
                  <a:gd name="connsiteX27" fmla="*/ 1962628 w 3883192"/>
                  <a:gd name="connsiteY27" fmla="*/ 70230 h 163473"/>
                  <a:gd name="connsiteX28" fmla="*/ 1836603 w 3883192"/>
                  <a:gd name="connsiteY28" fmla="*/ 59884 h 163473"/>
                  <a:gd name="connsiteX29" fmla="*/ 1710578 w 3883192"/>
                  <a:gd name="connsiteY29" fmla="*/ 45915 h 163473"/>
                  <a:gd name="connsiteX30" fmla="*/ 1709806 w 3883192"/>
                  <a:gd name="connsiteY30" fmla="*/ 45872 h 163473"/>
                  <a:gd name="connsiteX31" fmla="*/ 1582969 w 3883192"/>
                  <a:gd name="connsiteY31" fmla="*/ 54559 h 163473"/>
                  <a:gd name="connsiteX32" fmla="*/ 1456253 w 3883192"/>
                  <a:gd name="connsiteY32" fmla="*/ 75185 h 163473"/>
                  <a:gd name="connsiteX33" fmla="*/ 1336284 w 3883192"/>
                  <a:gd name="connsiteY33" fmla="*/ 95003 h 163473"/>
                  <a:gd name="connsiteX34" fmla="*/ 1203188 w 3883192"/>
                  <a:gd name="connsiteY34" fmla="*/ 112050 h 163473"/>
                  <a:gd name="connsiteX35" fmla="*/ 1076798 w 3883192"/>
                  <a:gd name="connsiteY35" fmla="*/ 130231 h 163473"/>
                  <a:gd name="connsiteX36" fmla="*/ 950651 w 3883192"/>
                  <a:gd name="connsiteY36" fmla="*/ 144942 h 163473"/>
                  <a:gd name="connsiteX37" fmla="*/ 824586 w 3883192"/>
                  <a:gd name="connsiteY37" fmla="*/ 153302 h 163473"/>
                  <a:gd name="connsiteX38" fmla="*/ 698642 w 3883192"/>
                  <a:gd name="connsiteY38" fmla="*/ 157558 h 163473"/>
                  <a:gd name="connsiteX39" fmla="*/ 572780 w 3883192"/>
                  <a:gd name="connsiteY39" fmla="*/ 159741 h 163473"/>
                  <a:gd name="connsiteX40" fmla="*/ 447121 w 3883192"/>
                  <a:gd name="connsiteY40" fmla="*/ 160658 h 163473"/>
                  <a:gd name="connsiteX41" fmla="*/ 196007 w 3883192"/>
                  <a:gd name="connsiteY41" fmla="*/ 154677 h 163473"/>
                  <a:gd name="connsiteX42" fmla="*/ 70673 w 3883192"/>
                  <a:gd name="connsiteY42" fmla="*/ 147955 h 163473"/>
                  <a:gd name="connsiteX43" fmla="*/ 0 w 3883192"/>
                  <a:gd name="connsiteY43" fmla="*/ 142149 h 163473"/>
                  <a:gd name="connsiteX44" fmla="*/ 0 w 3883192"/>
                  <a:gd name="connsiteY44" fmla="*/ 144986 h 163473"/>
                  <a:gd name="connsiteX45" fmla="*/ 70104 w 3883192"/>
                  <a:gd name="connsiteY45" fmla="*/ 150792 h 163473"/>
                  <a:gd name="connsiteX46" fmla="*/ 195682 w 3883192"/>
                  <a:gd name="connsiteY46" fmla="*/ 157515 h 163473"/>
                  <a:gd name="connsiteX47" fmla="*/ 447040 w 3883192"/>
                  <a:gd name="connsiteY47" fmla="*/ 163473 h 163473"/>
                  <a:gd name="connsiteX48" fmla="*/ 572902 w 3883192"/>
                  <a:gd name="connsiteY48" fmla="*/ 162557 h 163473"/>
                  <a:gd name="connsiteX49" fmla="*/ 698927 w 3883192"/>
                  <a:gd name="connsiteY49" fmla="*/ 160374 h 163473"/>
                  <a:gd name="connsiteX50" fmla="*/ 825073 w 3883192"/>
                  <a:gd name="connsiteY50" fmla="*/ 156052 h 163473"/>
                  <a:gd name="connsiteX51" fmla="*/ 951464 w 3883192"/>
                  <a:gd name="connsiteY51" fmla="*/ 147693 h 163473"/>
                  <a:gd name="connsiteX52" fmla="*/ 1077976 w 3883192"/>
                  <a:gd name="connsiteY52" fmla="*/ 132938 h 163473"/>
                  <a:gd name="connsiteX53" fmla="*/ 1204407 w 3883192"/>
                  <a:gd name="connsiteY53" fmla="*/ 114756 h 163473"/>
                  <a:gd name="connsiteX54" fmla="*/ 1331123 w 3883192"/>
                  <a:gd name="connsiteY54" fmla="*/ 98758 h 163473"/>
                  <a:gd name="connsiteX55" fmla="*/ 1457716 w 3883192"/>
                  <a:gd name="connsiteY55" fmla="*/ 77870 h 163473"/>
                  <a:gd name="connsiteX56" fmla="*/ 1584025 w 3883192"/>
                  <a:gd name="connsiteY56" fmla="*/ 57309 h 163473"/>
                  <a:gd name="connsiteX57" fmla="*/ 1710050 w 3883192"/>
                  <a:gd name="connsiteY57" fmla="*/ 48687 h 163473"/>
                  <a:gd name="connsiteX58" fmla="*/ 1835790 w 3883192"/>
                  <a:gd name="connsiteY58" fmla="*/ 62656 h 163473"/>
                  <a:gd name="connsiteX59" fmla="*/ 1961937 w 3883192"/>
                  <a:gd name="connsiteY59" fmla="*/ 73002 h 163473"/>
                  <a:gd name="connsiteX60" fmla="*/ 2088246 w 3883192"/>
                  <a:gd name="connsiteY60" fmla="*/ 82606 h 163473"/>
                  <a:gd name="connsiteX61" fmla="*/ 2214596 w 3883192"/>
                  <a:gd name="connsiteY61" fmla="*/ 90333 h 163473"/>
                  <a:gd name="connsiteX62" fmla="*/ 2216587 w 3883192"/>
                  <a:gd name="connsiteY62" fmla="*/ 89961 h 163473"/>
                  <a:gd name="connsiteX63" fmla="*/ 2249993 w 3883192"/>
                  <a:gd name="connsiteY63" fmla="*/ 72849 h 163473"/>
                  <a:gd name="connsiteX64" fmla="*/ 2281977 w 3883192"/>
                  <a:gd name="connsiteY64" fmla="*/ 55257 h 163473"/>
                  <a:gd name="connsiteX65" fmla="*/ 2405116 w 3883192"/>
                  <a:gd name="connsiteY65" fmla="*/ 59623 h 163473"/>
                  <a:gd name="connsiteX66" fmla="*/ 2529556 w 3883192"/>
                  <a:gd name="connsiteY66" fmla="*/ 68528 h 163473"/>
                  <a:gd name="connsiteX67" fmla="*/ 2530897 w 3883192"/>
                  <a:gd name="connsiteY67" fmla="*/ 68419 h 163473"/>
                  <a:gd name="connsiteX68" fmla="*/ 2560605 w 3883192"/>
                  <a:gd name="connsiteY68" fmla="*/ 61434 h 163473"/>
                  <a:gd name="connsiteX69" fmla="*/ 2589825 w 3883192"/>
                  <a:gd name="connsiteY69" fmla="*/ 59841 h 163473"/>
                  <a:gd name="connsiteX70" fmla="*/ 2619411 w 3883192"/>
                  <a:gd name="connsiteY70" fmla="*/ 57986 h 163473"/>
                  <a:gd name="connsiteX71" fmla="*/ 2647574 w 3883192"/>
                  <a:gd name="connsiteY71" fmla="*/ 52660 h 163473"/>
                  <a:gd name="connsiteX72" fmla="*/ 2767869 w 3883192"/>
                  <a:gd name="connsiteY72" fmla="*/ 59208 h 163473"/>
                  <a:gd name="connsiteX73" fmla="*/ 2888854 w 3883192"/>
                  <a:gd name="connsiteY73" fmla="*/ 61652 h 163473"/>
                  <a:gd name="connsiteX74" fmla="*/ 3009920 w 3883192"/>
                  <a:gd name="connsiteY74" fmla="*/ 59142 h 163473"/>
                  <a:gd name="connsiteX75" fmla="*/ 3130377 w 3883192"/>
                  <a:gd name="connsiteY75" fmla="*/ 53184 h 163473"/>
                  <a:gd name="connsiteX76" fmla="*/ 3251485 w 3883192"/>
                  <a:gd name="connsiteY76" fmla="*/ 64206 h 163473"/>
                  <a:gd name="connsiteX77" fmla="*/ 3371738 w 3883192"/>
                  <a:gd name="connsiteY77" fmla="*/ 67677 h 163473"/>
                  <a:gd name="connsiteX78" fmla="*/ 3373730 w 3883192"/>
                  <a:gd name="connsiteY78" fmla="*/ 67262 h 163473"/>
                  <a:gd name="connsiteX79" fmla="*/ 3395757 w 3883192"/>
                  <a:gd name="connsiteY79" fmla="*/ 54843 h 163473"/>
                  <a:gd name="connsiteX80" fmla="*/ 3513166 w 3883192"/>
                  <a:gd name="connsiteY80" fmla="*/ 51067 h 163473"/>
                  <a:gd name="connsiteX81" fmla="*/ 3630534 w 3883192"/>
                  <a:gd name="connsiteY81" fmla="*/ 42118 h 163473"/>
                  <a:gd name="connsiteX82" fmla="*/ 3743554 w 3883192"/>
                  <a:gd name="connsiteY82" fmla="*/ 29589 h 163473"/>
                  <a:gd name="connsiteX83" fmla="*/ 3861775 w 3883192"/>
                  <a:gd name="connsiteY83" fmla="*/ 16864 h 163473"/>
                  <a:gd name="connsiteX84" fmla="*/ 3863239 w 3883192"/>
                  <a:gd name="connsiteY84" fmla="*/ 16341 h 163473"/>
                  <a:gd name="connsiteX85" fmla="*/ 3882664 w 3883192"/>
                  <a:gd name="connsiteY85" fmla="*/ 2328 h 163473"/>
                  <a:gd name="connsiteX86" fmla="*/ 3882217 w 3883192"/>
                  <a:gd name="connsiteY86" fmla="*/ 364 h 16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883192" h="163473">
                    <a:moveTo>
                      <a:pt x="3882258" y="298"/>
                    </a:moveTo>
                    <a:cubicBezTo>
                      <a:pt x="3881120" y="-182"/>
                      <a:pt x="3879535" y="-73"/>
                      <a:pt x="3878682" y="560"/>
                    </a:cubicBezTo>
                    <a:lnTo>
                      <a:pt x="3859825" y="14158"/>
                    </a:lnTo>
                    <a:lnTo>
                      <a:pt x="3745626" y="26468"/>
                    </a:lnTo>
                    <a:lnTo>
                      <a:pt x="3629680" y="39302"/>
                    </a:lnTo>
                    <a:lnTo>
                      <a:pt x="3512637" y="48251"/>
                    </a:lnTo>
                    <a:lnTo>
                      <a:pt x="3394415" y="51983"/>
                    </a:lnTo>
                    <a:cubicBezTo>
                      <a:pt x="3393765" y="52027"/>
                      <a:pt x="3393156" y="52202"/>
                      <a:pt x="3392790" y="52398"/>
                    </a:cubicBezTo>
                    <a:lnTo>
                      <a:pt x="3370844" y="64817"/>
                    </a:lnTo>
                    <a:lnTo>
                      <a:pt x="3251972" y="61347"/>
                    </a:lnTo>
                    <a:lnTo>
                      <a:pt x="3130499" y="50368"/>
                    </a:lnTo>
                    <a:lnTo>
                      <a:pt x="3009595" y="56283"/>
                    </a:lnTo>
                    <a:lnTo>
                      <a:pt x="2888854" y="58793"/>
                    </a:lnTo>
                    <a:lnTo>
                      <a:pt x="2768194" y="56349"/>
                    </a:lnTo>
                    <a:lnTo>
                      <a:pt x="2647493" y="49801"/>
                    </a:lnTo>
                    <a:cubicBezTo>
                      <a:pt x="2647127" y="49801"/>
                      <a:pt x="2646761" y="49801"/>
                      <a:pt x="2646436" y="49910"/>
                    </a:cubicBezTo>
                    <a:lnTo>
                      <a:pt x="2618232" y="55235"/>
                    </a:lnTo>
                    <a:lnTo>
                      <a:pt x="2589215" y="57047"/>
                    </a:lnTo>
                    <a:lnTo>
                      <a:pt x="2559711" y="58640"/>
                    </a:lnTo>
                    <a:cubicBezTo>
                      <a:pt x="2559467" y="58640"/>
                      <a:pt x="2559223" y="58706"/>
                      <a:pt x="2558979" y="58750"/>
                    </a:cubicBezTo>
                    <a:lnTo>
                      <a:pt x="2529515" y="65625"/>
                    </a:lnTo>
                    <a:lnTo>
                      <a:pt x="2405563" y="56785"/>
                    </a:lnTo>
                    <a:lnTo>
                      <a:pt x="2281083" y="52420"/>
                    </a:lnTo>
                    <a:cubicBezTo>
                      <a:pt x="2280432" y="52354"/>
                      <a:pt x="2279701" y="52529"/>
                      <a:pt x="2279173" y="52791"/>
                    </a:cubicBezTo>
                    <a:lnTo>
                      <a:pt x="2246417" y="70798"/>
                    </a:lnTo>
                    <a:lnTo>
                      <a:pt x="2213986" y="87430"/>
                    </a:lnTo>
                    <a:lnTo>
                      <a:pt x="2088896" y="79812"/>
                    </a:lnTo>
                    <a:lnTo>
                      <a:pt x="1962628" y="70230"/>
                    </a:lnTo>
                    <a:lnTo>
                      <a:pt x="1836603" y="59884"/>
                    </a:lnTo>
                    <a:lnTo>
                      <a:pt x="1710578" y="45915"/>
                    </a:lnTo>
                    <a:cubicBezTo>
                      <a:pt x="1710334" y="45872"/>
                      <a:pt x="1710009" y="45872"/>
                      <a:pt x="1709806" y="45872"/>
                    </a:cubicBezTo>
                    <a:lnTo>
                      <a:pt x="1582969" y="54559"/>
                    </a:lnTo>
                    <a:lnTo>
                      <a:pt x="1456253" y="75185"/>
                    </a:lnTo>
                    <a:lnTo>
                      <a:pt x="1336284" y="95003"/>
                    </a:lnTo>
                    <a:lnTo>
                      <a:pt x="1203188" y="112050"/>
                    </a:lnTo>
                    <a:lnTo>
                      <a:pt x="1076798" y="130231"/>
                    </a:lnTo>
                    <a:lnTo>
                      <a:pt x="950651" y="144942"/>
                    </a:lnTo>
                    <a:lnTo>
                      <a:pt x="824586" y="153302"/>
                    </a:lnTo>
                    <a:lnTo>
                      <a:pt x="698642" y="157558"/>
                    </a:lnTo>
                    <a:lnTo>
                      <a:pt x="572780" y="159741"/>
                    </a:lnTo>
                    <a:lnTo>
                      <a:pt x="447121" y="160658"/>
                    </a:lnTo>
                    <a:lnTo>
                      <a:pt x="196007" y="154677"/>
                    </a:lnTo>
                    <a:lnTo>
                      <a:pt x="70673" y="147955"/>
                    </a:lnTo>
                    <a:lnTo>
                      <a:pt x="0" y="142149"/>
                    </a:lnTo>
                    <a:lnTo>
                      <a:pt x="0" y="144986"/>
                    </a:lnTo>
                    <a:lnTo>
                      <a:pt x="70104" y="150792"/>
                    </a:lnTo>
                    <a:lnTo>
                      <a:pt x="195682" y="157515"/>
                    </a:lnTo>
                    <a:lnTo>
                      <a:pt x="447040" y="163473"/>
                    </a:lnTo>
                    <a:lnTo>
                      <a:pt x="572902" y="162557"/>
                    </a:lnTo>
                    <a:lnTo>
                      <a:pt x="698927" y="160374"/>
                    </a:lnTo>
                    <a:lnTo>
                      <a:pt x="825073" y="156052"/>
                    </a:lnTo>
                    <a:lnTo>
                      <a:pt x="951464" y="147693"/>
                    </a:lnTo>
                    <a:lnTo>
                      <a:pt x="1077976" y="132938"/>
                    </a:lnTo>
                    <a:lnTo>
                      <a:pt x="1204407" y="114756"/>
                    </a:lnTo>
                    <a:lnTo>
                      <a:pt x="1331123" y="98758"/>
                    </a:lnTo>
                    <a:lnTo>
                      <a:pt x="1457716" y="77870"/>
                    </a:lnTo>
                    <a:lnTo>
                      <a:pt x="1584025" y="57309"/>
                    </a:lnTo>
                    <a:lnTo>
                      <a:pt x="1710050" y="48687"/>
                    </a:lnTo>
                    <a:lnTo>
                      <a:pt x="1835790" y="62656"/>
                    </a:lnTo>
                    <a:lnTo>
                      <a:pt x="1961937" y="73002"/>
                    </a:lnTo>
                    <a:lnTo>
                      <a:pt x="2088246" y="82606"/>
                    </a:lnTo>
                    <a:lnTo>
                      <a:pt x="2214596" y="90333"/>
                    </a:lnTo>
                    <a:cubicBezTo>
                      <a:pt x="2215327" y="90398"/>
                      <a:pt x="2216018" y="90289"/>
                      <a:pt x="2216587" y="89961"/>
                    </a:cubicBezTo>
                    <a:lnTo>
                      <a:pt x="2249993" y="72849"/>
                    </a:lnTo>
                    <a:lnTo>
                      <a:pt x="2281977" y="55257"/>
                    </a:lnTo>
                    <a:lnTo>
                      <a:pt x="2405116" y="59623"/>
                    </a:lnTo>
                    <a:lnTo>
                      <a:pt x="2529556" y="68528"/>
                    </a:lnTo>
                    <a:cubicBezTo>
                      <a:pt x="2530003" y="68528"/>
                      <a:pt x="2530450" y="68528"/>
                      <a:pt x="2530897" y="68419"/>
                    </a:cubicBezTo>
                    <a:lnTo>
                      <a:pt x="2560605" y="61434"/>
                    </a:lnTo>
                    <a:lnTo>
                      <a:pt x="2589825" y="59841"/>
                    </a:lnTo>
                    <a:lnTo>
                      <a:pt x="2619411" y="57986"/>
                    </a:lnTo>
                    <a:lnTo>
                      <a:pt x="2647574" y="52660"/>
                    </a:lnTo>
                    <a:lnTo>
                      <a:pt x="2767869" y="59208"/>
                    </a:lnTo>
                    <a:lnTo>
                      <a:pt x="2888854" y="61652"/>
                    </a:lnTo>
                    <a:lnTo>
                      <a:pt x="3009920" y="59142"/>
                    </a:lnTo>
                    <a:lnTo>
                      <a:pt x="3130377" y="53184"/>
                    </a:lnTo>
                    <a:lnTo>
                      <a:pt x="3251485" y="64206"/>
                    </a:lnTo>
                    <a:lnTo>
                      <a:pt x="3371738" y="67677"/>
                    </a:lnTo>
                    <a:cubicBezTo>
                      <a:pt x="3372470" y="67742"/>
                      <a:pt x="3373242" y="67567"/>
                      <a:pt x="3373730" y="67262"/>
                    </a:cubicBezTo>
                    <a:lnTo>
                      <a:pt x="3395757" y="54843"/>
                    </a:lnTo>
                    <a:lnTo>
                      <a:pt x="3513166" y="51067"/>
                    </a:lnTo>
                    <a:lnTo>
                      <a:pt x="3630534" y="42118"/>
                    </a:lnTo>
                    <a:lnTo>
                      <a:pt x="3743554" y="29589"/>
                    </a:lnTo>
                    <a:lnTo>
                      <a:pt x="3861775" y="16864"/>
                    </a:lnTo>
                    <a:cubicBezTo>
                      <a:pt x="3862344" y="16821"/>
                      <a:pt x="3862913" y="16602"/>
                      <a:pt x="3863239" y="16341"/>
                    </a:cubicBezTo>
                    <a:lnTo>
                      <a:pt x="3882664" y="2328"/>
                    </a:lnTo>
                    <a:cubicBezTo>
                      <a:pt x="3883518" y="1695"/>
                      <a:pt x="3883315" y="844"/>
                      <a:pt x="3882217" y="3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0" name="Freeform: Shape 789">
                <a:extLst>
                  <a:ext uri="{FF2B5EF4-FFF2-40B4-BE49-F238E27FC236}">
                    <a16:creationId xmlns:a16="http://schemas.microsoft.com/office/drawing/2014/main" id="{33D09D82-4C23-4D4D-AEFC-E6C87A44CFCC}"/>
                  </a:ext>
                </a:extLst>
              </p:cNvPr>
              <p:cNvSpPr/>
              <p:nvPr/>
            </p:nvSpPr>
            <p:spPr>
              <a:xfrm>
                <a:off x="7064613" y="6132198"/>
                <a:ext cx="1233261" cy="4845"/>
              </a:xfrm>
              <a:custGeom>
                <a:avLst/>
                <a:gdLst>
                  <a:gd name="connsiteX0" fmla="*/ 1230782 w 1233261"/>
                  <a:gd name="connsiteY0" fmla="*/ 4845 h 4845"/>
                  <a:gd name="connsiteX1" fmla="*/ 1230782 w 1233261"/>
                  <a:gd name="connsiteY1" fmla="*/ 4845 h 4845"/>
                  <a:gd name="connsiteX2" fmla="*/ 2560 w 1233261"/>
                  <a:gd name="connsiteY2" fmla="*/ 2816 h 4845"/>
                  <a:gd name="connsiteX3" fmla="*/ 0 w 1233261"/>
                  <a:gd name="connsiteY3" fmla="*/ 1441 h 4845"/>
                  <a:gd name="connsiteX4" fmla="*/ 2560 w 1233261"/>
                  <a:gd name="connsiteY4" fmla="*/ 0 h 4845"/>
                  <a:gd name="connsiteX5" fmla="*/ 2560 w 1233261"/>
                  <a:gd name="connsiteY5" fmla="*/ 0 h 4845"/>
                  <a:gd name="connsiteX6" fmla="*/ 1230782 w 1233261"/>
                  <a:gd name="connsiteY6" fmla="*/ 2074 h 4845"/>
                  <a:gd name="connsiteX7" fmla="*/ 1233262 w 1233261"/>
                  <a:gd name="connsiteY7" fmla="*/ 3449 h 4845"/>
                  <a:gd name="connsiteX8" fmla="*/ 1230782 w 1233261"/>
                  <a:gd name="connsiteY8" fmla="*/ 4824 h 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3261" h="4845">
                    <a:moveTo>
                      <a:pt x="1230782" y="4845"/>
                    </a:moveTo>
                    <a:lnTo>
                      <a:pt x="1230782" y="4845"/>
                    </a:lnTo>
                    <a:lnTo>
                      <a:pt x="2560" y="2816"/>
                    </a:lnTo>
                    <a:cubicBezTo>
                      <a:pt x="1057" y="2816"/>
                      <a:pt x="0" y="2183"/>
                      <a:pt x="0" y="1441"/>
                    </a:cubicBezTo>
                    <a:cubicBezTo>
                      <a:pt x="0" y="633"/>
                      <a:pt x="1179" y="0"/>
                      <a:pt x="2560" y="0"/>
                    </a:cubicBezTo>
                    <a:lnTo>
                      <a:pt x="2560" y="0"/>
                    </a:lnTo>
                    <a:lnTo>
                      <a:pt x="1230782" y="2074"/>
                    </a:lnTo>
                    <a:cubicBezTo>
                      <a:pt x="1232164" y="2074"/>
                      <a:pt x="1233262" y="2663"/>
                      <a:pt x="1233262" y="3449"/>
                    </a:cubicBezTo>
                    <a:cubicBezTo>
                      <a:pt x="1233262" y="4234"/>
                      <a:pt x="1232164" y="4824"/>
                      <a:pt x="1230782" y="482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1" name="Freeform: Shape 790">
                <a:extLst>
                  <a:ext uri="{FF2B5EF4-FFF2-40B4-BE49-F238E27FC236}">
                    <a16:creationId xmlns:a16="http://schemas.microsoft.com/office/drawing/2014/main" id="{52B86439-2F4F-4A69-9691-2C575AC73C5A}"/>
                  </a:ext>
                </a:extLst>
              </p:cNvPr>
              <p:cNvSpPr/>
              <p:nvPr/>
            </p:nvSpPr>
            <p:spPr>
              <a:xfrm>
                <a:off x="10320924" y="5695130"/>
                <a:ext cx="1871156" cy="261276"/>
              </a:xfrm>
              <a:custGeom>
                <a:avLst/>
                <a:gdLst>
                  <a:gd name="connsiteX0" fmla="*/ 1871075 w 1871156"/>
                  <a:gd name="connsiteY0" fmla="*/ 258134 h 261276"/>
                  <a:gd name="connsiteX1" fmla="*/ 1849861 w 1871156"/>
                  <a:gd name="connsiteY1" fmla="*/ 251586 h 261276"/>
                  <a:gd name="connsiteX2" fmla="*/ 1848560 w 1871156"/>
                  <a:gd name="connsiteY2" fmla="*/ 251368 h 261276"/>
                  <a:gd name="connsiteX3" fmla="*/ 1840514 w 1871156"/>
                  <a:gd name="connsiteY3" fmla="*/ 251411 h 261276"/>
                  <a:gd name="connsiteX4" fmla="*/ 1794185 w 1871156"/>
                  <a:gd name="connsiteY4" fmla="*/ 244492 h 261276"/>
                  <a:gd name="connsiteX5" fmla="*/ 1760453 w 1871156"/>
                  <a:gd name="connsiteY5" fmla="*/ 240345 h 261276"/>
                  <a:gd name="connsiteX6" fmla="*/ 1727210 w 1871156"/>
                  <a:gd name="connsiteY6" fmla="*/ 236940 h 261276"/>
                  <a:gd name="connsiteX7" fmla="*/ 1694454 w 1871156"/>
                  <a:gd name="connsiteY7" fmla="*/ 232837 h 261276"/>
                  <a:gd name="connsiteX8" fmla="*/ 1661820 w 1871156"/>
                  <a:gd name="connsiteY8" fmla="*/ 227773 h 261276"/>
                  <a:gd name="connsiteX9" fmla="*/ 1629795 w 1871156"/>
                  <a:gd name="connsiteY9" fmla="*/ 222447 h 261276"/>
                  <a:gd name="connsiteX10" fmla="*/ 1597853 w 1871156"/>
                  <a:gd name="connsiteY10" fmla="*/ 215572 h 261276"/>
                  <a:gd name="connsiteX11" fmla="*/ 1596755 w 1871156"/>
                  <a:gd name="connsiteY11" fmla="*/ 215507 h 261276"/>
                  <a:gd name="connsiteX12" fmla="*/ 1508241 w 1871156"/>
                  <a:gd name="connsiteY12" fmla="*/ 218868 h 261276"/>
                  <a:gd name="connsiteX13" fmla="*/ 1419849 w 1871156"/>
                  <a:gd name="connsiteY13" fmla="*/ 221160 h 261276"/>
                  <a:gd name="connsiteX14" fmla="*/ 1333448 w 1871156"/>
                  <a:gd name="connsiteY14" fmla="*/ 220199 h 261276"/>
                  <a:gd name="connsiteX15" fmla="*/ 1309024 w 1871156"/>
                  <a:gd name="connsiteY15" fmla="*/ 210879 h 261276"/>
                  <a:gd name="connsiteX16" fmla="*/ 1286509 w 1871156"/>
                  <a:gd name="connsiteY16" fmla="*/ 198722 h 261276"/>
                  <a:gd name="connsiteX17" fmla="*/ 1265376 w 1871156"/>
                  <a:gd name="connsiteY17" fmla="*/ 184338 h 261276"/>
                  <a:gd name="connsiteX18" fmla="*/ 1263995 w 1871156"/>
                  <a:gd name="connsiteY18" fmla="*/ 183814 h 261276"/>
                  <a:gd name="connsiteX19" fmla="*/ 1190070 w 1871156"/>
                  <a:gd name="connsiteY19" fmla="*/ 174429 h 261276"/>
                  <a:gd name="connsiteX20" fmla="*/ 1116959 w 1871156"/>
                  <a:gd name="connsiteY20" fmla="*/ 165262 h 261276"/>
                  <a:gd name="connsiteX21" fmla="*/ 1042345 w 1871156"/>
                  <a:gd name="connsiteY21" fmla="*/ 163341 h 261276"/>
                  <a:gd name="connsiteX22" fmla="*/ 964559 w 1871156"/>
                  <a:gd name="connsiteY22" fmla="*/ 158801 h 261276"/>
                  <a:gd name="connsiteX23" fmla="*/ 882589 w 1871156"/>
                  <a:gd name="connsiteY23" fmla="*/ 155287 h 261276"/>
                  <a:gd name="connsiteX24" fmla="*/ 794603 w 1871156"/>
                  <a:gd name="connsiteY24" fmla="*/ 154436 h 261276"/>
                  <a:gd name="connsiteX25" fmla="*/ 700521 w 1871156"/>
                  <a:gd name="connsiteY25" fmla="*/ 156400 h 261276"/>
                  <a:gd name="connsiteX26" fmla="*/ 604205 w 1871156"/>
                  <a:gd name="connsiteY26" fmla="*/ 162905 h 261276"/>
                  <a:gd name="connsiteX27" fmla="*/ 604082 w 1871156"/>
                  <a:gd name="connsiteY27" fmla="*/ 162839 h 261276"/>
                  <a:gd name="connsiteX28" fmla="*/ 578073 w 1871156"/>
                  <a:gd name="connsiteY28" fmla="*/ 131867 h 261276"/>
                  <a:gd name="connsiteX29" fmla="*/ 551779 w 1871156"/>
                  <a:gd name="connsiteY29" fmla="*/ 97185 h 261276"/>
                  <a:gd name="connsiteX30" fmla="*/ 526989 w 1871156"/>
                  <a:gd name="connsiteY30" fmla="*/ 65165 h 261276"/>
                  <a:gd name="connsiteX31" fmla="*/ 500817 w 1871156"/>
                  <a:gd name="connsiteY31" fmla="*/ 35699 h 261276"/>
                  <a:gd name="connsiteX32" fmla="*/ 492567 w 1871156"/>
                  <a:gd name="connsiteY32" fmla="*/ 28235 h 261276"/>
                  <a:gd name="connsiteX33" fmla="*/ 484642 w 1871156"/>
                  <a:gd name="connsiteY33" fmla="*/ 10599 h 261276"/>
                  <a:gd name="connsiteX34" fmla="*/ 483950 w 1871156"/>
                  <a:gd name="connsiteY34" fmla="*/ 9901 h 261276"/>
                  <a:gd name="connsiteX35" fmla="*/ 465906 w 1871156"/>
                  <a:gd name="connsiteY35" fmla="*/ 406 h 261276"/>
                  <a:gd name="connsiteX36" fmla="*/ 463630 w 1871156"/>
                  <a:gd name="connsiteY36" fmla="*/ 35 h 261276"/>
                  <a:gd name="connsiteX37" fmla="*/ 344840 w 1871156"/>
                  <a:gd name="connsiteY37" fmla="*/ 14571 h 261276"/>
                  <a:gd name="connsiteX38" fmla="*/ 229869 w 1871156"/>
                  <a:gd name="connsiteY38" fmla="*/ 31138 h 261276"/>
                  <a:gd name="connsiteX39" fmla="*/ 124003 w 1871156"/>
                  <a:gd name="connsiteY39" fmla="*/ 43753 h 261276"/>
                  <a:gd name="connsiteX40" fmla="*/ 99984 w 1871156"/>
                  <a:gd name="connsiteY40" fmla="*/ 43426 h 261276"/>
                  <a:gd name="connsiteX41" fmla="*/ 26263 w 1871156"/>
                  <a:gd name="connsiteY41" fmla="*/ 48424 h 261276"/>
                  <a:gd name="connsiteX42" fmla="*/ 13868 w 1871156"/>
                  <a:gd name="connsiteY42" fmla="*/ 48577 h 261276"/>
                  <a:gd name="connsiteX43" fmla="*/ 2773 w 1871156"/>
                  <a:gd name="connsiteY43" fmla="*/ 48053 h 261276"/>
                  <a:gd name="connsiteX44" fmla="*/ 10 w 1871156"/>
                  <a:gd name="connsiteY44" fmla="*/ 49341 h 261276"/>
                  <a:gd name="connsiteX45" fmla="*/ 2366 w 1871156"/>
                  <a:gd name="connsiteY45" fmla="*/ 50825 h 261276"/>
                  <a:gd name="connsiteX46" fmla="*/ 13664 w 1871156"/>
                  <a:gd name="connsiteY46" fmla="*/ 51371 h 261276"/>
                  <a:gd name="connsiteX47" fmla="*/ 26669 w 1871156"/>
                  <a:gd name="connsiteY47" fmla="*/ 51218 h 261276"/>
                  <a:gd name="connsiteX48" fmla="*/ 100309 w 1871156"/>
                  <a:gd name="connsiteY48" fmla="*/ 46264 h 261276"/>
                  <a:gd name="connsiteX49" fmla="*/ 124530 w 1871156"/>
                  <a:gd name="connsiteY49" fmla="*/ 46525 h 261276"/>
                  <a:gd name="connsiteX50" fmla="*/ 231088 w 1871156"/>
                  <a:gd name="connsiteY50" fmla="*/ 33844 h 261276"/>
                  <a:gd name="connsiteX51" fmla="*/ 346100 w 1871156"/>
                  <a:gd name="connsiteY51" fmla="*/ 17322 h 261276"/>
                  <a:gd name="connsiteX52" fmla="*/ 463468 w 1871156"/>
                  <a:gd name="connsiteY52" fmla="*/ 2938 h 261276"/>
                  <a:gd name="connsiteX53" fmla="*/ 479927 w 1871156"/>
                  <a:gd name="connsiteY53" fmla="*/ 11625 h 261276"/>
                  <a:gd name="connsiteX54" fmla="*/ 487771 w 1871156"/>
                  <a:gd name="connsiteY54" fmla="*/ 29042 h 261276"/>
                  <a:gd name="connsiteX55" fmla="*/ 488055 w 1871156"/>
                  <a:gd name="connsiteY55" fmla="*/ 29457 h 261276"/>
                  <a:gd name="connsiteX56" fmla="*/ 495696 w 1871156"/>
                  <a:gd name="connsiteY56" fmla="*/ 36332 h 261276"/>
                  <a:gd name="connsiteX57" fmla="*/ 521218 w 1871156"/>
                  <a:gd name="connsiteY57" fmla="*/ 64838 h 261276"/>
                  <a:gd name="connsiteX58" fmla="*/ 547227 w 1871156"/>
                  <a:gd name="connsiteY58" fmla="*/ 98254 h 261276"/>
                  <a:gd name="connsiteX59" fmla="*/ 573602 w 1871156"/>
                  <a:gd name="connsiteY59" fmla="*/ 132937 h 261276"/>
                  <a:gd name="connsiteX60" fmla="*/ 599409 w 1871156"/>
                  <a:gd name="connsiteY60" fmla="*/ 163734 h 261276"/>
                  <a:gd name="connsiteX61" fmla="*/ 599531 w 1871156"/>
                  <a:gd name="connsiteY61" fmla="*/ 163952 h 261276"/>
                  <a:gd name="connsiteX62" fmla="*/ 600141 w 1871156"/>
                  <a:gd name="connsiteY62" fmla="*/ 164869 h 261276"/>
                  <a:gd name="connsiteX63" fmla="*/ 602822 w 1871156"/>
                  <a:gd name="connsiteY63" fmla="*/ 165786 h 261276"/>
                  <a:gd name="connsiteX64" fmla="*/ 701050 w 1871156"/>
                  <a:gd name="connsiteY64" fmla="*/ 159129 h 261276"/>
                  <a:gd name="connsiteX65" fmla="*/ 794806 w 1871156"/>
                  <a:gd name="connsiteY65" fmla="*/ 157208 h 261276"/>
                  <a:gd name="connsiteX66" fmla="*/ 882507 w 1871156"/>
                  <a:gd name="connsiteY66" fmla="*/ 158059 h 261276"/>
                  <a:gd name="connsiteX67" fmla="*/ 964153 w 1871156"/>
                  <a:gd name="connsiteY67" fmla="*/ 161573 h 261276"/>
                  <a:gd name="connsiteX68" fmla="*/ 1042141 w 1871156"/>
                  <a:gd name="connsiteY68" fmla="*/ 166113 h 261276"/>
                  <a:gd name="connsiteX69" fmla="*/ 1116350 w 1871156"/>
                  <a:gd name="connsiteY69" fmla="*/ 167968 h 261276"/>
                  <a:gd name="connsiteX70" fmla="*/ 1262084 w 1871156"/>
                  <a:gd name="connsiteY70" fmla="*/ 186412 h 261276"/>
                  <a:gd name="connsiteX71" fmla="*/ 1282811 w 1871156"/>
                  <a:gd name="connsiteY71" fmla="*/ 200599 h 261276"/>
                  <a:gd name="connsiteX72" fmla="*/ 1305935 w 1871156"/>
                  <a:gd name="connsiteY72" fmla="*/ 212953 h 261276"/>
                  <a:gd name="connsiteX73" fmla="*/ 1331213 w 1871156"/>
                  <a:gd name="connsiteY73" fmla="*/ 222709 h 261276"/>
                  <a:gd name="connsiteX74" fmla="*/ 1332595 w 1871156"/>
                  <a:gd name="connsiteY74" fmla="*/ 222971 h 261276"/>
                  <a:gd name="connsiteX75" fmla="*/ 1419890 w 1871156"/>
                  <a:gd name="connsiteY75" fmla="*/ 223932 h 261276"/>
                  <a:gd name="connsiteX76" fmla="*/ 1508607 w 1871156"/>
                  <a:gd name="connsiteY76" fmla="*/ 221640 h 261276"/>
                  <a:gd name="connsiteX77" fmla="*/ 1596633 w 1871156"/>
                  <a:gd name="connsiteY77" fmla="*/ 218279 h 261276"/>
                  <a:gd name="connsiteX78" fmla="*/ 1628292 w 1871156"/>
                  <a:gd name="connsiteY78" fmla="*/ 225045 h 261276"/>
                  <a:gd name="connsiteX79" fmla="*/ 1660560 w 1871156"/>
                  <a:gd name="connsiteY79" fmla="*/ 230436 h 261276"/>
                  <a:gd name="connsiteX80" fmla="*/ 1693316 w 1871156"/>
                  <a:gd name="connsiteY80" fmla="*/ 235500 h 261276"/>
                  <a:gd name="connsiteX81" fmla="*/ 1726235 w 1871156"/>
                  <a:gd name="connsiteY81" fmla="*/ 239647 h 261276"/>
                  <a:gd name="connsiteX82" fmla="*/ 1759559 w 1871156"/>
                  <a:gd name="connsiteY82" fmla="*/ 243052 h 261276"/>
                  <a:gd name="connsiteX83" fmla="*/ 1793087 w 1871156"/>
                  <a:gd name="connsiteY83" fmla="*/ 247155 h 261276"/>
                  <a:gd name="connsiteX84" fmla="*/ 1827224 w 1871156"/>
                  <a:gd name="connsiteY84" fmla="*/ 252175 h 261276"/>
                  <a:gd name="connsiteX85" fmla="*/ 1839620 w 1871156"/>
                  <a:gd name="connsiteY85" fmla="*/ 254139 h 261276"/>
                  <a:gd name="connsiteX86" fmla="*/ 1840310 w 1871156"/>
                  <a:gd name="connsiteY86" fmla="*/ 254183 h 261276"/>
                  <a:gd name="connsiteX87" fmla="*/ 1848033 w 1871156"/>
                  <a:gd name="connsiteY87" fmla="*/ 254139 h 261276"/>
                  <a:gd name="connsiteX88" fmla="*/ 1871157 w 1871156"/>
                  <a:gd name="connsiteY88" fmla="*/ 261277 h 261276"/>
                  <a:gd name="connsiteX89" fmla="*/ 1871157 w 1871156"/>
                  <a:gd name="connsiteY89" fmla="*/ 258068 h 26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871156" h="261276">
                    <a:moveTo>
                      <a:pt x="1871075" y="258134"/>
                    </a:moveTo>
                    <a:lnTo>
                      <a:pt x="1849861" y="251586"/>
                    </a:lnTo>
                    <a:cubicBezTo>
                      <a:pt x="1849454" y="251411"/>
                      <a:pt x="1849171" y="251368"/>
                      <a:pt x="1848560" y="251368"/>
                    </a:cubicBezTo>
                    <a:lnTo>
                      <a:pt x="1840514" y="251411"/>
                    </a:lnTo>
                    <a:lnTo>
                      <a:pt x="1794185" y="244492"/>
                    </a:lnTo>
                    <a:lnTo>
                      <a:pt x="1760453" y="240345"/>
                    </a:lnTo>
                    <a:lnTo>
                      <a:pt x="1727210" y="236940"/>
                    </a:lnTo>
                    <a:lnTo>
                      <a:pt x="1694454" y="232837"/>
                    </a:lnTo>
                    <a:lnTo>
                      <a:pt x="1661820" y="227773"/>
                    </a:lnTo>
                    <a:lnTo>
                      <a:pt x="1629795" y="222447"/>
                    </a:lnTo>
                    <a:lnTo>
                      <a:pt x="1597853" y="215572"/>
                    </a:lnTo>
                    <a:cubicBezTo>
                      <a:pt x="1597568" y="215507"/>
                      <a:pt x="1597162" y="215463"/>
                      <a:pt x="1596755" y="215507"/>
                    </a:cubicBezTo>
                    <a:lnTo>
                      <a:pt x="1508241" y="218868"/>
                    </a:lnTo>
                    <a:lnTo>
                      <a:pt x="1419849" y="221160"/>
                    </a:lnTo>
                    <a:lnTo>
                      <a:pt x="1333448" y="220199"/>
                    </a:lnTo>
                    <a:lnTo>
                      <a:pt x="1309024" y="210879"/>
                    </a:lnTo>
                    <a:lnTo>
                      <a:pt x="1286509" y="198722"/>
                    </a:lnTo>
                    <a:lnTo>
                      <a:pt x="1265376" y="184338"/>
                    </a:lnTo>
                    <a:cubicBezTo>
                      <a:pt x="1264971" y="184076"/>
                      <a:pt x="1264483" y="183902"/>
                      <a:pt x="1263995" y="183814"/>
                    </a:cubicBezTo>
                    <a:lnTo>
                      <a:pt x="1190070" y="174429"/>
                    </a:lnTo>
                    <a:lnTo>
                      <a:pt x="1116959" y="165262"/>
                    </a:lnTo>
                    <a:lnTo>
                      <a:pt x="1042345" y="163341"/>
                    </a:lnTo>
                    <a:lnTo>
                      <a:pt x="964559" y="158801"/>
                    </a:lnTo>
                    <a:lnTo>
                      <a:pt x="882589" y="155287"/>
                    </a:lnTo>
                    <a:lnTo>
                      <a:pt x="794603" y="154436"/>
                    </a:lnTo>
                    <a:lnTo>
                      <a:pt x="700521" y="156400"/>
                    </a:lnTo>
                    <a:lnTo>
                      <a:pt x="604205" y="162905"/>
                    </a:lnTo>
                    <a:cubicBezTo>
                      <a:pt x="604205" y="162905"/>
                      <a:pt x="604205" y="162839"/>
                      <a:pt x="604082" y="162839"/>
                    </a:cubicBezTo>
                    <a:lnTo>
                      <a:pt x="578073" y="131867"/>
                    </a:lnTo>
                    <a:lnTo>
                      <a:pt x="551779" y="97185"/>
                    </a:lnTo>
                    <a:lnTo>
                      <a:pt x="526989" y="65165"/>
                    </a:lnTo>
                    <a:lnTo>
                      <a:pt x="500817" y="35699"/>
                    </a:lnTo>
                    <a:lnTo>
                      <a:pt x="492567" y="28235"/>
                    </a:lnTo>
                    <a:lnTo>
                      <a:pt x="484642" y="10599"/>
                    </a:lnTo>
                    <a:cubicBezTo>
                      <a:pt x="484520" y="10337"/>
                      <a:pt x="484235" y="10075"/>
                      <a:pt x="483950" y="9901"/>
                    </a:cubicBezTo>
                    <a:lnTo>
                      <a:pt x="465906" y="406"/>
                    </a:lnTo>
                    <a:cubicBezTo>
                      <a:pt x="465297" y="79"/>
                      <a:pt x="464403" y="-74"/>
                      <a:pt x="463630" y="35"/>
                    </a:cubicBezTo>
                    <a:lnTo>
                      <a:pt x="344840" y="14571"/>
                    </a:lnTo>
                    <a:lnTo>
                      <a:pt x="229869" y="31138"/>
                    </a:lnTo>
                    <a:lnTo>
                      <a:pt x="124003" y="43753"/>
                    </a:lnTo>
                    <a:lnTo>
                      <a:pt x="99984" y="43426"/>
                    </a:lnTo>
                    <a:lnTo>
                      <a:pt x="26263" y="48424"/>
                    </a:lnTo>
                    <a:lnTo>
                      <a:pt x="13868" y="48577"/>
                    </a:lnTo>
                    <a:lnTo>
                      <a:pt x="2773" y="48053"/>
                    </a:lnTo>
                    <a:cubicBezTo>
                      <a:pt x="1188" y="48010"/>
                      <a:pt x="91" y="48534"/>
                      <a:pt x="10" y="49341"/>
                    </a:cubicBezTo>
                    <a:cubicBezTo>
                      <a:pt x="-112" y="50083"/>
                      <a:pt x="904" y="50782"/>
                      <a:pt x="2366" y="50825"/>
                    </a:cubicBezTo>
                    <a:lnTo>
                      <a:pt x="13664" y="51371"/>
                    </a:lnTo>
                    <a:lnTo>
                      <a:pt x="26669" y="51218"/>
                    </a:lnTo>
                    <a:lnTo>
                      <a:pt x="100309" y="46264"/>
                    </a:lnTo>
                    <a:lnTo>
                      <a:pt x="124530" y="46525"/>
                    </a:lnTo>
                    <a:lnTo>
                      <a:pt x="231088" y="33844"/>
                    </a:lnTo>
                    <a:lnTo>
                      <a:pt x="346100" y="17322"/>
                    </a:lnTo>
                    <a:lnTo>
                      <a:pt x="463468" y="2938"/>
                    </a:lnTo>
                    <a:lnTo>
                      <a:pt x="479927" y="11625"/>
                    </a:lnTo>
                    <a:lnTo>
                      <a:pt x="487771" y="29042"/>
                    </a:lnTo>
                    <a:cubicBezTo>
                      <a:pt x="487892" y="29195"/>
                      <a:pt x="487974" y="29370"/>
                      <a:pt x="488055" y="29457"/>
                    </a:cubicBezTo>
                    <a:lnTo>
                      <a:pt x="495696" y="36332"/>
                    </a:lnTo>
                    <a:lnTo>
                      <a:pt x="521218" y="64838"/>
                    </a:lnTo>
                    <a:lnTo>
                      <a:pt x="547227" y="98254"/>
                    </a:lnTo>
                    <a:lnTo>
                      <a:pt x="573602" y="132937"/>
                    </a:lnTo>
                    <a:lnTo>
                      <a:pt x="599409" y="163734"/>
                    </a:lnTo>
                    <a:cubicBezTo>
                      <a:pt x="599409" y="163734"/>
                      <a:pt x="599531" y="163887"/>
                      <a:pt x="599531" y="163952"/>
                    </a:cubicBezTo>
                    <a:lnTo>
                      <a:pt x="600141" y="164869"/>
                    </a:lnTo>
                    <a:cubicBezTo>
                      <a:pt x="600628" y="165458"/>
                      <a:pt x="601725" y="165873"/>
                      <a:pt x="602822" y="165786"/>
                    </a:cubicBezTo>
                    <a:lnTo>
                      <a:pt x="701050" y="159129"/>
                    </a:lnTo>
                    <a:lnTo>
                      <a:pt x="794806" y="157208"/>
                    </a:lnTo>
                    <a:lnTo>
                      <a:pt x="882507" y="158059"/>
                    </a:lnTo>
                    <a:lnTo>
                      <a:pt x="964153" y="161573"/>
                    </a:lnTo>
                    <a:lnTo>
                      <a:pt x="1042141" y="166113"/>
                    </a:lnTo>
                    <a:lnTo>
                      <a:pt x="1116350" y="167968"/>
                    </a:lnTo>
                    <a:lnTo>
                      <a:pt x="1262084" y="186412"/>
                    </a:lnTo>
                    <a:lnTo>
                      <a:pt x="1282811" y="200599"/>
                    </a:lnTo>
                    <a:lnTo>
                      <a:pt x="1305935" y="212953"/>
                    </a:lnTo>
                    <a:lnTo>
                      <a:pt x="1331213" y="222709"/>
                    </a:lnTo>
                    <a:cubicBezTo>
                      <a:pt x="1331620" y="222884"/>
                      <a:pt x="1332107" y="222971"/>
                      <a:pt x="1332595" y="222971"/>
                    </a:cubicBezTo>
                    <a:lnTo>
                      <a:pt x="1419890" y="223932"/>
                    </a:lnTo>
                    <a:lnTo>
                      <a:pt x="1508607" y="221640"/>
                    </a:lnTo>
                    <a:lnTo>
                      <a:pt x="1596633" y="218279"/>
                    </a:lnTo>
                    <a:lnTo>
                      <a:pt x="1628292" y="225045"/>
                    </a:lnTo>
                    <a:lnTo>
                      <a:pt x="1660560" y="230436"/>
                    </a:lnTo>
                    <a:lnTo>
                      <a:pt x="1693316" y="235500"/>
                    </a:lnTo>
                    <a:lnTo>
                      <a:pt x="1726235" y="239647"/>
                    </a:lnTo>
                    <a:lnTo>
                      <a:pt x="1759559" y="243052"/>
                    </a:lnTo>
                    <a:lnTo>
                      <a:pt x="1793087" y="247155"/>
                    </a:lnTo>
                    <a:lnTo>
                      <a:pt x="1827224" y="252175"/>
                    </a:lnTo>
                    <a:lnTo>
                      <a:pt x="1839620" y="254139"/>
                    </a:lnTo>
                    <a:cubicBezTo>
                      <a:pt x="1839620" y="254139"/>
                      <a:pt x="1840107" y="254249"/>
                      <a:pt x="1840310" y="254183"/>
                    </a:cubicBezTo>
                    <a:lnTo>
                      <a:pt x="1848033" y="254139"/>
                    </a:lnTo>
                    <a:lnTo>
                      <a:pt x="1871157" y="261277"/>
                    </a:lnTo>
                    <a:lnTo>
                      <a:pt x="1871157" y="25806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2" name="Freeform: Shape 791">
                <a:extLst>
                  <a:ext uri="{FF2B5EF4-FFF2-40B4-BE49-F238E27FC236}">
                    <a16:creationId xmlns:a16="http://schemas.microsoft.com/office/drawing/2014/main" id="{F19E6414-C770-416E-A300-AB54553E457B}"/>
                  </a:ext>
                </a:extLst>
              </p:cNvPr>
              <p:cNvSpPr/>
              <p:nvPr/>
            </p:nvSpPr>
            <p:spPr>
              <a:xfrm>
                <a:off x="10320853" y="5696518"/>
                <a:ext cx="1871146" cy="252794"/>
              </a:xfrm>
              <a:custGeom>
                <a:avLst/>
                <a:gdLst>
                  <a:gd name="connsiteX0" fmla="*/ 1871147 w 1871146"/>
                  <a:gd name="connsiteY0" fmla="*/ 249586 h 252794"/>
                  <a:gd name="connsiteX1" fmla="*/ 1827784 w 1871146"/>
                  <a:gd name="connsiteY1" fmla="*/ 248037 h 252794"/>
                  <a:gd name="connsiteX2" fmla="*/ 1749430 w 1871146"/>
                  <a:gd name="connsiteY2" fmla="*/ 249958 h 252794"/>
                  <a:gd name="connsiteX3" fmla="*/ 1737807 w 1871146"/>
                  <a:gd name="connsiteY3" fmla="*/ 249586 h 252794"/>
                  <a:gd name="connsiteX4" fmla="*/ 1733052 w 1871146"/>
                  <a:gd name="connsiteY4" fmla="*/ 249215 h 252794"/>
                  <a:gd name="connsiteX5" fmla="*/ 1702572 w 1871146"/>
                  <a:gd name="connsiteY5" fmla="*/ 244632 h 252794"/>
                  <a:gd name="connsiteX6" fmla="*/ 1669125 w 1871146"/>
                  <a:gd name="connsiteY6" fmla="*/ 239044 h 252794"/>
                  <a:gd name="connsiteX7" fmla="*/ 1636369 w 1871146"/>
                  <a:gd name="connsiteY7" fmla="*/ 235748 h 252794"/>
                  <a:gd name="connsiteX8" fmla="*/ 1604101 w 1871146"/>
                  <a:gd name="connsiteY8" fmla="*/ 232758 h 252794"/>
                  <a:gd name="connsiteX9" fmla="*/ 1572036 w 1871146"/>
                  <a:gd name="connsiteY9" fmla="*/ 228720 h 252794"/>
                  <a:gd name="connsiteX10" fmla="*/ 1571345 w 1871146"/>
                  <a:gd name="connsiteY10" fmla="*/ 228655 h 252794"/>
                  <a:gd name="connsiteX11" fmla="*/ 1481856 w 1871146"/>
                  <a:gd name="connsiteY11" fmla="*/ 230685 h 252794"/>
                  <a:gd name="connsiteX12" fmla="*/ 1392570 w 1871146"/>
                  <a:gd name="connsiteY12" fmla="*/ 231383 h 252794"/>
                  <a:gd name="connsiteX13" fmla="*/ 1362293 w 1871146"/>
                  <a:gd name="connsiteY13" fmla="*/ 225425 h 252794"/>
                  <a:gd name="connsiteX14" fmla="*/ 1361521 w 1871146"/>
                  <a:gd name="connsiteY14" fmla="*/ 225359 h 252794"/>
                  <a:gd name="connsiteX15" fmla="*/ 1272601 w 1871146"/>
                  <a:gd name="connsiteY15" fmla="*/ 224988 h 252794"/>
                  <a:gd name="connsiteX16" fmla="*/ 1185874 w 1871146"/>
                  <a:gd name="connsiteY16" fmla="*/ 225315 h 252794"/>
                  <a:gd name="connsiteX17" fmla="*/ 1099231 w 1871146"/>
                  <a:gd name="connsiteY17" fmla="*/ 224770 h 252794"/>
                  <a:gd name="connsiteX18" fmla="*/ 1012138 w 1871146"/>
                  <a:gd name="connsiteY18" fmla="*/ 228458 h 252794"/>
                  <a:gd name="connsiteX19" fmla="*/ 925007 w 1871146"/>
                  <a:gd name="connsiteY19" fmla="*/ 229964 h 252794"/>
                  <a:gd name="connsiteX20" fmla="*/ 908628 w 1871146"/>
                  <a:gd name="connsiteY20" fmla="*/ 217763 h 252794"/>
                  <a:gd name="connsiteX21" fmla="*/ 895746 w 1871146"/>
                  <a:gd name="connsiteY21" fmla="*/ 202005 h 252794"/>
                  <a:gd name="connsiteX22" fmla="*/ 887496 w 1871146"/>
                  <a:gd name="connsiteY22" fmla="*/ 181269 h 252794"/>
                  <a:gd name="connsiteX23" fmla="*/ 885017 w 1871146"/>
                  <a:gd name="connsiteY23" fmla="*/ 155383 h 252794"/>
                  <a:gd name="connsiteX24" fmla="*/ 887211 w 1871146"/>
                  <a:gd name="connsiteY24" fmla="*/ 125372 h 252794"/>
                  <a:gd name="connsiteX25" fmla="*/ 889975 w 1871146"/>
                  <a:gd name="connsiteY25" fmla="*/ 96059 h 252794"/>
                  <a:gd name="connsiteX26" fmla="*/ 889365 w 1871146"/>
                  <a:gd name="connsiteY26" fmla="*/ 70216 h 252794"/>
                  <a:gd name="connsiteX27" fmla="*/ 882131 w 1871146"/>
                  <a:gd name="connsiteY27" fmla="*/ 48433 h 252794"/>
                  <a:gd name="connsiteX28" fmla="*/ 881929 w 1871146"/>
                  <a:gd name="connsiteY28" fmla="*/ 48062 h 252794"/>
                  <a:gd name="connsiteX29" fmla="*/ 866567 w 1871146"/>
                  <a:gd name="connsiteY29" fmla="*/ 31867 h 252794"/>
                  <a:gd name="connsiteX30" fmla="*/ 866689 w 1871146"/>
                  <a:gd name="connsiteY30" fmla="*/ 30055 h 252794"/>
                  <a:gd name="connsiteX31" fmla="*/ 865875 w 1871146"/>
                  <a:gd name="connsiteY31" fmla="*/ 29051 h 252794"/>
                  <a:gd name="connsiteX32" fmla="*/ 859942 w 1871146"/>
                  <a:gd name="connsiteY32" fmla="*/ 25755 h 252794"/>
                  <a:gd name="connsiteX33" fmla="*/ 858722 w 1871146"/>
                  <a:gd name="connsiteY33" fmla="*/ 25384 h 252794"/>
                  <a:gd name="connsiteX34" fmla="*/ 852302 w 1871146"/>
                  <a:gd name="connsiteY34" fmla="*/ 24533 h 252794"/>
                  <a:gd name="connsiteX35" fmla="*/ 848035 w 1871146"/>
                  <a:gd name="connsiteY35" fmla="*/ 23725 h 252794"/>
                  <a:gd name="connsiteX36" fmla="*/ 843971 w 1871146"/>
                  <a:gd name="connsiteY36" fmla="*/ 21761 h 252794"/>
                  <a:gd name="connsiteX37" fmla="*/ 839703 w 1871146"/>
                  <a:gd name="connsiteY37" fmla="*/ 20211 h 252794"/>
                  <a:gd name="connsiteX38" fmla="*/ 839135 w 1871146"/>
                  <a:gd name="connsiteY38" fmla="*/ 20059 h 252794"/>
                  <a:gd name="connsiteX39" fmla="*/ 822350 w 1871146"/>
                  <a:gd name="connsiteY39" fmla="*/ 16654 h 252794"/>
                  <a:gd name="connsiteX40" fmla="*/ 821171 w 1871146"/>
                  <a:gd name="connsiteY40" fmla="*/ 16588 h 252794"/>
                  <a:gd name="connsiteX41" fmla="*/ 803412 w 1871146"/>
                  <a:gd name="connsiteY41" fmla="*/ 18181 h 252794"/>
                  <a:gd name="connsiteX42" fmla="*/ 787643 w 1871146"/>
                  <a:gd name="connsiteY42" fmla="*/ 15082 h 252794"/>
                  <a:gd name="connsiteX43" fmla="*/ 698439 w 1871146"/>
                  <a:gd name="connsiteY43" fmla="*/ 2706 h 252794"/>
                  <a:gd name="connsiteX44" fmla="*/ 596148 w 1871146"/>
                  <a:gd name="connsiteY44" fmla="*/ 0 h 252794"/>
                  <a:gd name="connsiteX45" fmla="*/ 481665 w 1871146"/>
                  <a:gd name="connsiteY45" fmla="*/ 8207 h 252794"/>
                  <a:gd name="connsiteX46" fmla="*/ 363321 w 1871146"/>
                  <a:gd name="connsiteY46" fmla="*/ 21586 h 252794"/>
                  <a:gd name="connsiteX47" fmla="*/ 250099 w 1871146"/>
                  <a:gd name="connsiteY47" fmla="*/ 38960 h 252794"/>
                  <a:gd name="connsiteX48" fmla="*/ 146426 w 1871146"/>
                  <a:gd name="connsiteY48" fmla="*/ 50048 h 252794"/>
                  <a:gd name="connsiteX49" fmla="*/ 52181 w 1871146"/>
                  <a:gd name="connsiteY49" fmla="*/ 50572 h 252794"/>
                  <a:gd name="connsiteX50" fmla="*/ 19832 w 1871146"/>
                  <a:gd name="connsiteY50" fmla="*/ 46796 h 252794"/>
                  <a:gd name="connsiteX51" fmla="*/ 2560 w 1871146"/>
                  <a:gd name="connsiteY51" fmla="*/ 46796 h 252794"/>
                  <a:gd name="connsiteX52" fmla="*/ 0 w 1871146"/>
                  <a:gd name="connsiteY52" fmla="*/ 48171 h 252794"/>
                  <a:gd name="connsiteX53" fmla="*/ 2560 w 1871146"/>
                  <a:gd name="connsiteY53" fmla="*/ 49612 h 252794"/>
                  <a:gd name="connsiteX54" fmla="*/ 19304 w 1871146"/>
                  <a:gd name="connsiteY54" fmla="*/ 49612 h 252794"/>
                  <a:gd name="connsiteX55" fmla="*/ 51653 w 1871146"/>
                  <a:gd name="connsiteY55" fmla="*/ 53388 h 252794"/>
                  <a:gd name="connsiteX56" fmla="*/ 146913 w 1871146"/>
                  <a:gd name="connsiteY56" fmla="*/ 52864 h 252794"/>
                  <a:gd name="connsiteX57" fmla="*/ 251195 w 1871146"/>
                  <a:gd name="connsiteY57" fmla="*/ 41732 h 252794"/>
                  <a:gd name="connsiteX58" fmla="*/ 364500 w 1871146"/>
                  <a:gd name="connsiteY58" fmla="*/ 24293 h 252794"/>
                  <a:gd name="connsiteX59" fmla="*/ 482478 w 1871146"/>
                  <a:gd name="connsiteY59" fmla="*/ 10979 h 252794"/>
                  <a:gd name="connsiteX60" fmla="*/ 596392 w 1871146"/>
                  <a:gd name="connsiteY60" fmla="*/ 2816 h 252794"/>
                  <a:gd name="connsiteX61" fmla="*/ 697789 w 1871146"/>
                  <a:gd name="connsiteY61" fmla="*/ 5478 h 252794"/>
                  <a:gd name="connsiteX62" fmla="*/ 786181 w 1871146"/>
                  <a:gd name="connsiteY62" fmla="*/ 17745 h 252794"/>
                  <a:gd name="connsiteX63" fmla="*/ 802355 w 1871146"/>
                  <a:gd name="connsiteY63" fmla="*/ 20953 h 252794"/>
                  <a:gd name="connsiteX64" fmla="*/ 803656 w 1871146"/>
                  <a:gd name="connsiteY64" fmla="*/ 20997 h 252794"/>
                  <a:gd name="connsiteX65" fmla="*/ 821334 w 1871146"/>
                  <a:gd name="connsiteY65" fmla="*/ 19404 h 252794"/>
                  <a:gd name="connsiteX66" fmla="*/ 835924 w 1871146"/>
                  <a:gd name="connsiteY66" fmla="*/ 22329 h 252794"/>
                  <a:gd name="connsiteX67" fmla="*/ 841004 w 1871146"/>
                  <a:gd name="connsiteY67" fmla="*/ 23987 h 252794"/>
                  <a:gd name="connsiteX68" fmla="*/ 845190 w 1871146"/>
                  <a:gd name="connsiteY68" fmla="*/ 26017 h 252794"/>
                  <a:gd name="connsiteX69" fmla="*/ 845962 w 1871146"/>
                  <a:gd name="connsiteY69" fmla="*/ 26279 h 252794"/>
                  <a:gd name="connsiteX70" fmla="*/ 850920 w 1871146"/>
                  <a:gd name="connsiteY70" fmla="*/ 27240 h 252794"/>
                  <a:gd name="connsiteX71" fmla="*/ 856975 w 1871146"/>
                  <a:gd name="connsiteY71" fmla="*/ 28047 h 252794"/>
                  <a:gd name="connsiteX72" fmla="*/ 861649 w 1871146"/>
                  <a:gd name="connsiteY72" fmla="*/ 30601 h 252794"/>
                  <a:gd name="connsiteX73" fmla="*/ 861649 w 1871146"/>
                  <a:gd name="connsiteY73" fmla="*/ 32150 h 252794"/>
                  <a:gd name="connsiteX74" fmla="*/ 861852 w 1871146"/>
                  <a:gd name="connsiteY74" fmla="*/ 32849 h 252794"/>
                  <a:gd name="connsiteX75" fmla="*/ 877417 w 1871146"/>
                  <a:gd name="connsiteY75" fmla="*/ 49197 h 252794"/>
                  <a:gd name="connsiteX76" fmla="*/ 884448 w 1871146"/>
                  <a:gd name="connsiteY76" fmla="*/ 70500 h 252794"/>
                  <a:gd name="connsiteX77" fmla="*/ 884936 w 1871146"/>
                  <a:gd name="connsiteY77" fmla="*/ 96015 h 252794"/>
                  <a:gd name="connsiteX78" fmla="*/ 882253 w 1871146"/>
                  <a:gd name="connsiteY78" fmla="*/ 125263 h 252794"/>
                  <a:gd name="connsiteX79" fmla="*/ 880058 w 1871146"/>
                  <a:gd name="connsiteY79" fmla="*/ 155427 h 252794"/>
                  <a:gd name="connsiteX80" fmla="*/ 882538 w 1871146"/>
                  <a:gd name="connsiteY80" fmla="*/ 181640 h 252794"/>
                  <a:gd name="connsiteX81" fmla="*/ 891073 w 1871146"/>
                  <a:gd name="connsiteY81" fmla="*/ 202900 h 252794"/>
                  <a:gd name="connsiteX82" fmla="*/ 904362 w 1871146"/>
                  <a:gd name="connsiteY82" fmla="*/ 219204 h 252794"/>
                  <a:gd name="connsiteX83" fmla="*/ 921836 w 1871146"/>
                  <a:gd name="connsiteY83" fmla="*/ 232256 h 252794"/>
                  <a:gd name="connsiteX84" fmla="*/ 923991 w 1871146"/>
                  <a:gd name="connsiteY84" fmla="*/ 232846 h 252794"/>
                  <a:gd name="connsiteX85" fmla="*/ 1012423 w 1871146"/>
                  <a:gd name="connsiteY85" fmla="*/ 231296 h 252794"/>
                  <a:gd name="connsiteX86" fmla="*/ 1099434 w 1871146"/>
                  <a:gd name="connsiteY86" fmla="*/ 227564 h 252794"/>
                  <a:gd name="connsiteX87" fmla="*/ 1185956 w 1871146"/>
                  <a:gd name="connsiteY87" fmla="*/ 228153 h 252794"/>
                  <a:gd name="connsiteX88" fmla="*/ 1272682 w 1871146"/>
                  <a:gd name="connsiteY88" fmla="*/ 227825 h 252794"/>
                  <a:gd name="connsiteX89" fmla="*/ 1361074 w 1871146"/>
                  <a:gd name="connsiteY89" fmla="*/ 228196 h 252794"/>
                  <a:gd name="connsiteX90" fmla="*/ 1391432 w 1871146"/>
                  <a:gd name="connsiteY90" fmla="*/ 234111 h 252794"/>
                  <a:gd name="connsiteX91" fmla="*/ 1392326 w 1871146"/>
                  <a:gd name="connsiteY91" fmla="*/ 234221 h 252794"/>
                  <a:gd name="connsiteX92" fmla="*/ 1482019 w 1871146"/>
                  <a:gd name="connsiteY92" fmla="*/ 233522 h 252794"/>
                  <a:gd name="connsiteX93" fmla="*/ 1571305 w 1871146"/>
                  <a:gd name="connsiteY93" fmla="*/ 231492 h 252794"/>
                  <a:gd name="connsiteX94" fmla="*/ 1603167 w 1871146"/>
                  <a:gd name="connsiteY94" fmla="*/ 235487 h 252794"/>
                  <a:gd name="connsiteX95" fmla="*/ 1635516 w 1871146"/>
                  <a:gd name="connsiteY95" fmla="*/ 238520 h 252794"/>
                  <a:gd name="connsiteX96" fmla="*/ 1667947 w 1871146"/>
                  <a:gd name="connsiteY96" fmla="*/ 241773 h 252794"/>
                  <a:gd name="connsiteX97" fmla="*/ 1701190 w 1871146"/>
                  <a:gd name="connsiteY97" fmla="*/ 247360 h 252794"/>
                  <a:gd name="connsiteX98" fmla="*/ 1731955 w 1871146"/>
                  <a:gd name="connsiteY98" fmla="*/ 251944 h 252794"/>
                  <a:gd name="connsiteX99" fmla="*/ 1737319 w 1871146"/>
                  <a:gd name="connsiteY99" fmla="*/ 252424 h 252794"/>
                  <a:gd name="connsiteX100" fmla="*/ 1749430 w 1871146"/>
                  <a:gd name="connsiteY100" fmla="*/ 252795 h 252794"/>
                  <a:gd name="connsiteX101" fmla="*/ 1827703 w 1871146"/>
                  <a:gd name="connsiteY101" fmla="*/ 250874 h 252794"/>
                  <a:gd name="connsiteX102" fmla="*/ 1871147 w 1871146"/>
                  <a:gd name="connsiteY102" fmla="*/ 252358 h 252794"/>
                  <a:gd name="connsiteX103" fmla="*/ 1871147 w 1871146"/>
                  <a:gd name="connsiteY103" fmla="*/ 249586 h 252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1871146" h="252794">
                    <a:moveTo>
                      <a:pt x="1871147" y="249586"/>
                    </a:moveTo>
                    <a:lnTo>
                      <a:pt x="1827784" y="248037"/>
                    </a:lnTo>
                    <a:lnTo>
                      <a:pt x="1749430" y="249958"/>
                    </a:lnTo>
                    <a:lnTo>
                      <a:pt x="1737807" y="249586"/>
                    </a:lnTo>
                    <a:lnTo>
                      <a:pt x="1733052" y="249215"/>
                    </a:lnTo>
                    <a:lnTo>
                      <a:pt x="1702572" y="244632"/>
                    </a:lnTo>
                    <a:lnTo>
                      <a:pt x="1669125" y="239044"/>
                    </a:lnTo>
                    <a:lnTo>
                      <a:pt x="1636369" y="235748"/>
                    </a:lnTo>
                    <a:lnTo>
                      <a:pt x="1604101" y="232758"/>
                    </a:lnTo>
                    <a:lnTo>
                      <a:pt x="1572036" y="228720"/>
                    </a:lnTo>
                    <a:cubicBezTo>
                      <a:pt x="1571752" y="228655"/>
                      <a:pt x="1571549" y="228655"/>
                      <a:pt x="1571345" y="228655"/>
                    </a:cubicBezTo>
                    <a:lnTo>
                      <a:pt x="1481856" y="230685"/>
                    </a:lnTo>
                    <a:lnTo>
                      <a:pt x="1392570" y="231383"/>
                    </a:lnTo>
                    <a:lnTo>
                      <a:pt x="1362293" y="225425"/>
                    </a:lnTo>
                    <a:cubicBezTo>
                      <a:pt x="1362293" y="225425"/>
                      <a:pt x="1361805" y="225359"/>
                      <a:pt x="1361521" y="225359"/>
                    </a:cubicBezTo>
                    <a:lnTo>
                      <a:pt x="1272601" y="224988"/>
                    </a:lnTo>
                    <a:lnTo>
                      <a:pt x="1185874" y="225315"/>
                    </a:lnTo>
                    <a:lnTo>
                      <a:pt x="1099231" y="224770"/>
                    </a:lnTo>
                    <a:lnTo>
                      <a:pt x="1012138" y="228458"/>
                    </a:lnTo>
                    <a:lnTo>
                      <a:pt x="925007" y="229964"/>
                    </a:lnTo>
                    <a:lnTo>
                      <a:pt x="908628" y="217763"/>
                    </a:lnTo>
                    <a:lnTo>
                      <a:pt x="895746" y="202005"/>
                    </a:lnTo>
                    <a:lnTo>
                      <a:pt x="887496" y="181269"/>
                    </a:lnTo>
                    <a:lnTo>
                      <a:pt x="885017" y="155383"/>
                    </a:lnTo>
                    <a:lnTo>
                      <a:pt x="887211" y="125372"/>
                    </a:lnTo>
                    <a:lnTo>
                      <a:pt x="889975" y="96059"/>
                    </a:lnTo>
                    <a:lnTo>
                      <a:pt x="889365" y="70216"/>
                    </a:lnTo>
                    <a:lnTo>
                      <a:pt x="882131" y="48433"/>
                    </a:lnTo>
                    <a:cubicBezTo>
                      <a:pt x="882131" y="48433"/>
                      <a:pt x="882051" y="48171"/>
                      <a:pt x="881929" y="48062"/>
                    </a:cubicBezTo>
                    <a:lnTo>
                      <a:pt x="866567" y="31867"/>
                    </a:lnTo>
                    <a:lnTo>
                      <a:pt x="866689" y="30055"/>
                    </a:lnTo>
                    <a:cubicBezTo>
                      <a:pt x="866689" y="29684"/>
                      <a:pt x="866363" y="29313"/>
                      <a:pt x="865875" y="29051"/>
                    </a:cubicBezTo>
                    <a:lnTo>
                      <a:pt x="859942" y="25755"/>
                    </a:lnTo>
                    <a:cubicBezTo>
                      <a:pt x="859536" y="25603"/>
                      <a:pt x="859129" y="25428"/>
                      <a:pt x="858722" y="25384"/>
                    </a:cubicBezTo>
                    <a:lnTo>
                      <a:pt x="852302" y="24533"/>
                    </a:lnTo>
                    <a:lnTo>
                      <a:pt x="848035" y="23725"/>
                    </a:lnTo>
                    <a:lnTo>
                      <a:pt x="843971" y="21761"/>
                    </a:lnTo>
                    <a:lnTo>
                      <a:pt x="839703" y="20211"/>
                    </a:lnTo>
                    <a:cubicBezTo>
                      <a:pt x="839703" y="20211"/>
                      <a:pt x="839216" y="20059"/>
                      <a:pt x="839135" y="20059"/>
                    </a:cubicBezTo>
                    <a:lnTo>
                      <a:pt x="822350" y="16654"/>
                    </a:lnTo>
                    <a:cubicBezTo>
                      <a:pt x="821944" y="16588"/>
                      <a:pt x="821578" y="16545"/>
                      <a:pt x="821171" y="16588"/>
                    </a:cubicBezTo>
                    <a:lnTo>
                      <a:pt x="803412" y="18181"/>
                    </a:lnTo>
                    <a:lnTo>
                      <a:pt x="787643" y="15082"/>
                    </a:lnTo>
                    <a:lnTo>
                      <a:pt x="698439" y="2706"/>
                    </a:lnTo>
                    <a:lnTo>
                      <a:pt x="596148" y="0"/>
                    </a:lnTo>
                    <a:lnTo>
                      <a:pt x="481665" y="8207"/>
                    </a:lnTo>
                    <a:lnTo>
                      <a:pt x="363321" y="21586"/>
                    </a:lnTo>
                    <a:lnTo>
                      <a:pt x="250099" y="38960"/>
                    </a:lnTo>
                    <a:lnTo>
                      <a:pt x="146426" y="50048"/>
                    </a:lnTo>
                    <a:lnTo>
                      <a:pt x="52181" y="50572"/>
                    </a:lnTo>
                    <a:lnTo>
                      <a:pt x="19832" y="46796"/>
                    </a:lnTo>
                    <a:lnTo>
                      <a:pt x="2560" y="46796"/>
                    </a:lnTo>
                    <a:cubicBezTo>
                      <a:pt x="1179" y="46796"/>
                      <a:pt x="0" y="47385"/>
                      <a:pt x="0" y="48171"/>
                    </a:cubicBezTo>
                    <a:cubicBezTo>
                      <a:pt x="0" y="48957"/>
                      <a:pt x="1097" y="49546"/>
                      <a:pt x="2560" y="49612"/>
                    </a:cubicBezTo>
                    <a:lnTo>
                      <a:pt x="19304" y="49612"/>
                    </a:lnTo>
                    <a:lnTo>
                      <a:pt x="51653" y="53388"/>
                    </a:lnTo>
                    <a:lnTo>
                      <a:pt x="146913" y="52864"/>
                    </a:lnTo>
                    <a:lnTo>
                      <a:pt x="251195" y="41732"/>
                    </a:lnTo>
                    <a:lnTo>
                      <a:pt x="364500" y="24293"/>
                    </a:lnTo>
                    <a:lnTo>
                      <a:pt x="482478" y="10979"/>
                    </a:lnTo>
                    <a:lnTo>
                      <a:pt x="596392" y="2816"/>
                    </a:lnTo>
                    <a:lnTo>
                      <a:pt x="697789" y="5478"/>
                    </a:lnTo>
                    <a:lnTo>
                      <a:pt x="786181" y="17745"/>
                    </a:lnTo>
                    <a:lnTo>
                      <a:pt x="802355" y="20953"/>
                    </a:lnTo>
                    <a:cubicBezTo>
                      <a:pt x="802762" y="21063"/>
                      <a:pt x="803127" y="21063"/>
                      <a:pt x="803656" y="20997"/>
                    </a:cubicBezTo>
                    <a:lnTo>
                      <a:pt x="821334" y="19404"/>
                    </a:lnTo>
                    <a:lnTo>
                      <a:pt x="835924" y="22329"/>
                    </a:lnTo>
                    <a:lnTo>
                      <a:pt x="841004" y="23987"/>
                    </a:lnTo>
                    <a:lnTo>
                      <a:pt x="845190" y="26017"/>
                    </a:lnTo>
                    <a:cubicBezTo>
                      <a:pt x="845475" y="26126"/>
                      <a:pt x="845677" y="26235"/>
                      <a:pt x="845962" y="26279"/>
                    </a:cubicBezTo>
                    <a:lnTo>
                      <a:pt x="850920" y="27240"/>
                    </a:lnTo>
                    <a:lnTo>
                      <a:pt x="856975" y="28047"/>
                    </a:lnTo>
                    <a:lnTo>
                      <a:pt x="861649" y="30601"/>
                    </a:lnTo>
                    <a:lnTo>
                      <a:pt x="861649" y="32150"/>
                    </a:lnTo>
                    <a:cubicBezTo>
                      <a:pt x="861527" y="32412"/>
                      <a:pt x="861649" y="32631"/>
                      <a:pt x="861852" y="32849"/>
                    </a:cubicBezTo>
                    <a:lnTo>
                      <a:pt x="877417" y="49197"/>
                    </a:lnTo>
                    <a:lnTo>
                      <a:pt x="884448" y="70500"/>
                    </a:lnTo>
                    <a:lnTo>
                      <a:pt x="884936" y="96015"/>
                    </a:lnTo>
                    <a:lnTo>
                      <a:pt x="882253" y="125263"/>
                    </a:lnTo>
                    <a:lnTo>
                      <a:pt x="880058" y="155427"/>
                    </a:lnTo>
                    <a:lnTo>
                      <a:pt x="882538" y="181640"/>
                    </a:lnTo>
                    <a:lnTo>
                      <a:pt x="891073" y="202900"/>
                    </a:lnTo>
                    <a:lnTo>
                      <a:pt x="904362" y="219204"/>
                    </a:lnTo>
                    <a:lnTo>
                      <a:pt x="921836" y="232256"/>
                    </a:lnTo>
                    <a:cubicBezTo>
                      <a:pt x="922325" y="232627"/>
                      <a:pt x="923137" y="232780"/>
                      <a:pt x="923991" y="232846"/>
                    </a:cubicBezTo>
                    <a:lnTo>
                      <a:pt x="1012423" y="231296"/>
                    </a:lnTo>
                    <a:lnTo>
                      <a:pt x="1099434" y="227564"/>
                    </a:lnTo>
                    <a:lnTo>
                      <a:pt x="1185956" y="228153"/>
                    </a:lnTo>
                    <a:lnTo>
                      <a:pt x="1272682" y="227825"/>
                    </a:lnTo>
                    <a:lnTo>
                      <a:pt x="1361074" y="228196"/>
                    </a:lnTo>
                    <a:lnTo>
                      <a:pt x="1391432" y="234111"/>
                    </a:lnTo>
                    <a:cubicBezTo>
                      <a:pt x="1391757" y="234221"/>
                      <a:pt x="1391635" y="234264"/>
                      <a:pt x="1392326" y="234221"/>
                    </a:cubicBezTo>
                    <a:lnTo>
                      <a:pt x="1482019" y="233522"/>
                    </a:lnTo>
                    <a:lnTo>
                      <a:pt x="1571305" y="231492"/>
                    </a:lnTo>
                    <a:lnTo>
                      <a:pt x="1603167" y="235487"/>
                    </a:lnTo>
                    <a:lnTo>
                      <a:pt x="1635516" y="238520"/>
                    </a:lnTo>
                    <a:lnTo>
                      <a:pt x="1667947" y="241773"/>
                    </a:lnTo>
                    <a:lnTo>
                      <a:pt x="1701190" y="247360"/>
                    </a:lnTo>
                    <a:lnTo>
                      <a:pt x="1731955" y="251944"/>
                    </a:lnTo>
                    <a:lnTo>
                      <a:pt x="1737319" y="252424"/>
                    </a:lnTo>
                    <a:lnTo>
                      <a:pt x="1749430" y="252795"/>
                    </a:lnTo>
                    <a:lnTo>
                      <a:pt x="1827703" y="250874"/>
                    </a:lnTo>
                    <a:lnTo>
                      <a:pt x="1871147" y="252358"/>
                    </a:lnTo>
                    <a:lnTo>
                      <a:pt x="1871147" y="24958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3" name="Freeform: Shape 792">
                <a:extLst>
                  <a:ext uri="{FF2B5EF4-FFF2-40B4-BE49-F238E27FC236}">
                    <a16:creationId xmlns:a16="http://schemas.microsoft.com/office/drawing/2014/main" id="{3116F960-52F5-4E87-9E21-68C317734F09}"/>
                  </a:ext>
                </a:extLst>
              </p:cNvPr>
              <p:cNvSpPr/>
              <p:nvPr/>
            </p:nvSpPr>
            <p:spPr>
              <a:xfrm>
                <a:off x="1748445" y="5923907"/>
                <a:ext cx="1337313" cy="37869"/>
              </a:xfrm>
              <a:custGeom>
                <a:avLst/>
                <a:gdLst>
                  <a:gd name="connsiteX0" fmla="*/ 715517 w 1337313"/>
                  <a:gd name="connsiteY0" fmla="*/ 37825 h 37869"/>
                  <a:gd name="connsiteX1" fmla="*/ 603513 w 1337313"/>
                  <a:gd name="connsiteY1" fmla="*/ 35905 h 37869"/>
                  <a:gd name="connsiteX2" fmla="*/ 491672 w 1337313"/>
                  <a:gd name="connsiteY2" fmla="*/ 33024 h 37869"/>
                  <a:gd name="connsiteX3" fmla="*/ 379993 w 1337313"/>
                  <a:gd name="connsiteY3" fmla="*/ 33875 h 37869"/>
                  <a:gd name="connsiteX4" fmla="*/ 268233 w 1337313"/>
                  <a:gd name="connsiteY4" fmla="*/ 31845 h 37869"/>
                  <a:gd name="connsiteX5" fmla="*/ 167689 w 1337313"/>
                  <a:gd name="connsiteY5" fmla="*/ 24533 h 37869"/>
                  <a:gd name="connsiteX6" fmla="*/ 163585 w 1337313"/>
                  <a:gd name="connsiteY6" fmla="*/ 24970 h 37869"/>
                  <a:gd name="connsiteX7" fmla="*/ 131886 w 1337313"/>
                  <a:gd name="connsiteY7" fmla="*/ 34617 h 37869"/>
                  <a:gd name="connsiteX8" fmla="*/ 130504 w 1337313"/>
                  <a:gd name="connsiteY8" fmla="*/ 34770 h 37869"/>
                  <a:gd name="connsiteX9" fmla="*/ 124611 w 1337313"/>
                  <a:gd name="connsiteY9" fmla="*/ 34551 h 37869"/>
                  <a:gd name="connsiteX10" fmla="*/ 12973 w 1337313"/>
                  <a:gd name="connsiteY10" fmla="*/ 27261 h 37869"/>
                  <a:gd name="connsiteX11" fmla="*/ 11794 w 1337313"/>
                  <a:gd name="connsiteY11" fmla="*/ 27589 h 37869"/>
                  <a:gd name="connsiteX12" fmla="*/ 10047 w 1337313"/>
                  <a:gd name="connsiteY12" fmla="*/ 27742 h 37869"/>
                  <a:gd name="connsiteX13" fmla="*/ 2122 w 1337313"/>
                  <a:gd name="connsiteY13" fmla="*/ 26999 h 37869"/>
                  <a:gd name="connsiteX14" fmla="*/ 49 w 1337313"/>
                  <a:gd name="connsiteY14" fmla="*/ 25406 h 37869"/>
                  <a:gd name="connsiteX15" fmla="*/ 2976 w 1337313"/>
                  <a:gd name="connsiteY15" fmla="*/ 24227 h 37869"/>
                  <a:gd name="connsiteX16" fmla="*/ 10169 w 1337313"/>
                  <a:gd name="connsiteY16" fmla="*/ 24926 h 37869"/>
                  <a:gd name="connsiteX17" fmla="*/ 11266 w 1337313"/>
                  <a:gd name="connsiteY17" fmla="*/ 24555 h 37869"/>
                  <a:gd name="connsiteX18" fmla="*/ 12810 w 1337313"/>
                  <a:gd name="connsiteY18" fmla="*/ 24402 h 37869"/>
                  <a:gd name="connsiteX19" fmla="*/ 130138 w 1337313"/>
                  <a:gd name="connsiteY19" fmla="*/ 31976 h 37869"/>
                  <a:gd name="connsiteX20" fmla="*/ 161512 w 1337313"/>
                  <a:gd name="connsiteY20" fmla="*/ 22438 h 37869"/>
                  <a:gd name="connsiteX21" fmla="*/ 162284 w 1337313"/>
                  <a:gd name="connsiteY21" fmla="*/ 22285 h 37869"/>
                  <a:gd name="connsiteX22" fmla="*/ 167242 w 1337313"/>
                  <a:gd name="connsiteY22" fmla="*/ 21805 h 37869"/>
                  <a:gd name="connsiteX23" fmla="*/ 168015 w 1337313"/>
                  <a:gd name="connsiteY23" fmla="*/ 21739 h 37869"/>
                  <a:gd name="connsiteX24" fmla="*/ 268680 w 1337313"/>
                  <a:gd name="connsiteY24" fmla="*/ 29095 h 37869"/>
                  <a:gd name="connsiteX25" fmla="*/ 380115 w 1337313"/>
                  <a:gd name="connsiteY25" fmla="*/ 31059 h 37869"/>
                  <a:gd name="connsiteX26" fmla="*/ 491793 w 1337313"/>
                  <a:gd name="connsiteY26" fmla="*/ 30208 h 37869"/>
                  <a:gd name="connsiteX27" fmla="*/ 603757 w 1337313"/>
                  <a:gd name="connsiteY27" fmla="*/ 33089 h 37869"/>
                  <a:gd name="connsiteX28" fmla="*/ 715517 w 1337313"/>
                  <a:gd name="connsiteY28" fmla="*/ 35010 h 37869"/>
                  <a:gd name="connsiteX29" fmla="*/ 827277 w 1337313"/>
                  <a:gd name="connsiteY29" fmla="*/ 31714 h 37869"/>
                  <a:gd name="connsiteX30" fmla="*/ 938508 w 1337313"/>
                  <a:gd name="connsiteY30" fmla="*/ 27872 h 37869"/>
                  <a:gd name="connsiteX31" fmla="*/ 963908 w 1337313"/>
                  <a:gd name="connsiteY31" fmla="*/ 17156 h 37869"/>
                  <a:gd name="connsiteX32" fmla="*/ 965412 w 1337313"/>
                  <a:gd name="connsiteY32" fmla="*/ 16894 h 37869"/>
                  <a:gd name="connsiteX33" fmla="*/ 1075912 w 1337313"/>
                  <a:gd name="connsiteY33" fmla="*/ 15933 h 37869"/>
                  <a:gd name="connsiteX34" fmla="*/ 1100093 w 1337313"/>
                  <a:gd name="connsiteY34" fmla="*/ 7181 h 37869"/>
                  <a:gd name="connsiteX35" fmla="*/ 1124802 w 1337313"/>
                  <a:gd name="connsiteY35" fmla="*/ 153 h 37869"/>
                  <a:gd name="connsiteX36" fmla="*/ 1126103 w 1337313"/>
                  <a:gd name="connsiteY36" fmla="*/ 0 h 37869"/>
                  <a:gd name="connsiteX37" fmla="*/ 1235749 w 1337313"/>
                  <a:gd name="connsiteY37" fmla="*/ 3209 h 37869"/>
                  <a:gd name="connsiteX38" fmla="*/ 1258670 w 1337313"/>
                  <a:gd name="connsiteY38" fmla="*/ 2510 h 37869"/>
                  <a:gd name="connsiteX39" fmla="*/ 1281551 w 1337313"/>
                  <a:gd name="connsiteY39" fmla="*/ 3689 h 37869"/>
                  <a:gd name="connsiteX40" fmla="*/ 1299067 w 1337313"/>
                  <a:gd name="connsiteY40" fmla="*/ 2248 h 37869"/>
                  <a:gd name="connsiteX41" fmla="*/ 1334545 w 1337313"/>
                  <a:gd name="connsiteY41" fmla="*/ 480 h 37869"/>
                  <a:gd name="connsiteX42" fmla="*/ 1337309 w 1337313"/>
                  <a:gd name="connsiteY42" fmla="*/ 1768 h 37869"/>
                  <a:gd name="connsiteX43" fmla="*/ 1334992 w 1337313"/>
                  <a:gd name="connsiteY43" fmla="*/ 3318 h 37869"/>
                  <a:gd name="connsiteX44" fmla="*/ 1299676 w 1337313"/>
                  <a:gd name="connsiteY44" fmla="*/ 5020 h 37869"/>
                  <a:gd name="connsiteX45" fmla="*/ 1281713 w 1337313"/>
                  <a:gd name="connsiteY45" fmla="*/ 6504 h 37869"/>
                  <a:gd name="connsiteX46" fmla="*/ 1258630 w 1337313"/>
                  <a:gd name="connsiteY46" fmla="*/ 5347 h 37869"/>
                  <a:gd name="connsiteX47" fmla="*/ 1235749 w 1337313"/>
                  <a:gd name="connsiteY47" fmla="*/ 6046 h 37869"/>
                  <a:gd name="connsiteX48" fmla="*/ 1126509 w 1337313"/>
                  <a:gd name="connsiteY48" fmla="*/ 2859 h 37869"/>
                  <a:gd name="connsiteX49" fmla="*/ 1102694 w 1337313"/>
                  <a:gd name="connsiteY49" fmla="*/ 9626 h 37869"/>
                  <a:gd name="connsiteX50" fmla="*/ 1078107 w 1337313"/>
                  <a:gd name="connsiteY50" fmla="*/ 18574 h 37869"/>
                  <a:gd name="connsiteX51" fmla="*/ 1076766 w 1337313"/>
                  <a:gd name="connsiteY51" fmla="*/ 18793 h 37869"/>
                  <a:gd name="connsiteX52" fmla="*/ 966388 w 1337313"/>
                  <a:gd name="connsiteY52" fmla="*/ 19709 h 37869"/>
                  <a:gd name="connsiteX53" fmla="*/ 941028 w 1337313"/>
                  <a:gd name="connsiteY53" fmla="*/ 30426 h 37869"/>
                  <a:gd name="connsiteX54" fmla="*/ 939646 w 1337313"/>
                  <a:gd name="connsiteY54" fmla="*/ 30688 h 37869"/>
                  <a:gd name="connsiteX55" fmla="*/ 827643 w 1337313"/>
                  <a:gd name="connsiteY55" fmla="*/ 34573 h 37869"/>
                  <a:gd name="connsiteX56" fmla="*/ 715639 w 1337313"/>
                  <a:gd name="connsiteY56" fmla="*/ 37869 h 37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337313" h="37869">
                    <a:moveTo>
                      <a:pt x="715517" y="37825"/>
                    </a:moveTo>
                    <a:lnTo>
                      <a:pt x="603513" y="35905"/>
                    </a:lnTo>
                    <a:lnTo>
                      <a:pt x="491672" y="33024"/>
                    </a:lnTo>
                    <a:lnTo>
                      <a:pt x="379993" y="33875"/>
                    </a:lnTo>
                    <a:lnTo>
                      <a:pt x="268233" y="31845"/>
                    </a:lnTo>
                    <a:lnTo>
                      <a:pt x="167689" y="24533"/>
                    </a:lnTo>
                    <a:lnTo>
                      <a:pt x="163585" y="24970"/>
                    </a:lnTo>
                    <a:lnTo>
                      <a:pt x="131886" y="34617"/>
                    </a:lnTo>
                    <a:cubicBezTo>
                      <a:pt x="131479" y="34726"/>
                      <a:pt x="130992" y="34835"/>
                      <a:pt x="130504" y="34770"/>
                    </a:cubicBezTo>
                    <a:lnTo>
                      <a:pt x="124611" y="34551"/>
                    </a:lnTo>
                    <a:lnTo>
                      <a:pt x="12973" y="27261"/>
                    </a:lnTo>
                    <a:lnTo>
                      <a:pt x="11794" y="27589"/>
                    </a:lnTo>
                    <a:cubicBezTo>
                      <a:pt x="11225" y="27742"/>
                      <a:pt x="10657" y="27807"/>
                      <a:pt x="10047" y="27742"/>
                    </a:cubicBezTo>
                    <a:lnTo>
                      <a:pt x="2122" y="26999"/>
                    </a:lnTo>
                    <a:cubicBezTo>
                      <a:pt x="740" y="26890"/>
                      <a:pt x="-235" y="26148"/>
                      <a:pt x="49" y="25406"/>
                    </a:cubicBezTo>
                    <a:cubicBezTo>
                      <a:pt x="293" y="24599"/>
                      <a:pt x="1634" y="24118"/>
                      <a:pt x="2976" y="24227"/>
                    </a:cubicBezTo>
                    <a:lnTo>
                      <a:pt x="10169" y="24926"/>
                    </a:lnTo>
                    <a:lnTo>
                      <a:pt x="11266" y="24555"/>
                    </a:lnTo>
                    <a:cubicBezTo>
                      <a:pt x="11754" y="24446"/>
                      <a:pt x="12323" y="24402"/>
                      <a:pt x="12810" y="24402"/>
                    </a:cubicBezTo>
                    <a:lnTo>
                      <a:pt x="130138" y="31976"/>
                    </a:lnTo>
                    <a:lnTo>
                      <a:pt x="161512" y="22438"/>
                    </a:lnTo>
                    <a:cubicBezTo>
                      <a:pt x="161715" y="22394"/>
                      <a:pt x="162000" y="22329"/>
                      <a:pt x="162284" y="22285"/>
                    </a:cubicBezTo>
                    <a:lnTo>
                      <a:pt x="167242" y="21805"/>
                    </a:lnTo>
                    <a:cubicBezTo>
                      <a:pt x="167486" y="21739"/>
                      <a:pt x="167730" y="21739"/>
                      <a:pt x="168015" y="21739"/>
                    </a:cubicBezTo>
                    <a:lnTo>
                      <a:pt x="268680" y="29095"/>
                    </a:lnTo>
                    <a:lnTo>
                      <a:pt x="380115" y="31059"/>
                    </a:lnTo>
                    <a:lnTo>
                      <a:pt x="491793" y="30208"/>
                    </a:lnTo>
                    <a:lnTo>
                      <a:pt x="603757" y="33089"/>
                    </a:lnTo>
                    <a:lnTo>
                      <a:pt x="715517" y="35010"/>
                    </a:lnTo>
                    <a:lnTo>
                      <a:pt x="827277" y="31714"/>
                    </a:lnTo>
                    <a:lnTo>
                      <a:pt x="938508" y="27872"/>
                    </a:lnTo>
                    <a:lnTo>
                      <a:pt x="963908" y="17156"/>
                    </a:lnTo>
                    <a:cubicBezTo>
                      <a:pt x="964356" y="17003"/>
                      <a:pt x="964843" y="16894"/>
                      <a:pt x="965412" y="16894"/>
                    </a:cubicBezTo>
                    <a:lnTo>
                      <a:pt x="1075912" y="15933"/>
                    </a:lnTo>
                    <a:lnTo>
                      <a:pt x="1100093" y="7181"/>
                    </a:lnTo>
                    <a:lnTo>
                      <a:pt x="1124802" y="153"/>
                    </a:lnTo>
                    <a:cubicBezTo>
                      <a:pt x="1125208" y="44"/>
                      <a:pt x="1125656" y="0"/>
                      <a:pt x="1126103" y="0"/>
                    </a:cubicBezTo>
                    <a:lnTo>
                      <a:pt x="1235749" y="3209"/>
                    </a:lnTo>
                    <a:lnTo>
                      <a:pt x="1258670" y="2510"/>
                    </a:lnTo>
                    <a:lnTo>
                      <a:pt x="1281551" y="3689"/>
                    </a:lnTo>
                    <a:lnTo>
                      <a:pt x="1299067" y="2248"/>
                    </a:lnTo>
                    <a:lnTo>
                      <a:pt x="1334545" y="480"/>
                    </a:lnTo>
                    <a:cubicBezTo>
                      <a:pt x="1335968" y="437"/>
                      <a:pt x="1337187" y="1004"/>
                      <a:pt x="1337309" y="1768"/>
                    </a:cubicBezTo>
                    <a:cubicBezTo>
                      <a:pt x="1337390" y="2576"/>
                      <a:pt x="1336374" y="3252"/>
                      <a:pt x="1334992" y="3318"/>
                    </a:cubicBezTo>
                    <a:lnTo>
                      <a:pt x="1299676" y="5020"/>
                    </a:lnTo>
                    <a:lnTo>
                      <a:pt x="1281713" y="6504"/>
                    </a:lnTo>
                    <a:lnTo>
                      <a:pt x="1258630" y="5347"/>
                    </a:lnTo>
                    <a:lnTo>
                      <a:pt x="1235749" y="6046"/>
                    </a:lnTo>
                    <a:lnTo>
                      <a:pt x="1126509" y="2859"/>
                    </a:lnTo>
                    <a:lnTo>
                      <a:pt x="1102694" y="9626"/>
                    </a:lnTo>
                    <a:lnTo>
                      <a:pt x="1078107" y="18574"/>
                    </a:lnTo>
                    <a:cubicBezTo>
                      <a:pt x="1077700" y="18749"/>
                      <a:pt x="1077253" y="18793"/>
                      <a:pt x="1076766" y="18793"/>
                    </a:cubicBezTo>
                    <a:lnTo>
                      <a:pt x="966388" y="19709"/>
                    </a:lnTo>
                    <a:lnTo>
                      <a:pt x="941028" y="30426"/>
                    </a:lnTo>
                    <a:cubicBezTo>
                      <a:pt x="940622" y="30601"/>
                      <a:pt x="940134" y="30688"/>
                      <a:pt x="939646" y="30688"/>
                    </a:cubicBezTo>
                    <a:lnTo>
                      <a:pt x="827643" y="34573"/>
                    </a:lnTo>
                    <a:lnTo>
                      <a:pt x="715639" y="3786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4" name="Freeform: Shape 793">
                <a:extLst>
                  <a:ext uri="{FF2B5EF4-FFF2-40B4-BE49-F238E27FC236}">
                    <a16:creationId xmlns:a16="http://schemas.microsoft.com/office/drawing/2014/main" id="{27FBABB9-CFA4-4C09-A960-30673C31126C}"/>
                  </a:ext>
                </a:extLst>
              </p:cNvPr>
              <p:cNvSpPr/>
              <p:nvPr/>
            </p:nvSpPr>
            <p:spPr>
              <a:xfrm>
                <a:off x="11729756" y="5847010"/>
                <a:ext cx="462284" cy="9693"/>
              </a:xfrm>
              <a:custGeom>
                <a:avLst/>
                <a:gdLst>
                  <a:gd name="connsiteX0" fmla="*/ 462244 w 462284"/>
                  <a:gd name="connsiteY0" fmla="*/ 6922 h 9693"/>
                  <a:gd name="connsiteX1" fmla="*/ 458586 w 462284"/>
                  <a:gd name="connsiteY1" fmla="*/ 6856 h 9693"/>
                  <a:gd name="connsiteX2" fmla="*/ 380192 w 462284"/>
                  <a:gd name="connsiteY2" fmla="*/ 6158 h 9693"/>
                  <a:gd name="connsiteX3" fmla="*/ 301919 w 462284"/>
                  <a:gd name="connsiteY3" fmla="*/ 5088 h 9693"/>
                  <a:gd name="connsiteX4" fmla="*/ 223524 w 462284"/>
                  <a:gd name="connsiteY4" fmla="*/ 3800 h 9693"/>
                  <a:gd name="connsiteX5" fmla="*/ 144358 w 462284"/>
                  <a:gd name="connsiteY5" fmla="*/ 4324 h 9693"/>
                  <a:gd name="connsiteX6" fmla="*/ 71246 w 462284"/>
                  <a:gd name="connsiteY6" fmla="*/ 3473 h 9693"/>
                  <a:gd name="connsiteX7" fmla="*/ 2767 w 462284"/>
                  <a:gd name="connsiteY7" fmla="*/ 3 h 9693"/>
                  <a:gd name="connsiteX8" fmla="*/ 4 w 462284"/>
                  <a:gd name="connsiteY8" fmla="*/ 1268 h 9693"/>
                  <a:gd name="connsiteX9" fmla="*/ 2362 w 462284"/>
                  <a:gd name="connsiteY9" fmla="*/ 2818 h 9693"/>
                  <a:gd name="connsiteX10" fmla="*/ 70921 w 462284"/>
                  <a:gd name="connsiteY10" fmla="*/ 6289 h 9693"/>
                  <a:gd name="connsiteX11" fmla="*/ 144358 w 462284"/>
                  <a:gd name="connsiteY11" fmla="*/ 7140 h 9693"/>
                  <a:gd name="connsiteX12" fmla="*/ 223443 w 462284"/>
                  <a:gd name="connsiteY12" fmla="*/ 6616 h 9693"/>
                  <a:gd name="connsiteX13" fmla="*/ 301838 w 462284"/>
                  <a:gd name="connsiteY13" fmla="*/ 7882 h 9693"/>
                  <a:gd name="connsiteX14" fmla="*/ 380110 w 462284"/>
                  <a:gd name="connsiteY14" fmla="*/ 8951 h 9693"/>
                  <a:gd name="connsiteX15" fmla="*/ 458505 w 462284"/>
                  <a:gd name="connsiteY15" fmla="*/ 9628 h 9693"/>
                  <a:gd name="connsiteX16" fmla="*/ 462284 w 462284"/>
                  <a:gd name="connsiteY16" fmla="*/ 9694 h 9693"/>
                  <a:gd name="connsiteX17" fmla="*/ 462284 w 462284"/>
                  <a:gd name="connsiteY17" fmla="*/ 6878 h 9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2284" h="9693">
                    <a:moveTo>
                      <a:pt x="462244" y="6922"/>
                    </a:moveTo>
                    <a:lnTo>
                      <a:pt x="458586" y="6856"/>
                    </a:lnTo>
                    <a:lnTo>
                      <a:pt x="380192" y="6158"/>
                    </a:lnTo>
                    <a:lnTo>
                      <a:pt x="301919" y="5088"/>
                    </a:lnTo>
                    <a:lnTo>
                      <a:pt x="223524" y="3800"/>
                    </a:lnTo>
                    <a:lnTo>
                      <a:pt x="144358" y="4324"/>
                    </a:lnTo>
                    <a:lnTo>
                      <a:pt x="71246" y="3473"/>
                    </a:lnTo>
                    <a:lnTo>
                      <a:pt x="2767" y="3"/>
                    </a:lnTo>
                    <a:cubicBezTo>
                      <a:pt x="1468" y="-41"/>
                      <a:pt x="208" y="483"/>
                      <a:pt x="4" y="1268"/>
                    </a:cubicBezTo>
                    <a:cubicBezTo>
                      <a:pt x="-77" y="2076"/>
                      <a:pt x="1020" y="2709"/>
                      <a:pt x="2362" y="2818"/>
                    </a:cubicBezTo>
                    <a:lnTo>
                      <a:pt x="70921" y="6289"/>
                    </a:lnTo>
                    <a:lnTo>
                      <a:pt x="144358" y="7140"/>
                    </a:lnTo>
                    <a:lnTo>
                      <a:pt x="223443" y="6616"/>
                    </a:lnTo>
                    <a:lnTo>
                      <a:pt x="301838" y="7882"/>
                    </a:lnTo>
                    <a:lnTo>
                      <a:pt x="380110" y="8951"/>
                    </a:lnTo>
                    <a:lnTo>
                      <a:pt x="458505" y="9628"/>
                    </a:lnTo>
                    <a:lnTo>
                      <a:pt x="462284" y="9694"/>
                    </a:lnTo>
                    <a:lnTo>
                      <a:pt x="462284" y="687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5" name="Freeform: Shape 794">
                <a:extLst>
                  <a:ext uri="{FF2B5EF4-FFF2-40B4-BE49-F238E27FC236}">
                    <a16:creationId xmlns:a16="http://schemas.microsoft.com/office/drawing/2014/main" id="{31834013-D534-455F-BAF1-089802D3EBB6}"/>
                  </a:ext>
                </a:extLst>
              </p:cNvPr>
              <p:cNvSpPr/>
              <p:nvPr/>
            </p:nvSpPr>
            <p:spPr>
              <a:xfrm>
                <a:off x="11415383" y="5796251"/>
                <a:ext cx="776616" cy="132392"/>
              </a:xfrm>
              <a:custGeom>
                <a:avLst/>
                <a:gdLst>
                  <a:gd name="connsiteX0" fmla="*/ 776616 w 776616"/>
                  <a:gd name="connsiteY0" fmla="*/ 129446 h 132392"/>
                  <a:gd name="connsiteX1" fmla="*/ 747071 w 776616"/>
                  <a:gd name="connsiteY1" fmla="*/ 124011 h 132392"/>
                  <a:gd name="connsiteX2" fmla="*/ 713909 w 776616"/>
                  <a:gd name="connsiteY2" fmla="*/ 117354 h 132392"/>
                  <a:gd name="connsiteX3" fmla="*/ 680868 w 776616"/>
                  <a:gd name="connsiteY3" fmla="*/ 109780 h 132392"/>
                  <a:gd name="connsiteX4" fmla="*/ 679893 w 776616"/>
                  <a:gd name="connsiteY4" fmla="*/ 109671 h 132392"/>
                  <a:gd name="connsiteX5" fmla="*/ 615194 w 776616"/>
                  <a:gd name="connsiteY5" fmla="*/ 111155 h 132392"/>
                  <a:gd name="connsiteX6" fmla="*/ 502987 w 776616"/>
                  <a:gd name="connsiteY6" fmla="*/ 114298 h 132392"/>
                  <a:gd name="connsiteX7" fmla="*/ 472223 w 776616"/>
                  <a:gd name="connsiteY7" fmla="*/ 106790 h 132392"/>
                  <a:gd name="connsiteX8" fmla="*/ 440970 w 776616"/>
                  <a:gd name="connsiteY8" fmla="*/ 96771 h 132392"/>
                  <a:gd name="connsiteX9" fmla="*/ 410328 w 776616"/>
                  <a:gd name="connsiteY9" fmla="*/ 86644 h 132392"/>
                  <a:gd name="connsiteX10" fmla="*/ 380580 w 776616"/>
                  <a:gd name="connsiteY10" fmla="*/ 73526 h 132392"/>
                  <a:gd name="connsiteX11" fmla="*/ 378913 w 776616"/>
                  <a:gd name="connsiteY11" fmla="*/ 73199 h 132392"/>
                  <a:gd name="connsiteX12" fmla="*/ 299624 w 776616"/>
                  <a:gd name="connsiteY12" fmla="*/ 75010 h 132392"/>
                  <a:gd name="connsiteX13" fmla="*/ 273818 w 776616"/>
                  <a:gd name="connsiteY13" fmla="*/ 60736 h 132392"/>
                  <a:gd name="connsiteX14" fmla="*/ 272152 w 776616"/>
                  <a:gd name="connsiteY14" fmla="*/ 60299 h 132392"/>
                  <a:gd name="connsiteX15" fmla="*/ 199406 w 776616"/>
                  <a:gd name="connsiteY15" fmla="*/ 58378 h 132392"/>
                  <a:gd name="connsiteX16" fmla="*/ 176079 w 776616"/>
                  <a:gd name="connsiteY16" fmla="*/ 44148 h 132392"/>
                  <a:gd name="connsiteX17" fmla="*/ 174697 w 776616"/>
                  <a:gd name="connsiteY17" fmla="*/ 43733 h 132392"/>
                  <a:gd name="connsiteX18" fmla="*/ 109511 w 776616"/>
                  <a:gd name="connsiteY18" fmla="*/ 36486 h 132392"/>
                  <a:gd name="connsiteX19" fmla="*/ 86793 w 776616"/>
                  <a:gd name="connsiteY19" fmla="*/ 25660 h 132392"/>
                  <a:gd name="connsiteX20" fmla="*/ 86184 w 776616"/>
                  <a:gd name="connsiteY20" fmla="*/ 25508 h 132392"/>
                  <a:gd name="connsiteX21" fmla="*/ 49282 w 776616"/>
                  <a:gd name="connsiteY21" fmla="*/ 15970 h 132392"/>
                  <a:gd name="connsiteX22" fmla="*/ 43552 w 776616"/>
                  <a:gd name="connsiteY22" fmla="*/ 13459 h 132392"/>
                  <a:gd name="connsiteX23" fmla="*/ 43349 w 776616"/>
                  <a:gd name="connsiteY23" fmla="*/ 12608 h 132392"/>
                  <a:gd name="connsiteX24" fmla="*/ 42048 w 776616"/>
                  <a:gd name="connsiteY24" fmla="*/ 11582 h 132392"/>
                  <a:gd name="connsiteX25" fmla="*/ 15551 w 776616"/>
                  <a:gd name="connsiteY25" fmla="*/ 3703 h 132392"/>
                  <a:gd name="connsiteX26" fmla="*/ 14779 w 776616"/>
                  <a:gd name="connsiteY26" fmla="*/ 3550 h 132392"/>
                  <a:gd name="connsiteX27" fmla="*/ 12869 w 776616"/>
                  <a:gd name="connsiteY27" fmla="*/ 3397 h 132392"/>
                  <a:gd name="connsiteX28" fmla="*/ 7707 w 776616"/>
                  <a:gd name="connsiteY28" fmla="*/ 1848 h 132392"/>
                  <a:gd name="connsiteX29" fmla="*/ 7219 w 776616"/>
                  <a:gd name="connsiteY29" fmla="*/ 1629 h 132392"/>
                  <a:gd name="connsiteX30" fmla="*/ 4131 w 776616"/>
                  <a:gd name="connsiteY30" fmla="*/ 298 h 132392"/>
                  <a:gd name="connsiteX31" fmla="*/ 555 w 776616"/>
                  <a:gd name="connsiteY31" fmla="*/ 560 h 132392"/>
                  <a:gd name="connsiteX32" fmla="*/ 1042 w 776616"/>
                  <a:gd name="connsiteY32" fmla="*/ 2524 h 132392"/>
                  <a:gd name="connsiteX33" fmla="*/ 4009 w 776616"/>
                  <a:gd name="connsiteY33" fmla="*/ 3790 h 132392"/>
                  <a:gd name="connsiteX34" fmla="*/ 4904 w 776616"/>
                  <a:gd name="connsiteY34" fmla="*/ 4161 h 132392"/>
                  <a:gd name="connsiteX35" fmla="*/ 10755 w 776616"/>
                  <a:gd name="connsiteY35" fmla="*/ 5973 h 132392"/>
                  <a:gd name="connsiteX36" fmla="*/ 11649 w 776616"/>
                  <a:gd name="connsiteY36" fmla="*/ 6126 h 132392"/>
                  <a:gd name="connsiteX37" fmla="*/ 13559 w 776616"/>
                  <a:gd name="connsiteY37" fmla="*/ 6279 h 132392"/>
                  <a:gd name="connsiteX38" fmla="*/ 38472 w 776616"/>
                  <a:gd name="connsiteY38" fmla="*/ 13743 h 132392"/>
                  <a:gd name="connsiteX39" fmla="*/ 38675 w 776616"/>
                  <a:gd name="connsiteY39" fmla="*/ 14442 h 132392"/>
                  <a:gd name="connsiteX40" fmla="*/ 39569 w 776616"/>
                  <a:gd name="connsiteY40" fmla="*/ 15249 h 132392"/>
                  <a:gd name="connsiteX41" fmla="*/ 45422 w 776616"/>
                  <a:gd name="connsiteY41" fmla="*/ 18021 h 132392"/>
                  <a:gd name="connsiteX42" fmla="*/ 46112 w 776616"/>
                  <a:gd name="connsiteY42" fmla="*/ 18283 h 132392"/>
                  <a:gd name="connsiteX43" fmla="*/ 83704 w 776616"/>
                  <a:gd name="connsiteY43" fmla="*/ 27930 h 132392"/>
                  <a:gd name="connsiteX44" fmla="*/ 106625 w 776616"/>
                  <a:gd name="connsiteY44" fmla="*/ 38866 h 132392"/>
                  <a:gd name="connsiteX45" fmla="*/ 107803 w 776616"/>
                  <a:gd name="connsiteY45" fmla="*/ 39193 h 132392"/>
                  <a:gd name="connsiteX46" fmla="*/ 172868 w 776616"/>
                  <a:gd name="connsiteY46" fmla="*/ 46396 h 132392"/>
                  <a:gd name="connsiteX47" fmla="*/ 196277 w 776616"/>
                  <a:gd name="connsiteY47" fmla="*/ 60736 h 132392"/>
                  <a:gd name="connsiteX48" fmla="*/ 198065 w 776616"/>
                  <a:gd name="connsiteY48" fmla="*/ 61216 h 132392"/>
                  <a:gd name="connsiteX49" fmla="*/ 270892 w 776616"/>
                  <a:gd name="connsiteY49" fmla="*/ 63137 h 132392"/>
                  <a:gd name="connsiteX50" fmla="*/ 296698 w 776616"/>
                  <a:gd name="connsiteY50" fmla="*/ 77411 h 132392"/>
                  <a:gd name="connsiteX51" fmla="*/ 298689 w 776616"/>
                  <a:gd name="connsiteY51" fmla="*/ 77826 h 132392"/>
                  <a:gd name="connsiteX52" fmla="*/ 378181 w 776616"/>
                  <a:gd name="connsiteY52" fmla="*/ 76014 h 132392"/>
                  <a:gd name="connsiteX53" fmla="*/ 407442 w 776616"/>
                  <a:gd name="connsiteY53" fmla="*/ 88914 h 132392"/>
                  <a:gd name="connsiteX54" fmla="*/ 438410 w 776616"/>
                  <a:gd name="connsiteY54" fmla="*/ 99194 h 132392"/>
                  <a:gd name="connsiteX55" fmla="*/ 469947 w 776616"/>
                  <a:gd name="connsiteY55" fmla="*/ 109256 h 132392"/>
                  <a:gd name="connsiteX56" fmla="*/ 501524 w 776616"/>
                  <a:gd name="connsiteY56" fmla="*/ 116983 h 132392"/>
                  <a:gd name="connsiteX57" fmla="*/ 502703 w 776616"/>
                  <a:gd name="connsiteY57" fmla="*/ 117092 h 132392"/>
                  <a:gd name="connsiteX58" fmla="*/ 591297 w 776616"/>
                  <a:gd name="connsiteY58" fmla="*/ 114538 h 132392"/>
                  <a:gd name="connsiteX59" fmla="*/ 679487 w 776616"/>
                  <a:gd name="connsiteY59" fmla="*/ 112465 h 132392"/>
                  <a:gd name="connsiteX60" fmla="*/ 712040 w 776616"/>
                  <a:gd name="connsiteY60" fmla="*/ 119929 h 132392"/>
                  <a:gd name="connsiteX61" fmla="*/ 745364 w 776616"/>
                  <a:gd name="connsiteY61" fmla="*/ 126630 h 132392"/>
                  <a:gd name="connsiteX62" fmla="*/ 776616 w 776616"/>
                  <a:gd name="connsiteY62" fmla="*/ 132392 h 132392"/>
                  <a:gd name="connsiteX63" fmla="*/ 776616 w 776616"/>
                  <a:gd name="connsiteY63" fmla="*/ 129402 h 13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776616" h="132392">
                    <a:moveTo>
                      <a:pt x="776616" y="129446"/>
                    </a:moveTo>
                    <a:lnTo>
                      <a:pt x="747071" y="124011"/>
                    </a:lnTo>
                    <a:lnTo>
                      <a:pt x="713909" y="117354"/>
                    </a:lnTo>
                    <a:lnTo>
                      <a:pt x="680868" y="109780"/>
                    </a:lnTo>
                    <a:cubicBezTo>
                      <a:pt x="680584" y="109671"/>
                      <a:pt x="680177" y="109627"/>
                      <a:pt x="679893" y="109671"/>
                    </a:cubicBezTo>
                    <a:lnTo>
                      <a:pt x="615194" y="111155"/>
                    </a:lnTo>
                    <a:lnTo>
                      <a:pt x="502987" y="114298"/>
                    </a:lnTo>
                    <a:lnTo>
                      <a:pt x="472223" y="106790"/>
                    </a:lnTo>
                    <a:lnTo>
                      <a:pt x="440970" y="96771"/>
                    </a:lnTo>
                    <a:lnTo>
                      <a:pt x="410328" y="86644"/>
                    </a:lnTo>
                    <a:lnTo>
                      <a:pt x="380580" y="73526"/>
                    </a:lnTo>
                    <a:cubicBezTo>
                      <a:pt x="380091" y="73308"/>
                      <a:pt x="379482" y="73199"/>
                      <a:pt x="378913" y="73199"/>
                    </a:cubicBezTo>
                    <a:lnTo>
                      <a:pt x="299624" y="75010"/>
                    </a:lnTo>
                    <a:lnTo>
                      <a:pt x="273818" y="60736"/>
                    </a:lnTo>
                    <a:cubicBezTo>
                      <a:pt x="273411" y="60474"/>
                      <a:pt x="272843" y="60365"/>
                      <a:pt x="272152" y="60299"/>
                    </a:cubicBezTo>
                    <a:lnTo>
                      <a:pt x="199406" y="58378"/>
                    </a:lnTo>
                    <a:lnTo>
                      <a:pt x="176079" y="44148"/>
                    </a:lnTo>
                    <a:cubicBezTo>
                      <a:pt x="175672" y="43929"/>
                      <a:pt x="175185" y="43777"/>
                      <a:pt x="174697" y="43733"/>
                    </a:cubicBezTo>
                    <a:lnTo>
                      <a:pt x="109511" y="36486"/>
                    </a:lnTo>
                    <a:lnTo>
                      <a:pt x="86793" y="25660"/>
                    </a:lnTo>
                    <a:cubicBezTo>
                      <a:pt x="86793" y="25660"/>
                      <a:pt x="86386" y="25551"/>
                      <a:pt x="86184" y="25508"/>
                    </a:cubicBezTo>
                    <a:lnTo>
                      <a:pt x="49282" y="15970"/>
                    </a:lnTo>
                    <a:lnTo>
                      <a:pt x="43552" y="13459"/>
                    </a:lnTo>
                    <a:lnTo>
                      <a:pt x="43349" y="12608"/>
                    </a:lnTo>
                    <a:cubicBezTo>
                      <a:pt x="43145" y="12194"/>
                      <a:pt x="42779" y="11801"/>
                      <a:pt x="42048" y="11582"/>
                    </a:cubicBezTo>
                    <a:lnTo>
                      <a:pt x="15551" y="3703"/>
                    </a:lnTo>
                    <a:cubicBezTo>
                      <a:pt x="15551" y="3703"/>
                      <a:pt x="15064" y="3594"/>
                      <a:pt x="14779" y="3550"/>
                    </a:cubicBezTo>
                    <a:lnTo>
                      <a:pt x="12869" y="3397"/>
                    </a:lnTo>
                    <a:lnTo>
                      <a:pt x="7707" y="1848"/>
                    </a:lnTo>
                    <a:cubicBezTo>
                      <a:pt x="7707" y="1848"/>
                      <a:pt x="7301" y="1629"/>
                      <a:pt x="7219" y="1629"/>
                    </a:cubicBezTo>
                    <a:lnTo>
                      <a:pt x="4131" y="298"/>
                    </a:lnTo>
                    <a:cubicBezTo>
                      <a:pt x="2952" y="-182"/>
                      <a:pt x="1327" y="-73"/>
                      <a:pt x="555" y="560"/>
                    </a:cubicBezTo>
                    <a:cubicBezTo>
                      <a:pt x="-339" y="1193"/>
                      <a:pt x="-136" y="2044"/>
                      <a:pt x="1042" y="2524"/>
                    </a:cubicBezTo>
                    <a:lnTo>
                      <a:pt x="4009" y="3790"/>
                    </a:lnTo>
                    <a:cubicBezTo>
                      <a:pt x="4009" y="3790"/>
                      <a:pt x="4700" y="4118"/>
                      <a:pt x="4904" y="4161"/>
                    </a:cubicBezTo>
                    <a:lnTo>
                      <a:pt x="10755" y="5973"/>
                    </a:lnTo>
                    <a:cubicBezTo>
                      <a:pt x="11040" y="6038"/>
                      <a:pt x="11365" y="6082"/>
                      <a:pt x="11649" y="6126"/>
                    </a:cubicBezTo>
                    <a:lnTo>
                      <a:pt x="13559" y="6279"/>
                    </a:lnTo>
                    <a:lnTo>
                      <a:pt x="38472" y="13743"/>
                    </a:lnTo>
                    <a:lnTo>
                      <a:pt x="38675" y="14442"/>
                    </a:lnTo>
                    <a:cubicBezTo>
                      <a:pt x="38797" y="14769"/>
                      <a:pt x="39081" y="15031"/>
                      <a:pt x="39569" y="15249"/>
                    </a:cubicBezTo>
                    <a:lnTo>
                      <a:pt x="45422" y="18021"/>
                    </a:lnTo>
                    <a:cubicBezTo>
                      <a:pt x="45422" y="18021"/>
                      <a:pt x="45909" y="18239"/>
                      <a:pt x="46112" y="18283"/>
                    </a:cubicBezTo>
                    <a:lnTo>
                      <a:pt x="83704" y="27930"/>
                    </a:lnTo>
                    <a:lnTo>
                      <a:pt x="106625" y="38866"/>
                    </a:lnTo>
                    <a:cubicBezTo>
                      <a:pt x="107031" y="39018"/>
                      <a:pt x="107398" y="39127"/>
                      <a:pt x="107803" y="39193"/>
                    </a:cubicBezTo>
                    <a:lnTo>
                      <a:pt x="172868" y="46396"/>
                    </a:lnTo>
                    <a:lnTo>
                      <a:pt x="196277" y="60736"/>
                    </a:lnTo>
                    <a:cubicBezTo>
                      <a:pt x="196765" y="60998"/>
                      <a:pt x="197374" y="61150"/>
                      <a:pt x="198065" y="61216"/>
                    </a:cubicBezTo>
                    <a:lnTo>
                      <a:pt x="270892" y="63137"/>
                    </a:lnTo>
                    <a:lnTo>
                      <a:pt x="296698" y="77411"/>
                    </a:lnTo>
                    <a:cubicBezTo>
                      <a:pt x="297186" y="77739"/>
                      <a:pt x="297999" y="77891"/>
                      <a:pt x="298689" y="77826"/>
                    </a:cubicBezTo>
                    <a:lnTo>
                      <a:pt x="378181" y="76014"/>
                    </a:lnTo>
                    <a:lnTo>
                      <a:pt x="407442" y="88914"/>
                    </a:lnTo>
                    <a:lnTo>
                      <a:pt x="438410" y="99194"/>
                    </a:lnTo>
                    <a:lnTo>
                      <a:pt x="469947" y="109256"/>
                    </a:lnTo>
                    <a:lnTo>
                      <a:pt x="501524" y="116983"/>
                    </a:lnTo>
                    <a:cubicBezTo>
                      <a:pt x="501930" y="117092"/>
                      <a:pt x="502215" y="117135"/>
                      <a:pt x="502703" y="117092"/>
                    </a:cubicBezTo>
                    <a:lnTo>
                      <a:pt x="591297" y="114538"/>
                    </a:lnTo>
                    <a:lnTo>
                      <a:pt x="679487" y="112465"/>
                    </a:lnTo>
                    <a:lnTo>
                      <a:pt x="712040" y="119929"/>
                    </a:lnTo>
                    <a:lnTo>
                      <a:pt x="745364" y="126630"/>
                    </a:lnTo>
                    <a:lnTo>
                      <a:pt x="776616" y="132392"/>
                    </a:lnTo>
                    <a:lnTo>
                      <a:pt x="776616" y="1294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6" name="Freeform: Shape 795">
                <a:extLst>
                  <a:ext uri="{FF2B5EF4-FFF2-40B4-BE49-F238E27FC236}">
                    <a16:creationId xmlns:a16="http://schemas.microsoft.com/office/drawing/2014/main" id="{2E948402-249C-4450-A070-2649AFB43E35}"/>
                  </a:ext>
                </a:extLst>
              </p:cNvPr>
              <p:cNvSpPr/>
              <p:nvPr/>
            </p:nvSpPr>
            <p:spPr>
              <a:xfrm>
                <a:off x="6243156" y="5865826"/>
                <a:ext cx="357194" cy="228939"/>
              </a:xfrm>
              <a:custGeom>
                <a:avLst/>
                <a:gdLst>
                  <a:gd name="connsiteX0" fmla="*/ 354585 w 357194"/>
                  <a:gd name="connsiteY0" fmla="*/ 228808 h 228939"/>
                  <a:gd name="connsiteX1" fmla="*/ 352025 w 357194"/>
                  <a:gd name="connsiteY1" fmla="*/ 227630 h 228939"/>
                  <a:gd name="connsiteX2" fmla="*/ 317603 w 357194"/>
                  <a:gd name="connsiteY2" fmla="*/ 125591 h 228939"/>
                  <a:gd name="connsiteX3" fmla="*/ 316424 w 357194"/>
                  <a:gd name="connsiteY3" fmla="*/ 120701 h 228939"/>
                  <a:gd name="connsiteX4" fmla="*/ 315733 w 357194"/>
                  <a:gd name="connsiteY4" fmla="*/ 108697 h 228939"/>
                  <a:gd name="connsiteX5" fmla="*/ 315124 w 357194"/>
                  <a:gd name="connsiteY5" fmla="*/ 90843 h 228939"/>
                  <a:gd name="connsiteX6" fmla="*/ 313742 w 357194"/>
                  <a:gd name="connsiteY6" fmla="*/ 82592 h 228939"/>
                  <a:gd name="connsiteX7" fmla="*/ 236363 w 357194"/>
                  <a:gd name="connsiteY7" fmla="*/ 77572 h 228939"/>
                  <a:gd name="connsiteX8" fmla="*/ 156993 w 357194"/>
                  <a:gd name="connsiteY8" fmla="*/ 70915 h 228939"/>
                  <a:gd name="connsiteX9" fmla="*/ 154799 w 357194"/>
                  <a:gd name="connsiteY9" fmla="*/ 69540 h 228939"/>
                  <a:gd name="connsiteX10" fmla="*/ 154799 w 357194"/>
                  <a:gd name="connsiteY10" fmla="*/ 67139 h 228939"/>
                  <a:gd name="connsiteX11" fmla="*/ 153824 w 357194"/>
                  <a:gd name="connsiteY11" fmla="*/ 62512 h 228939"/>
                  <a:gd name="connsiteX12" fmla="*/ 149150 w 357194"/>
                  <a:gd name="connsiteY12" fmla="*/ 60700 h 228939"/>
                  <a:gd name="connsiteX13" fmla="*/ 148053 w 357194"/>
                  <a:gd name="connsiteY13" fmla="*/ 59325 h 228939"/>
                  <a:gd name="connsiteX14" fmla="*/ 148540 w 357194"/>
                  <a:gd name="connsiteY14" fmla="*/ 57885 h 228939"/>
                  <a:gd name="connsiteX15" fmla="*/ 147159 w 357194"/>
                  <a:gd name="connsiteY15" fmla="*/ 57776 h 228939"/>
                  <a:gd name="connsiteX16" fmla="*/ 115134 w 357194"/>
                  <a:gd name="connsiteY16" fmla="*/ 50420 h 228939"/>
                  <a:gd name="connsiteX17" fmla="*/ 107006 w 357194"/>
                  <a:gd name="connsiteY17" fmla="*/ 47866 h 228939"/>
                  <a:gd name="connsiteX18" fmla="*/ 78924 w 357194"/>
                  <a:gd name="connsiteY18" fmla="*/ 36516 h 228939"/>
                  <a:gd name="connsiteX19" fmla="*/ 68317 w 357194"/>
                  <a:gd name="connsiteY19" fmla="*/ 31300 h 228939"/>
                  <a:gd name="connsiteX20" fmla="*/ 64375 w 357194"/>
                  <a:gd name="connsiteY20" fmla="*/ 30711 h 228939"/>
                  <a:gd name="connsiteX21" fmla="*/ 63481 w 357194"/>
                  <a:gd name="connsiteY21" fmla="*/ 30492 h 228939"/>
                  <a:gd name="connsiteX22" fmla="*/ 40844 w 357194"/>
                  <a:gd name="connsiteY22" fmla="*/ 21325 h 228939"/>
                  <a:gd name="connsiteX23" fmla="*/ 29424 w 357194"/>
                  <a:gd name="connsiteY23" fmla="*/ 15738 h 228939"/>
                  <a:gd name="connsiteX24" fmla="*/ 25279 w 357194"/>
                  <a:gd name="connsiteY24" fmla="*/ 13970 h 228939"/>
                  <a:gd name="connsiteX25" fmla="*/ 895 w 357194"/>
                  <a:gd name="connsiteY25" fmla="*/ 2511 h 228939"/>
                  <a:gd name="connsiteX26" fmla="*/ 611 w 357194"/>
                  <a:gd name="connsiteY26" fmla="*/ 481 h 228939"/>
                  <a:gd name="connsiteX27" fmla="*/ 4187 w 357194"/>
                  <a:gd name="connsiteY27" fmla="*/ 328 h 228939"/>
                  <a:gd name="connsiteX28" fmla="*/ 44177 w 357194"/>
                  <a:gd name="connsiteY28" fmla="*/ 19143 h 228939"/>
                  <a:gd name="connsiteX29" fmla="*/ 66122 w 357194"/>
                  <a:gd name="connsiteY29" fmla="*/ 28048 h 228939"/>
                  <a:gd name="connsiteX30" fmla="*/ 70186 w 357194"/>
                  <a:gd name="connsiteY30" fmla="*/ 28637 h 228939"/>
                  <a:gd name="connsiteX31" fmla="*/ 71162 w 357194"/>
                  <a:gd name="connsiteY31" fmla="*/ 28964 h 228939"/>
                  <a:gd name="connsiteX32" fmla="*/ 82175 w 357194"/>
                  <a:gd name="connsiteY32" fmla="*/ 34356 h 228939"/>
                  <a:gd name="connsiteX33" fmla="*/ 109729 w 357194"/>
                  <a:gd name="connsiteY33" fmla="*/ 45553 h 228939"/>
                  <a:gd name="connsiteX34" fmla="*/ 117451 w 357194"/>
                  <a:gd name="connsiteY34" fmla="*/ 47954 h 228939"/>
                  <a:gd name="connsiteX35" fmla="*/ 148622 w 357194"/>
                  <a:gd name="connsiteY35" fmla="*/ 55156 h 228939"/>
                  <a:gd name="connsiteX36" fmla="*/ 151873 w 357194"/>
                  <a:gd name="connsiteY36" fmla="*/ 55375 h 228939"/>
                  <a:gd name="connsiteX37" fmla="*/ 153945 w 357194"/>
                  <a:gd name="connsiteY37" fmla="*/ 57033 h 228939"/>
                  <a:gd name="connsiteX38" fmla="*/ 153458 w 357194"/>
                  <a:gd name="connsiteY38" fmla="*/ 58954 h 228939"/>
                  <a:gd name="connsiteX39" fmla="*/ 157725 w 357194"/>
                  <a:gd name="connsiteY39" fmla="*/ 60613 h 228939"/>
                  <a:gd name="connsiteX40" fmla="*/ 158822 w 357194"/>
                  <a:gd name="connsiteY40" fmla="*/ 61639 h 228939"/>
                  <a:gd name="connsiteX41" fmla="*/ 159920 w 357194"/>
                  <a:gd name="connsiteY41" fmla="*/ 68405 h 228939"/>
                  <a:gd name="connsiteX42" fmla="*/ 237095 w 357194"/>
                  <a:gd name="connsiteY42" fmla="*/ 74909 h 228939"/>
                  <a:gd name="connsiteX43" fmla="*/ 316180 w 357194"/>
                  <a:gd name="connsiteY43" fmla="*/ 80039 h 228939"/>
                  <a:gd name="connsiteX44" fmla="*/ 318375 w 357194"/>
                  <a:gd name="connsiteY44" fmla="*/ 81152 h 228939"/>
                  <a:gd name="connsiteX45" fmla="*/ 319269 w 357194"/>
                  <a:gd name="connsiteY45" fmla="*/ 83334 h 228939"/>
                  <a:gd name="connsiteX46" fmla="*/ 320366 w 357194"/>
                  <a:gd name="connsiteY46" fmla="*/ 90799 h 228939"/>
                  <a:gd name="connsiteX47" fmla="*/ 321545 w 357194"/>
                  <a:gd name="connsiteY47" fmla="*/ 120592 h 228939"/>
                  <a:gd name="connsiteX48" fmla="*/ 322723 w 357194"/>
                  <a:gd name="connsiteY48" fmla="*/ 125285 h 228939"/>
                  <a:gd name="connsiteX49" fmla="*/ 357145 w 357194"/>
                  <a:gd name="connsiteY49" fmla="*/ 227280 h 228939"/>
                  <a:gd name="connsiteX50" fmla="*/ 355073 w 357194"/>
                  <a:gd name="connsiteY50" fmla="*/ 228874 h 228939"/>
                  <a:gd name="connsiteX51" fmla="*/ 354666 w 357194"/>
                  <a:gd name="connsiteY51" fmla="*/ 228939 h 22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57194" h="228939">
                    <a:moveTo>
                      <a:pt x="354585" y="228808"/>
                    </a:moveTo>
                    <a:cubicBezTo>
                      <a:pt x="353407" y="228808"/>
                      <a:pt x="352309" y="228328"/>
                      <a:pt x="352025" y="227630"/>
                    </a:cubicBezTo>
                    <a:lnTo>
                      <a:pt x="317603" y="125591"/>
                    </a:lnTo>
                    <a:lnTo>
                      <a:pt x="316424" y="120701"/>
                    </a:lnTo>
                    <a:lnTo>
                      <a:pt x="315733" y="108697"/>
                    </a:lnTo>
                    <a:lnTo>
                      <a:pt x="315124" y="90843"/>
                    </a:lnTo>
                    <a:lnTo>
                      <a:pt x="313742" y="82592"/>
                    </a:lnTo>
                    <a:lnTo>
                      <a:pt x="236363" y="77572"/>
                    </a:lnTo>
                    <a:lnTo>
                      <a:pt x="156993" y="70915"/>
                    </a:lnTo>
                    <a:cubicBezTo>
                      <a:pt x="155693" y="70762"/>
                      <a:pt x="154799" y="70217"/>
                      <a:pt x="154799" y="69540"/>
                    </a:cubicBezTo>
                    <a:lnTo>
                      <a:pt x="154799" y="67139"/>
                    </a:lnTo>
                    <a:lnTo>
                      <a:pt x="153824" y="62512"/>
                    </a:lnTo>
                    <a:lnTo>
                      <a:pt x="149150" y="60700"/>
                    </a:lnTo>
                    <a:cubicBezTo>
                      <a:pt x="148337" y="60373"/>
                      <a:pt x="147971" y="59849"/>
                      <a:pt x="148053" y="59325"/>
                    </a:cubicBezTo>
                    <a:lnTo>
                      <a:pt x="148540" y="57885"/>
                    </a:lnTo>
                    <a:lnTo>
                      <a:pt x="147159" y="57776"/>
                    </a:lnTo>
                    <a:lnTo>
                      <a:pt x="115134" y="50420"/>
                    </a:lnTo>
                    <a:lnTo>
                      <a:pt x="107006" y="47866"/>
                    </a:lnTo>
                    <a:lnTo>
                      <a:pt x="78924" y="36516"/>
                    </a:lnTo>
                    <a:lnTo>
                      <a:pt x="68317" y="31300"/>
                    </a:lnTo>
                    <a:lnTo>
                      <a:pt x="64375" y="30711"/>
                    </a:lnTo>
                    <a:cubicBezTo>
                      <a:pt x="63968" y="30667"/>
                      <a:pt x="63684" y="30601"/>
                      <a:pt x="63481" y="30492"/>
                    </a:cubicBezTo>
                    <a:lnTo>
                      <a:pt x="40844" y="21325"/>
                    </a:lnTo>
                    <a:lnTo>
                      <a:pt x="29424" y="15738"/>
                    </a:lnTo>
                    <a:lnTo>
                      <a:pt x="25279" y="13970"/>
                    </a:lnTo>
                    <a:lnTo>
                      <a:pt x="895" y="2511"/>
                    </a:lnTo>
                    <a:cubicBezTo>
                      <a:pt x="-202" y="1987"/>
                      <a:pt x="-283" y="1070"/>
                      <a:pt x="611" y="481"/>
                    </a:cubicBezTo>
                    <a:cubicBezTo>
                      <a:pt x="1505" y="-108"/>
                      <a:pt x="3171" y="-152"/>
                      <a:pt x="4187" y="328"/>
                    </a:cubicBezTo>
                    <a:lnTo>
                      <a:pt x="44177" y="19143"/>
                    </a:lnTo>
                    <a:lnTo>
                      <a:pt x="66122" y="28048"/>
                    </a:lnTo>
                    <a:lnTo>
                      <a:pt x="70186" y="28637"/>
                    </a:lnTo>
                    <a:cubicBezTo>
                      <a:pt x="70593" y="28681"/>
                      <a:pt x="70877" y="28790"/>
                      <a:pt x="71162" y="28964"/>
                    </a:cubicBezTo>
                    <a:lnTo>
                      <a:pt x="82175" y="34356"/>
                    </a:lnTo>
                    <a:lnTo>
                      <a:pt x="109729" y="45553"/>
                    </a:lnTo>
                    <a:lnTo>
                      <a:pt x="117451" y="47954"/>
                    </a:lnTo>
                    <a:lnTo>
                      <a:pt x="148622" y="55156"/>
                    </a:lnTo>
                    <a:lnTo>
                      <a:pt x="151873" y="55375"/>
                    </a:lnTo>
                    <a:cubicBezTo>
                      <a:pt x="153255" y="55527"/>
                      <a:pt x="154149" y="56226"/>
                      <a:pt x="153945" y="57033"/>
                    </a:cubicBezTo>
                    <a:lnTo>
                      <a:pt x="153458" y="58954"/>
                    </a:lnTo>
                    <a:lnTo>
                      <a:pt x="157725" y="60613"/>
                    </a:lnTo>
                    <a:cubicBezTo>
                      <a:pt x="158335" y="60831"/>
                      <a:pt x="158700" y="61202"/>
                      <a:pt x="158822" y="61639"/>
                    </a:cubicBezTo>
                    <a:lnTo>
                      <a:pt x="159920" y="68405"/>
                    </a:lnTo>
                    <a:lnTo>
                      <a:pt x="237095" y="74909"/>
                    </a:lnTo>
                    <a:lnTo>
                      <a:pt x="316180" y="80039"/>
                    </a:lnTo>
                    <a:cubicBezTo>
                      <a:pt x="317278" y="80104"/>
                      <a:pt x="318172" y="80519"/>
                      <a:pt x="318375" y="81152"/>
                    </a:cubicBezTo>
                    <a:lnTo>
                      <a:pt x="319269" y="83334"/>
                    </a:lnTo>
                    <a:lnTo>
                      <a:pt x="320366" y="90799"/>
                    </a:lnTo>
                    <a:lnTo>
                      <a:pt x="321545" y="120592"/>
                    </a:lnTo>
                    <a:lnTo>
                      <a:pt x="322723" y="125285"/>
                    </a:lnTo>
                    <a:lnTo>
                      <a:pt x="357145" y="227280"/>
                    </a:lnTo>
                    <a:cubicBezTo>
                      <a:pt x="357430" y="228022"/>
                      <a:pt x="356455" y="228765"/>
                      <a:pt x="355073" y="228874"/>
                    </a:cubicBezTo>
                    <a:cubicBezTo>
                      <a:pt x="354992" y="228939"/>
                      <a:pt x="354788" y="228939"/>
                      <a:pt x="354666" y="2289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7" name="Freeform: Shape 796">
                <a:extLst>
                  <a:ext uri="{FF2B5EF4-FFF2-40B4-BE49-F238E27FC236}">
                    <a16:creationId xmlns:a16="http://schemas.microsoft.com/office/drawing/2014/main" id="{5F2799FC-1998-4A21-AFEB-A1A3F73EFABE}"/>
                  </a:ext>
                </a:extLst>
              </p:cNvPr>
              <p:cNvSpPr/>
              <p:nvPr/>
            </p:nvSpPr>
            <p:spPr>
              <a:xfrm>
                <a:off x="8939961" y="5718678"/>
                <a:ext cx="289514" cy="15360"/>
              </a:xfrm>
              <a:custGeom>
                <a:avLst/>
                <a:gdLst>
                  <a:gd name="connsiteX0" fmla="*/ 149175 w 289514"/>
                  <a:gd name="connsiteY0" fmla="*/ 15360 h 15360"/>
                  <a:gd name="connsiteX1" fmla="*/ 148281 w 289514"/>
                  <a:gd name="connsiteY1" fmla="*/ 15251 h 15360"/>
                  <a:gd name="connsiteX2" fmla="*/ 138648 w 289514"/>
                  <a:gd name="connsiteY2" fmla="*/ 13134 h 15360"/>
                  <a:gd name="connsiteX3" fmla="*/ 117312 w 289514"/>
                  <a:gd name="connsiteY3" fmla="*/ 6957 h 15360"/>
                  <a:gd name="connsiteX4" fmla="*/ 102032 w 289514"/>
                  <a:gd name="connsiteY4" fmla="*/ 3923 h 15360"/>
                  <a:gd name="connsiteX5" fmla="*/ 98456 w 289514"/>
                  <a:gd name="connsiteY5" fmla="*/ 2853 h 15360"/>
                  <a:gd name="connsiteX6" fmla="*/ 14737 w 289514"/>
                  <a:gd name="connsiteY6" fmla="*/ 9401 h 15360"/>
                  <a:gd name="connsiteX7" fmla="*/ 12868 w 289514"/>
                  <a:gd name="connsiteY7" fmla="*/ 9445 h 15360"/>
                  <a:gd name="connsiteX8" fmla="*/ 11770 w 289514"/>
                  <a:gd name="connsiteY8" fmla="*/ 9227 h 15360"/>
                  <a:gd name="connsiteX9" fmla="*/ 7097 w 289514"/>
                  <a:gd name="connsiteY9" fmla="*/ 9292 h 15360"/>
                  <a:gd name="connsiteX10" fmla="*/ 2911 w 289514"/>
                  <a:gd name="connsiteY10" fmla="*/ 9554 h 15360"/>
                  <a:gd name="connsiteX11" fmla="*/ 26 w 289514"/>
                  <a:gd name="connsiteY11" fmla="*/ 8332 h 15360"/>
                  <a:gd name="connsiteX12" fmla="*/ 2221 w 289514"/>
                  <a:gd name="connsiteY12" fmla="*/ 6782 h 15360"/>
                  <a:gd name="connsiteX13" fmla="*/ 6690 w 289514"/>
                  <a:gd name="connsiteY13" fmla="*/ 6455 h 15360"/>
                  <a:gd name="connsiteX14" fmla="*/ 12137 w 289514"/>
                  <a:gd name="connsiteY14" fmla="*/ 6411 h 15360"/>
                  <a:gd name="connsiteX15" fmla="*/ 13112 w 289514"/>
                  <a:gd name="connsiteY15" fmla="*/ 6455 h 15360"/>
                  <a:gd name="connsiteX16" fmla="*/ 13721 w 289514"/>
                  <a:gd name="connsiteY16" fmla="*/ 6608 h 15360"/>
                  <a:gd name="connsiteX17" fmla="*/ 14209 w 289514"/>
                  <a:gd name="connsiteY17" fmla="*/ 6564 h 15360"/>
                  <a:gd name="connsiteX18" fmla="*/ 15510 w 289514"/>
                  <a:gd name="connsiteY18" fmla="*/ 6564 h 15360"/>
                  <a:gd name="connsiteX19" fmla="*/ 98537 w 289514"/>
                  <a:gd name="connsiteY19" fmla="*/ 16 h 15360"/>
                  <a:gd name="connsiteX20" fmla="*/ 100122 w 289514"/>
                  <a:gd name="connsiteY20" fmla="*/ 169 h 15360"/>
                  <a:gd name="connsiteX21" fmla="*/ 104104 w 289514"/>
                  <a:gd name="connsiteY21" fmla="*/ 1282 h 15360"/>
                  <a:gd name="connsiteX22" fmla="*/ 119385 w 289514"/>
                  <a:gd name="connsiteY22" fmla="*/ 4316 h 15360"/>
                  <a:gd name="connsiteX23" fmla="*/ 140802 w 289514"/>
                  <a:gd name="connsiteY23" fmla="*/ 10536 h 15360"/>
                  <a:gd name="connsiteX24" fmla="*/ 149419 w 289514"/>
                  <a:gd name="connsiteY24" fmla="*/ 12457 h 15360"/>
                  <a:gd name="connsiteX25" fmla="*/ 217774 w 289514"/>
                  <a:gd name="connsiteY25" fmla="*/ 6106 h 15360"/>
                  <a:gd name="connsiteX26" fmla="*/ 286619 w 289514"/>
                  <a:gd name="connsiteY26" fmla="*/ 1151 h 15360"/>
                  <a:gd name="connsiteX27" fmla="*/ 289505 w 289514"/>
                  <a:gd name="connsiteY27" fmla="*/ 2373 h 15360"/>
                  <a:gd name="connsiteX28" fmla="*/ 287229 w 289514"/>
                  <a:gd name="connsiteY28" fmla="*/ 3967 h 15360"/>
                  <a:gd name="connsiteX29" fmla="*/ 218588 w 289514"/>
                  <a:gd name="connsiteY29" fmla="*/ 8856 h 15360"/>
                  <a:gd name="connsiteX30" fmla="*/ 149622 w 289514"/>
                  <a:gd name="connsiteY30" fmla="*/ 15316 h 15360"/>
                  <a:gd name="connsiteX31" fmla="*/ 149134 w 289514"/>
                  <a:gd name="connsiteY31" fmla="*/ 15316 h 1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9514" h="15360">
                    <a:moveTo>
                      <a:pt x="149175" y="15360"/>
                    </a:moveTo>
                    <a:cubicBezTo>
                      <a:pt x="148849" y="15360"/>
                      <a:pt x="148565" y="15295"/>
                      <a:pt x="148281" y="15251"/>
                    </a:cubicBezTo>
                    <a:lnTo>
                      <a:pt x="138648" y="13134"/>
                    </a:lnTo>
                    <a:lnTo>
                      <a:pt x="117312" y="6957"/>
                    </a:lnTo>
                    <a:lnTo>
                      <a:pt x="102032" y="3923"/>
                    </a:lnTo>
                    <a:lnTo>
                      <a:pt x="98456" y="2853"/>
                    </a:lnTo>
                    <a:lnTo>
                      <a:pt x="14737" y="9401"/>
                    </a:lnTo>
                    <a:cubicBezTo>
                      <a:pt x="14047" y="9511"/>
                      <a:pt x="13234" y="9511"/>
                      <a:pt x="12868" y="9445"/>
                    </a:cubicBezTo>
                    <a:lnTo>
                      <a:pt x="11770" y="9227"/>
                    </a:lnTo>
                    <a:lnTo>
                      <a:pt x="7097" y="9292"/>
                    </a:lnTo>
                    <a:lnTo>
                      <a:pt x="2911" y="9554"/>
                    </a:lnTo>
                    <a:cubicBezTo>
                      <a:pt x="1448" y="9663"/>
                      <a:pt x="229" y="9118"/>
                      <a:pt x="26" y="8332"/>
                    </a:cubicBezTo>
                    <a:cubicBezTo>
                      <a:pt x="-177" y="7590"/>
                      <a:pt x="839" y="6891"/>
                      <a:pt x="2221" y="6782"/>
                    </a:cubicBezTo>
                    <a:lnTo>
                      <a:pt x="6690" y="6455"/>
                    </a:lnTo>
                    <a:lnTo>
                      <a:pt x="12137" y="6411"/>
                    </a:lnTo>
                    <a:cubicBezTo>
                      <a:pt x="12137" y="6411"/>
                      <a:pt x="12827" y="6411"/>
                      <a:pt x="13112" y="6455"/>
                    </a:cubicBezTo>
                    <a:lnTo>
                      <a:pt x="13721" y="6608"/>
                    </a:lnTo>
                    <a:cubicBezTo>
                      <a:pt x="13721" y="6608"/>
                      <a:pt x="14128" y="6564"/>
                      <a:pt x="14209" y="6564"/>
                    </a:cubicBezTo>
                    <a:lnTo>
                      <a:pt x="15510" y="6564"/>
                    </a:lnTo>
                    <a:lnTo>
                      <a:pt x="98537" y="16"/>
                    </a:lnTo>
                    <a:cubicBezTo>
                      <a:pt x="99024" y="-28"/>
                      <a:pt x="99635" y="16"/>
                      <a:pt x="100122" y="169"/>
                    </a:cubicBezTo>
                    <a:lnTo>
                      <a:pt x="104104" y="1282"/>
                    </a:lnTo>
                    <a:lnTo>
                      <a:pt x="119385" y="4316"/>
                    </a:lnTo>
                    <a:lnTo>
                      <a:pt x="140802" y="10536"/>
                    </a:lnTo>
                    <a:lnTo>
                      <a:pt x="149419" y="12457"/>
                    </a:lnTo>
                    <a:lnTo>
                      <a:pt x="217774" y="6106"/>
                    </a:lnTo>
                    <a:lnTo>
                      <a:pt x="286619" y="1151"/>
                    </a:lnTo>
                    <a:cubicBezTo>
                      <a:pt x="288000" y="1042"/>
                      <a:pt x="289301" y="1566"/>
                      <a:pt x="289505" y="2373"/>
                    </a:cubicBezTo>
                    <a:cubicBezTo>
                      <a:pt x="289627" y="3115"/>
                      <a:pt x="288611" y="3858"/>
                      <a:pt x="287229" y="3967"/>
                    </a:cubicBezTo>
                    <a:lnTo>
                      <a:pt x="218588" y="8856"/>
                    </a:lnTo>
                    <a:lnTo>
                      <a:pt x="149622" y="15316"/>
                    </a:lnTo>
                    <a:lnTo>
                      <a:pt x="149134" y="1531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8" name="Freeform: Shape 797">
                <a:extLst>
                  <a:ext uri="{FF2B5EF4-FFF2-40B4-BE49-F238E27FC236}">
                    <a16:creationId xmlns:a16="http://schemas.microsoft.com/office/drawing/2014/main" id="{F817A756-A755-4DBE-9495-961CF138987E}"/>
                  </a:ext>
                </a:extLst>
              </p:cNvPr>
              <p:cNvSpPr/>
              <p:nvPr/>
            </p:nvSpPr>
            <p:spPr>
              <a:xfrm>
                <a:off x="11602992" y="5831205"/>
                <a:ext cx="589048" cy="40995"/>
              </a:xfrm>
              <a:custGeom>
                <a:avLst/>
                <a:gdLst>
                  <a:gd name="connsiteX0" fmla="*/ 589008 w 589048"/>
                  <a:gd name="connsiteY0" fmla="*/ 38223 h 40995"/>
                  <a:gd name="connsiteX1" fmla="*/ 524024 w 589048"/>
                  <a:gd name="connsiteY1" fmla="*/ 35604 h 40995"/>
                  <a:gd name="connsiteX2" fmla="*/ 443231 w 589048"/>
                  <a:gd name="connsiteY2" fmla="*/ 32941 h 40995"/>
                  <a:gd name="connsiteX3" fmla="*/ 362684 w 589048"/>
                  <a:gd name="connsiteY3" fmla="*/ 29645 h 40995"/>
                  <a:gd name="connsiteX4" fmla="*/ 333707 w 589048"/>
                  <a:gd name="connsiteY4" fmla="*/ 27244 h 40995"/>
                  <a:gd name="connsiteX5" fmla="*/ 272991 w 589048"/>
                  <a:gd name="connsiteY5" fmla="*/ 23512 h 40995"/>
                  <a:gd name="connsiteX6" fmla="*/ 250761 w 589048"/>
                  <a:gd name="connsiteY6" fmla="*/ 21962 h 40995"/>
                  <a:gd name="connsiteX7" fmla="*/ 227149 w 589048"/>
                  <a:gd name="connsiteY7" fmla="*/ 22814 h 40995"/>
                  <a:gd name="connsiteX8" fmla="*/ 165539 w 589048"/>
                  <a:gd name="connsiteY8" fmla="*/ 20675 h 40995"/>
                  <a:gd name="connsiteX9" fmla="*/ 87470 w 589048"/>
                  <a:gd name="connsiteY9" fmla="*/ 10176 h 40995"/>
                  <a:gd name="connsiteX10" fmla="*/ 84015 w 589048"/>
                  <a:gd name="connsiteY10" fmla="*/ 10001 h 40995"/>
                  <a:gd name="connsiteX11" fmla="*/ 75561 w 589048"/>
                  <a:gd name="connsiteY11" fmla="*/ 8561 h 40995"/>
                  <a:gd name="connsiteX12" fmla="*/ 49756 w 589048"/>
                  <a:gd name="connsiteY12" fmla="*/ 5745 h 40995"/>
                  <a:gd name="connsiteX13" fmla="*/ 3142 w 589048"/>
                  <a:gd name="connsiteY13" fmla="*/ 49 h 40995"/>
                  <a:gd name="connsiteX14" fmla="*/ 53 w 589048"/>
                  <a:gd name="connsiteY14" fmla="*/ 1118 h 40995"/>
                  <a:gd name="connsiteX15" fmla="*/ 1963 w 589048"/>
                  <a:gd name="connsiteY15" fmla="*/ 2777 h 40995"/>
                  <a:gd name="connsiteX16" fmla="*/ 29232 w 589048"/>
                  <a:gd name="connsiteY16" fmla="*/ 6247 h 40995"/>
                  <a:gd name="connsiteX17" fmla="*/ 74180 w 589048"/>
                  <a:gd name="connsiteY17" fmla="*/ 11311 h 40995"/>
                  <a:gd name="connsiteX18" fmla="*/ 82918 w 589048"/>
                  <a:gd name="connsiteY18" fmla="*/ 12795 h 40995"/>
                  <a:gd name="connsiteX19" fmla="*/ 83528 w 589048"/>
                  <a:gd name="connsiteY19" fmla="*/ 12839 h 40995"/>
                  <a:gd name="connsiteX20" fmla="*/ 164808 w 589048"/>
                  <a:gd name="connsiteY20" fmla="*/ 23447 h 40995"/>
                  <a:gd name="connsiteX21" fmla="*/ 227312 w 589048"/>
                  <a:gd name="connsiteY21" fmla="*/ 25629 h 40995"/>
                  <a:gd name="connsiteX22" fmla="*/ 250639 w 589048"/>
                  <a:gd name="connsiteY22" fmla="*/ 24713 h 40995"/>
                  <a:gd name="connsiteX23" fmla="*/ 272463 w 589048"/>
                  <a:gd name="connsiteY23" fmla="*/ 26306 h 40995"/>
                  <a:gd name="connsiteX24" fmla="*/ 333098 w 589048"/>
                  <a:gd name="connsiteY24" fmla="*/ 29973 h 40995"/>
                  <a:gd name="connsiteX25" fmla="*/ 362155 w 589048"/>
                  <a:gd name="connsiteY25" fmla="*/ 32374 h 40995"/>
                  <a:gd name="connsiteX26" fmla="*/ 442907 w 589048"/>
                  <a:gd name="connsiteY26" fmla="*/ 35735 h 40995"/>
                  <a:gd name="connsiteX27" fmla="*/ 523658 w 589048"/>
                  <a:gd name="connsiteY27" fmla="*/ 38398 h 40995"/>
                  <a:gd name="connsiteX28" fmla="*/ 589048 w 589048"/>
                  <a:gd name="connsiteY28" fmla="*/ 40995 h 40995"/>
                  <a:gd name="connsiteX29" fmla="*/ 589048 w 589048"/>
                  <a:gd name="connsiteY29" fmla="*/ 38180 h 4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8" h="40995">
                    <a:moveTo>
                      <a:pt x="589008" y="38223"/>
                    </a:moveTo>
                    <a:lnTo>
                      <a:pt x="524024" y="35604"/>
                    </a:lnTo>
                    <a:lnTo>
                      <a:pt x="443231" y="32941"/>
                    </a:lnTo>
                    <a:lnTo>
                      <a:pt x="362684" y="29645"/>
                    </a:lnTo>
                    <a:lnTo>
                      <a:pt x="333707" y="27244"/>
                    </a:lnTo>
                    <a:lnTo>
                      <a:pt x="272991" y="23512"/>
                    </a:lnTo>
                    <a:lnTo>
                      <a:pt x="250761" y="21962"/>
                    </a:lnTo>
                    <a:lnTo>
                      <a:pt x="227149" y="22814"/>
                    </a:lnTo>
                    <a:lnTo>
                      <a:pt x="165539" y="20675"/>
                    </a:lnTo>
                    <a:lnTo>
                      <a:pt x="87470" y="10176"/>
                    </a:lnTo>
                    <a:lnTo>
                      <a:pt x="84015" y="10001"/>
                    </a:lnTo>
                    <a:lnTo>
                      <a:pt x="75561" y="8561"/>
                    </a:lnTo>
                    <a:lnTo>
                      <a:pt x="49756" y="5745"/>
                    </a:lnTo>
                    <a:lnTo>
                      <a:pt x="3142" y="49"/>
                    </a:lnTo>
                    <a:cubicBezTo>
                      <a:pt x="1638" y="-170"/>
                      <a:pt x="377" y="376"/>
                      <a:pt x="53" y="1118"/>
                    </a:cubicBezTo>
                    <a:cubicBezTo>
                      <a:pt x="-232" y="1860"/>
                      <a:pt x="662" y="2602"/>
                      <a:pt x="1963" y="2777"/>
                    </a:cubicBezTo>
                    <a:lnTo>
                      <a:pt x="29232" y="6247"/>
                    </a:lnTo>
                    <a:lnTo>
                      <a:pt x="74180" y="11311"/>
                    </a:lnTo>
                    <a:lnTo>
                      <a:pt x="82918" y="12795"/>
                    </a:lnTo>
                    <a:cubicBezTo>
                      <a:pt x="82918" y="12795"/>
                      <a:pt x="83324" y="12839"/>
                      <a:pt x="83528" y="12839"/>
                    </a:cubicBezTo>
                    <a:lnTo>
                      <a:pt x="164808" y="23447"/>
                    </a:lnTo>
                    <a:lnTo>
                      <a:pt x="227312" y="25629"/>
                    </a:lnTo>
                    <a:lnTo>
                      <a:pt x="250639" y="24713"/>
                    </a:lnTo>
                    <a:lnTo>
                      <a:pt x="272463" y="26306"/>
                    </a:lnTo>
                    <a:lnTo>
                      <a:pt x="333098" y="29973"/>
                    </a:lnTo>
                    <a:lnTo>
                      <a:pt x="362155" y="32374"/>
                    </a:lnTo>
                    <a:lnTo>
                      <a:pt x="442907" y="35735"/>
                    </a:lnTo>
                    <a:lnTo>
                      <a:pt x="523658" y="38398"/>
                    </a:lnTo>
                    <a:lnTo>
                      <a:pt x="589048" y="40995"/>
                    </a:lnTo>
                    <a:lnTo>
                      <a:pt x="589048" y="3818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799" name="Freeform: Shape 798">
                <a:extLst>
                  <a:ext uri="{FF2B5EF4-FFF2-40B4-BE49-F238E27FC236}">
                    <a16:creationId xmlns:a16="http://schemas.microsoft.com/office/drawing/2014/main" id="{19264A13-84FE-42B2-88A8-913F6E394E66}"/>
                  </a:ext>
                </a:extLst>
              </p:cNvPr>
              <p:cNvSpPr/>
              <p:nvPr/>
            </p:nvSpPr>
            <p:spPr>
              <a:xfrm>
                <a:off x="11621775" y="5833453"/>
                <a:ext cx="570224" cy="33290"/>
              </a:xfrm>
              <a:custGeom>
                <a:avLst/>
                <a:gdLst>
                  <a:gd name="connsiteX0" fmla="*/ 570225 w 570224"/>
                  <a:gd name="connsiteY0" fmla="*/ 30431 h 33290"/>
                  <a:gd name="connsiteX1" fmla="*/ 526374 w 570224"/>
                  <a:gd name="connsiteY1" fmla="*/ 29515 h 33290"/>
                  <a:gd name="connsiteX2" fmla="*/ 467608 w 570224"/>
                  <a:gd name="connsiteY2" fmla="*/ 23556 h 33290"/>
                  <a:gd name="connsiteX3" fmla="*/ 438754 w 570224"/>
                  <a:gd name="connsiteY3" fmla="*/ 21264 h 33290"/>
                  <a:gd name="connsiteX4" fmla="*/ 410185 w 570224"/>
                  <a:gd name="connsiteY4" fmla="*/ 18667 h 33290"/>
                  <a:gd name="connsiteX5" fmla="*/ 353816 w 570224"/>
                  <a:gd name="connsiteY5" fmla="*/ 14454 h 33290"/>
                  <a:gd name="connsiteX6" fmla="*/ 326140 w 570224"/>
                  <a:gd name="connsiteY6" fmla="*/ 12119 h 33290"/>
                  <a:gd name="connsiteX7" fmla="*/ 298262 w 570224"/>
                  <a:gd name="connsiteY7" fmla="*/ 9238 h 33290"/>
                  <a:gd name="connsiteX8" fmla="*/ 221574 w 570224"/>
                  <a:gd name="connsiteY8" fmla="*/ 7273 h 33290"/>
                  <a:gd name="connsiteX9" fmla="*/ 144765 w 570224"/>
                  <a:gd name="connsiteY9" fmla="*/ 4654 h 33290"/>
                  <a:gd name="connsiteX10" fmla="*/ 2687 w 570224"/>
                  <a:gd name="connsiteY10" fmla="*/ 27 h 33290"/>
                  <a:gd name="connsiteX11" fmla="*/ 4 w 570224"/>
                  <a:gd name="connsiteY11" fmla="*/ 1358 h 33290"/>
                  <a:gd name="connsiteX12" fmla="*/ 2362 w 570224"/>
                  <a:gd name="connsiteY12" fmla="*/ 2843 h 33290"/>
                  <a:gd name="connsiteX13" fmla="*/ 221248 w 570224"/>
                  <a:gd name="connsiteY13" fmla="*/ 10089 h 33290"/>
                  <a:gd name="connsiteX14" fmla="*/ 297652 w 570224"/>
                  <a:gd name="connsiteY14" fmla="*/ 12010 h 33290"/>
                  <a:gd name="connsiteX15" fmla="*/ 325328 w 570224"/>
                  <a:gd name="connsiteY15" fmla="*/ 14891 h 33290"/>
                  <a:gd name="connsiteX16" fmla="*/ 353126 w 570224"/>
                  <a:gd name="connsiteY16" fmla="*/ 17292 h 33290"/>
                  <a:gd name="connsiteX17" fmla="*/ 409371 w 570224"/>
                  <a:gd name="connsiteY17" fmla="*/ 21504 h 33290"/>
                  <a:gd name="connsiteX18" fmla="*/ 437941 w 570224"/>
                  <a:gd name="connsiteY18" fmla="*/ 24058 h 33290"/>
                  <a:gd name="connsiteX19" fmla="*/ 466796 w 570224"/>
                  <a:gd name="connsiteY19" fmla="*/ 26415 h 33290"/>
                  <a:gd name="connsiteX20" fmla="*/ 525724 w 570224"/>
                  <a:gd name="connsiteY20" fmla="*/ 32330 h 33290"/>
                  <a:gd name="connsiteX21" fmla="*/ 570184 w 570224"/>
                  <a:gd name="connsiteY21" fmla="*/ 33291 h 33290"/>
                  <a:gd name="connsiteX22" fmla="*/ 570184 w 570224"/>
                  <a:gd name="connsiteY22" fmla="*/ 30475 h 3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70224" h="33290">
                    <a:moveTo>
                      <a:pt x="570225" y="30431"/>
                    </a:moveTo>
                    <a:lnTo>
                      <a:pt x="526374" y="29515"/>
                    </a:lnTo>
                    <a:lnTo>
                      <a:pt x="467608" y="23556"/>
                    </a:lnTo>
                    <a:lnTo>
                      <a:pt x="438754" y="21264"/>
                    </a:lnTo>
                    <a:lnTo>
                      <a:pt x="410185" y="18667"/>
                    </a:lnTo>
                    <a:lnTo>
                      <a:pt x="353816" y="14454"/>
                    </a:lnTo>
                    <a:lnTo>
                      <a:pt x="326140" y="12119"/>
                    </a:lnTo>
                    <a:lnTo>
                      <a:pt x="298262" y="9238"/>
                    </a:lnTo>
                    <a:lnTo>
                      <a:pt x="221574" y="7273"/>
                    </a:lnTo>
                    <a:lnTo>
                      <a:pt x="144765" y="4654"/>
                    </a:lnTo>
                    <a:lnTo>
                      <a:pt x="2687" y="27"/>
                    </a:lnTo>
                    <a:cubicBezTo>
                      <a:pt x="1183" y="-148"/>
                      <a:pt x="126" y="551"/>
                      <a:pt x="4" y="1358"/>
                    </a:cubicBezTo>
                    <a:cubicBezTo>
                      <a:pt x="-77" y="2101"/>
                      <a:pt x="980" y="2799"/>
                      <a:pt x="2362" y="2843"/>
                    </a:cubicBezTo>
                    <a:lnTo>
                      <a:pt x="221248" y="10089"/>
                    </a:lnTo>
                    <a:lnTo>
                      <a:pt x="297652" y="12010"/>
                    </a:lnTo>
                    <a:lnTo>
                      <a:pt x="325328" y="14891"/>
                    </a:lnTo>
                    <a:lnTo>
                      <a:pt x="353126" y="17292"/>
                    </a:lnTo>
                    <a:lnTo>
                      <a:pt x="409371" y="21504"/>
                    </a:lnTo>
                    <a:lnTo>
                      <a:pt x="437941" y="24058"/>
                    </a:lnTo>
                    <a:lnTo>
                      <a:pt x="466796" y="26415"/>
                    </a:lnTo>
                    <a:lnTo>
                      <a:pt x="525724" y="32330"/>
                    </a:lnTo>
                    <a:lnTo>
                      <a:pt x="570184" y="33291"/>
                    </a:lnTo>
                    <a:lnTo>
                      <a:pt x="570184" y="3047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0" name="Freeform: Shape 799">
                <a:extLst>
                  <a:ext uri="{FF2B5EF4-FFF2-40B4-BE49-F238E27FC236}">
                    <a16:creationId xmlns:a16="http://schemas.microsoft.com/office/drawing/2014/main" id="{B25AEDCC-480D-4ABC-AFC3-0465A336E528}"/>
                  </a:ext>
                </a:extLst>
              </p:cNvPr>
              <p:cNvSpPr/>
              <p:nvPr/>
            </p:nvSpPr>
            <p:spPr>
              <a:xfrm>
                <a:off x="11678107" y="5839809"/>
                <a:ext cx="513933" cy="24183"/>
              </a:xfrm>
              <a:custGeom>
                <a:avLst/>
                <a:gdLst>
                  <a:gd name="connsiteX0" fmla="*/ 513893 w 513933"/>
                  <a:gd name="connsiteY0" fmla="*/ 21303 h 24183"/>
                  <a:gd name="connsiteX1" fmla="*/ 440172 w 513933"/>
                  <a:gd name="connsiteY1" fmla="*/ 20124 h 24183"/>
                  <a:gd name="connsiteX2" fmla="*/ 281432 w 513933"/>
                  <a:gd name="connsiteY2" fmla="*/ 16719 h 24183"/>
                  <a:gd name="connsiteX3" fmla="*/ 252740 w 513933"/>
                  <a:gd name="connsiteY3" fmla="*/ 14275 h 24183"/>
                  <a:gd name="connsiteX4" fmla="*/ 172069 w 513933"/>
                  <a:gd name="connsiteY4" fmla="*/ 13161 h 24183"/>
                  <a:gd name="connsiteX5" fmla="*/ 120497 w 513933"/>
                  <a:gd name="connsiteY5" fmla="*/ 11197 h 24183"/>
                  <a:gd name="connsiteX6" fmla="*/ 95301 w 513933"/>
                  <a:gd name="connsiteY6" fmla="*/ 6723 h 24183"/>
                  <a:gd name="connsiteX7" fmla="*/ 93513 w 513933"/>
                  <a:gd name="connsiteY7" fmla="*/ 5064 h 24183"/>
                  <a:gd name="connsiteX8" fmla="*/ 91725 w 513933"/>
                  <a:gd name="connsiteY8" fmla="*/ 4365 h 24183"/>
                  <a:gd name="connsiteX9" fmla="*/ 64658 w 513933"/>
                  <a:gd name="connsiteY9" fmla="*/ 2074 h 24183"/>
                  <a:gd name="connsiteX10" fmla="*/ 365 w 513933"/>
                  <a:gd name="connsiteY10" fmla="*/ 0 h 24183"/>
                  <a:gd name="connsiteX11" fmla="*/ 81 w 513933"/>
                  <a:gd name="connsiteY11" fmla="*/ 0 h 24183"/>
                  <a:gd name="connsiteX12" fmla="*/ 0 w 513933"/>
                  <a:gd name="connsiteY12" fmla="*/ 1397 h 24183"/>
                  <a:gd name="connsiteX13" fmla="*/ 81 w 513933"/>
                  <a:gd name="connsiteY13" fmla="*/ 2837 h 24183"/>
                  <a:gd name="connsiteX14" fmla="*/ 64171 w 513933"/>
                  <a:gd name="connsiteY14" fmla="*/ 4867 h 24183"/>
                  <a:gd name="connsiteX15" fmla="*/ 89773 w 513933"/>
                  <a:gd name="connsiteY15" fmla="*/ 7115 h 24183"/>
                  <a:gd name="connsiteX16" fmla="*/ 91562 w 513933"/>
                  <a:gd name="connsiteY16" fmla="*/ 8665 h 24183"/>
                  <a:gd name="connsiteX17" fmla="*/ 92943 w 513933"/>
                  <a:gd name="connsiteY17" fmla="*/ 9254 h 24183"/>
                  <a:gd name="connsiteX18" fmla="*/ 119522 w 513933"/>
                  <a:gd name="connsiteY18" fmla="*/ 13947 h 24183"/>
                  <a:gd name="connsiteX19" fmla="*/ 171826 w 513933"/>
                  <a:gd name="connsiteY19" fmla="*/ 16021 h 24183"/>
                  <a:gd name="connsiteX20" fmla="*/ 252374 w 513933"/>
                  <a:gd name="connsiteY20" fmla="*/ 17134 h 24183"/>
                  <a:gd name="connsiteX21" fmla="*/ 280944 w 513933"/>
                  <a:gd name="connsiteY21" fmla="*/ 19535 h 24183"/>
                  <a:gd name="connsiteX22" fmla="*/ 440091 w 513933"/>
                  <a:gd name="connsiteY22" fmla="*/ 23005 h 24183"/>
                  <a:gd name="connsiteX23" fmla="*/ 513933 w 513933"/>
                  <a:gd name="connsiteY23" fmla="*/ 24184 h 24183"/>
                  <a:gd name="connsiteX24" fmla="*/ 513933 w 513933"/>
                  <a:gd name="connsiteY24" fmla="*/ 21346 h 24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13933" h="24183">
                    <a:moveTo>
                      <a:pt x="513893" y="21303"/>
                    </a:moveTo>
                    <a:lnTo>
                      <a:pt x="440172" y="20124"/>
                    </a:lnTo>
                    <a:lnTo>
                      <a:pt x="281432" y="16719"/>
                    </a:lnTo>
                    <a:lnTo>
                      <a:pt x="252740" y="14275"/>
                    </a:lnTo>
                    <a:lnTo>
                      <a:pt x="172069" y="13161"/>
                    </a:lnTo>
                    <a:lnTo>
                      <a:pt x="120497" y="11197"/>
                    </a:lnTo>
                    <a:lnTo>
                      <a:pt x="95301" y="6723"/>
                    </a:lnTo>
                    <a:lnTo>
                      <a:pt x="93513" y="5064"/>
                    </a:lnTo>
                    <a:cubicBezTo>
                      <a:pt x="93106" y="4693"/>
                      <a:pt x="92415" y="4431"/>
                      <a:pt x="91725" y="4365"/>
                    </a:cubicBezTo>
                    <a:lnTo>
                      <a:pt x="64658" y="2074"/>
                    </a:lnTo>
                    <a:lnTo>
                      <a:pt x="365" y="0"/>
                    </a:lnTo>
                    <a:lnTo>
                      <a:pt x="81" y="0"/>
                    </a:lnTo>
                    <a:lnTo>
                      <a:pt x="0" y="1397"/>
                    </a:lnTo>
                    <a:lnTo>
                      <a:pt x="81" y="2837"/>
                    </a:lnTo>
                    <a:lnTo>
                      <a:pt x="64171" y="4867"/>
                    </a:lnTo>
                    <a:lnTo>
                      <a:pt x="89773" y="7115"/>
                    </a:lnTo>
                    <a:lnTo>
                      <a:pt x="91562" y="8665"/>
                    </a:lnTo>
                    <a:cubicBezTo>
                      <a:pt x="91846" y="8927"/>
                      <a:pt x="92334" y="9145"/>
                      <a:pt x="92943" y="9254"/>
                    </a:cubicBezTo>
                    <a:lnTo>
                      <a:pt x="119522" y="13947"/>
                    </a:lnTo>
                    <a:lnTo>
                      <a:pt x="171826" y="16021"/>
                    </a:lnTo>
                    <a:lnTo>
                      <a:pt x="252374" y="17134"/>
                    </a:lnTo>
                    <a:lnTo>
                      <a:pt x="280944" y="19535"/>
                    </a:lnTo>
                    <a:lnTo>
                      <a:pt x="440091" y="23005"/>
                    </a:lnTo>
                    <a:lnTo>
                      <a:pt x="513933" y="24184"/>
                    </a:lnTo>
                    <a:lnTo>
                      <a:pt x="513933" y="2134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1" name="Freeform: Shape 800">
                <a:extLst>
                  <a:ext uri="{FF2B5EF4-FFF2-40B4-BE49-F238E27FC236}">
                    <a16:creationId xmlns:a16="http://schemas.microsoft.com/office/drawing/2014/main" id="{FECEAE9F-1ADD-4A8D-8E3C-8B8A076879A4}"/>
                  </a:ext>
                </a:extLst>
              </p:cNvPr>
              <p:cNvSpPr/>
              <p:nvPr/>
            </p:nvSpPr>
            <p:spPr>
              <a:xfrm>
                <a:off x="11953565" y="5764246"/>
                <a:ext cx="238434" cy="6438"/>
              </a:xfrm>
              <a:custGeom>
                <a:avLst/>
                <a:gdLst>
                  <a:gd name="connsiteX0" fmla="*/ 238435 w 238434"/>
                  <a:gd name="connsiteY0" fmla="*/ 3623 h 6438"/>
                  <a:gd name="connsiteX1" fmla="*/ 324 w 238434"/>
                  <a:gd name="connsiteY1" fmla="*/ 0 h 6438"/>
                  <a:gd name="connsiteX2" fmla="*/ 122 w 238434"/>
                  <a:gd name="connsiteY2" fmla="*/ 0 h 6438"/>
                  <a:gd name="connsiteX3" fmla="*/ 0 w 238434"/>
                  <a:gd name="connsiteY3" fmla="*/ 1441 h 6438"/>
                  <a:gd name="connsiteX4" fmla="*/ 122 w 238434"/>
                  <a:gd name="connsiteY4" fmla="*/ 2816 h 6438"/>
                  <a:gd name="connsiteX5" fmla="*/ 238435 w 238434"/>
                  <a:gd name="connsiteY5" fmla="*/ 6439 h 6438"/>
                  <a:gd name="connsiteX6" fmla="*/ 238435 w 238434"/>
                  <a:gd name="connsiteY6" fmla="*/ 3623 h 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434" h="6438">
                    <a:moveTo>
                      <a:pt x="238435" y="3623"/>
                    </a:moveTo>
                    <a:lnTo>
                      <a:pt x="324" y="0"/>
                    </a:lnTo>
                    <a:lnTo>
                      <a:pt x="122" y="0"/>
                    </a:lnTo>
                    <a:lnTo>
                      <a:pt x="0" y="1441"/>
                    </a:lnTo>
                    <a:lnTo>
                      <a:pt x="122" y="2816"/>
                    </a:lnTo>
                    <a:lnTo>
                      <a:pt x="238435" y="6439"/>
                    </a:lnTo>
                    <a:lnTo>
                      <a:pt x="238435" y="362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2" name="Freeform: Shape 801">
                <a:extLst>
                  <a:ext uri="{FF2B5EF4-FFF2-40B4-BE49-F238E27FC236}">
                    <a16:creationId xmlns:a16="http://schemas.microsoft.com/office/drawing/2014/main" id="{5A404183-DDD8-4102-ADD2-F38A021A8680}"/>
                  </a:ext>
                </a:extLst>
              </p:cNvPr>
              <p:cNvSpPr/>
              <p:nvPr/>
            </p:nvSpPr>
            <p:spPr>
              <a:xfrm>
                <a:off x="11460161" y="5809736"/>
                <a:ext cx="731838" cy="99003"/>
              </a:xfrm>
              <a:custGeom>
                <a:avLst/>
                <a:gdLst>
                  <a:gd name="connsiteX0" fmla="*/ 731839 w 731838"/>
                  <a:gd name="connsiteY0" fmla="*/ 95553 h 99003"/>
                  <a:gd name="connsiteX1" fmla="*/ 723914 w 731838"/>
                  <a:gd name="connsiteY1" fmla="*/ 95662 h 99003"/>
                  <a:gd name="connsiteX2" fmla="*/ 635726 w 731838"/>
                  <a:gd name="connsiteY2" fmla="*/ 96186 h 99003"/>
                  <a:gd name="connsiteX3" fmla="*/ 603579 w 731838"/>
                  <a:gd name="connsiteY3" fmla="*/ 87979 h 99003"/>
                  <a:gd name="connsiteX4" fmla="*/ 602481 w 731838"/>
                  <a:gd name="connsiteY4" fmla="*/ 87870 h 99003"/>
                  <a:gd name="connsiteX5" fmla="*/ 538190 w 731838"/>
                  <a:gd name="connsiteY5" fmla="*/ 89420 h 99003"/>
                  <a:gd name="connsiteX6" fmla="*/ 507343 w 731838"/>
                  <a:gd name="connsiteY6" fmla="*/ 79402 h 99003"/>
                  <a:gd name="connsiteX7" fmla="*/ 506531 w 731838"/>
                  <a:gd name="connsiteY7" fmla="*/ 79227 h 99003"/>
                  <a:gd name="connsiteX8" fmla="*/ 475157 w 731838"/>
                  <a:gd name="connsiteY8" fmla="*/ 67724 h 99003"/>
                  <a:gd name="connsiteX9" fmla="*/ 441710 w 731838"/>
                  <a:gd name="connsiteY9" fmla="*/ 57859 h 99003"/>
                  <a:gd name="connsiteX10" fmla="*/ 414238 w 731838"/>
                  <a:gd name="connsiteY10" fmla="*/ 52970 h 99003"/>
                  <a:gd name="connsiteX11" fmla="*/ 378027 w 731838"/>
                  <a:gd name="connsiteY11" fmla="*/ 49827 h 99003"/>
                  <a:gd name="connsiteX12" fmla="*/ 363438 w 731838"/>
                  <a:gd name="connsiteY12" fmla="*/ 48124 h 99003"/>
                  <a:gd name="connsiteX13" fmla="*/ 359374 w 731838"/>
                  <a:gd name="connsiteY13" fmla="*/ 47535 h 99003"/>
                  <a:gd name="connsiteX14" fmla="*/ 333852 w 731838"/>
                  <a:gd name="connsiteY14" fmla="*/ 45570 h 99003"/>
                  <a:gd name="connsiteX15" fmla="*/ 277809 w 731838"/>
                  <a:gd name="connsiteY15" fmla="*/ 41620 h 99003"/>
                  <a:gd name="connsiteX16" fmla="*/ 201609 w 731838"/>
                  <a:gd name="connsiteY16" fmla="*/ 36032 h 99003"/>
                  <a:gd name="connsiteX17" fmla="*/ 174908 w 731838"/>
                  <a:gd name="connsiteY17" fmla="*/ 25490 h 99003"/>
                  <a:gd name="connsiteX18" fmla="*/ 173811 w 731838"/>
                  <a:gd name="connsiteY18" fmla="*/ 25272 h 99003"/>
                  <a:gd name="connsiteX19" fmla="*/ 144428 w 731838"/>
                  <a:gd name="connsiteY19" fmla="*/ 22282 h 99003"/>
                  <a:gd name="connsiteX20" fmla="*/ 131911 w 731838"/>
                  <a:gd name="connsiteY20" fmla="*/ 19728 h 99003"/>
                  <a:gd name="connsiteX21" fmla="*/ 76926 w 731838"/>
                  <a:gd name="connsiteY21" fmla="*/ 12525 h 99003"/>
                  <a:gd name="connsiteX22" fmla="*/ 75340 w 731838"/>
                  <a:gd name="connsiteY22" fmla="*/ 12591 h 99003"/>
                  <a:gd name="connsiteX23" fmla="*/ 70097 w 731838"/>
                  <a:gd name="connsiteY23" fmla="*/ 13769 h 99003"/>
                  <a:gd name="connsiteX24" fmla="*/ 41122 w 731838"/>
                  <a:gd name="connsiteY24" fmla="*/ 11958 h 99003"/>
                  <a:gd name="connsiteX25" fmla="*/ 15233 w 731838"/>
                  <a:gd name="connsiteY25" fmla="*/ 3118 h 99003"/>
                  <a:gd name="connsiteX26" fmla="*/ 3611 w 731838"/>
                  <a:gd name="connsiteY26" fmla="*/ 128 h 99003"/>
                  <a:gd name="connsiteX27" fmla="*/ 237 w 731838"/>
                  <a:gd name="connsiteY27" fmla="*/ 826 h 99003"/>
                  <a:gd name="connsiteX28" fmla="*/ 1538 w 731838"/>
                  <a:gd name="connsiteY28" fmla="*/ 2681 h 99003"/>
                  <a:gd name="connsiteX29" fmla="*/ 12755 w 731838"/>
                  <a:gd name="connsiteY29" fmla="*/ 5562 h 99003"/>
                  <a:gd name="connsiteX30" fmla="*/ 38927 w 731838"/>
                  <a:gd name="connsiteY30" fmla="*/ 14511 h 99003"/>
                  <a:gd name="connsiteX31" fmla="*/ 39902 w 731838"/>
                  <a:gd name="connsiteY31" fmla="*/ 14730 h 99003"/>
                  <a:gd name="connsiteX32" fmla="*/ 70179 w 731838"/>
                  <a:gd name="connsiteY32" fmla="*/ 16607 h 99003"/>
                  <a:gd name="connsiteX33" fmla="*/ 71357 w 731838"/>
                  <a:gd name="connsiteY33" fmla="*/ 16498 h 99003"/>
                  <a:gd name="connsiteX34" fmla="*/ 76397 w 731838"/>
                  <a:gd name="connsiteY34" fmla="*/ 15384 h 99003"/>
                  <a:gd name="connsiteX35" fmla="*/ 130367 w 731838"/>
                  <a:gd name="connsiteY35" fmla="*/ 22413 h 99003"/>
                  <a:gd name="connsiteX36" fmla="*/ 142966 w 731838"/>
                  <a:gd name="connsiteY36" fmla="*/ 25010 h 99003"/>
                  <a:gd name="connsiteX37" fmla="*/ 172308 w 731838"/>
                  <a:gd name="connsiteY37" fmla="*/ 28000 h 99003"/>
                  <a:gd name="connsiteX38" fmla="*/ 199089 w 731838"/>
                  <a:gd name="connsiteY38" fmla="*/ 38542 h 99003"/>
                  <a:gd name="connsiteX39" fmla="*/ 200186 w 731838"/>
                  <a:gd name="connsiteY39" fmla="*/ 38804 h 99003"/>
                  <a:gd name="connsiteX40" fmla="*/ 276996 w 731838"/>
                  <a:gd name="connsiteY40" fmla="*/ 44457 h 99003"/>
                  <a:gd name="connsiteX41" fmla="*/ 333079 w 731838"/>
                  <a:gd name="connsiteY41" fmla="*/ 48342 h 99003"/>
                  <a:gd name="connsiteX42" fmla="*/ 358276 w 731838"/>
                  <a:gd name="connsiteY42" fmla="*/ 50307 h 99003"/>
                  <a:gd name="connsiteX43" fmla="*/ 377011 w 731838"/>
                  <a:gd name="connsiteY43" fmla="*/ 52599 h 99003"/>
                  <a:gd name="connsiteX44" fmla="*/ 412937 w 731838"/>
                  <a:gd name="connsiteY44" fmla="*/ 55698 h 99003"/>
                  <a:gd name="connsiteX45" fmla="*/ 439638 w 731838"/>
                  <a:gd name="connsiteY45" fmla="*/ 60434 h 99003"/>
                  <a:gd name="connsiteX46" fmla="*/ 472677 w 731838"/>
                  <a:gd name="connsiteY46" fmla="*/ 70191 h 99003"/>
                  <a:gd name="connsiteX47" fmla="*/ 504133 w 731838"/>
                  <a:gd name="connsiteY47" fmla="*/ 81803 h 99003"/>
                  <a:gd name="connsiteX48" fmla="*/ 505108 w 731838"/>
                  <a:gd name="connsiteY48" fmla="*/ 81955 h 99003"/>
                  <a:gd name="connsiteX49" fmla="*/ 536482 w 731838"/>
                  <a:gd name="connsiteY49" fmla="*/ 92126 h 99003"/>
                  <a:gd name="connsiteX50" fmla="*/ 537579 w 731838"/>
                  <a:gd name="connsiteY50" fmla="*/ 92236 h 99003"/>
                  <a:gd name="connsiteX51" fmla="*/ 601994 w 731838"/>
                  <a:gd name="connsiteY51" fmla="*/ 90686 h 99003"/>
                  <a:gd name="connsiteX52" fmla="*/ 634059 w 731838"/>
                  <a:gd name="connsiteY52" fmla="*/ 98849 h 99003"/>
                  <a:gd name="connsiteX53" fmla="*/ 635156 w 731838"/>
                  <a:gd name="connsiteY53" fmla="*/ 98958 h 99003"/>
                  <a:gd name="connsiteX54" fmla="*/ 723955 w 731838"/>
                  <a:gd name="connsiteY54" fmla="*/ 98478 h 99003"/>
                  <a:gd name="connsiteX55" fmla="*/ 731798 w 731838"/>
                  <a:gd name="connsiteY55" fmla="*/ 98369 h 99003"/>
                  <a:gd name="connsiteX56" fmla="*/ 731798 w 731838"/>
                  <a:gd name="connsiteY56" fmla="*/ 95553 h 99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31838" h="99003">
                    <a:moveTo>
                      <a:pt x="731839" y="95553"/>
                    </a:moveTo>
                    <a:lnTo>
                      <a:pt x="723914" y="95662"/>
                    </a:lnTo>
                    <a:lnTo>
                      <a:pt x="635726" y="96186"/>
                    </a:lnTo>
                    <a:lnTo>
                      <a:pt x="603579" y="87979"/>
                    </a:lnTo>
                    <a:cubicBezTo>
                      <a:pt x="603295" y="87870"/>
                      <a:pt x="602888" y="87870"/>
                      <a:pt x="602481" y="87870"/>
                    </a:cubicBezTo>
                    <a:lnTo>
                      <a:pt x="538190" y="89420"/>
                    </a:lnTo>
                    <a:lnTo>
                      <a:pt x="507343" y="79402"/>
                    </a:lnTo>
                    <a:cubicBezTo>
                      <a:pt x="507140" y="79292"/>
                      <a:pt x="506855" y="79292"/>
                      <a:pt x="506531" y="79227"/>
                    </a:cubicBezTo>
                    <a:lnTo>
                      <a:pt x="475157" y="67724"/>
                    </a:lnTo>
                    <a:lnTo>
                      <a:pt x="441710" y="57859"/>
                    </a:lnTo>
                    <a:lnTo>
                      <a:pt x="414238" y="52970"/>
                    </a:lnTo>
                    <a:lnTo>
                      <a:pt x="378027" y="49827"/>
                    </a:lnTo>
                    <a:lnTo>
                      <a:pt x="363438" y="48124"/>
                    </a:lnTo>
                    <a:lnTo>
                      <a:pt x="359374" y="47535"/>
                    </a:lnTo>
                    <a:lnTo>
                      <a:pt x="333852" y="45570"/>
                    </a:lnTo>
                    <a:lnTo>
                      <a:pt x="277809" y="41620"/>
                    </a:lnTo>
                    <a:lnTo>
                      <a:pt x="201609" y="36032"/>
                    </a:lnTo>
                    <a:lnTo>
                      <a:pt x="174908" y="25490"/>
                    </a:lnTo>
                    <a:cubicBezTo>
                      <a:pt x="174623" y="25381"/>
                      <a:pt x="174218" y="25272"/>
                      <a:pt x="173811" y="25272"/>
                    </a:cubicBezTo>
                    <a:lnTo>
                      <a:pt x="144428" y="22282"/>
                    </a:lnTo>
                    <a:lnTo>
                      <a:pt x="131911" y="19728"/>
                    </a:lnTo>
                    <a:lnTo>
                      <a:pt x="76926" y="12525"/>
                    </a:lnTo>
                    <a:cubicBezTo>
                      <a:pt x="76437" y="12416"/>
                      <a:pt x="75828" y="12481"/>
                      <a:pt x="75340" y="12591"/>
                    </a:cubicBezTo>
                    <a:lnTo>
                      <a:pt x="70097" y="13769"/>
                    </a:lnTo>
                    <a:lnTo>
                      <a:pt x="41122" y="11958"/>
                    </a:lnTo>
                    <a:lnTo>
                      <a:pt x="15233" y="3118"/>
                    </a:lnTo>
                    <a:lnTo>
                      <a:pt x="3611" y="128"/>
                    </a:lnTo>
                    <a:cubicBezTo>
                      <a:pt x="2310" y="-200"/>
                      <a:pt x="726" y="128"/>
                      <a:pt x="237" y="826"/>
                    </a:cubicBezTo>
                    <a:cubicBezTo>
                      <a:pt x="-372" y="1568"/>
                      <a:pt x="237" y="2376"/>
                      <a:pt x="1538" y="2681"/>
                    </a:cubicBezTo>
                    <a:lnTo>
                      <a:pt x="12755" y="5562"/>
                    </a:lnTo>
                    <a:lnTo>
                      <a:pt x="38927" y="14511"/>
                    </a:lnTo>
                    <a:cubicBezTo>
                      <a:pt x="39212" y="14620"/>
                      <a:pt x="39617" y="14686"/>
                      <a:pt x="39902" y="14730"/>
                    </a:cubicBezTo>
                    <a:lnTo>
                      <a:pt x="70179" y="16607"/>
                    </a:lnTo>
                    <a:cubicBezTo>
                      <a:pt x="70586" y="16607"/>
                      <a:pt x="70951" y="16607"/>
                      <a:pt x="71357" y="16498"/>
                    </a:cubicBezTo>
                    <a:lnTo>
                      <a:pt x="76397" y="15384"/>
                    </a:lnTo>
                    <a:lnTo>
                      <a:pt x="130367" y="22413"/>
                    </a:lnTo>
                    <a:lnTo>
                      <a:pt x="142966" y="25010"/>
                    </a:lnTo>
                    <a:lnTo>
                      <a:pt x="172308" y="28000"/>
                    </a:lnTo>
                    <a:lnTo>
                      <a:pt x="199089" y="38542"/>
                    </a:lnTo>
                    <a:cubicBezTo>
                      <a:pt x="199373" y="38651"/>
                      <a:pt x="199780" y="38761"/>
                      <a:pt x="200186" y="38804"/>
                    </a:cubicBezTo>
                    <a:lnTo>
                      <a:pt x="276996" y="44457"/>
                    </a:lnTo>
                    <a:lnTo>
                      <a:pt x="333079" y="48342"/>
                    </a:lnTo>
                    <a:lnTo>
                      <a:pt x="358276" y="50307"/>
                    </a:lnTo>
                    <a:lnTo>
                      <a:pt x="377011" y="52599"/>
                    </a:lnTo>
                    <a:lnTo>
                      <a:pt x="412937" y="55698"/>
                    </a:lnTo>
                    <a:lnTo>
                      <a:pt x="439638" y="60434"/>
                    </a:lnTo>
                    <a:lnTo>
                      <a:pt x="472677" y="70191"/>
                    </a:lnTo>
                    <a:lnTo>
                      <a:pt x="504133" y="81803"/>
                    </a:lnTo>
                    <a:cubicBezTo>
                      <a:pt x="504133" y="81803"/>
                      <a:pt x="504743" y="81955"/>
                      <a:pt x="505108" y="81955"/>
                    </a:cubicBezTo>
                    <a:lnTo>
                      <a:pt x="536482" y="92126"/>
                    </a:lnTo>
                    <a:cubicBezTo>
                      <a:pt x="536889" y="92170"/>
                      <a:pt x="537174" y="92236"/>
                      <a:pt x="537579" y="92236"/>
                    </a:cubicBezTo>
                    <a:lnTo>
                      <a:pt x="601994" y="90686"/>
                    </a:lnTo>
                    <a:lnTo>
                      <a:pt x="634059" y="98849"/>
                    </a:lnTo>
                    <a:cubicBezTo>
                      <a:pt x="634344" y="98958"/>
                      <a:pt x="634953" y="99067"/>
                      <a:pt x="635156" y="98958"/>
                    </a:cubicBezTo>
                    <a:lnTo>
                      <a:pt x="723955" y="98478"/>
                    </a:lnTo>
                    <a:lnTo>
                      <a:pt x="731798" y="98369"/>
                    </a:lnTo>
                    <a:lnTo>
                      <a:pt x="731798" y="9555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3" name="Freeform: Shape 802">
                <a:extLst>
                  <a:ext uri="{FF2B5EF4-FFF2-40B4-BE49-F238E27FC236}">
                    <a16:creationId xmlns:a16="http://schemas.microsoft.com/office/drawing/2014/main" id="{A13CAF56-F9B2-4FE7-AF0A-86025624BAAB}"/>
                  </a:ext>
                </a:extLst>
              </p:cNvPr>
              <p:cNvSpPr/>
              <p:nvPr/>
            </p:nvSpPr>
            <p:spPr>
              <a:xfrm>
                <a:off x="11358667" y="5777713"/>
                <a:ext cx="833332" cy="19338"/>
              </a:xfrm>
              <a:custGeom>
                <a:avLst/>
                <a:gdLst>
                  <a:gd name="connsiteX0" fmla="*/ 833333 w 833332"/>
                  <a:gd name="connsiteY0" fmla="*/ 16523 h 19338"/>
                  <a:gd name="connsiteX1" fmla="*/ 816264 w 833332"/>
                  <a:gd name="connsiteY1" fmla="*/ 16261 h 19338"/>
                  <a:gd name="connsiteX2" fmla="*/ 543123 w 833332"/>
                  <a:gd name="connsiteY2" fmla="*/ 11306 h 19338"/>
                  <a:gd name="connsiteX3" fmla="*/ 202112 w 833332"/>
                  <a:gd name="connsiteY3" fmla="*/ 3732 h 19338"/>
                  <a:gd name="connsiteX4" fmla="*/ 133959 w 833332"/>
                  <a:gd name="connsiteY4" fmla="*/ 2401 h 19338"/>
                  <a:gd name="connsiteX5" fmla="*/ 2570 w 833332"/>
                  <a:gd name="connsiteY5" fmla="*/ 0 h 19338"/>
                  <a:gd name="connsiteX6" fmla="*/ 2489 w 833332"/>
                  <a:gd name="connsiteY6" fmla="*/ 0 h 19338"/>
                  <a:gd name="connsiteX7" fmla="*/ 9 w 833332"/>
                  <a:gd name="connsiteY7" fmla="*/ 1397 h 19338"/>
                  <a:gd name="connsiteX8" fmla="*/ 2489 w 833332"/>
                  <a:gd name="connsiteY8" fmla="*/ 2837 h 19338"/>
                  <a:gd name="connsiteX9" fmla="*/ 201909 w 833332"/>
                  <a:gd name="connsiteY9" fmla="*/ 6504 h 19338"/>
                  <a:gd name="connsiteX10" fmla="*/ 406491 w 833332"/>
                  <a:gd name="connsiteY10" fmla="*/ 11350 h 19338"/>
                  <a:gd name="connsiteX11" fmla="*/ 542919 w 833332"/>
                  <a:gd name="connsiteY11" fmla="*/ 14122 h 19338"/>
                  <a:gd name="connsiteX12" fmla="*/ 679551 w 833332"/>
                  <a:gd name="connsiteY12" fmla="*/ 16566 h 19338"/>
                  <a:gd name="connsiteX13" fmla="*/ 747907 w 833332"/>
                  <a:gd name="connsiteY13" fmla="*/ 17898 h 19338"/>
                  <a:gd name="connsiteX14" fmla="*/ 833333 w 833332"/>
                  <a:gd name="connsiteY14" fmla="*/ 19338 h 19338"/>
                  <a:gd name="connsiteX15" fmla="*/ 833333 w 833332"/>
                  <a:gd name="connsiteY15" fmla="*/ 16501 h 1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3332" h="19338">
                    <a:moveTo>
                      <a:pt x="833333" y="16523"/>
                    </a:moveTo>
                    <a:lnTo>
                      <a:pt x="816264" y="16261"/>
                    </a:lnTo>
                    <a:lnTo>
                      <a:pt x="543123" y="11306"/>
                    </a:lnTo>
                    <a:lnTo>
                      <a:pt x="202112" y="3732"/>
                    </a:lnTo>
                    <a:lnTo>
                      <a:pt x="133959" y="2401"/>
                    </a:lnTo>
                    <a:lnTo>
                      <a:pt x="2570" y="0"/>
                    </a:lnTo>
                    <a:lnTo>
                      <a:pt x="2489" y="0"/>
                    </a:lnTo>
                    <a:cubicBezTo>
                      <a:pt x="1107" y="0"/>
                      <a:pt x="9" y="633"/>
                      <a:pt x="9" y="1397"/>
                    </a:cubicBezTo>
                    <a:cubicBezTo>
                      <a:pt x="-113" y="2183"/>
                      <a:pt x="985" y="2837"/>
                      <a:pt x="2489" y="2837"/>
                    </a:cubicBezTo>
                    <a:lnTo>
                      <a:pt x="201909" y="6504"/>
                    </a:lnTo>
                    <a:lnTo>
                      <a:pt x="406491" y="11350"/>
                    </a:lnTo>
                    <a:lnTo>
                      <a:pt x="542919" y="14122"/>
                    </a:lnTo>
                    <a:lnTo>
                      <a:pt x="679551" y="16566"/>
                    </a:lnTo>
                    <a:lnTo>
                      <a:pt x="747907" y="17898"/>
                    </a:lnTo>
                    <a:lnTo>
                      <a:pt x="833333" y="19338"/>
                    </a:lnTo>
                    <a:lnTo>
                      <a:pt x="833333" y="165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4" name="Freeform: Shape 803">
                <a:extLst>
                  <a:ext uri="{FF2B5EF4-FFF2-40B4-BE49-F238E27FC236}">
                    <a16:creationId xmlns:a16="http://schemas.microsoft.com/office/drawing/2014/main" id="{DAF0B2F4-5152-4A9B-91FB-2153921A27E2}"/>
                  </a:ext>
                </a:extLst>
              </p:cNvPr>
              <p:cNvSpPr/>
              <p:nvPr/>
            </p:nvSpPr>
            <p:spPr>
              <a:xfrm>
                <a:off x="40" y="5731943"/>
                <a:ext cx="1271431" cy="61900"/>
              </a:xfrm>
              <a:custGeom>
                <a:avLst/>
                <a:gdLst>
                  <a:gd name="connsiteX0" fmla="*/ 1268618 w 1271431"/>
                  <a:gd name="connsiteY0" fmla="*/ 0 h 61900"/>
                  <a:gd name="connsiteX1" fmla="*/ 1254028 w 1271431"/>
                  <a:gd name="connsiteY1" fmla="*/ 633 h 61900"/>
                  <a:gd name="connsiteX2" fmla="*/ 1234440 w 1271431"/>
                  <a:gd name="connsiteY2" fmla="*/ 2510 h 61900"/>
                  <a:gd name="connsiteX3" fmla="*/ 1233465 w 1271431"/>
                  <a:gd name="connsiteY3" fmla="*/ 2728 h 61900"/>
                  <a:gd name="connsiteX4" fmla="*/ 1199530 w 1271431"/>
                  <a:gd name="connsiteY4" fmla="*/ 15453 h 61900"/>
                  <a:gd name="connsiteX5" fmla="*/ 1095492 w 1271431"/>
                  <a:gd name="connsiteY5" fmla="*/ 8578 h 61900"/>
                  <a:gd name="connsiteX6" fmla="*/ 1093460 w 1271431"/>
                  <a:gd name="connsiteY6" fmla="*/ 9014 h 61900"/>
                  <a:gd name="connsiteX7" fmla="*/ 1058103 w 1271431"/>
                  <a:gd name="connsiteY7" fmla="*/ 27720 h 61900"/>
                  <a:gd name="connsiteX8" fmla="*/ 953089 w 1271431"/>
                  <a:gd name="connsiteY8" fmla="*/ 29706 h 61900"/>
                  <a:gd name="connsiteX9" fmla="*/ 847263 w 1271431"/>
                  <a:gd name="connsiteY9" fmla="*/ 34922 h 61900"/>
                  <a:gd name="connsiteX10" fmla="*/ 741314 w 1271431"/>
                  <a:gd name="connsiteY10" fmla="*/ 37738 h 61900"/>
                  <a:gd name="connsiteX11" fmla="*/ 635447 w 1271431"/>
                  <a:gd name="connsiteY11" fmla="*/ 43282 h 61900"/>
                  <a:gd name="connsiteX12" fmla="*/ 529905 w 1271431"/>
                  <a:gd name="connsiteY12" fmla="*/ 49197 h 61900"/>
                  <a:gd name="connsiteX13" fmla="*/ 424200 w 1271431"/>
                  <a:gd name="connsiteY13" fmla="*/ 48084 h 61900"/>
                  <a:gd name="connsiteX14" fmla="*/ 318536 w 1271431"/>
                  <a:gd name="connsiteY14" fmla="*/ 50005 h 61900"/>
                  <a:gd name="connsiteX15" fmla="*/ 317683 w 1271431"/>
                  <a:gd name="connsiteY15" fmla="*/ 50114 h 61900"/>
                  <a:gd name="connsiteX16" fmla="*/ 276799 w 1271431"/>
                  <a:gd name="connsiteY16" fmla="*/ 59063 h 61900"/>
                  <a:gd name="connsiteX17" fmla="*/ 171054 w 1271431"/>
                  <a:gd name="connsiteY17" fmla="*/ 58801 h 61900"/>
                  <a:gd name="connsiteX18" fmla="*/ 65065 w 1271431"/>
                  <a:gd name="connsiteY18" fmla="*/ 57731 h 61900"/>
                  <a:gd name="connsiteX19" fmla="*/ 0 w 1271431"/>
                  <a:gd name="connsiteY19" fmla="*/ 54326 h 61900"/>
                  <a:gd name="connsiteX20" fmla="*/ 0 w 1271431"/>
                  <a:gd name="connsiteY20" fmla="*/ 57142 h 61900"/>
                  <a:gd name="connsiteX21" fmla="*/ 64780 w 1271431"/>
                  <a:gd name="connsiteY21" fmla="*/ 60503 h 61900"/>
                  <a:gd name="connsiteX22" fmla="*/ 171013 w 1271431"/>
                  <a:gd name="connsiteY22" fmla="*/ 61573 h 61900"/>
                  <a:gd name="connsiteX23" fmla="*/ 277287 w 1271431"/>
                  <a:gd name="connsiteY23" fmla="*/ 61900 h 61900"/>
                  <a:gd name="connsiteX24" fmla="*/ 278221 w 1271431"/>
                  <a:gd name="connsiteY24" fmla="*/ 61791 h 61900"/>
                  <a:gd name="connsiteX25" fmla="*/ 319187 w 1271431"/>
                  <a:gd name="connsiteY25" fmla="*/ 52842 h 61900"/>
                  <a:gd name="connsiteX26" fmla="*/ 424200 w 1271431"/>
                  <a:gd name="connsiteY26" fmla="*/ 50921 h 61900"/>
                  <a:gd name="connsiteX27" fmla="*/ 530108 w 1271431"/>
                  <a:gd name="connsiteY27" fmla="*/ 52034 h 61900"/>
                  <a:gd name="connsiteX28" fmla="*/ 635935 w 1271431"/>
                  <a:gd name="connsiteY28" fmla="*/ 46076 h 61900"/>
                  <a:gd name="connsiteX29" fmla="*/ 741680 w 1271431"/>
                  <a:gd name="connsiteY29" fmla="*/ 40597 h 61900"/>
                  <a:gd name="connsiteX30" fmla="*/ 847588 w 1271431"/>
                  <a:gd name="connsiteY30" fmla="*/ 37760 h 61900"/>
                  <a:gd name="connsiteX31" fmla="*/ 953333 w 1271431"/>
                  <a:gd name="connsiteY31" fmla="*/ 32478 h 61900"/>
                  <a:gd name="connsiteX32" fmla="*/ 1059200 w 1271431"/>
                  <a:gd name="connsiteY32" fmla="*/ 30513 h 61900"/>
                  <a:gd name="connsiteX33" fmla="*/ 1060867 w 1271431"/>
                  <a:gd name="connsiteY33" fmla="*/ 30142 h 61900"/>
                  <a:gd name="connsiteX34" fmla="*/ 1096061 w 1271431"/>
                  <a:gd name="connsiteY34" fmla="*/ 11481 h 61900"/>
                  <a:gd name="connsiteX35" fmla="*/ 1199855 w 1271431"/>
                  <a:gd name="connsiteY35" fmla="*/ 18356 h 61900"/>
                  <a:gd name="connsiteX36" fmla="*/ 1201603 w 1271431"/>
                  <a:gd name="connsiteY36" fmla="*/ 18094 h 61900"/>
                  <a:gd name="connsiteX37" fmla="*/ 1235862 w 1271431"/>
                  <a:gd name="connsiteY37" fmla="*/ 5260 h 61900"/>
                  <a:gd name="connsiteX38" fmla="*/ 1254719 w 1271431"/>
                  <a:gd name="connsiteY38" fmla="*/ 3492 h 61900"/>
                  <a:gd name="connsiteX39" fmla="*/ 1269106 w 1271431"/>
                  <a:gd name="connsiteY39" fmla="*/ 2794 h 61900"/>
                  <a:gd name="connsiteX40" fmla="*/ 1271422 w 1271431"/>
                  <a:gd name="connsiteY40" fmla="*/ 1310 h 61900"/>
                  <a:gd name="connsiteX41" fmla="*/ 1268659 w 1271431"/>
                  <a:gd name="connsiteY41" fmla="*/ 22 h 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271431" h="61900">
                    <a:moveTo>
                      <a:pt x="1268618" y="0"/>
                    </a:moveTo>
                    <a:lnTo>
                      <a:pt x="1254028" y="633"/>
                    </a:lnTo>
                    <a:lnTo>
                      <a:pt x="1234440" y="2510"/>
                    </a:lnTo>
                    <a:cubicBezTo>
                      <a:pt x="1234034" y="2554"/>
                      <a:pt x="1233749" y="2619"/>
                      <a:pt x="1233465" y="2728"/>
                    </a:cubicBezTo>
                    <a:lnTo>
                      <a:pt x="1199530" y="15453"/>
                    </a:lnTo>
                    <a:lnTo>
                      <a:pt x="1095492" y="8578"/>
                    </a:lnTo>
                    <a:cubicBezTo>
                      <a:pt x="1094720" y="8534"/>
                      <a:pt x="1094029" y="8687"/>
                      <a:pt x="1093460" y="9014"/>
                    </a:cubicBezTo>
                    <a:lnTo>
                      <a:pt x="1058103" y="27720"/>
                    </a:lnTo>
                    <a:lnTo>
                      <a:pt x="953089" y="29706"/>
                    </a:lnTo>
                    <a:lnTo>
                      <a:pt x="847263" y="34922"/>
                    </a:lnTo>
                    <a:lnTo>
                      <a:pt x="741314" y="37738"/>
                    </a:lnTo>
                    <a:lnTo>
                      <a:pt x="635447" y="43282"/>
                    </a:lnTo>
                    <a:lnTo>
                      <a:pt x="529905" y="49197"/>
                    </a:lnTo>
                    <a:lnTo>
                      <a:pt x="424200" y="48084"/>
                    </a:lnTo>
                    <a:lnTo>
                      <a:pt x="318536" y="50005"/>
                    </a:lnTo>
                    <a:cubicBezTo>
                      <a:pt x="318293" y="50005"/>
                      <a:pt x="317967" y="50070"/>
                      <a:pt x="317683" y="50114"/>
                    </a:cubicBezTo>
                    <a:lnTo>
                      <a:pt x="276799" y="59063"/>
                    </a:lnTo>
                    <a:lnTo>
                      <a:pt x="171054" y="58801"/>
                    </a:lnTo>
                    <a:lnTo>
                      <a:pt x="65065" y="57731"/>
                    </a:lnTo>
                    <a:lnTo>
                      <a:pt x="0" y="54326"/>
                    </a:lnTo>
                    <a:lnTo>
                      <a:pt x="0" y="57142"/>
                    </a:lnTo>
                    <a:lnTo>
                      <a:pt x="64780" y="60503"/>
                    </a:lnTo>
                    <a:lnTo>
                      <a:pt x="171013" y="61573"/>
                    </a:lnTo>
                    <a:lnTo>
                      <a:pt x="277287" y="61900"/>
                    </a:lnTo>
                    <a:cubicBezTo>
                      <a:pt x="277287" y="61900"/>
                      <a:pt x="277937" y="61835"/>
                      <a:pt x="278221" y="61791"/>
                    </a:cubicBezTo>
                    <a:lnTo>
                      <a:pt x="319187" y="52842"/>
                    </a:lnTo>
                    <a:lnTo>
                      <a:pt x="424200" y="50921"/>
                    </a:lnTo>
                    <a:lnTo>
                      <a:pt x="530108" y="52034"/>
                    </a:lnTo>
                    <a:lnTo>
                      <a:pt x="635935" y="46076"/>
                    </a:lnTo>
                    <a:lnTo>
                      <a:pt x="741680" y="40597"/>
                    </a:lnTo>
                    <a:lnTo>
                      <a:pt x="847588" y="37760"/>
                    </a:lnTo>
                    <a:lnTo>
                      <a:pt x="953333" y="32478"/>
                    </a:lnTo>
                    <a:lnTo>
                      <a:pt x="1059200" y="30513"/>
                    </a:lnTo>
                    <a:cubicBezTo>
                      <a:pt x="1059851" y="30513"/>
                      <a:pt x="1060460" y="30361"/>
                      <a:pt x="1060867" y="30142"/>
                    </a:cubicBezTo>
                    <a:lnTo>
                      <a:pt x="1096061" y="11481"/>
                    </a:lnTo>
                    <a:lnTo>
                      <a:pt x="1199855" y="18356"/>
                    </a:lnTo>
                    <a:cubicBezTo>
                      <a:pt x="1200506" y="18400"/>
                      <a:pt x="1201034" y="18291"/>
                      <a:pt x="1201603" y="18094"/>
                    </a:cubicBezTo>
                    <a:lnTo>
                      <a:pt x="1235862" y="5260"/>
                    </a:lnTo>
                    <a:lnTo>
                      <a:pt x="1254719" y="3492"/>
                    </a:lnTo>
                    <a:lnTo>
                      <a:pt x="1269106" y="2794"/>
                    </a:lnTo>
                    <a:cubicBezTo>
                      <a:pt x="1270488" y="2750"/>
                      <a:pt x="1271544" y="2052"/>
                      <a:pt x="1271422" y="1310"/>
                    </a:cubicBezTo>
                    <a:cubicBezTo>
                      <a:pt x="1271260" y="502"/>
                      <a:pt x="1270000" y="-22"/>
                      <a:pt x="1268659" y="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5" name="Freeform: Shape 804">
                <a:extLst>
                  <a:ext uri="{FF2B5EF4-FFF2-40B4-BE49-F238E27FC236}">
                    <a16:creationId xmlns:a16="http://schemas.microsoft.com/office/drawing/2014/main" id="{4A273A30-8F2C-4F31-96F4-68C0940D43B2}"/>
                  </a:ext>
                </a:extLst>
              </p:cNvPr>
              <p:cNvSpPr/>
              <p:nvPr/>
            </p:nvSpPr>
            <p:spPr>
              <a:xfrm>
                <a:off x="9672051" y="5712962"/>
                <a:ext cx="137229" cy="36594"/>
              </a:xfrm>
              <a:custGeom>
                <a:avLst/>
                <a:gdLst>
                  <a:gd name="connsiteX0" fmla="*/ 115402 w 137229"/>
                  <a:gd name="connsiteY0" fmla="*/ 36573 h 36594"/>
                  <a:gd name="connsiteX1" fmla="*/ 114223 w 137229"/>
                  <a:gd name="connsiteY1" fmla="*/ 36420 h 36594"/>
                  <a:gd name="connsiteX2" fmla="*/ 100243 w 137229"/>
                  <a:gd name="connsiteY2" fmla="*/ 32316 h 36594"/>
                  <a:gd name="connsiteX3" fmla="*/ 72973 w 137229"/>
                  <a:gd name="connsiteY3" fmla="*/ 22407 h 36594"/>
                  <a:gd name="connsiteX4" fmla="*/ 59765 w 137229"/>
                  <a:gd name="connsiteY4" fmla="*/ 18456 h 36594"/>
                  <a:gd name="connsiteX5" fmla="*/ 46355 w 137229"/>
                  <a:gd name="connsiteY5" fmla="*/ 14615 h 36594"/>
                  <a:gd name="connsiteX6" fmla="*/ 17378 w 137229"/>
                  <a:gd name="connsiteY6" fmla="*/ 5557 h 36594"/>
                  <a:gd name="connsiteX7" fmla="*/ 12908 w 137229"/>
                  <a:gd name="connsiteY7" fmla="*/ 3527 h 36594"/>
                  <a:gd name="connsiteX8" fmla="*/ 2300 w 137229"/>
                  <a:gd name="connsiteY8" fmla="*/ 2785 h 36594"/>
                  <a:gd name="connsiteX9" fmla="*/ 24 w 137229"/>
                  <a:gd name="connsiteY9" fmla="*/ 1235 h 36594"/>
                  <a:gd name="connsiteX10" fmla="*/ 2789 w 137229"/>
                  <a:gd name="connsiteY10" fmla="*/ 13 h 36594"/>
                  <a:gd name="connsiteX11" fmla="*/ 3764 w 137229"/>
                  <a:gd name="connsiteY11" fmla="*/ 13 h 36594"/>
                  <a:gd name="connsiteX12" fmla="*/ 14167 w 137229"/>
                  <a:gd name="connsiteY12" fmla="*/ 755 h 36594"/>
                  <a:gd name="connsiteX13" fmla="*/ 15468 w 137229"/>
                  <a:gd name="connsiteY13" fmla="*/ 1083 h 36594"/>
                  <a:gd name="connsiteX14" fmla="*/ 20222 w 137229"/>
                  <a:gd name="connsiteY14" fmla="*/ 3265 h 36594"/>
                  <a:gd name="connsiteX15" fmla="*/ 48792 w 137229"/>
                  <a:gd name="connsiteY15" fmla="*/ 12170 h 36594"/>
                  <a:gd name="connsiteX16" fmla="*/ 62082 w 137229"/>
                  <a:gd name="connsiteY16" fmla="*/ 15968 h 36594"/>
                  <a:gd name="connsiteX17" fmla="*/ 75493 w 137229"/>
                  <a:gd name="connsiteY17" fmla="*/ 20006 h 36594"/>
                  <a:gd name="connsiteX18" fmla="*/ 102803 w 137229"/>
                  <a:gd name="connsiteY18" fmla="*/ 29915 h 36594"/>
                  <a:gd name="connsiteX19" fmla="*/ 116011 w 137229"/>
                  <a:gd name="connsiteY19" fmla="*/ 33757 h 36594"/>
                  <a:gd name="connsiteX20" fmla="*/ 134665 w 137229"/>
                  <a:gd name="connsiteY20" fmla="*/ 33342 h 36594"/>
                  <a:gd name="connsiteX21" fmla="*/ 134747 w 137229"/>
                  <a:gd name="connsiteY21" fmla="*/ 33342 h 36594"/>
                  <a:gd name="connsiteX22" fmla="*/ 137225 w 137229"/>
                  <a:gd name="connsiteY22" fmla="*/ 34739 h 36594"/>
                  <a:gd name="connsiteX23" fmla="*/ 134828 w 137229"/>
                  <a:gd name="connsiteY23" fmla="*/ 36180 h 36594"/>
                  <a:gd name="connsiteX24" fmla="*/ 115483 w 137229"/>
                  <a:gd name="connsiteY24" fmla="*/ 36594 h 36594"/>
                  <a:gd name="connsiteX25" fmla="*/ 115361 w 137229"/>
                  <a:gd name="connsiteY25" fmla="*/ 36594 h 3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229" h="36594">
                    <a:moveTo>
                      <a:pt x="115402" y="36573"/>
                    </a:moveTo>
                    <a:cubicBezTo>
                      <a:pt x="114995" y="36573"/>
                      <a:pt x="114508" y="36507"/>
                      <a:pt x="114223" y="36420"/>
                    </a:cubicBezTo>
                    <a:lnTo>
                      <a:pt x="100243" y="32316"/>
                    </a:lnTo>
                    <a:lnTo>
                      <a:pt x="72973" y="22407"/>
                    </a:lnTo>
                    <a:lnTo>
                      <a:pt x="59765" y="18456"/>
                    </a:lnTo>
                    <a:lnTo>
                      <a:pt x="46355" y="14615"/>
                    </a:lnTo>
                    <a:lnTo>
                      <a:pt x="17378" y="5557"/>
                    </a:lnTo>
                    <a:lnTo>
                      <a:pt x="12908" y="3527"/>
                    </a:lnTo>
                    <a:lnTo>
                      <a:pt x="2300" y="2785"/>
                    </a:lnTo>
                    <a:cubicBezTo>
                      <a:pt x="918" y="2741"/>
                      <a:pt x="-179" y="2043"/>
                      <a:pt x="24" y="1235"/>
                    </a:cubicBezTo>
                    <a:cubicBezTo>
                      <a:pt x="106" y="493"/>
                      <a:pt x="1406" y="-96"/>
                      <a:pt x="2789" y="13"/>
                    </a:cubicBezTo>
                    <a:lnTo>
                      <a:pt x="3764" y="13"/>
                    </a:lnTo>
                    <a:lnTo>
                      <a:pt x="14167" y="755"/>
                    </a:lnTo>
                    <a:cubicBezTo>
                      <a:pt x="14655" y="821"/>
                      <a:pt x="15183" y="930"/>
                      <a:pt x="15468" y="1083"/>
                    </a:cubicBezTo>
                    <a:lnTo>
                      <a:pt x="20222" y="3265"/>
                    </a:lnTo>
                    <a:lnTo>
                      <a:pt x="48792" y="12170"/>
                    </a:lnTo>
                    <a:lnTo>
                      <a:pt x="62082" y="15968"/>
                    </a:lnTo>
                    <a:lnTo>
                      <a:pt x="75493" y="20006"/>
                    </a:lnTo>
                    <a:lnTo>
                      <a:pt x="102803" y="29915"/>
                    </a:lnTo>
                    <a:lnTo>
                      <a:pt x="116011" y="33757"/>
                    </a:lnTo>
                    <a:lnTo>
                      <a:pt x="134665" y="33342"/>
                    </a:lnTo>
                    <a:lnTo>
                      <a:pt x="134747" y="33342"/>
                    </a:lnTo>
                    <a:cubicBezTo>
                      <a:pt x="136046" y="33342"/>
                      <a:pt x="137225" y="33931"/>
                      <a:pt x="137225" y="34739"/>
                    </a:cubicBezTo>
                    <a:cubicBezTo>
                      <a:pt x="137306" y="35481"/>
                      <a:pt x="136250" y="36180"/>
                      <a:pt x="134828" y="36180"/>
                    </a:cubicBezTo>
                    <a:lnTo>
                      <a:pt x="115483" y="36594"/>
                    </a:lnTo>
                    <a:lnTo>
                      <a:pt x="115361" y="3659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6" name="Freeform: Shape 805">
                <a:extLst>
                  <a:ext uri="{FF2B5EF4-FFF2-40B4-BE49-F238E27FC236}">
                    <a16:creationId xmlns:a16="http://schemas.microsoft.com/office/drawing/2014/main" id="{E3A0E7A9-B617-49A0-A9E9-F40BD0CF0A23}"/>
                  </a:ext>
                </a:extLst>
              </p:cNvPr>
              <p:cNvSpPr/>
              <p:nvPr/>
            </p:nvSpPr>
            <p:spPr>
              <a:xfrm>
                <a:off x="9700341" y="5715066"/>
                <a:ext cx="152024" cy="32242"/>
              </a:xfrm>
              <a:custGeom>
                <a:avLst/>
                <a:gdLst>
                  <a:gd name="connsiteX0" fmla="*/ 149494 w 152024"/>
                  <a:gd name="connsiteY0" fmla="*/ 32243 h 32242"/>
                  <a:gd name="connsiteX1" fmla="*/ 148478 w 152024"/>
                  <a:gd name="connsiteY1" fmla="*/ 32133 h 32242"/>
                  <a:gd name="connsiteX2" fmla="*/ 137180 w 152024"/>
                  <a:gd name="connsiteY2" fmla="*/ 29580 h 32242"/>
                  <a:gd name="connsiteX3" fmla="*/ 108408 w 152024"/>
                  <a:gd name="connsiteY3" fmla="*/ 21155 h 32242"/>
                  <a:gd name="connsiteX4" fmla="*/ 94508 w 152024"/>
                  <a:gd name="connsiteY4" fmla="*/ 17379 h 32242"/>
                  <a:gd name="connsiteX5" fmla="*/ 80610 w 152024"/>
                  <a:gd name="connsiteY5" fmla="*/ 14388 h 32242"/>
                  <a:gd name="connsiteX6" fmla="*/ 66426 w 152024"/>
                  <a:gd name="connsiteY6" fmla="*/ 10656 h 32242"/>
                  <a:gd name="connsiteX7" fmla="*/ 52446 w 152024"/>
                  <a:gd name="connsiteY7" fmla="*/ 7666 h 32242"/>
                  <a:gd name="connsiteX8" fmla="*/ 38466 w 152024"/>
                  <a:gd name="connsiteY8" fmla="*/ 5374 h 32242"/>
                  <a:gd name="connsiteX9" fmla="*/ 12050 w 152024"/>
                  <a:gd name="connsiteY9" fmla="*/ 3824 h 32242"/>
                  <a:gd name="connsiteX10" fmla="*/ 2133 w 152024"/>
                  <a:gd name="connsiteY10" fmla="*/ 2799 h 32242"/>
                  <a:gd name="connsiteX11" fmla="*/ 61 w 152024"/>
                  <a:gd name="connsiteY11" fmla="*/ 1140 h 32242"/>
                  <a:gd name="connsiteX12" fmla="*/ 3027 w 152024"/>
                  <a:gd name="connsiteY12" fmla="*/ 27 h 32242"/>
                  <a:gd name="connsiteX13" fmla="*/ 12741 w 152024"/>
                  <a:gd name="connsiteY13" fmla="*/ 987 h 32242"/>
                  <a:gd name="connsiteX14" fmla="*/ 39442 w 152024"/>
                  <a:gd name="connsiteY14" fmla="*/ 2580 h 32242"/>
                  <a:gd name="connsiteX15" fmla="*/ 54112 w 152024"/>
                  <a:gd name="connsiteY15" fmla="*/ 4981 h 32242"/>
                  <a:gd name="connsiteX16" fmla="*/ 68377 w 152024"/>
                  <a:gd name="connsiteY16" fmla="*/ 8081 h 32242"/>
                  <a:gd name="connsiteX17" fmla="*/ 82682 w 152024"/>
                  <a:gd name="connsiteY17" fmla="*/ 11813 h 32242"/>
                  <a:gd name="connsiteX18" fmla="*/ 96459 w 152024"/>
                  <a:gd name="connsiteY18" fmla="*/ 14803 h 32242"/>
                  <a:gd name="connsiteX19" fmla="*/ 110764 w 152024"/>
                  <a:gd name="connsiteY19" fmla="*/ 18645 h 32242"/>
                  <a:gd name="connsiteX20" fmla="*/ 139253 w 152024"/>
                  <a:gd name="connsiteY20" fmla="*/ 27026 h 32242"/>
                  <a:gd name="connsiteX21" fmla="*/ 150469 w 152024"/>
                  <a:gd name="connsiteY21" fmla="*/ 29536 h 32242"/>
                  <a:gd name="connsiteX22" fmla="*/ 151852 w 152024"/>
                  <a:gd name="connsiteY22" fmla="*/ 31391 h 32242"/>
                  <a:gd name="connsiteX23" fmla="*/ 149494 w 152024"/>
                  <a:gd name="connsiteY23" fmla="*/ 32243 h 32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2024" h="32242">
                    <a:moveTo>
                      <a:pt x="149494" y="32243"/>
                    </a:moveTo>
                    <a:cubicBezTo>
                      <a:pt x="149170" y="32243"/>
                      <a:pt x="148885" y="32243"/>
                      <a:pt x="148478" y="32133"/>
                    </a:cubicBezTo>
                    <a:lnTo>
                      <a:pt x="137180" y="29580"/>
                    </a:lnTo>
                    <a:lnTo>
                      <a:pt x="108408" y="21155"/>
                    </a:lnTo>
                    <a:lnTo>
                      <a:pt x="94508" y="17379"/>
                    </a:lnTo>
                    <a:lnTo>
                      <a:pt x="80610" y="14388"/>
                    </a:lnTo>
                    <a:lnTo>
                      <a:pt x="66426" y="10656"/>
                    </a:lnTo>
                    <a:lnTo>
                      <a:pt x="52446" y="7666"/>
                    </a:lnTo>
                    <a:lnTo>
                      <a:pt x="38466" y="5374"/>
                    </a:lnTo>
                    <a:lnTo>
                      <a:pt x="12050" y="3824"/>
                    </a:lnTo>
                    <a:lnTo>
                      <a:pt x="2133" y="2799"/>
                    </a:lnTo>
                    <a:cubicBezTo>
                      <a:pt x="752" y="2646"/>
                      <a:pt x="-264" y="1904"/>
                      <a:pt x="61" y="1140"/>
                    </a:cubicBezTo>
                    <a:cubicBezTo>
                      <a:pt x="264" y="398"/>
                      <a:pt x="1565" y="-126"/>
                      <a:pt x="3027" y="27"/>
                    </a:cubicBezTo>
                    <a:lnTo>
                      <a:pt x="12741" y="987"/>
                    </a:lnTo>
                    <a:lnTo>
                      <a:pt x="39442" y="2580"/>
                    </a:lnTo>
                    <a:lnTo>
                      <a:pt x="54112" y="4981"/>
                    </a:lnTo>
                    <a:lnTo>
                      <a:pt x="68377" y="8081"/>
                    </a:lnTo>
                    <a:lnTo>
                      <a:pt x="82682" y="11813"/>
                    </a:lnTo>
                    <a:lnTo>
                      <a:pt x="96459" y="14803"/>
                    </a:lnTo>
                    <a:lnTo>
                      <a:pt x="110764" y="18645"/>
                    </a:lnTo>
                    <a:lnTo>
                      <a:pt x="139253" y="27026"/>
                    </a:lnTo>
                    <a:lnTo>
                      <a:pt x="150469" y="29536"/>
                    </a:lnTo>
                    <a:cubicBezTo>
                      <a:pt x="151770" y="29863"/>
                      <a:pt x="152339" y="30649"/>
                      <a:pt x="151852" y="31391"/>
                    </a:cubicBezTo>
                    <a:cubicBezTo>
                      <a:pt x="151445" y="31915"/>
                      <a:pt x="150469" y="32243"/>
                      <a:pt x="149494" y="3224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7" name="Freeform: Shape 806">
                <a:extLst>
                  <a:ext uri="{FF2B5EF4-FFF2-40B4-BE49-F238E27FC236}">
                    <a16:creationId xmlns:a16="http://schemas.microsoft.com/office/drawing/2014/main" id="{91481A95-48F4-4E2C-8BEF-60FD3E2663DE}"/>
                  </a:ext>
                </a:extLst>
              </p:cNvPr>
              <p:cNvSpPr/>
              <p:nvPr/>
            </p:nvSpPr>
            <p:spPr>
              <a:xfrm>
                <a:off x="11450594" y="5806628"/>
                <a:ext cx="741405" cy="31653"/>
              </a:xfrm>
              <a:custGeom>
                <a:avLst/>
                <a:gdLst>
                  <a:gd name="connsiteX0" fmla="*/ 741405 w 741405"/>
                  <a:gd name="connsiteY0" fmla="*/ 28860 h 31653"/>
                  <a:gd name="connsiteX1" fmla="*/ 648340 w 741405"/>
                  <a:gd name="connsiteY1" fmla="*/ 26786 h 31653"/>
                  <a:gd name="connsiteX2" fmla="*/ 575025 w 741405"/>
                  <a:gd name="connsiteY2" fmla="*/ 24560 h 31653"/>
                  <a:gd name="connsiteX3" fmla="*/ 428396 w 741405"/>
                  <a:gd name="connsiteY3" fmla="*/ 19606 h 31653"/>
                  <a:gd name="connsiteX4" fmla="*/ 417179 w 741405"/>
                  <a:gd name="connsiteY4" fmla="*/ 19344 h 31653"/>
                  <a:gd name="connsiteX5" fmla="*/ 392876 w 741405"/>
                  <a:gd name="connsiteY5" fmla="*/ 16899 h 31653"/>
                  <a:gd name="connsiteX6" fmla="*/ 329966 w 741405"/>
                  <a:gd name="connsiteY6" fmla="*/ 15131 h 31653"/>
                  <a:gd name="connsiteX7" fmla="*/ 304362 w 741405"/>
                  <a:gd name="connsiteY7" fmla="*/ 12839 h 31653"/>
                  <a:gd name="connsiteX8" fmla="*/ 245231 w 741405"/>
                  <a:gd name="connsiteY8" fmla="*/ 11835 h 31653"/>
                  <a:gd name="connsiteX9" fmla="*/ 183621 w 741405"/>
                  <a:gd name="connsiteY9" fmla="*/ 7885 h 31653"/>
                  <a:gd name="connsiteX10" fmla="*/ 159196 w 741405"/>
                  <a:gd name="connsiteY10" fmla="*/ 5593 h 31653"/>
                  <a:gd name="connsiteX11" fmla="*/ 158303 w 741405"/>
                  <a:gd name="connsiteY11" fmla="*/ 5593 h 31653"/>
                  <a:gd name="connsiteX12" fmla="*/ 134975 w 741405"/>
                  <a:gd name="connsiteY12" fmla="*/ 8037 h 31653"/>
                  <a:gd name="connsiteX13" fmla="*/ 98440 w 741405"/>
                  <a:gd name="connsiteY13" fmla="*/ 8518 h 31653"/>
                  <a:gd name="connsiteX14" fmla="*/ 63205 w 741405"/>
                  <a:gd name="connsiteY14" fmla="*/ 5004 h 31653"/>
                  <a:gd name="connsiteX15" fmla="*/ 57230 w 741405"/>
                  <a:gd name="connsiteY15" fmla="*/ 2821 h 31653"/>
                  <a:gd name="connsiteX16" fmla="*/ 56053 w 741405"/>
                  <a:gd name="connsiteY16" fmla="*/ 2603 h 31653"/>
                  <a:gd name="connsiteX17" fmla="*/ 2773 w 741405"/>
                  <a:gd name="connsiteY17" fmla="*/ 5 h 31653"/>
                  <a:gd name="connsiteX18" fmla="*/ 10 w 741405"/>
                  <a:gd name="connsiteY18" fmla="*/ 1271 h 31653"/>
                  <a:gd name="connsiteX19" fmla="*/ 2407 w 741405"/>
                  <a:gd name="connsiteY19" fmla="*/ 2777 h 31653"/>
                  <a:gd name="connsiteX20" fmla="*/ 54996 w 741405"/>
                  <a:gd name="connsiteY20" fmla="*/ 5375 h 31653"/>
                  <a:gd name="connsiteX21" fmla="*/ 60848 w 741405"/>
                  <a:gd name="connsiteY21" fmla="*/ 7514 h 31653"/>
                  <a:gd name="connsiteX22" fmla="*/ 61823 w 741405"/>
                  <a:gd name="connsiteY22" fmla="*/ 7732 h 31653"/>
                  <a:gd name="connsiteX23" fmla="*/ 98033 w 741405"/>
                  <a:gd name="connsiteY23" fmla="*/ 11290 h 31653"/>
                  <a:gd name="connsiteX24" fmla="*/ 135422 w 741405"/>
                  <a:gd name="connsiteY24" fmla="*/ 10809 h 31653"/>
                  <a:gd name="connsiteX25" fmla="*/ 158749 w 741405"/>
                  <a:gd name="connsiteY25" fmla="*/ 8409 h 31653"/>
                  <a:gd name="connsiteX26" fmla="*/ 182849 w 741405"/>
                  <a:gd name="connsiteY26" fmla="*/ 10657 h 31653"/>
                  <a:gd name="connsiteX27" fmla="*/ 244785 w 741405"/>
                  <a:gd name="connsiteY27" fmla="*/ 14651 h 31653"/>
                  <a:gd name="connsiteX28" fmla="*/ 303835 w 741405"/>
                  <a:gd name="connsiteY28" fmla="*/ 15677 h 31653"/>
                  <a:gd name="connsiteX29" fmla="*/ 329316 w 741405"/>
                  <a:gd name="connsiteY29" fmla="*/ 17925 h 31653"/>
                  <a:gd name="connsiteX30" fmla="*/ 390844 w 741405"/>
                  <a:gd name="connsiteY30" fmla="*/ 19627 h 31653"/>
                  <a:gd name="connsiteX31" fmla="*/ 391129 w 741405"/>
                  <a:gd name="connsiteY31" fmla="*/ 19627 h 31653"/>
                  <a:gd name="connsiteX32" fmla="*/ 416529 w 741405"/>
                  <a:gd name="connsiteY32" fmla="*/ 22181 h 31653"/>
                  <a:gd name="connsiteX33" fmla="*/ 499679 w 741405"/>
                  <a:gd name="connsiteY33" fmla="*/ 24888 h 31653"/>
                  <a:gd name="connsiteX34" fmla="*/ 648015 w 741405"/>
                  <a:gd name="connsiteY34" fmla="*/ 29624 h 31653"/>
                  <a:gd name="connsiteX35" fmla="*/ 741365 w 741405"/>
                  <a:gd name="connsiteY35" fmla="*/ 31654 h 31653"/>
                  <a:gd name="connsiteX36" fmla="*/ 741365 w 741405"/>
                  <a:gd name="connsiteY36" fmla="*/ 28882 h 31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741405" h="31653">
                    <a:moveTo>
                      <a:pt x="741405" y="28860"/>
                    </a:moveTo>
                    <a:lnTo>
                      <a:pt x="648340" y="26786"/>
                    </a:lnTo>
                    <a:lnTo>
                      <a:pt x="575025" y="24560"/>
                    </a:lnTo>
                    <a:lnTo>
                      <a:pt x="428396" y="19606"/>
                    </a:lnTo>
                    <a:lnTo>
                      <a:pt x="417179" y="19344"/>
                    </a:lnTo>
                    <a:lnTo>
                      <a:pt x="392876" y="16899"/>
                    </a:lnTo>
                    <a:lnTo>
                      <a:pt x="329966" y="15131"/>
                    </a:lnTo>
                    <a:lnTo>
                      <a:pt x="304362" y="12839"/>
                    </a:lnTo>
                    <a:lnTo>
                      <a:pt x="245231" y="11835"/>
                    </a:lnTo>
                    <a:lnTo>
                      <a:pt x="183621" y="7885"/>
                    </a:lnTo>
                    <a:lnTo>
                      <a:pt x="159196" y="5593"/>
                    </a:lnTo>
                    <a:cubicBezTo>
                      <a:pt x="158912" y="5527"/>
                      <a:pt x="158587" y="5527"/>
                      <a:pt x="158303" y="5593"/>
                    </a:cubicBezTo>
                    <a:lnTo>
                      <a:pt x="134975" y="8037"/>
                    </a:lnTo>
                    <a:lnTo>
                      <a:pt x="98440" y="8518"/>
                    </a:lnTo>
                    <a:lnTo>
                      <a:pt x="63205" y="5004"/>
                    </a:lnTo>
                    <a:lnTo>
                      <a:pt x="57230" y="2821"/>
                    </a:lnTo>
                    <a:cubicBezTo>
                      <a:pt x="56825" y="2668"/>
                      <a:pt x="56458" y="2603"/>
                      <a:pt x="56053" y="2603"/>
                    </a:cubicBezTo>
                    <a:lnTo>
                      <a:pt x="2773" y="5"/>
                    </a:lnTo>
                    <a:cubicBezTo>
                      <a:pt x="1472" y="-60"/>
                      <a:pt x="91" y="486"/>
                      <a:pt x="10" y="1271"/>
                    </a:cubicBezTo>
                    <a:cubicBezTo>
                      <a:pt x="-112" y="2013"/>
                      <a:pt x="904" y="2712"/>
                      <a:pt x="2407" y="2777"/>
                    </a:cubicBezTo>
                    <a:lnTo>
                      <a:pt x="54996" y="5375"/>
                    </a:lnTo>
                    <a:lnTo>
                      <a:pt x="60848" y="7514"/>
                    </a:lnTo>
                    <a:cubicBezTo>
                      <a:pt x="61133" y="7623"/>
                      <a:pt x="61457" y="7732"/>
                      <a:pt x="61823" y="7732"/>
                    </a:cubicBezTo>
                    <a:lnTo>
                      <a:pt x="98033" y="11290"/>
                    </a:lnTo>
                    <a:lnTo>
                      <a:pt x="135422" y="10809"/>
                    </a:lnTo>
                    <a:lnTo>
                      <a:pt x="158749" y="8409"/>
                    </a:lnTo>
                    <a:lnTo>
                      <a:pt x="182849" y="10657"/>
                    </a:lnTo>
                    <a:lnTo>
                      <a:pt x="244785" y="14651"/>
                    </a:lnTo>
                    <a:lnTo>
                      <a:pt x="303835" y="15677"/>
                    </a:lnTo>
                    <a:lnTo>
                      <a:pt x="329316" y="17925"/>
                    </a:lnTo>
                    <a:lnTo>
                      <a:pt x="390844" y="19627"/>
                    </a:lnTo>
                    <a:lnTo>
                      <a:pt x="391129" y="19627"/>
                    </a:lnTo>
                    <a:lnTo>
                      <a:pt x="416529" y="22181"/>
                    </a:lnTo>
                    <a:lnTo>
                      <a:pt x="499679" y="24888"/>
                    </a:lnTo>
                    <a:lnTo>
                      <a:pt x="648015" y="29624"/>
                    </a:lnTo>
                    <a:lnTo>
                      <a:pt x="741365" y="31654"/>
                    </a:lnTo>
                    <a:lnTo>
                      <a:pt x="741365" y="2888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8" name="Freeform: Shape 807">
                <a:extLst>
                  <a:ext uri="{FF2B5EF4-FFF2-40B4-BE49-F238E27FC236}">
                    <a16:creationId xmlns:a16="http://schemas.microsoft.com/office/drawing/2014/main" id="{1D0D1487-91FC-407B-9BBF-017E3A8CF114}"/>
                  </a:ext>
                </a:extLst>
              </p:cNvPr>
              <p:cNvSpPr/>
              <p:nvPr/>
            </p:nvSpPr>
            <p:spPr>
              <a:xfrm>
                <a:off x="9410760" y="5699397"/>
                <a:ext cx="1050979" cy="30799"/>
              </a:xfrm>
              <a:custGeom>
                <a:avLst/>
                <a:gdLst>
                  <a:gd name="connsiteX0" fmla="*/ 1048269 w 1050979"/>
                  <a:gd name="connsiteY0" fmla="*/ 30800 h 30799"/>
                  <a:gd name="connsiteX1" fmla="*/ 1047862 w 1050979"/>
                  <a:gd name="connsiteY1" fmla="*/ 30756 h 30799"/>
                  <a:gd name="connsiteX2" fmla="*/ 1032988 w 1050979"/>
                  <a:gd name="connsiteY2" fmla="*/ 29490 h 30799"/>
                  <a:gd name="connsiteX3" fmla="*/ 969589 w 1050979"/>
                  <a:gd name="connsiteY3" fmla="*/ 29425 h 30799"/>
                  <a:gd name="connsiteX4" fmla="*/ 904606 w 1050979"/>
                  <a:gd name="connsiteY4" fmla="*/ 28049 h 30799"/>
                  <a:gd name="connsiteX5" fmla="*/ 903997 w 1050979"/>
                  <a:gd name="connsiteY5" fmla="*/ 27984 h 30799"/>
                  <a:gd name="connsiteX6" fmla="*/ 887619 w 1050979"/>
                  <a:gd name="connsiteY6" fmla="*/ 25321 h 30799"/>
                  <a:gd name="connsiteX7" fmla="*/ 823611 w 1050979"/>
                  <a:gd name="connsiteY7" fmla="*/ 24252 h 30799"/>
                  <a:gd name="connsiteX8" fmla="*/ 759603 w 1050979"/>
                  <a:gd name="connsiteY8" fmla="*/ 24033 h 30799"/>
                  <a:gd name="connsiteX9" fmla="*/ 695636 w 1050979"/>
                  <a:gd name="connsiteY9" fmla="*/ 23510 h 30799"/>
                  <a:gd name="connsiteX10" fmla="*/ 631750 w 1050979"/>
                  <a:gd name="connsiteY10" fmla="*/ 22593 h 30799"/>
                  <a:gd name="connsiteX11" fmla="*/ 567864 w 1050979"/>
                  <a:gd name="connsiteY11" fmla="*/ 21327 h 30799"/>
                  <a:gd name="connsiteX12" fmla="*/ 503895 w 1050979"/>
                  <a:gd name="connsiteY12" fmla="*/ 20628 h 30799"/>
                  <a:gd name="connsiteX13" fmla="*/ 440091 w 1050979"/>
                  <a:gd name="connsiteY13" fmla="*/ 20410 h 30799"/>
                  <a:gd name="connsiteX14" fmla="*/ 376815 w 1050979"/>
                  <a:gd name="connsiteY14" fmla="*/ 20410 h 30799"/>
                  <a:gd name="connsiteX15" fmla="*/ 314514 w 1050979"/>
                  <a:gd name="connsiteY15" fmla="*/ 19297 h 30799"/>
                  <a:gd name="connsiteX16" fmla="*/ 288707 w 1050979"/>
                  <a:gd name="connsiteY16" fmla="*/ 17747 h 30799"/>
                  <a:gd name="connsiteX17" fmla="*/ 264080 w 1050979"/>
                  <a:gd name="connsiteY17" fmla="*/ 18118 h 30799"/>
                  <a:gd name="connsiteX18" fmla="*/ 252660 w 1050979"/>
                  <a:gd name="connsiteY18" fmla="*/ 17093 h 30799"/>
                  <a:gd name="connsiteX19" fmla="*/ 240955 w 1050979"/>
                  <a:gd name="connsiteY19" fmla="*/ 14648 h 30799"/>
                  <a:gd name="connsiteX20" fmla="*/ 225390 w 1050979"/>
                  <a:gd name="connsiteY20" fmla="*/ 14386 h 30799"/>
                  <a:gd name="connsiteX21" fmla="*/ 222424 w 1050979"/>
                  <a:gd name="connsiteY21" fmla="*/ 16045 h 30799"/>
                  <a:gd name="connsiteX22" fmla="*/ 220148 w 1050979"/>
                  <a:gd name="connsiteY22" fmla="*/ 16416 h 30799"/>
                  <a:gd name="connsiteX23" fmla="*/ 198934 w 1050979"/>
                  <a:gd name="connsiteY23" fmla="*/ 14124 h 30799"/>
                  <a:gd name="connsiteX24" fmla="*/ 184262 w 1050979"/>
                  <a:gd name="connsiteY24" fmla="*/ 13382 h 30799"/>
                  <a:gd name="connsiteX25" fmla="*/ 177191 w 1050979"/>
                  <a:gd name="connsiteY25" fmla="*/ 14648 h 30799"/>
                  <a:gd name="connsiteX26" fmla="*/ 175727 w 1050979"/>
                  <a:gd name="connsiteY26" fmla="*/ 14713 h 30799"/>
                  <a:gd name="connsiteX27" fmla="*/ 163048 w 1050979"/>
                  <a:gd name="connsiteY27" fmla="*/ 12793 h 30799"/>
                  <a:gd name="connsiteX28" fmla="*/ 148783 w 1050979"/>
                  <a:gd name="connsiteY28" fmla="*/ 10937 h 30799"/>
                  <a:gd name="connsiteX29" fmla="*/ 116312 w 1050979"/>
                  <a:gd name="connsiteY29" fmla="*/ 8820 h 30799"/>
                  <a:gd name="connsiteX30" fmla="*/ 109363 w 1050979"/>
                  <a:gd name="connsiteY30" fmla="*/ 8864 h 30799"/>
                  <a:gd name="connsiteX31" fmla="*/ 102495 w 1050979"/>
                  <a:gd name="connsiteY31" fmla="*/ 8864 h 30799"/>
                  <a:gd name="connsiteX32" fmla="*/ 64578 w 1050979"/>
                  <a:gd name="connsiteY32" fmla="*/ 6681 h 30799"/>
                  <a:gd name="connsiteX33" fmla="*/ 63887 w 1050979"/>
                  <a:gd name="connsiteY33" fmla="*/ 6572 h 30799"/>
                  <a:gd name="connsiteX34" fmla="*/ 61001 w 1050979"/>
                  <a:gd name="connsiteY34" fmla="*/ 5917 h 30799"/>
                  <a:gd name="connsiteX35" fmla="*/ 29140 w 1050979"/>
                  <a:gd name="connsiteY35" fmla="*/ 3582 h 30799"/>
                  <a:gd name="connsiteX36" fmla="*/ 2357 w 1050979"/>
                  <a:gd name="connsiteY36" fmla="*/ 2774 h 30799"/>
                  <a:gd name="connsiteX37" fmla="*/ 0 w 1050979"/>
                  <a:gd name="connsiteY37" fmla="*/ 1334 h 30799"/>
                  <a:gd name="connsiteX38" fmla="*/ 2683 w 1050979"/>
                  <a:gd name="connsiteY38" fmla="*/ 2 h 30799"/>
                  <a:gd name="connsiteX39" fmla="*/ 32066 w 1050979"/>
                  <a:gd name="connsiteY39" fmla="*/ 919 h 30799"/>
                  <a:gd name="connsiteX40" fmla="*/ 62057 w 1050979"/>
                  <a:gd name="connsiteY40" fmla="*/ 3167 h 30799"/>
                  <a:gd name="connsiteX41" fmla="*/ 62668 w 1050979"/>
                  <a:gd name="connsiteY41" fmla="*/ 3276 h 30799"/>
                  <a:gd name="connsiteX42" fmla="*/ 65553 w 1050979"/>
                  <a:gd name="connsiteY42" fmla="*/ 3909 h 30799"/>
                  <a:gd name="connsiteX43" fmla="*/ 102860 w 1050979"/>
                  <a:gd name="connsiteY43" fmla="*/ 6092 h 30799"/>
                  <a:gd name="connsiteX44" fmla="*/ 109322 w 1050979"/>
                  <a:gd name="connsiteY44" fmla="*/ 6092 h 30799"/>
                  <a:gd name="connsiteX45" fmla="*/ 116678 w 1050979"/>
                  <a:gd name="connsiteY45" fmla="*/ 5983 h 30799"/>
                  <a:gd name="connsiteX46" fmla="*/ 149718 w 1050979"/>
                  <a:gd name="connsiteY46" fmla="*/ 8165 h 30799"/>
                  <a:gd name="connsiteX47" fmla="*/ 164308 w 1050979"/>
                  <a:gd name="connsiteY47" fmla="*/ 10021 h 30799"/>
                  <a:gd name="connsiteX48" fmla="*/ 176419 w 1050979"/>
                  <a:gd name="connsiteY48" fmla="*/ 11876 h 30799"/>
                  <a:gd name="connsiteX49" fmla="*/ 183246 w 1050979"/>
                  <a:gd name="connsiteY49" fmla="*/ 10654 h 30799"/>
                  <a:gd name="connsiteX50" fmla="*/ 184221 w 1050979"/>
                  <a:gd name="connsiteY50" fmla="*/ 10545 h 30799"/>
                  <a:gd name="connsiteX51" fmla="*/ 199706 w 1050979"/>
                  <a:gd name="connsiteY51" fmla="*/ 11287 h 30799"/>
                  <a:gd name="connsiteX52" fmla="*/ 219944 w 1050979"/>
                  <a:gd name="connsiteY52" fmla="*/ 13513 h 30799"/>
                  <a:gd name="connsiteX53" fmla="*/ 222707 w 1050979"/>
                  <a:gd name="connsiteY53" fmla="*/ 11963 h 30799"/>
                  <a:gd name="connsiteX54" fmla="*/ 224617 w 1050979"/>
                  <a:gd name="connsiteY54" fmla="*/ 11527 h 30799"/>
                  <a:gd name="connsiteX55" fmla="*/ 241687 w 1050979"/>
                  <a:gd name="connsiteY55" fmla="*/ 11854 h 30799"/>
                  <a:gd name="connsiteX56" fmla="*/ 242581 w 1050979"/>
                  <a:gd name="connsiteY56" fmla="*/ 11920 h 30799"/>
                  <a:gd name="connsiteX57" fmla="*/ 254203 w 1050979"/>
                  <a:gd name="connsiteY57" fmla="*/ 14364 h 30799"/>
                  <a:gd name="connsiteX58" fmla="*/ 264526 w 1050979"/>
                  <a:gd name="connsiteY58" fmla="*/ 15325 h 30799"/>
                  <a:gd name="connsiteX59" fmla="*/ 289154 w 1050979"/>
                  <a:gd name="connsiteY59" fmla="*/ 14910 h 30799"/>
                  <a:gd name="connsiteX60" fmla="*/ 314960 w 1050979"/>
                  <a:gd name="connsiteY60" fmla="*/ 16460 h 30799"/>
                  <a:gd name="connsiteX61" fmla="*/ 377099 w 1050979"/>
                  <a:gd name="connsiteY61" fmla="*/ 17573 h 30799"/>
                  <a:gd name="connsiteX62" fmla="*/ 440294 w 1050979"/>
                  <a:gd name="connsiteY62" fmla="*/ 17573 h 30799"/>
                  <a:gd name="connsiteX63" fmla="*/ 504180 w 1050979"/>
                  <a:gd name="connsiteY63" fmla="*/ 17835 h 30799"/>
                  <a:gd name="connsiteX64" fmla="*/ 568188 w 1050979"/>
                  <a:gd name="connsiteY64" fmla="*/ 18468 h 30799"/>
                  <a:gd name="connsiteX65" fmla="*/ 632074 w 1050979"/>
                  <a:gd name="connsiteY65" fmla="*/ 19755 h 30799"/>
                  <a:gd name="connsiteX66" fmla="*/ 695960 w 1050979"/>
                  <a:gd name="connsiteY66" fmla="*/ 20650 h 30799"/>
                  <a:gd name="connsiteX67" fmla="*/ 759968 w 1050979"/>
                  <a:gd name="connsiteY67" fmla="*/ 21196 h 30799"/>
                  <a:gd name="connsiteX68" fmla="*/ 823976 w 1050979"/>
                  <a:gd name="connsiteY68" fmla="*/ 21414 h 30799"/>
                  <a:gd name="connsiteX69" fmla="*/ 888350 w 1050979"/>
                  <a:gd name="connsiteY69" fmla="*/ 22484 h 30799"/>
                  <a:gd name="connsiteX70" fmla="*/ 888959 w 1050979"/>
                  <a:gd name="connsiteY70" fmla="*/ 22527 h 30799"/>
                  <a:gd name="connsiteX71" fmla="*/ 905337 w 1050979"/>
                  <a:gd name="connsiteY71" fmla="*/ 25256 h 30799"/>
                  <a:gd name="connsiteX72" fmla="*/ 969915 w 1050979"/>
                  <a:gd name="connsiteY72" fmla="*/ 26587 h 30799"/>
                  <a:gd name="connsiteX73" fmla="*/ 1033597 w 1050979"/>
                  <a:gd name="connsiteY73" fmla="*/ 26696 h 30799"/>
                  <a:gd name="connsiteX74" fmla="*/ 1048878 w 1050979"/>
                  <a:gd name="connsiteY74" fmla="*/ 27962 h 30799"/>
                  <a:gd name="connsiteX75" fmla="*/ 1050951 w 1050979"/>
                  <a:gd name="connsiteY75" fmla="*/ 29555 h 30799"/>
                  <a:gd name="connsiteX76" fmla="*/ 1048471 w 1050979"/>
                  <a:gd name="connsiteY76" fmla="*/ 30778 h 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050979" h="30799">
                    <a:moveTo>
                      <a:pt x="1048269" y="30800"/>
                    </a:moveTo>
                    <a:cubicBezTo>
                      <a:pt x="1048269" y="30800"/>
                      <a:pt x="1047944" y="30800"/>
                      <a:pt x="1047862" y="30756"/>
                    </a:cubicBezTo>
                    <a:lnTo>
                      <a:pt x="1032988" y="29490"/>
                    </a:lnTo>
                    <a:lnTo>
                      <a:pt x="969589" y="29425"/>
                    </a:lnTo>
                    <a:lnTo>
                      <a:pt x="904606" y="28049"/>
                    </a:lnTo>
                    <a:cubicBezTo>
                      <a:pt x="904606" y="28049"/>
                      <a:pt x="904199" y="28049"/>
                      <a:pt x="903997" y="27984"/>
                    </a:cubicBezTo>
                    <a:lnTo>
                      <a:pt x="887619" y="25321"/>
                    </a:lnTo>
                    <a:lnTo>
                      <a:pt x="823611" y="24252"/>
                    </a:lnTo>
                    <a:lnTo>
                      <a:pt x="759603" y="24033"/>
                    </a:lnTo>
                    <a:lnTo>
                      <a:pt x="695636" y="23510"/>
                    </a:lnTo>
                    <a:lnTo>
                      <a:pt x="631750" y="22593"/>
                    </a:lnTo>
                    <a:lnTo>
                      <a:pt x="567864" y="21327"/>
                    </a:lnTo>
                    <a:lnTo>
                      <a:pt x="503895" y="20628"/>
                    </a:lnTo>
                    <a:lnTo>
                      <a:pt x="440091" y="20410"/>
                    </a:lnTo>
                    <a:lnTo>
                      <a:pt x="376815" y="20410"/>
                    </a:lnTo>
                    <a:lnTo>
                      <a:pt x="314514" y="19297"/>
                    </a:lnTo>
                    <a:lnTo>
                      <a:pt x="288707" y="17747"/>
                    </a:lnTo>
                    <a:lnTo>
                      <a:pt x="264080" y="18118"/>
                    </a:lnTo>
                    <a:lnTo>
                      <a:pt x="252660" y="17093"/>
                    </a:lnTo>
                    <a:lnTo>
                      <a:pt x="240955" y="14648"/>
                    </a:lnTo>
                    <a:lnTo>
                      <a:pt x="225390" y="14386"/>
                    </a:lnTo>
                    <a:lnTo>
                      <a:pt x="222424" y="16045"/>
                    </a:lnTo>
                    <a:cubicBezTo>
                      <a:pt x="221813" y="16416"/>
                      <a:pt x="220919" y="16525"/>
                      <a:pt x="220148" y="16416"/>
                    </a:cubicBezTo>
                    <a:lnTo>
                      <a:pt x="198934" y="14124"/>
                    </a:lnTo>
                    <a:lnTo>
                      <a:pt x="184262" y="13382"/>
                    </a:lnTo>
                    <a:lnTo>
                      <a:pt x="177191" y="14648"/>
                    </a:lnTo>
                    <a:cubicBezTo>
                      <a:pt x="176704" y="14757"/>
                      <a:pt x="176215" y="14757"/>
                      <a:pt x="175727" y="14713"/>
                    </a:cubicBezTo>
                    <a:lnTo>
                      <a:pt x="163048" y="12793"/>
                    </a:lnTo>
                    <a:lnTo>
                      <a:pt x="148783" y="10937"/>
                    </a:lnTo>
                    <a:lnTo>
                      <a:pt x="116312" y="8820"/>
                    </a:lnTo>
                    <a:lnTo>
                      <a:pt x="109363" y="8864"/>
                    </a:lnTo>
                    <a:lnTo>
                      <a:pt x="102495" y="8864"/>
                    </a:lnTo>
                    <a:lnTo>
                      <a:pt x="64578" y="6681"/>
                    </a:lnTo>
                    <a:cubicBezTo>
                      <a:pt x="64293" y="6681"/>
                      <a:pt x="64089" y="6616"/>
                      <a:pt x="63887" y="6572"/>
                    </a:cubicBezTo>
                    <a:lnTo>
                      <a:pt x="61001" y="5917"/>
                    </a:lnTo>
                    <a:lnTo>
                      <a:pt x="29140" y="3582"/>
                    </a:lnTo>
                    <a:lnTo>
                      <a:pt x="2357" y="2774"/>
                    </a:lnTo>
                    <a:cubicBezTo>
                      <a:pt x="975" y="2774"/>
                      <a:pt x="0" y="2076"/>
                      <a:pt x="0" y="1334"/>
                    </a:cubicBezTo>
                    <a:cubicBezTo>
                      <a:pt x="122" y="526"/>
                      <a:pt x="1097" y="-41"/>
                      <a:pt x="2683" y="2"/>
                    </a:cubicBezTo>
                    <a:lnTo>
                      <a:pt x="32066" y="919"/>
                    </a:lnTo>
                    <a:lnTo>
                      <a:pt x="62057" y="3167"/>
                    </a:lnTo>
                    <a:cubicBezTo>
                      <a:pt x="62057" y="3167"/>
                      <a:pt x="62464" y="3211"/>
                      <a:pt x="62668" y="3276"/>
                    </a:cubicBezTo>
                    <a:lnTo>
                      <a:pt x="65553" y="3909"/>
                    </a:lnTo>
                    <a:lnTo>
                      <a:pt x="102860" y="6092"/>
                    </a:lnTo>
                    <a:lnTo>
                      <a:pt x="109322" y="6092"/>
                    </a:lnTo>
                    <a:lnTo>
                      <a:pt x="116678" y="5983"/>
                    </a:lnTo>
                    <a:lnTo>
                      <a:pt x="149718" y="8165"/>
                    </a:lnTo>
                    <a:lnTo>
                      <a:pt x="164308" y="10021"/>
                    </a:lnTo>
                    <a:lnTo>
                      <a:pt x="176419" y="11876"/>
                    </a:lnTo>
                    <a:lnTo>
                      <a:pt x="183246" y="10654"/>
                    </a:lnTo>
                    <a:cubicBezTo>
                      <a:pt x="183572" y="10610"/>
                      <a:pt x="183937" y="10545"/>
                      <a:pt x="184221" y="10545"/>
                    </a:cubicBezTo>
                    <a:lnTo>
                      <a:pt x="199706" y="11287"/>
                    </a:lnTo>
                    <a:lnTo>
                      <a:pt x="219944" y="13513"/>
                    </a:lnTo>
                    <a:lnTo>
                      <a:pt x="222707" y="11963"/>
                    </a:lnTo>
                    <a:cubicBezTo>
                      <a:pt x="223196" y="11701"/>
                      <a:pt x="223805" y="11527"/>
                      <a:pt x="224617" y="11527"/>
                    </a:cubicBezTo>
                    <a:lnTo>
                      <a:pt x="241687" y="11854"/>
                    </a:lnTo>
                    <a:cubicBezTo>
                      <a:pt x="242011" y="11854"/>
                      <a:pt x="242296" y="11854"/>
                      <a:pt x="242581" y="11920"/>
                    </a:cubicBezTo>
                    <a:lnTo>
                      <a:pt x="254203" y="14364"/>
                    </a:lnTo>
                    <a:lnTo>
                      <a:pt x="264526" y="15325"/>
                    </a:lnTo>
                    <a:lnTo>
                      <a:pt x="289154" y="14910"/>
                    </a:lnTo>
                    <a:lnTo>
                      <a:pt x="314960" y="16460"/>
                    </a:lnTo>
                    <a:lnTo>
                      <a:pt x="377099" y="17573"/>
                    </a:lnTo>
                    <a:lnTo>
                      <a:pt x="440294" y="17573"/>
                    </a:lnTo>
                    <a:lnTo>
                      <a:pt x="504180" y="17835"/>
                    </a:lnTo>
                    <a:lnTo>
                      <a:pt x="568188" y="18468"/>
                    </a:lnTo>
                    <a:lnTo>
                      <a:pt x="632074" y="19755"/>
                    </a:lnTo>
                    <a:lnTo>
                      <a:pt x="695960" y="20650"/>
                    </a:lnTo>
                    <a:lnTo>
                      <a:pt x="759968" y="21196"/>
                    </a:lnTo>
                    <a:lnTo>
                      <a:pt x="823976" y="21414"/>
                    </a:lnTo>
                    <a:lnTo>
                      <a:pt x="888350" y="22484"/>
                    </a:lnTo>
                    <a:cubicBezTo>
                      <a:pt x="888350" y="22484"/>
                      <a:pt x="888757" y="22527"/>
                      <a:pt x="888959" y="22527"/>
                    </a:cubicBezTo>
                    <a:lnTo>
                      <a:pt x="905337" y="25256"/>
                    </a:lnTo>
                    <a:lnTo>
                      <a:pt x="969915" y="26587"/>
                    </a:lnTo>
                    <a:lnTo>
                      <a:pt x="1033597" y="26696"/>
                    </a:lnTo>
                    <a:lnTo>
                      <a:pt x="1048878" y="27962"/>
                    </a:lnTo>
                    <a:cubicBezTo>
                      <a:pt x="1050260" y="28071"/>
                      <a:pt x="1051154" y="28813"/>
                      <a:pt x="1050951" y="29555"/>
                    </a:cubicBezTo>
                    <a:cubicBezTo>
                      <a:pt x="1050747" y="30254"/>
                      <a:pt x="1049650" y="30778"/>
                      <a:pt x="1048471" y="3077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09" name="Freeform: Shape 808">
                <a:extLst>
                  <a:ext uri="{FF2B5EF4-FFF2-40B4-BE49-F238E27FC236}">
                    <a16:creationId xmlns:a16="http://schemas.microsoft.com/office/drawing/2014/main" id="{44CED79D-87A9-4BE0-97B1-4C5E82EEC933}"/>
                  </a:ext>
                </a:extLst>
              </p:cNvPr>
              <p:cNvSpPr/>
              <p:nvPr/>
            </p:nvSpPr>
            <p:spPr>
              <a:xfrm>
                <a:off x="9607123" y="5709068"/>
                <a:ext cx="284831" cy="32521"/>
              </a:xfrm>
              <a:custGeom>
                <a:avLst/>
                <a:gdLst>
                  <a:gd name="connsiteX0" fmla="*/ 282295 w 284831"/>
                  <a:gd name="connsiteY0" fmla="*/ 32522 h 32521"/>
                  <a:gd name="connsiteX1" fmla="*/ 281198 w 284831"/>
                  <a:gd name="connsiteY1" fmla="*/ 32412 h 32521"/>
                  <a:gd name="connsiteX2" fmla="*/ 266121 w 284831"/>
                  <a:gd name="connsiteY2" fmla="*/ 28636 h 32521"/>
                  <a:gd name="connsiteX3" fmla="*/ 251328 w 284831"/>
                  <a:gd name="connsiteY3" fmla="*/ 24162 h 32521"/>
                  <a:gd name="connsiteX4" fmla="*/ 237063 w 284831"/>
                  <a:gd name="connsiteY4" fmla="*/ 20648 h 32521"/>
                  <a:gd name="connsiteX5" fmla="*/ 208290 w 284831"/>
                  <a:gd name="connsiteY5" fmla="*/ 14951 h 32521"/>
                  <a:gd name="connsiteX6" fmla="*/ 194107 w 284831"/>
                  <a:gd name="connsiteY6" fmla="*/ 12594 h 32521"/>
                  <a:gd name="connsiteX7" fmla="*/ 179801 w 284831"/>
                  <a:gd name="connsiteY7" fmla="*/ 10673 h 32521"/>
                  <a:gd name="connsiteX8" fmla="*/ 151435 w 284831"/>
                  <a:gd name="connsiteY8" fmla="*/ 8010 h 32521"/>
                  <a:gd name="connsiteX9" fmla="*/ 137333 w 284831"/>
                  <a:gd name="connsiteY9" fmla="*/ 6351 h 32521"/>
                  <a:gd name="connsiteX10" fmla="*/ 125019 w 284831"/>
                  <a:gd name="connsiteY10" fmla="*/ 3514 h 32521"/>
                  <a:gd name="connsiteX11" fmla="*/ 110226 w 284831"/>
                  <a:gd name="connsiteY11" fmla="*/ 2816 h 32521"/>
                  <a:gd name="connsiteX12" fmla="*/ 45243 w 284831"/>
                  <a:gd name="connsiteY12" fmla="*/ 4955 h 32521"/>
                  <a:gd name="connsiteX13" fmla="*/ 24719 w 284831"/>
                  <a:gd name="connsiteY13" fmla="*/ 4584 h 32521"/>
                  <a:gd name="connsiteX14" fmla="*/ 13990 w 284831"/>
                  <a:gd name="connsiteY14" fmla="*/ 4955 h 32521"/>
                  <a:gd name="connsiteX15" fmla="*/ 2286 w 284831"/>
                  <a:gd name="connsiteY15" fmla="*/ 4431 h 32521"/>
                  <a:gd name="connsiteX16" fmla="*/ 10 w 284831"/>
                  <a:gd name="connsiteY16" fmla="*/ 2947 h 32521"/>
                  <a:gd name="connsiteX17" fmla="*/ 2773 w 284831"/>
                  <a:gd name="connsiteY17" fmla="*/ 1659 h 32521"/>
                  <a:gd name="connsiteX18" fmla="*/ 13990 w 284831"/>
                  <a:gd name="connsiteY18" fmla="*/ 2183 h 32521"/>
                  <a:gd name="connsiteX19" fmla="*/ 24719 w 284831"/>
                  <a:gd name="connsiteY19" fmla="*/ 1812 h 32521"/>
                  <a:gd name="connsiteX20" fmla="*/ 45161 w 284831"/>
                  <a:gd name="connsiteY20" fmla="*/ 2183 h 32521"/>
                  <a:gd name="connsiteX21" fmla="*/ 110267 w 284831"/>
                  <a:gd name="connsiteY21" fmla="*/ 0 h 32521"/>
                  <a:gd name="connsiteX22" fmla="*/ 125953 w 284831"/>
                  <a:gd name="connsiteY22" fmla="*/ 742 h 32521"/>
                  <a:gd name="connsiteX23" fmla="*/ 126645 w 284831"/>
                  <a:gd name="connsiteY23" fmla="*/ 851 h 32521"/>
                  <a:gd name="connsiteX24" fmla="*/ 138837 w 284831"/>
                  <a:gd name="connsiteY24" fmla="*/ 3689 h 32521"/>
                  <a:gd name="connsiteX25" fmla="*/ 152329 w 284831"/>
                  <a:gd name="connsiteY25" fmla="*/ 5282 h 32521"/>
                  <a:gd name="connsiteX26" fmla="*/ 180817 w 284831"/>
                  <a:gd name="connsiteY26" fmla="*/ 7945 h 32521"/>
                  <a:gd name="connsiteX27" fmla="*/ 195407 w 284831"/>
                  <a:gd name="connsiteY27" fmla="*/ 9866 h 32521"/>
                  <a:gd name="connsiteX28" fmla="*/ 209916 w 284831"/>
                  <a:gd name="connsiteY28" fmla="*/ 12267 h 32521"/>
                  <a:gd name="connsiteX29" fmla="*/ 238973 w 284831"/>
                  <a:gd name="connsiteY29" fmla="*/ 18007 h 32521"/>
                  <a:gd name="connsiteX30" fmla="*/ 253645 w 284831"/>
                  <a:gd name="connsiteY30" fmla="*/ 21630 h 32521"/>
                  <a:gd name="connsiteX31" fmla="*/ 268437 w 284831"/>
                  <a:gd name="connsiteY31" fmla="*/ 26039 h 32521"/>
                  <a:gd name="connsiteX32" fmla="*/ 283311 w 284831"/>
                  <a:gd name="connsiteY32" fmla="*/ 29771 h 32521"/>
                  <a:gd name="connsiteX33" fmla="*/ 284612 w 284831"/>
                  <a:gd name="connsiteY33" fmla="*/ 31627 h 32521"/>
                  <a:gd name="connsiteX34" fmla="*/ 282336 w 284831"/>
                  <a:gd name="connsiteY34" fmla="*/ 32478 h 3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84831" h="32521">
                    <a:moveTo>
                      <a:pt x="282295" y="32522"/>
                    </a:moveTo>
                    <a:cubicBezTo>
                      <a:pt x="281889" y="32522"/>
                      <a:pt x="281605" y="32456"/>
                      <a:pt x="281198" y="32412"/>
                    </a:cubicBezTo>
                    <a:lnTo>
                      <a:pt x="266121" y="28636"/>
                    </a:lnTo>
                    <a:lnTo>
                      <a:pt x="251328" y="24162"/>
                    </a:lnTo>
                    <a:lnTo>
                      <a:pt x="237063" y="20648"/>
                    </a:lnTo>
                    <a:lnTo>
                      <a:pt x="208290" y="14951"/>
                    </a:lnTo>
                    <a:lnTo>
                      <a:pt x="194107" y="12594"/>
                    </a:lnTo>
                    <a:lnTo>
                      <a:pt x="179801" y="10673"/>
                    </a:lnTo>
                    <a:lnTo>
                      <a:pt x="151435" y="8010"/>
                    </a:lnTo>
                    <a:lnTo>
                      <a:pt x="137333" y="6351"/>
                    </a:lnTo>
                    <a:lnTo>
                      <a:pt x="125019" y="3514"/>
                    </a:lnTo>
                    <a:lnTo>
                      <a:pt x="110226" y="2816"/>
                    </a:lnTo>
                    <a:lnTo>
                      <a:pt x="45243" y="4955"/>
                    </a:lnTo>
                    <a:lnTo>
                      <a:pt x="24719" y="4584"/>
                    </a:lnTo>
                    <a:lnTo>
                      <a:pt x="13990" y="4955"/>
                    </a:lnTo>
                    <a:lnTo>
                      <a:pt x="2286" y="4431"/>
                    </a:lnTo>
                    <a:cubicBezTo>
                      <a:pt x="904" y="4365"/>
                      <a:pt x="-112" y="3689"/>
                      <a:pt x="10" y="2947"/>
                    </a:cubicBezTo>
                    <a:cubicBezTo>
                      <a:pt x="132" y="2139"/>
                      <a:pt x="1189" y="1615"/>
                      <a:pt x="2773" y="1659"/>
                    </a:cubicBezTo>
                    <a:lnTo>
                      <a:pt x="13990" y="2183"/>
                    </a:lnTo>
                    <a:lnTo>
                      <a:pt x="24719" y="1812"/>
                    </a:lnTo>
                    <a:lnTo>
                      <a:pt x="45161" y="2183"/>
                    </a:lnTo>
                    <a:lnTo>
                      <a:pt x="110267" y="0"/>
                    </a:lnTo>
                    <a:lnTo>
                      <a:pt x="125953" y="742"/>
                    </a:lnTo>
                    <a:cubicBezTo>
                      <a:pt x="125953" y="742"/>
                      <a:pt x="126441" y="808"/>
                      <a:pt x="126645" y="851"/>
                    </a:cubicBezTo>
                    <a:lnTo>
                      <a:pt x="138837" y="3689"/>
                    </a:lnTo>
                    <a:lnTo>
                      <a:pt x="152329" y="5282"/>
                    </a:lnTo>
                    <a:lnTo>
                      <a:pt x="180817" y="7945"/>
                    </a:lnTo>
                    <a:lnTo>
                      <a:pt x="195407" y="9866"/>
                    </a:lnTo>
                    <a:lnTo>
                      <a:pt x="209916" y="12267"/>
                    </a:lnTo>
                    <a:lnTo>
                      <a:pt x="238973" y="18007"/>
                    </a:lnTo>
                    <a:lnTo>
                      <a:pt x="253645" y="21630"/>
                    </a:lnTo>
                    <a:lnTo>
                      <a:pt x="268437" y="26039"/>
                    </a:lnTo>
                    <a:lnTo>
                      <a:pt x="283311" y="29771"/>
                    </a:lnTo>
                    <a:cubicBezTo>
                      <a:pt x="284612" y="30077"/>
                      <a:pt x="285181" y="30950"/>
                      <a:pt x="284612" y="31627"/>
                    </a:cubicBezTo>
                    <a:cubicBezTo>
                      <a:pt x="284205" y="32172"/>
                      <a:pt x="283311" y="32478"/>
                      <a:pt x="282336" y="3247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0" name="Freeform: Shape 809">
                <a:extLst>
                  <a:ext uri="{FF2B5EF4-FFF2-40B4-BE49-F238E27FC236}">
                    <a16:creationId xmlns:a16="http://schemas.microsoft.com/office/drawing/2014/main" id="{2875E9A4-510D-4AF0-B362-7F60AB02431A}"/>
                  </a:ext>
                </a:extLst>
              </p:cNvPr>
              <p:cNvSpPr/>
              <p:nvPr/>
            </p:nvSpPr>
            <p:spPr>
              <a:xfrm>
                <a:off x="6254809" y="5871248"/>
                <a:ext cx="541783" cy="67937"/>
              </a:xfrm>
              <a:custGeom>
                <a:avLst/>
                <a:gdLst>
                  <a:gd name="connsiteX0" fmla="*/ 539102 w 541783"/>
                  <a:gd name="connsiteY0" fmla="*/ 67938 h 67937"/>
                  <a:gd name="connsiteX1" fmla="*/ 539102 w 541783"/>
                  <a:gd name="connsiteY1" fmla="*/ 67938 h 67937"/>
                  <a:gd name="connsiteX2" fmla="*/ 456277 w 541783"/>
                  <a:gd name="connsiteY2" fmla="*/ 67720 h 67937"/>
                  <a:gd name="connsiteX3" fmla="*/ 373250 w 541783"/>
                  <a:gd name="connsiteY3" fmla="*/ 64468 h 67937"/>
                  <a:gd name="connsiteX4" fmla="*/ 291685 w 541783"/>
                  <a:gd name="connsiteY4" fmla="*/ 61957 h 67937"/>
                  <a:gd name="connsiteX5" fmla="*/ 213210 w 541783"/>
                  <a:gd name="connsiteY5" fmla="*/ 61106 h 67937"/>
                  <a:gd name="connsiteX6" fmla="*/ 167977 w 541783"/>
                  <a:gd name="connsiteY6" fmla="*/ 57963 h 67937"/>
                  <a:gd name="connsiteX7" fmla="*/ 145381 w 541783"/>
                  <a:gd name="connsiteY7" fmla="*/ 55824 h 67937"/>
                  <a:gd name="connsiteX8" fmla="*/ 139529 w 541783"/>
                  <a:gd name="connsiteY8" fmla="*/ 55671 h 67937"/>
                  <a:gd name="connsiteX9" fmla="*/ 138757 w 541783"/>
                  <a:gd name="connsiteY9" fmla="*/ 55562 h 67937"/>
                  <a:gd name="connsiteX10" fmla="*/ 135587 w 541783"/>
                  <a:gd name="connsiteY10" fmla="*/ 54820 h 67937"/>
                  <a:gd name="connsiteX11" fmla="*/ 134002 w 541783"/>
                  <a:gd name="connsiteY11" fmla="*/ 53707 h 67937"/>
                  <a:gd name="connsiteX12" fmla="*/ 133515 w 541783"/>
                  <a:gd name="connsiteY12" fmla="*/ 51262 h 67937"/>
                  <a:gd name="connsiteX13" fmla="*/ 131117 w 541783"/>
                  <a:gd name="connsiteY13" fmla="*/ 48490 h 67937"/>
                  <a:gd name="connsiteX14" fmla="*/ 65158 w 541783"/>
                  <a:gd name="connsiteY14" fmla="*/ 29632 h 67937"/>
                  <a:gd name="connsiteX15" fmla="*/ 64589 w 541783"/>
                  <a:gd name="connsiteY15" fmla="*/ 29414 h 67937"/>
                  <a:gd name="connsiteX16" fmla="*/ 59550 w 541783"/>
                  <a:gd name="connsiteY16" fmla="*/ 26817 h 67937"/>
                  <a:gd name="connsiteX17" fmla="*/ 56177 w 541783"/>
                  <a:gd name="connsiteY17" fmla="*/ 25311 h 67937"/>
                  <a:gd name="connsiteX18" fmla="*/ 55283 w 541783"/>
                  <a:gd name="connsiteY18" fmla="*/ 24678 h 67937"/>
                  <a:gd name="connsiteX19" fmla="*/ 52113 w 541783"/>
                  <a:gd name="connsiteY19" fmla="*/ 19505 h 67937"/>
                  <a:gd name="connsiteX20" fmla="*/ 1231 w 541783"/>
                  <a:gd name="connsiteY20" fmla="*/ 2611 h 67937"/>
                  <a:gd name="connsiteX21" fmla="*/ 337 w 541783"/>
                  <a:gd name="connsiteY21" fmla="*/ 690 h 67937"/>
                  <a:gd name="connsiteX22" fmla="*/ 3792 w 541783"/>
                  <a:gd name="connsiteY22" fmla="*/ 210 h 67937"/>
                  <a:gd name="connsiteX23" fmla="*/ 55567 w 541783"/>
                  <a:gd name="connsiteY23" fmla="*/ 17366 h 67937"/>
                  <a:gd name="connsiteX24" fmla="*/ 56664 w 541783"/>
                  <a:gd name="connsiteY24" fmla="*/ 18108 h 67937"/>
                  <a:gd name="connsiteX25" fmla="*/ 59834 w 541783"/>
                  <a:gd name="connsiteY25" fmla="*/ 23324 h 67937"/>
                  <a:gd name="connsiteX26" fmla="*/ 62923 w 541783"/>
                  <a:gd name="connsiteY26" fmla="*/ 24656 h 67937"/>
                  <a:gd name="connsiteX27" fmla="*/ 67881 w 541783"/>
                  <a:gd name="connsiteY27" fmla="*/ 27210 h 67937"/>
                  <a:gd name="connsiteX28" fmla="*/ 134246 w 541783"/>
                  <a:gd name="connsiteY28" fmla="*/ 46177 h 67937"/>
                  <a:gd name="connsiteX29" fmla="*/ 135343 w 541783"/>
                  <a:gd name="connsiteY29" fmla="*/ 46810 h 67937"/>
                  <a:gd name="connsiteX30" fmla="*/ 138391 w 541783"/>
                  <a:gd name="connsiteY30" fmla="*/ 50215 h 67937"/>
                  <a:gd name="connsiteX31" fmla="*/ 138595 w 541783"/>
                  <a:gd name="connsiteY31" fmla="*/ 50695 h 67937"/>
                  <a:gd name="connsiteX32" fmla="*/ 139001 w 541783"/>
                  <a:gd name="connsiteY32" fmla="*/ 52507 h 67937"/>
                  <a:gd name="connsiteX33" fmla="*/ 140301 w 541783"/>
                  <a:gd name="connsiteY33" fmla="*/ 52834 h 67937"/>
                  <a:gd name="connsiteX34" fmla="*/ 146072 w 541783"/>
                  <a:gd name="connsiteY34" fmla="*/ 52987 h 67937"/>
                  <a:gd name="connsiteX35" fmla="*/ 168790 w 541783"/>
                  <a:gd name="connsiteY35" fmla="*/ 55169 h 67937"/>
                  <a:gd name="connsiteX36" fmla="*/ 213738 w 541783"/>
                  <a:gd name="connsiteY36" fmla="*/ 58312 h 67937"/>
                  <a:gd name="connsiteX37" fmla="*/ 292011 w 541783"/>
                  <a:gd name="connsiteY37" fmla="*/ 59098 h 67937"/>
                  <a:gd name="connsiteX38" fmla="*/ 373656 w 541783"/>
                  <a:gd name="connsiteY38" fmla="*/ 61652 h 67937"/>
                  <a:gd name="connsiteX39" fmla="*/ 456603 w 541783"/>
                  <a:gd name="connsiteY39" fmla="*/ 64860 h 67937"/>
                  <a:gd name="connsiteX40" fmla="*/ 539224 w 541783"/>
                  <a:gd name="connsiteY40" fmla="*/ 65079 h 67937"/>
                  <a:gd name="connsiteX41" fmla="*/ 541784 w 541783"/>
                  <a:gd name="connsiteY41" fmla="*/ 66476 h 67937"/>
                  <a:gd name="connsiteX42" fmla="*/ 539224 w 541783"/>
                  <a:gd name="connsiteY42" fmla="*/ 67916 h 6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41783" h="67937">
                    <a:moveTo>
                      <a:pt x="539102" y="67938"/>
                    </a:moveTo>
                    <a:lnTo>
                      <a:pt x="539102" y="67938"/>
                    </a:lnTo>
                    <a:lnTo>
                      <a:pt x="456277" y="67720"/>
                    </a:lnTo>
                    <a:lnTo>
                      <a:pt x="373250" y="64468"/>
                    </a:lnTo>
                    <a:lnTo>
                      <a:pt x="291685" y="61957"/>
                    </a:lnTo>
                    <a:lnTo>
                      <a:pt x="213210" y="61106"/>
                    </a:lnTo>
                    <a:lnTo>
                      <a:pt x="167977" y="57963"/>
                    </a:lnTo>
                    <a:lnTo>
                      <a:pt x="145381" y="55824"/>
                    </a:lnTo>
                    <a:lnTo>
                      <a:pt x="139529" y="55671"/>
                    </a:lnTo>
                    <a:cubicBezTo>
                      <a:pt x="139245" y="55628"/>
                      <a:pt x="138960" y="55628"/>
                      <a:pt x="138757" y="55562"/>
                    </a:cubicBezTo>
                    <a:lnTo>
                      <a:pt x="135587" y="54820"/>
                    </a:lnTo>
                    <a:cubicBezTo>
                      <a:pt x="134693" y="54667"/>
                      <a:pt x="134083" y="54187"/>
                      <a:pt x="134002" y="53707"/>
                    </a:cubicBezTo>
                    <a:lnTo>
                      <a:pt x="133515" y="51262"/>
                    </a:lnTo>
                    <a:lnTo>
                      <a:pt x="131117" y="48490"/>
                    </a:lnTo>
                    <a:lnTo>
                      <a:pt x="65158" y="29632"/>
                    </a:lnTo>
                    <a:cubicBezTo>
                      <a:pt x="65158" y="29632"/>
                      <a:pt x="64752" y="29523"/>
                      <a:pt x="64589" y="29414"/>
                    </a:cubicBezTo>
                    <a:lnTo>
                      <a:pt x="59550" y="26817"/>
                    </a:lnTo>
                    <a:lnTo>
                      <a:pt x="56177" y="25311"/>
                    </a:lnTo>
                    <a:cubicBezTo>
                      <a:pt x="55770" y="25158"/>
                      <a:pt x="55486" y="24896"/>
                      <a:pt x="55283" y="24678"/>
                    </a:cubicBezTo>
                    <a:lnTo>
                      <a:pt x="52113" y="19505"/>
                    </a:lnTo>
                    <a:lnTo>
                      <a:pt x="1231" y="2611"/>
                    </a:lnTo>
                    <a:cubicBezTo>
                      <a:pt x="53" y="2240"/>
                      <a:pt x="-354" y="1389"/>
                      <a:pt x="337" y="690"/>
                    </a:cubicBezTo>
                    <a:cubicBezTo>
                      <a:pt x="1028" y="57"/>
                      <a:pt x="2613" y="-226"/>
                      <a:pt x="3792" y="210"/>
                    </a:cubicBezTo>
                    <a:lnTo>
                      <a:pt x="55567" y="17366"/>
                    </a:lnTo>
                    <a:cubicBezTo>
                      <a:pt x="56055" y="17519"/>
                      <a:pt x="56461" y="17781"/>
                      <a:pt x="56664" y="18108"/>
                    </a:cubicBezTo>
                    <a:lnTo>
                      <a:pt x="59834" y="23324"/>
                    </a:lnTo>
                    <a:lnTo>
                      <a:pt x="62923" y="24656"/>
                    </a:lnTo>
                    <a:lnTo>
                      <a:pt x="67881" y="27210"/>
                    </a:lnTo>
                    <a:lnTo>
                      <a:pt x="134246" y="46177"/>
                    </a:lnTo>
                    <a:cubicBezTo>
                      <a:pt x="134652" y="46286"/>
                      <a:pt x="135018" y="46548"/>
                      <a:pt x="135343" y="46810"/>
                    </a:cubicBezTo>
                    <a:lnTo>
                      <a:pt x="138391" y="50215"/>
                    </a:lnTo>
                    <a:cubicBezTo>
                      <a:pt x="138473" y="50389"/>
                      <a:pt x="138595" y="50542"/>
                      <a:pt x="138595" y="50695"/>
                    </a:cubicBezTo>
                    <a:lnTo>
                      <a:pt x="139001" y="52507"/>
                    </a:lnTo>
                    <a:lnTo>
                      <a:pt x="140301" y="52834"/>
                    </a:lnTo>
                    <a:lnTo>
                      <a:pt x="146072" y="52987"/>
                    </a:lnTo>
                    <a:lnTo>
                      <a:pt x="168790" y="55169"/>
                    </a:lnTo>
                    <a:lnTo>
                      <a:pt x="213738" y="58312"/>
                    </a:lnTo>
                    <a:lnTo>
                      <a:pt x="292011" y="59098"/>
                    </a:lnTo>
                    <a:lnTo>
                      <a:pt x="373656" y="61652"/>
                    </a:lnTo>
                    <a:lnTo>
                      <a:pt x="456603" y="64860"/>
                    </a:lnTo>
                    <a:lnTo>
                      <a:pt x="539224" y="65079"/>
                    </a:lnTo>
                    <a:cubicBezTo>
                      <a:pt x="540605" y="65079"/>
                      <a:pt x="541784" y="65712"/>
                      <a:pt x="541784" y="66476"/>
                    </a:cubicBezTo>
                    <a:cubicBezTo>
                      <a:pt x="541784" y="67261"/>
                      <a:pt x="540605" y="67916"/>
                      <a:pt x="539224" y="679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1" name="Freeform: Shape 810">
                <a:extLst>
                  <a:ext uri="{FF2B5EF4-FFF2-40B4-BE49-F238E27FC236}">
                    <a16:creationId xmlns:a16="http://schemas.microsoft.com/office/drawing/2014/main" id="{FCE7F55C-3031-48D2-BAD5-F146A4C10BD2}"/>
                  </a:ext>
                </a:extLst>
              </p:cNvPr>
              <p:cNvSpPr/>
              <p:nvPr/>
            </p:nvSpPr>
            <p:spPr>
              <a:xfrm>
                <a:off x="5321376" y="5458530"/>
                <a:ext cx="158766" cy="43229"/>
              </a:xfrm>
              <a:custGeom>
                <a:avLst/>
                <a:gdLst>
                  <a:gd name="connsiteX0" fmla="*/ 156204 w 158766"/>
                  <a:gd name="connsiteY0" fmla="*/ 43230 h 43229"/>
                  <a:gd name="connsiteX1" fmla="*/ 154985 w 158766"/>
                  <a:gd name="connsiteY1" fmla="*/ 43055 h 43229"/>
                  <a:gd name="connsiteX2" fmla="*/ 105323 w 158766"/>
                  <a:gd name="connsiteY2" fmla="*/ 27296 h 43229"/>
                  <a:gd name="connsiteX3" fmla="*/ 41924 w 158766"/>
                  <a:gd name="connsiteY3" fmla="*/ 8962 h 43229"/>
                  <a:gd name="connsiteX4" fmla="*/ 32659 w 158766"/>
                  <a:gd name="connsiteY4" fmla="*/ 6627 h 43229"/>
                  <a:gd name="connsiteX5" fmla="*/ 6852 w 158766"/>
                  <a:gd name="connsiteY5" fmla="*/ 4924 h 43229"/>
                  <a:gd name="connsiteX6" fmla="*/ 5511 w 158766"/>
                  <a:gd name="connsiteY6" fmla="*/ 4597 h 43229"/>
                  <a:gd name="connsiteX7" fmla="*/ 919 w 158766"/>
                  <a:gd name="connsiteY7" fmla="*/ 2458 h 43229"/>
                  <a:gd name="connsiteX8" fmla="*/ 594 w 158766"/>
                  <a:gd name="connsiteY8" fmla="*/ 493 h 43229"/>
                  <a:gd name="connsiteX9" fmla="*/ 4170 w 158766"/>
                  <a:gd name="connsiteY9" fmla="*/ 319 h 43229"/>
                  <a:gd name="connsiteX10" fmla="*/ 8234 w 158766"/>
                  <a:gd name="connsiteY10" fmla="*/ 2174 h 43229"/>
                  <a:gd name="connsiteX11" fmla="*/ 33675 w 158766"/>
                  <a:gd name="connsiteY11" fmla="*/ 3833 h 43229"/>
                  <a:gd name="connsiteX12" fmla="*/ 34406 w 158766"/>
                  <a:gd name="connsiteY12" fmla="*/ 3942 h 43229"/>
                  <a:gd name="connsiteX13" fmla="*/ 44160 w 158766"/>
                  <a:gd name="connsiteY13" fmla="*/ 6452 h 43229"/>
                  <a:gd name="connsiteX14" fmla="*/ 107802 w 158766"/>
                  <a:gd name="connsiteY14" fmla="*/ 24786 h 43229"/>
                  <a:gd name="connsiteX15" fmla="*/ 157505 w 158766"/>
                  <a:gd name="connsiteY15" fmla="*/ 40611 h 43229"/>
                  <a:gd name="connsiteX16" fmla="*/ 158439 w 158766"/>
                  <a:gd name="connsiteY16" fmla="*/ 42531 h 43229"/>
                  <a:gd name="connsiteX17" fmla="*/ 156204 w 158766"/>
                  <a:gd name="connsiteY17" fmla="*/ 43230 h 43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766" h="43229">
                    <a:moveTo>
                      <a:pt x="156204" y="43230"/>
                    </a:moveTo>
                    <a:cubicBezTo>
                      <a:pt x="155798" y="43230"/>
                      <a:pt x="155351" y="43164"/>
                      <a:pt x="154985" y="43055"/>
                    </a:cubicBezTo>
                    <a:lnTo>
                      <a:pt x="105323" y="27296"/>
                    </a:lnTo>
                    <a:lnTo>
                      <a:pt x="41924" y="8962"/>
                    </a:lnTo>
                    <a:lnTo>
                      <a:pt x="32659" y="6627"/>
                    </a:lnTo>
                    <a:lnTo>
                      <a:pt x="6852" y="4924"/>
                    </a:lnTo>
                    <a:cubicBezTo>
                      <a:pt x="6364" y="4924"/>
                      <a:pt x="5917" y="4815"/>
                      <a:pt x="5511" y="4597"/>
                    </a:cubicBezTo>
                    <a:lnTo>
                      <a:pt x="919" y="2458"/>
                    </a:lnTo>
                    <a:cubicBezTo>
                      <a:pt x="-179" y="1978"/>
                      <a:pt x="-301" y="1126"/>
                      <a:pt x="594" y="493"/>
                    </a:cubicBezTo>
                    <a:cubicBezTo>
                      <a:pt x="1488" y="-96"/>
                      <a:pt x="3073" y="-161"/>
                      <a:pt x="4170" y="319"/>
                    </a:cubicBezTo>
                    <a:lnTo>
                      <a:pt x="8234" y="2174"/>
                    </a:lnTo>
                    <a:lnTo>
                      <a:pt x="33675" y="3833"/>
                    </a:lnTo>
                    <a:cubicBezTo>
                      <a:pt x="33918" y="3833"/>
                      <a:pt x="34163" y="3898"/>
                      <a:pt x="34406" y="3942"/>
                    </a:cubicBezTo>
                    <a:lnTo>
                      <a:pt x="44160" y="6452"/>
                    </a:lnTo>
                    <a:lnTo>
                      <a:pt x="107802" y="24786"/>
                    </a:lnTo>
                    <a:lnTo>
                      <a:pt x="157505" y="40611"/>
                    </a:lnTo>
                    <a:cubicBezTo>
                      <a:pt x="158683" y="40982"/>
                      <a:pt x="159131" y="41898"/>
                      <a:pt x="158439" y="42531"/>
                    </a:cubicBezTo>
                    <a:cubicBezTo>
                      <a:pt x="157952" y="43012"/>
                      <a:pt x="157099" y="43230"/>
                      <a:pt x="156204" y="4323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2" name="Freeform: Shape 811">
                <a:extLst>
                  <a:ext uri="{FF2B5EF4-FFF2-40B4-BE49-F238E27FC236}">
                    <a16:creationId xmlns:a16="http://schemas.microsoft.com/office/drawing/2014/main" id="{A11CD928-EA0D-40FB-AEC1-9D33F3620F75}"/>
                  </a:ext>
                </a:extLst>
              </p:cNvPr>
              <p:cNvSpPr/>
              <p:nvPr/>
            </p:nvSpPr>
            <p:spPr>
              <a:xfrm>
                <a:off x="9592720" y="5709972"/>
                <a:ext cx="806531" cy="29326"/>
              </a:xfrm>
              <a:custGeom>
                <a:avLst/>
                <a:gdLst>
                  <a:gd name="connsiteX0" fmla="*/ 804129 w 806531"/>
                  <a:gd name="connsiteY0" fmla="*/ 29326 h 29326"/>
                  <a:gd name="connsiteX1" fmla="*/ 804048 w 806531"/>
                  <a:gd name="connsiteY1" fmla="*/ 29326 h 29326"/>
                  <a:gd name="connsiteX2" fmla="*/ 724963 w 806531"/>
                  <a:gd name="connsiteY2" fmla="*/ 28038 h 29326"/>
                  <a:gd name="connsiteX3" fmla="*/ 658882 w 806531"/>
                  <a:gd name="connsiteY3" fmla="*/ 27078 h 29326"/>
                  <a:gd name="connsiteX4" fmla="*/ 593086 w 806531"/>
                  <a:gd name="connsiteY4" fmla="*/ 26489 h 29326"/>
                  <a:gd name="connsiteX5" fmla="*/ 592070 w 806531"/>
                  <a:gd name="connsiteY5" fmla="*/ 26380 h 29326"/>
                  <a:gd name="connsiteX6" fmla="*/ 575895 w 806531"/>
                  <a:gd name="connsiteY6" fmla="*/ 22385 h 29326"/>
                  <a:gd name="connsiteX7" fmla="*/ 560004 w 806531"/>
                  <a:gd name="connsiteY7" fmla="*/ 19504 h 29326"/>
                  <a:gd name="connsiteX8" fmla="*/ 544520 w 806531"/>
                  <a:gd name="connsiteY8" fmla="*/ 16885 h 29326"/>
                  <a:gd name="connsiteX9" fmla="*/ 480431 w 806531"/>
                  <a:gd name="connsiteY9" fmla="*/ 16361 h 29326"/>
                  <a:gd name="connsiteX10" fmla="*/ 479740 w 806531"/>
                  <a:gd name="connsiteY10" fmla="*/ 16252 h 29326"/>
                  <a:gd name="connsiteX11" fmla="*/ 464745 w 806531"/>
                  <a:gd name="connsiteY11" fmla="*/ 13589 h 29326"/>
                  <a:gd name="connsiteX12" fmla="*/ 336769 w 806531"/>
                  <a:gd name="connsiteY12" fmla="*/ 12367 h 29326"/>
                  <a:gd name="connsiteX13" fmla="*/ 209159 w 806531"/>
                  <a:gd name="connsiteY13" fmla="*/ 11734 h 29326"/>
                  <a:gd name="connsiteX14" fmla="*/ 135235 w 806531"/>
                  <a:gd name="connsiteY14" fmla="*/ 10402 h 29326"/>
                  <a:gd name="connsiteX15" fmla="*/ 101504 w 806531"/>
                  <a:gd name="connsiteY15" fmla="*/ 8525 h 29326"/>
                  <a:gd name="connsiteX16" fmla="*/ 83745 w 806531"/>
                  <a:gd name="connsiteY16" fmla="*/ 7041 h 29326"/>
                  <a:gd name="connsiteX17" fmla="*/ 24817 w 806531"/>
                  <a:gd name="connsiteY17" fmla="*/ 4968 h 29326"/>
                  <a:gd name="connsiteX18" fmla="*/ 8072 w 806531"/>
                  <a:gd name="connsiteY18" fmla="*/ 3200 h 29326"/>
                  <a:gd name="connsiteX19" fmla="*/ 2220 w 806531"/>
                  <a:gd name="connsiteY19" fmla="*/ 2829 h 29326"/>
                  <a:gd name="connsiteX20" fmla="*/ 26 w 806531"/>
                  <a:gd name="connsiteY20" fmla="*/ 1235 h 29326"/>
                  <a:gd name="connsiteX21" fmla="*/ 2790 w 806531"/>
                  <a:gd name="connsiteY21" fmla="*/ 13 h 29326"/>
                  <a:gd name="connsiteX22" fmla="*/ 12625 w 806531"/>
                  <a:gd name="connsiteY22" fmla="*/ 755 h 29326"/>
                  <a:gd name="connsiteX23" fmla="*/ 25629 w 806531"/>
                  <a:gd name="connsiteY23" fmla="*/ 2196 h 29326"/>
                  <a:gd name="connsiteX24" fmla="*/ 29084 w 806531"/>
                  <a:gd name="connsiteY24" fmla="*/ 2348 h 29326"/>
                  <a:gd name="connsiteX25" fmla="*/ 84232 w 806531"/>
                  <a:gd name="connsiteY25" fmla="*/ 4204 h 29326"/>
                  <a:gd name="connsiteX26" fmla="*/ 102114 w 806531"/>
                  <a:gd name="connsiteY26" fmla="*/ 5688 h 29326"/>
                  <a:gd name="connsiteX27" fmla="*/ 135561 w 806531"/>
                  <a:gd name="connsiteY27" fmla="*/ 7543 h 29326"/>
                  <a:gd name="connsiteX28" fmla="*/ 146859 w 806531"/>
                  <a:gd name="connsiteY28" fmla="*/ 7652 h 29326"/>
                  <a:gd name="connsiteX29" fmla="*/ 209281 w 806531"/>
                  <a:gd name="connsiteY29" fmla="*/ 8875 h 29326"/>
                  <a:gd name="connsiteX30" fmla="*/ 336891 w 806531"/>
                  <a:gd name="connsiteY30" fmla="*/ 9508 h 29326"/>
                  <a:gd name="connsiteX31" fmla="*/ 465191 w 806531"/>
                  <a:gd name="connsiteY31" fmla="*/ 10730 h 29326"/>
                  <a:gd name="connsiteX32" fmla="*/ 465964 w 806531"/>
                  <a:gd name="connsiteY32" fmla="*/ 10795 h 29326"/>
                  <a:gd name="connsiteX33" fmla="*/ 480960 w 806531"/>
                  <a:gd name="connsiteY33" fmla="*/ 13502 h 29326"/>
                  <a:gd name="connsiteX34" fmla="*/ 545049 w 806531"/>
                  <a:gd name="connsiteY34" fmla="*/ 14026 h 29326"/>
                  <a:gd name="connsiteX35" fmla="*/ 545740 w 806531"/>
                  <a:gd name="connsiteY35" fmla="*/ 14091 h 29326"/>
                  <a:gd name="connsiteX36" fmla="*/ 561590 w 806531"/>
                  <a:gd name="connsiteY36" fmla="*/ 16754 h 29326"/>
                  <a:gd name="connsiteX37" fmla="*/ 577643 w 806531"/>
                  <a:gd name="connsiteY37" fmla="*/ 19744 h 29326"/>
                  <a:gd name="connsiteX38" fmla="*/ 593614 w 806531"/>
                  <a:gd name="connsiteY38" fmla="*/ 23629 h 29326"/>
                  <a:gd name="connsiteX39" fmla="*/ 658882 w 806531"/>
                  <a:gd name="connsiteY39" fmla="*/ 24219 h 29326"/>
                  <a:gd name="connsiteX40" fmla="*/ 804129 w 806531"/>
                  <a:gd name="connsiteY40" fmla="*/ 26445 h 29326"/>
                  <a:gd name="connsiteX41" fmla="*/ 806527 w 806531"/>
                  <a:gd name="connsiteY41" fmla="*/ 27886 h 29326"/>
                  <a:gd name="connsiteX42" fmla="*/ 804048 w 806531"/>
                  <a:gd name="connsiteY42" fmla="*/ 29282 h 2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06531" h="29326">
                    <a:moveTo>
                      <a:pt x="804129" y="29326"/>
                    </a:moveTo>
                    <a:lnTo>
                      <a:pt x="804048" y="29326"/>
                    </a:lnTo>
                    <a:lnTo>
                      <a:pt x="724963" y="28038"/>
                    </a:lnTo>
                    <a:lnTo>
                      <a:pt x="658882" y="27078"/>
                    </a:lnTo>
                    <a:lnTo>
                      <a:pt x="593086" y="26489"/>
                    </a:lnTo>
                    <a:cubicBezTo>
                      <a:pt x="592679" y="26489"/>
                      <a:pt x="592394" y="26445"/>
                      <a:pt x="592070" y="26380"/>
                    </a:cubicBezTo>
                    <a:lnTo>
                      <a:pt x="575895" y="22385"/>
                    </a:lnTo>
                    <a:lnTo>
                      <a:pt x="560004" y="19504"/>
                    </a:lnTo>
                    <a:lnTo>
                      <a:pt x="544520" y="16885"/>
                    </a:lnTo>
                    <a:lnTo>
                      <a:pt x="480431" y="16361"/>
                    </a:lnTo>
                    <a:cubicBezTo>
                      <a:pt x="480431" y="16361"/>
                      <a:pt x="479944" y="16317"/>
                      <a:pt x="479740" y="16252"/>
                    </a:cubicBezTo>
                    <a:lnTo>
                      <a:pt x="464745" y="13589"/>
                    </a:lnTo>
                    <a:lnTo>
                      <a:pt x="336769" y="12367"/>
                    </a:lnTo>
                    <a:lnTo>
                      <a:pt x="209159" y="11734"/>
                    </a:lnTo>
                    <a:lnTo>
                      <a:pt x="135235" y="10402"/>
                    </a:lnTo>
                    <a:lnTo>
                      <a:pt x="101504" y="8525"/>
                    </a:lnTo>
                    <a:lnTo>
                      <a:pt x="83745" y="7041"/>
                    </a:lnTo>
                    <a:lnTo>
                      <a:pt x="24817" y="4968"/>
                    </a:lnTo>
                    <a:lnTo>
                      <a:pt x="8072" y="3200"/>
                    </a:lnTo>
                    <a:lnTo>
                      <a:pt x="2220" y="2829"/>
                    </a:lnTo>
                    <a:cubicBezTo>
                      <a:pt x="839" y="2720"/>
                      <a:pt x="-177" y="2043"/>
                      <a:pt x="26" y="1235"/>
                    </a:cubicBezTo>
                    <a:cubicBezTo>
                      <a:pt x="148" y="493"/>
                      <a:pt x="1326" y="-96"/>
                      <a:pt x="2790" y="13"/>
                    </a:cubicBezTo>
                    <a:lnTo>
                      <a:pt x="12625" y="755"/>
                    </a:lnTo>
                    <a:lnTo>
                      <a:pt x="25629" y="2196"/>
                    </a:lnTo>
                    <a:lnTo>
                      <a:pt x="29084" y="2348"/>
                    </a:lnTo>
                    <a:lnTo>
                      <a:pt x="84232" y="4204"/>
                    </a:lnTo>
                    <a:lnTo>
                      <a:pt x="102114" y="5688"/>
                    </a:lnTo>
                    <a:lnTo>
                      <a:pt x="135561" y="7543"/>
                    </a:lnTo>
                    <a:lnTo>
                      <a:pt x="146859" y="7652"/>
                    </a:lnTo>
                    <a:lnTo>
                      <a:pt x="209281" y="8875"/>
                    </a:lnTo>
                    <a:lnTo>
                      <a:pt x="336891" y="9508"/>
                    </a:lnTo>
                    <a:lnTo>
                      <a:pt x="465191" y="10730"/>
                    </a:lnTo>
                    <a:cubicBezTo>
                      <a:pt x="465476" y="10730"/>
                      <a:pt x="465679" y="10730"/>
                      <a:pt x="465964" y="10795"/>
                    </a:cubicBezTo>
                    <a:lnTo>
                      <a:pt x="480960" y="13502"/>
                    </a:lnTo>
                    <a:lnTo>
                      <a:pt x="545049" y="14026"/>
                    </a:lnTo>
                    <a:cubicBezTo>
                      <a:pt x="545049" y="14026"/>
                      <a:pt x="545536" y="14026"/>
                      <a:pt x="545740" y="14091"/>
                    </a:cubicBezTo>
                    <a:lnTo>
                      <a:pt x="561590" y="16754"/>
                    </a:lnTo>
                    <a:lnTo>
                      <a:pt x="577643" y="19744"/>
                    </a:lnTo>
                    <a:lnTo>
                      <a:pt x="593614" y="23629"/>
                    </a:lnTo>
                    <a:lnTo>
                      <a:pt x="658882" y="24219"/>
                    </a:lnTo>
                    <a:lnTo>
                      <a:pt x="804129" y="26445"/>
                    </a:lnTo>
                    <a:cubicBezTo>
                      <a:pt x="805511" y="26445"/>
                      <a:pt x="806608" y="27143"/>
                      <a:pt x="806527" y="27886"/>
                    </a:cubicBezTo>
                    <a:cubicBezTo>
                      <a:pt x="806527" y="28693"/>
                      <a:pt x="805430" y="29282"/>
                      <a:pt x="804048" y="2928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3" name="Freeform: Shape 812">
                <a:extLst>
                  <a:ext uri="{FF2B5EF4-FFF2-40B4-BE49-F238E27FC236}">
                    <a16:creationId xmlns:a16="http://schemas.microsoft.com/office/drawing/2014/main" id="{C2559CA5-0088-49C3-A983-5545395B8CE9}"/>
                  </a:ext>
                </a:extLst>
              </p:cNvPr>
              <p:cNvSpPr/>
              <p:nvPr/>
            </p:nvSpPr>
            <p:spPr>
              <a:xfrm>
                <a:off x="9591388" y="5708195"/>
                <a:ext cx="800629" cy="32063"/>
              </a:xfrm>
              <a:custGeom>
                <a:avLst/>
                <a:gdLst>
                  <a:gd name="connsiteX0" fmla="*/ 797984 w 800629"/>
                  <a:gd name="connsiteY0" fmla="*/ 32020 h 32063"/>
                  <a:gd name="connsiteX1" fmla="*/ 797008 w 800629"/>
                  <a:gd name="connsiteY1" fmla="*/ 31910 h 32063"/>
                  <a:gd name="connsiteX2" fmla="*/ 791847 w 800629"/>
                  <a:gd name="connsiteY2" fmla="*/ 30797 h 32063"/>
                  <a:gd name="connsiteX3" fmla="*/ 740356 w 800629"/>
                  <a:gd name="connsiteY3" fmla="*/ 21805 h 32063"/>
                  <a:gd name="connsiteX4" fmla="*/ 723410 w 800629"/>
                  <a:gd name="connsiteY4" fmla="*/ 19186 h 32063"/>
                  <a:gd name="connsiteX5" fmla="*/ 659320 w 800629"/>
                  <a:gd name="connsiteY5" fmla="*/ 18072 h 32063"/>
                  <a:gd name="connsiteX6" fmla="*/ 530654 w 800629"/>
                  <a:gd name="connsiteY6" fmla="*/ 16588 h 32063"/>
                  <a:gd name="connsiteX7" fmla="*/ 466443 w 800629"/>
                  <a:gd name="connsiteY7" fmla="*/ 15410 h 32063"/>
                  <a:gd name="connsiteX8" fmla="*/ 450674 w 800629"/>
                  <a:gd name="connsiteY8" fmla="*/ 13816 h 32063"/>
                  <a:gd name="connsiteX9" fmla="*/ 420316 w 800629"/>
                  <a:gd name="connsiteY9" fmla="*/ 9342 h 32063"/>
                  <a:gd name="connsiteX10" fmla="*/ 405442 w 800629"/>
                  <a:gd name="connsiteY10" fmla="*/ 7530 h 32063"/>
                  <a:gd name="connsiteX11" fmla="*/ 390852 w 800629"/>
                  <a:gd name="connsiteY11" fmla="*/ 6090 h 32063"/>
                  <a:gd name="connsiteX12" fmla="*/ 280921 w 800629"/>
                  <a:gd name="connsiteY12" fmla="*/ 5173 h 32063"/>
                  <a:gd name="connsiteX13" fmla="*/ 262470 w 800629"/>
                  <a:gd name="connsiteY13" fmla="*/ 4802 h 32063"/>
                  <a:gd name="connsiteX14" fmla="*/ 202730 w 800629"/>
                  <a:gd name="connsiteY14" fmla="*/ 4845 h 32063"/>
                  <a:gd name="connsiteX15" fmla="*/ 188465 w 800629"/>
                  <a:gd name="connsiteY15" fmla="*/ 3885 h 32063"/>
                  <a:gd name="connsiteX16" fmla="*/ 143435 w 800629"/>
                  <a:gd name="connsiteY16" fmla="*/ 3776 h 32063"/>
                  <a:gd name="connsiteX17" fmla="*/ 139575 w 800629"/>
                  <a:gd name="connsiteY17" fmla="*/ 4300 h 32063"/>
                  <a:gd name="connsiteX18" fmla="*/ 138762 w 800629"/>
                  <a:gd name="connsiteY18" fmla="*/ 4343 h 32063"/>
                  <a:gd name="connsiteX19" fmla="*/ 125961 w 800629"/>
                  <a:gd name="connsiteY19" fmla="*/ 3711 h 32063"/>
                  <a:gd name="connsiteX20" fmla="*/ 112346 w 800629"/>
                  <a:gd name="connsiteY20" fmla="*/ 2816 h 32063"/>
                  <a:gd name="connsiteX21" fmla="*/ 76420 w 800629"/>
                  <a:gd name="connsiteY21" fmla="*/ 3187 h 32063"/>
                  <a:gd name="connsiteX22" fmla="*/ 23142 w 800629"/>
                  <a:gd name="connsiteY22" fmla="*/ 6068 h 32063"/>
                  <a:gd name="connsiteX23" fmla="*/ 2211 w 800629"/>
                  <a:gd name="connsiteY23" fmla="*/ 5107 h 32063"/>
                  <a:gd name="connsiteX24" fmla="*/ 18 w 800629"/>
                  <a:gd name="connsiteY24" fmla="*/ 3514 h 32063"/>
                  <a:gd name="connsiteX25" fmla="*/ 2822 w 800629"/>
                  <a:gd name="connsiteY25" fmla="*/ 2292 h 32063"/>
                  <a:gd name="connsiteX26" fmla="*/ 6275 w 800629"/>
                  <a:gd name="connsiteY26" fmla="*/ 2554 h 32063"/>
                  <a:gd name="connsiteX27" fmla="*/ 23060 w 800629"/>
                  <a:gd name="connsiteY27" fmla="*/ 3252 h 32063"/>
                  <a:gd name="connsiteX28" fmla="*/ 76136 w 800629"/>
                  <a:gd name="connsiteY28" fmla="*/ 371 h 32063"/>
                  <a:gd name="connsiteX29" fmla="*/ 112672 w 800629"/>
                  <a:gd name="connsiteY29" fmla="*/ 0 h 32063"/>
                  <a:gd name="connsiteX30" fmla="*/ 126570 w 800629"/>
                  <a:gd name="connsiteY30" fmla="*/ 960 h 32063"/>
                  <a:gd name="connsiteX31" fmla="*/ 138762 w 800629"/>
                  <a:gd name="connsiteY31" fmla="*/ 1550 h 32063"/>
                  <a:gd name="connsiteX32" fmla="*/ 142542 w 800629"/>
                  <a:gd name="connsiteY32" fmla="*/ 1026 h 32063"/>
                  <a:gd name="connsiteX33" fmla="*/ 143152 w 800629"/>
                  <a:gd name="connsiteY33" fmla="*/ 982 h 32063"/>
                  <a:gd name="connsiteX34" fmla="*/ 143152 w 800629"/>
                  <a:gd name="connsiteY34" fmla="*/ 982 h 32063"/>
                  <a:gd name="connsiteX35" fmla="*/ 188790 w 800629"/>
                  <a:gd name="connsiteY35" fmla="*/ 1091 h 32063"/>
                  <a:gd name="connsiteX36" fmla="*/ 202974 w 800629"/>
                  <a:gd name="connsiteY36" fmla="*/ 2117 h 32063"/>
                  <a:gd name="connsiteX37" fmla="*/ 262592 w 800629"/>
                  <a:gd name="connsiteY37" fmla="*/ 2008 h 32063"/>
                  <a:gd name="connsiteX38" fmla="*/ 281043 w 800629"/>
                  <a:gd name="connsiteY38" fmla="*/ 2379 h 32063"/>
                  <a:gd name="connsiteX39" fmla="*/ 391380 w 800629"/>
                  <a:gd name="connsiteY39" fmla="*/ 3296 h 32063"/>
                  <a:gd name="connsiteX40" fmla="*/ 406579 w 800629"/>
                  <a:gd name="connsiteY40" fmla="*/ 4780 h 32063"/>
                  <a:gd name="connsiteX41" fmla="*/ 421576 w 800629"/>
                  <a:gd name="connsiteY41" fmla="*/ 6657 h 32063"/>
                  <a:gd name="connsiteX42" fmla="*/ 451934 w 800629"/>
                  <a:gd name="connsiteY42" fmla="*/ 11066 h 32063"/>
                  <a:gd name="connsiteX43" fmla="*/ 467134 w 800629"/>
                  <a:gd name="connsiteY43" fmla="*/ 12616 h 32063"/>
                  <a:gd name="connsiteX44" fmla="*/ 530816 w 800629"/>
                  <a:gd name="connsiteY44" fmla="*/ 13838 h 32063"/>
                  <a:gd name="connsiteX45" fmla="*/ 659483 w 800629"/>
                  <a:gd name="connsiteY45" fmla="*/ 15279 h 32063"/>
                  <a:gd name="connsiteX46" fmla="*/ 724263 w 800629"/>
                  <a:gd name="connsiteY46" fmla="*/ 16501 h 32063"/>
                  <a:gd name="connsiteX47" fmla="*/ 741820 w 800629"/>
                  <a:gd name="connsiteY47" fmla="*/ 19164 h 32063"/>
                  <a:gd name="connsiteX48" fmla="*/ 758970 w 800629"/>
                  <a:gd name="connsiteY48" fmla="*/ 22045 h 32063"/>
                  <a:gd name="connsiteX49" fmla="*/ 793595 w 800629"/>
                  <a:gd name="connsiteY49" fmla="*/ 28178 h 32063"/>
                  <a:gd name="connsiteX50" fmla="*/ 798959 w 800629"/>
                  <a:gd name="connsiteY50" fmla="*/ 29357 h 32063"/>
                  <a:gd name="connsiteX51" fmla="*/ 800463 w 800629"/>
                  <a:gd name="connsiteY51" fmla="*/ 31168 h 32063"/>
                  <a:gd name="connsiteX52" fmla="*/ 798065 w 800629"/>
                  <a:gd name="connsiteY52" fmla="*/ 32063 h 32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800629" h="32063">
                    <a:moveTo>
                      <a:pt x="797984" y="32020"/>
                    </a:moveTo>
                    <a:cubicBezTo>
                      <a:pt x="797700" y="32020"/>
                      <a:pt x="797415" y="32020"/>
                      <a:pt x="797008" y="31910"/>
                    </a:cubicBezTo>
                    <a:lnTo>
                      <a:pt x="791847" y="30797"/>
                    </a:lnTo>
                    <a:lnTo>
                      <a:pt x="740356" y="21805"/>
                    </a:lnTo>
                    <a:lnTo>
                      <a:pt x="723410" y="19186"/>
                    </a:lnTo>
                    <a:lnTo>
                      <a:pt x="659320" y="18072"/>
                    </a:lnTo>
                    <a:lnTo>
                      <a:pt x="530654" y="16588"/>
                    </a:lnTo>
                    <a:lnTo>
                      <a:pt x="466443" y="15410"/>
                    </a:lnTo>
                    <a:lnTo>
                      <a:pt x="450674" y="13816"/>
                    </a:lnTo>
                    <a:lnTo>
                      <a:pt x="420316" y="9342"/>
                    </a:lnTo>
                    <a:lnTo>
                      <a:pt x="405442" y="7530"/>
                    </a:lnTo>
                    <a:lnTo>
                      <a:pt x="390852" y="6090"/>
                    </a:lnTo>
                    <a:lnTo>
                      <a:pt x="280921" y="5173"/>
                    </a:lnTo>
                    <a:lnTo>
                      <a:pt x="262470" y="4802"/>
                    </a:lnTo>
                    <a:lnTo>
                      <a:pt x="202730" y="4845"/>
                    </a:lnTo>
                    <a:lnTo>
                      <a:pt x="188465" y="3885"/>
                    </a:lnTo>
                    <a:lnTo>
                      <a:pt x="143435" y="3776"/>
                    </a:lnTo>
                    <a:lnTo>
                      <a:pt x="139575" y="4300"/>
                    </a:lnTo>
                    <a:cubicBezTo>
                      <a:pt x="139250" y="4343"/>
                      <a:pt x="138966" y="4343"/>
                      <a:pt x="138762" y="4343"/>
                    </a:cubicBezTo>
                    <a:lnTo>
                      <a:pt x="125961" y="3711"/>
                    </a:lnTo>
                    <a:lnTo>
                      <a:pt x="112346" y="2816"/>
                    </a:lnTo>
                    <a:lnTo>
                      <a:pt x="76420" y="3187"/>
                    </a:lnTo>
                    <a:lnTo>
                      <a:pt x="23142" y="6068"/>
                    </a:lnTo>
                    <a:lnTo>
                      <a:pt x="2211" y="5107"/>
                    </a:lnTo>
                    <a:cubicBezTo>
                      <a:pt x="830" y="4998"/>
                      <a:pt x="-145" y="4300"/>
                      <a:pt x="18" y="3514"/>
                    </a:cubicBezTo>
                    <a:cubicBezTo>
                      <a:pt x="140" y="2772"/>
                      <a:pt x="1399" y="2183"/>
                      <a:pt x="2822" y="2292"/>
                    </a:cubicBezTo>
                    <a:lnTo>
                      <a:pt x="6275" y="2554"/>
                    </a:lnTo>
                    <a:lnTo>
                      <a:pt x="23060" y="3252"/>
                    </a:lnTo>
                    <a:lnTo>
                      <a:pt x="76136" y="371"/>
                    </a:lnTo>
                    <a:lnTo>
                      <a:pt x="112672" y="0"/>
                    </a:lnTo>
                    <a:lnTo>
                      <a:pt x="126570" y="960"/>
                    </a:lnTo>
                    <a:lnTo>
                      <a:pt x="138762" y="1550"/>
                    </a:lnTo>
                    <a:lnTo>
                      <a:pt x="142542" y="1026"/>
                    </a:lnTo>
                    <a:cubicBezTo>
                      <a:pt x="142542" y="1026"/>
                      <a:pt x="142948" y="982"/>
                      <a:pt x="143152" y="982"/>
                    </a:cubicBezTo>
                    <a:lnTo>
                      <a:pt x="143152" y="982"/>
                    </a:lnTo>
                    <a:lnTo>
                      <a:pt x="188790" y="1091"/>
                    </a:lnTo>
                    <a:lnTo>
                      <a:pt x="202974" y="2117"/>
                    </a:lnTo>
                    <a:lnTo>
                      <a:pt x="262592" y="2008"/>
                    </a:lnTo>
                    <a:lnTo>
                      <a:pt x="281043" y="2379"/>
                    </a:lnTo>
                    <a:lnTo>
                      <a:pt x="391380" y="3296"/>
                    </a:lnTo>
                    <a:lnTo>
                      <a:pt x="406579" y="4780"/>
                    </a:lnTo>
                    <a:lnTo>
                      <a:pt x="421576" y="6657"/>
                    </a:lnTo>
                    <a:lnTo>
                      <a:pt x="451934" y="11066"/>
                    </a:lnTo>
                    <a:lnTo>
                      <a:pt x="467134" y="12616"/>
                    </a:lnTo>
                    <a:lnTo>
                      <a:pt x="530816" y="13838"/>
                    </a:lnTo>
                    <a:lnTo>
                      <a:pt x="659483" y="15279"/>
                    </a:lnTo>
                    <a:lnTo>
                      <a:pt x="724263" y="16501"/>
                    </a:lnTo>
                    <a:lnTo>
                      <a:pt x="741820" y="19164"/>
                    </a:lnTo>
                    <a:lnTo>
                      <a:pt x="758970" y="22045"/>
                    </a:lnTo>
                    <a:lnTo>
                      <a:pt x="793595" y="28178"/>
                    </a:lnTo>
                    <a:lnTo>
                      <a:pt x="798959" y="29357"/>
                    </a:lnTo>
                    <a:cubicBezTo>
                      <a:pt x="800341" y="29684"/>
                      <a:pt x="800950" y="30470"/>
                      <a:pt x="800463" y="31168"/>
                    </a:cubicBezTo>
                    <a:cubicBezTo>
                      <a:pt x="800056" y="31758"/>
                      <a:pt x="799081" y="32063"/>
                      <a:pt x="798065" y="3206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4" name="Freeform: Shape 813">
                <a:extLst>
                  <a:ext uri="{FF2B5EF4-FFF2-40B4-BE49-F238E27FC236}">
                    <a16:creationId xmlns:a16="http://schemas.microsoft.com/office/drawing/2014/main" id="{39163E8C-7263-407C-918D-E6865907C47E}"/>
                  </a:ext>
                </a:extLst>
              </p:cNvPr>
              <p:cNvSpPr/>
              <p:nvPr/>
            </p:nvSpPr>
            <p:spPr>
              <a:xfrm>
                <a:off x="0" y="5718388"/>
                <a:ext cx="1428906" cy="98743"/>
              </a:xfrm>
              <a:custGeom>
                <a:avLst/>
                <a:gdLst>
                  <a:gd name="connsiteX0" fmla="*/ 1426098 w 1428906"/>
                  <a:gd name="connsiteY0" fmla="*/ 9778 h 98743"/>
                  <a:gd name="connsiteX1" fmla="*/ 1387978 w 1428906"/>
                  <a:gd name="connsiteY1" fmla="*/ 11044 h 98743"/>
                  <a:gd name="connsiteX2" fmla="*/ 1335877 w 1428906"/>
                  <a:gd name="connsiteY2" fmla="*/ 14253 h 98743"/>
                  <a:gd name="connsiteX3" fmla="*/ 1235050 w 1428906"/>
                  <a:gd name="connsiteY3" fmla="*/ 16064 h 98743"/>
                  <a:gd name="connsiteX4" fmla="*/ 1201481 w 1428906"/>
                  <a:gd name="connsiteY4" fmla="*/ 14296 h 98743"/>
                  <a:gd name="connsiteX5" fmla="*/ 1178357 w 1428906"/>
                  <a:gd name="connsiteY5" fmla="*/ 12114 h 98743"/>
                  <a:gd name="connsiteX6" fmla="*/ 1130483 w 1428906"/>
                  <a:gd name="connsiteY6" fmla="*/ 11219 h 98743"/>
                  <a:gd name="connsiteX7" fmla="*/ 1107521 w 1428906"/>
                  <a:gd name="connsiteY7" fmla="*/ 12179 h 98743"/>
                  <a:gd name="connsiteX8" fmla="*/ 1063021 w 1428906"/>
                  <a:gd name="connsiteY8" fmla="*/ 10215 h 98743"/>
                  <a:gd name="connsiteX9" fmla="*/ 1053226 w 1428906"/>
                  <a:gd name="connsiteY9" fmla="*/ 10149 h 98743"/>
                  <a:gd name="connsiteX10" fmla="*/ 1026973 w 1428906"/>
                  <a:gd name="connsiteY10" fmla="*/ 8971 h 98743"/>
                  <a:gd name="connsiteX11" fmla="*/ 1007141 w 1428906"/>
                  <a:gd name="connsiteY11" fmla="*/ 6723 h 98743"/>
                  <a:gd name="connsiteX12" fmla="*/ 928299 w 1428906"/>
                  <a:gd name="connsiteY12" fmla="*/ 1986 h 98743"/>
                  <a:gd name="connsiteX13" fmla="*/ 895259 w 1428906"/>
                  <a:gd name="connsiteY13" fmla="*/ 917 h 98743"/>
                  <a:gd name="connsiteX14" fmla="*/ 879206 w 1428906"/>
                  <a:gd name="connsiteY14" fmla="*/ 1768 h 98743"/>
                  <a:gd name="connsiteX15" fmla="*/ 854456 w 1428906"/>
                  <a:gd name="connsiteY15" fmla="*/ 218 h 98743"/>
                  <a:gd name="connsiteX16" fmla="*/ 750783 w 1428906"/>
                  <a:gd name="connsiteY16" fmla="*/ 0 h 98743"/>
                  <a:gd name="connsiteX17" fmla="*/ 647192 w 1428906"/>
                  <a:gd name="connsiteY17" fmla="*/ 2510 h 98743"/>
                  <a:gd name="connsiteX18" fmla="*/ 645566 w 1428906"/>
                  <a:gd name="connsiteY18" fmla="*/ 2881 h 98743"/>
                  <a:gd name="connsiteX19" fmla="*/ 606837 w 1428906"/>
                  <a:gd name="connsiteY19" fmla="*/ 23442 h 98743"/>
                  <a:gd name="connsiteX20" fmla="*/ 567903 w 1428906"/>
                  <a:gd name="connsiteY20" fmla="*/ 45661 h 98743"/>
                  <a:gd name="connsiteX21" fmla="*/ 528726 w 1428906"/>
                  <a:gd name="connsiteY21" fmla="*/ 62882 h 98743"/>
                  <a:gd name="connsiteX22" fmla="*/ 488818 w 1428906"/>
                  <a:gd name="connsiteY22" fmla="*/ 74123 h 98743"/>
                  <a:gd name="connsiteX23" fmla="*/ 448788 w 1428906"/>
                  <a:gd name="connsiteY23" fmla="*/ 84250 h 98743"/>
                  <a:gd name="connsiteX24" fmla="*/ 342229 w 1428906"/>
                  <a:gd name="connsiteY24" fmla="*/ 84622 h 98743"/>
                  <a:gd name="connsiteX25" fmla="*/ 341132 w 1428906"/>
                  <a:gd name="connsiteY25" fmla="*/ 84774 h 98743"/>
                  <a:gd name="connsiteX26" fmla="*/ 299883 w 1428906"/>
                  <a:gd name="connsiteY26" fmla="*/ 95906 h 98743"/>
                  <a:gd name="connsiteX27" fmla="*/ 192877 w 1428906"/>
                  <a:gd name="connsiteY27" fmla="*/ 94312 h 98743"/>
                  <a:gd name="connsiteX28" fmla="*/ 85303 w 1428906"/>
                  <a:gd name="connsiteY28" fmla="*/ 90646 h 98743"/>
                  <a:gd name="connsiteX29" fmla="*/ 0 w 1428906"/>
                  <a:gd name="connsiteY29" fmla="*/ 85735 h 98743"/>
                  <a:gd name="connsiteX30" fmla="*/ 0 w 1428906"/>
                  <a:gd name="connsiteY30" fmla="*/ 88550 h 98743"/>
                  <a:gd name="connsiteX31" fmla="*/ 84938 w 1428906"/>
                  <a:gd name="connsiteY31" fmla="*/ 93461 h 98743"/>
                  <a:gd name="connsiteX32" fmla="*/ 192634 w 1428906"/>
                  <a:gd name="connsiteY32" fmla="*/ 97084 h 98743"/>
                  <a:gd name="connsiteX33" fmla="*/ 300370 w 1428906"/>
                  <a:gd name="connsiteY33" fmla="*/ 98743 h 98743"/>
                  <a:gd name="connsiteX34" fmla="*/ 301589 w 1428906"/>
                  <a:gd name="connsiteY34" fmla="*/ 98590 h 98743"/>
                  <a:gd name="connsiteX35" fmla="*/ 342920 w 1428906"/>
                  <a:gd name="connsiteY35" fmla="*/ 87459 h 98743"/>
                  <a:gd name="connsiteX36" fmla="*/ 449438 w 1428906"/>
                  <a:gd name="connsiteY36" fmla="*/ 87088 h 98743"/>
                  <a:gd name="connsiteX37" fmla="*/ 450494 w 1428906"/>
                  <a:gd name="connsiteY37" fmla="*/ 86979 h 98743"/>
                  <a:gd name="connsiteX38" fmla="*/ 491094 w 1428906"/>
                  <a:gd name="connsiteY38" fmla="*/ 76633 h 98743"/>
                  <a:gd name="connsiteX39" fmla="*/ 531531 w 1428906"/>
                  <a:gd name="connsiteY39" fmla="*/ 65283 h 98743"/>
                  <a:gd name="connsiteX40" fmla="*/ 571358 w 1428906"/>
                  <a:gd name="connsiteY40" fmla="*/ 47756 h 98743"/>
                  <a:gd name="connsiteX41" fmla="*/ 610535 w 1428906"/>
                  <a:gd name="connsiteY41" fmla="*/ 25472 h 98743"/>
                  <a:gd name="connsiteX42" fmla="*/ 648493 w 1428906"/>
                  <a:gd name="connsiteY42" fmla="*/ 5260 h 98743"/>
                  <a:gd name="connsiteX43" fmla="*/ 750987 w 1428906"/>
                  <a:gd name="connsiteY43" fmla="*/ 2816 h 98743"/>
                  <a:gd name="connsiteX44" fmla="*/ 854253 w 1428906"/>
                  <a:gd name="connsiteY44" fmla="*/ 3034 h 98743"/>
                  <a:gd name="connsiteX45" fmla="*/ 879246 w 1428906"/>
                  <a:gd name="connsiteY45" fmla="*/ 4584 h 98743"/>
                  <a:gd name="connsiteX46" fmla="*/ 895462 w 1428906"/>
                  <a:gd name="connsiteY46" fmla="*/ 3732 h 98743"/>
                  <a:gd name="connsiteX47" fmla="*/ 927933 w 1428906"/>
                  <a:gd name="connsiteY47" fmla="*/ 4802 h 98743"/>
                  <a:gd name="connsiteX48" fmla="*/ 1006409 w 1428906"/>
                  <a:gd name="connsiteY48" fmla="*/ 9495 h 98743"/>
                  <a:gd name="connsiteX49" fmla="*/ 1026323 w 1428906"/>
                  <a:gd name="connsiteY49" fmla="*/ 11743 h 98743"/>
                  <a:gd name="connsiteX50" fmla="*/ 1053064 w 1428906"/>
                  <a:gd name="connsiteY50" fmla="*/ 12965 h 98743"/>
                  <a:gd name="connsiteX51" fmla="*/ 1062858 w 1428906"/>
                  <a:gd name="connsiteY51" fmla="*/ 12965 h 98743"/>
                  <a:gd name="connsiteX52" fmla="*/ 1107603 w 1428906"/>
                  <a:gd name="connsiteY52" fmla="*/ 14929 h 98743"/>
                  <a:gd name="connsiteX53" fmla="*/ 1130686 w 1428906"/>
                  <a:gd name="connsiteY53" fmla="*/ 13969 h 98743"/>
                  <a:gd name="connsiteX54" fmla="*/ 1178113 w 1428906"/>
                  <a:gd name="connsiteY54" fmla="*/ 14929 h 98743"/>
                  <a:gd name="connsiteX55" fmla="*/ 1200871 w 1428906"/>
                  <a:gd name="connsiteY55" fmla="*/ 17068 h 98743"/>
                  <a:gd name="connsiteX56" fmla="*/ 1235009 w 1428906"/>
                  <a:gd name="connsiteY56" fmla="*/ 18880 h 98743"/>
                  <a:gd name="connsiteX57" fmla="*/ 1336325 w 1428906"/>
                  <a:gd name="connsiteY57" fmla="*/ 17068 h 98743"/>
                  <a:gd name="connsiteX58" fmla="*/ 1388466 w 1428906"/>
                  <a:gd name="connsiteY58" fmla="*/ 13860 h 98743"/>
                  <a:gd name="connsiteX59" fmla="*/ 1414597 w 1428906"/>
                  <a:gd name="connsiteY59" fmla="*/ 13052 h 98743"/>
                  <a:gd name="connsiteX60" fmla="*/ 1426505 w 1428906"/>
                  <a:gd name="connsiteY60" fmla="*/ 12572 h 98743"/>
                  <a:gd name="connsiteX61" fmla="*/ 1428902 w 1428906"/>
                  <a:gd name="connsiteY61" fmla="*/ 11088 h 98743"/>
                  <a:gd name="connsiteX62" fmla="*/ 1426180 w 1428906"/>
                  <a:gd name="connsiteY62" fmla="*/ 9756 h 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428906" h="98743">
                    <a:moveTo>
                      <a:pt x="1426098" y="9778"/>
                    </a:moveTo>
                    <a:lnTo>
                      <a:pt x="1387978" y="11044"/>
                    </a:lnTo>
                    <a:lnTo>
                      <a:pt x="1335877" y="14253"/>
                    </a:lnTo>
                    <a:lnTo>
                      <a:pt x="1235050" y="16064"/>
                    </a:lnTo>
                    <a:lnTo>
                      <a:pt x="1201481" y="14296"/>
                    </a:lnTo>
                    <a:lnTo>
                      <a:pt x="1178357" y="12114"/>
                    </a:lnTo>
                    <a:lnTo>
                      <a:pt x="1130483" y="11219"/>
                    </a:lnTo>
                    <a:lnTo>
                      <a:pt x="1107521" y="12179"/>
                    </a:lnTo>
                    <a:lnTo>
                      <a:pt x="1063021" y="10215"/>
                    </a:lnTo>
                    <a:lnTo>
                      <a:pt x="1053226" y="10149"/>
                    </a:lnTo>
                    <a:lnTo>
                      <a:pt x="1026973" y="8971"/>
                    </a:lnTo>
                    <a:lnTo>
                      <a:pt x="1007141" y="6723"/>
                    </a:lnTo>
                    <a:lnTo>
                      <a:pt x="928299" y="1986"/>
                    </a:lnTo>
                    <a:lnTo>
                      <a:pt x="895259" y="917"/>
                    </a:lnTo>
                    <a:lnTo>
                      <a:pt x="879206" y="1768"/>
                    </a:lnTo>
                    <a:lnTo>
                      <a:pt x="854456" y="218"/>
                    </a:lnTo>
                    <a:lnTo>
                      <a:pt x="750783" y="0"/>
                    </a:lnTo>
                    <a:lnTo>
                      <a:pt x="647192" y="2510"/>
                    </a:lnTo>
                    <a:cubicBezTo>
                      <a:pt x="646582" y="2510"/>
                      <a:pt x="646013" y="2619"/>
                      <a:pt x="645566" y="2881"/>
                    </a:cubicBezTo>
                    <a:lnTo>
                      <a:pt x="606837" y="23442"/>
                    </a:lnTo>
                    <a:lnTo>
                      <a:pt x="567903" y="45661"/>
                    </a:lnTo>
                    <a:lnTo>
                      <a:pt x="528726" y="62882"/>
                    </a:lnTo>
                    <a:lnTo>
                      <a:pt x="488818" y="74123"/>
                    </a:lnTo>
                    <a:lnTo>
                      <a:pt x="448788" y="84250"/>
                    </a:lnTo>
                    <a:lnTo>
                      <a:pt x="342229" y="84622"/>
                    </a:lnTo>
                    <a:cubicBezTo>
                      <a:pt x="341864" y="84622"/>
                      <a:pt x="341457" y="84665"/>
                      <a:pt x="341132" y="84774"/>
                    </a:cubicBezTo>
                    <a:lnTo>
                      <a:pt x="299883" y="95906"/>
                    </a:lnTo>
                    <a:lnTo>
                      <a:pt x="192877" y="94312"/>
                    </a:lnTo>
                    <a:lnTo>
                      <a:pt x="85303" y="90646"/>
                    </a:lnTo>
                    <a:lnTo>
                      <a:pt x="0" y="85735"/>
                    </a:lnTo>
                    <a:lnTo>
                      <a:pt x="0" y="88550"/>
                    </a:lnTo>
                    <a:lnTo>
                      <a:pt x="84938" y="93461"/>
                    </a:lnTo>
                    <a:lnTo>
                      <a:pt x="192634" y="97084"/>
                    </a:lnTo>
                    <a:lnTo>
                      <a:pt x="300370" y="98743"/>
                    </a:lnTo>
                    <a:cubicBezTo>
                      <a:pt x="300817" y="98743"/>
                      <a:pt x="301183" y="98700"/>
                      <a:pt x="301589" y="98590"/>
                    </a:cubicBezTo>
                    <a:lnTo>
                      <a:pt x="342920" y="87459"/>
                    </a:lnTo>
                    <a:lnTo>
                      <a:pt x="449438" y="87088"/>
                    </a:lnTo>
                    <a:cubicBezTo>
                      <a:pt x="449804" y="87088"/>
                      <a:pt x="450129" y="87022"/>
                      <a:pt x="450494" y="86979"/>
                    </a:cubicBezTo>
                    <a:lnTo>
                      <a:pt x="491094" y="76633"/>
                    </a:lnTo>
                    <a:lnTo>
                      <a:pt x="531531" y="65283"/>
                    </a:lnTo>
                    <a:lnTo>
                      <a:pt x="571358" y="47756"/>
                    </a:lnTo>
                    <a:lnTo>
                      <a:pt x="610535" y="25472"/>
                    </a:lnTo>
                    <a:lnTo>
                      <a:pt x="648493" y="5260"/>
                    </a:lnTo>
                    <a:lnTo>
                      <a:pt x="750987" y="2816"/>
                    </a:lnTo>
                    <a:lnTo>
                      <a:pt x="854253" y="3034"/>
                    </a:lnTo>
                    <a:lnTo>
                      <a:pt x="879246" y="4584"/>
                    </a:lnTo>
                    <a:lnTo>
                      <a:pt x="895462" y="3732"/>
                    </a:lnTo>
                    <a:lnTo>
                      <a:pt x="927933" y="4802"/>
                    </a:lnTo>
                    <a:lnTo>
                      <a:pt x="1006409" y="9495"/>
                    </a:lnTo>
                    <a:lnTo>
                      <a:pt x="1026323" y="11743"/>
                    </a:lnTo>
                    <a:lnTo>
                      <a:pt x="1053064" y="12965"/>
                    </a:lnTo>
                    <a:lnTo>
                      <a:pt x="1062858" y="12965"/>
                    </a:lnTo>
                    <a:lnTo>
                      <a:pt x="1107603" y="14929"/>
                    </a:lnTo>
                    <a:lnTo>
                      <a:pt x="1130686" y="13969"/>
                    </a:lnTo>
                    <a:lnTo>
                      <a:pt x="1178113" y="14929"/>
                    </a:lnTo>
                    <a:lnTo>
                      <a:pt x="1200871" y="17068"/>
                    </a:lnTo>
                    <a:lnTo>
                      <a:pt x="1235009" y="18880"/>
                    </a:lnTo>
                    <a:lnTo>
                      <a:pt x="1336325" y="17068"/>
                    </a:lnTo>
                    <a:lnTo>
                      <a:pt x="1388466" y="13860"/>
                    </a:lnTo>
                    <a:lnTo>
                      <a:pt x="1414597" y="13052"/>
                    </a:lnTo>
                    <a:lnTo>
                      <a:pt x="1426505" y="12572"/>
                    </a:lnTo>
                    <a:cubicBezTo>
                      <a:pt x="1427886" y="12528"/>
                      <a:pt x="1428984" y="11830"/>
                      <a:pt x="1428902" y="11088"/>
                    </a:cubicBezTo>
                    <a:cubicBezTo>
                      <a:pt x="1428740" y="10280"/>
                      <a:pt x="1427521" y="9756"/>
                      <a:pt x="1426180" y="975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5" name="Freeform: Shape 814">
                <a:extLst>
                  <a:ext uri="{FF2B5EF4-FFF2-40B4-BE49-F238E27FC236}">
                    <a16:creationId xmlns:a16="http://schemas.microsoft.com/office/drawing/2014/main" id="{4EDEDB4D-7CBA-40CF-9445-82978802A74E}"/>
                  </a:ext>
                </a:extLst>
              </p:cNvPr>
              <p:cNvSpPr/>
              <p:nvPr/>
            </p:nvSpPr>
            <p:spPr>
              <a:xfrm>
                <a:off x="8562929" y="5699290"/>
                <a:ext cx="1917946" cy="33743"/>
              </a:xfrm>
              <a:custGeom>
                <a:avLst/>
                <a:gdLst>
                  <a:gd name="connsiteX0" fmla="*/ 239451 w 1917946"/>
                  <a:gd name="connsiteY0" fmla="*/ 33722 h 33743"/>
                  <a:gd name="connsiteX1" fmla="*/ 227137 w 1917946"/>
                  <a:gd name="connsiteY1" fmla="*/ 33089 h 33743"/>
                  <a:gd name="connsiteX2" fmla="*/ 216611 w 1917946"/>
                  <a:gd name="connsiteY2" fmla="*/ 32980 h 33743"/>
                  <a:gd name="connsiteX3" fmla="*/ 203525 w 1917946"/>
                  <a:gd name="connsiteY3" fmla="*/ 32565 h 33743"/>
                  <a:gd name="connsiteX4" fmla="*/ 166990 w 1917946"/>
                  <a:gd name="connsiteY4" fmla="*/ 32391 h 33743"/>
                  <a:gd name="connsiteX5" fmla="*/ 152725 w 1917946"/>
                  <a:gd name="connsiteY5" fmla="*/ 32391 h 33743"/>
                  <a:gd name="connsiteX6" fmla="*/ 151018 w 1917946"/>
                  <a:gd name="connsiteY6" fmla="*/ 32020 h 33743"/>
                  <a:gd name="connsiteX7" fmla="*/ 150124 w 1917946"/>
                  <a:gd name="connsiteY7" fmla="*/ 31605 h 33743"/>
                  <a:gd name="connsiteX8" fmla="*/ 138339 w 1917946"/>
                  <a:gd name="connsiteY8" fmla="*/ 26912 h 33743"/>
                  <a:gd name="connsiteX9" fmla="*/ 126430 w 1917946"/>
                  <a:gd name="connsiteY9" fmla="*/ 23507 h 33743"/>
                  <a:gd name="connsiteX10" fmla="*/ 73274 w 1917946"/>
                  <a:gd name="connsiteY10" fmla="*/ 21368 h 33743"/>
                  <a:gd name="connsiteX11" fmla="*/ 67219 w 1917946"/>
                  <a:gd name="connsiteY11" fmla="*/ 20844 h 33743"/>
                  <a:gd name="connsiteX12" fmla="*/ 63033 w 1917946"/>
                  <a:gd name="connsiteY12" fmla="*/ 20211 h 33743"/>
                  <a:gd name="connsiteX13" fmla="*/ 51531 w 1917946"/>
                  <a:gd name="connsiteY13" fmla="*/ 17549 h 33743"/>
                  <a:gd name="connsiteX14" fmla="*/ 30277 w 1917946"/>
                  <a:gd name="connsiteY14" fmla="*/ 12267 h 33743"/>
                  <a:gd name="connsiteX15" fmla="*/ 20239 w 1917946"/>
                  <a:gd name="connsiteY15" fmla="*/ 10346 h 33743"/>
                  <a:gd name="connsiteX16" fmla="*/ 11013 w 1917946"/>
                  <a:gd name="connsiteY16" fmla="*/ 9014 h 33743"/>
                  <a:gd name="connsiteX17" fmla="*/ 2478 w 1917946"/>
                  <a:gd name="connsiteY17" fmla="*/ 8752 h 33743"/>
                  <a:gd name="connsiteX18" fmla="*/ 0 w 1917946"/>
                  <a:gd name="connsiteY18" fmla="*/ 7268 h 33743"/>
                  <a:gd name="connsiteX19" fmla="*/ 2682 w 1917946"/>
                  <a:gd name="connsiteY19" fmla="*/ 5937 h 33743"/>
                  <a:gd name="connsiteX20" fmla="*/ 11704 w 1917946"/>
                  <a:gd name="connsiteY20" fmla="*/ 6264 h 33743"/>
                  <a:gd name="connsiteX21" fmla="*/ 21743 w 1917946"/>
                  <a:gd name="connsiteY21" fmla="*/ 7639 h 33743"/>
                  <a:gd name="connsiteX22" fmla="*/ 32065 w 1917946"/>
                  <a:gd name="connsiteY22" fmla="*/ 9669 h 33743"/>
                  <a:gd name="connsiteX23" fmla="*/ 64699 w 1917946"/>
                  <a:gd name="connsiteY23" fmla="*/ 17549 h 33743"/>
                  <a:gd name="connsiteX24" fmla="*/ 68275 w 1917946"/>
                  <a:gd name="connsiteY24" fmla="*/ 18138 h 33743"/>
                  <a:gd name="connsiteX25" fmla="*/ 73843 w 1917946"/>
                  <a:gd name="connsiteY25" fmla="*/ 18618 h 33743"/>
                  <a:gd name="connsiteX26" fmla="*/ 127731 w 1917946"/>
                  <a:gd name="connsiteY26" fmla="*/ 20757 h 33743"/>
                  <a:gd name="connsiteX27" fmla="*/ 128625 w 1917946"/>
                  <a:gd name="connsiteY27" fmla="*/ 20910 h 33743"/>
                  <a:gd name="connsiteX28" fmla="*/ 141021 w 1917946"/>
                  <a:gd name="connsiteY28" fmla="*/ 24533 h 33743"/>
                  <a:gd name="connsiteX29" fmla="*/ 153701 w 1917946"/>
                  <a:gd name="connsiteY29" fmla="*/ 29597 h 33743"/>
                  <a:gd name="connsiteX30" fmla="*/ 166990 w 1917946"/>
                  <a:gd name="connsiteY30" fmla="*/ 29597 h 33743"/>
                  <a:gd name="connsiteX31" fmla="*/ 203687 w 1917946"/>
                  <a:gd name="connsiteY31" fmla="*/ 29750 h 33743"/>
                  <a:gd name="connsiteX32" fmla="*/ 216774 w 1917946"/>
                  <a:gd name="connsiteY32" fmla="*/ 30164 h 33743"/>
                  <a:gd name="connsiteX33" fmla="*/ 230347 w 1917946"/>
                  <a:gd name="connsiteY33" fmla="*/ 30317 h 33743"/>
                  <a:gd name="connsiteX34" fmla="*/ 239573 w 1917946"/>
                  <a:gd name="connsiteY34" fmla="*/ 30950 h 33743"/>
                  <a:gd name="connsiteX35" fmla="*/ 247416 w 1917946"/>
                  <a:gd name="connsiteY35" fmla="*/ 30841 h 33743"/>
                  <a:gd name="connsiteX36" fmla="*/ 257942 w 1917946"/>
                  <a:gd name="connsiteY36" fmla="*/ 30033 h 33743"/>
                  <a:gd name="connsiteX37" fmla="*/ 313903 w 1917946"/>
                  <a:gd name="connsiteY37" fmla="*/ 29400 h 33743"/>
                  <a:gd name="connsiteX38" fmla="*/ 325405 w 1917946"/>
                  <a:gd name="connsiteY38" fmla="*/ 30208 h 33743"/>
                  <a:gd name="connsiteX39" fmla="*/ 334142 w 1917946"/>
                  <a:gd name="connsiteY39" fmla="*/ 30099 h 33743"/>
                  <a:gd name="connsiteX40" fmla="*/ 368686 w 1917946"/>
                  <a:gd name="connsiteY40" fmla="*/ 27065 h 33743"/>
                  <a:gd name="connsiteX41" fmla="*/ 391119 w 1917946"/>
                  <a:gd name="connsiteY41" fmla="*/ 26039 h 33743"/>
                  <a:gd name="connsiteX42" fmla="*/ 393111 w 1917946"/>
                  <a:gd name="connsiteY42" fmla="*/ 26039 h 33743"/>
                  <a:gd name="connsiteX43" fmla="*/ 403433 w 1917946"/>
                  <a:gd name="connsiteY43" fmla="*/ 26956 h 33743"/>
                  <a:gd name="connsiteX44" fmla="*/ 404124 w 1917946"/>
                  <a:gd name="connsiteY44" fmla="*/ 27065 h 33743"/>
                  <a:gd name="connsiteX45" fmla="*/ 413065 w 1917946"/>
                  <a:gd name="connsiteY45" fmla="*/ 28396 h 33743"/>
                  <a:gd name="connsiteX46" fmla="*/ 414853 w 1917946"/>
                  <a:gd name="connsiteY46" fmla="*/ 28244 h 33743"/>
                  <a:gd name="connsiteX47" fmla="*/ 430053 w 1917946"/>
                  <a:gd name="connsiteY47" fmla="*/ 25734 h 33743"/>
                  <a:gd name="connsiteX48" fmla="*/ 470936 w 1917946"/>
                  <a:gd name="connsiteY48" fmla="*/ 21106 h 33743"/>
                  <a:gd name="connsiteX49" fmla="*/ 476707 w 1917946"/>
                  <a:gd name="connsiteY49" fmla="*/ 19884 h 33743"/>
                  <a:gd name="connsiteX50" fmla="*/ 490281 w 1917946"/>
                  <a:gd name="connsiteY50" fmla="*/ 18182 h 33743"/>
                  <a:gd name="connsiteX51" fmla="*/ 530880 w 1917946"/>
                  <a:gd name="connsiteY51" fmla="*/ 14820 h 33743"/>
                  <a:gd name="connsiteX52" fmla="*/ 541487 w 1917946"/>
                  <a:gd name="connsiteY52" fmla="*/ 14340 h 33743"/>
                  <a:gd name="connsiteX53" fmla="*/ 553070 w 1917946"/>
                  <a:gd name="connsiteY53" fmla="*/ 14864 h 33743"/>
                  <a:gd name="connsiteX54" fmla="*/ 561604 w 1917946"/>
                  <a:gd name="connsiteY54" fmla="*/ 14384 h 33743"/>
                  <a:gd name="connsiteX55" fmla="*/ 566562 w 1917946"/>
                  <a:gd name="connsiteY55" fmla="*/ 12245 h 33743"/>
                  <a:gd name="connsiteX56" fmla="*/ 567741 w 1917946"/>
                  <a:gd name="connsiteY56" fmla="*/ 11917 h 33743"/>
                  <a:gd name="connsiteX57" fmla="*/ 583103 w 1917946"/>
                  <a:gd name="connsiteY57" fmla="*/ 10804 h 33743"/>
                  <a:gd name="connsiteX58" fmla="*/ 585988 w 1917946"/>
                  <a:gd name="connsiteY58" fmla="*/ 11830 h 33743"/>
                  <a:gd name="connsiteX59" fmla="*/ 586313 w 1917946"/>
                  <a:gd name="connsiteY59" fmla="*/ 12354 h 33743"/>
                  <a:gd name="connsiteX60" fmla="*/ 614883 w 1917946"/>
                  <a:gd name="connsiteY60" fmla="*/ 10171 h 33743"/>
                  <a:gd name="connsiteX61" fmla="*/ 620045 w 1917946"/>
                  <a:gd name="connsiteY61" fmla="*/ 8403 h 33743"/>
                  <a:gd name="connsiteX62" fmla="*/ 621548 w 1917946"/>
                  <a:gd name="connsiteY62" fmla="*/ 8185 h 33743"/>
                  <a:gd name="connsiteX63" fmla="*/ 634228 w 1917946"/>
                  <a:gd name="connsiteY63" fmla="*/ 8512 h 33743"/>
                  <a:gd name="connsiteX64" fmla="*/ 635407 w 1917946"/>
                  <a:gd name="connsiteY64" fmla="*/ 8731 h 33743"/>
                  <a:gd name="connsiteX65" fmla="*/ 645526 w 1917946"/>
                  <a:gd name="connsiteY65" fmla="*/ 12026 h 33743"/>
                  <a:gd name="connsiteX66" fmla="*/ 710428 w 1917946"/>
                  <a:gd name="connsiteY66" fmla="*/ 4518 h 33743"/>
                  <a:gd name="connsiteX67" fmla="*/ 738591 w 1917946"/>
                  <a:gd name="connsiteY67" fmla="*/ 480 h 33743"/>
                  <a:gd name="connsiteX68" fmla="*/ 753587 w 1917946"/>
                  <a:gd name="connsiteY68" fmla="*/ 0 h 33743"/>
                  <a:gd name="connsiteX69" fmla="*/ 767283 w 1917946"/>
                  <a:gd name="connsiteY69" fmla="*/ 960 h 33743"/>
                  <a:gd name="connsiteX70" fmla="*/ 829869 w 1917946"/>
                  <a:gd name="connsiteY70" fmla="*/ 306 h 33743"/>
                  <a:gd name="connsiteX71" fmla="*/ 830559 w 1917946"/>
                  <a:gd name="connsiteY71" fmla="*/ 306 h 33743"/>
                  <a:gd name="connsiteX72" fmla="*/ 844865 w 1917946"/>
                  <a:gd name="connsiteY72" fmla="*/ 2292 h 33743"/>
                  <a:gd name="connsiteX73" fmla="*/ 902411 w 1917946"/>
                  <a:gd name="connsiteY73" fmla="*/ 5217 h 33743"/>
                  <a:gd name="connsiteX74" fmla="*/ 903183 w 1917946"/>
                  <a:gd name="connsiteY74" fmla="*/ 4584 h 33743"/>
                  <a:gd name="connsiteX75" fmla="*/ 905093 w 1917946"/>
                  <a:gd name="connsiteY75" fmla="*/ 3929 h 33743"/>
                  <a:gd name="connsiteX76" fmla="*/ 917692 w 1917946"/>
                  <a:gd name="connsiteY76" fmla="*/ 3143 h 33743"/>
                  <a:gd name="connsiteX77" fmla="*/ 936833 w 1917946"/>
                  <a:gd name="connsiteY77" fmla="*/ 4213 h 33743"/>
                  <a:gd name="connsiteX78" fmla="*/ 954105 w 1917946"/>
                  <a:gd name="connsiteY78" fmla="*/ 5435 h 33743"/>
                  <a:gd name="connsiteX79" fmla="*/ 967801 w 1917946"/>
                  <a:gd name="connsiteY79" fmla="*/ 8032 h 33743"/>
                  <a:gd name="connsiteX80" fmla="*/ 1020389 w 1917946"/>
                  <a:gd name="connsiteY80" fmla="*/ 12026 h 33743"/>
                  <a:gd name="connsiteX81" fmla="*/ 1027826 w 1917946"/>
                  <a:gd name="connsiteY81" fmla="*/ 10477 h 33743"/>
                  <a:gd name="connsiteX82" fmla="*/ 1028720 w 1917946"/>
                  <a:gd name="connsiteY82" fmla="*/ 10411 h 33743"/>
                  <a:gd name="connsiteX83" fmla="*/ 1044570 w 1917946"/>
                  <a:gd name="connsiteY83" fmla="*/ 10673 h 33743"/>
                  <a:gd name="connsiteX84" fmla="*/ 1053511 w 1917946"/>
                  <a:gd name="connsiteY84" fmla="*/ 11939 h 33743"/>
                  <a:gd name="connsiteX85" fmla="*/ 1057982 w 1917946"/>
                  <a:gd name="connsiteY85" fmla="*/ 12048 h 33743"/>
                  <a:gd name="connsiteX86" fmla="*/ 1063833 w 1917946"/>
                  <a:gd name="connsiteY86" fmla="*/ 11088 h 33743"/>
                  <a:gd name="connsiteX87" fmla="*/ 1078220 w 1917946"/>
                  <a:gd name="connsiteY87" fmla="*/ 9495 h 33743"/>
                  <a:gd name="connsiteX88" fmla="*/ 1079399 w 1917946"/>
                  <a:gd name="connsiteY88" fmla="*/ 9538 h 33743"/>
                  <a:gd name="connsiteX89" fmla="*/ 1099840 w 1917946"/>
                  <a:gd name="connsiteY89" fmla="*/ 12790 h 33743"/>
                  <a:gd name="connsiteX90" fmla="*/ 1100450 w 1917946"/>
                  <a:gd name="connsiteY90" fmla="*/ 12965 h 33743"/>
                  <a:gd name="connsiteX91" fmla="*/ 1102157 w 1917946"/>
                  <a:gd name="connsiteY91" fmla="*/ 13598 h 33743"/>
                  <a:gd name="connsiteX92" fmla="*/ 1106302 w 1917946"/>
                  <a:gd name="connsiteY92" fmla="*/ 13074 h 33743"/>
                  <a:gd name="connsiteX93" fmla="*/ 1168115 w 1917946"/>
                  <a:gd name="connsiteY93" fmla="*/ 11219 h 33743"/>
                  <a:gd name="connsiteX94" fmla="*/ 1226840 w 1917946"/>
                  <a:gd name="connsiteY94" fmla="*/ 10477 h 33743"/>
                  <a:gd name="connsiteX95" fmla="*/ 1279753 w 1917946"/>
                  <a:gd name="connsiteY95" fmla="*/ 10302 h 33743"/>
                  <a:gd name="connsiteX96" fmla="*/ 1309421 w 1917946"/>
                  <a:gd name="connsiteY96" fmla="*/ 11634 h 33743"/>
                  <a:gd name="connsiteX97" fmla="*/ 1371437 w 1917946"/>
                  <a:gd name="connsiteY97" fmla="*/ 13009 h 33743"/>
                  <a:gd name="connsiteX98" fmla="*/ 1433251 w 1917946"/>
                  <a:gd name="connsiteY98" fmla="*/ 13052 h 33743"/>
                  <a:gd name="connsiteX99" fmla="*/ 1435323 w 1917946"/>
                  <a:gd name="connsiteY99" fmla="*/ 12638 h 33743"/>
                  <a:gd name="connsiteX100" fmla="*/ 1480149 w 1917946"/>
                  <a:gd name="connsiteY100" fmla="*/ 13904 h 33743"/>
                  <a:gd name="connsiteX101" fmla="*/ 1567159 w 1917946"/>
                  <a:gd name="connsiteY101" fmla="*/ 14602 h 33743"/>
                  <a:gd name="connsiteX102" fmla="*/ 1624096 w 1917946"/>
                  <a:gd name="connsiteY102" fmla="*/ 15977 h 33743"/>
                  <a:gd name="connsiteX103" fmla="*/ 1659900 w 1917946"/>
                  <a:gd name="connsiteY103" fmla="*/ 18160 h 33743"/>
                  <a:gd name="connsiteX104" fmla="*/ 1660794 w 1917946"/>
                  <a:gd name="connsiteY104" fmla="*/ 18269 h 33743"/>
                  <a:gd name="connsiteX105" fmla="*/ 1672702 w 1917946"/>
                  <a:gd name="connsiteY105" fmla="*/ 21630 h 33743"/>
                  <a:gd name="connsiteX106" fmla="*/ 1704726 w 1917946"/>
                  <a:gd name="connsiteY106" fmla="*/ 26803 h 33743"/>
                  <a:gd name="connsiteX107" fmla="*/ 1769506 w 1917946"/>
                  <a:gd name="connsiteY107" fmla="*/ 27916 h 33743"/>
                  <a:gd name="connsiteX108" fmla="*/ 1834774 w 1917946"/>
                  <a:gd name="connsiteY108" fmla="*/ 29313 h 33743"/>
                  <a:gd name="connsiteX109" fmla="*/ 1881103 w 1917946"/>
                  <a:gd name="connsiteY109" fmla="*/ 27807 h 33743"/>
                  <a:gd name="connsiteX110" fmla="*/ 1909795 w 1917946"/>
                  <a:gd name="connsiteY110" fmla="*/ 25035 h 33743"/>
                  <a:gd name="connsiteX111" fmla="*/ 1914753 w 1917946"/>
                  <a:gd name="connsiteY111" fmla="*/ 24293 h 33743"/>
                  <a:gd name="connsiteX112" fmla="*/ 1917842 w 1917946"/>
                  <a:gd name="connsiteY112" fmla="*/ 25253 h 33743"/>
                  <a:gd name="connsiteX113" fmla="*/ 1916054 w 1917946"/>
                  <a:gd name="connsiteY113" fmla="*/ 27021 h 33743"/>
                  <a:gd name="connsiteX114" fmla="*/ 1910893 w 1917946"/>
                  <a:gd name="connsiteY114" fmla="*/ 27763 h 33743"/>
                  <a:gd name="connsiteX115" fmla="*/ 1881713 w 1917946"/>
                  <a:gd name="connsiteY115" fmla="*/ 30601 h 33743"/>
                  <a:gd name="connsiteX116" fmla="*/ 1834774 w 1917946"/>
                  <a:gd name="connsiteY116" fmla="*/ 32151 h 33743"/>
                  <a:gd name="connsiteX117" fmla="*/ 1769303 w 1917946"/>
                  <a:gd name="connsiteY117" fmla="*/ 30754 h 33743"/>
                  <a:gd name="connsiteX118" fmla="*/ 1704239 w 1917946"/>
                  <a:gd name="connsiteY118" fmla="*/ 29640 h 33743"/>
                  <a:gd name="connsiteX119" fmla="*/ 1703629 w 1917946"/>
                  <a:gd name="connsiteY119" fmla="*/ 29597 h 33743"/>
                  <a:gd name="connsiteX120" fmla="*/ 1670791 w 1917946"/>
                  <a:gd name="connsiteY120" fmla="*/ 24271 h 33743"/>
                  <a:gd name="connsiteX121" fmla="*/ 1658884 w 1917946"/>
                  <a:gd name="connsiteY121" fmla="*/ 20975 h 33743"/>
                  <a:gd name="connsiteX122" fmla="*/ 1623649 w 1917946"/>
                  <a:gd name="connsiteY122" fmla="*/ 18793 h 33743"/>
                  <a:gd name="connsiteX123" fmla="*/ 1560535 w 1917946"/>
                  <a:gd name="connsiteY123" fmla="*/ 17243 h 33743"/>
                  <a:gd name="connsiteX124" fmla="*/ 1475232 w 1917946"/>
                  <a:gd name="connsiteY124" fmla="*/ 16763 h 33743"/>
                  <a:gd name="connsiteX125" fmla="*/ 1436136 w 1917946"/>
                  <a:gd name="connsiteY125" fmla="*/ 15497 h 33743"/>
                  <a:gd name="connsiteX126" fmla="*/ 1434348 w 1917946"/>
                  <a:gd name="connsiteY126" fmla="*/ 15912 h 33743"/>
                  <a:gd name="connsiteX127" fmla="*/ 1434348 w 1917946"/>
                  <a:gd name="connsiteY127" fmla="*/ 15912 h 33743"/>
                  <a:gd name="connsiteX128" fmla="*/ 1371234 w 1917946"/>
                  <a:gd name="connsiteY128" fmla="*/ 15846 h 33743"/>
                  <a:gd name="connsiteX129" fmla="*/ 1309136 w 1917946"/>
                  <a:gd name="connsiteY129" fmla="*/ 14471 h 33743"/>
                  <a:gd name="connsiteX130" fmla="*/ 1293653 w 1917946"/>
                  <a:gd name="connsiteY130" fmla="*/ 13925 h 33743"/>
                  <a:gd name="connsiteX131" fmla="*/ 1279470 w 1917946"/>
                  <a:gd name="connsiteY131" fmla="*/ 13140 h 33743"/>
                  <a:gd name="connsiteX132" fmla="*/ 1226759 w 1917946"/>
                  <a:gd name="connsiteY132" fmla="*/ 13249 h 33743"/>
                  <a:gd name="connsiteX133" fmla="*/ 1168237 w 1917946"/>
                  <a:gd name="connsiteY133" fmla="*/ 14056 h 33743"/>
                  <a:gd name="connsiteX134" fmla="*/ 1106911 w 1917946"/>
                  <a:gd name="connsiteY134" fmla="*/ 15868 h 33743"/>
                  <a:gd name="connsiteX135" fmla="*/ 1102238 w 1917946"/>
                  <a:gd name="connsiteY135" fmla="*/ 16501 h 33743"/>
                  <a:gd name="connsiteX136" fmla="*/ 1100247 w 1917946"/>
                  <a:gd name="connsiteY136" fmla="*/ 16283 h 33743"/>
                  <a:gd name="connsiteX137" fmla="*/ 1097889 w 1917946"/>
                  <a:gd name="connsiteY137" fmla="*/ 15497 h 33743"/>
                  <a:gd name="connsiteX138" fmla="*/ 1078545 w 1917946"/>
                  <a:gd name="connsiteY138" fmla="*/ 12354 h 33743"/>
                  <a:gd name="connsiteX139" fmla="*/ 1064971 w 1917946"/>
                  <a:gd name="connsiteY139" fmla="*/ 13838 h 33743"/>
                  <a:gd name="connsiteX140" fmla="*/ 1058998 w 1917946"/>
                  <a:gd name="connsiteY140" fmla="*/ 14842 h 33743"/>
                  <a:gd name="connsiteX141" fmla="*/ 1058103 w 1917946"/>
                  <a:gd name="connsiteY141" fmla="*/ 14908 h 33743"/>
                  <a:gd name="connsiteX142" fmla="*/ 1052657 w 1917946"/>
                  <a:gd name="connsiteY142" fmla="*/ 14755 h 33743"/>
                  <a:gd name="connsiteX143" fmla="*/ 1043717 w 1917946"/>
                  <a:gd name="connsiteY143" fmla="*/ 13489 h 33743"/>
                  <a:gd name="connsiteX144" fmla="*/ 1029045 w 1917946"/>
                  <a:gd name="connsiteY144" fmla="*/ 13271 h 33743"/>
                  <a:gd name="connsiteX145" fmla="*/ 1021487 w 1917946"/>
                  <a:gd name="connsiteY145" fmla="*/ 14820 h 33743"/>
                  <a:gd name="connsiteX146" fmla="*/ 1020186 w 1917946"/>
                  <a:gd name="connsiteY146" fmla="*/ 14864 h 33743"/>
                  <a:gd name="connsiteX147" fmla="*/ 966623 w 1917946"/>
                  <a:gd name="connsiteY147" fmla="*/ 10761 h 33743"/>
                  <a:gd name="connsiteX148" fmla="*/ 952845 w 1917946"/>
                  <a:gd name="connsiteY148" fmla="*/ 8163 h 33743"/>
                  <a:gd name="connsiteX149" fmla="*/ 917611 w 1917946"/>
                  <a:gd name="connsiteY149" fmla="*/ 5980 h 33743"/>
                  <a:gd name="connsiteX150" fmla="*/ 906679 w 1917946"/>
                  <a:gd name="connsiteY150" fmla="*/ 6679 h 33743"/>
                  <a:gd name="connsiteX151" fmla="*/ 905784 w 1917946"/>
                  <a:gd name="connsiteY151" fmla="*/ 7487 h 33743"/>
                  <a:gd name="connsiteX152" fmla="*/ 903305 w 1917946"/>
                  <a:gd name="connsiteY152" fmla="*/ 8119 h 33743"/>
                  <a:gd name="connsiteX153" fmla="*/ 902615 w 1917946"/>
                  <a:gd name="connsiteY153" fmla="*/ 8054 h 33743"/>
                  <a:gd name="connsiteX154" fmla="*/ 843971 w 1917946"/>
                  <a:gd name="connsiteY154" fmla="*/ 5064 h 33743"/>
                  <a:gd name="connsiteX155" fmla="*/ 829584 w 1917946"/>
                  <a:gd name="connsiteY155" fmla="*/ 3099 h 33743"/>
                  <a:gd name="connsiteX156" fmla="*/ 766877 w 1917946"/>
                  <a:gd name="connsiteY156" fmla="*/ 3798 h 33743"/>
                  <a:gd name="connsiteX157" fmla="*/ 753263 w 1917946"/>
                  <a:gd name="connsiteY157" fmla="*/ 2794 h 33743"/>
                  <a:gd name="connsiteX158" fmla="*/ 734527 w 1917946"/>
                  <a:gd name="connsiteY158" fmla="*/ 3798 h 33743"/>
                  <a:gd name="connsiteX159" fmla="*/ 711525 w 1917946"/>
                  <a:gd name="connsiteY159" fmla="*/ 7268 h 33743"/>
                  <a:gd name="connsiteX160" fmla="*/ 645526 w 1917946"/>
                  <a:gd name="connsiteY160" fmla="*/ 14951 h 33743"/>
                  <a:gd name="connsiteX161" fmla="*/ 643656 w 1917946"/>
                  <a:gd name="connsiteY161" fmla="*/ 14798 h 33743"/>
                  <a:gd name="connsiteX162" fmla="*/ 633253 w 1917946"/>
                  <a:gd name="connsiteY162" fmla="*/ 11393 h 33743"/>
                  <a:gd name="connsiteX163" fmla="*/ 621955 w 1917946"/>
                  <a:gd name="connsiteY163" fmla="*/ 11066 h 33743"/>
                  <a:gd name="connsiteX164" fmla="*/ 617119 w 1917946"/>
                  <a:gd name="connsiteY164" fmla="*/ 12769 h 33743"/>
                  <a:gd name="connsiteX165" fmla="*/ 616143 w 1917946"/>
                  <a:gd name="connsiteY165" fmla="*/ 12921 h 33743"/>
                  <a:gd name="connsiteX166" fmla="*/ 584687 w 1917946"/>
                  <a:gd name="connsiteY166" fmla="*/ 15366 h 33743"/>
                  <a:gd name="connsiteX167" fmla="*/ 581924 w 1917946"/>
                  <a:gd name="connsiteY167" fmla="*/ 14296 h 33743"/>
                  <a:gd name="connsiteX168" fmla="*/ 581639 w 1917946"/>
                  <a:gd name="connsiteY168" fmla="*/ 13816 h 33743"/>
                  <a:gd name="connsiteX169" fmla="*/ 579648 w 1917946"/>
                  <a:gd name="connsiteY169" fmla="*/ 13860 h 33743"/>
                  <a:gd name="connsiteX170" fmla="*/ 569123 w 1917946"/>
                  <a:gd name="connsiteY170" fmla="*/ 14711 h 33743"/>
                  <a:gd name="connsiteX171" fmla="*/ 564165 w 1917946"/>
                  <a:gd name="connsiteY171" fmla="*/ 16850 h 33743"/>
                  <a:gd name="connsiteX172" fmla="*/ 562783 w 1917946"/>
                  <a:gd name="connsiteY172" fmla="*/ 17178 h 33743"/>
                  <a:gd name="connsiteX173" fmla="*/ 553070 w 1917946"/>
                  <a:gd name="connsiteY173" fmla="*/ 17658 h 33743"/>
                  <a:gd name="connsiteX174" fmla="*/ 541487 w 1917946"/>
                  <a:gd name="connsiteY174" fmla="*/ 17178 h 33743"/>
                  <a:gd name="connsiteX175" fmla="*/ 522427 w 1917946"/>
                  <a:gd name="connsiteY175" fmla="*/ 18400 h 33743"/>
                  <a:gd name="connsiteX176" fmla="*/ 491256 w 1917946"/>
                  <a:gd name="connsiteY176" fmla="*/ 20953 h 33743"/>
                  <a:gd name="connsiteX177" fmla="*/ 478170 w 1917946"/>
                  <a:gd name="connsiteY177" fmla="*/ 22612 h 33743"/>
                  <a:gd name="connsiteX178" fmla="*/ 472318 w 1917946"/>
                  <a:gd name="connsiteY178" fmla="*/ 23835 h 33743"/>
                  <a:gd name="connsiteX179" fmla="*/ 431231 w 1917946"/>
                  <a:gd name="connsiteY179" fmla="*/ 28462 h 33743"/>
                  <a:gd name="connsiteX180" fmla="*/ 415951 w 1917946"/>
                  <a:gd name="connsiteY180" fmla="*/ 31016 h 33743"/>
                  <a:gd name="connsiteX181" fmla="*/ 413268 w 1917946"/>
                  <a:gd name="connsiteY181" fmla="*/ 31234 h 33743"/>
                  <a:gd name="connsiteX182" fmla="*/ 412171 w 1917946"/>
                  <a:gd name="connsiteY182" fmla="*/ 31190 h 33743"/>
                  <a:gd name="connsiteX183" fmla="*/ 402743 w 1917946"/>
                  <a:gd name="connsiteY183" fmla="*/ 29750 h 33743"/>
                  <a:gd name="connsiteX184" fmla="*/ 391323 w 1917946"/>
                  <a:gd name="connsiteY184" fmla="*/ 28833 h 33743"/>
                  <a:gd name="connsiteX185" fmla="*/ 390916 w 1917946"/>
                  <a:gd name="connsiteY185" fmla="*/ 28898 h 33743"/>
                  <a:gd name="connsiteX186" fmla="*/ 369295 w 1917946"/>
                  <a:gd name="connsiteY186" fmla="*/ 29859 h 33743"/>
                  <a:gd name="connsiteX187" fmla="*/ 334671 w 1917946"/>
                  <a:gd name="connsiteY187" fmla="*/ 32958 h 33743"/>
                  <a:gd name="connsiteX188" fmla="*/ 325120 w 1917946"/>
                  <a:gd name="connsiteY188" fmla="*/ 33067 h 33743"/>
                  <a:gd name="connsiteX189" fmla="*/ 313619 w 1917946"/>
                  <a:gd name="connsiteY189" fmla="*/ 32216 h 33743"/>
                  <a:gd name="connsiteX190" fmla="*/ 294559 w 1917946"/>
                  <a:gd name="connsiteY190" fmla="*/ 32587 h 33743"/>
                  <a:gd name="connsiteX191" fmla="*/ 258349 w 1917946"/>
                  <a:gd name="connsiteY191" fmla="*/ 32893 h 33743"/>
                  <a:gd name="connsiteX192" fmla="*/ 247741 w 1917946"/>
                  <a:gd name="connsiteY192" fmla="*/ 33635 h 33743"/>
                  <a:gd name="connsiteX193" fmla="*/ 239410 w 1917946"/>
                  <a:gd name="connsiteY193" fmla="*/ 33744 h 3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1917946" h="33743">
                    <a:moveTo>
                      <a:pt x="239451" y="33722"/>
                    </a:moveTo>
                    <a:lnTo>
                      <a:pt x="227137" y="33089"/>
                    </a:lnTo>
                    <a:lnTo>
                      <a:pt x="216611" y="32980"/>
                    </a:lnTo>
                    <a:lnTo>
                      <a:pt x="203525" y="32565"/>
                    </a:lnTo>
                    <a:lnTo>
                      <a:pt x="166990" y="32391"/>
                    </a:lnTo>
                    <a:lnTo>
                      <a:pt x="152725" y="32391"/>
                    </a:lnTo>
                    <a:cubicBezTo>
                      <a:pt x="152115" y="32391"/>
                      <a:pt x="151547" y="32238"/>
                      <a:pt x="151018" y="32020"/>
                    </a:cubicBezTo>
                    <a:lnTo>
                      <a:pt x="150124" y="31605"/>
                    </a:lnTo>
                    <a:lnTo>
                      <a:pt x="138339" y="26912"/>
                    </a:lnTo>
                    <a:lnTo>
                      <a:pt x="126430" y="23507"/>
                    </a:lnTo>
                    <a:lnTo>
                      <a:pt x="73274" y="21368"/>
                    </a:lnTo>
                    <a:lnTo>
                      <a:pt x="67219" y="20844"/>
                    </a:lnTo>
                    <a:lnTo>
                      <a:pt x="63033" y="20211"/>
                    </a:lnTo>
                    <a:lnTo>
                      <a:pt x="51531" y="17549"/>
                    </a:lnTo>
                    <a:lnTo>
                      <a:pt x="30277" y="12267"/>
                    </a:lnTo>
                    <a:lnTo>
                      <a:pt x="20239" y="10346"/>
                    </a:lnTo>
                    <a:lnTo>
                      <a:pt x="11013" y="9014"/>
                    </a:lnTo>
                    <a:lnTo>
                      <a:pt x="2478" y="8752"/>
                    </a:lnTo>
                    <a:cubicBezTo>
                      <a:pt x="975" y="8709"/>
                      <a:pt x="0" y="8054"/>
                      <a:pt x="0" y="7268"/>
                    </a:cubicBezTo>
                    <a:cubicBezTo>
                      <a:pt x="81" y="6526"/>
                      <a:pt x="1260" y="5893"/>
                      <a:pt x="2682" y="5937"/>
                    </a:cubicBezTo>
                    <a:lnTo>
                      <a:pt x="11704" y="6264"/>
                    </a:lnTo>
                    <a:lnTo>
                      <a:pt x="21743" y="7639"/>
                    </a:lnTo>
                    <a:lnTo>
                      <a:pt x="32065" y="9669"/>
                    </a:lnTo>
                    <a:lnTo>
                      <a:pt x="64699" y="17549"/>
                    </a:lnTo>
                    <a:lnTo>
                      <a:pt x="68275" y="18138"/>
                    </a:lnTo>
                    <a:lnTo>
                      <a:pt x="73843" y="18618"/>
                    </a:lnTo>
                    <a:lnTo>
                      <a:pt x="127731" y="20757"/>
                    </a:lnTo>
                    <a:cubicBezTo>
                      <a:pt x="128016" y="20801"/>
                      <a:pt x="128301" y="20866"/>
                      <a:pt x="128625" y="20910"/>
                    </a:cubicBezTo>
                    <a:lnTo>
                      <a:pt x="141021" y="24533"/>
                    </a:lnTo>
                    <a:lnTo>
                      <a:pt x="153701" y="29597"/>
                    </a:lnTo>
                    <a:lnTo>
                      <a:pt x="166990" y="29597"/>
                    </a:lnTo>
                    <a:lnTo>
                      <a:pt x="203687" y="29750"/>
                    </a:lnTo>
                    <a:lnTo>
                      <a:pt x="216774" y="30164"/>
                    </a:lnTo>
                    <a:lnTo>
                      <a:pt x="230347" y="30317"/>
                    </a:lnTo>
                    <a:lnTo>
                      <a:pt x="239573" y="30950"/>
                    </a:lnTo>
                    <a:lnTo>
                      <a:pt x="247416" y="30841"/>
                    </a:lnTo>
                    <a:lnTo>
                      <a:pt x="257942" y="30033"/>
                    </a:lnTo>
                    <a:lnTo>
                      <a:pt x="313903" y="29400"/>
                    </a:lnTo>
                    <a:lnTo>
                      <a:pt x="325405" y="30208"/>
                    </a:lnTo>
                    <a:lnTo>
                      <a:pt x="334142" y="30099"/>
                    </a:lnTo>
                    <a:lnTo>
                      <a:pt x="368686" y="27065"/>
                    </a:lnTo>
                    <a:lnTo>
                      <a:pt x="391119" y="26039"/>
                    </a:lnTo>
                    <a:lnTo>
                      <a:pt x="393111" y="26039"/>
                    </a:lnTo>
                    <a:lnTo>
                      <a:pt x="403433" y="26956"/>
                    </a:lnTo>
                    <a:cubicBezTo>
                      <a:pt x="403433" y="26956"/>
                      <a:pt x="404002" y="27021"/>
                      <a:pt x="404124" y="27065"/>
                    </a:cubicBezTo>
                    <a:lnTo>
                      <a:pt x="413065" y="28396"/>
                    </a:lnTo>
                    <a:lnTo>
                      <a:pt x="414853" y="28244"/>
                    </a:lnTo>
                    <a:lnTo>
                      <a:pt x="430053" y="25734"/>
                    </a:lnTo>
                    <a:lnTo>
                      <a:pt x="470936" y="21106"/>
                    </a:lnTo>
                    <a:lnTo>
                      <a:pt x="476707" y="19884"/>
                    </a:lnTo>
                    <a:lnTo>
                      <a:pt x="490281" y="18182"/>
                    </a:lnTo>
                    <a:lnTo>
                      <a:pt x="530880" y="14820"/>
                    </a:lnTo>
                    <a:lnTo>
                      <a:pt x="541487" y="14340"/>
                    </a:lnTo>
                    <a:lnTo>
                      <a:pt x="553070" y="14864"/>
                    </a:lnTo>
                    <a:lnTo>
                      <a:pt x="561604" y="14384"/>
                    </a:lnTo>
                    <a:lnTo>
                      <a:pt x="566562" y="12245"/>
                    </a:lnTo>
                    <a:cubicBezTo>
                      <a:pt x="566887" y="12092"/>
                      <a:pt x="567335" y="11983"/>
                      <a:pt x="567741" y="11917"/>
                    </a:cubicBezTo>
                    <a:lnTo>
                      <a:pt x="583103" y="10804"/>
                    </a:lnTo>
                    <a:cubicBezTo>
                      <a:pt x="584403" y="10695"/>
                      <a:pt x="585703" y="11132"/>
                      <a:pt x="585988" y="11830"/>
                    </a:cubicBezTo>
                    <a:lnTo>
                      <a:pt x="586313" y="12354"/>
                    </a:lnTo>
                    <a:lnTo>
                      <a:pt x="614883" y="10171"/>
                    </a:lnTo>
                    <a:lnTo>
                      <a:pt x="620045" y="8403"/>
                    </a:lnTo>
                    <a:cubicBezTo>
                      <a:pt x="620451" y="8250"/>
                      <a:pt x="621020" y="8185"/>
                      <a:pt x="621548" y="8185"/>
                    </a:cubicBezTo>
                    <a:lnTo>
                      <a:pt x="634228" y="8512"/>
                    </a:lnTo>
                    <a:cubicBezTo>
                      <a:pt x="634634" y="8556"/>
                      <a:pt x="635041" y="8621"/>
                      <a:pt x="635407" y="8731"/>
                    </a:cubicBezTo>
                    <a:lnTo>
                      <a:pt x="645526" y="12026"/>
                    </a:lnTo>
                    <a:lnTo>
                      <a:pt x="710428" y="4518"/>
                    </a:lnTo>
                    <a:lnTo>
                      <a:pt x="738591" y="480"/>
                    </a:lnTo>
                    <a:lnTo>
                      <a:pt x="753587" y="0"/>
                    </a:lnTo>
                    <a:lnTo>
                      <a:pt x="767283" y="960"/>
                    </a:lnTo>
                    <a:lnTo>
                      <a:pt x="829869" y="306"/>
                    </a:lnTo>
                    <a:lnTo>
                      <a:pt x="830559" y="306"/>
                    </a:lnTo>
                    <a:lnTo>
                      <a:pt x="844865" y="2292"/>
                    </a:lnTo>
                    <a:lnTo>
                      <a:pt x="902411" y="5217"/>
                    </a:lnTo>
                    <a:lnTo>
                      <a:pt x="903183" y="4584"/>
                    </a:lnTo>
                    <a:cubicBezTo>
                      <a:pt x="903590" y="4213"/>
                      <a:pt x="904281" y="3994"/>
                      <a:pt x="905093" y="3929"/>
                    </a:cubicBezTo>
                    <a:lnTo>
                      <a:pt x="917692" y="3143"/>
                    </a:lnTo>
                    <a:lnTo>
                      <a:pt x="936833" y="4213"/>
                    </a:lnTo>
                    <a:lnTo>
                      <a:pt x="954105" y="5435"/>
                    </a:lnTo>
                    <a:lnTo>
                      <a:pt x="967801" y="8032"/>
                    </a:lnTo>
                    <a:lnTo>
                      <a:pt x="1020389" y="12026"/>
                    </a:lnTo>
                    <a:lnTo>
                      <a:pt x="1027826" y="10477"/>
                    </a:lnTo>
                    <a:cubicBezTo>
                      <a:pt x="1028111" y="10411"/>
                      <a:pt x="1028436" y="10411"/>
                      <a:pt x="1028720" y="10411"/>
                    </a:cubicBezTo>
                    <a:lnTo>
                      <a:pt x="1044570" y="10673"/>
                    </a:lnTo>
                    <a:lnTo>
                      <a:pt x="1053511" y="11939"/>
                    </a:lnTo>
                    <a:lnTo>
                      <a:pt x="1057982" y="12048"/>
                    </a:lnTo>
                    <a:lnTo>
                      <a:pt x="1063833" y="11088"/>
                    </a:lnTo>
                    <a:lnTo>
                      <a:pt x="1078220" y="9495"/>
                    </a:lnTo>
                    <a:cubicBezTo>
                      <a:pt x="1078626" y="9429"/>
                      <a:pt x="1079033" y="9495"/>
                      <a:pt x="1079399" y="9538"/>
                    </a:cubicBezTo>
                    <a:lnTo>
                      <a:pt x="1099840" y="12790"/>
                    </a:lnTo>
                    <a:cubicBezTo>
                      <a:pt x="1099840" y="12790"/>
                      <a:pt x="1100247" y="12899"/>
                      <a:pt x="1100450" y="12965"/>
                    </a:cubicBezTo>
                    <a:lnTo>
                      <a:pt x="1102157" y="13598"/>
                    </a:lnTo>
                    <a:lnTo>
                      <a:pt x="1106302" y="13074"/>
                    </a:lnTo>
                    <a:lnTo>
                      <a:pt x="1168115" y="11219"/>
                    </a:lnTo>
                    <a:lnTo>
                      <a:pt x="1226840" y="10477"/>
                    </a:lnTo>
                    <a:lnTo>
                      <a:pt x="1279753" y="10302"/>
                    </a:lnTo>
                    <a:lnTo>
                      <a:pt x="1309421" y="11634"/>
                    </a:lnTo>
                    <a:lnTo>
                      <a:pt x="1371437" y="13009"/>
                    </a:lnTo>
                    <a:lnTo>
                      <a:pt x="1433251" y="13052"/>
                    </a:lnTo>
                    <a:cubicBezTo>
                      <a:pt x="1433861" y="12725"/>
                      <a:pt x="1434551" y="12572"/>
                      <a:pt x="1435323" y="12638"/>
                    </a:cubicBezTo>
                    <a:lnTo>
                      <a:pt x="1480149" y="13904"/>
                    </a:lnTo>
                    <a:lnTo>
                      <a:pt x="1567159" y="14602"/>
                    </a:lnTo>
                    <a:lnTo>
                      <a:pt x="1624096" y="15977"/>
                    </a:lnTo>
                    <a:lnTo>
                      <a:pt x="1659900" y="18160"/>
                    </a:lnTo>
                    <a:cubicBezTo>
                      <a:pt x="1660225" y="18160"/>
                      <a:pt x="1660510" y="18203"/>
                      <a:pt x="1660794" y="18269"/>
                    </a:cubicBezTo>
                    <a:lnTo>
                      <a:pt x="1672702" y="21630"/>
                    </a:lnTo>
                    <a:lnTo>
                      <a:pt x="1704726" y="26803"/>
                    </a:lnTo>
                    <a:lnTo>
                      <a:pt x="1769506" y="27916"/>
                    </a:lnTo>
                    <a:lnTo>
                      <a:pt x="1834774" y="29313"/>
                    </a:lnTo>
                    <a:lnTo>
                      <a:pt x="1881103" y="27807"/>
                    </a:lnTo>
                    <a:lnTo>
                      <a:pt x="1909795" y="25035"/>
                    </a:lnTo>
                    <a:lnTo>
                      <a:pt x="1914753" y="24293"/>
                    </a:lnTo>
                    <a:cubicBezTo>
                      <a:pt x="1916135" y="24075"/>
                      <a:pt x="1917558" y="24511"/>
                      <a:pt x="1917842" y="25253"/>
                    </a:cubicBezTo>
                    <a:cubicBezTo>
                      <a:pt x="1918249" y="25995"/>
                      <a:pt x="1917436" y="26803"/>
                      <a:pt x="1916054" y="27021"/>
                    </a:cubicBezTo>
                    <a:lnTo>
                      <a:pt x="1910893" y="27763"/>
                    </a:lnTo>
                    <a:lnTo>
                      <a:pt x="1881713" y="30601"/>
                    </a:lnTo>
                    <a:lnTo>
                      <a:pt x="1834774" y="32151"/>
                    </a:lnTo>
                    <a:lnTo>
                      <a:pt x="1769303" y="30754"/>
                    </a:lnTo>
                    <a:lnTo>
                      <a:pt x="1704239" y="29640"/>
                    </a:lnTo>
                    <a:cubicBezTo>
                      <a:pt x="1704239" y="29640"/>
                      <a:pt x="1703832" y="29597"/>
                      <a:pt x="1703629" y="29597"/>
                    </a:cubicBezTo>
                    <a:lnTo>
                      <a:pt x="1670791" y="24271"/>
                    </a:lnTo>
                    <a:lnTo>
                      <a:pt x="1658884" y="20975"/>
                    </a:lnTo>
                    <a:lnTo>
                      <a:pt x="1623649" y="18793"/>
                    </a:lnTo>
                    <a:lnTo>
                      <a:pt x="1560535" y="17243"/>
                    </a:lnTo>
                    <a:lnTo>
                      <a:pt x="1475232" y="16763"/>
                    </a:lnTo>
                    <a:lnTo>
                      <a:pt x="1436136" y="15497"/>
                    </a:lnTo>
                    <a:cubicBezTo>
                      <a:pt x="1435730" y="15759"/>
                      <a:pt x="1435039" y="15912"/>
                      <a:pt x="1434348" y="15912"/>
                    </a:cubicBezTo>
                    <a:lnTo>
                      <a:pt x="1434348" y="15912"/>
                    </a:lnTo>
                    <a:lnTo>
                      <a:pt x="1371234" y="15846"/>
                    </a:lnTo>
                    <a:lnTo>
                      <a:pt x="1309136" y="14471"/>
                    </a:lnTo>
                    <a:lnTo>
                      <a:pt x="1293653" y="13925"/>
                    </a:lnTo>
                    <a:lnTo>
                      <a:pt x="1279470" y="13140"/>
                    </a:lnTo>
                    <a:lnTo>
                      <a:pt x="1226759" y="13249"/>
                    </a:lnTo>
                    <a:lnTo>
                      <a:pt x="1168237" y="14056"/>
                    </a:lnTo>
                    <a:lnTo>
                      <a:pt x="1106911" y="15868"/>
                    </a:lnTo>
                    <a:lnTo>
                      <a:pt x="1102238" y="16501"/>
                    </a:lnTo>
                    <a:cubicBezTo>
                      <a:pt x="1101547" y="16610"/>
                      <a:pt x="1100856" y="16501"/>
                      <a:pt x="1100247" y="16283"/>
                    </a:cubicBezTo>
                    <a:lnTo>
                      <a:pt x="1097889" y="15497"/>
                    </a:lnTo>
                    <a:lnTo>
                      <a:pt x="1078545" y="12354"/>
                    </a:lnTo>
                    <a:lnTo>
                      <a:pt x="1064971" y="13838"/>
                    </a:lnTo>
                    <a:lnTo>
                      <a:pt x="1058998" y="14842"/>
                    </a:lnTo>
                    <a:cubicBezTo>
                      <a:pt x="1058672" y="14908"/>
                      <a:pt x="1058387" y="14908"/>
                      <a:pt x="1058103" y="14908"/>
                    </a:cubicBezTo>
                    <a:lnTo>
                      <a:pt x="1052657" y="14755"/>
                    </a:lnTo>
                    <a:lnTo>
                      <a:pt x="1043717" y="13489"/>
                    </a:lnTo>
                    <a:lnTo>
                      <a:pt x="1029045" y="13271"/>
                    </a:lnTo>
                    <a:lnTo>
                      <a:pt x="1021487" y="14820"/>
                    </a:lnTo>
                    <a:cubicBezTo>
                      <a:pt x="1021080" y="14864"/>
                      <a:pt x="1020592" y="14929"/>
                      <a:pt x="1020186" y="14864"/>
                    </a:cubicBezTo>
                    <a:lnTo>
                      <a:pt x="966623" y="10761"/>
                    </a:lnTo>
                    <a:lnTo>
                      <a:pt x="952845" y="8163"/>
                    </a:lnTo>
                    <a:lnTo>
                      <a:pt x="917611" y="5980"/>
                    </a:lnTo>
                    <a:lnTo>
                      <a:pt x="906679" y="6679"/>
                    </a:lnTo>
                    <a:lnTo>
                      <a:pt x="905784" y="7487"/>
                    </a:lnTo>
                    <a:cubicBezTo>
                      <a:pt x="905297" y="7967"/>
                      <a:pt x="904281" y="8229"/>
                      <a:pt x="903305" y="8119"/>
                    </a:cubicBezTo>
                    <a:lnTo>
                      <a:pt x="902615" y="8054"/>
                    </a:lnTo>
                    <a:lnTo>
                      <a:pt x="843971" y="5064"/>
                    </a:lnTo>
                    <a:lnTo>
                      <a:pt x="829584" y="3099"/>
                    </a:lnTo>
                    <a:lnTo>
                      <a:pt x="766877" y="3798"/>
                    </a:lnTo>
                    <a:lnTo>
                      <a:pt x="753263" y="2794"/>
                    </a:lnTo>
                    <a:lnTo>
                      <a:pt x="734527" y="3798"/>
                    </a:lnTo>
                    <a:lnTo>
                      <a:pt x="711525" y="7268"/>
                    </a:lnTo>
                    <a:lnTo>
                      <a:pt x="645526" y="14951"/>
                    </a:lnTo>
                    <a:cubicBezTo>
                      <a:pt x="644835" y="14995"/>
                      <a:pt x="644225" y="14995"/>
                      <a:pt x="643656" y="14798"/>
                    </a:cubicBezTo>
                    <a:lnTo>
                      <a:pt x="633253" y="11393"/>
                    </a:lnTo>
                    <a:lnTo>
                      <a:pt x="621955" y="11066"/>
                    </a:lnTo>
                    <a:lnTo>
                      <a:pt x="617119" y="12769"/>
                    </a:lnTo>
                    <a:cubicBezTo>
                      <a:pt x="616793" y="12878"/>
                      <a:pt x="616427" y="12921"/>
                      <a:pt x="616143" y="12921"/>
                    </a:cubicBezTo>
                    <a:lnTo>
                      <a:pt x="584687" y="15366"/>
                    </a:lnTo>
                    <a:cubicBezTo>
                      <a:pt x="583509" y="15475"/>
                      <a:pt x="582209" y="14995"/>
                      <a:pt x="581924" y="14296"/>
                    </a:cubicBezTo>
                    <a:lnTo>
                      <a:pt x="581639" y="13816"/>
                    </a:lnTo>
                    <a:lnTo>
                      <a:pt x="579648" y="13860"/>
                    </a:lnTo>
                    <a:lnTo>
                      <a:pt x="569123" y="14711"/>
                    </a:lnTo>
                    <a:lnTo>
                      <a:pt x="564165" y="16850"/>
                    </a:lnTo>
                    <a:cubicBezTo>
                      <a:pt x="563758" y="17003"/>
                      <a:pt x="563271" y="17112"/>
                      <a:pt x="562783" y="17178"/>
                    </a:cubicBezTo>
                    <a:lnTo>
                      <a:pt x="553070" y="17658"/>
                    </a:lnTo>
                    <a:lnTo>
                      <a:pt x="541487" y="17178"/>
                    </a:lnTo>
                    <a:lnTo>
                      <a:pt x="522427" y="18400"/>
                    </a:lnTo>
                    <a:lnTo>
                      <a:pt x="491256" y="20953"/>
                    </a:lnTo>
                    <a:lnTo>
                      <a:pt x="478170" y="22612"/>
                    </a:lnTo>
                    <a:lnTo>
                      <a:pt x="472318" y="23835"/>
                    </a:lnTo>
                    <a:lnTo>
                      <a:pt x="431231" y="28462"/>
                    </a:lnTo>
                    <a:lnTo>
                      <a:pt x="415951" y="31016"/>
                    </a:lnTo>
                    <a:lnTo>
                      <a:pt x="413268" y="31234"/>
                    </a:lnTo>
                    <a:cubicBezTo>
                      <a:pt x="412862" y="31299"/>
                      <a:pt x="412577" y="31234"/>
                      <a:pt x="412171" y="31190"/>
                    </a:cubicBezTo>
                    <a:lnTo>
                      <a:pt x="402743" y="29750"/>
                    </a:lnTo>
                    <a:lnTo>
                      <a:pt x="391323" y="28833"/>
                    </a:lnTo>
                    <a:lnTo>
                      <a:pt x="390916" y="28898"/>
                    </a:lnTo>
                    <a:lnTo>
                      <a:pt x="369295" y="29859"/>
                    </a:lnTo>
                    <a:lnTo>
                      <a:pt x="334671" y="32958"/>
                    </a:lnTo>
                    <a:lnTo>
                      <a:pt x="325120" y="33067"/>
                    </a:lnTo>
                    <a:lnTo>
                      <a:pt x="313619" y="32216"/>
                    </a:lnTo>
                    <a:lnTo>
                      <a:pt x="294559" y="32587"/>
                    </a:lnTo>
                    <a:lnTo>
                      <a:pt x="258349" y="32893"/>
                    </a:lnTo>
                    <a:lnTo>
                      <a:pt x="247741" y="33635"/>
                    </a:lnTo>
                    <a:lnTo>
                      <a:pt x="239410" y="3374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6" name="Freeform: Shape 815">
                <a:extLst>
                  <a:ext uri="{FF2B5EF4-FFF2-40B4-BE49-F238E27FC236}">
                    <a16:creationId xmlns:a16="http://schemas.microsoft.com/office/drawing/2014/main" id="{BE96F80F-FDF3-4514-A106-9AD49C8494DA}"/>
                  </a:ext>
                </a:extLst>
              </p:cNvPr>
              <p:cNvSpPr/>
              <p:nvPr/>
            </p:nvSpPr>
            <p:spPr>
              <a:xfrm>
                <a:off x="1655417" y="6511178"/>
                <a:ext cx="2121201" cy="88216"/>
              </a:xfrm>
              <a:custGeom>
                <a:avLst/>
                <a:gdLst>
                  <a:gd name="connsiteX0" fmla="*/ 2532 w 2121201"/>
                  <a:gd name="connsiteY0" fmla="*/ 88195 h 88216"/>
                  <a:gd name="connsiteX1" fmla="*/ 297 w 2121201"/>
                  <a:gd name="connsiteY1" fmla="*/ 87453 h 88216"/>
                  <a:gd name="connsiteX2" fmla="*/ 1354 w 2121201"/>
                  <a:gd name="connsiteY2" fmla="*/ 85532 h 88216"/>
                  <a:gd name="connsiteX3" fmla="*/ 51219 w 2121201"/>
                  <a:gd name="connsiteY3" fmla="*/ 70668 h 88216"/>
                  <a:gd name="connsiteX4" fmla="*/ 100068 w 2121201"/>
                  <a:gd name="connsiteY4" fmla="*/ 57659 h 88216"/>
                  <a:gd name="connsiteX5" fmla="*/ 147779 w 2121201"/>
                  <a:gd name="connsiteY5" fmla="*/ 44389 h 88216"/>
                  <a:gd name="connsiteX6" fmla="*/ 193784 w 2121201"/>
                  <a:gd name="connsiteY6" fmla="*/ 30900 h 88216"/>
                  <a:gd name="connsiteX7" fmla="*/ 194881 w 2121201"/>
                  <a:gd name="connsiteY7" fmla="*/ 30747 h 88216"/>
                  <a:gd name="connsiteX8" fmla="*/ 254947 w 2121201"/>
                  <a:gd name="connsiteY8" fmla="*/ 29416 h 88216"/>
                  <a:gd name="connsiteX9" fmla="*/ 415475 w 2121201"/>
                  <a:gd name="connsiteY9" fmla="*/ 25356 h 88216"/>
                  <a:gd name="connsiteX10" fmla="*/ 458513 w 2121201"/>
                  <a:gd name="connsiteY10" fmla="*/ 11496 h 88216"/>
                  <a:gd name="connsiteX11" fmla="*/ 459691 w 2121201"/>
                  <a:gd name="connsiteY11" fmla="*/ 11278 h 88216"/>
                  <a:gd name="connsiteX12" fmla="*/ 619285 w 2121201"/>
                  <a:gd name="connsiteY12" fmla="*/ 8681 h 88216"/>
                  <a:gd name="connsiteX13" fmla="*/ 778959 w 2121201"/>
                  <a:gd name="connsiteY13" fmla="*/ 10710 h 88216"/>
                  <a:gd name="connsiteX14" fmla="*/ 938593 w 2121201"/>
                  <a:gd name="connsiteY14" fmla="*/ 12107 h 88216"/>
                  <a:gd name="connsiteX15" fmla="*/ 1258227 w 2121201"/>
                  <a:gd name="connsiteY15" fmla="*/ 14290 h 88216"/>
                  <a:gd name="connsiteX16" fmla="*/ 1418105 w 2121201"/>
                  <a:gd name="connsiteY16" fmla="*/ 12849 h 88216"/>
                  <a:gd name="connsiteX17" fmla="*/ 1577413 w 2121201"/>
                  <a:gd name="connsiteY17" fmla="*/ 12413 h 88216"/>
                  <a:gd name="connsiteX18" fmla="*/ 1608097 w 2121201"/>
                  <a:gd name="connsiteY18" fmla="*/ 277 h 88216"/>
                  <a:gd name="connsiteX19" fmla="*/ 1609722 w 2121201"/>
                  <a:gd name="connsiteY19" fmla="*/ 15 h 88216"/>
                  <a:gd name="connsiteX20" fmla="*/ 1768177 w 2121201"/>
                  <a:gd name="connsiteY20" fmla="*/ 5559 h 88216"/>
                  <a:gd name="connsiteX21" fmla="*/ 1926673 w 2121201"/>
                  <a:gd name="connsiteY21" fmla="*/ 8855 h 88216"/>
                  <a:gd name="connsiteX22" fmla="*/ 2118332 w 2121201"/>
                  <a:gd name="connsiteY22" fmla="*/ 13548 h 88216"/>
                  <a:gd name="connsiteX23" fmla="*/ 2120364 w 2121201"/>
                  <a:gd name="connsiteY23" fmla="*/ 13875 h 88216"/>
                  <a:gd name="connsiteX24" fmla="*/ 2120567 w 2121201"/>
                  <a:gd name="connsiteY24" fmla="*/ 15840 h 88216"/>
                  <a:gd name="connsiteX25" fmla="*/ 2118494 w 2121201"/>
                  <a:gd name="connsiteY25" fmla="*/ 16385 h 88216"/>
                  <a:gd name="connsiteX26" fmla="*/ 1926511 w 2121201"/>
                  <a:gd name="connsiteY26" fmla="*/ 11693 h 88216"/>
                  <a:gd name="connsiteX27" fmla="*/ 1767974 w 2121201"/>
                  <a:gd name="connsiteY27" fmla="*/ 8397 h 88216"/>
                  <a:gd name="connsiteX28" fmla="*/ 1610373 w 2121201"/>
                  <a:gd name="connsiteY28" fmla="*/ 2853 h 88216"/>
                  <a:gd name="connsiteX29" fmla="*/ 1579771 w 2121201"/>
                  <a:gd name="connsiteY29" fmla="*/ 15010 h 88216"/>
                  <a:gd name="connsiteX30" fmla="*/ 1578308 w 2121201"/>
                  <a:gd name="connsiteY30" fmla="*/ 15272 h 88216"/>
                  <a:gd name="connsiteX31" fmla="*/ 1418227 w 2121201"/>
                  <a:gd name="connsiteY31" fmla="*/ 15687 h 88216"/>
                  <a:gd name="connsiteX32" fmla="*/ 1258268 w 2121201"/>
                  <a:gd name="connsiteY32" fmla="*/ 17127 h 88216"/>
                  <a:gd name="connsiteX33" fmla="*/ 938553 w 2121201"/>
                  <a:gd name="connsiteY33" fmla="*/ 14879 h 88216"/>
                  <a:gd name="connsiteX34" fmla="*/ 778919 w 2121201"/>
                  <a:gd name="connsiteY34" fmla="*/ 13548 h 88216"/>
                  <a:gd name="connsiteX35" fmla="*/ 619325 w 2121201"/>
                  <a:gd name="connsiteY35" fmla="*/ 11518 h 88216"/>
                  <a:gd name="connsiteX36" fmla="*/ 460545 w 2121201"/>
                  <a:gd name="connsiteY36" fmla="*/ 14137 h 88216"/>
                  <a:gd name="connsiteX37" fmla="*/ 417507 w 2121201"/>
                  <a:gd name="connsiteY37" fmla="*/ 27997 h 88216"/>
                  <a:gd name="connsiteX38" fmla="*/ 416369 w 2121201"/>
                  <a:gd name="connsiteY38" fmla="*/ 28215 h 88216"/>
                  <a:gd name="connsiteX39" fmla="*/ 195694 w 2121201"/>
                  <a:gd name="connsiteY39" fmla="*/ 33606 h 88216"/>
                  <a:gd name="connsiteX40" fmla="*/ 150177 w 2121201"/>
                  <a:gd name="connsiteY40" fmla="*/ 46921 h 88216"/>
                  <a:gd name="connsiteX41" fmla="*/ 102385 w 2121201"/>
                  <a:gd name="connsiteY41" fmla="*/ 60191 h 88216"/>
                  <a:gd name="connsiteX42" fmla="*/ 53576 w 2121201"/>
                  <a:gd name="connsiteY42" fmla="*/ 73200 h 88216"/>
                  <a:gd name="connsiteX43" fmla="*/ 33784 w 2121201"/>
                  <a:gd name="connsiteY43" fmla="*/ 79224 h 88216"/>
                  <a:gd name="connsiteX44" fmla="*/ 3751 w 2121201"/>
                  <a:gd name="connsiteY44" fmla="*/ 88064 h 88216"/>
                  <a:gd name="connsiteX45" fmla="*/ 2573 w 2121201"/>
                  <a:gd name="connsiteY45" fmla="*/ 88216 h 8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21201" h="88216">
                    <a:moveTo>
                      <a:pt x="2532" y="88195"/>
                    </a:moveTo>
                    <a:cubicBezTo>
                      <a:pt x="1638" y="88195"/>
                      <a:pt x="744" y="87933"/>
                      <a:pt x="297" y="87453"/>
                    </a:cubicBezTo>
                    <a:cubicBezTo>
                      <a:pt x="-353" y="86754"/>
                      <a:pt x="94" y="85903"/>
                      <a:pt x="1354" y="85532"/>
                    </a:cubicBezTo>
                    <a:lnTo>
                      <a:pt x="51219" y="70668"/>
                    </a:lnTo>
                    <a:lnTo>
                      <a:pt x="100068" y="57659"/>
                    </a:lnTo>
                    <a:lnTo>
                      <a:pt x="147779" y="44389"/>
                    </a:lnTo>
                    <a:lnTo>
                      <a:pt x="193784" y="30900"/>
                    </a:lnTo>
                    <a:cubicBezTo>
                      <a:pt x="194150" y="30791"/>
                      <a:pt x="194475" y="30747"/>
                      <a:pt x="194881" y="30747"/>
                    </a:cubicBezTo>
                    <a:lnTo>
                      <a:pt x="254947" y="29416"/>
                    </a:lnTo>
                    <a:lnTo>
                      <a:pt x="415475" y="25356"/>
                    </a:lnTo>
                    <a:lnTo>
                      <a:pt x="458513" y="11496"/>
                    </a:lnTo>
                    <a:cubicBezTo>
                      <a:pt x="458879" y="11387"/>
                      <a:pt x="459326" y="11278"/>
                      <a:pt x="459691" y="11278"/>
                    </a:cubicBezTo>
                    <a:lnTo>
                      <a:pt x="619285" y="8681"/>
                    </a:lnTo>
                    <a:lnTo>
                      <a:pt x="778959" y="10710"/>
                    </a:lnTo>
                    <a:lnTo>
                      <a:pt x="938593" y="12107"/>
                    </a:lnTo>
                    <a:lnTo>
                      <a:pt x="1258227" y="14290"/>
                    </a:lnTo>
                    <a:lnTo>
                      <a:pt x="1418105" y="12849"/>
                    </a:lnTo>
                    <a:lnTo>
                      <a:pt x="1577413" y="12413"/>
                    </a:lnTo>
                    <a:lnTo>
                      <a:pt x="1608097" y="277"/>
                    </a:lnTo>
                    <a:cubicBezTo>
                      <a:pt x="1608584" y="103"/>
                      <a:pt x="1609194" y="-50"/>
                      <a:pt x="1609722" y="15"/>
                    </a:cubicBezTo>
                    <a:lnTo>
                      <a:pt x="1768177" y="5559"/>
                    </a:lnTo>
                    <a:lnTo>
                      <a:pt x="1926673" y="8855"/>
                    </a:lnTo>
                    <a:lnTo>
                      <a:pt x="2118332" y="13548"/>
                    </a:lnTo>
                    <a:cubicBezTo>
                      <a:pt x="2119063" y="13439"/>
                      <a:pt x="2119795" y="13613"/>
                      <a:pt x="2120364" y="13875"/>
                    </a:cubicBezTo>
                    <a:cubicBezTo>
                      <a:pt x="2121380" y="14421"/>
                      <a:pt x="2121502" y="15272"/>
                      <a:pt x="2120567" y="15840"/>
                    </a:cubicBezTo>
                    <a:cubicBezTo>
                      <a:pt x="2120079" y="16102"/>
                      <a:pt x="2119307" y="16320"/>
                      <a:pt x="2118494" y="16385"/>
                    </a:cubicBezTo>
                    <a:lnTo>
                      <a:pt x="1926511" y="11693"/>
                    </a:lnTo>
                    <a:lnTo>
                      <a:pt x="1767974" y="8397"/>
                    </a:lnTo>
                    <a:lnTo>
                      <a:pt x="1610373" y="2853"/>
                    </a:lnTo>
                    <a:lnTo>
                      <a:pt x="1579771" y="15010"/>
                    </a:lnTo>
                    <a:cubicBezTo>
                      <a:pt x="1579364" y="15163"/>
                      <a:pt x="1578836" y="15272"/>
                      <a:pt x="1578308" y="15272"/>
                    </a:cubicBezTo>
                    <a:lnTo>
                      <a:pt x="1418227" y="15687"/>
                    </a:lnTo>
                    <a:lnTo>
                      <a:pt x="1258268" y="17127"/>
                    </a:lnTo>
                    <a:lnTo>
                      <a:pt x="938553" y="14879"/>
                    </a:lnTo>
                    <a:lnTo>
                      <a:pt x="778919" y="13548"/>
                    </a:lnTo>
                    <a:lnTo>
                      <a:pt x="619325" y="11518"/>
                    </a:lnTo>
                    <a:lnTo>
                      <a:pt x="460545" y="14137"/>
                    </a:lnTo>
                    <a:lnTo>
                      <a:pt x="417507" y="27997"/>
                    </a:lnTo>
                    <a:cubicBezTo>
                      <a:pt x="417141" y="28106"/>
                      <a:pt x="416776" y="28150"/>
                      <a:pt x="416369" y="28215"/>
                    </a:cubicBezTo>
                    <a:lnTo>
                      <a:pt x="195694" y="33606"/>
                    </a:lnTo>
                    <a:lnTo>
                      <a:pt x="150177" y="46921"/>
                    </a:lnTo>
                    <a:lnTo>
                      <a:pt x="102385" y="60191"/>
                    </a:lnTo>
                    <a:lnTo>
                      <a:pt x="53576" y="73200"/>
                    </a:lnTo>
                    <a:lnTo>
                      <a:pt x="33784" y="79224"/>
                    </a:lnTo>
                    <a:lnTo>
                      <a:pt x="3751" y="88064"/>
                    </a:lnTo>
                    <a:cubicBezTo>
                      <a:pt x="3386" y="88173"/>
                      <a:pt x="2979" y="88216"/>
                      <a:pt x="2573" y="8821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7" name="Freeform: Shape 816">
                <a:extLst>
                  <a:ext uri="{FF2B5EF4-FFF2-40B4-BE49-F238E27FC236}">
                    <a16:creationId xmlns:a16="http://schemas.microsoft.com/office/drawing/2014/main" id="{C55FAEF8-A1D7-415B-B0E6-F83BD7300122}"/>
                  </a:ext>
                </a:extLst>
              </p:cNvPr>
              <p:cNvSpPr/>
              <p:nvPr/>
            </p:nvSpPr>
            <p:spPr>
              <a:xfrm>
                <a:off x="11188291" y="5937334"/>
                <a:ext cx="409236" cy="22411"/>
              </a:xfrm>
              <a:custGeom>
                <a:avLst/>
                <a:gdLst>
                  <a:gd name="connsiteX0" fmla="*/ 61429 w 409236"/>
                  <a:gd name="connsiteY0" fmla="*/ 22324 h 22411"/>
                  <a:gd name="connsiteX1" fmla="*/ 59926 w 409236"/>
                  <a:gd name="connsiteY1" fmla="*/ 22062 h 22411"/>
                  <a:gd name="connsiteX2" fmla="*/ 30178 w 409236"/>
                  <a:gd name="connsiteY2" fmla="*/ 9643 h 22411"/>
                  <a:gd name="connsiteX3" fmla="*/ 1485 w 409236"/>
                  <a:gd name="connsiteY3" fmla="*/ 2724 h 22411"/>
                  <a:gd name="connsiteX4" fmla="*/ 186 w 409236"/>
                  <a:gd name="connsiteY4" fmla="*/ 869 h 22411"/>
                  <a:gd name="connsiteX5" fmla="*/ 3558 w 409236"/>
                  <a:gd name="connsiteY5" fmla="*/ 127 h 22411"/>
                  <a:gd name="connsiteX6" fmla="*/ 32738 w 409236"/>
                  <a:gd name="connsiteY6" fmla="*/ 7220 h 22411"/>
                  <a:gd name="connsiteX7" fmla="*/ 62202 w 409236"/>
                  <a:gd name="connsiteY7" fmla="*/ 19487 h 22411"/>
                  <a:gd name="connsiteX8" fmla="*/ 155349 w 409236"/>
                  <a:gd name="connsiteY8" fmla="*/ 16191 h 22411"/>
                  <a:gd name="connsiteX9" fmla="*/ 249593 w 409236"/>
                  <a:gd name="connsiteY9" fmla="*/ 12306 h 22411"/>
                  <a:gd name="connsiteX10" fmla="*/ 343837 w 409236"/>
                  <a:gd name="connsiteY10" fmla="*/ 7417 h 22411"/>
                  <a:gd name="connsiteX11" fmla="*/ 406545 w 409236"/>
                  <a:gd name="connsiteY11" fmla="*/ 2790 h 22411"/>
                  <a:gd name="connsiteX12" fmla="*/ 409227 w 409236"/>
                  <a:gd name="connsiteY12" fmla="*/ 4056 h 22411"/>
                  <a:gd name="connsiteX13" fmla="*/ 406869 w 409236"/>
                  <a:gd name="connsiteY13" fmla="*/ 5562 h 22411"/>
                  <a:gd name="connsiteX14" fmla="*/ 406179 w 409236"/>
                  <a:gd name="connsiteY14" fmla="*/ 5605 h 22411"/>
                  <a:gd name="connsiteX15" fmla="*/ 344366 w 409236"/>
                  <a:gd name="connsiteY15" fmla="*/ 10189 h 22411"/>
                  <a:gd name="connsiteX16" fmla="*/ 250122 w 409236"/>
                  <a:gd name="connsiteY16" fmla="*/ 15100 h 22411"/>
                  <a:gd name="connsiteX17" fmla="*/ 126007 w 409236"/>
                  <a:gd name="connsiteY17" fmla="*/ 20120 h 22411"/>
                  <a:gd name="connsiteX18" fmla="*/ 61592 w 409236"/>
                  <a:gd name="connsiteY18" fmla="*/ 22412 h 22411"/>
                  <a:gd name="connsiteX19" fmla="*/ 61389 w 409236"/>
                  <a:gd name="connsiteY19" fmla="*/ 22412 h 2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9236" h="22411">
                    <a:moveTo>
                      <a:pt x="61429" y="22324"/>
                    </a:moveTo>
                    <a:cubicBezTo>
                      <a:pt x="60820" y="22324"/>
                      <a:pt x="60333" y="22215"/>
                      <a:pt x="59926" y="22062"/>
                    </a:cubicBezTo>
                    <a:lnTo>
                      <a:pt x="30178" y="9643"/>
                    </a:lnTo>
                    <a:lnTo>
                      <a:pt x="1485" y="2724"/>
                    </a:lnTo>
                    <a:cubicBezTo>
                      <a:pt x="186" y="2397"/>
                      <a:pt x="-302" y="1546"/>
                      <a:pt x="186" y="869"/>
                    </a:cubicBezTo>
                    <a:cubicBezTo>
                      <a:pt x="795" y="127"/>
                      <a:pt x="2258" y="-201"/>
                      <a:pt x="3558" y="127"/>
                    </a:cubicBezTo>
                    <a:lnTo>
                      <a:pt x="32738" y="7220"/>
                    </a:lnTo>
                    <a:lnTo>
                      <a:pt x="62202" y="19487"/>
                    </a:lnTo>
                    <a:lnTo>
                      <a:pt x="155349" y="16191"/>
                    </a:lnTo>
                    <a:lnTo>
                      <a:pt x="249593" y="12306"/>
                    </a:lnTo>
                    <a:lnTo>
                      <a:pt x="343837" y="7417"/>
                    </a:lnTo>
                    <a:lnTo>
                      <a:pt x="406545" y="2790"/>
                    </a:lnTo>
                    <a:cubicBezTo>
                      <a:pt x="407845" y="2681"/>
                      <a:pt x="409105" y="3313"/>
                      <a:pt x="409227" y="4056"/>
                    </a:cubicBezTo>
                    <a:cubicBezTo>
                      <a:pt x="409349" y="4863"/>
                      <a:pt x="408252" y="5496"/>
                      <a:pt x="406869" y="5562"/>
                    </a:cubicBezTo>
                    <a:lnTo>
                      <a:pt x="406179" y="5605"/>
                    </a:lnTo>
                    <a:lnTo>
                      <a:pt x="344366" y="10189"/>
                    </a:lnTo>
                    <a:lnTo>
                      <a:pt x="250122" y="15100"/>
                    </a:lnTo>
                    <a:lnTo>
                      <a:pt x="126007" y="20120"/>
                    </a:lnTo>
                    <a:lnTo>
                      <a:pt x="61592" y="22412"/>
                    </a:lnTo>
                    <a:lnTo>
                      <a:pt x="61389" y="2241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8" name="Freeform: Shape 817">
                <a:extLst>
                  <a:ext uri="{FF2B5EF4-FFF2-40B4-BE49-F238E27FC236}">
                    <a16:creationId xmlns:a16="http://schemas.microsoft.com/office/drawing/2014/main" id="{57E56FE3-6D4A-4D16-B38C-B05ECD83E035}"/>
                  </a:ext>
                </a:extLst>
              </p:cNvPr>
              <p:cNvSpPr/>
              <p:nvPr/>
            </p:nvSpPr>
            <p:spPr>
              <a:xfrm>
                <a:off x="11941268" y="5940940"/>
                <a:ext cx="222324" cy="16361"/>
              </a:xfrm>
              <a:custGeom>
                <a:avLst/>
                <a:gdLst>
                  <a:gd name="connsiteX0" fmla="*/ 37128 w 222324"/>
                  <a:gd name="connsiteY0" fmla="*/ 16362 h 16361"/>
                  <a:gd name="connsiteX1" fmla="*/ 35625 w 222324"/>
                  <a:gd name="connsiteY1" fmla="*/ 16100 h 16361"/>
                  <a:gd name="connsiteX2" fmla="*/ 1121 w 222324"/>
                  <a:gd name="connsiteY2" fmla="*/ 2524 h 16361"/>
                  <a:gd name="connsiteX3" fmla="*/ 511 w 222324"/>
                  <a:gd name="connsiteY3" fmla="*/ 603 h 16361"/>
                  <a:gd name="connsiteX4" fmla="*/ 3966 w 222324"/>
                  <a:gd name="connsiteY4" fmla="*/ 232 h 16361"/>
                  <a:gd name="connsiteX5" fmla="*/ 37819 w 222324"/>
                  <a:gd name="connsiteY5" fmla="*/ 13502 h 16361"/>
                  <a:gd name="connsiteX6" fmla="*/ 132267 w 222324"/>
                  <a:gd name="connsiteY6" fmla="*/ 6081 h 16361"/>
                  <a:gd name="connsiteX7" fmla="*/ 219764 w 222324"/>
                  <a:gd name="connsiteY7" fmla="*/ 5601 h 16361"/>
                  <a:gd name="connsiteX8" fmla="*/ 219845 w 222324"/>
                  <a:gd name="connsiteY8" fmla="*/ 5601 h 16361"/>
                  <a:gd name="connsiteX9" fmla="*/ 222325 w 222324"/>
                  <a:gd name="connsiteY9" fmla="*/ 6976 h 16361"/>
                  <a:gd name="connsiteX10" fmla="*/ 219845 w 222324"/>
                  <a:gd name="connsiteY10" fmla="*/ 8417 h 16361"/>
                  <a:gd name="connsiteX11" fmla="*/ 132632 w 222324"/>
                  <a:gd name="connsiteY11" fmla="*/ 8831 h 16361"/>
                  <a:gd name="connsiteX12" fmla="*/ 37494 w 222324"/>
                  <a:gd name="connsiteY12" fmla="*/ 16340 h 16361"/>
                  <a:gd name="connsiteX13" fmla="*/ 37087 w 222324"/>
                  <a:gd name="connsiteY13" fmla="*/ 16340 h 16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2324" h="16361">
                    <a:moveTo>
                      <a:pt x="37128" y="16362"/>
                    </a:moveTo>
                    <a:cubicBezTo>
                      <a:pt x="36641" y="16362"/>
                      <a:pt x="36153" y="16252"/>
                      <a:pt x="35625" y="16100"/>
                    </a:cubicBezTo>
                    <a:lnTo>
                      <a:pt x="1121" y="2524"/>
                    </a:lnTo>
                    <a:cubicBezTo>
                      <a:pt x="-57" y="2109"/>
                      <a:pt x="-383" y="1192"/>
                      <a:pt x="511" y="603"/>
                    </a:cubicBezTo>
                    <a:cubicBezTo>
                      <a:pt x="1284" y="-30"/>
                      <a:pt x="2869" y="-183"/>
                      <a:pt x="3966" y="232"/>
                    </a:cubicBezTo>
                    <a:lnTo>
                      <a:pt x="37819" y="13502"/>
                    </a:lnTo>
                    <a:lnTo>
                      <a:pt x="132267" y="6081"/>
                    </a:lnTo>
                    <a:lnTo>
                      <a:pt x="219764" y="5601"/>
                    </a:lnTo>
                    <a:lnTo>
                      <a:pt x="219845" y="5601"/>
                    </a:lnTo>
                    <a:cubicBezTo>
                      <a:pt x="221227" y="5601"/>
                      <a:pt x="222325" y="6234"/>
                      <a:pt x="222325" y="6976"/>
                    </a:cubicBezTo>
                    <a:cubicBezTo>
                      <a:pt x="222325" y="7784"/>
                      <a:pt x="221227" y="8417"/>
                      <a:pt x="219845" y="8417"/>
                    </a:cubicBezTo>
                    <a:lnTo>
                      <a:pt x="132632" y="8831"/>
                    </a:lnTo>
                    <a:lnTo>
                      <a:pt x="37494" y="16340"/>
                    </a:lnTo>
                    <a:lnTo>
                      <a:pt x="37087" y="1634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19" name="Freeform: Shape 818">
                <a:extLst>
                  <a:ext uri="{FF2B5EF4-FFF2-40B4-BE49-F238E27FC236}">
                    <a16:creationId xmlns:a16="http://schemas.microsoft.com/office/drawing/2014/main" id="{2BC6B7F9-35A4-4AB7-A732-8E8E99615386}"/>
                  </a:ext>
                </a:extLst>
              </p:cNvPr>
              <p:cNvSpPr/>
              <p:nvPr/>
            </p:nvSpPr>
            <p:spPr>
              <a:xfrm>
                <a:off x="81" y="6284372"/>
                <a:ext cx="4073591" cy="313014"/>
              </a:xfrm>
              <a:custGeom>
                <a:avLst/>
                <a:gdLst>
                  <a:gd name="connsiteX0" fmla="*/ 4070990 w 4073591"/>
                  <a:gd name="connsiteY0" fmla="*/ 9866 h 313014"/>
                  <a:gd name="connsiteX1" fmla="*/ 4041648 w 4073591"/>
                  <a:gd name="connsiteY1" fmla="*/ 10193 h 313014"/>
                  <a:gd name="connsiteX2" fmla="*/ 3901521 w 4073591"/>
                  <a:gd name="connsiteY2" fmla="*/ 14296 h 313014"/>
                  <a:gd name="connsiteX3" fmla="*/ 3761435 w 4073591"/>
                  <a:gd name="connsiteY3" fmla="*/ 16894 h 313014"/>
                  <a:gd name="connsiteX4" fmla="*/ 3621593 w 4073591"/>
                  <a:gd name="connsiteY4" fmla="*/ 20582 h 313014"/>
                  <a:gd name="connsiteX5" fmla="*/ 3481710 w 4073591"/>
                  <a:gd name="connsiteY5" fmla="*/ 19557 h 313014"/>
                  <a:gd name="connsiteX6" fmla="*/ 3341949 w 4073591"/>
                  <a:gd name="connsiteY6" fmla="*/ 18291 h 313014"/>
                  <a:gd name="connsiteX7" fmla="*/ 3062712 w 4073591"/>
                  <a:gd name="connsiteY7" fmla="*/ 10826 h 313014"/>
                  <a:gd name="connsiteX8" fmla="*/ 2923073 w 4073591"/>
                  <a:gd name="connsiteY8" fmla="*/ 3885 h 313014"/>
                  <a:gd name="connsiteX9" fmla="*/ 2783474 w 4073591"/>
                  <a:gd name="connsiteY9" fmla="*/ 327 h 313014"/>
                  <a:gd name="connsiteX10" fmla="*/ 2644039 w 4073591"/>
                  <a:gd name="connsiteY10" fmla="*/ 0 h 313014"/>
                  <a:gd name="connsiteX11" fmla="*/ 2644039 w 4073591"/>
                  <a:gd name="connsiteY11" fmla="*/ 0 h 313014"/>
                  <a:gd name="connsiteX12" fmla="*/ 2641925 w 4073591"/>
                  <a:gd name="connsiteY12" fmla="*/ 633 h 313014"/>
                  <a:gd name="connsiteX13" fmla="*/ 2608601 w 4073591"/>
                  <a:gd name="connsiteY13" fmla="*/ 27436 h 313014"/>
                  <a:gd name="connsiteX14" fmla="*/ 2575276 w 4073591"/>
                  <a:gd name="connsiteY14" fmla="*/ 49655 h 313014"/>
                  <a:gd name="connsiteX15" fmla="*/ 2434336 w 4073591"/>
                  <a:gd name="connsiteY15" fmla="*/ 54130 h 313014"/>
                  <a:gd name="connsiteX16" fmla="*/ 2292340 w 4073591"/>
                  <a:gd name="connsiteY16" fmla="*/ 58080 h 313014"/>
                  <a:gd name="connsiteX17" fmla="*/ 2290633 w 4073591"/>
                  <a:gd name="connsiteY17" fmla="*/ 58495 h 313014"/>
                  <a:gd name="connsiteX18" fmla="*/ 2253529 w 4073591"/>
                  <a:gd name="connsiteY18" fmla="*/ 79972 h 313014"/>
                  <a:gd name="connsiteX19" fmla="*/ 2215652 w 4073591"/>
                  <a:gd name="connsiteY19" fmla="*/ 98241 h 313014"/>
                  <a:gd name="connsiteX20" fmla="*/ 2177695 w 4073591"/>
                  <a:gd name="connsiteY20" fmla="*/ 115288 h 313014"/>
                  <a:gd name="connsiteX21" fmla="*/ 2032732 w 4073591"/>
                  <a:gd name="connsiteY21" fmla="*/ 118955 h 313014"/>
                  <a:gd name="connsiteX22" fmla="*/ 1886915 w 4073591"/>
                  <a:gd name="connsiteY22" fmla="*/ 118955 h 313014"/>
                  <a:gd name="connsiteX23" fmla="*/ 1741058 w 4073591"/>
                  <a:gd name="connsiteY23" fmla="*/ 120766 h 313014"/>
                  <a:gd name="connsiteX24" fmla="*/ 1595323 w 4073591"/>
                  <a:gd name="connsiteY24" fmla="*/ 127794 h 313014"/>
                  <a:gd name="connsiteX25" fmla="*/ 1594063 w 4073591"/>
                  <a:gd name="connsiteY25" fmla="*/ 128056 h 313014"/>
                  <a:gd name="connsiteX26" fmla="*/ 1549319 w 4073591"/>
                  <a:gd name="connsiteY26" fmla="*/ 146543 h 313014"/>
                  <a:gd name="connsiteX27" fmla="*/ 1503721 w 4073591"/>
                  <a:gd name="connsiteY27" fmla="*/ 162520 h 313014"/>
                  <a:gd name="connsiteX28" fmla="*/ 1457350 w 4073591"/>
                  <a:gd name="connsiteY28" fmla="*/ 177384 h 313014"/>
                  <a:gd name="connsiteX29" fmla="*/ 1410411 w 4073591"/>
                  <a:gd name="connsiteY29" fmla="*/ 190611 h 313014"/>
                  <a:gd name="connsiteX30" fmla="*/ 1259637 w 4073591"/>
                  <a:gd name="connsiteY30" fmla="*/ 195304 h 313014"/>
                  <a:gd name="connsiteX31" fmla="*/ 1258783 w 4073591"/>
                  <a:gd name="connsiteY31" fmla="*/ 195413 h 313014"/>
                  <a:gd name="connsiteX32" fmla="*/ 1208918 w 4073591"/>
                  <a:gd name="connsiteY32" fmla="*/ 207396 h 313014"/>
                  <a:gd name="connsiteX33" fmla="*/ 1158321 w 4073591"/>
                  <a:gd name="connsiteY33" fmla="*/ 220623 h 313014"/>
                  <a:gd name="connsiteX34" fmla="*/ 1106465 w 4073591"/>
                  <a:gd name="connsiteY34" fmla="*/ 231754 h 313014"/>
                  <a:gd name="connsiteX35" fmla="*/ 1054080 w 4073591"/>
                  <a:gd name="connsiteY35" fmla="*/ 244064 h 313014"/>
                  <a:gd name="connsiteX36" fmla="*/ 897250 w 4073591"/>
                  <a:gd name="connsiteY36" fmla="*/ 247055 h 313014"/>
                  <a:gd name="connsiteX37" fmla="*/ 740136 w 4073591"/>
                  <a:gd name="connsiteY37" fmla="*/ 249608 h 313014"/>
                  <a:gd name="connsiteX38" fmla="*/ 583103 w 4073591"/>
                  <a:gd name="connsiteY38" fmla="*/ 249979 h 313014"/>
                  <a:gd name="connsiteX39" fmla="*/ 582209 w 4073591"/>
                  <a:gd name="connsiteY39" fmla="*/ 250089 h 313014"/>
                  <a:gd name="connsiteX40" fmla="*/ 463580 w 4073591"/>
                  <a:gd name="connsiteY40" fmla="*/ 274556 h 313014"/>
                  <a:gd name="connsiteX41" fmla="*/ 402905 w 4073591"/>
                  <a:gd name="connsiteY41" fmla="*/ 287237 h 313014"/>
                  <a:gd name="connsiteX42" fmla="*/ 241645 w 4073591"/>
                  <a:gd name="connsiteY42" fmla="*/ 285207 h 313014"/>
                  <a:gd name="connsiteX43" fmla="*/ 240711 w 4073591"/>
                  <a:gd name="connsiteY43" fmla="*/ 285273 h 313014"/>
                  <a:gd name="connsiteX44" fmla="*/ 176621 w 4073591"/>
                  <a:gd name="connsiteY44" fmla="*/ 298107 h 313014"/>
                  <a:gd name="connsiteX45" fmla="*/ 111597 w 4073591"/>
                  <a:gd name="connsiteY45" fmla="*/ 310199 h 313014"/>
                  <a:gd name="connsiteX46" fmla="*/ 0 w 4073591"/>
                  <a:gd name="connsiteY46" fmla="*/ 307798 h 313014"/>
                  <a:gd name="connsiteX47" fmla="*/ 0 w 4073591"/>
                  <a:gd name="connsiteY47" fmla="*/ 310614 h 313014"/>
                  <a:gd name="connsiteX48" fmla="*/ 111882 w 4073591"/>
                  <a:gd name="connsiteY48" fmla="*/ 313014 h 313014"/>
                  <a:gd name="connsiteX49" fmla="*/ 112817 w 4073591"/>
                  <a:gd name="connsiteY49" fmla="*/ 312971 h 313014"/>
                  <a:gd name="connsiteX50" fmla="*/ 178328 w 4073591"/>
                  <a:gd name="connsiteY50" fmla="*/ 300770 h 313014"/>
                  <a:gd name="connsiteX51" fmla="*/ 242011 w 4073591"/>
                  <a:gd name="connsiteY51" fmla="*/ 287979 h 313014"/>
                  <a:gd name="connsiteX52" fmla="*/ 403271 w 4073591"/>
                  <a:gd name="connsiteY52" fmla="*/ 290053 h 313014"/>
                  <a:gd name="connsiteX53" fmla="*/ 404205 w 4073591"/>
                  <a:gd name="connsiteY53" fmla="*/ 289944 h 313014"/>
                  <a:gd name="connsiteX54" fmla="*/ 583590 w 4073591"/>
                  <a:gd name="connsiteY54" fmla="*/ 252795 h 313014"/>
                  <a:gd name="connsiteX55" fmla="*/ 740217 w 4073591"/>
                  <a:gd name="connsiteY55" fmla="*/ 252424 h 313014"/>
                  <a:gd name="connsiteX56" fmla="*/ 897412 w 4073591"/>
                  <a:gd name="connsiteY56" fmla="*/ 249870 h 313014"/>
                  <a:gd name="connsiteX57" fmla="*/ 1054649 w 4073591"/>
                  <a:gd name="connsiteY57" fmla="*/ 246836 h 313014"/>
                  <a:gd name="connsiteX58" fmla="*/ 1055543 w 4073591"/>
                  <a:gd name="connsiteY58" fmla="*/ 246727 h 313014"/>
                  <a:gd name="connsiteX59" fmla="*/ 1108294 w 4073591"/>
                  <a:gd name="connsiteY59" fmla="*/ 234352 h 313014"/>
                  <a:gd name="connsiteX60" fmla="*/ 1160231 w 4073591"/>
                  <a:gd name="connsiteY60" fmla="*/ 223220 h 313014"/>
                  <a:gd name="connsiteX61" fmla="*/ 1210950 w 4073591"/>
                  <a:gd name="connsiteY61" fmla="*/ 209949 h 313014"/>
                  <a:gd name="connsiteX62" fmla="*/ 1260328 w 4073591"/>
                  <a:gd name="connsiteY62" fmla="*/ 198076 h 313014"/>
                  <a:gd name="connsiteX63" fmla="*/ 1411183 w 4073591"/>
                  <a:gd name="connsiteY63" fmla="*/ 193449 h 313014"/>
                  <a:gd name="connsiteX64" fmla="*/ 1412159 w 4073591"/>
                  <a:gd name="connsiteY64" fmla="*/ 193296 h 313014"/>
                  <a:gd name="connsiteX65" fmla="*/ 1459667 w 4073591"/>
                  <a:gd name="connsiteY65" fmla="*/ 179873 h 313014"/>
                  <a:gd name="connsiteX66" fmla="*/ 1506240 w 4073591"/>
                  <a:gd name="connsiteY66" fmla="*/ 164943 h 313014"/>
                  <a:gd name="connsiteX67" fmla="*/ 1552082 w 4073591"/>
                  <a:gd name="connsiteY67" fmla="*/ 148901 h 313014"/>
                  <a:gd name="connsiteX68" fmla="*/ 1596380 w 4073591"/>
                  <a:gd name="connsiteY68" fmla="*/ 130566 h 313014"/>
                  <a:gd name="connsiteX69" fmla="*/ 1741221 w 4073591"/>
                  <a:gd name="connsiteY69" fmla="*/ 123582 h 313014"/>
                  <a:gd name="connsiteX70" fmla="*/ 1886875 w 4073591"/>
                  <a:gd name="connsiteY70" fmla="*/ 121770 h 313014"/>
                  <a:gd name="connsiteX71" fmla="*/ 2032772 w 4073591"/>
                  <a:gd name="connsiteY71" fmla="*/ 121770 h 313014"/>
                  <a:gd name="connsiteX72" fmla="*/ 2178670 w 4073591"/>
                  <a:gd name="connsiteY72" fmla="*/ 118038 h 313014"/>
                  <a:gd name="connsiteX73" fmla="*/ 2180173 w 4073591"/>
                  <a:gd name="connsiteY73" fmla="*/ 117711 h 313014"/>
                  <a:gd name="connsiteX74" fmla="*/ 2218822 w 4073591"/>
                  <a:gd name="connsiteY74" fmla="*/ 100337 h 313014"/>
                  <a:gd name="connsiteX75" fmla="*/ 2256861 w 4073591"/>
                  <a:gd name="connsiteY75" fmla="*/ 81959 h 313014"/>
                  <a:gd name="connsiteX76" fmla="*/ 2293478 w 4073591"/>
                  <a:gd name="connsiteY76" fmla="*/ 60809 h 313014"/>
                  <a:gd name="connsiteX77" fmla="*/ 2434458 w 4073591"/>
                  <a:gd name="connsiteY77" fmla="*/ 56924 h 313014"/>
                  <a:gd name="connsiteX78" fmla="*/ 2576495 w 4073591"/>
                  <a:gd name="connsiteY78" fmla="*/ 52384 h 313014"/>
                  <a:gd name="connsiteX79" fmla="*/ 2578283 w 4073591"/>
                  <a:gd name="connsiteY79" fmla="*/ 51860 h 313014"/>
                  <a:gd name="connsiteX80" fmla="*/ 2612461 w 4073591"/>
                  <a:gd name="connsiteY80" fmla="*/ 29117 h 313014"/>
                  <a:gd name="connsiteX81" fmla="*/ 2645217 w 4073591"/>
                  <a:gd name="connsiteY81" fmla="*/ 2794 h 313014"/>
                  <a:gd name="connsiteX82" fmla="*/ 2783271 w 4073591"/>
                  <a:gd name="connsiteY82" fmla="*/ 3121 h 313014"/>
                  <a:gd name="connsiteX83" fmla="*/ 2922626 w 4073591"/>
                  <a:gd name="connsiteY83" fmla="*/ 6701 h 313014"/>
                  <a:gd name="connsiteX84" fmla="*/ 3062265 w 4073591"/>
                  <a:gd name="connsiteY84" fmla="*/ 13620 h 313014"/>
                  <a:gd name="connsiteX85" fmla="*/ 3341665 w 4073591"/>
                  <a:gd name="connsiteY85" fmla="*/ 21084 h 313014"/>
                  <a:gd name="connsiteX86" fmla="*/ 3481507 w 4073591"/>
                  <a:gd name="connsiteY86" fmla="*/ 22350 h 313014"/>
                  <a:gd name="connsiteX87" fmla="*/ 3621553 w 4073591"/>
                  <a:gd name="connsiteY87" fmla="*/ 23376 h 313014"/>
                  <a:gd name="connsiteX88" fmla="*/ 3761557 w 4073591"/>
                  <a:gd name="connsiteY88" fmla="*/ 19644 h 313014"/>
                  <a:gd name="connsiteX89" fmla="*/ 3901725 w 4073591"/>
                  <a:gd name="connsiteY89" fmla="*/ 17090 h 313014"/>
                  <a:gd name="connsiteX90" fmla="*/ 4041770 w 4073591"/>
                  <a:gd name="connsiteY90" fmla="*/ 12987 h 313014"/>
                  <a:gd name="connsiteX91" fmla="*/ 4071072 w 4073591"/>
                  <a:gd name="connsiteY91" fmla="*/ 12659 h 313014"/>
                  <a:gd name="connsiteX92" fmla="*/ 4073591 w 4073591"/>
                  <a:gd name="connsiteY92" fmla="*/ 11219 h 313014"/>
                  <a:gd name="connsiteX93" fmla="*/ 4070949 w 4073591"/>
                  <a:gd name="connsiteY93" fmla="*/ 9822 h 31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073591" h="313014">
                    <a:moveTo>
                      <a:pt x="4070990" y="9866"/>
                    </a:moveTo>
                    <a:lnTo>
                      <a:pt x="4041648" y="10193"/>
                    </a:lnTo>
                    <a:lnTo>
                      <a:pt x="3901521" y="14296"/>
                    </a:lnTo>
                    <a:lnTo>
                      <a:pt x="3761435" y="16894"/>
                    </a:lnTo>
                    <a:lnTo>
                      <a:pt x="3621593" y="20582"/>
                    </a:lnTo>
                    <a:lnTo>
                      <a:pt x="3481710" y="19557"/>
                    </a:lnTo>
                    <a:lnTo>
                      <a:pt x="3341949" y="18291"/>
                    </a:lnTo>
                    <a:lnTo>
                      <a:pt x="3062712" y="10826"/>
                    </a:lnTo>
                    <a:lnTo>
                      <a:pt x="2923073" y="3885"/>
                    </a:lnTo>
                    <a:lnTo>
                      <a:pt x="2783474" y="327"/>
                    </a:lnTo>
                    <a:lnTo>
                      <a:pt x="2644039" y="0"/>
                    </a:lnTo>
                    <a:lnTo>
                      <a:pt x="2644039" y="0"/>
                    </a:lnTo>
                    <a:cubicBezTo>
                      <a:pt x="2643185" y="0"/>
                      <a:pt x="2642413" y="262"/>
                      <a:pt x="2641925" y="633"/>
                    </a:cubicBezTo>
                    <a:lnTo>
                      <a:pt x="2608601" y="27436"/>
                    </a:lnTo>
                    <a:lnTo>
                      <a:pt x="2575276" y="49655"/>
                    </a:lnTo>
                    <a:lnTo>
                      <a:pt x="2434336" y="54130"/>
                    </a:lnTo>
                    <a:lnTo>
                      <a:pt x="2292340" y="58080"/>
                    </a:lnTo>
                    <a:cubicBezTo>
                      <a:pt x="2291690" y="58080"/>
                      <a:pt x="2291080" y="58233"/>
                      <a:pt x="2290633" y="58495"/>
                    </a:cubicBezTo>
                    <a:lnTo>
                      <a:pt x="2253529" y="79972"/>
                    </a:lnTo>
                    <a:lnTo>
                      <a:pt x="2215652" y="98241"/>
                    </a:lnTo>
                    <a:lnTo>
                      <a:pt x="2177695" y="115288"/>
                    </a:lnTo>
                    <a:lnTo>
                      <a:pt x="2032732" y="118955"/>
                    </a:lnTo>
                    <a:lnTo>
                      <a:pt x="1886915" y="118955"/>
                    </a:lnTo>
                    <a:lnTo>
                      <a:pt x="1741058" y="120766"/>
                    </a:lnTo>
                    <a:lnTo>
                      <a:pt x="1595323" y="127794"/>
                    </a:lnTo>
                    <a:cubicBezTo>
                      <a:pt x="1594836" y="127794"/>
                      <a:pt x="1594389" y="127904"/>
                      <a:pt x="1594063" y="128056"/>
                    </a:cubicBezTo>
                    <a:lnTo>
                      <a:pt x="1549319" y="146543"/>
                    </a:lnTo>
                    <a:lnTo>
                      <a:pt x="1503721" y="162520"/>
                    </a:lnTo>
                    <a:lnTo>
                      <a:pt x="1457350" y="177384"/>
                    </a:lnTo>
                    <a:lnTo>
                      <a:pt x="1410411" y="190611"/>
                    </a:lnTo>
                    <a:lnTo>
                      <a:pt x="1259637" y="195304"/>
                    </a:lnTo>
                    <a:cubicBezTo>
                      <a:pt x="1259352" y="195304"/>
                      <a:pt x="1259068" y="195369"/>
                      <a:pt x="1258783" y="195413"/>
                    </a:cubicBezTo>
                    <a:lnTo>
                      <a:pt x="1208918" y="207396"/>
                    </a:lnTo>
                    <a:lnTo>
                      <a:pt x="1158321" y="220623"/>
                    </a:lnTo>
                    <a:lnTo>
                      <a:pt x="1106465" y="231754"/>
                    </a:lnTo>
                    <a:lnTo>
                      <a:pt x="1054080" y="244064"/>
                    </a:lnTo>
                    <a:lnTo>
                      <a:pt x="897250" y="247055"/>
                    </a:lnTo>
                    <a:lnTo>
                      <a:pt x="740136" y="249608"/>
                    </a:lnTo>
                    <a:lnTo>
                      <a:pt x="583103" y="249979"/>
                    </a:lnTo>
                    <a:cubicBezTo>
                      <a:pt x="582818" y="249979"/>
                      <a:pt x="582534" y="250023"/>
                      <a:pt x="582209" y="250089"/>
                    </a:cubicBezTo>
                    <a:lnTo>
                      <a:pt x="463580" y="274556"/>
                    </a:lnTo>
                    <a:lnTo>
                      <a:pt x="402905" y="287237"/>
                    </a:lnTo>
                    <a:lnTo>
                      <a:pt x="241645" y="285207"/>
                    </a:lnTo>
                    <a:cubicBezTo>
                      <a:pt x="241280" y="285164"/>
                      <a:pt x="240995" y="285207"/>
                      <a:pt x="240711" y="285273"/>
                    </a:cubicBezTo>
                    <a:lnTo>
                      <a:pt x="176621" y="298107"/>
                    </a:lnTo>
                    <a:lnTo>
                      <a:pt x="111597" y="310199"/>
                    </a:lnTo>
                    <a:lnTo>
                      <a:pt x="0" y="307798"/>
                    </a:lnTo>
                    <a:lnTo>
                      <a:pt x="0" y="310614"/>
                    </a:lnTo>
                    <a:lnTo>
                      <a:pt x="111882" y="313014"/>
                    </a:lnTo>
                    <a:cubicBezTo>
                      <a:pt x="112166" y="313014"/>
                      <a:pt x="112532" y="313014"/>
                      <a:pt x="112817" y="312971"/>
                    </a:cubicBezTo>
                    <a:lnTo>
                      <a:pt x="178328" y="300770"/>
                    </a:lnTo>
                    <a:lnTo>
                      <a:pt x="242011" y="287979"/>
                    </a:lnTo>
                    <a:lnTo>
                      <a:pt x="403271" y="290053"/>
                    </a:lnTo>
                    <a:cubicBezTo>
                      <a:pt x="403636" y="290053"/>
                      <a:pt x="403921" y="290009"/>
                      <a:pt x="404205" y="289944"/>
                    </a:cubicBezTo>
                    <a:lnTo>
                      <a:pt x="583590" y="252795"/>
                    </a:lnTo>
                    <a:lnTo>
                      <a:pt x="740217" y="252424"/>
                    </a:lnTo>
                    <a:lnTo>
                      <a:pt x="897412" y="249870"/>
                    </a:lnTo>
                    <a:lnTo>
                      <a:pt x="1054649" y="246836"/>
                    </a:lnTo>
                    <a:cubicBezTo>
                      <a:pt x="1054974" y="246836"/>
                      <a:pt x="1055258" y="246836"/>
                      <a:pt x="1055543" y="246727"/>
                    </a:cubicBezTo>
                    <a:lnTo>
                      <a:pt x="1108294" y="234352"/>
                    </a:lnTo>
                    <a:lnTo>
                      <a:pt x="1160231" y="223220"/>
                    </a:lnTo>
                    <a:lnTo>
                      <a:pt x="1210950" y="209949"/>
                    </a:lnTo>
                    <a:lnTo>
                      <a:pt x="1260328" y="198076"/>
                    </a:lnTo>
                    <a:lnTo>
                      <a:pt x="1411183" y="193449"/>
                    </a:lnTo>
                    <a:cubicBezTo>
                      <a:pt x="1411549" y="193449"/>
                      <a:pt x="1411874" y="193340"/>
                      <a:pt x="1412159" y="193296"/>
                    </a:cubicBezTo>
                    <a:lnTo>
                      <a:pt x="1459667" y="179873"/>
                    </a:lnTo>
                    <a:lnTo>
                      <a:pt x="1506240" y="164943"/>
                    </a:lnTo>
                    <a:lnTo>
                      <a:pt x="1552082" y="148901"/>
                    </a:lnTo>
                    <a:lnTo>
                      <a:pt x="1596380" y="130566"/>
                    </a:lnTo>
                    <a:lnTo>
                      <a:pt x="1741221" y="123582"/>
                    </a:lnTo>
                    <a:lnTo>
                      <a:pt x="1886875" y="121770"/>
                    </a:lnTo>
                    <a:lnTo>
                      <a:pt x="2032772" y="121770"/>
                    </a:lnTo>
                    <a:lnTo>
                      <a:pt x="2178670" y="118038"/>
                    </a:lnTo>
                    <a:cubicBezTo>
                      <a:pt x="2179239" y="118038"/>
                      <a:pt x="2179727" y="117929"/>
                      <a:pt x="2180173" y="117711"/>
                    </a:cubicBezTo>
                    <a:lnTo>
                      <a:pt x="2218822" y="100337"/>
                    </a:lnTo>
                    <a:lnTo>
                      <a:pt x="2256861" y="81959"/>
                    </a:lnTo>
                    <a:lnTo>
                      <a:pt x="2293478" y="60809"/>
                    </a:lnTo>
                    <a:lnTo>
                      <a:pt x="2434458" y="56924"/>
                    </a:lnTo>
                    <a:lnTo>
                      <a:pt x="2576495" y="52384"/>
                    </a:lnTo>
                    <a:cubicBezTo>
                      <a:pt x="2577186" y="52340"/>
                      <a:pt x="2577836" y="52165"/>
                      <a:pt x="2578283" y="51860"/>
                    </a:cubicBezTo>
                    <a:lnTo>
                      <a:pt x="2612461" y="29117"/>
                    </a:lnTo>
                    <a:lnTo>
                      <a:pt x="2645217" y="2794"/>
                    </a:lnTo>
                    <a:lnTo>
                      <a:pt x="2783271" y="3121"/>
                    </a:lnTo>
                    <a:lnTo>
                      <a:pt x="2922626" y="6701"/>
                    </a:lnTo>
                    <a:lnTo>
                      <a:pt x="3062265" y="13620"/>
                    </a:lnTo>
                    <a:lnTo>
                      <a:pt x="3341665" y="21084"/>
                    </a:lnTo>
                    <a:lnTo>
                      <a:pt x="3481507" y="22350"/>
                    </a:lnTo>
                    <a:lnTo>
                      <a:pt x="3621553" y="23376"/>
                    </a:lnTo>
                    <a:lnTo>
                      <a:pt x="3761557" y="19644"/>
                    </a:lnTo>
                    <a:lnTo>
                      <a:pt x="3901725" y="17090"/>
                    </a:lnTo>
                    <a:lnTo>
                      <a:pt x="4041770" y="12987"/>
                    </a:lnTo>
                    <a:lnTo>
                      <a:pt x="4071072" y="12659"/>
                    </a:lnTo>
                    <a:cubicBezTo>
                      <a:pt x="4072535" y="12659"/>
                      <a:pt x="4073591" y="12005"/>
                      <a:pt x="4073591" y="11219"/>
                    </a:cubicBezTo>
                    <a:cubicBezTo>
                      <a:pt x="4073551" y="10477"/>
                      <a:pt x="4072413" y="9931"/>
                      <a:pt x="4070949" y="98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0" name="Freeform: Shape 819">
                <a:extLst>
                  <a:ext uri="{FF2B5EF4-FFF2-40B4-BE49-F238E27FC236}">
                    <a16:creationId xmlns:a16="http://schemas.microsoft.com/office/drawing/2014/main" id="{42BA4BBE-4972-4DC6-8228-79213458B03A}"/>
                  </a:ext>
                </a:extLst>
              </p:cNvPr>
              <p:cNvSpPr/>
              <p:nvPr/>
            </p:nvSpPr>
            <p:spPr>
              <a:xfrm>
                <a:off x="11171524" y="5693872"/>
                <a:ext cx="1020475" cy="35975"/>
              </a:xfrm>
              <a:custGeom>
                <a:avLst/>
                <a:gdLst>
                  <a:gd name="connsiteX0" fmla="*/ 1020476 w 1020475"/>
                  <a:gd name="connsiteY0" fmla="*/ 33116 h 35975"/>
                  <a:gd name="connsiteX1" fmla="*/ 913714 w 1020475"/>
                  <a:gd name="connsiteY1" fmla="*/ 23796 h 35975"/>
                  <a:gd name="connsiteX2" fmla="*/ 855680 w 1020475"/>
                  <a:gd name="connsiteY2" fmla="*/ 23753 h 35975"/>
                  <a:gd name="connsiteX3" fmla="*/ 611109 w 1020475"/>
                  <a:gd name="connsiteY3" fmla="*/ 2232 h 35975"/>
                  <a:gd name="connsiteX4" fmla="*/ 443143 w 1020475"/>
                  <a:gd name="connsiteY4" fmla="*/ 2079 h 35975"/>
                  <a:gd name="connsiteX5" fmla="*/ 331506 w 1020475"/>
                  <a:gd name="connsiteY5" fmla="*/ 7143 h 35975"/>
                  <a:gd name="connsiteX6" fmla="*/ 293995 w 1020475"/>
                  <a:gd name="connsiteY6" fmla="*/ 3629 h 35975"/>
                  <a:gd name="connsiteX7" fmla="*/ 69947 w 1020475"/>
                  <a:gd name="connsiteY7" fmla="*/ 3476 h 35975"/>
                  <a:gd name="connsiteX8" fmla="*/ 2769 w 1020475"/>
                  <a:gd name="connsiteY8" fmla="*/ 5 h 35975"/>
                  <a:gd name="connsiteX9" fmla="*/ 5 w 1020475"/>
                  <a:gd name="connsiteY9" fmla="*/ 1271 h 35975"/>
                  <a:gd name="connsiteX10" fmla="*/ 2281 w 1020475"/>
                  <a:gd name="connsiteY10" fmla="*/ 2821 h 35975"/>
                  <a:gd name="connsiteX11" fmla="*/ 69744 w 1020475"/>
                  <a:gd name="connsiteY11" fmla="*/ 6291 h 35975"/>
                  <a:gd name="connsiteX12" fmla="*/ 293588 w 1020475"/>
                  <a:gd name="connsiteY12" fmla="*/ 6444 h 35975"/>
                  <a:gd name="connsiteX13" fmla="*/ 331302 w 1020475"/>
                  <a:gd name="connsiteY13" fmla="*/ 9958 h 35975"/>
                  <a:gd name="connsiteX14" fmla="*/ 443306 w 1020475"/>
                  <a:gd name="connsiteY14" fmla="*/ 4894 h 35975"/>
                  <a:gd name="connsiteX15" fmla="*/ 610702 w 1020475"/>
                  <a:gd name="connsiteY15" fmla="*/ 5004 h 35975"/>
                  <a:gd name="connsiteX16" fmla="*/ 855274 w 1020475"/>
                  <a:gd name="connsiteY16" fmla="*/ 26590 h 35975"/>
                  <a:gd name="connsiteX17" fmla="*/ 913307 w 1020475"/>
                  <a:gd name="connsiteY17" fmla="*/ 26656 h 35975"/>
                  <a:gd name="connsiteX18" fmla="*/ 1020476 w 1020475"/>
                  <a:gd name="connsiteY18" fmla="*/ 35975 h 35975"/>
                  <a:gd name="connsiteX19" fmla="*/ 1020476 w 1020475"/>
                  <a:gd name="connsiteY19" fmla="*/ 33138 h 3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0475" h="35975">
                    <a:moveTo>
                      <a:pt x="1020476" y="33116"/>
                    </a:moveTo>
                    <a:lnTo>
                      <a:pt x="913714" y="23796"/>
                    </a:lnTo>
                    <a:lnTo>
                      <a:pt x="855680" y="23753"/>
                    </a:lnTo>
                    <a:lnTo>
                      <a:pt x="611109" y="2232"/>
                    </a:lnTo>
                    <a:lnTo>
                      <a:pt x="443143" y="2079"/>
                    </a:lnTo>
                    <a:lnTo>
                      <a:pt x="331506" y="7143"/>
                    </a:lnTo>
                    <a:lnTo>
                      <a:pt x="293995" y="3629"/>
                    </a:lnTo>
                    <a:lnTo>
                      <a:pt x="69947" y="3476"/>
                    </a:lnTo>
                    <a:lnTo>
                      <a:pt x="2769" y="5"/>
                    </a:lnTo>
                    <a:cubicBezTo>
                      <a:pt x="1387" y="-60"/>
                      <a:pt x="86" y="486"/>
                      <a:pt x="5" y="1271"/>
                    </a:cubicBezTo>
                    <a:cubicBezTo>
                      <a:pt x="-77" y="2013"/>
                      <a:pt x="900" y="2712"/>
                      <a:pt x="2281" y="2821"/>
                    </a:cubicBezTo>
                    <a:lnTo>
                      <a:pt x="69744" y="6291"/>
                    </a:lnTo>
                    <a:lnTo>
                      <a:pt x="293588" y="6444"/>
                    </a:lnTo>
                    <a:lnTo>
                      <a:pt x="331302" y="9958"/>
                    </a:lnTo>
                    <a:lnTo>
                      <a:pt x="443306" y="4894"/>
                    </a:lnTo>
                    <a:lnTo>
                      <a:pt x="610702" y="5004"/>
                    </a:lnTo>
                    <a:lnTo>
                      <a:pt x="855274" y="26590"/>
                    </a:lnTo>
                    <a:lnTo>
                      <a:pt x="913307" y="26656"/>
                    </a:lnTo>
                    <a:lnTo>
                      <a:pt x="1020476" y="35975"/>
                    </a:lnTo>
                    <a:lnTo>
                      <a:pt x="1020476" y="331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1" name="Freeform: Shape 820">
                <a:extLst>
                  <a:ext uri="{FF2B5EF4-FFF2-40B4-BE49-F238E27FC236}">
                    <a16:creationId xmlns:a16="http://schemas.microsoft.com/office/drawing/2014/main" id="{E2864E6A-F8BA-47F6-A547-680AC36E51D4}"/>
                  </a:ext>
                </a:extLst>
              </p:cNvPr>
              <p:cNvSpPr/>
              <p:nvPr/>
            </p:nvSpPr>
            <p:spPr>
              <a:xfrm>
                <a:off x="9886168" y="5692742"/>
                <a:ext cx="732093" cy="11982"/>
              </a:xfrm>
              <a:custGeom>
                <a:avLst/>
                <a:gdLst>
                  <a:gd name="connsiteX0" fmla="*/ 729447 w 732093"/>
                  <a:gd name="connsiteY0" fmla="*/ 11983 h 11982"/>
                  <a:gd name="connsiteX1" fmla="*/ 729163 w 732093"/>
                  <a:gd name="connsiteY1" fmla="*/ 11983 h 11982"/>
                  <a:gd name="connsiteX2" fmla="*/ 704657 w 732093"/>
                  <a:gd name="connsiteY2" fmla="*/ 10215 h 11982"/>
                  <a:gd name="connsiteX3" fmla="*/ 682711 w 732093"/>
                  <a:gd name="connsiteY3" fmla="*/ 6744 h 11982"/>
                  <a:gd name="connsiteX4" fmla="*/ 667755 w 732093"/>
                  <a:gd name="connsiteY4" fmla="*/ 5042 h 11982"/>
                  <a:gd name="connsiteX5" fmla="*/ 644144 w 732093"/>
                  <a:gd name="connsiteY5" fmla="*/ 3339 h 11982"/>
                  <a:gd name="connsiteX6" fmla="*/ 2601 w 732093"/>
                  <a:gd name="connsiteY6" fmla="*/ 2816 h 11982"/>
                  <a:gd name="connsiteX7" fmla="*/ 0 w 732093"/>
                  <a:gd name="connsiteY7" fmla="*/ 1375 h 11982"/>
                  <a:gd name="connsiteX8" fmla="*/ 2601 w 732093"/>
                  <a:gd name="connsiteY8" fmla="*/ 0 h 11982"/>
                  <a:gd name="connsiteX9" fmla="*/ 2601 w 732093"/>
                  <a:gd name="connsiteY9" fmla="*/ 0 h 11982"/>
                  <a:gd name="connsiteX10" fmla="*/ 644428 w 732093"/>
                  <a:gd name="connsiteY10" fmla="*/ 524 h 11982"/>
                  <a:gd name="connsiteX11" fmla="*/ 668649 w 732093"/>
                  <a:gd name="connsiteY11" fmla="*/ 2292 h 11982"/>
                  <a:gd name="connsiteX12" fmla="*/ 683930 w 732093"/>
                  <a:gd name="connsiteY12" fmla="*/ 3994 h 11982"/>
                  <a:gd name="connsiteX13" fmla="*/ 707949 w 732093"/>
                  <a:gd name="connsiteY13" fmla="*/ 7727 h 11982"/>
                  <a:gd name="connsiteX14" fmla="*/ 729894 w 732093"/>
                  <a:gd name="connsiteY14" fmla="*/ 9211 h 11982"/>
                  <a:gd name="connsiteX15" fmla="*/ 732089 w 732093"/>
                  <a:gd name="connsiteY15" fmla="*/ 10760 h 11982"/>
                  <a:gd name="connsiteX16" fmla="*/ 729488 w 732093"/>
                  <a:gd name="connsiteY16" fmla="*/ 11983 h 1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32093" h="11982">
                    <a:moveTo>
                      <a:pt x="729447" y="11983"/>
                    </a:moveTo>
                    <a:lnTo>
                      <a:pt x="729163" y="11983"/>
                    </a:lnTo>
                    <a:lnTo>
                      <a:pt x="704657" y="10215"/>
                    </a:lnTo>
                    <a:lnTo>
                      <a:pt x="682711" y="6744"/>
                    </a:lnTo>
                    <a:lnTo>
                      <a:pt x="667755" y="5042"/>
                    </a:lnTo>
                    <a:lnTo>
                      <a:pt x="644144" y="3339"/>
                    </a:lnTo>
                    <a:lnTo>
                      <a:pt x="2601" y="2816"/>
                    </a:lnTo>
                    <a:cubicBezTo>
                      <a:pt x="1096" y="2816"/>
                      <a:pt x="0" y="2183"/>
                      <a:pt x="0" y="1375"/>
                    </a:cubicBezTo>
                    <a:cubicBezTo>
                      <a:pt x="0" y="633"/>
                      <a:pt x="1096" y="0"/>
                      <a:pt x="2601" y="0"/>
                    </a:cubicBezTo>
                    <a:lnTo>
                      <a:pt x="2601" y="0"/>
                    </a:lnTo>
                    <a:lnTo>
                      <a:pt x="644428" y="524"/>
                    </a:lnTo>
                    <a:lnTo>
                      <a:pt x="668649" y="2292"/>
                    </a:lnTo>
                    <a:lnTo>
                      <a:pt x="683930" y="3994"/>
                    </a:lnTo>
                    <a:lnTo>
                      <a:pt x="707949" y="7727"/>
                    </a:lnTo>
                    <a:lnTo>
                      <a:pt x="729894" y="9211"/>
                    </a:lnTo>
                    <a:cubicBezTo>
                      <a:pt x="731276" y="9320"/>
                      <a:pt x="732170" y="10018"/>
                      <a:pt x="732089" y="10760"/>
                    </a:cubicBezTo>
                    <a:cubicBezTo>
                      <a:pt x="731885" y="11503"/>
                      <a:pt x="730788" y="11983"/>
                      <a:pt x="729488" y="1198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2" name="Freeform: Shape 821">
                <a:extLst>
                  <a:ext uri="{FF2B5EF4-FFF2-40B4-BE49-F238E27FC236}">
                    <a16:creationId xmlns:a16="http://schemas.microsoft.com/office/drawing/2014/main" id="{42602B6F-DACF-40C9-8FB5-E243657EE3FC}"/>
                  </a:ext>
                </a:extLst>
              </p:cNvPr>
              <p:cNvSpPr/>
              <p:nvPr/>
            </p:nvSpPr>
            <p:spPr>
              <a:xfrm>
                <a:off x="11270447" y="5749185"/>
                <a:ext cx="136351" cy="6897"/>
              </a:xfrm>
              <a:custGeom>
                <a:avLst/>
                <a:gdLst>
                  <a:gd name="connsiteX0" fmla="*/ 133868 w 136351"/>
                  <a:gd name="connsiteY0" fmla="*/ 6897 h 6897"/>
                  <a:gd name="connsiteX1" fmla="*/ 133665 w 136351"/>
                  <a:gd name="connsiteY1" fmla="*/ 6897 h 6897"/>
                  <a:gd name="connsiteX2" fmla="*/ 75713 w 136351"/>
                  <a:gd name="connsiteY2" fmla="*/ 5195 h 6897"/>
                  <a:gd name="connsiteX3" fmla="*/ 56571 w 136351"/>
                  <a:gd name="connsiteY3" fmla="*/ 3754 h 6897"/>
                  <a:gd name="connsiteX4" fmla="*/ 2479 w 136351"/>
                  <a:gd name="connsiteY4" fmla="*/ 2837 h 6897"/>
                  <a:gd name="connsiteX5" fmla="*/ 0 w 136351"/>
                  <a:gd name="connsiteY5" fmla="*/ 1331 h 6897"/>
                  <a:gd name="connsiteX6" fmla="*/ 2682 w 136351"/>
                  <a:gd name="connsiteY6" fmla="*/ 0 h 6897"/>
                  <a:gd name="connsiteX7" fmla="*/ 56937 w 136351"/>
                  <a:gd name="connsiteY7" fmla="*/ 917 h 6897"/>
                  <a:gd name="connsiteX8" fmla="*/ 76200 w 136351"/>
                  <a:gd name="connsiteY8" fmla="*/ 2357 h 6897"/>
                  <a:gd name="connsiteX9" fmla="*/ 133949 w 136351"/>
                  <a:gd name="connsiteY9" fmla="*/ 4060 h 6897"/>
                  <a:gd name="connsiteX10" fmla="*/ 136347 w 136351"/>
                  <a:gd name="connsiteY10" fmla="*/ 5544 h 6897"/>
                  <a:gd name="connsiteX11" fmla="*/ 133868 w 136351"/>
                  <a:gd name="connsiteY11" fmla="*/ 6875 h 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351" h="6897">
                    <a:moveTo>
                      <a:pt x="133868" y="6897"/>
                    </a:moveTo>
                    <a:lnTo>
                      <a:pt x="133665" y="6897"/>
                    </a:lnTo>
                    <a:lnTo>
                      <a:pt x="75713" y="5195"/>
                    </a:lnTo>
                    <a:lnTo>
                      <a:pt x="56571" y="3754"/>
                    </a:lnTo>
                    <a:lnTo>
                      <a:pt x="2479" y="2837"/>
                    </a:lnTo>
                    <a:cubicBezTo>
                      <a:pt x="1097" y="2772"/>
                      <a:pt x="0" y="2139"/>
                      <a:pt x="0" y="1331"/>
                    </a:cubicBezTo>
                    <a:cubicBezTo>
                      <a:pt x="122" y="589"/>
                      <a:pt x="1097" y="0"/>
                      <a:pt x="2682" y="0"/>
                    </a:cubicBezTo>
                    <a:lnTo>
                      <a:pt x="56937" y="917"/>
                    </a:lnTo>
                    <a:lnTo>
                      <a:pt x="76200" y="2357"/>
                    </a:lnTo>
                    <a:lnTo>
                      <a:pt x="133949" y="4060"/>
                    </a:lnTo>
                    <a:cubicBezTo>
                      <a:pt x="135331" y="4103"/>
                      <a:pt x="136429" y="4758"/>
                      <a:pt x="136347" y="5544"/>
                    </a:cubicBezTo>
                    <a:cubicBezTo>
                      <a:pt x="136347" y="6286"/>
                      <a:pt x="135169" y="6875"/>
                      <a:pt x="133868" y="687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3" name="Freeform: Shape 822">
                <a:extLst>
                  <a:ext uri="{FF2B5EF4-FFF2-40B4-BE49-F238E27FC236}">
                    <a16:creationId xmlns:a16="http://schemas.microsoft.com/office/drawing/2014/main" id="{954FF4DD-15B7-4CFF-ACCC-E7B62622269D}"/>
                  </a:ext>
                </a:extLst>
              </p:cNvPr>
              <p:cNvSpPr/>
              <p:nvPr/>
            </p:nvSpPr>
            <p:spPr>
              <a:xfrm>
                <a:off x="4896144" y="6664348"/>
                <a:ext cx="4967721" cy="148051"/>
              </a:xfrm>
              <a:custGeom>
                <a:avLst/>
                <a:gdLst>
                  <a:gd name="connsiteX0" fmla="*/ 4965192 w 4967721"/>
                  <a:gd name="connsiteY0" fmla="*/ 148052 h 148051"/>
                  <a:gd name="connsiteX1" fmla="*/ 4963526 w 4967721"/>
                  <a:gd name="connsiteY1" fmla="*/ 147724 h 148051"/>
                  <a:gd name="connsiteX2" fmla="*/ 4921667 w 4967721"/>
                  <a:gd name="connsiteY2" fmla="*/ 127949 h 148051"/>
                  <a:gd name="connsiteX3" fmla="*/ 4921097 w 4967721"/>
                  <a:gd name="connsiteY3" fmla="*/ 127796 h 148051"/>
                  <a:gd name="connsiteX4" fmla="*/ 4880296 w 4967721"/>
                  <a:gd name="connsiteY4" fmla="*/ 109157 h 148051"/>
                  <a:gd name="connsiteX5" fmla="*/ 4705868 w 4967721"/>
                  <a:gd name="connsiteY5" fmla="*/ 108044 h 148051"/>
                  <a:gd name="connsiteX6" fmla="*/ 4704162 w 4967721"/>
                  <a:gd name="connsiteY6" fmla="*/ 107672 h 148051"/>
                  <a:gd name="connsiteX7" fmla="*/ 4666366 w 4967721"/>
                  <a:gd name="connsiteY7" fmla="*/ 88705 h 148051"/>
                  <a:gd name="connsiteX8" fmla="*/ 4484502 w 4967721"/>
                  <a:gd name="connsiteY8" fmla="*/ 86894 h 148051"/>
                  <a:gd name="connsiteX9" fmla="*/ 4301744 w 4967721"/>
                  <a:gd name="connsiteY9" fmla="*/ 84340 h 148051"/>
                  <a:gd name="connsiteX10" fmla="*/ 4119190 w 4967721"/>
                  <a:gd name="connsiteY10" fmla="*/ 80346 h 148051"/>
                  <a:gd name="connsiteX11" fmla="*/ 3936715 w 4967721"/>
                  <a:gd name="connsiteY11" fmla="*/ 76941 h 148051"/>
                  <a:gd name="connsiteX12" fmla="*/ 3754364 w 4967721"/>
                  <a:gd name="connsiteY12" fmla="*/ 72684 h 148051"/>
                  <a:gd name="connsiteX13" fmla="*/ 3390027 w 4967721"/>
                  <a:gd name="connsiteY13" fmla="*/ 62775 h 148051"/>
                  <a:gd name="connsiteX14" fmla="*/ 3208081 w 4967721"/>
                  <a:gd name="connsiteY14" fmla="*/ 57013 h 148051"/>
                  <a:gd name="connsiteX15" fmla="*/ 3026420 w 4967721"/>
                  <a:gd name="connsiteY15" fmla="*/ 58017 h 148051"/>
                  <a:gd name="connsiteX16" fmla="*/ 2844759 w 4967721"/>
                  <a:gd name="connsiteY16" fmla="*/ 59501 h 148051"/>
                  <a:gd name="connsiteX17" fmla="*/ 2730033 w 4967721"/>
                  <a:gd name="connsiteY17" fmla="*/ 59610 h 148051"/>
                  <a:gd name="connsiteX18" fmla="*/ 2730033 w 4967721"/>
                  <a:gd name="connsiteY18" fmla="*/ 59610 h 148051"/>
                  <a:gd name="connsiteX19" fmla="*/ 2727879 w 4967721"/>
                  <a:gd name="connsiteY19" fmla="*/ 58912 h 148051"/>
                  <a:gd name="connsiteX20" fmla="*/ 2712679 w 4967721"/>
                  <a:gd name="connsiteY20" fmla="*/ 45008 h 148051"/>
                  <a:gd name="connsiteX21" fmla="*/ 2698700 w 4967721"/>
                  <a:gd name="connsiteY21" fmla="*/ 31585 h 148051"/>
                  <a:gd name="connsiteX22" fmla="*/ 2634692 w 4967721"/>
                  <a:gd name="connsiteY22" fmla="*/ 31956 h 148051"/>
                  <a:gd name="connsiteX23" fmla="*/ 2457501 w 4967721"/>
                  <a:gd name="connsiteY23" fmla="*/ 34837 h 148051"/>
                  <a:gd name="connsiteX24" fmla="*/ 2455225 w 4967721"/>
                  <a:gd name="connsiteY24" fmla="*/ 34139 h 148051"/>
                  <a:gd name="connsiteX25" fmla="*/ 2444211 w 4967721"/>
                  <a:gd name="connsiteY25" fmla="*/ 24535 h 148051"/>
                  <a:gd name="connsiteX26" fmla="*/ 2270395 w 4967721"/>
                  <a:gd name="connsiteY26" fmla="*/ 25452 h 148051"/>
                  <a:gd name="connsiteX27" fmla="*/ 2095276 w 4967721"/>
                  <a:gd name="connsiteY27" fmla="*/ 25561 h 148051"/>
                  <a:gd name="connsiteX28" fmla="*/ 1920240 w 4967721"/>
                  <a:gd name="connsiteY28" fmla="*/ 24164 h 148051"/>
                  <a:gd name="connsiteX29" fmla="*/ 1745407 w 4967721"/>
                  <a:gd name="connsiteY29" fmla="*/ 25823 h 148051"/>
                  <a:gd name="connsiteX30" fmla="*/ 1570573 w 4967721"/>
                  <a:gd name="connsiteY30" fmla="*/ 26674 h 148051"/>
                  <a:gd name="connsiteX31" fmla="*/ 1395862 w 4967721"/>
                  <a:gd name="connsiteY31" fmla="*/ 25561 h 148051"/>
                  <a:gd name="connsiteX32" fmla="*/ 1221273 w 4967721"/>
                  <a:gd name="connsiteY32" fmla="*/ 23488 h 148051"/>
                  <a:gd name="connsiteX33" fmla="*/ 1046805 w 4967721"/>
                  <a:gd name="connsiteY33" fmla="*/ 20868 h 148051"/>
                  <a:gd name="connsiteX34" fmla="*/ 661579 w 4967721"/>
                  <a:gd name="connsiteY34" fmla="*/ 13578 h 148051"/>
                  <a:gd name="connsiteX35" fmla="*/ 524093 w 4967721"/>
                  <a:gd name="connsiteY35" fmla="*/ 10806 h 148051"/>
                  <a:gd name="connsiteX36" fmla="*/ 350073 w 4967721"/>
                  <a:gd name="connsiteY36" fmla="*/ 6114 h 148051"/>
                  <a:gd name="connsiteX37" fmla="*/ 176296 w 4967721"/>
                  <a:gd name="connsiteY37" fmla="*/ 4738 h 148051"/>
                  <a:gd name="connsiteX38" fmla="*/ 2520 w 4967721"/>
                  <a:gd name="connsiteY38" fmla="*/ 2774 h 148051"/>
                  <a:gd name="connsiteX39" fmla="*/ 0 w 4967721"/>
                  <a:gd name="connsiteY39" fmla="*/ 1334 h 148051"/>
                  <a:gd name="connsiteX40" fmla="*/ 2642 w 4967721"/>
                  <a:gd name="connsiteY40" fmla="*/ 2 h 148051"/>
                  <a:gd name="connsiteX41" fmla="*/ 176418 w 4967721"/>
                  <a:gd name="connsiteY41" fmla="*/ 1923 h 148051"/>
                  <a:gd name="connsiteX42" fmla="*/ 350235 w 4967721"/>
                  <a:gd name="connsiteY42" fmla="*/ 3364 h 148051"/>
                  <a:gd name="connsiteX43" fmla="*/ 524297 w 4967721"/>
                  <a:gd name="connsiteY43" fmla="*/ 7991 h 148051"/>
                  <a:gd name="connsiteX44" fmla="*/ 872581 w 4967721"/>
                  <a:gd name="connsiteY44" fmla="*/ 14801 h 148051"/>
                  <a:gd name="connsiteX45" fmla="*/ 1046886 w 4967721"/>
                  <a:gd name="connsiteY45" fmla="*/ 18053 h 148051"/>
                  <a:gd name="connsiteX46" fmla="*/ 1221354 w 4967721"/>
                  <a:gd name="connsiteY46" fmla="*/ 20650 h 148051"/>
                  <a:gd name="connsiteX47" fmla="*/ 1395862 w 4967721"/>
                  <a:gd name="connsiteY47" fmla="*/ 22724 h 148051"/>
                  <a:gd name="connsiteX48" fmla="*/ 1570492 w 4967721"/>
                  <a:gd name="connsiteY48" fmla="*/ 23837 h 148051"/>
                  <a:gd name="connsiteX49" fmla="*/ 1745325 w 4967721"/>
                  <a:gd name="connsiteY49" fmla="*/ 22986 h 148051"/>
                  <a:gd name="connsiteX50" fmla="*/ 1920159 w 4967721"/>
                  <a:gd name="connsiteY50" fmla="*/ 21327 h 148051"/>
                  <a:gd name="connsiteX51" fmla="*/ 2095276 w 4967721"/>
                  <a:gd name="connsiteY51" fmla="*/ 22702 h 148051"/>
                  <a:gd name="connsiteX52" fmla="*/ 2270272 w 4967721"/>
                  <a:gd name="connsiteY52" fmla="*/ 22593 h 148051"/>
                  <a:gd name="connsiteX53" fmla="*/ 2445471 w 4967721"/>
                  <a:gd name="connsiteY53" fmla="*/ 21676 h 148051"/>
                  <a:gd name="connsiteX54" fmla="*/ 2445471 w 4967721"/>
                  <a:gd name="connsiteY54" fmla="*/ 21676 h 148051"/>
                  <a:gd name="connsiteX55" fmla="*/ 2447666 w 4967721"/>
                  <a:gd name="connsiteY55" fmla="*/ 22309 h 148051"/>
                  <a:gd name="connsiteX56" fmla="*/ 2458679 w 4967721"/>
                  <a:gd name="connsiteY56" fmla="*/ 31913 h 148051"/>
                  <a:gd name="connsiteX57" fmla="*/ 2634488 w 4967721"/>
                  <a:gd name="connsiteY57" fmla="*/ 29075 h 148051"/>
                  <a:gd name="connsiteX58" fmla="*/ 2699959 w 4967721"/>
                  <a:gd name="connsiteY58" fmla="*/ 28704 h 148051"/>
                  <a:gd name="connsiteX59" fmla="*/ 2702154 w 4967721"/>
                  <a:gd name="connsiteY59" fmla="*/ 29337 h 148051"/>
                  <a:gd name="connsiteX60" fmla="*/ 2702764 w 4967721"/>
                  <a:gd name="connsiteY60" fmla="*/ 29861 h 148051"/>
                  <a:gd name="connsiteX61" fmla="*/ 2717922 w 4967721"/>
                  <a:gd name="connsiteY61" fmla="*/ 44463 h 148051"/>
                  <a:gd name="connsiteX62" fmla="*/ 2731414 w 4967721"/>
                  <a:gd name="connsiteY62" fmla="*/ 56729 h 148051"/>
                  <a:gd name="connsiteX63" fmla="*/ 2844637 w 4967721"/>
                  <a:gd name="connsiteY63" fmla="*/ 56620 h 148051"/>
                  <a:gd name="connsiteX64" fmla="*/ 3026299 w 4967721"/>
                  <a:gd name="connsiteY64" fmla="*/ 55180 h 148051"/>
                  <a:gd name="connsiteX65" fmla="*/ 3208081 w 4967721"/>
                  <a:gd name="connsiteY65" fmla="*/ 54110 h 148051"/>
                  <a:gd name="connsiteX66" fmla="*/ 3390270 w 4967721"/>
                  <a:gd name="connsiteY66" fmla="*/ 59916 h 148051"/>
                  <a:gd name="connsiteX67" fmla="*/ 3754486 w 4967721"/>
                  <a:gd name="connsiteY67" fmla="*/ 69782 h 148051"/>
                  <a:gd name="connsiteX68" fmla="*/ 3936878 w 4967721"/>
                  <a:gd name="connsiteY68" fmla="*/ 74038 h 148051"/>
                  <a:gd name="connsiteX69" fmla="*/ 4119351 w 4967721"/>
                  <a:gd name="connsiteY69" fmla="*/ 77508 h 148051"/>
                  <a:gd name="connsiteX70" fmla="*/ 4301907 w 4967721"/>
                  <a:gd name="connsiteY70" fmla="*/ 81459 h 148051"/>
                  <a:gd name="connsiteX71" fmla="*/ 4484584 w 4967721"/>
                  <a:gd name="connsiteY71" fmla="*/ 84012 h 148051"/>
                  <a:gd name="connsiteX72" fmla="*/ 4667342 w 4967721"/>
                  <a:gd name="connsiteY72" fmla="*/ 85824 h 148051"/>
                  <a:gd name="connsiteX73" fmla="*/ 4669007 w 4967721"/>
                  <a:gd name="connsiteY73" fmla="*/ 86195 h 148051"/>
                  <a:gd name="connsiteX74" fmla="*/ 4706803 w 4967721"/>
                  <a:gd name="connsiteY74" fmla="*/ 105162 h 148051"/>
                  <a:gd name="connsiteX75" fmla="*/ 4881230 w 4967721"/>
                  <a:gd name="connsiteY75" fmla="*/ 106276 h 148051"/>
                  <a:gd name="connsiteX76" fmla="*/ 4882815 w 4967721"/>
                  <a:gd name="connsiteY76" fmla="*/ 106603 h 148051"/>
                  <a:gd name="connsiteX77" fmla="*/ 4923902 w 4967721"/>
                  <a:gd name="connsiteY77" fmla="*/ 125417 h 148051"/>
                  <a:gd name="connsiteX78" fmla="*/ 4924512 w 4967721"/>
                  <a:gd name="connsiteY78" fmla="*/ 125636 h 148051"/>
                  <a:gd name="connsiteX79" fmla="*/ 4928291 w 4967721"/>
                  <a:gd name="connsiteY79" fmla="*/ 127447 h 148051"/>
                  <a:gd name="connsiteX80" fmla="*/ 4966777 w 4967721"/>
                  <a:gd name="connsiteY80" fmla="*/ 145563 h 148051"/>
                  <a:gd name="connsiteX81" fmla="*/ 4967062 w 4967721"/>
                  <a:gd name="connsiteY81" fmla="*/ 147528 h 148051"/>
                  <a:gd name="connsiteX82" fmla="*/ 4965152 w 4967721"/>
                  <a:gd name="connsiteY82" fmla="*/ 148008 h 148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967721" h="148051">
                    <a:moveTo>
                      <a:pt x="4965192" y="148052"/>
                    </a:moveTo>
                    <a:cubicBezTo>
                      <a:pt x="4964583" y="148052"/>
                      <a:pt x="4964014" y="147942"/>
                      <a:pt x="4963526" y="147724"/>
                    </a:cubicBezTo>
                    <a:lnTo>
                      <a:pt x="4921667" y="127949"/>
                    </a:lnTo>
                    <a:cubicBezTo>
                      <a:pt x="4921667" y="127949"/>
                      <a:pt x="4921260" y="127840"/>
                      <a:pt x="4921097" y="127796"/>
                    </a:cubicBezTo>
                    <a:lnTo>
                      <a:pt x="4880296" y="109157"/>
                    </a:lnTo>
                    <a:lnTo>
                      <a:pt x="4705868" y="108044"/>
                    </a:lnTo>
                    <a:cubicBezTo>
                      <a:pt x="4705178" y="108044"/>
                      <a:pt x="4704567" y="107891"/>
                      <a:pt x="4704162" y="107672"/>
                    </a:cubicBezTo>
                    <a:lnTo>
                      <a:pt x="4666366" y="88705"/>
                    </a:lnTo>
                    <a:lnTo>
                      <a:pt x="4484502" y="86894"/>
                    </a:lnTo>
                    <a:lnTo>
                      <a:pt x="4301744" y="84340"/>
                    </a:lnTo>
                    <a:lnTo>
                      <a:pt x="4119190" y="80346"/>
                    </a:lnTo>
                    <a:lnTo>
                      <a:pt x="3936715" y="76941"/>
                    </a:lnTo>
                    <a:lnTo>
                      <a:pt x="3754364" y="72684"/>
                    </a:lnTo>
                    <a:lnTo>
                      <a:pt x="3390027" y="62775"/>
                    </a:lnTo>
                    <a:lnTo>
                      <a:pt x="3208081" y="57013"/>
                    </a:lnTo>
                    <a:lnTo>
                      <a:pt x="3026420" y="58017"/>
                    </a:lnTo>
                    <a:lnTo>
                      <a:pt x="2844759" y="59501"/>
                    </a:lnTo>
                    <a:lnTo>
                      <a:pt x="2730033" y="59610"/>
                    </a:lnTo>
                    <a:lnTo>
                      <a:pt x="2730033" y="59610"/>
                    </a:lnTo>
                    <a:cubicBezTo>
                      <a:pt x="2729139" y="59610"/>
                      <a:pt x="2728366" y="59349"/>
                      <a:pt x="2727879" y="58912"/>
                    </a:cubicBezTo>
                    <a:lnTo>
                      <a:pt x="2712679" y="45008"/>
                    </a:lnTo>
                    <a:lnTo>
                      <a:pt x="2698700" y="31585"/>
                    </a:lnTo>
                    <a:lnTo>
                      <a:pt x="2634692" y="31956"/>
                    </a:lnTo>
                    <a:lnTo>
                      <a:pt x="2457501" y="34837"/>
                    </a:lnTo>
                    <a:cubicBezTo>
                      <a:pt x="2456525" y="34881"/>
                      <a:pt x="2455713" y="34575"/>
                      <a:pt x="2455225" y="34139"/>
                    </a:cubicBezTo>
                    <a:lnTo>
                      <a:pt x="2444211" y="24535"/>
                    </a:lnTo>
                    <a:lnTo>
                      <a:pt x="2270395" y="25452"/>
                    </a:lnTo>
                    <a:lnTo>
                      <a:pt x="2095276" y="25561"/>
                    </a:lnTo>
                    <a:lnTo>
                      <a:pt x="1920240" y="24164"/>
                    </a:lnTo>
                    <a:lnTo>
                      <a:pt x="1745407" y="25823"/>
                    </a:lnTo>
                    <a:lnTo>
                      <a:pt x="1570573" y="26674"/>
                    </a:lnTo>
                    <a:lnTo>
                      <a:pt x="1395862" y="25561"/>
                    </a:lnTo>
                    <a:lnTo>
                      <a:pt x="1221273" y="23488"/>
                    </a:lnTo>
                    <a:lnTo>
                      <a:pt x="1046805" y="20868"/>
                    </a:lnTo>
                    <a:lnTo>
                      <a:pt x="661579" y="13578"/>
                    </a:lnTo>
                    <a:lnTo>
                      <a:pt x="524093" y="10806"/>
                    </a:lnTo>
                    <a:lnTo>
                      <a:pt x="350073" y="6114"/>
                    </a:lnTo>
                    <a:lnTo>
                      <a:pt x="176296" y="4738"/>
                    </a:lnTo>
                    <a:lnTo>
                      <a:pt x="2520" y="2774"/>
                    </a:lnTo>
                    <a:cubicBezTo>
                      <a:pt x="1097" y="2774"/>
                      <a:pt x="0" y="2141"/>
                      <a:pt x="0" y="1334"/>
                    </a:cubicBezTo>
                    <a:cubicBezTo>
                      <a:pt x="41" y="591"/>
                      <a:pt x="1179" y="-42"/>
                      <a:pt x="2642" y="2"/>
                    </a:cubicBezTo>
                    <a:lnTo>
                      <a:pt x="176418" y="1923"/>
                    </a:lnTo>
                    <a:lnTo>
                      <a:pt x="350235" y="3364"/>
                    </a:lnTo>
                    <a:lnTo>
                      <a:pt x="524297" y="7991"/>
                    </a:lnTo>
                    <a:lnTo>
                      <a:pt x="872581" y="14801"/>
                    </a:lnTo>
                    <a:lnTo>
                      <a:pt x="1046886" y="18053"/>
                    </a:lnTo>
                    <a:lnTo>
                      <a:pt x="1221354" y="20650"/>
                    </a:lnTo>
                    <a:lnTo>
                      <a:pt x="1395862" y="22724"/>
                    </a:lnTo>
                    <a:lnTo>
                      <a:pt x="1570492" y="23837"/>
                    </a:lnTo>
                    <a:lnTo>
                      <a:pt x="1745325" y="22986"/>
                    </a:lnTo>
                    <a:lnTo>
                      <a:pt x="1920159" y="21327"/>
                    </a:lnTo>
                    <a:lnTo>
                      <a:pt x="2095276" y="22702"/>
                    </a:lnTo>
                    <a:lnTo>
                      <a:pt x="2270272" y="22593"/>
                    </a:lnTo>
                    <a:lnTo>
                      <a:pt x="2445471" y="21676"/>
                    </a:lnTo>
                    <a:lnTo>
                      <a:pt x="2445471" y="21676"/>
                    </a:lnTo>
                    <a:cubicBezTo>
                      <a:pt x="2446365" y="21676"/>
                      <a:pt x="2447138" y="21894"/>
                      <a:pt x="2447666" y="22309"/>
                    </a:cubicBezTo>
                    <a:lnTo>
                      <a:pt x="2458679" y="31913"/>
                    </a:lnTo>
                    <a:lnTo>
                      <a:pt x="2634488" y="29075"/>
                    </a:lnTo>
                    <a:lnTo>
                      <a:pt x="2699959" y="28704"/>
                    </a:lnTo>
                    <a:cubicBezTo>
                      <a:pt x="2700853" y="28748"/>
                      <a:pt x="2701625" y="28922"/>
                      <a:pt x="2702154" y="29337"/>
                    </a:cubicBezTo>
                    <a:lnTo>
                      <a:pt x="2702764" y="29861"/>
                    </a:lnTo>
                    <a:lnTo>
                      <a:pt x="2717922" y="44463"/>
                    </a:lnTo>
                    <a:lnTo>
                      <a:pt x="2731414" y="56729"/>
                    </a:lnTo>
                    <a:lnTo>
                      <a:pt x="2844637" y="56620"/>
                    </a:lnTo>
                    <a:lnTo>
                      <a:pt x="3026299" y="55180"/>
                    </a:lnTo>
                    <a:lnTo>
                      <a:pt x="3208081" y="54110"/>
                    </a:lnTo>
                    <a:lnTo>
                      <a:pt x="3390270" y="59916"/>
                    </a:lnTo>
                    <a:lnTo>
                      <a:pt x="3754486" y="69782"/>
                    </a:lnTo>
                    <a:lnTo>
                      <a:pt x="3936878" y="74038"/>
                    </a:lnTo>
                    <a:lnTo>
                      <a:pt x="4119351" y="77508"/>
                    </a:lnTo>
                    <a:lnTo>
                      <a:pt x="4301907" y="81459"/>
                    </a:lnTo>
                    <a:lnTo>
                      <a:pt x="4484584" y="84012"/>
                    </a:lnTo>
                    <a:lnTo>
                      <a:pt x="4667342" y="85824"/>
                    </a:lnTo>
                    <a:cubicBezTo>
                      <a:pt x="4667952" y="85824"/>
                      <a:pt x="4668520" y="85999"/>
                      <a:pt x="4669007" y="86195"/>
                    </a:cubicBezTo>
                    <a:lnTo>
                      <a:pt x="4706803" y="105162"/>
                    </a:lnTo>
                    <a:lnTo>
                      <a:pt x="4881230" y="106276"/>
                    </a:lnTo>
                    <a:cubicBezTo>
                      <a:pt x="4881718" y="106276"/>
                      <a:pt x="4882328" y="106385"/>
                      <a:pt x="4882815" y="106603"/>
                    </a:cubicBezTo>
                    <a:lnTo>
                      <a:pt x="4923902" y="125417"/>
                    </a:lnTo>
                    <a:cubicBezTo>
                      <a:pt x="4923902" y="125417"/>
                      <a:pt x="4924390" y="125527"/>
                      <a:pt x="4924512" y="125636"/>
                    </a:cubicBezTo>
                    <a:lnTo>
                      <a:pt x="4928291" y="127447"/>
                    </a:lnTo>
                    <a:lnTo>
                      <a:pt x="4966777" y="145563"/>
                    </a:lnTo>
                    <a:cubicBezTo>
                      <a:pt x="4967874" y="146044"/>
                      <a:pt x="4968078" y="146938"/>
                      <a:pt x="4967062" y="147528"/>
                    </a:cubicBezTo>
                    <a:cubicBezTo>
                      <a:pt x="4966574" y="147855"/>
                      <a:pt x="4965883" y="148008"/>
                      <a:pt x="4965152" y="14800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4" name="Freeform: Shape 823">
                <a:extLst>
                  <a:ext uri="{FF2B5EF4-FFF2-40B4-BE49-F238E27FC236}">
                    <a16:creationId xmlns:a16="http://schemas.microsoft.com/office/drawing/2014/main" id="{B689D4EE-D934-4162-9F0A-C9870BD52666}"/>
                  </a:ext>
                </a:extLst>
              </p:cNvPr>
              <p:cNvSpPr/>
              <p:nvPr/>
            </p:nvSpPr>
            <p:spPr>
              <a:xfrm>
                <a:off x="5562554" y="5484691"/>
                <a:ext cx="6629445" cy="1416585"/>
              </a:xfrm>
              <a:custGeom>
                <a:avLst/>
                <a:gdLst>
                  <a:gd name="connsiteX0" fmla="*/ 6629445 w 6629445"/>
                  <a:gd name="connsiteY0" fmla="*/ 1413138 h 1416585"/>
                  <a:gd name="connsiteX1" fmla="*/ 6473875 w 6629445"/>
                  <a:gd name="connsiteY1" fmla="*/ 1367105 h 1416585"/>
                  <a:gd name="connsiteX2" fmla="*/ 6336349 w 6629445"/>
                  <a:gd name="connsiteY2" fmla="*/ 1328319 h 1416585"/>
                  <a:gd name="connsiteX3" fmla="*/ 6205407 w 6629445"/>
                  <a:gd name="connsiteY3" fmla="*/ 1289752 h 1416585"/>
                  <a:gd name="connsiteX4" fmla="*/ 6142213 w 6629445"/>
                  <a:gd name="connsiteY4" fmla="*/ 1271898 h 1416585"/>
                  <a:gd name="connsiteX5" fmla="*/ 6080277 w 6629445"/>
                  <a:gd name="connsiteY5" fmla="*/ 1253891 h 1416585"/>
                  <a:gd name="connsiteX6" fmla="*/ 6020049 w 6629445"/>
                  <a:gd name="connsiteY6" fmla="*/ 1237216 h 1416585"/>
                  <a:gd name="connsiteX7" fmla="*/ 6018829 w 6629445"/>
                  <a:gd name="connsiteY7" fmla="*/ 1237063 h 1416585"/>
                  <a:gd name="connsiteX8" fmla="*/ 5840948 w 6629445"/>
                  <a:gd name="connsiteY8" fmla="*/ 1237063 h 1416585"/>
                  <a:gd name="connsiteX9" fmla="*/ 5663148 w 6629445"/>
                  <a:gd name="connsiteY9" fmla="*/ 1236845 h 1416585"/>
                  <a:gd name="connsiteX10" fmla="*/ 5486039 w 6629445"/>
                  <a:gd name="connsiteY10" fmla="*/ 1233592 h 1416585"/>
                  <a:gd name="connsiteX11" fmla="*/ 5433573 w 6629445"/>
                  <a:gd name="connsiteY11" fmla="*/ 1216393 h 1416585"/>
                  <a:gd name="connsiteX12" fmla="*/ 5381675 w 6629445"/>
                  <a:gd name="connsiteY12" fmla="*/ 1199870 h 1416585"/>
                  <a:gd name="connsiteX13" fmla="*/ 5330957 w 6629445"/>
                  <a:gd name="connsiteY13" fmla="*/ 1183042 h 1416585"/>
                  <a:gd name="connsiteX14" fmla="*/ 5281335 w 6629445"/>
                  <a:gd name="connsiteY14" fmla="*/ 1166301 h 1416585"/>
                  <a:gd name="connsiteX15" fmla="*/ 5280725 w 6629445"/>
                  <a:gd name="connsiteY15" fmla="*/ 1166148 h 1416585"/>
                  <a:gd name="connsiteX16" fmla="*/ 5232323 w 6629445"/>
                  <a:gd name="connsiteY16" fmla="*/ 1158378 h 1416585"/>
                  <a:gd name="connsiteX17" fmla="*/ 5231633 w 6629445"/>
                  <a:gd name="connsiteY17" fmla="*/ 1158313 h 1416585"/>
                  <a:gd name="connsiteX18" fmla="*/ 5063667 w 6629445"/>
                  <a:gd name="connsiteY18" fmla="*/ 1158858 h 1416585"/>
                  <a:gd name="connsiteX19" fmla="*/ 4896068 w 6629445"/>
                  <a:gd name="connsiteY19" fmla="*/ 1157156 h 1416585"/>
                  <a:gd name="connsiteX20" fmla="*/ 4852502 w 6629445"/>
                  <a:gd name="connsiteY20" fmla="*/ 1153489 h 1416585"/>
                  <a:gd name="connsiteX21" fmla="*/ 4810033 w 6629445"/>
                  <a:gd name="connsiteY21" fmla="*/ 1147792 h 1416585"/>
                  <a:gd name="connsiteX22" fmla="*/ 4768052 w 6629445"/>
                  <a:gd name="connsiteY22" fmla="*/ 1138363 h 1416585"/>
                  <a:gd name="connsiteX23" fmla="*/ 4767077 w 6629445"/>
                  <a:gd name="connsiteY23" fmla="*/ 1138254 h 1416585"/>
                  <a:gd name="connsiteX24" fmla="*/ 4280413 w 6629445"/>
                  <a:gd name="connsiteY24" fmla="*/ 1137032 h 1416585"/>
                  <a:gd name="connsiteX25" fmla="*/ 3244459 w 6629445"/>
                  <a:gd name="connsiteY25" fmla="*/ 724707 h 1416585"/>
                  <a:gd name="connsiteX26" fmla="*/ 3242954 w 6629445"/>
                  <a:gd name="connsiteY26" fmla="*/ 724445 h 1416585"/>
                  <a:gd name="connsiteX27" fmla="*/ 3128757 w 6629445"/>
                  <a:gd name="connsiteY27" fmla="*/ 724292 h 1416585"/>
                  <a:gd name="connsiteX28" fmla="*/ 3014070 w 6629445"/>
                  <a:gd name="connsiteY28" fmla="*/ 713837 h 1416585"/>
                  <a:gd name="connsiteX29" fmla="*/ 3013379 w 6629445"/>
                  <a:gd name="connsiteY29" fmla="*/ 713837 h 1416585"/>
                  <a:gd name="connsiteX30" fmla="*/ 2998587 w 6629445"/>
                  <a:gd name="connsiteY30" fmla="*/ 714645 h 1416585"/>
                  <a:gd name="connsiteX31" fmla="*/ 2881706 w 6629445"/>
                  <a:gd name="connsiteY31" fmla="*/ 717002 h 1416585"/>
                  <a:gd name="connsiteX32" fmla="*/ 2878821 w 6629445"/>
                  <a:gd name="connsiteY32" fmla="*/ 716827 h 1416585"/>
                  <a:gd name="connsiteX33" fmla="*/ 2877520 w 6629445"/>
                  <a:gd name="connsiteY33" fmla="*/ 716609 h 1416585"/>
                  <a:gd name="connsiteX34" fmla="*/ 2657373 w 6629445"/>
                  <a:gd name="connsiteY34" fmla="*/ 716238 h 1416585"/>
                  <a:gd name="connsiteX35" fmla="*/ 2603890 w 6629445"/>
                  <a:gd name="connsiteY35" fmla="*/ 688693 h 1416585"/>
                  <a:gd name="connsiteX36" fmla="*/ 2602225 w 6629445"/>
                  <a:gd name="connsiteY36" fmla="*/ 688322 h 1416585"/>
                  <a:gd name="connsiteX37" fmla="*/ 2492984 w 6629445"/>
                  <a:gd name="connsiteY37" fmla="*/ 688103 h 1416585"/>
                  <a:gd name="connsiteX38" fmla="*/ 2411217 w 6629445"/>
                  <a:gd name="connsiteY38" fmla="*/ 643337 h 1416585"/>
                  <a:gd name="connsiteX39" fmla="*/ 2409428 w 6629445"/>
                  <a:gd name="connsiteY39" fmla="*/ 642966 h 1416585"/>
                  <a:gd name="connsiteX40" fmla="*/ 1503766 w 6629445"/>
                  <a:gd name="connsiteY40" fmla="*/ 641417 h 1416585"/>
                  <a:gd name="connsiteX41" fmla="*/ 1467962 w 6629445"/>
                  <a:gd name="connsiteY41" fmla="*/ 641264 h 1416585"/>
                  <a:gd name="connsiteX42" fmla="*/ 1462597 w 6629445"/>
                  <a:gd name="connsiteY42" fmla="*/ 636134 h 1416585"/>
                  <a:gd name="connsiteX43" fmla="*/ 1316863 w 6629445"/>
                  <a:gd name="connsiteY43" fmla="*/ 452988 h 1416585"/>
                  <a:gd name="connsiteX44" fmla="*/ 1313815 w 6629445"/>
                  <a:gd name="connsiteY44" fmla="*/ 444410 h 1416585"/>
                  <a:gd name="connsiteX45" fmla="*/ 1311254 w 6629445"/>
                  <a:gd name="connsiteY45" fmla="*/ 430070 h 1416585"/>
                  <a:gd name="connsiteX46" fmla="*/ 1308978 w 6629445"/>
                  <a:gd name="connsiteY46" fmla="*/ 421754 h 1416585"/>
                  <a:gd name="connsiteX47" fmla="*/ 1307881 w 6629445"/>
                  <a:gd name="connsiteY47" fmla="*/ 406192 h 1416585"/>
                  <a:gd name="connsiteX48" fmla="*/ 1307678 w 6629445"/>
                  <a:gd name="connsiteY48" fmla="*/ 387116 h 1416585"/>
                  <a:gd name="connsiteX49" fmla="*/ 1308288 w 6629445"/>
                  <a:gd name="connsiteY49" fmla="*/ 363303 h 1416585"/>
                  <a:gd name="connsiteX50" fmla="*/ 1311742 w 6629445"/>
                  <a:gd name="connsiteY50" fmla="*/ 302778 h 1416585"/>
                  <a:gd name="connsiteX51" fmla="*/ 1313327 w 6629445"/>
                  <a:gd name="connsiteY51" fmla="*/ 269536 h 1416585"/>
                  <a:gd name="connsiteX52" fmla="*/ 1313611 w 6629445"/>
                  <a:gd name="connsiteY52" fmla="*/ 247426 h 1416585"/>
                  <a:gd name="connsiteX53" fmla="*/ 1312839 w 6629445"/>
                  <a:gd name="connsiteY53" fmla="*/ 226800 h 1416585"/>
                  <a:gd name="connsiteX54" fmla="*/ 1309953 w 6629445"/>
                  <a:gd name="connsiteY54" fmla="*/ 205366 h 1416585"/>
                  <a:gd name="connsiteX55" fmla="*/ 1301338 w 6629445"/>
                  <a:gd name="connsiteY55" fmla="*/ 119719 h 1416585"/>
                  <a:gd name="connsiteX56" fmla="*/ 1298575 w 6629445"/>
                  <a:gd name="connsiteY56" fmla="*/ 102999 h 1416585"/>
                  <a:gd name="connsiteX57" fmla="*/ 1296583 w 6629445"/>
                  <a:gd name="connsiteY57" fmla="*/ 97608 h 1416585"/>
                  <a:gd name="connsiteX58" fmla="*/ 1294592 w 6629445"/>
                  <a:gd name="connsiteY58" fmla="*/ 94989 h 1416585"/>
                  <a:gd name="connsiteX59" fmla="*/ 1293901 w 6629445"/>
                  <a:gd name="connsiteY59" fmla="*/ 94465 h 1416585"/>
                  <a:gd name="connsiteX60" fmla="*/ 1292234 w 6629445"/>
                  <a:gd name="connsiteY60" fmla="*/ 93723 h 1416585"/>
                  <a:gd name="connsiteX61" fmla="*/ 1289553 w 6629445"/>
                  <a:gd name="connsiteY61" fmla="*/ 93570 h 1416585"/>
                  <a:gd name="connsiteX62" fmla="*/ 1271102 w 6629445"/>
                  <a:gd name="connsiteY62" fmla="*/ 98852 h 1416585"/>
                  <a:gd name="connsiteX63" fmla="*/ 1234607 w 6629445"/>
                  <a:gd name="connsiteY63" fmla="*/ 104877 h 1416585"/>
                  <a:gd name="connsiteX64" fmla="*/ 1201079 w 6629445"/>
                  <a:gd name="connsiteY64" fmla="*/ 107103 h 1416585"/>
                  <a:gd name="connsiteX65" fmla="*/ 1191650 w 6629445"/>
                  <a:gd name="connsiteY65" fmla="*/ 108391 h 1416585"/>
                  <a:gd name="connsiteX66" fmla="*/ 1184132 w 6629445"/>
                  <a:gd name="connsiteY66" fmla="*/ 109831 h 1416585"/>
                  <a:gd name="connsiteX67" fmla="*/ 1124310 w 6629445"/>
                  <a:gd name="connsiteY67" fmla="*/ 118038 h 1416585"/>
                  <a:gd name="connsiteX68" fmla="*/ 1049979 w 6629445"/>
                  <a:gd name="connsiteY68" fmla="*/ 124171 h 1416585"/>
                  <a:gd name="connsiteX69" fmla="*/ 978250 w 6629445"/>
                  <a:gd name="connsiteY69" fmla="*/ 119806 h 1416585"/>
                  <a:gd name="connsiteX70" fmla="*/ 908186 w 6629445"/>
                  <a:gd name="connsiteY70" fmla="*/ 107343 h 1416585"/>
                  <a:gd name="connsiteX71" fmla="*/ 840724 w 6629445"/>
                  <a:gd name="connsiteY71" fmla="*/ 94553 h 1416585"/>
                  <a:gd name="connsiteX72" fmla="*/ 774441 w 6629445"/>
                  <a:gd name="connsiteY72" fmla="*/ 80060 h 1416585"/>
                  <a:gd name="connsiteX73" fmla="*/ 707750 w 6629445"/>
                  <a:gd name="connsiteY73" fmla="*/ 69037 h 1416585"/>
                  <a:gd name="connsiteX74" fmla="*/ 637402 w 6629445"/>
                  <a:gd name="connsiteY74" fmla="*/ 55614 h 1416585"/>
                  <a:gd name="connsiteX75" fmla="*/ 563519 w 6629445"/>
                  <a:gd name="connsiteY75" fmla="*/ 48149 h 1416585"/>
                  <a:gd name="connsiteX76" fmla="*/ 483864 w 6629445"/>
                  <a:gd name="connsiteY76" fmla="*/ 38087 h 1416585"/>
                  <a:gd name="connsiteX77" fmla="*/ 398927 w 6629445"/>
                  <a:gd name="connsiteY77" fmla="*/ 26585 h 1416585"/>
                  <a:gd name="connsiteX78" fmla="*/ 309966 w 6629445"/>
                  <a:gd name="connsiteY78" fmla="*/ 11830 h 1416585"/>
                  <a:gd name="connsiteX79" fmla="*/ 223037 w 6629445"/>
                  <a:gd name="connsiteY79" fmla="*/ 6242 h 1416585"/>
                  <a:gd name="connsiteX80" fmla="*/ 137733 w 6629445"/>
                  <a:gd name="connsiteY80" fmla="*/ 218 h 1416585"/>
                  <a:gd name="connsiteX81" fmla="*/ 55437 w 6629445"/>
                  <a:gd name="connsiteY81" fmla="*/ 0 h 1416585"/>
                  <a:gd name="connsiteX82" fmla="*/ 45928 w 6629445"/>
                  <a:gd name="connsiteY82" fmla="*/ 1288 h 1416585"/>
                  <a:gd name="connsiteX83" fmla="*/ 2361 w 6629445"/>
                  <a:gd name="connsiteY83" fmla="*/ 3405 h 1416585"/>
                  <a:gd name="connsiteX84" fmla="*/ 4 w 6629445"/>
                  <a:gd name="connsiteY84" fmla="*/ 4955 h 1416585"/>
                  <a:gd name="connsiteX85" fmla="*/ 2768 w 6629445"/>
                  <a:gd name="connsiteY85" fmla="*/ 6242 h 1416585"/>
                  <a:gd name="connsiteX86" fmla="*/ 46659 w 6629445"/>
                  <a:gd name="connsiteY86" fmla="*/ 4060 h 1416585"/>
                  <a:gd name="connsiteX87" fmla="*/ 55925 w 6629445"/>
                  <a:gd name="connsiteY87" fmla="*/ 2772 h 1416585"/>
                  <a:gd name="connsiteX88" fmla="*/ 137327 w 6629445"/>
                  <a:gd name="connsiteY88" fmla="*/ 2990 h 1416585"/>
                  <a:gd name="connsiteX89" fmla="*/ 222386 w 6629445"/>
                  <a:gd name="connsiteY89" fmla="*/ 9058 h 1416585"/>
                  <a:gd name="connsiteX90" fmla="*/ 308868 w 6629445"/>
                  <a:gd name="connsiteY90" fmla="*/ 14602 h 1416585"/>
                  <a:gd name="connsiteX91" fmla="*/ 397504 w 6629445"/>
                  <a:gd name="connsiteY91" fmla="*/ 29313 h 1416585"/>
                  <a:gd name="connsiteX92" fmla="*/ 482564 w 6629445"/>
                  <a:gd name="connsiteY92" fmla="*/ 40816 h 1416585"/>
                  <a:gd name="connsiteX93" fmla="*/ 562381 w 6629445"/>
                  <a:gd name="connsiteY93" fmla="*/ 50943 h 1416585"/>
                  <a:gd name="connsiteX94" fmla="*/ 635980 w 6629445"/>
                  <a:gd name="connsiteY94" fmla="*/ 58364 h 1416585"/>
                  <a:gd name="connsiteX95" fmla="*/ 706002 w 6629445"/>
                  <a:gd name="connsiteY95" fmla="*/ 71787 h 1416585"/>
                  <a:gd name="connsiteX96" fmla="*/ 772693 w 6629445"/>
                  <a:gd name="connsiteY96" fmla="*/ 82766 h 1416585"/>
                  <a:gd name="connsiteX97" fmla="*/ 838855 w 6629445"/>
                  <a:gd name="connsiteY97" fmla="*/ 97215 h 1416585"/>
                  <a:gd name="connsiteX98" fmla="*/ 906439 w 6629445"/>
                  <a:gd name="connsiteY98" fmla="*/ 110115 h 1416585"/>
                  <a:gd name="connsiteX99" fmla="*/ 977071 w 6629445"/>
                  <a:gd name="connsiteY99" fmla="*/ 122643 h 1416585"/>
                  <a:gd name="connsiteX100" fmla="*/ 1049614 w 6629445"/>
                  <a:gd name="connsiteY100" fmla="*/ 127074 h 1416585"/>
                  <a:gd name="connsiteX101" fmla="*/ 1050183 w 6629445"/>
                  <a:gd name="connsiteY101" fmla="*/ 127074 h 1416585"/>
                  <a:gd name="connsiteX102" fmla="*/ 1125082 w 6629445"/>
                  <a:gd name="connsiteY102" fmla="*/ 120832 h 1416585"/>
                  <a:gd name="connsiteX103" fmla="*/ 1185433 w 6629445"/>
                  <a:gd name="connsiteY103" fmla="*/ 112581 h 1416585"/>
                  <a:gd name="connsiteX104" fmla="*/ 1192870 w 6629445"/>
                  <a:gd name="connsiteY104" fmla="*/ 111206 h 1416585"/>
                  <a:gd name="connsiteX105" fmla="*/ 1201810 w 6629445"/>
                  <a:gd name="connsiteY105" fmla="*/ 109984 h 1416585"/>
                  <a:gd name="connsiteX106" fmla="*/ 1235460 w 6629445"/>
                  <a:gd name="connsiteY106" fmla="*/ 107758 h 1416585"/>
                  <a:gd name="connsiteX107" fmla="*/ 1272849 w 6629445"/>
                  <a:gd name="connsiteY107" fmla="*/ 101581 h 1416585"/>
                  <a:gd name="connsiteX108" fmla="*/ 1290121 w 6629445"/>
                  <a:gd name="connsiteY108" fmla="*/ 96670 h 1416585"/>
                  <a:gd name="connsiteX109" fmla="*/ 1291625 w 6629445"/>
                  <a:gd name="connsiteY109" fmla="*/ 98525 h 1416585"/>
                  <a:gd name="connsiteX110" fmla="*/ 1293413 w 6629445"/>
                  <a:gd name="connsiteY110" fmla="*/ 103545 h 1416585"/>
                  <a:gd name="connsiteX111" fmla="*/ 1296177 w 6629445"/>
                  <a:gd name="connsiteY111" fmla="*/ 120068 h 1416585"/>
                  <a:gd name="connsiteX112" fmla="*/ 1304793 w 6629445"/>
                  <a:gd name="connsiteY112" fmla="*/ 205650 h 1416585"/>
                  <a:gd name="connsiteX113" fmla="*/ 1306174 w 6629445"/>
                  <a:gd name="connsiteY113" fmla="*/ 215559 h 1416585"/>
                  <a:gd name="connsiteX114" fmla="*/ 1307068 w 6629445"/>
                  <a:gd name="connsiteY114" fmla="*/ 220775 h 1416585"/>
                  <a:gd name="connsiteX115" fmla="*/ 1308450 w 6629445"/>
                  <a:gd name="connsiteY115" fmla="*/ 247535 h 1416585"/>
                  <a:gd name="connsiteX116" fmla="*/ 1308165 w 6629445"/>
                  <a:gd name="connsiteY116" fmla="*/ 269601 h 1416585"/>
                  <a:gd name="connsiteX117" fmla="*/ 1303085 w 6629445"/>
                  <a:gd name="connsiteY117" fmla="*/ 363390 h 1416585"/>
                  <a:gd name="connsiteX118" fmla="*/ 1302476 w 6629445"/>
                  <a:gd name="connsiteY118" fmla="*/ 387268 h 1416585"/>
                  <a:gd name="connsiteX119" fmla="*/ 1302679 w 6629445"/>
                  <a:gd name="connsiteY119" fmla="*/ 406454 h 1416585"/>
                  <a:gd name="connsiteX120" fmla="*/ 1303857 w 6629445"/>
                  <a:gd name="connsiteY120" fmla="*/ 422169 h 1416585"/>
                  <a:gd name="connsiteX121" fmla="*/ 1306052 w 6629445"/>
                  <a:gd name="connsiteY121" fmla="*/ 430594 h 1416585"/>
                  <a:gd name="connsiteX122" fmla="*/ 1308612 w 6629445"/>
                  <a:gd name="connsiteY122" fmla="*/ 444978 h 1416585"/>
                  <a:gd name="connsiteX123" fmla="*/ 1311864 w 6629445"/>
                  <a:gd name="connsiteY123" fmla="*/ 453970 h 1416585"/>
                  <a:gd name="connsiteX124" fmla="*/ 1457924 w 6629445"/>
                  <a:gd name="connsiteY124" fmla="*/ 637553 h 1416585"/>
                  <a:gd name="connsiteX125" fmla="*/ 1464060 w 6629445"/>
                  <a:gd name="connsiteY125" fmla="*/ 643468 h 1416585"/>
                  <a:gd name="connsiteX126" fmla="*/ 1466255 w 6629445"/>
                  <a:gd name="connsiteY126" fmla="*/ 644167 h 1416585"/>
                  <a:gd name="connsiteX127" fmla="*/ 2408249 w 6629445"/>
                  <a:gd name="connsiteY127" fmla="*/ 645869 h 1416585"/>
                  <a:gd name="connsiteX128" fmla="*/ 2490017 w 6629445"/>
                  <a:gd name="connsiteY128" fmla="*/ 690679 h 1416585"/>
                  <a:gd name="connsiteX129" fmla="*/ 2491806 w 6629445"/>
                  <a:gd name="connsiteY129" fmla="*/ 691050 h 1416585"/>
                  <a:gd name="connsiteX130" fmla="*/ 2601127 w 6629445"/>
                  <a:gd name="connsiteY130" fmla="*/ 691268 h 1416585"/>
                  <a:gd name="connsiteX131" fmla="*/ 2654528 w 6629445"/>
                  <a:gd name="connsiteY131" fmla="*/ 718770 h 1416585"/>
                  <a:gd name="connsiteX132" fmla="*/ 2656235 w 6629445"/>
                  <a:gd name="connsiteY132" fmla="*/ 719141 h 1416585"/>
                  <a:gd name="connsiteX133" fmla="*/ 2876707 w 6629445"/>
                  <a:gd name="connsiteY133" fmla="*/ 719556 h 1416585"/>
                  <a:gd name="connsiteX134" fmla="*/ 2877479 w 6629445"/>
                  <a:gd name="connsiteY134" fmla="*/ 719665 h 1416585"/>
                  <a:gd name="connsiteX135" fmla="*/ 2881421 w 6629445"/>
                  <a:gd name="connsiteY135" fmla="*/ 719927 h 1416585"/>
                  <a:gd name="connsiteX136" fmla="*/ 2998789 w 6629445"/>
                  <a:gd name="connsiteY136" fmla="*/ 717526 h 1416585"/>
                  <a:gd name="connsiteX137" fmla="*/ 3013461 w 6629445"/>
                  <a:gd name="connsiteY137" fmla="*/ 716784 h 1416585"/>
                  <a:gd name="connsiteX138" fmla="*/ 3128146 w 6629445"/>
                  <a:gd name="connsiteY138" fmla="*/ 727173 h 1416585"/>
                  <a:gd name="connsiteX139" fmla="*/ 3241938 w 6629445"/>
                  <a:gd name="connsiteY139" fmla="*/ 727391 h 1416585"/>
                  <a:gd name="connsiteX140" fmla="*/ 4277893 w 6629445"/>
                  <a:gd name="connsiteY140" fmla="*/ 1139738 h 1416585"/>
                  <a:gd name="connsiteX141" fmla="*/ 4279397 w 6629445"/>
                  <a:gd name="connsiteY141" fmla="*/ 1140000 h 1416585"/>
                  <a:gd name="connsiteX142" fmla="*/ 4766467 w 6629445"/>
                  <a:gd name="connsiteY142" fmla="*/ 1141222 h 1416585"/>
                  <a:gd name="connsiteX143" fmla="*/ 4808448 w 6629445"/>
                  <a:gd name="connsiteY143" fmla="*/ 1150608 h 1416585"/>
                  <a:gd name="connsiteX144" fmla="*/ 4851405 w 6629445"/>
                  <a:gd name="connsiteY144" fmla="*/ 1156414 h 1416585"/>
                  <a:gd name="connsiteX145" fmla="*/ 4895459 w 6629445"/>
                  <a:gd name="connsiteY145" fmla="*/ 1160146 h 1416585"/>
                  <a:gd name="connsiteX146" fmla="*/ 5063545 w 6629445"/>
                  <a:gd name="connsiteY146" fmla="*/ 1161849 h 1416585"/>
                  <a:gd name="connsiteX147" fmla="*/ 5231104 w 6629445"/>
                  <a:gd name="connsiteY147" fmla="*/ 1161325 h 1416585"/>
                  <a:gd name="connsiteX148" fmla="*/ 5278815 w 6629445"/>
                  <a:gd name="connsiteY148" fmla="*/ 1168986 h 1416585"/>
                  <a:gd name="connsiteX149" fmla="*/ 5328112 w 6629445"/>
                  <a:gd name="connsiteY149" fmla="*/ 1185618 h 1416585"/>
                  <a:gd name="connsiteX150" fmla="*/ 5378912 w 6629445"/>
                  <a:gd name="connsiteY150" fmla="*/ 1202511 h 1416585"/>
                  <a:gd name="connsiteX151" fmla="*/ 5430809 w 6629445"/>
                  <a:gd name="connsiteY151" fmla="*/ 1219034 h 1416585"/>
                  <a:gd name="connsiteX152" fmla="*/ 5483885 w 6629445"/>
                  <a:gd name="connsiteY152" fmla="*/ 1236408 h 1416585"/>
                  <a:gd name="connsiteX153" fmla="*/ 5485063 w 6629445"/>
                  <a:gd name="connsiteY153" fmla="*/ 1236626 h 1416585"/>
                  <a:gd name="connsiteX154" fmla="*/ 5662863 w 6629445"/>
                  <a:gd name="connsiteY154" fmla="*/ 1239835 h 1416585"/>
                  <a:gd name="connsiteX155" fmla="*/ 5840785 w 6629445"/>
                  <a:gd name="connsiteY155" fmla="*/ 1240097 h 1416585"/>
                  <a:gd name="connsiteX156" fmla="*/ 6018098 w 6629445"/>
                  <a:gd name="connsiteY156" fmla="*/ 1240097 h 1416585"/>
                  <a:gd name="connsiteX157" fmla="*/ 6077839 w 6629445"/>
                  <a:gd name="connsiteY157" fmla="*/ 1256619 h 1416585"/>
                  <a:gd name="connsiteX158" fmla="*/ 6139652 w 6629445"/>
                  <a:gd name="connsiteY158" fmla="*/ 1274626 h 1416585"/>
                  <a:gd name="connsiteX159" fmla="*/ 6202847 w 6629445"/>
                  <a:gd name="connsiteY159" fmla="*/ 1292415 h 1416585"/>
                  <a:gd name="connsiteX160" fmla="*/ 6333911 w 6629445"/>
                  <a:gd name="connsiteY160" fmla="*/ 1331048 h 1416585"/>
                  <a:gd name="connsiteX161" fmla="*/ 6471315 w 6629445"/>
                  <a:gd name="connsiteY161" fmla="*/ 1369855 h 1416585"/>
                  <a:gd name="connsiteX162" fmla="*/ 6629283 w 6629445"/>
                  <a:gd name="connsiteY162" fmla="*/ 1416586 h 1416585"/>
                  <a:gd name="connsiteX163" fmla="*/ 6629283 w 6629445"/>
                  <a:gd name="connsiteY163" fmla="*/ 1413378 h 1416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6629445" h="1416585">
                    <a:moveTo>
                      <a:pt x="6629445" y="1413138"/>
                    </a:moveTo>
                    <a:lnTo>
                      <a:pt x="6473875" y="1367105"/>
                    </a:lnTo>
                    <a:lnTo>
                      <a:pt x="6336349" y="1328319"/>
                    </a:lnTo>
                    <a:lnTo>
                      <a:pt x="6205407" y="1289752"/>
                    </a:lnTo>
                    <a:lnTo>
                      <a:pt x="6142213" y="1271898"/>
                    </a:lnTo>
                    <a:lnTo>
                      <a:pt x="6080277" y="1253891"/>
                    </a:lnTo>
                    <a:lnTo>
                      <a:pt x="6020049" y="1237216"/>
                    </a:lnTo>
                    <a:cubicBezTo>
                      <a:pt x="6019642" y="1237106"/>
                      <a:pt x="6019236" y="1237063"/>
                      <a:pt x="6018829" y="1237063"/>
                    </a:cubicBezTo>
                    <a:lnTo>
                      <a:pt x="5840948" y="1237063"/>
                    </a:lnTo>
                    <a:lnTo>
                      <a:pt x="5663148" y="1236845"/>
                    </a:lnTo>
                    <a:lnTo>
                      <a:pt x="5486039" y="1233592"/>
                    </a:lnTo>
                    <a:lnTo>
                      <a:pt x="5433573" y="1216393"/>
                    </a:lnTo>
                    <a:lnTo>
                      <a:pt x="5381675" y="1199870"/>
                    </a:lnTo>
                    <a:lnTo>
                      <a:pt x="5330957" y="1183042"/>
                    </a:lnTo>
                    <a:lnTo>
                      <a:pt x="5281335" y="1166301"/>
                    </a:lnTo>
                    <a:cubicBezTo>
                      <a:pt x="5281335" y="1166301"/>
                      <a:pt x="5280929" y="1166192"/>
                      <a:pt x="5280725" y="1166148"/>
                    </a:cubicBezTo>
                    <a:lnTo>
                      <a:pt x="5232323" y="1158378"/>
                    </a:lnTo>
                    <a:cubicBezTo>
                      <a:pt x="5232039" y="1158313"/>
                      <a:pt x="5231714" y="1158313"/>
                      <a:pt x="5231633" y="1158313"/>
                    </a:cubicBezTo>
                    <a:lnTo>
                      <a:pt x="5063667" y="1158858"/>
                    </a:lnTo>
                    <a:lnTo>
                      <a:pt x="4896068" y="1157156"/>
                    </a:lnTo>
                    <a:lnTo>
                      <a:pt x="4852502" y="1153489"/>
                    </a:lnTo>
                    <a:lnTo>
                      <a:pt x="4810033" y="1147792"/>
                    </a:lnTo>
                    <a:lnTo>
                      <a:pt x="4768052" y="1138363"/>
                    </a:lnTo>
                    <a:cubicBezTo>
                      <a:pt x="4767767" y="1138319"/>
                      <a:pt x="4767443" y="1138254"/>
                      <a:pt x="4767077" y="1138254"/>
                    </a:cubicBezTo>
                    <a:lnTo>
                      <a:pt x="4280413" y="1137032"/>
                    </a:lnTo>
                    <a:lnTo>
                      <a:pt x="3244459" y="724707"/>
                    </a:lnTo>
                    <a:cubicBezTo>
                      <a:pt x="3243970" y="724532"/>
                      <a:pt x="3243483" y="724445"/>
                      <a:pt x="3242954" y="724445"/>
                    </a:cubicBezTo>
                    <a:lnTo>
                      <a:pt x="3128757" y="724292"/>
                    </a:lnTo>
                    <a:lnTo>
                      <a:pt x="3014070" y="713837"/>
                    </a:lnTo>
                    <a:lnTo>
                      <a:pt x="3013379" y="713837"/>
                    </a:lnTo>
                    <a:lnTo>
                      <a:pt x="2998587" y="714645"/>
                    </a:lnTo>
                    <a:lnTo>
                      <a:pt x="2881706" y="717002"/>
                    </a:lnTo>
                    <a:lnTo>
                      <a:pt x="2878821" y="716827"/>
                    </a:lnTo>
                    <a:cubicBezTo>
                      <a:pt x="2878414" y="716674"/>
                      <a:pt x="2878007" y="716609"/>
                      <a:pt x="2877520" y="716609"/>
                    </a:cubicBezTo>
                    <a:lnTo>
                      <a:pt x="2657373" y="716238"/>
                    </a:lnTo>
                    <a:lnTo>
                      <a:pt x="2603890" y="688693"/>
                    </a:lnTo>
                    <a:cubicBezTo>
                      <a:pt x="2603484" y="688475"/>
                      <a:pt x="2602915" y="688322"/>
                      <a:pt x="2602225" y="688322"/>
                    </a:cubicBezTo>
                    <a:lnTo>
                      <a:pt x="2492984" y="688103"/>
                    </a:lnTo>
                    <a:lnTo>
                      <a:pt x="2411217" y="643337"/>
                    </a:lnTo>
                    <a:cubicBezTo>
                      <a:pt x="2410729" y="643075"/>
                      <a:pt x="2410038" y="642966"/>
                      <a:pt x="2409428" y="642966"/>
                    </a:cubicBezTo>
                    <a:lnTo>
                      <a:pt x="1503766" y="641417"/>
                    </a:lnTo>
                    <a:lnTo>
                      <a:pt x="1467962" y="641264"/>
                    </a:lnTo>
                    <a:lnTo>
                      <a:pt x="1462597" y="636134"/>
                    </a:lnTo>
                    <a:lnTo>
                      <a:pt x="1316863" y="452988"/>
                    </a:lnTo>
                    <a:lnTo>
                      <a:pt x="1313815" y="444410"/>
                    </a:lnTo>
                    <a:lnTo>
                      <a:pt x="1311254" y="430070"/>
                    </a:lnTo>
                    <a:lnTo>
                      <a:pt x="1308978" y="421754"/>
                    </a:lnTo>
                    <a:lnTo>
                      <a:pt x="1307881" y="406192"/>
                    </a:lnTo>
                    <a:lnTo>
                      <a:pt x="1307678" y="387116"/>
                    </a:lnTo>
                    <a:lnTo>
                      <a:pt x="1308288" y="363303"/>
                    </a:lnTo>
                    <a:lnTo>
                      <a:pt x="1311742" y="302778"/>
                    </a:lnTo>
                    <a:lnTo>
                      <a:pt x="1313327" y="269536"/>
                    </a:lnTo>
                    <a:lnTo>
                      <a:pt x="1313611" y="247426"/>
                    </a:lnTo>
                    <a:lnTo>
                      <a:pt x="1312839" y="226800"/>
                    </a:lnTo>
                    <a:lnTo>
                      <a:pt x="1309953" y="205366"/>
                    </a:lnTo>
                    <a:lnTo>
                      <a:pt x="1301338" y="119719"/>
                    </a:lnTo>
                    <a:lnTo>
                      <a:pt x="1298575" y="102999"/>
                    </a:lnTo>
                    <a:lnTo>
                      <a:pt x="1296583" y="97608"/>
                    </a:lnTo>
                    <a:lnTo>
                      <a:pt x="1294592" y="94989"/>
                    </a:lnTo>
                    <a:cubicBezTo>
                      <a:pt x="1294388" y="94771"/>
                      <a:pt x="1294185" y="94618"/>
                      <a:pt x="1293901" y="94465"/>
                    </a:cubicBezTo>
                    <a:lnTo>
                      <a:pt x="1292234" y="93723"/>
                    </a:lnTo>
                    <a:cubicBezTo>
                      <a:pt x="1291463" y="93396"/>
                      <a:pt x="1290447" y="93352"/>
                      <a:pt x="1289553" y="93570"/>
                    </a:cubicBezTo>
                    <a:lnTo>
                      <a:pt x="1271102" y="98852"/>
                    </a:lnTo>
                    <a:lnTo>
                      <a:pt x="1234607" y="104877"/>
                    </a:lnTo>
                    <a:lnTo>
                      <a:pt x="1201079" y="107103"/>
                    </a:lnTo>
                    <a:lnTo>
                      <a:pt x="1191650" y="108391"/>
                    </a:lnTo>
                    <a:lnTo>
                      <a:pt x="1184132" y="109831"/>
                    </a:lnTo>
                    <a:lnTo>
                      <a:pt x="1124310" y="118038"/>
                    </a:lnTo>
                    <a:lnTo>
                      <a:pt x="1049979" y="124171"/>
                    </a:lnTo>
                    <a:lnTo>
                      <a:pt x="978250" y="119806"/>
                    </a:lnTo>
                    <a:lnTo>
                      <a:pt x="908186" y="107343"/>
                    </a:lnTo>
                    <a:lnTo>
                      <a:pt x="840724" y="94553"/>
                    </a:lnTo>
                    <a:lnTo>
                      <a:pt x="774441" y="80060"/>
                    </a:lnTo>
                    <a:lnTo>
                      <a:pt x="707750" y="69037"/>
                    </a:lnTo>
                    <a:lnTo>
                      <a:pt x="637402" y="55614"/>
                    </a:lnTo>
                    <a:lnTo>
                      <a:pt x="563519" y="48149"/>
                    </a:lnTo>
                    <a:lnTo>
                      <a:pt x="483864" y="38087"/>
                    </a:lnTo>
                    <a:lnTo>
                      <a:pt x="398927" y="26585"/>
                    </a:lnTo>
                    <a:lnTo>
                      <a:pt x="309966" y="11830"/>
                    </a:lnTo>
                    <a:lnTo>
                      <a:pt x="223037" y="6242"/>
                    </a:lnTo>
                    <a:lnTo>
                      <a:pt x="137733" y="218"/>
                    </a:lnTo>
                    <a:lnTo>
                      <a:pt x="55437" y="0"/>
                    </a:lnTo>
                    <a:lnTo>
                      <a:pt x="45928" y="1288"/>
                    </a:lnTo>
                    <a:lnTo>
                      <a:pt x="2361" y="3405"/>
                    </a:lnTo>
                    <a:cubicBezTo>
                      <a:pt x="980" y="3470"/>
                      <a:pt x="-77" y="4147"/>
                      <a:pt x="4" y="4955"/>
                    </a:cubicBezTo>
                    <a:cubicBezTo>
                      <a:pt x="167" y="5697"/>
                      <a:pt x="1224" y="6242"/>
                      <a:pt x="2768" y="6242"/>
                    </a:cubicBezTo>
                    <a:lnTo>
                      <a:pt x="46659" y="4060"/>
                    </a:lnTo>
                    <a:lnTo>
                      <a:pt x="55925" y="2772"/>
                    </a:lnTo>
                    <a:lnTo>
                      <a:pt x="137327" y="2990"/>
                    </a:lnTo>
                    <a:lnTo>
                      <a:pt x="222386" y="9058"/>
                    </a:lnTo>
                    <a:lnTo>
                      <a:pt x="308868" y="14602"/>
                    </a:lnTo>
                    <a:lnTo>
                      <a:pt x="397504" y="29313"/>
                    </a:lnTo>
                    <a:lnTo>
                      <a:pt x="482564" y="40816"/>
                    </a:lnTo>
                    <a:lnTo>
                      <a:pt x="562381" y="50943"/>
                    </a:lnTo>
                    <a:lnTo>
                      <a:pt x="635980" y="58364"/>
                    </a:lnTo>
                    <a:lnTo>
                      <a:pt x="706002" y="71787"/>
                    </a:lnTo>
                    <a:lnTo>
                      <a:pt x="772693" y="82766"/>
                    </a:lnTo>
                    <a:lnTo>
                      <a:pt x="838855" y="97215"/>
                    </a:lnTo>
                    <a:lnTo>
                      <a:pt x="906439" y="110115"/>
                    </a:lnTo>
                    <a:lnTo>
                      <a:pt x="977071" y="122643"/>
                    </a:lnTo>
                    <a:lnTo>
                      <a:pt x="1049614" y="127074"/>
                    </a:lnTo>
                    <a:lnTo>
                      <a:pt x="1050183" y="127074"/>
                    </a:lnTo>
                    <a:lnTo>
                      <a:pt x="1125082" y="120832"/>
                    </a:lnTo>
                    <a:lnTo>
                      <a:pt x="1185433" y="112581"/>
                    </a:lnTo>
                    <a:lnTo>
                      <a:pt x="1192870" y="111206"/>
                    </a:lnTo>
                    <a:lnTo>
                      <a:pt x="1201810" y="109984"/>
                    </a:lnTo>
                    <a:lnTo>
                      <a:pt x="1235460" y="107758"/>
                    </a:lnTo>
                    <a:lnTo>
                      <a:pt x="1272849" y="101581"/>
                    </a:lnTo>
                    <a:lnTo>
                      <a:pt x="1290121" y="96670"/>
                    </a:lnTo>
                    <a:lnTo>
                      <a:pt x="1291625" y="98525"/>
                    </a:lnTo>
                    <a:lnTo>
                      <a:pt x="1293413" y="103545"/>
                    </a:lnTo>
                    <a:lnTo>
                      <a:pt x="1296177" y="120068"/>
                    </a:lnTo>
                    <a:lnTo>
                      <a:pt x="1304793" y="205650"/>
                    </a:lnTo>
                    <a:lnTo>
                      <a:pt x="1306174" y="215559"/>
                    </a:lnTo>
                    <a:lnTo>
                      <a:pt x="1307068" y="220775"/>
                    </a:lnTo>
                    <a:lnTo>
                      <a:pt x="1308450" y="247535"/>
                    </a:lnTo>
                    <a:lnTo>
                      <a:pt x="1308165" y="269601"/>
                    </a:lnTo>
                    <a:lnTo>
                      <a:pt x="1303085" y="363390"/>
                    </a:lnTo>
                    <a:lnTo>
                      <a:pt x="1302476" y="387268"/>
                    </a:lnTo>
                    <a:lnTo>
                      <a:pt x="1302679" y="406454"/>
                    </a:lnTo>
                    <a:lnTo>
                      <a:pt x="1303857" y="422169"/>
                    </a:lnTo>
                    <a:lnTo>
                      <a:pt x="1306052" y="430594"/>
                    </a:lnTo>
                    <a:lnTo>
                      <a:pt x="1308612" y="444978"/>
                    </a:lnTo>
                    <a:lnTo>
                      <a:pt x="1311864" y="453970"/>
                    </a:lnTo>
                    <a:lnTo>
                      <a:pt x="1457924" y="637553"/>
                    </a:lnTo>
                    <a:lnTo>
                      <a:pt x="1464060" y="643468"/>
                    </a:lnTo>
                    <a:cubicBezTo>
                      <a:pt x="1464548" y="643883"/>
                      <a:pt x="1465361" y="644167"/>
                      <a:pt x="1466255" y="644167"/>
                    </a:cubicBezTo>
                    <a:lnTo>
                      <a:pt x="2408249" y="645869"/>
                    </a:lnTo>
                    <a:lnTo>
                      <a:pt x="2490017" y="690679"/>
                    </a:lnTo>
                    <a:cubicBezTo>
                      <a:pt x="2490505" y="690941"/>
                      <a:pt x="2491114" y="691050"/>
                      <a:pt x="2491806" y="691050"/>
                    </a:cubicBezTo>
                    <a:lnTo>
                      <a:pt x="2601127" y="691268"/>
                    </a:lnTo>
                    <a:lnTo>
                      <a:pt x="2654528" y="718770"/>
                    </a:lnTo>
                    <a:cubicBezTo>
                      <a:pt x="2655016" y="719032"/>
                      <a:pt x="2655625" y="719141"/>
                      <a:pt x="2656235" y="719141"/>
                    </a:cubicBezTo>
                    <a:lnTo>
                      <a:pt x="2876707" y="719556"/>
                    </a:lnTo>
                    <a:cubicBezTo>
                      <a:pt x="2876991" y="719621"/>
                      <a:pt x="2877194" y="719665"/>
                      <a:pt x="2877479" y="719665"/>
                    </a:cubicBezTo>
                    <a:lnTo>
                      <a:pt x="2881421" y="719927"/>
                    </a:lnTo>
                    <a:lnTo>
                      <a:pt x="2998789" y="717526"/>
                    </a:lnTo>
                    <a:lnTo>
                      <a:pt x="3013461" y="716784"/>
                    </a:lnTo>
                    <a:lnTo>
                      <a:pt x="3128146" y="727173"/>
                    </a:lnTo>
                    <a:lnTo>
                      <a:pt x="3241938" y="727391"/>
                    </a:lnTo>
                    <a:lnTo>
                      <a:pt x="4277893" y="1139738"/>
                    </a:lnTo>
                    <a:cubicBezTo>
                      <a:pt x="4278381" y="1139891"/>
                      <a:pt x="4278869" y="1140000"/>
                      <a:pt x="4279397" y="1140000"/>
                    </a:cubicBezTo>
                    <a:lnTo>
                      <a:pt x="4766467" y="1141222"/>
                    </a:lnTo>
                    <a:lnTo>
                      <a:pt x="4808448" y="1150608"/>
                    </a:lnTo>
                    <a:lnTo>
                      <a:pt x="4851405" y="1156414"/>
                    </a:lnTo>
                    <a:lnTo>
                      <a:pt x="4895459" y="1160146"/>
                    </a:lnTo>
                    <a:lnTo>
                      <a:pt x="5063545" y="1161849"/>
                    </a:lnTo>
                    <a:lnTo>
                      <a:pt x="5231104" y="1161325"/>
                    </a:lnTo>
                    <a:lnTo>
                      <a:pt x="5278815" y="1168986"/>
                    </a:lnTo>
                    <a:lnTo>
                      <a:pt x="5328112" y="1185618"/>
                    </a:lnTo>
                    <a:lnTo>
                      <a:pt x="5378912" y="1202511"/>
                    </a:lnTo>
                    <a:lnTo>
                      <a:pt x="5430809" y="1219034"/>
                    </a:lnTo>
                    <a:lnTo>
                      <a:pt x="5483885" y="1236408"/>
                    </a:lnTo>
                    <a:cubicBezTo>
                      <a:pt x="5484169" y="1236517"/>
                      <a:pt x="5484657" y="1236561"/>
                      <a:pt x="5485063" y="1236626"/>
                    </a:cubicBezTo>
                    <a:lnTo>
                      <a:pt x="5662863" y="1239835"/>
                    </a:lnTo>
                    <a:lnTo>
                      <a:pt x="5840785" y="1240097"/>
                    </a:lnTo>
                    <a:lnTo>
                      <a:pt x="6018098" y="1240097"/>
                    </a:lnTo>
                    <a:lnTo>
                      <a:pt x="6077839" y="1256619"/>
                    </a:lnTo>
                    <a:lnTo>
                      <a:pt x="6139652" y="1274626"/>
                    </a:lnTo>
                    <a:lnTo>
                      <a:pt x="6202847" y="1292415"/>
                    </a:lnTo>
                    <a:lnTo>
                      <a:pt x="6333911" y="1331048"/>
                    </a:lnTo>
                    <a:lnTo>
                      <a:pt x="6471315" y="1369855"/>
                    </a:lnTo>
                    <a:lnTo>
                      <a:pt x="6629283" y="1416586"/>
                    </a:lnTo>
                    <a:lnTo>
                      <a:pt x="6629283" y="141337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5" name="Freeform: Shape 824">
                <a:extLst>
                  <a:ext uri="{FF2B5EF4-FFF2-40B4-BE49-F238E27FC236}">
                    <a16:creationId xmlns:a16="http://schemas.microsoft.com/office/drawing/2014/main" id="{0244F511-D510-4075-B2F6-33118F5B4BC5}"/>
                  </a:ext>
                </a:extLst>
              </p:cNvPr>
              <p:cNvSpPr/>
              <p:nvPr/>
            </p:nvSpPr>
            <p:spPr>
              <a:xfrm>
                <a:off x="9619518" y="5709070"/>
                <a:ext cx="105015" cy="42712"/>
              </a:xfrm>
              <a:custGeom>
                <a:avLst/>
                <a:gdLst>
                  <a:gd name="connsiteX0" fmla="*/ 102423 w 105015"/>
                  <a:gd name="connsiteY0" fmla="*/ 42713 h 42712"/>
                  <a:gd name="connsiteX1" fmla="*/ 100839 w 105015"/>
                  <a:gd name="connsiteY1" fmla="*/ 42385 h 42712"/>
                  <a:gd name="connsiteX2" fmla="*/ 74950 w 105015"/>
                  <a:gd name="connsiteY2" fmla="*/ 30883 h 42712"/>
                  <a:gd name="connsiteX3" fmla="*/ 62555 w 105015"/>
                  <a:gd name="connsiteY3" fmla="*/ 26081 h 42712"/>
                  <a:gd name="connsiteX4" fmla="*/ 37155 w 105015"/>
                  <a:gd name="connsiteY4" fmla="*/ 15582 h 42712"/>
                  <a:gd name="connsiteX5" fmla="*/ 24272 w 105015"/>
                  <a:gd name="connsiteY5" fmla="*/ 10562 h 42712"/>
                  <a:gd name="connsiteX6" fmla="*/ 10698 w 105015"/>
                  <a:gd name="connsiteY6" fmla="*/ 6612 h 42712"/>
                  <a:gd name="connsiteX7" fmla="*/ 9886 w 105015"/>
                  <a:gd name="connsiteY7" fmla="*/ 6241 h 42712"/>
                  <a:gd name="connsiteX8" fmla="*/ 6432 w 105015"/>
                  <a:gd name="connsiteY8" fmla="*/ 3840 h 42712"/>
                  <a:gd name="connsiteX9" fmla="*/ 1554 w 105015"/>
                  <a:gd name="connsiteY9" fmla="*/ 2727 h 42712"/>
                  <a:gd name="connsiteX10" fmla="*/ 173 w 105015"/>
                  <a:gd name="connsiteY10" fmla="*/ 915 h 42712"/>
                  <a:gd name="connsiteX11" fmla="*/ 3546 w 105015"/>
                  <a:gd name="connsiteY11" fmla="*/ 107 h 42712"/>
                  <a:gd name="connsiteX12" fmla="*/ 8992 w 105015"/>
                  <a:gd name="connsiteY12" fmla="*/ 1330 h 42712"/>
                  <a:gd name="connsiteX13" fmla="*/ 10089 w 105015"/>
                  <a:gd name="connsiteY13" fmla="*/ 1810 h 42712"/>
                  <a:gd name="connsiteX14" fmla="*/ 13544 w 105015"/>
                  <a:gd name="connsiteY14" fmla="*/ 4254 h 42712"/>
                  <a:gd name="connsiteX15" fmla="*/ 26833 w 105015"/>
                  <a:gd name="connsiteY15" fmla="*/ 8140 h 42712"/>
                  <a:gd name="connsiteX16" fmla="*/ 40122 w 105015"/>
                  <a:gd name="connsiteY16" fmla="*/ 13247 h 42712"/>
                  <a:gd name="connsiteX17" fmla="*/ 65522 w 105015"/>
                  <a:gd name="connsiteY17" fmla="*/ 23811 h 42712"/>
                  <a:gd name="connsiteX18" fmla="*/ 78039 w 105015"/>
                  <a:gd name="connsiteY18" fmla="*/ 28547 h 42712"/>
                  <a:gd name="connsiteX19" fmla="*/ 104049 w 105015"/>
                  <a:gd name="connsiteY19" fmla="*/ 40115 h 42712"/>
                  <a:gd name="connsiteX20" fmla="*/ 104455 w 105015"/>
                  <a:gd name="connsiteY20" fmla="*/ 42145 h 42712"/>
                  <a:gd name="connsiteX21" fmla="*/ 102464 w 105015"/>
                  <a:gd name="connsiteY21" fmla="*/ 42669 h 4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5015" h="42712">
                    <a:moveTo>
                      <a:pt x="102423" y="42713"/>
                    </a:moveTo>
                    <a:cubicBezTo>
                      <a:pt x="101814" y="42713"/>
                      <a:pt x="101326" y="42604"/>
                      <a:pt x="100839" y="42385"/>
                    </a:cubicBezTo>
                    <a:lnTo>
                      <a:pt x="74950" y="30883"/>
                    </a:lnTo>
                    <a:lnTo>
                      <a:pt x="62555" y="26081"/>
                    </a:lnTo>
                    <a:lnTo>
                      <a:pt x="37155" y="15582"/>
                    </a:lnTo>
                    <a:lnTo>
                      <a:pt x="24272" y="10562"/>
                    </a:lnTo>
                    <a:lnTo>
                      <a:pt x="10698" y="6612"/>
                    </a:lnTo>
                    <a:cubicBezTo>
                      <a:pt x="10374" y="6568"/>
                      <a:pt x="10089" y="6393"/>
                      <a:pt x="9886" y="6241"/>
                    </a:cubicBezTo>
                    <a:lnTo>
                      <a:pt x="6432" y="3840"/>
                    </a:lnTo>
                    <a:lnTo>
                      <a:pt x="1554" y="2727"/>
                    </a:lnTo>
                    <a:cubicBezTo>
                      <a:pt x="255" y="2399"/>
                      <a:pt x="-315" y="1613"/>
                      <a:pt x="173" y="915"/>
                    </a:cubicBezTo>
                    <a:cubicBezTo>
                      <a:pt x="782" y="173"/>
                      <a:pt x="2165" y="-198"/>
                      <a:pt x="3546" y="107"/>
                    </a:cubicBezTo>
                    <a:lnTo>
                      <a:pt x="8992" y="1330"/>
                    </a:lnTo>
                    <a:cubicBezTo>
                      <a:pt x="9399" y="1439"/>
                      <a:pt x="9804" y="1592"/>
                      <a:pt x="10089" y="1810"/>
                    </a:cubicBezTo>
                    <a:lnTo>
                      <a:pt x="13544" y="4254"/>
                    </a:lnTo>
                    <a:lnTo>
                      <a:pt x="26833" y="8140"/>
                    </a:lnTo>
                    <a:lnTo>
                      <a:pt x="40122" y="13247"/>
                    </a:lnTo>
                    <a:lnTo>
                      <a:pt x="65522" y="23811"/>
                    </a:lnTo>
                    <a:lnTo>
                      <a:pt x="78039" y="28547"/>
                    </a:lnTo>
                    <a:lnTo>
                      <a:pt x="104049" y="40115"/>
                    </a:lnTo>
                    <a:cubicBezTo>
                      <a:pt x="105146" y="40661"/>
                      <a:pt x="105349" y="41512"/>
                      <a:pt x="104455" y="42145"/>
                    </a:cubicBezTo>
                    <a:cubicBezTo>
                      <a:pt x="103968" y="42473"/>
                      <a:pt x="103154" y="42669"/>
                      <a:pt x="102464" y="4266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6" name="Freeform: Shape 825">
                <a:extLst>
                  <a:ext uri="{FF2B5EF4-FFF2-40B4-BE49-F238E27FC236}">
                    <a16:creationId xmlns:a16="http://schemas.microsoft.com/office/drawing/2014/main" id="{5203B952-6952-433C-BF87-3924A2162BF1}"/>
                  </a:ext>
                </a:extLst>
              </p:cNvPr>
              <p:cNvSpPr/>
              <p:nvPr/>
            </p:nvSpPr>
            <p:spPr>
              <a:xfrm>
                <a:off x="8965685" y="5731187"/>
                <a:ext cx="126036" cy="12324"/>
              </a:xfrm>
              <a:custGeom>
                <a:avLst/>
                <a:gdLst>
                  <a:gd name="connsiteX0" fmla="*/ 2506 w 126036"/>
                  <a:gd name="connsiteY0" fmla="*/ 12324 h 12324"/>
                  <a:gd name="connsiteX1" fmla="*/ 27 w 126036"/>
                  <a:gd name="connsiteY1" fmla="*/ 11102 h 12324"/>
                  <a:gd name="connsiteX2" fmla="*/ 2221 w 126036"/>
                  <a:gd name="connsiteY2" fmla="*/ 9508 h 12324"/>
                  <a:gd name="connsiteX3" fmla="*/ 55297 w 126036"/>
                  <a:gd name="connsiteY3" fmla="*/ 5885 h 12324"/>
                  <a:gd name="connsiteX4" fmla="*/ 123044 w 126036"/>
                  <a:gd name="connsiteY4" fmla="*/ 14 h 12324"/>
                  <a:gd name="connsiteX5" fmla="*/ 126011 w 126036"/>
                  <a:gd name="connsiteY5" fmla="*/ 1193 h 12324"/>
                  <a:gd name="connsiteX6" fmla="*/ 123817 w 126036"/>
                  <a:gd name="connsiteY6" fmla="*/ 2851 h 12324"/>
                  <a:gd name="connsiteX7" fmla="*/ 55175 w 126036"/>
                  <a:gd name="connsiteY7" fmla="*/ 8766 h 12324"/>
                  <a:gd name="connsiteX8" fmla="*/ 2791 w 126036"/>
                  <a:gd name="connsiteY8" fmla="*/ 12324 h 12324"/>
                  <a:gd name="connsiteX9" fmla="*/ 2506 w 126036"/>
                  <a:gd name="connsiteY9" fmla="*/ 12324 h 12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036" h="12324">
                    <a:moveTo>
                      <a:pt x="2506" y="12324"/>
                    </a:moveTo>
                    <a:cubicBezTo>
                      <a:pt x="1205" y="12324"/>
                      <a:pt x="108" y="11800"/>
                      <a:pt x="27" y="11102"/>
                    </a:cubicBezTo>
                    <a:cubicBezTo>
                      <a:pt x="-176" y="10294"/>
                      <a:pt x="799" y="9596"/>
                      <a:pt x="2221" y="9508"/>
                    </a:cubicBezTo>
                    <a:lnTo>
                      <a:pt x="55297" y="5885"/>
                    </a:lnTo>
                    <a:lnTo>
                      <a:pt x="123044" y="14"/>
                    </a:lnTo>
                    <a:cubicBezTo>
                      <a:pt x="124426" y="-95"/>
                      <a:pt x="125808" y="450"/>
                      <a:pt x="126011" y="1193"/>
                    </a:cubicBezTo>
                    <a:cubicBezTo>
                      <a:pt x="126214" y="2000"/>
                      <a:pt x="125198" y="2699"/>
                      <a:pt x="123817" y="2851"/>
                    </a:cubicBezTo>
                    <a:lnTo>
                      <a:pt x="55175" y="8766"/>
                    </a:lnTo>
                    <a:lnTo>
                      <a:pt x="2791" y="12324"/>
                    </a:lnTo>
                    <a:lnTo>
                      <a:pt x="2506" y="1232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7" name="Freeform: Shape 826">
                <a:extLst>
                  <a:ext uri="{FF2B5EF4-FFF2-40B4-BE49-F238E27FC236}">
                    <a16:creationId xmlns:a16="http://schemas.microsoft.com/office/drawing/2014/main" id="{16CA2C8A-7A7A-4991-AD1A-40C91FC3A43D}"/>
                  </a:ext>
                </a:extLst>
              </p:cNvPr>
              <p:cNvSpPr/>
              <p:nvPr/>
            </p:nvSpPr>
            <p:spPr>
              <a:xfrm>
                <a:off x="11220509" y="5733606"/>
                <a:ext cx="971530" cy="176594"/>
              </a:xfrm>
              <a:custGeom>
                <a:avLst/>
                <a:gdLst>
                  <a:gd name="connsiteX0" fmla="*/ 971490 w 971530"/>
                  <a:gd name="connsiteY0" fmla="*/ 173604 h 176594"/>
                  <a:gd name="connsiteX1" fmla="*/ 964826 w 971530"/>
                  <a:gd name="connsiteY1" fmla="*/ 171945 h 176594"/>
                  <a:gd name="connsiteX2" fmla="*/ 931703 w 971530"/>
                  <a:gd name="connsiteY2" fmla="*/ 161883 h 176594"/>
                  <a:gd name="connsiteX3" fmla="*/ 930322 w 971530"/>
                  <a:gd name="connsiteY3" fmla="*/ 161730 h 176594"/>
                  <a:gd name="connsiteX4" fmla="*/ 842824 w 971530"/>
                  <a:gd name="connsiteY4" fmla="*/ 163979 h 176594"/>
                  <a:gd name="connsiteX5" fmla="*/ 811166 w 971530"/>
                  <a:gd name="connsiteY5" fmla="*/ 153589 h 176594"/>
                  <a:gd name="connsiteX6" fmla="*/ 809661 w 971530"/>
                  <a:gd name="connsiteY6" fmla="*/ 153371 h 176594"/>
                  <a:gd name="connsiteX7" fmla="*/ 745857 w 971530"/>
                  <a:gd name="connsiteY7" fmla="*/ 155357 h 176594"/>
                  <a:gd name="connsiteX8" fmla="*/ 745085 w 971530"/>
                  <a:gd name="connsiteY8" fmla="*/ 155292 h 176594"/>
                  <a:gd name="connsiteX9" fmla="*/ 634341 w 971530"/>
                  <a:gd name="connsiteY9" fmla="*/ 159286 h 176594"/>
                  <a:gd name="connsiteX10" fmla="*/ 547737 w 971530"/>
                  <a:gd name="connsiteY10" fmla="*/ 163651 h 176594"/>
                  <a:gd name="connsiteX11" fmla="*/ 465970 w 971530"/>
                  <a:gd name="connsiteY11" fmla="*/ 163651 h 176594"/>
                  <a:gd name="connsiteX12" fmla="*/ 442073 w 971530"/>
                  <a:gd name="connsiteY12" fmla="*/ 151930 h 176594"/>
                  <a:gd name="connsiteX13" fmla="*/ 418542 w 971530"/>
                  <a:gd name="connsiteY13" fmla="*/ 135888 h 176594"/>
                  <a:gd name="connsiteX14" fmla="*/ 416958 w 971530"/>
                  <a:gd name="connsiteY14" fmla="*/ 135364 h 176594"/>
                  <a:gd name="connsiteX15" fmla="*/ 345227 w 971530"/>
                  <a:gd name="connsiteY15" fmla="*/ 128925 h 176594"/>
                  <a:gd name="connsiteX16" fmla="*/ 326086 w 971530"/>
                  <a:gd name="connsiteY16" fmla="*/ 114541 h 176594"/>
                  <a:gd name="connsiteX17" fmla="*/ 324786 w 971530"/>
                  <a:gd name="connsiteY17" fmla="*/ 114018 h 176594"/>
                  <a:gd name="connsiteX18" fmla="*/ 260494 w 971530"/>
                  <a:gd name="connsiteY18" fmla="*/ 101707 h 176594"/>
                  <a:gd name="connsiteX19" fmla="*/ 243627 w 971530"/>
                  <a:gd name="connsiteY19" fmla="*/ 86887 h 176594"/>
                  <a:gd name="connsiteX20" fmla="*/ 242328 w 971530"/>
                  <a:gd name="connsiteY20" fmla="*/ 86298 h 176594"/>
                  <a:gd name="connsiteX21" fmla="*/ 184578 w 971530"/>
                  <a:gd name="connsiteY21" fmla="*/ 74097 h 176594"/>
                  <a:gd name="connsiteX22" fmla="*/ 168282 w 971530"/>
                  <a:gd name="connsiteY22" fmla="*/ 59866 h 176594"/>
                  <a:gd name="connsiteX23" fmla="*/ 167306 w 971530"/>
                  <a:gd name="connsiteY23" fmla="*/ 59320 h 176594"/>
                  <a:gd name="connsiteX24" fmla="*/ 111345 w 971530"/>
                  <a:gd name="connsiteY24" fmla="*/ 44085 h 176594"/>
                  <a:gd name="connsiteX25" fmla="*/ 96958 w 971530"/>
                  <a:gd name="connsiteY25" fmla="*/ 33107 h 176594"/>
                  <a:gd name="connsiteX26" fmla="*/ 91512 w 971530"/>
                  <a:gd name="connsiteY26" fmla="*/ 28894 h 176594"/>
                  <a:gd name="connsiteX27" fmla="*/ 90903 w 971530"/>
                  <a:gd name="connsiteY27" fmla="*/ 28523 h 176594"/>
                  <a:gd name="connsiteX28" fmla="*/ 90293 w 971530"/>
                  <a:gd name="connsiteY28" fmla="*/ 28305 h 176594"/>
                  <a:gd name="connsiteX29" fmla="*/ 75826 w 971530"/>
                  <a:gd name="connsiteY29" fmla="*/ 23721 h 176594"/>
                  <a:gd name="connsiteX30" fmla="*/ 70664 w 971530"/>
                  <a:gd name="connsiteY30" fmla="*/ 21364 h 176594"/>
                  <a:gd name="connsiteX31" fmla="*/ 64893 w 971530"/>
                  <a:gd name="connsiteY31" fmla="*/ 19334 h 176594"/>
                  <a:gd name="connsiteX32" fmla="*/ 54570 w 971530"/>
                  <a:gd name="connsiteY32" fmla="*/ 16016 h 176594"/>
                  <a:gd name="connsiteX33" fmla="*/ 52579 w 971530"/>
                  <a:gd name="connsiteY33" fmla="*/ 15907 h 176594"/>
                  <a:gd name="connsiteX34" fmla="*/ 49612 w 971530"/>
                  <a:gd name="connsiteY34" fmla="*/ 16497 h 176594"/>
                  <a:gd name="connsiteX35" fmla="*/ 41647 w 971530"/>
                  <a:gd name="connsiteY35" fmla="*/ 14205 h 176594"/>
                  <a:gd name="connsiteX36" fmla="*/ 40875 w 971530"/>
                  <a:gd name="connsiteY36" fmla="*/ 14052 h 176594"/>
                  <a:gd name="connsiteX37" fmla="*/ 36120 w 971530"/>
                  <a:gd name="connsiteY37" fmla="*/ 13572 h 176594"/>
                  <a:gd name="connsiteX38" fmla="*/ 34250 w 971530"/>
                  <a:gd name="connsiteY38" fmla="*/ 13310 h 176594"/>
                  <a:gd name="connsiteX39" fmla="*/ 32543 w 971530"/>
                  <a:gd name="connsiteY39" fmla="*/ 11018 h 176594"/>
                  <a:gd name="connsiteX40" fmla="*/ 32259 w 971530"/>
                  <a:gd name="connsiteY40" fmla="*/ 9687 h 176594"/>
                  <a:gd name="connsiteX41" fmla="*/ 30267 w 971530"/>
                  <a:gd name="connsiteY41" fmla="*/ 8508 h 176594"/>
                  <a:gd name="connsiteX42" fmla="*/ 25106 w 971530"/>
                  <a:gd name="connsiteY42" fmla="*/ 7810 h 176594"/>
                  <a:gd name="connsiteX43" fmla="*/ 24334 w 971530"/>
                  <a:gd name="connsiteY43" fmla="*/ 7810 h 176594"/>
                  <a:gd name="connsiteX44" fmla="*/ 23440 w 971530"/>
                  <a:gd name="connsiteY44" fmla="*/ 7810 h 176594"/>
                  <a:gd name="connsiteX45" fmla="*/ 22261 w 971530"/>
                  <a:gd name="connsiteY45" fmla="*/ 6849 h 176594"/>
                  <a:gd name="connsiteX46" fmla="*/ 21083 w 971530"/>
                  <a:gd name="connsiteY46" fmla="*/ 6369 h 176594"/>
                  <a:gd name="connsiteX47" fmla="*/ 13362 w 971530"/>
                  <a:gd name="connsiteY47" fmla="*/ 4776 h 176594"/>
                  <a:gd name="connsiteX48" fmla="*/ 6940 w 971530"/>
                  <a:gd name="connsiteY48" fmla="*/ 2964 h 176594"/>
                  <a:gd name="connsiteX49" fmla="*/ 6250 w 971530"/>
                  <a:gd name="connsiteY49" fmla="*/ 1524 h 176594"/>
                  <a:gd name="connsiteX50" fmla="*/ 5274 w 971530"/>
                  <a:gd name="connsiteY50" fmla="*/ 781 h 176594"/>
                  <a:gd name="connsiteX51" fmla="*/ 4055 w 971530"/>
                  <a:gd name="connsiteY51" fmla="*/ 301 h 176594"/>
                  <a:gd name="connsiteX52" fmla="*/ 479 w 971530"/>
                  <a:gd name="connsiteY52" fmla="*/ 520 h 176594"/>
                  <a:gd name="connsiteX53" fmla="*/ 966 w 971530"/>
                  <a:gd name="connsiteY53" fmla="*/ 2484 h 176594"/>
                  <a:gd name="connsiteX54" fmla="*/ 1454 w 971530"/>
                  <a:gd name="connsiteY54" fmla="*/ 2746 h 176594"/>
                  <a:gd name="connsiteX55" fmla="*/ 2267 w 971530"/>
                  <a:gd name="connsiteY55" fmla="*/ 4339 h 176594"/>
                  <a:gd name="connsiteX56" fmla="*/ 3649 w 971530"/>
                  <a:gd name="connsiteY56" fmla="*/ 5190 h 176594"/>
                  <a:gd name="connsiteX57" fmla="*/ 11411 w 971530"/>
                  <a:gd name="connsiteY57" fmla="*/ 7329 h 176594"/>
                  <a:gd name="connsiteX58" fmla="*/ 18645 w 971530"/>
                  <a:gd name="connsiteY58" fmla="*/ 8879 h 176594"/>
                  <a:gd name="connsiteX59" fmla="*/ 20148 w 971530"/>
                  <a:gd name="connsiteY59" fmla="*/ 10101 h 176594"/>
                  <a:gd name="connsiteX60" fmla="*/ 22424 w 971530"/>
                  <a:gd name="connsiteY60" fmla="*/ 10691 h 176594"/>
                  <a:gd name="connsiteX61" fmla="*/ 24415 w 971530"/>
                  <a:gd name="connsiteY61" fmla="*/ 10647 h 176594"/>
                  <a:gd name="connsiteX62" fmla="*/ 27586 w 971530"/>
                  <a:gd name="connsiteY62" fmla="*/ 11018 h 176594"/>
                  <a:gd name="connsiteX63" fmla="*/ 30065 w 971530"/>
                  <a:gd name="connsiteY63" fmla="*/ 14969 h 176594"/>
                  <a:gd name="connsiteX64" fmla="*/ 31772 w 971530"/>
                  <a:gd name="connsiteY64" fmla="*/ 15820 h 176594"/>
                  <a:gd name="connsiteX65" fmla="*/ 35023 w 971530"/>
                  <a:gd name="connsiteY65" fmla="*/ 16366 h 176594"/>
                  <a:gd name="connsiteX66" fmla="*/ 39778 w 971530"/>
                  <a:gd name="connsiteY66" fmla="*/ 16780 h 176594"/>
                  <a:gd name="connsiteX67" fmla="*/ 48312 w 971530"/>
                  <a:gd name="connsiteY67" fmla="*/ 19290 h 176594"/>
                  <a:gd name="connsiteX68" fmla="*/ 50385 w 971530"/>
                  <a:gd name="connsiteY68" fmla="*/ 19356 h 176594"/>
                  <a:gd name="connsiteX69" fmla="*/ 53148 w 971530"/>
                  <a:gd name="connsiteY69" fmla="*/ 18810 h 176594"/>
                  <a:gd name="connsiteX70" fmla="*/ 67738 w 971530"/>
                  <a:gd name="connsiteY70" fmla="*/ 23656 h 176594"/>
                  <a:gd name="connsiteX71" fmla="*/ 72980 w 971530"/>
                  <a:gd name="connsiteY71" fmla="*/ 26013 h 176594"/>
                  <a:gd name="connsiteX72" fmla="*/ 87570 w 971530"/>
                  <a:gd name="connsiteY72" fmla="*/ 30640 h 176594"/>
                  <a:gd name="connsiteX73" fmla="*/ 107605 w 971530"/>
                  <a:gd name="connsiteY73" fmla="*/ 45984 h 176594"/>
                  <a:gd name="connsiteX74" fmla="*/ 108499 w 971530"/>
                  <a:gd name="connsiteY74" fmla="*/ 46399 h 176594"/>
                  <a:gd name="connsiteX75" fmla="*/ 164461 w 971530"/>
                  <a:gd name="connsiteY75" fmla="*/ 61634 h 176594"/>
                  <a:gd name="connsiteX76" fmla="*/ 180757 w 971530"/>
                  <a:gd name="connsiteY76" fmla="*/ 75908 h 176594"/>
                  <a:gd name="connsiteX77" fmla="*/ 182058 w 971530"/>
                  <a:gd name="connsiteY77" fmla="*/ 76498 h 176594"/>
                  <a:gd name="connsiteX78" fmla="*/ 239807 w 971530"/>
                  <a:gd name="connsiteY78" fmla="*/ 88699 h 176594"/>
                  <a:gd name="connsiteX79" fmla="*/ 256754 w 971530"/>
                  <a:gd name="connsiteY79" fmla="*/ 103563 h 176594"/>
                  <a:gd name="connsiteX80" fmla="*/ 258055 w 971530"/>
                  <a:gd name="connsiteY80" fmla="*/ 104152 h 176594"/>
                  <a:gd name="connsiteX81" fmla="*/ 322470 w 971530"/>
                  <a:gd name="connsiteY81" fmla="*/ 116506 h 176594"/>
                  <a:gd name="connsiteX82" fmla="*/ 341814 w 971530"/>
                  <a:gd name="connsiteY82" fmla="*/ 130999 h 176594"/>
                  <a:gd name="connsiteX83" fmla="*/ 343521 w 971530"/>
                  <a:gd name="connsiteY83" fmla="*/ 131588 h 176594"/>
                  <a:gd name="connsiteX84" fmla="*/ 415250 w 971530"/>
                  <a:gd name="connsiteY84" fmla="*/ 138049 h 176594"/>
                  <a:gd name="connsiteX85" fmla="*/ 438456 w 971530"/>
                  <a:gd name="connsiteY85" fmla="*/ 153873 h 176594"/>
                  <a:gd name="connsiteX86" fmla="*/ 463450 w 971530"/>
                  <a:gd name="connsiteY86" fmla="*/ 166074 h 176594"/>
                  <a:gd name="connsiteX87" fmla="*/ 465115 w 971530"/>
                  <a:gd name="connsiteY87" fmla="*/ 166445 h 176594"/>
                  <a:gd name="connsiteX88" fmla="*/ 547981 w 971530"/>
                  <a:gd name="connsiteY88" fmla="*/ 166445 h 176594"/>
                  <a:gd name="connsiteX89" fmla="*/ 634787 w 971530"/>
                  <a:gd name="connsiteY89" fmla="*/ 162080 h 176594"/>
                  <a:gd name="connsiteX90" fmla="*/ 722407 w 971530"/>
                  <a:gd name="connsiteY90" fmla="*/ 158871 h 176594"/>
                  <a:gd name="connsiteX91" fmla="*/ 745126 w 971530"/>
                  <a:gd name="connsiteY91" fmla="*/ 158064 h 176594"/>
                  <a:gd name="connsiteX92" fmla="*/ 745816 w 971530"/>
                  <a:gd name="connsiteY92" fmla="*/ 158107 h 176594"/>
                  <a:gd name="connsiteX93" fmla="*/ 809215 w 971530"/>
                  <a:gd name="connsiteY93" fmla="*/ 156143 h 176594"/>
                  <a:gd name="connsiteX94" fmla="*/ 840954 w 971530"/>
                  <a:gd name="connsiteY94" fmla="*/ 166576 h 176594"/>
                  <a:gd name="connsiteX95" fmla="*/ 842336 w 971530"/>
                  <a:gd name="connsiteY95" fmla="*/ 166729 h 176594"/>
                  <a:gd name="connsiteX96" fmla="*/ 929834 w 971530"/>
                  <a:gd name="connsiteY96" fmla="*/ 164502 h 176594"/>
                  <a:gd name="connsiteX97" fmla="*/ 962590 w 971530"/>
                  <a:gd name="connsiteY97" fmla="*/ 174412 h 176594"/>
                  <a:gd name="connsiteX98" fmla="*/ 971531 w 971530"/>
                  <a:gd name="connsiteY98" fmla="*/ 176594 h 176594"/>
                  <a:gd name="connsiteX99" fmla="*/ 971531 w 971530"/>
                  <a:gd name="connsiteY99" fmla="*/ 173560 h 17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71530" h="176594">
                    <a:moveTo>
                      <a:pt x="971490" y="173604"/>
                    </a:moveTo>
                    <a:lnTo>
                      <a:pt x="964826" y="171945"/>
                    </a:lnTo>
                    <a:lnTo>
                      <a:pt x="931703" y="161883"/>
                    </a:lnTo>
                    <a:cubicBezTo>
                      <a:pt x="931216" y="161774"/>
                      <a:pt x="930810" y="161665"/>
                      <a:pt x="930322" y="161730"/>
                    </a:cubicBezTo>
                    <a:lnTo>
                      <a:pt x="842824" y="163979"/>
                    </a:lnTo>
                    <a:lnTo>
                      <a:pt x="811166" y="153589"/>
                    </a:lnTo>
                    <a:cubicBezTo>
                      <a:pt x="810677" y="153436"/>
                      <a:pt x="810190" y="153327"/>
                      <a:pt x="809661" y="153371"/>
                    </a:cubicBezTo>
                    <a:lnTo>
                      <a:pt x="745857" y="155357"/>
                    </a:lnTo>
                    <a:cubicBezTo>
                      <a:pt x="745572" y="155292"/>
                      <a:pt x="745370" y="155292"/>
                      <a:pt x="745085" y="155292"/>
                    </a:cubicBezTo>
                    <a:lnTo>
                      <a:pt x="634341" y="159286"/>
                    </a:lnTo>
                    <a:lnTo>
                      <a:pt x="547737" y="163651"/>
                    </a:lnTo>
                    <a:lnTo>
                      <a:pt x="465970" y="163651"/>
                    </a:lnTo>
                    <a:lnTo>
                      <a:pt x="442073" y="151930"/>
                    </a:lnTo>
                    <a:lnTo>
                      <a:pt x="418542" y="135888"/>
                    </a:lnTo>
                    <a:cubicBezTo>
                      <a:pt x="418136" y="135626"/>
                      <a:pt x="417567" y="135408"/>
                      <a:pt x="416958" y="135364"/>
                    </a:cubicBezTo>
                    <a:lnTo>
                      <a:pt x="345227" y="128925"/>
                    </a:lnTo>
                    <a:lnTo>
                      <a:pt x="326086" y="114541"/>
                    </a:lnTo>
                    <a:cubicBezTo>
                      <a:pt x="325802" y="114279"/>
                      <a:pt x="325274" y="114127"/>
                      <a:pt x="324786" y="114018"/>
                    </a:cubicBezTo>
                    <a:lnTo>
                      <a:pt x="260494" y="101707"/>
                    </a:lnTo>
                    <a:lnTo>
                      <a:pt x="243627" y="86887"/>
                    </a:lnTo>
                    <a:cubicBezTo>
                      <a:pt x="243344" y="86625"/>
                      <a:pt x="242855" y="86407"/>
                      <a:pt x="242328" y="86298"/>
                    </a:cubicBezTo>
                    <a:lnTo>
                      <a:pt x="184578" y="74097"/>
                    </a:lnTo>
                    <a:lnTo>
                      <a:pt x="168282" y="59866"/>
                    </a:lnTo>
                    <a:cubicBezTo>
                      <a:pt x="168078" y="59604"/>
                      <a:pt x="167712" y="59429"/>
                      <a:pt x="167306" y="59320"/>
                    </a:cubicBezTo>
                    <a:lnTo>
                      <a:pt x="111345" y="44085"/>
                    </a:lnTo>
                    <a:lnTo>
                      <a:pt x="96958" y="33107"/>
                    </a:lnTo>
                    <a:lnTo>
                      <a:pt x="91512" y="28894"/>
                    </a:lnTo>
                    <a:cubicBezTo>
                      <a:pt x="91512" y="28894"/>
                      <a:pt x="91025" y="28567"/>
                      <a:pt x="90903" y="28523"/>
                    </a:cubicBezTo>
                    <a:cubicBezTo>
                      <a:pt x="90700" y="28479"/>
                      <a:pt x="90496" y="28370"/>
                      <a:pt x="90293" y="28305"/>
                    </a:cubicBezTo>
                    <a:lnTo>
                      <a:pt x="75826" y="23721"/>
                    </a:lnTo>
                    <a:lnTo>
                      <a:pt x="70664" y="21364"/>
                    </a:lnTo>
                    <a:lnTo>
                      <a:pt x="64893" y="19334"/>
                    </a:lnTo>
                    <a:lnTo>
                      <a:pt x="54570" y="16016"/>
                    </a:lnTo>
                    <a:cubicBezTo>
                      <a:pt x="53961" y="15864"/>
                      <a:pt x="53270" y="15798"/>
                      <a:pt x="52579" y="15907"/>
                    </a:cubicBezTo>
                    <a:lnTo>
                      <a:pt x="49612" y="16497"/>
                    </a:lnTo>
                    <a:lnTo>
                      <a:pt x="41647" y="14205"/>
                    </a:lnTo>
                    <a:cubicBezTo>
                      <a:pt x="41362" y="14096"/>
                      <a:pt x="41160" y="14096"/>
                      <a:pt x="40875" y="14052"/>
                    </a:cubicBezTo>
                    <a:lnTo>
                      <a:pt x="36120" y="13572"/>
                    </a:lnTo>
                    <a:lnTo>
                      <a:pt x="34250" y="13310"/>
                    </a:lnTo>
                    <a:lnTo>
                      <a:pt x="32543" y="11018"/>
                    </a:lnTo>
                    <a:lnTo>
                      <a:pt x="32259" y="9687"/>
                    </a:lnTo>
                    <a:cubicBezTo>
                      <a:pt x="32056" y="9097"/>
                      <a:pt x="31243" y="8683"/>
                      <a:pt x="30267" y="8508"/>
                    </a:cubicBezTo>
                    <a:lnTo>
                      <a:pt x="25106" y="7810"/>
                    </a:lnTo>
                    <a:cubicBezTo>
                      <a:pt x="24822" y="7810"/>
                      <a:pt x="24619" y="7766"/>
                      <a:pt x="24334" y="7810"/>
                    </a:cubicBezTo>
                    <a:lnTo>
                      <a:pt x="23440" y="7810"/>
                    </a:lnTo>
                    <a:lnTo>
                      <a:pt x="22261" y="6849"/>
                    </a:lnTo>
                    <a:cubicBezTo>
                      <a:pt x="21978" y="6631"/>
                      <a:pt x="21571" y="6478"/>
                      <a:pt x="21083" y="6369"/>
                    </a:cubicBezTo>
                    <a:lnTo>
                      <a:pt x="13362" y="4776"/>
                    </a:lnTo>
                    <a:lnTo>
                      <a:pt x="6940" y="2964"/>
                    </a:lnTo>
                    <a:lnTo>
                      <a:pt x="6250" y="1524"/>
                    </a:lnTo>
                    <a:cubicBezTo>
                      <a:pt x="6046" y="1262"/>
                      <a:pt x="5762" y="1000"/>
                      <a:pt x="5274" y="781"/>
                    </a:cubicBezTo>
                    <a:lnTo>
                      <a:pt x="4055" y="301"/>
                    </a:lnTo>
                    <a:cubicBezTo>
                      <a:pt x="2957" y="-179"/>
                      <a:pt x="1373" y="-70"/>
                      <a:pt x="479" y="520"/>
                    </a:cubicBezTo>
                    <a:cubicBezTo>
                      <a:pt x="-294" y="1153"/>
                      <a:pt x="-131" y="2069"/>
                      <a:pt x="966" y="2484"/>
                    </a:cubicBezTo>
                    <a:lnTo>
                      <a:pt x="1454" y="2746"/>
                    </a:lnTo>
                    <a:lnTo>
                      <a:pt x="2267" y="4339"/>
                    </a:lnTo>
                    <a:cubicBezTo>
                      <a:pt x="2470" y="4710"/>
                      <a:pt x="2957" y="5038"/>
                      <a:pt x="3649" y="5190"/>
                    </a:cubicBezTo>
                    <a:lnTo>
                      <a:pt x="11411" y="7329"/>
                    </a:lnTo>
                    <a:lnTo>
                      <a:pt x="18645" y="8879"/>
                    </a:lnTo>
                    <a:lnTo>
                      <a:pt x="20148" y="10101"/>
                    </a:lnTo>
                    <a:cubicBezTo>
                      <a:pt x="20758" y="10472"/>
                      <a:pt x="21449" y="10756"/>
                      <a:pt x="22424" y="10691"/>
                    </a:cubicBezTo>
                    <a:lnTo>
                      <a:pt x="24415" y="10647"/>
                    </a:lnTo>
                    <a:lnTo>
                      <a:pt x="27586" y="11018"/>
                    </a:lnTo>
                    <a:lnTo>
                      <a:pt x="30065" y="14969"/>
                    </a:lnTo>
                    <a:cubicBezTo>
                      <a:pt x="30349" y="15383"/>
                      <a:pt x="30959" y="15711"/>
                      <a:pt x="31772" y="15820"/>
                    </a:cubicBezTo>
                    <a:lnTo>
                      <a:pt x="35023" y="16366"/>
                    </a:lnTo>
                    <a:lnTo>
                      <a:pt x="39778" y="16780"/>
                    </a:lnTo>
                    <a:lnTo>
                      <a:pt x="48312" y="19290"/>
                    </a:lnTo>
                    <a:cubicBezTo>
                      <a:pt x="49003" y="19443"/>
                      <a:pt x="49693" y="19509"/>
                      <a:pt x="50385" y="19356"/>
                    </a:cubicBezTo>
                    <a:lnTo>
                      <a:pt x="53148" y="18810"/>
                    </a:lnTo>
                    <a:lnTo>
                      <a:pt x="67738" y="23656"/>
                    </a:lnTo>
                    <a:lnTo>
                      <a:pt x="72980" y="26013"/>
                    </a:lnTo>
                    <a:lnTo>
                      <a:pt x="87570" y="30640"/>
                    </a:lnTo>
                    <a:lnTo>
                      <a:pt x="107605" y="45984"/>
                    </a:lnTo>
                    <a:cubicBezTo>
                      <a:pt x="107809" y="46202"/>
                      <a:pt x="108216" y="46355"/>
                      <a:pt x="108499" y="46399"/>
                    </a:cubicBezTo>
                    <a:lnTo>
                      <a:pt x="164461" y="61634"/>
                    </a:lnTo>
                    <a:lnTo>
                      <a:pt x="180757" y="75908"/>
                    </a:lnTo>
                    <a:cubicBezTo>
                      <a:pt x="181042" y="76170"/>
                      <a:pt x="181449" y="76389"/>
                      <a:pt x="182058" y="76498"/>
                    </a:cubicBezTo>
                    <a:lnTo>
                      <a:pt x="239807" y="88699"/>
                    </a:lnTo>
                    <a:lnTo>
                      <a:pt x="256754" y="103563"/>
                    </a:lnTo>
                    <a:cubicBezTo>
                      <a:pt x="257079" y="103825"/>
                      <a:pt x="257446" y="104043"/>
                      <a:pt x="258055" y="104152"/>
                    </a:cubicBezTo>
                    <a:lnTo>
                      <a:pt x="322470" y="116506"/>
                    </a:lnTo>
                    <a:lnTo>
                      <a:pt x="341814" y="130999"/>
                    </a:lnTo>
                    <a:cubicBezTo>
                      <a:pt x="342220" y="131326"/>
                      <a:pt x="342790" y="131522"/>
                      <a:pt x="343521" y="131588"/>
                    </a:cubicBezTo>
                    <a:lnTo>
                      <a:pt x="415250" y="138049"/>
                    </a:lnTo>
                    <a:lnTo>
                      <a:pt x="438456" y="153873"/>
                    </a:lnTo>
                    <a:lnTo>
                      <a:pt x="463450" y="166074"/>
                    </a:lnTo>
                    <a:cubicBezTo>
                      <a:pt x="463856" y="166292"/>
                      <a:pt x="464425" y="166445"/>
                      <a:pt x="465115" y="166445"/>
                    </a:cubicBezTo>
                    <a:lnTo>
                      <a:pt x="547981" y="166445"/>
                    </a:lnTo>
                    <a:lnTo>
                      <a:pt x="634787" y="162080"/>
                    </a:lnTo>
                    <a:lnTo>
                      <a:pt x="722407" y="158871"/>
                    </a:lnTo>
                    <a:lnTo>
                      <a:pt x="745126" y="158064"/>
                    </a:lnTo>
                    <a:cubicBezTo>
                      <a:pt x="745410" y="158107"/>
                      <a:pt x="745613" y="158107"/>
                      <a:pt x="745816" y="158107"/>
                    </a:cubicBezTo>
                    <a:lnTo>
                      <a:pt x="809215" y="156143"/>
                    </a:lnTo>
                    <a:lnTo>
                      <a:pt x="840954" y="166576"/>
                    </a:lnTo>
                    <a:cubicBezTo>
                      <a:pt x="841361" y="166685"/>
                      <a:pt x="841849" y="166794"/>
                      <a:pt x="842336" y="166729"/>
                    </a:cubicBezTo>
                    <a:lnTo>
                      <a:pt x="929834" y="164502"/>
                    </a:lnTo>
                    <a:lnTo>
                      <a:pt x="962590" y="174412"/>
                    </a:lnTo>
                    <a:lnTo>
                      <a:pt x="971531" y="176594"/>
                    </a:lnTo>
                    <a:lnTo>
                      <a:pt x="971531" y="17356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8" name="Freeform: Shape 827">
                <a:extLst>
                  <a:ext uri="{FF2B5EF4-FFF2-40B4-BE49-F238E27FC236}">
                    <a16:creationId xmlns:a16="http://schemas.microsoft.com/office/drawing/2014/main" id="{AD97926C-2C97-4CA9-B7D5-E4CEB0AC4A95}"/>
                  </a:ext>
                </a:extLst>
              </p:cNvPr>
              <p:cNvSpPr/>
              <p:nvPr/>
            </p:nvSpPr>
            <p:spPr>
              <a:xfrm>
                <a:off x="3695421" y="5938368"/>
                <a:ext cx="129754" cy="20417"/>
              </a:xfrm>
              <a:custGeom>
                <a:avLst/>
                <a:gdLst>
                  <a:gd name="connsiteX0" fmla="*/ 127177 w 129754"/>
                  <a:gd name="connsiteY0" fmla="*/ 20418 h 20417"/>
                  <a:gd name="connsiteX1" fmla="*/ 126892 w 129754"/>
                  <a:gd name="connsiteY1" fmla="*/ 20418 h 20417"/>
                  <a:gd name="connsiteX2" fmla="*/ 75401 w 129754"/>
                  <a:gd name="connsiteY2" fmla="*/ 16751 h 20417"/>
                  <a:gd name="connsiteX3" fmla="*/ 1680 w 129754"/>
                  <a:gd name="connsiteY3" fmla="*/ 2739 h 20417"/>
                  <a:gd name="connsiteX4" fmla="*/ 136 w 129754"/>
                  <a:gd name="connsiteY4" fmla="*/ 971 h 20417"/>
                  <a:gd name="connsiteX5" fmla="*/ 3347 w 129754"/>
                  <a:gd name="connsiteY5" fmla="*/ 54 h 20417"/>
                  <a:gd name="connsiteX6" fmla="*/ 76539 w 129754"/>
                  <a:gd name="connsiteY6" fmla="*/ 14023 h 20417"/>
                  <a:gd name="connsiteX7" fmla="*/ 127542 w 129754"/>
                  <a:gd name="connsiteY7" fmla="*/ 17581 h 20417"/>
                  <a:gd name="connsiteX8" fmla="*/ 129737 w 129754"/>
                  <a:gd name="connsiteY8" fmla="*/ 19174 h 20417"/>
                  <a:gd name="connsiteX9" fmla="*/ 127217 w 129754"/>
                  <a:gd name="connsiteY9" fmla="*/ 20396 h 20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754" h="20417">
                    <a:moveTo>
                      <a:pt x="127177" y="20418"/>
                    </a:moveTo>
                    <a:lnTo>
                      <a:pt x="126892" y="20418"/>
                    </a:lnTo>
                    <a:lnTo>
                      <a:pt x="75401" y="16751"/>
                    </a:lnTo>
                    <a:lnTo>
                      <a:pt x="1680" y="2739"/>
                    </a:lnTo>
                    <a:cubicBezTo>
                      <a:pt x="380" y="2520"/>
                      <a:pt x="-311" y="1734"/>
                      <a:pt x="136" y="971"/>
                    </a:cubicBezTo>
                    <a:cubicBezTo>
                      <a:pt x="583" y="207"/>
                      <a:pt x="1965" y="-143"/>
                      <a:pt x="3347" y="54"/>
                    </a:cubicBezTo>
                    <a:lnTo>
                      <a:pt x="76539" y="14023"/>
                    </a:lnTo>
                    <a:lnTo>
                      <a:pt x="127542" y="17581"/>
                    </a:lnTo>
                    <a:cubicBezTo>
                      <a:pt x="128924" y="17690"/>
                      <a:pt x="129900" y="18388"/>
                      <a:pt x="129737" y="19174"/>
                    </a:cubicBezTo>
                    <a:cubicBezTo>
                      <a:pt x="129615" y="19872"/>
                      <a:pt x="128436" y="20396"/>
                      <a:pt x="127217" y="2039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29" name="Freeform: Shape 828">
                <a:extLst>
                  <a:ext uri="{FF2B5EF4-FFF2-40B4-BE49-F238E27FC236}">
                    <a16:creationId xmlns:a16="http://schemas.microsoft.com/office/drawing/2014/main" id="{642D28AF-E914-48DB-B21E-68E1D01BD528}"/>
                  </a:ext>
                </a:extLst>
              </p:cNvPr>
              <p:cNvSpPr/>
              <p:nvPr/>
            </p:nvSpPr>
            <p:spPr>
              <a:xfrm>
                <a:off x="11413791" y="5795776"/>
                <a:ext cx="280694" cy="13235"/>
              </a:xfrm>
              <a:custGeom>
                <a:avLst/>
                <a:gdLst>
                  <a:gd name="connsiteX0" fmla="*/ 278052 w 280694"/>
                  <a:gd name="connsiteY0" fmla="*/ 13236 h 13235"/>
                  <a:gd name="connsiteX1" fmla="*/ 277970 w 280694"/>
                  <a:gd name="connsiteY1" fmla="*/ 13236 h 13235"/>
                  <a:gd name="connsiteX2" fmla="*/ 218148 w 280694"/>
                  <a:gd name="connsiteY2" fmla="*/ 11752 h 13235"/>
                  <a:gd name="connsiteX3" fmla="*/ 147313 w 280694"/>
                  <a:gd name="connsiteY3" fmla="*/ 9394 h 13235"/>
                  <a:gd name="connsiteX4" fmla="*/ 76275 w 280694"/>
                  <a:gd name="connsiteY4" fmla="*/ 6841 h 13235"/>
                  <a:gd name="connsiteX5" fmla="*/ 5723 w 280694"/>
                  <a:gd name="connsiteY5" fmla="*/ 3741 h 13235"/>
                  <a:gd name="connsiteX6" fmla="*/ 4748 w 280694"/>
                  <a:gd name="connsiteY6" fmla="*/ 3588 h 13235"/>
                  <a:gd name="connsiteX7" fmla="*/ 1375 w 280694"/>
                  <a:gd name="connsiteY7" fmla="*/ 2628 h 13235"/>
                  <a:gd name="connsiteX8" fmla="*/ 278 w 280694"/>
                  <a:gd name="connsiteY8" fmla="*/ 773 h 13235"/>
                  <a:gd name="connsiteX9" fmla="*/ 3772 w 280694"/>
                  <a:gd name="connsiteY9" fmla="*/ 140 h 13235"/>
                  <a:gd name="connsiteX10" fmla="*/ 6658 w 280694"/>
                  <a:gd name="connsiteY10" fmla="*/ 991 h 13235"/>
                  <a:gd name="connsiteX11" fmla="*/ 76680 w 280694"/>
                  <a:gd name="connsiteY11" fmla="*/ 4025 h 13235"/>
                  <a:gd name="connsiteX12" fmla="*/ 147639 w 280694"/>
                  <a:gd name="connsiteY12" fmla="*/ 6622 h 13235"/>
                  <a:gd name="connsiteX13" fmla="*/ 218474 w 280694"/>
                  <a:gd name="connsiteY13" fmla="*/ 8980 h 13235"/>
                  <a:gd name="connsiteX14" fmla="*/ 278215 w 280694"/>
                  <a:gd name="connsiteY14" fmla="*/ 10420 h 13235"/>
                  <a:gd name="connsiteX15" fmla="*/ 280694 w 280694"/>
                  <a:gd name="connsiteY15" fmla="*/ 11904 h 13235"/>
                  <a:gd name="connsiteX16" fmla="*/ 278133 w 280694"/>
                  <a:gd name="connsiteY16" fmla="*/ 13236 h 1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0694" h="13235">
                    <a:moveTo>
                      <a:pt x="278052" y="13236"/>
                    </a:moveTo>
                    <a:lnTo>
                      <a:pt x="277970" y="13236"/>
                    </a:lnTo>
                    <a:lnTo>
                      <a:pt x="218148" y="11752"/>
                    </a:lnTo>
                    <a:lnTo>
                      <a:pt x="147313" y="9394"/>
                    </a:lnTo>
                    <a:lnTo>
                      <a:pt x="76275" y="6841"/>
                    </a:lnTo>
                    <a:lnTo>
                      <a:pt x="5723" y="3741"/>
                    </a:lnTo>
                    <a:cubicBezTo>
                      <a:pt x="5317" y="3741"/>
                      <a:pt x="5033" y="3698"/>
                      <a:pt x="4748" y="3588"/>
                    </a:cubicBezTo>
                    <a:lnTo>
                      <a:pt x="1375" y="2628"/>
                    </a:lnTo>
                    <a:cubicBezTo>
                      <a:pt x="75" y="2301"/>
                      <a:pt x="-332" y="1449"/>
                      <a:pt x="278" y="773"/>
                    </a:cubicBezTo>
                    <a:cubicBezTo>
                      <a:pt x="969" y="74"/>
                      <a:pt x="2473" y="-188"/>
                      <a:pt x="3772" y="140"/>
                    </a:cubicBezTo>
                    <a:lnTo>
                      <a:pt x="6658" y="991"/>
                    </a:lnTo>
                    <a:lnTo>
                      <a:pt x="76680" y="4025"/>
                    </a:lnTo>
                    <a:lnTo>
                      <a:pt x="147639" y="6622"/>
                    </a:lnTo>
                    <a:lnTo>
                      <a:pt x="218474" y="8980"/>
                    </a:lnTo>
                    <a:lnTo>
                      <a:pt x="278215" y="10420"/>
                    </a:lnTo>
                    <a:cubicBezTo>
                      <a:pt x="279597" y="10464"/>
                      <a:pt x="280694" y="11119"/>
                      <a:pt x="280694" y="11904"/>
                    </a:cubicBezTo>
                    <a:cubicBezTo>
                      <a:pt x="280613" y="12646"/>
                      <a:pt x="279515" y="13236"/>
                      <a:pt x="278133" y="1323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0" name="Freeform: Shape 829">
                <a:extLst>
                  <a:ext uri="{FF2B5EF4-FFF2-40B4-BE49-F238E27FC236}">
                    <a16:creationId xmlns:a16="http://schemas.microsoft.com/office/drawing/2014/main" id="{7ED66CC8-FF4E-4D02-A68E-4FFC800531DF}"/>
                  </a:ext>
                </a:extLst>
              </p:cNvPr>
              <p:cNvSpPr/>
              <p:nvPr/>
            </p:nvSpPr>
            <p:spPr>
              <a:xfrm>
                <a:off x="11155201" y="5716150"/>
                <a:ext cx="1036798" cy="172463"/>
              </a:xfrm>
              <a:custGeom>
                <a:avLst/>
                <a:gdLst>
                  <a:gd name="connsiteX0" fmla="*/ 1036798 w 1036798"/>
                  <a:gd name="connsiteY0" fmla="*/ 157164 h 172463"/>
                  <a:gd name="connsiteX1" fmla="*/ 1010504 w 1036798"/>
                  <a:gd name="connsiteY1" fmla="*/ 156531 h 172463"/>
                  <a:gd name="connsiteX2" fmla="*/ 952470 w 1036798"/>
                  <a:gd name="connsiteY2" fmla="*/ 156596 h 172463"/>
                  <a:gd name="connsiteX3" fmla="*/ 843027 w 1036798"/>
                  <a:gd name="connsiteY3" fmla="*/ 159106 h 172463"/>
                  <a:gd name="connsiteX4" fmla="*/ 755692 w 1036798"/>
                  <a:gd name="connsiteY4" fmla="*/ 161922 h 172463"/>
                  <a:gd name="connsiteX5" fmla="*/ 668762 w 1036798"/>
                  <a:gd name="connsiteY5" fmla="*/ 166462 h 172463"/>
                  <a:gd name="connsiteX6" fmla="*/ 585531 w 1036798"/>
                  <a:gd name="connsiteY6" fmla="*/ 169561 h 172463"/>
                  <a:gd name="connsiteX7" fmla="*/ 505756 w 1036798"/>
                  <a:gd name="connsiteY7" fmla="*/ 168928 h 172463"/>
                  <a:gd name="connsiteX8" fmla="*/ 430531 w 1036798"/>
                  <a:gd name="connsiteY8" fmla="*/ 162904 h 172463"/>
                  <a:gd name="connsiteX9" fmla="*/ 411186 w 1036798"/>
                  <a:gd name="connsiteY9" fmla="*/ 146927 h 172463"/>
                  <a:gd name="connsiteX10" fmla="*/ 409804 w 1036798"/>
                  <a:gd name="connsiteY10" fmla="*/ 146338 h 172463"/>
                  <a:gd name="connsiteX11" fmla="*/ 341447 w 1036798"/>
                  <a:gd name="connsiteY11" fmla="*/ 135250 h 172463"/>
                  <a:gd name="connsiteX12" fmla="*/ 326370 w 1036798"/>
                  <a:gd name="connsiteY12" fmla="*/ 119644 h 172463"/>
                  <a:gd name="connsiteX13" fmla="*/ 324786 w 1036798"/>
                  <a:gd name="connsiteY13" fmla="*/ 118945 h 172463"/>
                  <a:gd name="connsiteX14" fmla="*/ 262281 w 1036798"/>
                  <a:gd name="connsiteY14" fmla="*/ 109844 h 172463"/>
                  <a:gd name="connsiteX15" fmla="*/ 250577 w 1036798"/>
                  <a:gd name="connsiteY15" fmla="*/ 92208 h 172463"/>
                  <a:gd name="connsiteX16" fmla="*/ 248991 w 1036798"/>
                  <a:gd name="connsiteY16" fmla="*/ 91356 h 172463"/>
                  <a:gd name="connsiteX17" fmla="*/ 189942 w 1036798"/>
                  <a:gd name="connsiteY17" fmla="*/ 80007 h 172463"/>
                  <a:gd name="connsiteX18" fmla="*/ 177344 w 1036798"/>
                  <a:gd name="connsiteY18" fmla="*/ 62153 h 172463"/>
                  <a:gd name="connsiteX19" fmla="*/ 176043 w 1036798"/>
                  <a:gd name="connsiteY19" fmla="*/ 61410 h 172463"/>
                  <a:gd name="connsiteX20" fmla="*/ 115734 w 1036798"/>
                  <a:gd name="connsiteY20" fmla="*/ 45433 h 172463"/>
                  <a:gd name="connsiteX21" fmla="*/ 102931 w 1036798"/>
                  <a:gd name="connsiteY21" fmla="*/ 31792 h 172463"/>
                  <a:gd name="connsiteX22" fmla="*/ 102322 w 1036798"/>
                  <a:gd name="connsiteY22" fmla="*/ 31421 h 172463"/>
                  <a:gd name="connsiteX23" fmla="*/ 96551 w 1036798"/>
                  <a:gd name="connsiteY23" fmla="*/ 28714 h 172463"/>
                  <a:gd name="connsiteX24" fmla="*/ 84156 w 1036798"/>
                  <a:gd name="connsiteY24" fmla="*/ 25353 h 172463"/>
                  <a:gd name="connsiteX25" fmla="*/ 80986 w 1036798"/>
                  <a:gd name="connsiteY25" fmla="*/ 22101 h 172463"/>
                  <a:gd name="connsiteX26" fmla="*/ 80295 w 1036798"/>
                  <a:gd name="connsiteY26" fmla="*/ 21621 h 172463"/>
                  <a:gd name="connsiteX27" fmla="*/ 76231 w 1036798"/>
                  <a:gd name="connsiteY27" fmla="*/ 19962 h 172463"/>
                  <a:gd name="connsiteX28" fmla="*/ 74158 w 1036798"/>
                  <a:gd name="connsiteY28" fmla="*/ 19700 h 172463"/>
                  <a:gd name="connsiteX29" fmla="*/ 70501 w 1036798"/>
                  <a:gd name="connsiteY29" fmla="*/ 20136 h 172463"/>
                  <a:gd name="connsiteX30" fmla="*/ 63429 w 1036798"/>
                  <a:gd name="connsiteY30" fmla="*/ 19656 h 172463"/>
                  <a:gd name="connsiteX31" fmla="*/ 58187 w 1036798"/>
                  <a:gd name="connsiteY31" fmla="*/ 18281 h 172463"/>
                  <a:gd name="connsiteX32" fmla="*/ 45873 w 1036798"/>
                  <a:gd name="connsiteY32" fmla="*/ 11624 h 172463"/>
                  <a:gd name="connsiteX33" fmla="*/ 43394 w 1036798"/>
                  <a:gd name="connsiteY33" fmla="*/ 11297 h 172463"/>
                  <a:gd name="connsiteX34" fmla="*/ 40224 w 1036798"/>
                  <a:gd name="connsiteY34" fmla="*/ 11886 h 172463"/>
                  <a:gd name="connsiteX35" fmla="*/ 32381 w 1036798"/>
                  <a:gd name="connsiteY35" fmla="*/ 11188 h 172463"/>
                  <a:gd name="connsiteX36" fmla="*/ 30673 w 1036798"/>
                  <a:gd name="connsiteY36" fmla="*/ 10773 h 172463"/>
                  <a:gd name="connsiteX37" fmla="*/ 18563 w 1036798"/>
                  <a:gd name="connsiteY37" fmla="*/ 5120 h 172463"/>
                  <a:gd name="connsiteX38" fmla="*/ 12020 w 1036798"/>
                  <a:gd name="connsiteY38" fmla="*/ 2392 h 172463"/>
                  <a:gd name="connsiteX39" fmla="*/ 11045 w 1036798"/>
                  <a:gd name="connsiteY39" fmla="*/ 2173 h 172463"/>
                  <a:gd name="connsiteX40" fmla="*/ 9134 w 1036798"/>
                  <a:gd name="connsiteY40" fmla="*/ 1955 h 172463"/>
                  <a:gd name="connsiteX41" fmla="*/ 4949 w 1036798"/>
                  <a:gd name="connsiteY41" fmla="*/ 624 h 172463"/>
                  <a:gd name="connsiteX42" fmla="*/ 4054 w 1036798"/>
                  <a:gd name="connsiteY42" fmla="*/ 252 h 172463"/>
                  <a:gd name="connsiteX43" fmla="*/ 478 w 1036798"/>
                  <a:gd name="connsiteY43" fmla="*/ 580 h 172463"/>
                  <a:gd name="connsiteX44" fmla="*/ 966 w 1036798"/>
                  <a:gd name="connsiteY44" fmla="*/ 2566 h 172463"/>
                  <a:gd name="connsiteX45" fmla="*/ 6940 w 1036798"/>
                  <a:gd name="connsiteY45" fmla="*/ 4530 h 172463"/>
                  <a:gd name="connsiteX46" fmla="*/ 7712 w 1036798"/>
                  <a:gd name="connsiteY46" fmla="*/ 4683 h 172463"/>
                  <a:gd name="connsiteX47" fmla="*/ 9419 w 1036798"/>
                  <a:gd name="connsiteY47" fmla="*/ 4858 h 172463"/>
                  <a:gd name="connsiteX48" fmla="*/ 15474 w 1036798"/>
                  <a:gd name="connsiteY48" fmla="*/ 7302 h 172463"/>
                  <a:gd name="connsiteX49" fmla="*/ 27869 w 1036798"/>
                  <a:gd name="connsiteY49" fmla="*/ 13108 h 172463"/>
                  <a:gd name="connsiteX50" fmla="*/ 30430 w 1036798"/>
                  <a:gd name="connsiteY50" fmla="*/ 13850 h 172463"/>
                  <a:gd name="connsiteX51" fmla="*/ 31202 w 1036798"/>
                  <a:gd name="connsiteY51" fmla="*/ 13960 h 172463"/>
                  <a:gd name="connsiteX52" fmla="*/ 40021 w 1036798"/>
                  <a:gd name="connsiteY52" fmla="*/ 14702 h 172463"/>
                  <a:gd name="connsiteX53" fmla="*/ 41200 w 1036798"/>
                  <a:gd name="connsiteY53" fmla="*/ 14658 h 172463"/>
                  <a:gd name="connsiteX54" fmla="*/ 43394 w 1036798"/>
                  <a:gd name="connsiteY54" fmla="*/ 14221 h 172463"/>
                  <a:gd name="connsiteX55" fmla="*/ 54814 w 1036798"/>
                  <a:gd name="connsiteY55" fmla="*/ 20398 h 172463"/>
                  <a:gd name="connsiteX56" fmla="*/ 55505 w 1036798"/>
                  <a:gd name="connsiteY56" fmla="*/ 20660 h 172463"/>
                  <a:gd name="connsiteX57" fmla="*/ 61479 w 1036798"/>
                  <a:gd name="connsiteY57" fmla="*/ 22319 h 172463"/>
                  <a:gd name="connsiteX58" fmla="*/ 62251 w 1036798"/>
                  <a:gd name="connsiteY58" fmla="*/ 22428 h 172463"/>
                  <a:gd name="connsiteX59" fmla="*/ 70175 w 1036798"/>
                  <a:gd name="connsiteY59" fmla="*/ 22952 h 172463"/>
                  <a:gd name="connsiteX60" fmla="*/ 71070 w 1036798"/>
                  <a:gd name="connsiteY60" fmla="*/ 22952 h 172463"/>
                  <a:gd name="connsiteX61" fmla="*/ 73956 w 1036798"/>
                  <a:gd name="connsiteY61" fmla="*/ 22581 h 172463"/>
                  <a:gd name="connsiteX62" fmla="*/ 76760 w 1036798"/>
                  <a:gd name="connsiteY62" fmla="*/ 23694 h 172463"/>
                  <a:gd name="connsiteX63" fmla="*/ 79930 w 1036798"/>
                  <a:gd name="connsiteY63" fmla="*/ 27056 h 172463"/>
                  <a:gd name="connsiteX64" fmla="*/ 81108 w 1036798"/>
                  <a:gd name="connsiteY64" fmla="*/ 27645 h 172463"/>
                  <a:gd name="connsiteX65" fmla="*/ 93706 w 1036798"/>
                  <a:gd name="connsiteY65" fmla="*/ 31050 h 172463"/>
                  <a:gd name="connsiteX66" fmla="*/ 98542 w 1036798"/>
                  <a:gd name="connsiteY66" fmla="*/ 33342 h 172463"/>
                  <a:gd name="connsiteX67" fmla="*/ 111426 w 1036798"/>
                  <a:gd name="connsiteY67" fmla="*/ 47158 h 172463"/>
                  <a:gd name="connsiteX68" fmla="*/ 112604 w 1036798"/>
                  <a:gd name="connsiteY68" fmla="*/ 47747 h 172463"/>
                  <a:gd name="connsiteX69" fmla="*/ 172832 w 1036798"/>
                  <a:gd name="connsiteY69" fmla="*/ 63746 h 172463"/>
                  <a:gd name="connsiteX70" fmla="*/ 185512 w 1036798"/>
                  <a:gd name="connsiteY70" fmla="*/ 81709 h 172463"/>
                  <a:gd name="connsiteX71" fmla="*/ 187097 w 1036798"/>
                  <a:gd name="connsiteY71" fmla="*/ 82517 h 172463"/>
                  <a:gd name="connsiteX72" fmla="*/ 246025 w 1036798"/>
                  <a:gd name="connsiteY72" fmla="*/ 93867 h 172463"/>
                  <a:gd name="connsiteX73" fmla="*/ 257852 w 1036798"/>
                  <a:gd name="connsiteY73" fmla="*/ 111611 h 172463"/>
                  <a:gd name="connsiteX74" fmla="*/ 259517 w 1036798"/>
                  <a:gd name="connsiteY74" fmla="*/ 112463 h 172463"/>
                  <a:gd name="connsiteX75" fmla="*/ 322225 w 1036798"/>
                  <a:gd name="connsiteY75" fmla="*/ 121564 h 172463"/>
                  <a:gd name="connsiteX76" fmla="*/ 337302 w 1036798"/>
                  <a:gd name="connsiteY76" fmla="*/ 137170 h 172463"/>
                  <a:gd name="connsiteX77" fmla="*/ 338888 w 1036798"/>
                  <a:gd name="connsiteY77" fmla="*/ 137869 h 172463"/>
                  <a:gd name="connsiteX78" fmla="*/ 407326 w 1036798"/>
                  <a:gd name="connsiteY78" fmla="*/ 148957 h 172463"/>
                  <a:gd name="connsiteX79" fmla="*/ 426791 w 1036798"/>
                  <a:gd name="connsiteY79" fmla="*/ 165043 h 172463"/>
                  <a:gd name="connsiteX80" fmla="*/ 428458 w 1036798"/>
                  <a:gd name="connsiteY80" fmla="*/ 165632 h 172463"/>
                  <a:gd name="connsiteX81" fmla="*/ 505145 w 1036798"/>
                  <a:gd name="connsiteY81" fmla="*/ 171765 h 172463"/>
                  <a:gd name="connsiteX82" fmla="*/ 585491 w 1036798"/>
                  <a:gd name="connsiteY82" fmla="*/ 172464 h 172463"/>
                  <a:gd name="connsiteX83" fmla="*/ 668925 w 1036798"/>
                  <a:gd name="connsiteY83" fmla="*/ 169365 h 172463"/>
                  <a:gd name="connsiteX84" fmla="*/ 755854 w 1036798"/>
                  <a:gd name="connsiteY84" fmla="*/ 164781 h 172463"/>
                  <a:gd name="connsiteX85" fmla="*/ 843068 w 1036798"/>
                  <a:gd name="connsiteY85" fmla="*/ 162009 h 172463"/>
                  <a:gd name="connsiteX86" fmla="*/ 930403 w 1036798"/>
                  <a:gd name="connsiteY86" fmla="*/ 160088 h 172463"/>
                  <a:gd name="connsiteX87" fmla="*/ 952430 w 1036798"/>
                  <a:gd name="connsiteY87" fmla="*/ 159499 h 172463"/>
                  <a:gd name="connsiteX88" fmla="*/ 1010179 w 1036798"/>
                  <a:gd name="connsiteY88" fmla="*/ 159455 h 172463"/>
                  <a:gd name="connsiteX89" fmla="*/ 1036595 w 1036798"/>
                  <a:gd name="connsiteY89" fmla="*/ 160088 h 172463"/>
                  <a:gd name="connsiteX90" fmla="*/ 1036595 w 1036798"/>
                  <a:gd name="connsiteY90" fmla="*/ 157251 h 172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036798" h="172463">
                    <a:moveTo>
                      <a:pt x="1036798" y="157164"/>
                    </a:moveTo>
                    <a:lnTo>
                      <a:pt x="1010504" y="156531"/>
                    </a:lnTo>
                    <a:lnTo>
                      <a:pt x="952470" y="156596"/>
                    </a:lnTo>
                    <a:lnTo>
                      <a:pt x="843027" y="159106"/>
                    </a:lnTo>
                    <a:lnTo>
                      <a:pt x="755692" y="161922"/>
                    </a:lnTo>
                    <a:lnTo>
                      <a:pt x="668762" y="166462"/>
                    </a:lnTo>
                    <a:lnTo>
                      <a:pt x="585531" y="169561"/>
                    </a:lnTo>
                    <a:lnTo>
                      <a:pt x="505756" y="168928"/>
                    </a:lnTo>
                    <a:lnTo>
                      <a:pt x="430531" y="162904"/>
                    </a:lnTo>
                    <a:lnTo>
                      <a:pt x="411186" y="146927"/>
                    </a:lnTo>
                    <a:cubicBezTo>
                      <a:pt x="410861" y="146665"/>
                      <a:pt x="410414" y="146447"/>
                      <a:pt x="409804" y="146338"/>
                    </a:cubicBezTo>
                    <a:lnTo>
                      <a:pt x="341447" y="135250"/>
                    </a:lnTo>
                    <a:lnTo>
                      <a:pt x="326370" y="119644"/>
                    </a:lnTo>
                    <a:cubicBezTo>
                      <a:pt x="325964" y="119316"/>
                      <a:pt x="325476" y="119054"/>
                      <a:pt x="324786" y="118945"/>
                    </a:cubicBezTo>
                    <a:lnTo>
                      <a:pt x="262281" y="109844"/>
                    </a:lnTo>
                    <a:lnTo>
                      <a:pt x="250577" y="92208"/>
                    </a:lnTo>
                    <a:cubicBezTo>
                      <a:pt x="250292" y="91837"/>
                      <a:pt x="249683" y="91509"/>
                      <a:pt x="248991" y="91356"/>
                    </a:cubicBezTo>
                    <a:lnTo>
                      <a:pt x="189942" y="80007"/>
                    </a:lnTo>
                    <a:lnTo>
                      <a:pt x="177344" y="62153"/>
                    </a:lnTo>
                    <a:cubicBezTo>
                      <a:pt x="177059" y="61825"/>
                      <a:pt x="176653" y="61563"/>
                      <a:pt x="176043" y="61410"/>
                    </a:cubicBezTo>
                    <a:lnTo>
                      <a:pt x="115734" y="45433"/>
                    </a:lnTo>
                    <a:lnTo>
                      <a:pt x="102931" y="31792"/>
                    </a:lnTo>
                    <a:cubicBezTo>
                      <a:pt x="102931" y="31792"/>
                      <a:pt x="102647" y="31530"/>
                      <a:pt x="102322" y="31421"/>
                    </a:cubicBezTo>
                    <a:lnTo>
                      <a:pt x="96551" y="28714"/>
                    </a:lnTo>
                    <a:lnTo>
                      <a:pt x="84156" y="25353"/>
                    </a:lnTo>
                    <a:lnTo>
                      <a:pt x="80986" y="22101"/>
                    </a:lnTo>
                    <a:cubicBezTo>
                      <a:pt x="80783" y="21883"/>
                      <a:pt x="80498" y="21773"/>
                      <a:pt x="80295" y="21621"/>
                    </a:cubicBezTo>
                    <a:lnTo>
                      <a:pt x="76231" y="19962"/>
                    </a:lnTo>
                    <a:cubicBezTo>
                      <a:pt x="75621" y="19700"/>
                      <a:pt x="74850" y="19591"/>
                      <a:pt x="74158" y="19700"/>
                    </a:cubicBezTo>
                    <a:lnTo>
                      <a:pt x="70501" y="20136"/>
                    </a:lnTo>
                    <a:lnTo>
                      <a:pt x="63429" y="19656"/>
                    </a:lnTo>
                    <a:lnTo>
                      <a:pt x="58187" y="18281"/>
                    </a:lnTo>
                    <a:lnTo>
                      <a:pt x="45873" y="11624"/>
                    </a:lnTo>
                    <a:cubicBezTo>
                      <a:pt x="45182" y="11253"/>
                      <a:pt x="44166" y="11144"/>
                      <a:pt x="43394" y="11297"/>
                    </a:cubicBezTo>
                    <a:lnTo>
                      <a:pt x="40224" y="11886"/>
                    </a:lnTo>
                    <a:lnTo>
                      <a:pt x="32381" y="11188"/>
                    </a:lnTo>
                    <a:lnTo>
                      <a:pt x="30673" y="10773"/>
                    </a:lnTo>
                    <a:lnTo>
                      <a:pt x="18563" y="5120"/>
                    </a:lnTo>
                    <a:lnTo>
                      <a:pt x="12020" y="2392"/>
                    </a:lnTo>
                    <a:cubicBezTo>
                      <a:pt x="11695" y="2282"/>
                      <a:pt x="11329" y="2239"/>
                      <a:pt x="11045" y="2173"/>
                    </a:cubicBezTo>
                    <a:lnTo>
                      <a:pt x="9134" y="1955"/>
                    </a:lnTo>
                    <a:lnTo>
                      <a:pt x="4949" y="624"/>
                    </a:lnTo>
                    <a:lnTo>
                      <a:pt x="4054" y="252"/>
                    </a:lnTo>
                    <a:cubicBezTo>
                      <a:pt x="2958" y="-162"/>
                      <a:pt x="1291" y="-75"/>
                      <a:pt x="478" y="580"/>
                    </a:cubicBezTo>
                    <a:cubicBezTo>
                      <a:pt x="-294" y="1169"/>
                      <a:pt x="-131" y="2086"/>
                      <a:pt x="966" y="2566"/>
                    </a:cubicBezTo>
                    <a:lnTo>
                      <a:pt x="6940" y="4530"/>
                    </a:lnTo>
                    <a:cubicBezTo>
                      <a:pt x="7224" y="4574"/>
                      <a:pt x="7427" y="4640"/>
                      <a:pt x="7712" y="4683"/>
                    </a:cubicBezTo>
                    <a:lnTo>
                      <a:pt x="9419" y="4858"/>
                    </a:lnTo>
                    <a:lnTo>
                      <a:pt x="15474" y="7302"/>
                    </a:lnTo>
                    <a:lnTo>
                      <a:pt x="27869" y="13108"/>
                    </a:lnTo>
                    <a:lnTo>
                      <a:pt x="30430" y="13850"/>
                    </a:lnTo>
                    <a:cubicBezTo>
                      <a:pt x="30714" y="13894"/>
                      <a:pt x="30917" y="13960"/>
                      <a:pt x="31202" y="13960"/>
                    </a:cubicBezTo>
                    <a:lnTo>
                      <a:pt x="40021" y="14702"/>
                    </a:lnTo>
                    <a:cubicBezTo>
                      <a:pt x="40428" y="14767"/>
                      <a:pt x="40793" y="14702"/>
                      <a:pt x="41200" y="14658"/>
                    </a:cubicBezTo>
                    <a:lnTo>
                      <a:pt x="43394" y="14221"/>
                    </a:lnTo>
                    <a:lnTo>
                      <a:pt x="54814" y="20398"/>
                    </a:lnTo>
                    <a:cubicBezTo>
                      <a:pt x="54814" y="20398"/>
                      <a:pt x="55220" y="20617"/>
                      <a:pt x="55505" y="20660"/>
                    </a:cubicBezTo>
                    <a:lnTo>
                      <a:pt x="61479" y="22319"/>
                    </a:lnTo>
                    <a:cubicBezTo>
                      <a:pt x="61764" y="22363"/>
                      <a:pt x="61966" y="22428"/>
                      <a:pt x="62251" y="22428"/>
                    </a:cubicBezTo>
                    <a:lnTo>
                      <a:pt x="70175" y="22952"/>
                    </a:lnTo>
                    <a:lnTo>
                      <a:pt x="71070" y="22952"/>
                    </a:lnTo>
                    <a:lnTo>
                      <a:pt x="73956" y="22581"/>
                    </a:lnTo>
                    <a:lnTo>
                      <a:pt x="76760" y="23694"/>
                    </a:lnTo>
                    <a:lnTo>
                      <a:pt x="79930" y="27056"/>
                    </a:lnTo>
                    <a:cubicBezTo>
                      <a:pt x="80214" y="27317"/>
                      <a:pt x="80620" y="27536"/>
                      <a:pt x="81108" y="27645"/>
                    </a:cubicBezTo>
                    <a:lnTo>
                      <a:pt x="93706" y="31050"/>
                    </a:lnTo>
                    <a:lnTo>
                      <a:pt x="98542" y="33342"/>
                    </a:lnTo>
                    <a:lnTo>
                      <a:pt x="111426" y="47158"/>
                    </a:lnTo>
                    <a:cubicBezTo>
                      <a:pt x="111710" y="47420"/>
                      <a:pt x="112116" y="47638"/>
                      <a:pt x="112604" y="47747"/>
                    </a:cubicBezTo>
                    <a:lnTo>
                      <a:pt x="172832" y="63746"/>
                    </a:lnTo>
                    <a:lnTo>
                      <a:pt x="185512" y="81709"/>
                    </a:lnTo>
                    <a:cubicBezTo>
                      <a:pt x="185838" y="82080"/>
                      <a:pt x="186325" y="82408"/>
                      <a:pt x="187097" y="82517"/>
                    </a:cubicBezTo>
                    <a:lnTo>
                      <a:pt x="246025" y="93867"/>
                    </a:lnTo>
                    <a:lnTo>
                      <a:pt x="257852" y="111611"/>
                    </a:lnTo>
                    <a:cubicBezTo>
                      <a:pt x="258135" y="112026"/>
                      <a:pt x="258746" y="112354"/>
                      <a:pt x="259517" y="112463"/>
                    </a:cubicBezTo>
                    <a:lnTo>
                      <a:pt x="322225" y="121564"/>
                    </a:lnTo>
                    <a:lnTo>
                      <a:pt x="337302" y="137170"/>
                    </a:lnTo>
                    <a:cubicBezTo>
                      <a:pt x="337709" y="137498"/>
                      <a:pt x="338197" y="137760"/>
                      <a:pt x="338888" y="137869"/>
                    </a:cubicBezTo>
                    <a:lnTo>
                      <a:pt x="407326" y="148957"/>
                    </a:lnTo>
                    <a:lnTo>
                      <a:pt x="426791" y="165043"/>
                    </a:lnTo>
                    <a:cubicBezTo>
                      <a:pt x="427198" y="165370"/>
                      <a:pt x="427767" y="165567"/>
                      <a:pt x="428458" y="165632"/>
                    </a:cubicBezTo>
                    <a:lnTo>
                      <a:pt x="505145" y="171765"/>
                    </a:lnTo>
                    <a:lnTo>
                      <a:pt x="585491" y="172464"/>
                    </a:lnTo>
                    <a:lnTo>
                      <a:pt x="668925" y="169365"/>
                    </a:lnTo>
                    <a:lnTo>
                      <a:pt x="755854" y="164781"/>
                    </a:lnTo>
                    <a:lnTo>
                      <a:pt x="843068" y="162009"/>
                    </a:lnTo>
                    <a:lnTo>
                      <a:pt x="930403" y="160088"/>
                    </a:lnTo>
                    <a:lnTo>
                      <a:pt x="952430" y="159499"/>
                    </a:lnTo>
                    <a:lnTo>
                      <a:pt x="1010179" y="159455"/>
                    </a:lnTo>
                    <a:lnTo>
                      <a:pt x="1036595" y="160088"/>
                    </a:lnTo>
                    <a:lnTo>
                      <a:pt x="1036595" y="15725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1" name="Freeform: Shape 830">
                <a:extLst>
                  <a:ext uri="{FF2B5EF4-FFF2-40B4-BE49-F238E27FC236}">
                    <a16:creationId xmlns:a16="http://schemas.microsoft.com/office/drawing/2014/main" id="{CDE38FE9-0FBE-4FD5-BD8E-25E17F6AE8DF}"/>
                  </a:ext>
                </a:extLst>
              </p:cNvPr>
              <p:cNvSpPr/>
              <p:nvPr/>
            </p:nvSpPr>
            <p:spPr>
              <a:xfrm>
                <a:off x="2180547" y="5665025"/>
                <a:ext cx="163962" cy="127114"/>
              </a:xfrm>
              <a:custGeom>
                <a:avLst/>
                <a:gdLst>
                  <a:gd name="connsiteX0" fmla="*/ 2552 w 163962"/>
                  <a:gd name="connsiteY0" fmla="*/ 127093 h 127114"/>
                  <a:gd name="connsiteX1" fmla="*/ 967 w 163962"/>
                  <a:gd name="connsiteY1" fmla="*/ 126766 h 127114"/>
                  <a:gd name="connsiteX2" fmla="*/ 561 w 163962"/>
                  <a:gd name="connsiteY2" fmla="*/ 124801 h 127114"/>
                  <a:gd name="connsiteX3" fmla="*/ 28155 w 163962"/>
                  <a:gd name="connsiteY3" fmla="*/ 105463 h 127114"/>
                  <a:gd name="connsiteX4" fmla="*/ 91757 w 163962"/>
                  <a:gd name="connsiteY4" fmla="*/ 56921 h 127114"/>
                  <a:gd name="connsiteX5" fmla="*/ 121750 w 163962"/>
                  <a:gd name="connsiteY5" fmla="*/ 23417 h 127114"/>
                  <a:gd name="connsiteX6" fmla="*/ 153123 w 163962"/>
                  <a:gd name="connsiteY6" fmla="*/ 3009 h 127114"/>
                  <a:gd name="connsiteX7" fmla="*/ 159911 w 163962"/>
                  <a:gd name="connsiteY7" fmla="*/ 281 h 127114"/>
                  <a:gd name="connsiteX8" fmla="*/ 163487 w 163962"/>
                  <a:gd name="connsiteY8" fmla="*/ 608 h 127114"/>
                  <a:gd name="connsiteX9" fmla="*/ 162877 w 163962"/>
                  <a:gd name="connsiteY9" fmla="*/ 2573 h 127114"/>
                  <a:gd name="connsiteX10" fmla="*/ 156537 w 163962"/>
                  <a:gd name="connsiteY10" fmla="*/ 5017 h 127114"/>
                  <a:gd name="connsiteX11" fmla="*/ 125976 w 163962"/>
                  <a:gd name="connsiteY11" fmla="*/ 24945 h 127114"/>
                  <a:gd name="connsiteX12" fmla="*/ 96106 w 163962"/>
                  <a:gd name="connsiteY12" fmla="*/ 58361 h 127114"/>
                  <a:gd name="connsiteX13" fmla="*/ 32260 w 163962"/>
                  <a:gd name="connsiteY13" fmla="*/ 107165 h 127114"/>
                  <a:gd name="connsiteX14" fmla="*/ 4584 w 163962"/>
                  <a:gd name="connsiteY14" fmla="*/ 126569 h 127114"/>
                  <a:gd name="connsiteX15" fmla="*/ 2593 w 163962"/>
                  <a:gd name="connsiteY15" fmla="*/ 127115 h 12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962" h="127114">
                    <a:moveTo>
                      <a:pt x="2552" y="127093"/>
                    </a:moveTo>
                    <a:cubicBezTo>
                      <a:pt x="1983" y="127093"/>
                      <a:pt x="1415" y="126984"/>
                      <a:pt x="967" y="126766"/>
                    </a:cubicBezTo>
                    <a:cubicBezTo>
                      <a:pt x="-130" y="126285"/>
                      <a:pt x="-333" y="125391"/>
                      <a:pt x="561" y="124801"/>
                    </a:cubicBezTo>
                    <a:lnTo>
                      <a:pt x="28155" y="105463"/>
                    </a:lnTo>
                    <a:lnTo>
                      <a:pt x="91757" y="56921"/>
                    </a:lnTo>
                    <a:lnTo>
                      <a:pt x="121750" y="23417"/>
                    </a:lnTo>
                    <a:lnTo>
                      <a:pt x="153123" y="3009"/>
                    </a:lnTo>
                    <a:lnTo>
                      <a:pt x="159911" y="281"/>
                    </a:lnTo>
                    <a:cubicBezTo>
                      <a:pt x="161048" y="-199"/>
                      <a:pt x="162633" y="-47"/>
                      <a:pt x="163487" y="608"/>
                    </a:cubicBezTo>
                    <a:cubicBezTo>
                      <a:pt x="164299" y="1241"/>
                      <a:pt x="164056" y="2092"/>
                      <a:pt x="162877" y="2573"/>
                    </a:cubicBezTo>
                    <a:lnTo>
                      <a:pt x="156537" y="5017"/>
                    </a:lnTo>
                    <a:lnTo>
                      <a:pt x="125976" y="24945"/>
                    </a:lnTo>
                    <a:lnTo>
                      <a:pt x="96106" y="58361"/>
                    </a:lnTo>
                    <a:lnTo>
                      <a:pt x="32260" y="107165"/>
                    </a:lnTo>
                    <a:lnTo>
                      <a:pt x="4584" y="126569"/>
                    </a:lnTo>
                    <a:cubicBezTo>
                      <a:pt x="4097" y="126897"/>
                      <a:pt x="3324" y="127115"/>
                      <a:pt x="2593" y="12711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2" name="Freeform: Shape 831">
                <a:extLst>
                  <a:ext uri="{FF2B5EF4-FFF2-40B4-BE49-F238E27FC236}">
                    <a16:creationId xmlns:a16="http://schemas.microsoft.com/office/drawing/2014/main" id="{E627DB40-353F-4B30-82A1-905B16D05D92}"/>
                  </a:ext>
                </a:extLst>
              </p:cNvPr>
              <p:cNvSpPr/>
              <p:nvPr/>
            </p:nvSpPr>
            <p:spPr>
              <a:xfrm>
                <a:off x="12051246" y="5869400"/>
                <a:ext cx="140835" cy="18886"/>
              </a:xfrm>
              <a:custGeom>
                <a:avLst/>
                <a:gdLst>
                  <a:gd name="connsiteX0" fmla="*/ 140754 w 140835"/>
                  <a:gd name="connsiteY0" fmla="*/ 15438 h 18886"/>
                  <a:gd name="connsiteX1" fmla="*/ 67642 w 140835"/>
                  <a:gd name="connsiteY1" fmla="*/ 16071 h 18886"/>
                  <a:gd name="connsiteX2" fmla="*/ 35902 w 140835"/>
                  <a:gd name="connsiteY2" fmla="*/ 4197 h 18886"/>
                  <a:gd name="connsiteX3" fmla="*/ 35008 w 140835"/>
                  <a:gd name="connsiteY3" fmla="*/ 3979 h 18886"/>
                  <a:gd name="connsiteX4" fmla="*/ 4447 w 140835"/>
                  <a:gd name="connsiteY4" fmla="*/ 247 h 18886"/>
                  <a:gd name="connsiteX5" fmla="*/ 3066 w 140835"/>
                  <a:gd name="connsiteY5" fmla="*/ 28 h 18886"/>
                  <a:gd name="connsiteX6" fmla="*/ 98 w 140835"/>
                  <a:gd name="connsiteY6" fmla="*/ 1098 h 18886"/>
                  <a:gd name="connsiteX7" fmla="*/ 2009 w 140835"/>
                  <a:gd name="connsiteY7" fmla="*/ 2800 h 18886"/>
                  <a:gd name="connsiteX8" fmla="*/ 33464 w 140835"/>
                  <a:gd name="connsiteY8" fmla="*/ 6685 h 18886"/>
                  <a:gd name="connsiteX9" fmla="*/ 65488 w 140835"/>
                  <a:gd name="connsiteY9" fmla="*/ 18668 h 18886"/>
                  <a:gd name="connsiteX10" fmla="*/ 66992 w 140835"/>
                  <a:gd name="connsiteY10" fmla="*/ 18886 h 18886"/>
                  <a:gd name="connsiteX11" fmla="*/ 140835 w 140835"/>
                  <a:gd name="connsiteY11" fmla="*/ 18254 h 18886"/>
                  <a:gd name="connsiteX12" fmla="*/ 140835 w 140835"/>
                  <a:gd name="connsiteY12" fmla="*/ 15438 h 1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835" h="18886">
                    <a:moveTo>
                      <a:pt x="140754" y="15438"/>
                    </a:moveTo>
                    <a:lnTo>
                      <a:pt x="67642" y="16071"/>
                    </a:lnTo>
                    <a:lnTo>
                      <a:pt x="35902" y="4197"/>
                    </a:lnTo>
                    <a:cubicBezTo>
                      <a:pt x="35578" y="4088"/>
                      <a:pt x="35293" y="4044"/>
                      <a:pt x="35008" y="3979"/>
                    </a:cubicBezTo>
                    <a:lnTo>
                      <a:pt x="4447" y="247"/>
                    </a:lnTo>
                    <a:lnTo>
                      <a:pt x="3066" y="28"/>
                    </a:lnTo>
                    <a:cubicBezTo>
                      <a:pt x="1765" y="-124"/>
                      <a:pt x="383" y="356"/>
                      <a:pt x="98" y="1098"/>
                    </a:cubicBezTo>
                    <a:cubicBezTo>
                      <a:pt x="-308" y="1840"/>
                      <a:pt x="586" y="2648"/>
                      <a:pt x="2009" y="2800"/>
                    </a:cubicBezTo>
                    <a:lnTo>
                      <a:pt x="33464" y="6685"/>
                    </a:lnTo>
                    <a:lnTo>
                      <a:pt x="65488" y="18668"/>
                    </a:lnTo>
                    <a:cubicBezTo>
                      <a:pt x="65895" y="18843"/>
                      <a:pt x="66667" y="18886"/>
                      <a:pt x="66992" y="18886"/>
                    </a:cubicBezTo>
                    <a:lnTo>
                      <a:pt x="140835" y="18254"/>
                    </a:lnTo>
                    <a:lnTo>
                      <a:pt x="140835" y="1543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3" name="Freeform: Shape 832">
                <a:extLst>
                  <a:ext uri="{FF2B5EF4-FFF2-40B4-BE49-F238E27FC236}">
                    <a16:creationId xmlns:a16="http://schemas.microsoft.com/office/drawing/2014/main" id="{7E7F572F-EA2B-4022-ABBF-4431C9025C61}"/>
                  </a:ext>
                </a:extLst>
              </p:cNvPr>
              <p:cNvSpPr/>
              <p:nvPr/>
            </p:nvSpPr>
            <p:spPr>
              <a:xfrm>
                <a:off x="0" y="6222167"/>
                <a:ext cx="5711990" cy="426556"/>
              </a:xfrm>
              <a:custGeom>
                <a:avLst/>
                <a:gdLst>
                  <a:gd name="connsiteX0" fmla="*/ 5710002 w 5711990"/>
                  <a:gd name="connsiteY0" fmla="*/ 78314 h 426556"/>
                  <a:gd name="connsiteX1" fmla="*/ 5592511 w 5711990"/>
                  <a:gd name="connsiteY1" fmla="*/ 67968 h 426556"/>
                  <a:gd name="connsiteX2" fmla="*/ 5452425 w 5711990"/>
                  <a:gd name="connsiteY2" fmla="*/ 53039 h 426556"/>
                  <a:gd name="connsiteX3" fmla="*/ 5313396 w 5711990"/>
                  <a:gd name="connsiteY3" fmla="*/ 39877 h 426556"/>
                  <a:gd name="connsiteX4" fmla="*/ 5175545 w 5711990"/>
                  <a:gd name="connsiteY4" fmla="*/ 28942 h 426556"/>
                  <a:gd name="connsiteX5" fmla="*/ 5038669 w 5711990"/>
                  <a:gd name="connsiteY5" fmla="*/ 20211 h 426556"/>
                  <a:gd name="connsiteX6" fmla="*/ 4902647 w 5711990"/>
                  <a:gd name="connsiteY6" fmla="*/ 18182 h 426556"/>
                  <a:gd name="connsiteX7" fmla="*/ 4767072 w 5711990"/>
                  <a:gd name="connsiteY7" fmla="*/ 19098 h 426556"/>
                  <a:gd name="connsiteX8" fmla="*/ 4631213 w 5711990"/>
                  <a:gd name="connsiteY8" fmla="*/ 17287 h 426556"/>
                  <a:gd name="connsiteX9" fmla="*/ 4495191 w 5711990"/>
                  <a:gd name="connsiteY9" fmla="*/ 19426 h 426556"/>
                  <a:gd name="connsiteX10" fmla="*/ 4357584 w 5711990"/>
                  <a:gd name="connsiteY10" fmla="*/ 18247 h 426556"/>
                  <a:gd name="connsiteX11" fmla="*/ 4219977 w 5711990"/>
                  <a:gd name="connsiteY11" fmla="*/ 23354 h 426556"/>
                  <a:gd name="connsiteX12" fmla="*/ 4111224 w 5711990"/>
                  <a:gd name="connsiteY12" fmla="*/ 22874 h 426556"/>
                  <a:gd name="connsiteX13" fmla="*/ 3944518 w 5711990"/>
                  <a:gd name="connsiteY13" fmla="*/ 21325 h 426556"/>
                  <a:gd name="connsiteX14" fmla="*/ 3669508 w 5711990"/>
                  <a:gd name="connsiteY14" fmla="*/ 29117 h 426556"/>
                  <a:gd name="connsiteX15" fmla="*/ 3532104 w 5711990"/>
                  <a:gd name="connsiteY15" fmla="*/ 30448 h 426556"/>
                  <a:gd name="connsiteX16" fmla="*/ 3394903 w 5711990"/>
                  <a:gd name="connsiteY16" fmla="*/ 31037 h 426556"/>
                  <a:gd name="connsiteX17" fmla="*/ 3257784 w 5711990"/>
                  <a:gd name="connsiteY17" fmla="*/ 27632 h 426556"/>
                  <a:gd name="connsiteX18" fmla="*/ 3120664 w 5711990"/>
                  <a:gd name="connsiteY18" fmla="*/ 20823 h 426556"/>
                  <a:gd name="connsiteX19" fmla="*/ 2983708 w 5711990"/>
                  <a:gd name="connsiteY19" fmla="*/ 13205 h 426556"/>
                  <a:gd name="connsiteX20" fmla="*/ 2846629 w 5711990"/>
                  <a:gd name="connsiteY20" fmla="*/ 4300 h 426556"/>
                  <a:gd name="connsiteX21" fmla="*/ 2709550 w 5711990"/>
                  <a:gd name="connsiteY21" fmla="*/ 153 h 426556"/>
                  <a:gd name="connsiteX22" fmla="*/ 2572512 w 5711990"/>
                  <a:gd name="connsiteY22" fmla="*/ 0 h 426556"/>
                  <a:gd name="connsiteX23" fmla="*/ 2522078 w 5711990"/>
                  <a:gd name="connsiteY23" fmla="*/ 633 h 426556"/>
                  <a:gd name="connsiteX24" fmla="*/ 2520005 w 5711990"/>
                  <a:gd name="connsiteY24" fmla="*/ 1331 h 426556"/>
                  <a:gd name="connsiteX25" fmla="*/ 2486274 w 5711990"/>
                  <a:gd name="connsiteY25" fmla="*/ 32980 h 426556"/>
                  <a:gd name="connsiteX26" fmla="*/ 2485746 w 5711990"/>
                  <a:gd name="connsiteY26" fmla="*/ 33351 h 426556"/>
                  <a:gd name="connsiteX27" fmla="*/ 2451567 w 5711990"/>
                  <a:gd name="connsiteY27" fmla="*/ 64694 h 426556"/>
                  <a:gd name="connsiteX28" fmla="*/ 2451161 w 5711990"/>
                  <a:gd name="connsiteY28" fmla="*/ 64956 h 426556"/>
                  <a:gd name="connsiteX29" fmla="*/ 2416089 w 5711990"/>
                  <a:gd name="connsiteY29" fmla="*/ 92414 h 426556"/>
                  <a:gd name="connsiteX30" fmla="*/ 2380407 w 5711990"/>
                  <a:gd name="connsiteY30" fmla="*/ 118256 h 426556"/>
                  <a:gd name="connsiteX31" fmla="*/ 2344481 w 5711990"/>
                  <a:gd name="connsiteY31" fmla="*/ 139362 h 426556"/>
                  <a:gd name="connsiteX32" fmla="*/ 2344359 w 5711990"/>
                  <a:gd name="connsiteY32" fmla="*/ 139472 h 426556"/>
                  <a:gd name="connsiteX33" fmla="*/ 2343993 w 5711990"/>
                  <a:gd name="connsiteY33" fmla="*/ 139624 h 426556"/>
                  <a:gd name="connsiteX34" fmla="*/ 2307539 w 5711990"/>
                  <a:gd name="connsiteY34" fmla="*/ 157369 h 426556"/>
                  <a:gd name="connsiteX35" fmla="*/ 2307011 w 5711990"/>
                  <a:gd name="connsiteY35" fmla="*/ 157588 h 426556"/>
                  <a:gd name="connsiteX36" fmla="*/ 2269460 w 5711990"/>
                  <a:gd name="connsiteY36" fmla="*/ 174525 h 426556"/>
                  <a:gd name="connsiteX37" fmla="*/ 2192569 w 5711990"/>
                  <a:gd name="connsiteY37" fmla="*/ 206435 h 426556"/>
                  <a:gd name="connsiteX38" fmla="*/ 2099381 w 5711990"/>
                  <a:gd name="connsiteY38" fmla="*/ 208574 h 426556"/>
                  <a:gd name="connsiteX39" fmla="*/ 2098081 w 5711990"/>
                  <a:gd name="connsiteY39" fmla="*/ 208793 h 426556"/>
                  <a:gd name="connsiteX40" fmla="*/ 2057888 w 5711990"/>
                  <a:gd name="connsiteY40" fmla="*/ 223809 h 426556"/>
                  <a:gd name="connsiteX41" fmla="*/ 1908617 w 5711990"/>
                  <a:gd name="connsiteY41" fmla="*/ 223766 h 426556"/>
                  <a:gd name="connsiteX42" fmla="*/ 1907398 w 5711990"/>
                  <a:gd name="connsiteY42" fmla="*/ 223984 h 426556"/>
                  <a:gd name="connsiteX43" fmla="*/ 1864279 w 5711990"/>
                  <a:gd name="connsiteY43" fmla="*/ 237516 h 426556"/>
                  <a:gd name="connsiteX44" fmla="*/ 1729964 w 5711990"/>
                  <a:gd name="connsiteY44" fmla="*/ 283439 h 426556"/>
                  <a:gd name="connsiteX45" fmla="*/ 1683431 w 5711990"/>
                  <a:gd name="connsiteY45" fmla="*/ 297823 h 426556"/>
                  <a:gd name="connsiteX46" fmla="*/ 1635963 w 5711990"/>
                  <a:gd name="connsiteY46" fmla="*/ 312010 h 426556"/>
                  <a:gd name="connsiteX47" fmla="*/ 1587439 w 5711990"/>
                  <a:gd name="connsiteY47" fmla="*/ 325543 h 426556"/>
                  <a:gd name="connsiteX48" fmla="*/ 1537980 w 5711990"/>
                  <a:gd name="connsiteY48" fmla="*/ 339774 h 426556"/>
                  <a:gd name="connsiteX49" fmla="*/ 1487993 w 5711990"/>
                  <a:gd name="connsiteY49" fmla="*/ 352608 h 426556"/>
                  <a:gd name="connsiteX50" fmla="*/ 1324336 w 5711990"/>
                  <a:gd name="connsiteY50" fmla="*/ 353568 h 426556"/>
                  <a:gd name="connsiteX51" fmla="*/ 1323279 w 5711990"/>
                  <a:gd name="connsiteY51" fmla="*/ 353721 h 426556"/>
                  <a:gd name="connsiteX52" fmla="*/ 1270447 w 5711990"/>
                  <a:gd name="connsiteY52" fmla="*/ 366620 h 426556"/>
                  <a:gd name="connsiteX53" fmla="*/ 1105164 w 5711990"/>
                  <a:gd name="connsiteY53" fmla="*/ 366249 h 426556"/>
                  <a:gd name="connsiteX54" fmla="*/ 939394 w 5711990"/>
                  <a:gd name="connsiteY54" fmla="*/ 366839 h 426556"/>
                  <a:gd name="connsiteX55" fmla="*/ 938459 w 5711990"/>
                  <a:gd name="connsiteY55" fmla="*/ 366948 h 426556"/>
                  <a:gd name="connsiteX56" fmla="*/ 880425 w 5711990"/>
                  <a:gd name="connsiteY56" fmla="*/ 379847 h 426556"/>
                  <a:gd name="connsiteX57" fmla="*/ 821050 w 5711990"/>
                  <a:gd name="connsiteY57" fmla="*/ 392747 h 426556"/>
                  <a:gd name="connsiteX58" fmla="*/ 760821 w 5711990"/>
                  <a:gd name="connsiteY58" fmla="*/ 406650 h 426556"/>
                  <a:gd name="connsiteX59" fmla="*/ 590255 w 5711990"/>
                  <a:gd name="connsiteY59" fmla="*/ 407065 h 426556"/>
                  <a:gd name="connsiteX60" fmla="*/ 589321 w 5711990"/>
                  <a:gd name="connsiteY60" fmla="*/ 407174 h 426556"/>
                  <a:gd name="connsiteX61" fmla="*/ 525882 w 5711990"/>
                  <a:gd name="connsiteY61" fmla="*/ 420990 h 426556"/>
                  <a:gd name="connsiteX62" fmla="*/ 353446 w 5711990"/>
                  <a:gd name="connsiteY62" fmla="*/ 422147 h 426556"/>
                  <a:gd name="connsiteX63" fmla="*/ 180645 w 5711990"/>
                  <a:gd name="connsiteY63" fmla="*/ 422256 h 426556"/>
                  <a:gd name="connsiteX64" fmla="*/ 8006 w 5711990"/>
                  <a:gd name="connsiteY64" fmla="*/ 423740 h 426556"/>
                  <a:gd name="connsiteX65" fmla="*/ 0 w 5711990"/>
                  <a:gd name="connsiteY65" fmla="*/ 423740 h 426556"/>
                  <a:gd name="connsiteX66" fmla="*/ 0 w 5711990"/>
                  <a:gd name="connsiteY66" fmla="*/ 426556 h 426556"/>
                  <a:gd name="connsiteX67" fmla="*/ 7884 w 5711990"/>
                  <a:gd name="connsiteY67" fmla="*/ 426556 h 426556"/>
                  <a:gd name="connsiteX68" fmla="*/ 180523 w 5711990"/>
                  <a:gd name="connsiteY68" fmla="*/ 425006 h 426556"/>
                  <a:gd name="connsiteX69" fmla="*/ 353324 w 5711990"/>
                  <a:gd name="connsiteY69" fmla="*/ 424963 h 426556"/>
                  <a:gd name="connsiteX70" fmla="*/ 526207 w 5711990"/>
                  <a:gd name="connsiteY70" fmla="*/ 423784 h 426556"/>
                  <a:gd name="connsiteX71" fmla="*/ 527101 w 5711990"/>
                  <a:gd name="connsiteY71" fmla="*/ 423675 h 426556"/>
                  <a:gd name="connsiteX72" fmla="*/ 590581 w 5711990"/>
                  <a:gd name="connsiteY72" fmla="*/ 409859 h 426556"/>
                  <a:gd name="connsiteX73" fmla="*/ 761147 w 5711990"/>
                  <a:gd name="connsiteY73" fmla="*/ 409444 h 426556"/>
                  <a:gd name="connsiteX74" fmla="*/ 762122 w 5711990"/>
                  <a:gd name="connsiteY74" fmla="*/ 409335 h 426556"/>
                  <a:gd name="connsiteX75" fmla="*/ 822716 w 5711990"/>
                  <a:gd name="connsiteY75" fmla="*/ 395322 h 426556"/>
                  <a:gd name="connsiteX76" fmla="*/ 882091 w 5711990"/>
                  <a:gd name="connsiteY76" fmla="*/ 382488 h 426556"/>
                  <a:gd name="connsiteX77" fmla="*/ 939678 w 5711990"/>
                  <a:gd name="connsiteY77" fmla="*/ 369632 h 426556"/>
                  <a:gd name="connsiteX78" fmla="*/ 1104920 w 5711990"/>
                  <a:gd name="connsiteY78" fmla="*/ 369043 h 426556"/>
                  <a:gd name="connsiteX79" fmla="*/ 1270691 w 5711990"/>
                  <a:gd name="connsiteY79" fmla="*/ 369414 h 426556"/>
                  <a:gd name="connsiteX80" fmla="*/ 1270691 w 5711990"/>
                  <a:gd name="connsiteY80" fmla="*/ 369414 h 426556"/>
                  <a:gd name="connsiteX81" fmla="*/ 1271748 w 5711990"/>
                  <a:gd name="connsiteY81" fmla="*/ 369305 h 426556"/>
                  <a:gd name="connsiteX82" fmla="*/ 1324620 w 5711990"/>
                  <a:gd name="connsiteY82" fmla="*/ 356362 h 426556"/>
                  <a:gd name="connsiteX83" fmla="*/ 1488318 w 5711990"/>
                  <a:gd name="connsiteY83" fmla="*/ 355402 h 426556"/>
                  <a:gd name="connsiteX84" fmla="*/ 1489375 w 5711990"/>
                  <a:gd name="connsiteY84" fmla="*/ 355249 h 426556"/>
                  <a:gd name="connsiteX85" fmla="*/ 1540012 w 5711990"/>
                  <a:gd name="connsiteY85" fmla="*/ 342240 h 426556"/>
                  <a:gd name="connsiteX86" fmla="*/ 1589471 w 5711990"/>
                  <a:gd name="connsiteY86" fmla="*/ 328009 h 426556"/>
                  <a:gd name="connsiteX87" fmla="*/ 1638036 w 5711990"/>
                  <a:gd name="connsiteY87" fmla="*/ 314477 h 426556"/>
                  <a:gd name="connsiteX88" fmla="*/ 1685625 w 5711990"/>
                  <a:gd name="connsiteY88" fmla="*/ 300311 h 426556"/>
                  <a:gd name="connsiteX89" fmla="*/ 1732321 w 5711990"/>
                  <a:gd name="connsiteY89" fmla="*/ 285862 h 426556"/>
                  <a:gd name="connsiteX90" fmla="*/ 1866595 w 5711990"/>
                  <a:gd name="connsiteY90" fmla="*/ 239874 h 426556"/>
                  <a:gd name="connsiteX91" fmla="*/ 1909064 w 5711990"/>
                  <a:gd name="connsiteY91" fmla="*/ 226560 h 426556"/>
                  <a:gd name="connsiteX92" fmla="*/ 2058375 w 5711990"/>
                  <a:gd name="connsiteY92" fmla="*/ 226603 h 426556"/>
                  <a:gd name="connsiteX93" fmla="*/ 2059798 w 5711990"/>
                  <a:gd name="connsiteY93" fmla="*/ 226341 h 426556"/>
                  <a:gd name="connsiteX94" fmla="*/ 2100031 w 5711990"/>
                  <a:gd name="connsiteY94" fmla="*/ 211325 h 426556"/>
                  <a:gd name="connsiteX95" fmla="*/ 2193056 w 5711990"/>
                  <a:gd name="connsiteY95" fmla="*/ 209251 h 426556"/>
                  <a:gd name="connsiteX96" fmla="*/ 2193950 w 5711990"/>
                  <a:gd name="connsiteY96" fmla="*/ 209142 h 426556"/>
                  <a:gd name="connsiteX97" fmla="*/ 2194601 w 5711990"/>
                  <a:gd name="connsiteY97" fmla="*/ 208924 h 426556"/>
                  <a:gd name="connsiteX98" fmla="*/ 2271288 w 5711990"/>
                  <a:gd name="connsiteY98" fmla="*/ 177166 h 426556"/>
                  <a:gd name="connsiteX99" fmla="*/ 2309531 w 5711990"/>
                  <a:gd name="connsiteY99" fmla="*/ 159858 h 426556"/>
                  <a:gd name="connsiteX100" fmla="*/ 2310059 w 5711990"/>
                  <a:gd name="connsiteY100" fmla="*/ 159705 h 426556"/>
                  <a:gd name="connsiteX101" fmla="*/ 2346676 w 5711990"/>
                  <a:gd name="connsiteY101" fmla="*/ 141916 h 426556"/>
                  <a:gd name="connsiteX102" fmla="*/ 2347366 w 5711990"/>
                  <a:gd name="connsiteY102" fmla="*/ 141654 h 426556"/>
                  <a:gd name="connsiteX103" fmla="*/ 2384146 w 5711990"/>
                  <a:gd name="connsiteY103" fmla="*/ 119959 h 426556"/>
                  <a:gd name="connsiteX104" fmla="*/ 2419015 w 5711990"/>
                  <a:gd name="connsiteY104" fmla="*/ 94705 h 426556"/>
                  <a:gd name="connsiteX105" fmla="*/ 2454656 w 5711990"/>
                  <a:gd name="connsiteY105" fmla="*/ 66898 h 426556"/>
                  <a:gd name="connsiteX106" fmla="*/ 2455306 w 5711990"/>
                  <a:gd name="connsiteY106" fmla="*/ 66484 h 426556"/>
                  <a:gd name="connsiteX107" fmla="*/ 2489444 w 5711990"/>
                  <a:gd name="connsiteY107" fmla="*/ 35206 h 426556"/>
                  <a:gd name="connsiteX108" fmla="*/ 2490054 w 5711990"/>
                  <a:gd name="connsiteY108" fmla="*/ 34835 h 426556"/>
                  <a:gd name="connsiteX109" fmla="*/ 2522769 w 5711990"/>
                  <a:gd name="connsiteY109" fmla="*/ 4082 h 426556"/>
                  <a:gd name="connsiteX110" fmla="*/ 2523419 w 5711990"/>
                  <a:gd name="connsiteY110" fmla="*/ 3492 h 426556"/>
                  <a:gd name="connsiteX111" fmla="*/ 2572390 w 5711990"/>
                  <a:gd name="connsiteY111" fmla="*/ 2859 h 426556"/>
                  <a:gd name="connsiteX112" fmla="*/ 2709225 w 5711990"/>
                  <a:gd name="connsiteY112" fmla="*/ 3012 h 426556"/>
                  <a:gd name="connsiteX113" fmla="*/ 2845979 w 5711990"/>
                  <a:gd name="connsiteY113" fmla="*/ 7159 h 426556"/>
                  <a:gd name="connsiteX114" fmla="*/ 2982935 w 5711990"/>
                  <a:gd name="connsiteY114" fmla="*/ 16064 h 426556"/>
                  <a:gd name="connsiteX115" fmla="*/ 3119974 w 5711990"/>
                  <a:gd name="connsiteY115" fmla="*/ 23616 h 426556"/>
                  <a:gd name="connsiteX116" fmla="*/ 3257255 w 5711990"/>
                  <a:gd name="connsiteY116" fmla="*/ 30426 h 426556"/>
                  <a:gd name="connsiteX117" fmla="*/ 3394619 w 5711990"/>
                  <a:gd name="connsiteY117" fmla="*/ 33897 h 426556"/>
                  <a:gd name="connsiteX118" fmla="*/ 3531982 w 5711990"/>
                  <a:gd name="connsiteY118" fmla="*/ 33307 h 426556"/>
                  <a:gd name="connsiteX119" fmla="*/ 3669508 w 5711990"/>
                  <a:gd name="connsiteY119" fmla="*/ 31976 h 426556"/>
                  <a:gd name="connsiteX120" fmla="*/ 3944478 w 5711990"/>
                  <a:gd name="connsiteY120" fmla="*/ 24206 h 426556"/>
                  <a:gd name="connsiteX121" fmla="*/ 4082085 w 5711990"/>
                  <a:gd name="connsiteY121" fmla="*/ 25581 h 426556"/>
                  <a:gd name="connsiteX122" fmla="*/ 4219936 w 5711990"/>
                  <a:gd name="connsiteY122" fmla="*/ 26170 h 426556"/>
                  <a:gd name="connsiteX123" fmla="*/ 4357543 w 5711990"/>
                  <a:gd name="connsiteY123" fmla="*/ 21106 h 426556"/>
                  <a:gd name="connsiteX124" fmla="*/ 4495028 w 5711990"/>
                  <a:gd name="connsiteY124" fmla="*/ 22285 h 426556"/>
                  <a:gd name="connsiteX125" fmla="*/ 4631050 w 5711990"/>
                  <a:gd name="connsiteY125" fmla="*/ 20168 h 426556"/>
                  <a:gd name="connsiteX126" fmla="*/ 4766869 w 5711990"/>
                  <a:gd name="connsiteY126" fmla="*/ 21979 h 426556"/>
                  <a:gd name="connsiteX127" fmla="*/ 4902444 w 5711990"/>
                  <a:gd name="connsiteY127" fmla="*/ 21063 h 426556"/>
                  <a:gd name="connsiteX128" fmla="*/ 5038182 w 5711990"/>
                  <a:gd name="connsiteY128" fmla="*/ 23093 h 426556"/>
                  <a:gd name="connsiteX129" fmla="*/ 5174732 w 5711990"/>
                  <a:gd name="connsiteY129" fmla="*/ 31779 h 426556"/>
                  <a:gd name="connsiteX130" fmla="*/ 5312461 w 5711990"/>
                  <a:gd name="connsiteY130" fmla="*/ 42715 h 426556"/>
                  <a:gd name="connsiteX131" fmla="*/ 5451369 w 5711990"/>
                  <a:gd name="connsiteY131" fmla="*/ 55876 h 426556"/>
                  <a:gd name="connsiteX132" fmla="*/ 5591495 w 5711990"/>
                  <a:gd name="connsiteY132" fmla="*/ 70783 h 426556"/>
                  <a:gd name="connsiteX133" fmla="*/ 5709067 w 5711990"/>
                  <a:gd name="connsiteY133" fmla="*/ 81129 h 426556"/>
                  <a:gd name="connsiteX134" fmla="*/ 5711952 w 5711990"/>
                  <a:gd name="connsiteY134" fmla="*/ 79972 h 426556"/>
                  <a:gd name="connsiteX135" fmla="*/ 5709880 w 5711990"/>
                  <a:gd name="connsiteY135" fmla="*/ 78379 h 42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5711990" h="426556">
                    <a:moveTo>
                      <a:pt x="5710002" y="78314"/>
                    </a:moveTo>
                    <a:lnTo>
                      <a:pt x="5592511" y="67968"/>
                    </a:lnTo>
                    <a:lnTo>
                      <a:pt x="5452425" y="53039"/>
                    </a:lnTo>
                    <a:lnTo>
                      <a:pt x="5313396" y="39877"/>
                    </a:lnTo>
                    <a:lnTo>
                      <a:pt x="5175545" y="28942"/>
                    </a:lnTo>
                    <a:lnTo>
                      <a:pt x="5038669" y="20211"/>
                    </a:lnTo>
                    <a:lnTo>
                      <a:pt x="4902647" y="18182"/>
                    </a:lnTo>
                    <a:lnTo>
                      <a:pt x="4767072" y="19098"/>
                    </a:lnTo>
                    <a:lnTo>
                      <a:pt x="4631213" y="17287"/>
                    </a:lnTo>
                    <a:lnTo>
                      <a:pt x="4495191" y="19426"/>
                    </a:lnTo>
                    <a:lnTo>
                      <a:pt x="4357584" y="18247"/>
                    </a:lnTo>
                    <a:lnTo>
                      <a:pt x="4219977" y="23354"/>
                    </a:lnTo>
                    <a:lnTo>
                      <a:pt x="4111224" y="22874"/>
                    </a:lnTo>
                    <a:lnTo>
                      <a:pt x="3944518" y="21325"/>
                    </a:lnTo>
                    <a:lnTo>
                      <a:pt x="3669508" y="29117"/>
                    </a:lnTo>
                    <a:lnTo>
                      <a:pt x="3532104" y="30448"/>
                    </a:lnTo>
                    <a:lnTo>
                      <a:pt x="3394903" y="31037"/>
                    </a:lnTo>
                    <a:lnTo>
                      <a:pt x="3257784" y="27632"/>
                    </a:lnTo>
                    <a:lnTo>
                      <a:pt x="3120664" y="20823"/>
                    </a:lnTo>
                    <a:lnTo>
                      <a:pt x="2983708" y="13205"/>
                    </a:lnTo>
                    <a:lnTo>
                      <a:pt x="2846629" y="4300"/>
                    </a:lnTo>
                    <a:lnTo>
                      <a:pt x="2709550" y="153"/>
                    </a:lnTo>
                    <a:lnTo>
                      <a:pt x="2572512" y="0"/>
                    </a:lnTo>
                    <a:lnTo>
                      <a:pt x="2522078" y="633"/>
                    </a:lnTo>
                    <a:cubicBezTo>
                      <a:pt x="2521224" y="677"/>
                      <a:pt x="2520452" y="960"/>
                      <a:pt x="2520005" y="1331"/>
                    </a:cubicBezTo>
                    <a:lnTo>
                      <a:pt x="2486274" y="32980"/>
                    </a:lnTo>
                    <a:cubicBezTo>
                      <a:pt x="2486274" y="32980"/>
                      <a:pt x="2485868" y="33198"/>
                      <a:pt x="2485746" y="33351"/>
                    </a:cubicBezTo>
                    <a:lnTo>
                      <a:pt x="2451567" y="64694"/>
                    </a:lnTo>
                    <a:cubicBezTo>
                      <a:pt x="2451567" y="64694"/>
                      <a:pt x="2451324" y="64847"/>
                      <a:pt x="2451161" y="64956"/>
                    </a:cubicBezTo>
                    <a:lnTo>
                      <a:pt x="2416089" y="92414"/>
                    </a:lnTo>
                    <a:lnTo>
                      <a:pt x="2380407" y="118256"/>
                    </a:lnTo>
                    <a:lnTo>
                      <a:pt x="2344481" y="139362"/>
                    </a:lnTo>
                    <a:lnTo>
                      <a:pt x="2344359" y="139472"/>
                    </a:lnTo>
                    <a:cubicBezTo>
                      <a:pt x="2344359" y="139472"/>
                      <a:pt x="2344115" y="139581"/>
                      <a:pt x="2343993" y="139624"/>
                    </a:cubicBezTo>
                    <a:lnTo>
                      <a:pt x="2307539" y="157369"/>
                    </a:lnTo>
                    <a:cubicBezTo>
                      <a:pt x="2307539" y="157369"/>
                      <a:pt x="2307092" y="157522"/>
                      <a:pt x="2307011" y="157588"/>
                    </a:cubicBezTo>
                    <a:lnTo>
                      <a:pt x="2269460" y="174525"/>
                    </a:lnTo>
                    <a:lnTo>
                      <a:pt x="2192569" y="206435"/>
                    </a:lnTo>
                    <a:lnTo>
                      <a:pt x="2099381" y="208574"/>
                    </a:lnTo>
                    <a:cubicBezTo>
                      <a:pt x="2098934" y="208574"/>
                      <a:pt x="2098446" y="208618"/>
                      <a:pt x="2098081" y="208793"/>
                    </a:cubicBezTo>
                    <a:lnTo>
                      <a:pt x="2057888" y="223809"/>
                    </a:lnTo>
                    <a:lnTo>
                      <a:pt x="1908617" y="223766"/>
                    </a:lnTo>
                    <a:cubicBezTo>
                      <a:pt x="1908170" y="223766"/>
                      <a:pt x="1907723" y="223809"/>
                      <a:pt x="1907398" y="223984"/>
                    </a:cubicBezTo>
                    <a:lnTo>
                      <a:pt x="1864279" y="237516"/>
                    </a:lnTo>
                    <a:lnTo>
                      <a:pt x="1729964" y="283439"/>
                    </a:lnTo>
                    <a:lnTo>
                      <a:pt x="1683431" y="297823"/>
                    </a:lnTo>
                    <a:lnTo>
                      <a:pt x="1635963" y="312010"/>
                    </a:lnTo>
                    <a:lnTo>
                      <a:pt x="1587439" y="325543"/>
                    </a:lnTo>
                    <a:lnTo>
                      <a:pt x="1537980" y="339774"/>
                    </a:lnTo>
                    <a:lnTo>
                      <a:pt x="1487993" y="352608"/>
                    </a:lnTo>
                    <a:lnTo>
                      <a:pt x="1324336" y="353568"/>
                    </a:lnTo>
                    <a:cubicBezTo>
                      <a:pt x="1323970" y="353568"/>
                      <a:pt x="1323645" y="353612"/>
                      <a:pt x="1323279" y="353721"/>
                    </a:cubicBezTo>
                    <a:lnTo>
                      <a:pt x="1270447" y="366620"/>
                    </a:lnTo>
                    <a:lnTo>
                      <a:pt x="1105164" y="366249"/>
                    </a:lnTo>
                    <a:lnTo>
                      <a:pt x="939394" y="366839"/>
                    </a:lnTo>
                    <a:cubicBezTo>
                      <a:pt x="939109" y="366839"/>
                      <a:pt x="938743" y="366839"/>
                      <a:pt x="938459" y="366948"/>
                    </a:cubicBezTo>
                    <a:lnTo>
                      <a:pt x="880425" y="379847"/>
                    </a:lnTo>
                    <a:lnTo>
                      <a:pt x="821050" y="392747"/>
                    </a:lnTo>
                    <a:lnTo>
                      <a:pt x="760821" y="406650"/>
                    </a:lnTo>
                    <a:lnTo>
                      <a:pt x="590255" y="407065"/>
                    </a:lnTo>
                    <a:cubicBezTo>
                      <a:pt x="589890" y="407065"/>
                      <a:pt x="589605" y="407109"/>
                      <a:pt x="589321" y="407174"/>
                    </a:cubicBezTo>
                    <a:lnTo>
                      <a:pt x="525882" y="420990"/>
                    </a:lnTo>
                    <a:lnTo>
                      <a:pt x="353446" y="422147"/>
                    </a:lnTo>
                    <a:lnTo>
                      <a:pt x="180645" y="422256"/>
                    </a:lnTo>
                    <a:lnTo>
                      <a:pt x="8006" y="423740"/>
                    </a:lnTo>
                    <a:lnTo>
                      <a:pt x="0" y="423740"/>
                    </a:lnTo>
                    <a:lnTo>
                      <a:pt x="0" y="426556"/>
                    </a:lnTo>
                    <a:lnTo>
                      <a:pt x="7884" y="426556"/>
                    </a:lnTo>
                    <a:lnTo>
                      <a:pt x="180523" y="425006"/>
                    </a:lnTo>
                    <a:lnTo>
                      <a:pt x="353324" y="424963"/>
                    </a:lnTo>
                    <a:lnTo>
                      <a:pt x="526207" y="423784"/>
                    </a:lnTo>
                    <a:cubicBezTo>
                      <a:pt x="526491" y="423784"/>
                      <a:pt x="526857" y="423740"/>
                      <a:pt x="527101" y="423675"/>
                    </a:cubicBezTo>
                    <a:lnTo>
                      <a:pt x="590581" y="409859"/>
                    </a:lnTo>
                    <a:lnTo>
                      <a:pt x="761147" y="409444"/>
                    </a:lnTo>
                    <a:cubicBezTo>
                      <a:pt x="761512" y="409444"/>
                      <a:pt x="761837" y="409379"/>
                      <a:pt x="762122" y="409335"/>
                    </a:cubicBezTo>
                    <a:lnTo>
                      <a:pt x="822716" y="395322"/>
                    </a:lnTo>
                    <a:lnTo>
                      <a:pt x="882091" y="382488"/>
                    </a:lnTo>
                    <a:lnTo>
                      <a:pt x="939678" y="369632"/>
                    </a:lnTo>
                    <a:lnTo>
                      <a:pt x="1104920" y="369043"/>
                    </a:lnTo>
                    <a:lnTo>
                      <a:pt x="1270691" y="369414"/>
                    </a:lnTo>
                    <a:lnTo>
                      <a:pt x="1270691" y="369414"/>
                    </a:lnTo>
                    <a:cubicBezTo>
                      <a:pt x="1271057" y="369414"/>
                      <a:pt x="1271382" y="369371"/>
                      <a:pt x="1271748" y="369305"/>
                    </a:cubicBezTo>
                    <a:lnTo>
                      <a:pt x="1324620" y="356362"/>
                    </a:lnTo>
                    <a:lnTo>
                      <a:pt x="1488318" y="355402"/>
                    </a:lnTo>
                    <a:cubicBezTo>
                      <a:pt x="1488684" y="355402"/>
                      <a:pt x="1489009" y="355336"/>
                      <a:pt x="1489375" y="355249"/>
                    </a:cubicBezTo>
                    <a:lnTo>
                      <a:pt x="1540012" y="342240"/>
                    </a:lnTo>
                    <a:lnTo>
                      <a:pt x="1589471" y="328009"/>
                    </a:lnTo>
                    <a:lnTo>
                      <a:pt x="1638036" y="314477"/>
                    </a:lnTo>
                    <a:lnTo>
                      <a:pt x="1685625" y="300311"/>
                    </a:lnTo>
                    <a:lnTo>
                      <a:pt x="1732321" y="285862"/>
                    </a:lnTo>
                    <a:lnTo>
                      <a:pt x="1866595" y="239874"/>
                    </a:lnTo>
                    <a:lnTo>
                      <a:pt x="1909064" y="226560"/>
                    </a:lnTo>
                    <a:lnTo>
                      <a:pt x="2058375" y="226603"/>
                    </a:lnTo>
                    <a:cubicBezTo>
                      <a:pt x="2058944" y="226603"/>
                      <a:pt x="2059432" y="226494"/>
                      <a:pt x="2059798" y="226341"/>
                    </a:cubicBezTo>
                    <a:lnTo>
                      <a:pt x="2100031" y="211325"/>
                    </a:lnTo>
                    <a:lnTo>
                      <a:pt x="2193056" y="209251"/>
                    </a:lnTo>
                    <a:cubicBezTo>
                      <a:pt x="2193300" y="209251"/>
                      <a:pt x="2193747" y="209142"/>
                      <a:pt x="2193950" y="209142"/>
                    </a:cubicBezTo>
                    <a:cubicBezTo>
                      <a:pt x="2194194" y="209098"/>
                      <a:pt x="2194398" y="209033"/>
                      <a:pt x="2194601" y="208924"/>
                    </a:cubicBezTo>
                    <a:lnTo>
                      <a:pt x="2271288" y="177166"/>
                    </a:lnTo>
                    <a:lnTo>
                      <a:pt x="2309531" y="159858"/>
                    </a:lnTo>
                    <a:cubicBezTo>
                      <a:pt x="2309531" y="159858"/>
                      <a:pt x="2309978" y="159748"/>
                      <a:pt x="2310059" y="159705"/>
                    </a:cubicBezTo>
                    <a:lnTo>
                      <a:pt x="2346676" y="141916"/>
                    </a:lnTo>
                    <a:cubicBezTo>
                      <a:pt x="2346919" y="141807"/>
                      <a:pt x="2347163" y="141763"/>
                      <a:pt x="2347366" y="141654"/>
                    </a:cubicBezTo>
                    <a:lnTo>
                      <a:pt x="2384146" y="119959"/>
                    </a:lnTo>
                    <a:lnTo>
                      <a:pt x="2419015" y="94705"/>
                    </a:lnTo>
                    <a:lnTo>
                      <a:pt x="2454656" y="66898"/>
                    </a:lnTo>
                    <a:cubicBezTo>
                      <a:pt x="2454900" y="66789"/>
                      <a:pt x="2455144" y="66636"/>
                      <a:pt x="2455306" y="66484"/>
                    </a:cubicBezTo>
                    <a:lnTo>
                      <a:pt x="2489444" y="35206"/>
                    </a:lnTo>
                    <a:cubicBezTo>
                      <a:pt x="2489647" y="35097"/>
                      <a:pt x="2489850" y="34944"/>
                      <a:pt x="2490054" y="34835"/>
                    </a:cubicBezTo>
                    <a:lnTo>
                      <a:pt x="2522769" y="4082"/>
                    </a:lnTo>
                    <a:lnTo>
                      <a:pt x="2523419" y="3492"/>
                    </a:lnTo>
                    <a:lnTo>
                      <a:pt x="2572390" y="2859"/>
                    </a:lnTo>
                    <a:lnTo>
                      <a:pt x="2709225" y="3012"/>
                    </a:lnTo>
                    <a:lnTo>
                      <a:pt x="2845979" y="7159"/>
                    </a:lnTo>
                    <a:lnTo>
                      <a:pt x="2982935" y="16064"/>
                    </a:lnTo>
                    <a:lnTo>
                      <a:pt x="3119974" y="23616"/>
                    </a:lnTo>
                    <a:lnTo>
                      <a:pt x="3257255" y="30426"/>
                    </a:lnTo>
                    <a:lnTo>
                      <a:pt x="3394619" y="33897"/>
                    </a:lnTo>
                    <a:lnTo>
                      <a:pt x="3531982" y="33307"/>
                    </a:lnTo>
                    <a:lnTo>
                      <a:pt x="3669508" y="31976"/>
                    </a:lnTo>
                    <a:lnTo>
                      <a:pt x="3944478" y="24206"/>
                    </a:lnTo>
                    <a:lnTo>
                      <a:pt x="4082085" y="25581"/>
                    </a:lnTo>
                    <a:lnTo>
                      <a:pt x="4219936" y="26170"/>
                    </a:lnTo>
                    <a:lnTo>
                      <a:pt x="4357543" y="21106"/>
                    </a:lnTo>
                    <a:lnTo>
                      <a:pt x="4495028" y="22285"/>
                    </a:lnTo>
                    <a:lnTo>
                      <a:pt x="4631050" y="20168"/>
                    </a:lnTo>
                    <a:lnTo>
                      <a:pt x="4766869" y="21979"/>
                    </a:lnTo>
                    <a:lnTo>
                      <a:pt x="4902444" y="21063"/>
                    </a:lnTo>
                    <a:lnTo>
                      <a:pt x="5038182" y="23093"/>
                    </a:lnTo>
                    <a:lnTo>
                      <a:pt x="5174732" y="31779"/>
                    </a:lnTo>
                    <a:lnTo>
                      <a:pt x="5312461" y="42715"/>
                    </a:lnTo>
                    <a:lnTo>
                      <a:pt x="5451369" y="55876"/>
                    </a:lnTo>
                    <a:lnTo>
                      <a:pt x="5591495" y="70783"/>
                    </a:lnTo>
                    <a:lnTo>
                      <a:pt x="5709067" y="81129"/>
                    </a:lnTo>
                    <a:cubicBezTo>
                      <a:pt x="5710449" y="81238"/>
                      <a:pt x="5711749" y="80715"/>
                      <a:pt x="5711952" y="79972"/>
                    </a:cubicBezTo>
                    <a:cubicBezTo>
                      <a:pt x="5712196" y="79165"/>
                      <a:pt x="5711261" y="78488"/>
                      <a:pt x="5709880" y="7837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4" name="Freeform: Shape 833">
                <a:extLst>
                  <a:ext uri="{FF2B5EF4-FFF2-40B4-BE49-F238E27FC236}">
                    <a16:creationId xmlns:a16="http://schemas.microsoft.com/office/drawing/2014/main" id="{05B1681D-2081-450B-868E-B0D28EA74F1D}"/>
                  </a:ext>
                </a:extLst>
              </p:cNvPr>
              <p:cNvSpPr/>
              <p:nvPr/>
            </p:nvSpPr>
            <p:spPr>
              <a:xfrm>
                <a:off x="5459659" y="6295796"/>
                <a:ext cx="253319" cy="607118"/>
              </a:xfrm>
              <a:custGeom>
                <a:avLst/>
                <a:gdLst>
                  <a:gd name="connsiteX0" fmla="*/ 5161 w 253319"/>
                  <a:gd name="connsiteY0" fmla="*/ 607096 h 607118"/>
                  <a:gd name="connsiteX1" fmla="*/ 17313 w 253319"/>
                  <a:gd name="connsiteY1" fmla="*/ 579071 h 607118"/>
                  <a:gd name="connsiteX2" fmla="*/ 37470 w 253319"/>
                  <a:gd name="connsiteY2" fmla="*/ 531118 h 607118"/>
                  <a:gd name="connsiteX3" fmla="*/ 47102 w 253319"/>
                  <a:gd name="connsiteY3" fmla="*/ 506760 h 607118"/>
                  <a:gd name="connsiteX4" fmla="*/ 65796 w 253319"/>
                  <a:gd name="connsiteY4" fmla="*/ 461033 h 607118"/>
                  <a:gd name="connsiteX5" fmla="*/ 83393 w 253319"/>
                  <a:gd name="connsiteY5" fmla="*/ 412273 h 607118"/>
                  <a:gd name="connsiteX6" fmla="*/ 91806 w 253319"/>
                  <a:gd name="connsiteY6" fmla="*/ 394593 h 607118"/>
                  <a:gd name="connsiteX7" fmla="*/ 116718 w 253319"/>
                  <a:gd name="connsiteY7" fmla="*/ 354411 h 607118"/>
                  <a:gd name="connsiteX8" fmla="*/ 124561 w 253319"/>
                  <a:gd name="connsiteY8" fmla="*/ 340922 h 607118"/>
                  <a:gd name="connsiteX9" fmla="*/ 139639 w 253319"/>
                  <a:gd name="connsiteY9" fmla="*/ 313224 h 607118"/>
                  <a:gd name="connsiteX10" fmla="*/ 150449 w 253319"/>
                  <a:gd name="connsiteY10" fmla="*/ 289149 h 607118"/>
                  <a:gd name="connsiteX11" fmla="*/ 168453 w 253319"/>
                  <a:gd name="connsiteY11" fmla="*/ 250778 h 607118"/>
                  <a:gd name="connsiteX12" fmla="*/ 181864 w 253319"/>
                  <a:gd name="connsiteY12" fmla="*/ 221902 h 607118"/>
                  <a:gd name="connsiteX13" fmla="*/ 194787 w 253319"/>
                  <a:gd name="connsiteY13" fmla="*/ 197609 h 607118"/>
                  <a:gd name="connsiteX14" fmla="*/ 201087 w 253319"/>
                  <a:gd name="connsiteY14" fmla="*/ 183116 h 607118"/>
                  <a:gd name="connsiteX15" fmla="*/ 207223 w 253319"/>
                  <a:gd name="connsiteY15" fmla="*/ 163887 h 607118"/>
                  <a:gd name="connsiteX16" fmla="*/ 213279 w 253319"/>
                  <a:gd name="connsiteY16" fmla="*/ 142082 h 607118"/>
                  <a:gd name="connsiteX17" fmla="*/ 224902 w 253319"/>
                  <a:gd name="connsiteY17" fmla="*/ 97490 h 607118"/>
                  <a:gd name="connsiteX18" fmla="*/ 230347 w 253319"/>
                  <a:gd name="connsiteY18" fmla="*/ 82037 h 607118"/>
                  <a:gd name="connsiteX19" fmla="*/ 236240 w 253319"/>
                  <a:gd name="connsiteY19" fmla="*/ 68548 h 607118"/>
                  <a:gd name="connsiteX20" fmla="*/ 241849 w 253319"/>
                  <a:gd name="connsiteY20" fmla="*/ 52506 h 607118"/>
                  <a:gd name="connsiteX21" fmla="*/ 247213 w 253319"/>
                  <a:gd name="connsiteY21" fmla="*/ 32033 h 607118"/>
                  <a:gd name="connsiteX22" fmla="*/ 252456 w 253319"/>
                  <a:gd name="connsiteY22" fmla="*/ 6190 h 607118"/>
                  <a:gd name="connsiteX23" fmla="*/ 253309 w 253319"/>
                  <a:gd name="connsiteY23" fmla="*/ 1563 h 607118"/>
                  <a:gd name="connsiteX24" fmla="*/ 251033 w 253319"/>
                  <a:gd name="connsiteY24" fmla="*/ 13 h 607118"/>
                  <a:gd name="connsiteX25" fmla="*/ 248270 w 253319"/>
                  <a:gd name="connsiteY25" fmla="*/ 1301 h 607118"/>
                  <a:gd name="connsiteX26" fmla="*/ 242783 w 253319"/>
                  <a:gd name="connsiteY26" fmla="*/ 29064 h 607118"/>
                  <a:gd name="connsiteX27" fmla="*/ 236890 w 253319"/>
                  <a:gd name="connsiteY27" fmla="*/ 52026 h 607118"/>
                  <a:gd name="connsiteX28" fmla="*/ 232420 w 253319"/>
                  <a:gd name="connsiteY28" fmla="*/ 65143 h 607118"/>
                  <a:gd name="connsiteX29" fmla="*/ 225430 w 253319"/>
                  <a:gd name="connsiteY29" fmla="*/ 81448 h 607118"/>
                  <a:gd name="connsiteX30" fmla="*/ 219944 w 253319"/>
                  <a:gd name="connsiteY30" fmla="*/ 97010 h 607118"/>
                  <a:gd name="connsiteX31" fmla="*/ 214295 w 253319"/>
                  <a:gd name="connsiteY31" fmla="*/ 119230 h 607118"/>
                  <a:gd name="connsiteX32" fmla="*/ 202265 w 253319"/>
                  <a:gd name="connsiteY32" fmla="*/ 163625 h 607118"/>
                  <a:gd name="connsiteX33" fmla="*/ 196210 w 253319"/>
                  <a:gd name="connsiteY33" fmla="*/ 182592 h 607118"/>
                  <a:gd name="connsiteX34" fmla="*/ 189951 w 253319"/>
                  <a:gd name="connsiteY34" fmla="*/ 196867 h 607118"/>
                  <a:gd name="connsiteX35" fmla="*/ 176987 w 253319"/>
                  <a:gd name="connsiteY35" fmla="*/ 221159 h 607118"/>
                  <a:gd name="connsiteX36" fmla="*/ 170363 w 253319"/>
                  <a:gd name="connsiteY36" fmla="*/ 235609 h 607118"/>
                  <a:gd name="connsiteX37" fmla="*/ 156586 w 253319"/>
                  <a:gd name="connsiteY37" fmla="*/ 264594 h 607118"/>
                  <a:gd name="connsiteX38" fmla="*/ 135006 w 253319"/>
                  <a:gd name="connsiteY38" fmla="*/ 312067 h 607118"/>
                  <a:gd name="connsiteX39" fmla="*/ 120945 w 253319"/>
                  <a:gd name="connsiteY39" fmla="*/ 338172 h 607118"/>
                  <a:gd name="connsiteX40" fmla="*/ 113345 w 253319"/>
                  <a:gd name="connsiteY40" fmla="*/ 351224 h 607118"/>
                  <a:gd name="connsiteX41" fmla="*/ 87051 w 253319"/>
                  <a:gd name="connsiteY41" fmla="*/ 393807 h 607118"/>
                  <a:gd name="connsiteX42" fmla="*/ 78720 w 253319"/>
                  <a:gd name="connsiteY42" fmla="*/ 411225 h 607118"/>
                  <a:gd name="connsiteX43" fmla="*/ 60919 w 253319"/>
                  <a:gd name="connsiteY43" fmla="*/ 460400 h 607118"/>
                  <a:gd name="connsiteX44" fmla="*/ 51653 w 253319"/>
                  <a:gd name="connsiteY44" fmla="*/ 482685 h 607118"/>
                  <a:gd name="connsiteX45" fmla="*/ 33447 w 253319"/>
                  <a:gd name="connsiteY45" fmla="*/ 528259 h 607118"/>
                  <a:gd name="connsiteX46" fmla="*/ 22677 w 253319"/>
                  <a:gd name="connsiteY46" fmla="*/ 554516 h 607118"/>
                  <a:gd name="connsiteX47" fmla="*/ 0 w 253319"/>
                  <a:gd name="connsiteY47" fmla="*/ 607118 h 607118"/>
                  <a:gd name="connsiteX48" fmla="*/ 5242 w 253319"/>
                  <a:gd name="connsiteY48" fmla="*/ 607118 h 607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53319" h="607118">
                    <a:moveTo>
                      <a:pt x="5161" y="607096"/>
                    </a:moveTo>
                    <a:lnTo>
                      <a:pt x="17313" y="579071"/>
                    </a:lnTo>
                    <a:lnTo>
                      <a:pt x="37470" y="531118"/>
                    </a:lnTo>
                    <a:lnTo>
                      <a:pt x="47102" y="506760"/>
                    </a:lnTo>
                    <a:lnTo>
                      <a:pt x="65796" y="461033"/>
                    </a:lnTo>
                    <a:lnTo>
                      <a:pt x="83393" y="412273"/>
                    </a:lnTo>
                    <a:lnTo>
                      <a:pt x="91806" y="394593"/>
                    </a:lnTo>
                    <a:lnTo>
                      <a:pt x="116718" y="354411"/>
                    </a:lnTo>
                    <a:lnTo>
                      <a:pt x="124561" y="340922"/>
                    </a:lnTo>
                    <a:lnTo>
                      <a:pt x="139639" y="313224"/>
                    </a:lnTo>
                    <a:lnTo>
                      <a:pt x="150449" y="289149"/>
                    </a:lnTo>
                    <a:lnTo>
                      <a:pt x="168453" y="250778"/>
                    </a:lnTo>
                    <a:lnTo>
                      <a:pt x="181864" y="221902"/>
                    </a:lnTo>
                    <a:lnTo>
                      <a:pt x="194787" y="197609"/>
                    </a:lnTo>
                    <a:lnTo>
                      <a:pt x="201087" y="183116"/>
                    </a:lnTo>
                    <a:lnTo>
                      <a:pt x="207223" y="163887"/>
                    </a:lnTo>
                    <a:lnTo>
                      <a:pt x="213279" y="142082"/>
                    </a:lnTo>
                    <a:lnTo>
                      <a:pt x="224902" y="97490"/>
                    </a:lnTo>
                    <a:lnTo>
                      <a:pt x="230347" y="82037"/>
                    </a:lnTo>
                    <a:lnTo>
                      <a:pt x="236240" y="68548"/>
                    </a:lnTo>
                    <a:lnTo>
                      <a:pt x="241849" y="52506"/>
                    </a:lnTo>
                    <a:lnTo>
                      <a:pt x="247213" y="32033"/>
                    </a:lnTo>
                    <a:lnTo>
                      <a:pt x="252456" y="6190"/>
                    </a:lnTo>
                    <a:lnTo>
                      <a:pt x="253309" y="1563"/>
                    </a:lnTo>
                    <a:cubicBezTo>
                      <a:pt x="253431" y="821"/>
                      <a:pt x="252456" y="122"/>
                      <a:pt x="251033" y="13"/>
                    </a:cubicBezTo>
                    <a:cubicBezTo>
                      <a:pt x="249692" y="-96"/>
                      <a:pt x="248392" y="493"/>
                      <a:pt x="248270" y="1301"/>
                    </a:cubicBezTo>
                    <a:lnTo>
                      <a:pt x="242783" y="29064"/>
                    </a:lnTo>
                    <a:lnTo>
                      <a:pt x="236890" y="52026"/>
                    </a:lnTo>
                    <a:lnTo>
                      <a:pt x="232420" y="65143"/>
                    </a:lnTo>
                    <a:lnTo>
                      <a:pt x="225430" y="81448"/>
                    </a:lnTo>
                    <a:lnTo>
                      <a:pt x="219944" y="97010"/>
                    </a:lnTo>
                    <a:lnTo>
                      <a:pt x="214295" y="119230"/>
                    </a:lnTo>
                    <a:lnTo>
                      <a:pt x="202265" y="163625"/>
                    </a:lnTo>
                    <a:lnTo>
                      <a:pt x="196210" y="182592"/>
                    </a:lnTo>
                    <a:lnTo>
                      <a:pt x="189951" y="196867"/>
                    </a:lnTo>
                    <a:lnTo>
                      <a:pt x="176987" y="221159"/>
                    </a:lnTo>
                    <a:lnTo>
                      <a:pt x="170363" y="235609"/>
                    </a:lnTo>
                    <a:lnTo>
                      <a:pt x="156586" y="264594"/>
                    </a:lnTo>
                    <a:lnTo>
                      <a:pt x="135006" y="312067"/>
                    </a:lnTo>
                    <a:lnTo>
                      <a:pt x="120945" y="338172"/>
                    </a:lnTo>
                    <a:lnTo>
                      <a:pt x="113345" y="351224"/>
                    </a:lnTo>
                    <a:lnTo>
                      <a:pt x="87051" y="393807"/>
                    </a:lnTo>
                    <a:lnTo>
                      <a:pt x="78720" y="411225"/>
                    </a:lnTo>
                    <a:lnTo>
                      <a:pt x="60919" y="460400"/>
                    </a:lnTo>
                    <a:lnTo>
                      <a:pt x="51653" y="482685"/>
                    </a:lnTo>
                    <a:lnTo>
                      <a:pt x="33447" y="528259"/>
                    </a:lnTo>
                    <a:lnTo>
                      <a:pt x="22677" y="554516"/>
                    </a:lnTo>
                    <a:lnTo>
                      <a:pt x="0" y="607118"/>
                    </a:lnTo>
                    <a:lnTo>
                      <a:pt x="5242" y="60711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5" name="Freeform: Shape 834">
                <a:extLst>
                  <a:ext uri="{FF2B5EF4-FFF2-40B4-BE49-F238E27FC236}">
                    <a16:creationId xmlns:a16="http://schemas.microsoft.com/office/drawing/2014/main" id="{4D7230A5-98D6-4C3C-8E7F-5DFBB10C9E2C}"/>
                  </a:ext>
                </a:extLst>
              </p:cNvPr>
              <p:cNvSpPr/>
              <p:nvPr/>
            </p:nvSpPr>
            <p:spPr>
              <a:xfrm>
                <a:off x="9437526" y="5700157"/>
                <a:ext cx="513432" cy="40516"/>
              </a:xfrm>
              <a:custGeom>
                <a:avLst/>
                <a:gdLst>
                  <a:gd name="connsiteX0" fmla="*/ 510942 w 513432"/>
                  <a:gd name="connsiteY0" fmla="*/ 40473 h 40516"/>
                  <a:gd name="connsiteX1" fmla="*/ 509845 w 513432"/>
                  <a:gd name="connsiteY1" fmla="*/ 40364 h 40516"/>
                  <a:gd name="connsiteX2" fmla="*/ 501717 w 513432"/>
                  <a:gd name="connsiteY2" fmla="*/ 38138 h 40516"/>
                  <a:gd name="connsiteX3" fmla="*/ 436815 w 513432"/>
                  <a:gd name="connsiteY3" fmla="*/ 37657 h 40516"/>
                  <a:gd name="connsiteX4" fmla="*/ 372319 w 513432"/>
                  <a:gd name="connsiteY4" fmla="*/ 36217 h 40516"/>
                  <a:gd name="connsiteX5" fmla="*/ 351065 w 513432"/>
                  <a:gd name="connsiteY5" fmla="*/ 35955 h 40516"/>
                  <a:gd name="connsiteX6" fmla="*/ 350373 w 513432"/>
                  <a:gd name="connsiteY6" fmla="*/ 35889 h 40516"/>
                  <a:gd name="connsiteX7" fmla="*/ 308677 w 513432"/>
                  <a:gd name="connsiteY7" fmla="*/ 35475 h 40516"/>
                  <a:gd name="connsiteX8" fmla="*/ 245888 w 513432"/>
                  <a:gd name="connsiteY8" fmla="*/ 35256 h 40516"/>
                  <a:gd name="connsiteX9" fmla="*/ 183465 w 513432"/>
                  <a:gd name="connsiteY9" fmla="*/ 33707 h 40516"/>
                  <a:gd name="connsiteX10" fmla="*/ 121367 w 513432"/>
                  <a:gd name="connsiteY10" fmla="*/ 30826 h 40516"/>
                  <a:gd name="connsiteX11" fmla="*/ 59066 w 513432"/>
                  <a:gd name="connsiteY11" fmla="*/ 28228 h 40516"/>
                  <a:gd name="connsiteX12" fmla="*/ 57075 w 513432"/>
                  <a:gd name="connsiteY12" fmla="*/ 27595 h 40516"/>
                  <a:gd name="connsiteX13" fmla="*/ 47442 w 513432"/>
                  <a:gd name="connsiteY13" fmla="*/ 19127 h 40516"/>
                  <a:gd name="connsiteX14" fmla="*/ 37608 w 513432"/>
                  <a:gd name="connsiteY14" fmla="*/ 11182 h 40516"/>
                  <a:gd name="connsiteX15" fmla="*/ 27163 w 513432"/>
                  <a:gd name="connsiteY15" fmla="*/ 7078 h 40516"/>
                  <a:gd name="connsiteX16" fmla="*/ 15256 w 513432"/>
                  <a:gd name="connsiteY16" fmla="*/ 4568 h 40516"/>
                  <a:gd name="connsiteX17" fmla="*/ 1967 w 513432"/>
                  <a:gd name="connsiteY17" fmla="*/ 2800 h 40516"/>
                  <a:gd name="connsiteX18" fmla="*/ 57 w 513432"/>
                  <a:gd name="connsiteY18" fmla="*/ 1098 h 40516"/>
                  <a:gd name="connsiteX19" fmla="*/ 3145 w 513432"/>
                  <a:gd name="connsiteY19" fmla="*/ 28 h 40516"/>
                  <a:gd name="connsiteX20" fmla="*/ 16719 w 513432"/>
                  <a:gd name="connsiteY20" fmla="*/ 1840 h 40516"/>
                  <a:gd name="connsiteX21" fmla="*/ 29236 w 513432"/>
                  <a:gd name="connsiteY21" fmla="*/ 4437 h 40516"/>
                  <a:gd name="connsiteX22" fmla="*/ 29846 w 513432"/>
                  <a:gd name="connsiteY22" fmla="*/ 4656 h 40516"/>
                  <a:gd name="connsiteX23" fmla="*/ 40859 w 513432"/>
                  <a:gd name="connsiteY23" fmla="*/ 9021 h 40516"/>
                  <a:gd name="connsiteX24" fmla="*/ 41469 w 513432"/>
                  <a:gd name="connsiteY24" fmla="*/ 9348 h 40516"/>
                  <a:gd name="connsiteX25" fmla="*/ 51588 w 513432"/>
                  <a:gd name="connsiteY25" fmla="*/ 17511 h 40516"/>
                  <a:gd name="connsiteX26" fmla="*/ 60732 w 513432"/>
                  <a:gd name="connsiteY26" fmla="*/ 25456 h 40516"/>
                  <a:gd name="connsiteX27" fmla="*/ 121733 w 513432"/>
                  <a:gd name="connsiteY27" fmla="*/ 28010 h 40516"/>
                  <a:gd name="connsiteX28" fmla="*/ 183749 w 513432"/>
                  <a:gd name="connsiteY28" fmla="*/ 30891 h 40516"/>
                  <a:gd name="connsiteX29" fmla="*/ 246051 w 513432"/>
                  <a:gd name="connsiteY29" fmla="*/ 32441 h 40516"/>
                  <a:gd name="connsiteX30" fmla="*/ 308758 w 513432"/>
                  <a:gd name="connsiteY30" fmla="*/ 32659 h 40516"/>
                  <a:gd name="connsiteX31" fmla="*/ 350617 w 513432"/>
                  <a:gd name="connsiteY31" fmla="*/ 33096 h 40516"/>
                  <a:gd name="connsiteX32" fmla="*/ 351389 w 513432"/>
                  <a:gd name="connsiteY32" fmla="*/ 33139 h 40516"/>
                  <a:gd name="connsiteX33" fmla="*/ 372441 w 513432"/>
                  <a:gd name="connsiteY33" fmla="*/ 33467 h 40516"/>
                  <a:gd name="connsiteX34" fmla="*/ 436855 w 513432"/>
                  <a:gd name="connsiteY34" fmla="*/ 34864 h 40516"/>
                  <a:gd name="connsiteX35" fmla="*/ 502245 w 513432"/>
                  <a:gd name="connsiteY35" fmla="*/ 35344 h 40516"/>
                  <a:gd name="connsiteX36" fmla="*/ 503343 w 513432"/>
                  <a:gd name="connsiteY36" fmla="*/ 35496 h 40516"/>
                  <a:gd name="connsiteX37" fmla="*/ 512080 w 513432"/>
                  <a:gd name="connsiteY37" fmla="*/ 37854 h 40516"/>
                  <a:gd name="connsiteX38" fmla="*/ 513177 w 513432"/>
                  <a:gd name="connsiteY38" fmla="*/ 39774 h 40516"/>
                  <a:gd name="connsiteX39" fmla="*/ 510901 w 513432"/>
                  <a:gd name="connsiteY39" fmla="*/ 40517 h 4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13432" h="40516">
                    <a:moveTo>
                      <a:pt x="510942" y="40473"/>
                    </a:moveTo>
                    <a:cubicBezTo>
                      <a:pt x="510536" y="40473"/>
                      <a:pt x="510129" y="40429"/>
                      <a:pt x="509845" y="40364"/>
                    </a:cubicBezTo>
                    <a:lnTo>
                      <a:pt x="501717" y="38138"/>
                    </a:lnTo>
                    <a:lnTo>
                      <a:pt x="436815" y="37657"/>
                    </a:lnTo>
                    <a:lnTo>
                      <a:pt x="372319" y="36217"/>
                    </a:lnTo>
                    <a:lnTo>
                      <a:pt x="351065" y="35955"/>
                    </a:lnTo>
                    <a:cubicBezTo>
                      <a:pt x="350780" y="35955"/>
                      <a:pt x="350577" y="35955"/>
                      <a:pt x="350373" y="35889"/>
                    </a:cubicBezTo>
                    <a:lnTo>
                      <a:pt x="308677" y="35475"/>
                    </a:lnTo>
                    <a:lnTo>
                      <a:pt x="245888" y="35256"/>
                    </a:lnTo>
                    <a:lnTo>
                      <a:pt x="183465" y="33707"/>
                    </a:lnTo>
                    <a:lnTo>
                      <a:pt x="121367" y="30826"/>
                    </a:lnTo>
                    <a:lnTo>
                      <a:pt x="59066" y="28228"/>
                    </a:lnTo>
                    <a:cubicBezTo>
                      <a:pt x="58294" y="28163"/>
                      <a:pt x="57481" y="27966"/>
                      <a:pt x="57075" y="27595"/>
                    </a:cubicBezTo>
                    <a:lnTo>
                      <a:pt x="47442" y="19127"/>
                    </a:lnTo>
                    <a:lnTo>
                      <a:pt x="37608" y="11182"/>
                    </a:lnTo>
                    <a:lnTo>
                      <a:pt x="27163" y="7078"/>
                    </a:lnTo>
                    <a:lnTo>
                      <a:pt x="15256" y="4568"/>
                    </a:lnTo>
                    <a:lnTo>
                      <a:pt x="1967" y="2800"/>
                    </a:lnTo>
                    <a:cubicBezTo>
                      <a:pt x="585" y="2626"/>
                      <a:pt x="-228" y="1840"/>
                      <a:pt x="57" y="1098"/>
                    </a:cubicBezTo>
                    <a:cubicBezTo>
                      <a:pt x="341" y="356"/>
                      <a:pt x="1641" y="-124"/>
                      <a:pt x="3145" y="28"/>
                    </a:cubicBezTo>
                    <a:lnTo>
                      <a:pt x="16719" y="1840"/>
                    </a:lnTo>
                    <a:lnTo>
                      <a:pt x="29236" y="4437"/>
                    </a:lnTo>
                    <a:cubicBezTo>
                      <a:pt x="29236" y="4437"/>
                      <a:pt x="29643" y="4546"/>
                      <a:pt x="29846" y="4656"/>
                    </a:cubicBezTo>
                    <a:lnTo>
                      <a:pt x="40859" y="9021"/>
                    </a:lnTo>
                    <a:cubicBezTo>
                      <a:pt x="41144" y="9086"/>
                      <a:pt x="41346" y="9239"/>
                      <a:pt x="41469" y="9348"/>
                    </a:cubicBezTo>
                    <a:lnTo>
                      <a:pt x="51588" y="17511"/>
                    </a:lnTo>
                    <a:lnTo>
                      <a:pt x="60732" y="25456"/>
                    </a:lnTo>
                    <a:lnTo>
                      <a:pt x="121733" y="28010"/>
                    </a:lnTo>
                    <a:lnTo>
                      <a:pt x="183749" y="30891"/>
                    </a:lnTo>
                    <a:lnTo>
                      <a:pt x="246051" y="32441"/>
                    </a:lnTo>
                    <a:lnTo>
                      <a:pt x="308758" y="32659"/>
                    </a:lnTo>
                    <a:lnTo>
                      <a:pt x="350617" y="33096"/>
                    </a:lnTo>
                    <a:cubicBezTo>
                      <a:pt x="350943" y="33096"/>
                      <a:pt x="351105" y="33139"/>
                      <a:pt x="351389" y="33139"/>
                    </a:cubicBezTo>
                    <a:lnTo>
                      <a:pt x="372441" y="33467"/>
                    </a:lnTo>
                    <a:lnTo>
                      <a:pt x="436855" y="34864"/>
                    </a:lnTo>
                    <a:lnTo>
                      <a:pt x="502245" y="35344"/>
                    </a:lnTo>
                    <a:cubicBezTo>
                      <a:pt x="502651" y="35344"/>
                      <a:pt x="503017" y="35387"/>
                      <a:pt x="503343" y="35496"/>
                    </a:cubicBezTo>
                    <a:lnTo>
                      <a:pt x="512080" y="37854"/>
                    </a:lnTo>
                    <a:cubicBezTo>
                      <a:pt x="513259" y="38181"/>
                      <a:pt x="513786" y="39032"/>
                      <a:pt x="513177" y="39774"/>
                    </a:cubicBezTo>
                    <a:cubicBezTo>
                      <a:pt x="512770" y="40255"/>
                      <a:pt x="511877" y="40517"/>
                      <a:pt x="510901" y="4051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6" name="Freeform: Shape 835">
                <a:extLst>
                  <a:ext uri="{FF2B5EF4-FFF2-40B4-BE49-F238E27FC236}">
                    <a16:creationId xmlns:a16="http://schemas.microsoft.com/office/drawing/2014/main" id="{910EC958-9A5E-4241-994E-59BE28285CFF}"/>
                  </a:ext>
                </a:extLst>
              </p:cNvPr>
              <p:cNvSpPr/>
              <p:nvPr/>
            </p:nvSpPr>
            <p:spPr>
              <a:xfrm>
                <a:off x="7500343" y="6183484"/>
                <a:ext cx="54127" cy="112085"/>
              </a:xfrm>
              <a:custGeom>
                <a:avLst/>
                <a:gdLst>
                  <a:gd name="connsiteX0" fmla="*/ 51584 w 54127"/>
                  <a:gd name="connsiteY0" fmla="*/ 112086 h 112085"/>
                  <a:gd name="connsiteX1" fmla="*/ 49187 w 54127"/>
                  <a:gd name="connsiteY1" fmla="*/ 111016 h 112085"/>
                  <a:gd name="connsiteX2" fmla="*/ 29151 w 54127"/>
                  <a:gd name="connsiteY2" fmla="*/ 73235 h 112085"/>
                  <a:gd name="connsiteX3" fmla="*/ 19235 w 54127"/>
                  <a:gd name="connsiteY3" fmla="*/ 47981 h 112085"/>
                  <a:gd name="connsiteX4" fmla="*/ 9604 w 54127"/>
                  <a:gd name="connsiteY4" fmla="*/ 26089 h 112085"/>
                  <a:gd name="connsiteX5" fmla="*/ 53 w 54127"/>
                  <a:gd name="connsiteY5" fmla="*/ 1731 h 112085"/>
                  <a:gd name="connsiteX6" fmla="*/ 2045 w 54127"/>
                  <a:gd name="connsiteY6" fmla="*/ 28 h 112085"/>
                  <a:gd name="connsiteX7" fmla="*/ 5011 w 54127"/>
                  <a:gd name="connsiteY7" fmla="*/ 1141 h 112085"/>
                  <a:gd name="connsiteX8" fmla="*/ 14521 w 54127"/>
                  <a:gd name="connsiteY8" fmla="*/ 25434 h 112085"/>
                  <a:gd name="connsiteX9" fmla="*/ 24152 w 54127"/>
                  <a:gd name="connsiteY9" fmla="*/ 47326 h 112085"/>
                  <a:gd name="connsiteX10" fmla="*/ 33988 w 54127"/>
                  <a:gd name="connsiteY10" fmla="*/ 72536 h 112085"/>
                  <a:gd name="connsiteX11" fmla="*/ 54023 w 54127"/>
                  <a:gd name="connsiteY11" fmla="*/ 110252 h 112085"/>
                  <a:gd name="connsiteX12" fmla="*/ 52235 w 54127"/>
                  <a:gd name="connsiteY12" fmla="*/ 112020 h 112085"/>
                  <a:gd name="connsiteX13" fmla="*/ 51544 w 54127"/>
                  <a:gd name="connsiteY13" fmla="*/ 112064 h 11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127" h="112085">
                    <a:moveTo>
                      <a:pt x="51584" y="112086"/>
                    </a:moveTo>
                    <a:cubicBezTo>
                      <a:pt x="50487" y="112086"/>
                      <a:pt x="49512" y="111671"/>
                      <a:pt x="49187" y="111016"/>
                    </a:cubicBezTo>
                    <a:lnTo>
                      <a:pt x="29151" y="73235"/>
                    </a:lnTo>
                    <a:lnTo>
                      <a:pt x="19235" y="47981"/>
                    </a:lnTo>
                    <a:lnTo>
                      <a:pt x="9604" y="26089"/>
                    </a:lnTo>
                    <a:lnTo>
                      <a:pt x="53" y="1731"/>
                    </a:lnTo>
                    <a:cubicBezTo>
                      <a:pt x="-232" y="923"/>
                      <a:pt x="662" y="181"/>
                      <a:pt x="2045" y="28"/>
                    </a:cubicBezTo>
                    <a:cubicBezTo>
                      <a:pt x="3345" y="-125"/>
                      <a:pt x="4726" y="356"/>
                      <a:pt x="5011" y="1141"/>
                    </a:cubicBezTo>
                    <a:lnTo>
                      <a:pt x="14521" y="25434"/>
                    </a:lnTo>
                    <a:lnTo>
                      <a:pt x="24152" y="47326"/>
                    </a:lnTo>
                    <a:lnTo>
                      <a:pt x="33988" y="72536"/>
                    </a:lnTo>
                    <a:lnTo>
                      <a:pt x="54023" y="110252"/>
                    </a:lnTo>
                    <a:cubicBezTo>
                      <a:pt x="54429" y="110994"/>
                      <a:pt x="53616" y="111802"/>
                      <a:pt x="52235" y="112020"/>
                    </a:cubicBezTo>
                    <a:cubicBezTo>
                      <a:pt x="52031" y="112020"/>
                      <a:pt x="51829" y="112064"/>
                      <a:pt x="51544" y="1120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7" name="Freeform: Shape 836">
                <a:extLst>
                  <a:ext uri="{FF2B5EF4-FFF2-40B4-BE49-F238E27FC236}">
                    <a16:creationId xmlns:a16="http://schemas.microsoft.com/office/drawing/2014/main" id="{A9B37FA6-28F9-41C8-884D-D043BE87B95D}"/>
                  </a:ext>
                </a:extLst>
              </p:cNvPr>
              <p:cNvSpPr/>
              <p:nvPr/>
            </p:nvSpPr>
            <p:spPr>
              <a:xfrm>
                <a:off x="0" y="5643124"/>
                <a:ext cx="152322" cy="37286"/>
              </a:xfrm>
              <a:custGeom>
                <a:avLst/>
                <a:gdLst>
                  <a:gd name="connsiteX0" fmla="*/ 149189 w 152322"/>
                  <a:gd name="connsiteY0" fmla="*/ 50 h 37286"/>
                  <a:gd name="connsiteX1" fmla="*/ 142606 w 152322"/>
                  <a:gd name="connsiteY1" fmla="*/ 945 h 37286"/>
                  <a:gd name="connsiteX2" fmla="*/ 141712 w 152322"/>
                  <a:gd name="connsiteY2" fmla="*/ 1163 h 37286"/>
                  <a:gd name="connsiteX3" fmla="*/ 139029 w 152322"/>
                  <a:gd name="connsiteY3" fmla="*/ 2233 h 37286"/>
                  <a:gd name="connsiteX4" fmla="*/ 66934 w 152322"/>
                  <a:gd name="connsiteY4" fmla="*/ 16617 h 37286"/>
                  <a:gd name="connsiteX5" fmla="*/ 51775 w 152322"/>
                  <a:gd name="connsiteY5" fmla="*/ 19498 h 37286"/>
                  <a:gd name="connsiteX6" fmla="*/ 11664 w 152322"/>
                  <a:gd name="connsiteY6" fmla="*/ 31262 h 37286"/>
                  <a:gd name="connsiteX7" fmla="*/ 0 w 152322"/>
                  <a:gd name="connsiteY7" fmla="*/ 34187 h 37286"/>
                  <a:gd name="connsiteX8" fmla="*/ 0 w 152322"/>
                  <a:gd name="connsiteY8" fmla="*/ 37286 h 37286"/>
                  <a:gd name="connsiteX9" fmla="*/ 13899 w 152322"/>
                  <a:gd name="connsiteY9" fmla="*/ 33772 h 37286"/>
                  <a:gd name="connsiteX10" fmla="*/ 53807 w 152322"/>
                  <a:gd name="connsiteY10" fmla="*/ 22095 h 37286"/>
                  <a:gd name="connsiteX11" fmla="*/ 141061 w 152322"/>
                  <a:gd name="connsiteY11" fmla="*/ 4765 h 37286"/>
                  <a:gd name="connsiteX12" fmla="*/ 141671 w 152322"/>
                  <a:gd name="connsiteY12" fmla="*/ 4612 h 37286"/>
                  <a:gd name="connsiteX13" fmla="*/ 144231 w 152322"/>
                  <a:gd name="connsiteY13" fmla="*/ 3608 h 37286"/>
                  <a:gd name="connsiteX14" fmla="*/ 150409 w 152322"/>
                  <a:gd name="connsiteY14" fmla="*/ 2800 h 37286"/>
                  <a:gd name="connsiteX15" fmla="*/ 152237 w 152322"/>
                  <a:gd name="connsiteY15" fmla="*/ 1098 h 37286"/>
                  <a:gd name="connsiteX16" fmla="*/ 149230 w 152322"/>
                  <a:gd name="connsiteY16" fmla="*/ 28 h 3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322" h="37286">
                    <a:moveTo>
                      <a:pt x="149189" y="50"/>
                    </a:moveTo>
                    <a:lnTo>
                      <a:pt x="142606" y="945"/>
                    </a:lnTo>
                    <a:cubicBezTo>
                      <a:pt x="142321" y="989"/>
                      <a:pt x="142037" y="1054"/>
                      <a:pt x="141712" y="1163"/>
                    </a:cubicBezTo>
                    <a:lnTo>
                      <a:pt x="139029" y="2233"/>
                    </a:lnTo>
                    <a:lnTo>
                      <a:pt x="66934" y="16617"/>
                    </a:lnTo>
                    <a:lnTo>
                      <a:pt x="51775" y="19498"/>
                    </a:lnTo>
                    <a:lnTo>
                      <a:pt x="11664" y="31262"/>
                    </a:lnTo>
                    <a:lnTo>
                      <a:pt x="0" y="34187"/>
                    </a:lnTo>
                    <a:lnTo>
                      <a:pt x="0" y="37286"/>
                    </a:lnTo>
                    <a:lnTo>
                      <a:pt x="13899" y="33772"/>
                    </a:lnTo>
                    <a:lnTo>
                      <a:pt x="53807" y="22095"/>
                    </a:lnTo>
                    <a:lnTo>
                      <a:pt x="141061" y="4765"/>
                    </a:lnTo>
                    <a:cubicBezTo>
                      <a:pt x="141061" y="4765"/>
                      <a:pt x="141468" y="4656"/>
                      <a:pt x="141671" y="4612"/>
                    </a:cubicBezTo>
                    <a:lnTo>
                      <a:pt x="144231" y="3608"/>
                    </a:lnTo>
                    <a:lnTo>
                      <a:pt x="150409" y="2800"/>
                    </a:lnTo>
                    <a:cubicBezTo>
                      <a:pt x="151750" y="2582"/>
                      <a:pt x="152603" y="1840"/>
                      <a:pt x="152237" y="1098"/>
                    </a:cubicBezTo>
                    <a:cubicBezTo>
                      <a:pt x="151953" y="356"/>
                      <a:pt x="150531" y="-124"/>
                      <a:pt x="149230" y="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8" name="Freeform: Shape 837">
                <a:extLst>
                  <a:ext uri="{FF2B5EF4-FFF2-40B4-BE49-F238E27FC236}">
                    <a16:creationId xmlns:a16="http://schemas.microsoft.com/office/drawing/2014/main" id="{5E182B4A-BC63-4222-ADF4-03ED7D4BA12E}"/>
                  </a:ext>
                </a:extLst>
              </p:cNvPr>
              <p:cNvSpPr/>
              <p:nvPr/>
            </p:nvSpPr>
            <p:spPr>
              <a:xfrm>
                <a:off x="0" y="5643125"/>
                <a:ext cx="152485" cy="35691"/>
              </a:xfrm>
              <a:custGeom>
                <a:avLst/>
                <a:gdLst>
                  <a:gd name="connsiteX0" fmla="*/ 150124 w 152485"/>
                  <a:gd name="connsiteY0" fmla="*/ 5 h 35691"/>
                  <a:gd name="connsiteX1" fmla="*/ 147401 w 152485"/>
                  <a:gd name="connsiteY1" fmla="*/ 1271 h 35691"/>
                  <a:gd name="connsiteX2" fmla="*/ 107980 w 152485"/>
                  <a:gd name="connsiteY2" fmla="*/ 15174 h 35691"/>
                  <a:gd name="connsiteX3" fmla="*/ 100665 w 152485"/>
                  <a:gd name="connsiteY3" fmla="*/ 16724 h 35691"/>
                  <a:gd name="connsiteX4" fmla="*/ 12151 w 152485"/>
                  <a:gd name="connsiteY4" fmla="*/ 31173 h 35691"/>
                  <a:gd name="connsiteX5" fmla="*/ 0 w 152485"/>
                  <a:gd name="connsiteY5" fmla="*/ 32810 h 35691"/>
                  <a:gd name="connsiteX6" fmla="*/ 0 w 152485"/>
                  <a:gd name="connsiteY6" fmla="*/ 35691 h 35691"/>
                  <a:gd name="connsiteX7" fmla="*/ 13655 w 152485"/>
                  <a:gd name="connsiteY7" fmla="*/ 33836 h 35691"/>
                  <a:gd name="connsiteX8" fmla="*/ 102291 w 152485"/>
                  <a:gd name="connsiteY8" fmla="*/ 19409 h 35691"/>
                  <a:gd name="connsiteX9" fmla="*/ 110256 w 152485"/>
                  <a:gd name="connsiteY9" fmla="*/ 17706 h 35691"/>
                  <a:gd name="connsiteX10" fmla="*/ 151221 w 152485"/>
                  <a:gd name="connsiteY10" fmla="*/ 3257 h 35691"/>
                  <a:gd name="connsiteX11" fmla="*/ 152359 w 152485"/>
                  <a:gd name="connsiteY11" fmla="*/ 2188 h 35691"/>
                  <a:gd name="connsiteX12" fmla="*/ 152481 w 152485"/>
                  <a:gd name="connsiteY12" fmla="*/ 1489 h 35691"/>
                  <a:gd name="connsiteX13" fmla="*/ 150165 w 152485"/>
                  <a:gd name="connsiteY13" fmla="*/ 5 h 3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485" h="35691">
                    <a:moveTo>
                      <a:pt x="150124" y="5"/>
                    </a:moveTo>
                    <a:cubicBezTo>
                      <a:pt x="148580" y="-61"/>
                      <a:pt x="147523" y="529"/>
                      <a:pt x="147401" y="1271"/>
                    </a:cubicBezTo>
                    <a:lnTo>
                      <a:pt x="107980" y="15174"/>
                    </a:lnTo>
                    <a:lnTo>
                      <a:pt x="100665" y="16724"/>
                    </a:lnTo>
                    <a:lnTo>
                      <a:pt x="12151" y="31173"/>
                    </a:lnTo>
                    <a:lnTo>
                      <a:pt x="0" y="32810"/>
                    </a:lnTo>
                    <a:lnTo>
                      <a:pt x="0" y="35691"/>
                    </a:lnTo>
                    <a:lnTo>
                      <a:pt x="13655" y="33836"/>
                    </a:lnTo>
                    <a:lnTo>
                      <a:pt x="102291" y="19409"/>
                    </a:lnTo>
                    <a:lnTo>
                      <a:pt x="110256" y="17706"/>
                    </a:lnTo>
                    <a:lnTo>
                      <a:pt x="151221" y="3257"/>
                    </a:lnTo>
                    <a:cubicBezTo>
                      <a:pt x="151872" y="3039"/>
                      <a:pt x="152319" y="2624"/>
                      <a:pt x="152359" y="2188"/>
                    </a:cubicBezTo>
                    <a:lnTo>
                      <a:pt x="152481" y="1489"/>
                    </a:lnTo>
                    <a:cubicBezTo>
                      <a:pt x="152563" y="747"/>
                      <a:pt x="151547" y="49"/>
                      <a:pt x="150165" y="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39" name="Freeform: Shape 838">
                <a:extLst>
                  <a:ext uri="{FF2B5EF4-FFF2-40B4-BE49-F238E27FC236}">
                    <a16:creationId xmlns:a16="http://schemas.microsoft.com/office/drawing/2014/main" id="{DB657F97-6F93-4DF6-A7F5-F6EBD3D71E04}"/>
                  </a:ext>
                </a:extLst>
              </p:cNvPr>
              <p:cNvSpPr/>
              <p:nvPr/>
            </p:nvSpPr>
            <p:spPr>
              <a:xfrm>
                <a:off x="4037896" y="5485459"/>
                <a:ext cx="616561" cy="259710"/>
              </a:xfrm>
              <a:custGeom>
                <a:avLst/>
                <a:gdLst>
                  <a:gd name="connsiteX0" fmla="*/ 613961 w 616561"/>
                  <a:gd name="connsiteY0" fmla="*/ 259710 h 259710"/>
                  <a:gd name="connsiteX1" fmla="*/ 612417 w 616561"/>
                  <a:gd name="connsiteY1" fmla="*/ 259383 h 259710"/>
                  <a:gd name="connsiteX2" fmla="*/ 522846 w 616561"/>
                  <a:gd name="connsiteY2" fmla="*/ 220859 h 259710"/>
                  <a:gd name="connsiteX3" fmla="*/ 434535 w 616561"/>
                  <a:gd name="connsiteY3" fmla="*/ 195235 h 259710"/>
                  <a:gd name="connsiteX4" fmla="*/ 265270 w 616561"/>
                  <a:gd name="connsiteY4" fmla="*/ 141672 h 259710"/>
                  <a:gd name="connsiteX5" fmla="*/ 185412 w 616561"/>
                  <a:gd name="connsiteY5" fmla="*/ 110548 h 259710"/>
                  <a:gd name="connsiteX6" fmla="*/ 109293 w 616561"/>
                  <a:gd name="connsiteY6" fmla="*/ 69514 h 259710"/>
                  <a:gd name="connsiteX7" fmla="*/ 47236 w 616561"/>
                  <a:gd name="connsiteY7" fmla="*/ 35421 h 259710"/>
                  <a:gd name="connsiteX8" fmla="*/ 34475 w 616561"/>
                  <a:gd name="connsiteY8" fmla="*/ 25293 h 259710"/>
                  <a:gd name="connsiteX9" fmla="*/ 34028 w 616561"/>
                  <a:gd name="connsiteY9" fmla="*/ 24289 h 259710"/>
                  <a:gd name="connsiteX10" fmla="*/ 35776 w 616561"/>
                  <a:gd name="connsiteY10" fmla="*/ 18222 h 259710"/>
                  <a:gd name="connsiteX11" fmla="*/ 35166 w 616561"/>
                  <a:gd name="connsiteY11" fmla="*/ 15079 h 259710"/>
                  <a:gd name="connsiteX12" fmla="*/ 1150 w 616561"/>
                  <a:gd name="connsiteY12" fmla="*/ 2550 h 259710"/>
                  <a:gd name="connsiteX13" fmla="*/ 419 w 616561"/>
                  <a:gd name="connsiteY13" fmla="*/ 629 h 259710"/>
                  <a:gd name="connsiteX14" fmla="*/ 3954 w 616561"/>
                  <a:gd name="connsiteY14" fmla="*/ 193 h 259710"/>
                  <a:gd name="connsiteX15" fmla="*/ 38986 w 616561"/>
                  <a:gd name="connsiteY15" fmla="*/ 13092 h 259710"/>
                  <a:gd name="connsiteX16" fmla="*/ 40124 w 616561"/>
                  <a:gd name="connsiteY16" fmla="*/ 14096 h 259710"/>
                  <a:gd name="connsiteX17" fmla="*/ 40815 w 616561"/>
                  <a:gd name="connsiteY17" fmla="*/ 18243 h 259710"/>
                  <a:gd name="connsiteX18" fmla="*/ 39271 w 616561"/>
                  <a:gd name="connsiteY18" fmla="*/ 24115 h 259710"/>
                  <a:gd name="connsiteX19" fmla="*/ 51137 w 616561"/>
                  <a:gd name="connsiteY19" fmla="*/ 33587 h 259710"/>
                  <a:gd name="connsiteX20" fmla="*/ 112910 w 616561"/>
                  <a:gd name="connsiteY20" fmla="*/ 67528 h 259710"/>
                  <a:gd name="connsiteX21" fmla="*/ 188663 w 616561"/>
                  <a:gd name="connsiteY21" fmla="*/ 108343 h 259710"/>
                  <a:gd name="connsiteX22" fmla="*/ 268033 w 616561"/>
                  <a:gd name="connsiteY22" fmla="*/ 139293 h 259710"/>
                  <a:gd name="connsiteX23" fmla="*/ 437014 w 616561"/>
                  <a:gd name="connsiteY23" fmla="*/ 192703 h 259710"/>
                  <a:gd name="connsiteX24" fmla="*/ 525691 w 616561"/>
                  <a:gd name="connsiteY24" fmla="*/ 218502 h 259710"/>
                  <a:gd name="connsiteX25" fmla="*/ 615587 w 616561"/>
                  <a:gd name="connsiteY25" fmla="*/ 257135 h 259710"/>
                  <a:gd name="connsiteX26" fmla="*/ 616034 w 616561"/>
                  <a:gd name="connsiteY26" fmla="*/ 259121 h 259710"/>
                  <a:gd name="connsiteX27" fmla="*/ 614002 w 616561"/>
                  <a:gd name="connsiteY27" fmla="*/ 259710 h 25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16561" h="259710">
                    <a:moveTo>
                      <a:pt x="613961" y="259710"/>
                    </a:moveTo>
                    <a:cubicBezTo>
                      <a:pt x="613433" y="259710"/>
                      <a:pt x="612864" y="259601"/>
                      <a:pt x="612417" y="259383"/>
                    </a:cubicBezTo>
                    <a:lnTo>
                      <a:pt x="522846" y="220859"/>
                    </a:lnTo>
                    <a:lnTo>
                      <a:pt x="434535" y="195235"/>
                    </a:lnTo>
                    <a:lnTo>
                      <a:pt x="265270" y="141672"/>
                    </a:lnTo>
                    <a:lnTo>
                      <a:pt x="185412" y="110548"/>
                    </a:lnTo>
                    <a:lnTo>
                      <a:pt x="109293" y="69514"/>
                    </a:lnTo>
                    <a:lnTo>
                      <a:pt x="47236" y="35421"/>
                    </a:lnTo>
                    <a:lnTo>
                      <a:pt x="34475" y="25293"/>
                    </a:lnTo>
                    <a:cubicBezTo>
                      <a:pt x="34109" y="24966"/>
                      <a:pt x="33906" y="24595"/>
                      <a:pt x="34028" y="24289"/>
                    </a:cubicBezTo>
                    <a:lnTo>
                      <a:pt x="35776" y="18222"/>
                    </a:lnTo>
                    <a:lnTo>
                      <a:pt x="35166" y="15079"/>
                    </a:lnTo>
                    <a:lnTo>
                      <a:pt x="1150" y="2550"/>
                    </a:lnTo>
                    <a:cubicBezTo>
                      <a:pt x="-28" y="2135"/>
                      <a:pt x="-353" y="1284"/>
                      <a:pt x="419" y="629"/>
                    </a:cubicBezTo>
                    <a:cubicBezTo>
                      <a:pt x="1232" y="-4"/>
                      <a:pt x="2817" y="-178"/>
                      <a:pt x="3954" y="193"/>
                    </a:cubicBezTo>
                    <a:lnTo>
                      <a:pt x="38986" y="13092"/>
                    </a:lnTo>
                    <a:cubicBezTo>
                      <a:pt x="39637" y="13311"/>
                      <a:pt x="40083" y="13682"/>
                      <a:pt x="40124" y="14096"/>
                    </a:cubicBezTo>
                    <a:lnTo>
                      <a:pt x="40815" y="18243"/>
                    </a:lnTo>
                    <a:lnTo>
                      <a:pt x="39271" y="24115"/>
                    </a:lnTo>
                    <a:lnTo>
                      <a:pt x="51137" y="33587"/>
                    </a:lnTo>
                    <a:lnTo>
                      <a:pt x="112910" y="67528"/>
                    </a:lnTo>
                    <a:lnTo>
                      <a:pt x="188663" y="108343"/>
                    </a:lnTo>
                    <a:lnTo>
                      <a:pt x="268033" y="139293"/>
                    </a:lnTo>
                    <a:lnTo>
                      <a:pt x="437014" y="192703"/>
                    </a:lnTo>
                    <a:lnTo>
                      <a:pt x="525691" y="218502"/>
                    </a:lnTo>
                    <a:lnTo>
                      <a:pt x="615587" y="257135"/>
                    </a:lnTo>
                    <a:cubicBezTo>
                      <a:pt x="616684" y="257615"/>
                      <a:pt x="616887" y="258532"/>
                      <a:pt x="616034" y="259121"/>
                    </a:cubicBezTo>
                    <a:cubicBezTo>
                      <a:pt x="615546" y="259492"/>
                      <a:pt x="614733" y="259710"/>
                      <a:pt x="614002" y="25971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0" name="Freeform: Shape 839">
                <a:extLst>
                  <a:ext uri="{FF2B5EF4-FFF2-40B4-BE49-F238E27FC236}">
                    <a16:creationId xmlns:a16="http://schemas.microsoft.com/office/drawing/2014/main" id="{7A4AB9F3-50E1-4A80-AB16-ECD9B4FFD059}"/>
                  </a:ext>
                </a:extLst>
              </p:cNvPr>
              <p:cNvSpPr/>
              <p:nvPr/>
            </p:nvSpPr>
            <p:spPr>
              <a:xfrm>
                <a:off x="8545214" y="5692262"/>
                <a:ext cx="2149214" cy="19949"/>
              </a:xfrm>
              <a:custGeom>
                <a:avLst/>
                <a:gdLst>
                  <a:gd name="connsiteX0" fmla="*/ 219981 w 2149214"/>
                  <a:gd name="connsiteY0" fmla="*/ 19928 h 19949"/>
                  <a:gd name="connsiteX1" fmla="*/ 219370 w 2149214"/>
                  <a:gd name="connsiteY1" fmla="*/ 19928 h 19949"/>
                  <a:gd name="connsiteX2" fmla="*/ 218761 w 2149214"/>
                  <a:gd name="connsiteY2" fmla="*/ 19818 h 19949"/>
                  <a:gd name="connsiteX3" fmla="*/ 209943 w 2149214"/>
                  <a:gd name="connsiteY3" fmla="*/ 17636 h 19949"/>
                  <a:gd name="connsiteX4" fmla="*/ 205879 w 2149214"/>
                  <a:gd name="connsiteY4" fmla="*/ 17679 h 19949"/>
                  <a:gd name="connsiteX5" fmla="*/ 147154 w 2149214"/>
                  <a:gd name="connsiteY5" fmla="*/ 17570 h 19949"/>
                  <a:gd name="connsiteX6" fmla="*/ 91802 w 2149214"/>
                  <a:gd name="connsiteY6" fmla="*/ 16501 h 19949"/>
                  <a:gd name="connsiteX7" fmla="*/ 77903 w 2149214"/>
                  <a:gd name="connsiteY7" fmla="*/ 15759 h 19949"/>
                  <a:gd name="connsiteX8" fmla="*/ 47057 w 2149214"/>
                  <a:gd name="connsiteY8" fmla="*/ 17570 h 19949"/>
                  <a:gd name="connsiteX9" fmla="*/ 5889 w 2149214"/>
                  <a:gd name="connsiteY9" fmla="*/ 17461 h 19949"/>
                  <a:gd name="connsiteX10" fmla="*/ 4792 w 2149214"/>
                  <a:gd name="connsiteY10" fmla="*/ 17308 h 19949"/>
                  <a:gd name="connsiteX11" fmla="*/ 1418 w 2149214"/>
                  <a:gd name="connsiteY11" fmla="*/ 16457 h 19949"/>
                  <a:gd name="connsiteX12" fmla="*/ 240 w 2149214"/>
                  <a:gd name="connsiteY12" fmla="*/ 14602 h 19949"/>
                  <a:gd name="connsiteX13" fmla="*/ 3613 w 2149214"/>
                  <a:gd name="connsiteY13" fmla="*/ 13903 h 19949"/>
                  <a:gd name="connsiteX14" fmla="*/ 6498 w 2149214"/>
                  <a:gd name="connsiteY14" fmla="*/ 14646 h 19949"/>
                  <a:gd name="connsiteX15" fmla="*/ 46772 w 2149214"/>
                  <a:gd name="connsiteY15" fmla="*/ 14755 h 19949"/>
                  <a:gd name="connsiteX16" fmla="*/ 77944 w 2149214"/>
                  <a:gd name="connsiteY16" fmla="*/ 12943 h 19949"/>
                  <a:gd name="connsiteX17" fmla="*/ 92127 w 2149214"/>
                  <a:gd name="connsiteY17" fmla="*/ 13685 h 19949"/>
                  <a:gd name="connsiteX18" fmla="*/ 147316 w 2149214"/>
                  <a:gd name="connsiteY18" fmla="*/ 14755 h 19949"/>
                  <a:gd name="connsiteX19" fmla="*/ 205960 w 2149214"/>
                  <a:gd name="connsiteY19" fmla="*/ 14864 h 19949"/>
                  <a:gd name="connsiteX20" fmla="*/ 210430 w 2149214"/>
                  <a:gd name="connsiteY20" fmla="*/ 14820 h 19949"/>
                  <a:gd name="connsiteX21" fmla="*/ 210430 w 2149214"/>
                  <a:gd name="connsiteY21" fmla="*/ 14820 h 19949"/>
                  <a:gd name="connsiteX22" fmla="*/ 211202 w 2149214"/>
                  <a:gd name="connsiteY22" fmla="*/ 14929 h 19949"/>
                  <a:gd name="connsiteX23" fmla="*/ 220508 w 2149214"/>
                  <a:gd name="connsiteY23" fmla="*/ 17156 h 19949"/>
                  <a:gd name="connsiteX24" fmla="*/ 391766 w 2149214"/>
                  <a:gd name="connsiteY24" fmla="*/ 15191 h 19949"/>
                  <a:gd name="connsiteX25" fmla="*/ 409322 w 2149214"/>
                  <a:gd name="connsiteY25" fmla="*/ 14493 h 19949"/>
                  <a:gd name="connsiteX26" fmla="*/ 417653 w 2149214"/>
                  <a:gd name="connsiteY26" fmla="*/ 14755 h 19949"/>
                  <a:gd name="connsiteX27" fmla="*/ 435819 w 2149214"/>
                  <a:gd name="connsiteY27" fmla="*/ 14864 h 19949"/>
                  <a:gd name="connsiteX28" fmla="*/ 477678 w 2149214"/>
                  <a:gd name="connsiteY28" fmla="*/ 15671 h 19949"/>
                  <a:gd name="connsiteX29" fmla="*/ 498039 w 2149214"/>
                  <a:gd name="connsiteY29" fmla="*/ 16370 h 19949"/>
                  <a:gd name="connsiteX30" fmla="*/ 505680 w 2149214"/>
                  <a:gd name="connsiteY30" fmla="*/ 15999 h 19949"/>
                  <a:gd name="connsiteX31" fmla="*/ 516205 w 2149214"/>
                  <a:gd name="connsiteY31" fmla="*/ 13489 h 19949"/>
                  <a:gd name="connsiteX32" fmla="*/ 574158 w 2149214"/>
                  <a:gd name="connsiteY32" fmla="*/ 7945 h 19949"/>
                  <a:gd name="connsiteX33" fmla="*/ 629997 w 2149214"/>
                  <a:gd name="connsiteY33" fmla="*/ 5435 h 19949"/>
                  <a:gd name="connsiteX34" fmla="*/ 685755 w 2149214"/>
                  <a:gd name="connsiteY34" fmla="*/ 3841 h 19949"/>
                  <a:gd name="connsiteX35" fmla="*/ 721966 w 2149214"/>
                  <a:gd name="connsiteY35" fmla="*/ 1702 h 19949"/>
                  <a:gd name="connsiteX36" fmla="*/ 775651 w 2149214"/>
                  <a:gd name="connsiteY36" fmla="*/ 0 h 19949"/>
                  <a:gd name="connsiteX37" fmla="*/ 1329005 w 2149214"/>
                  <a:gd name="connsiteY37" fmla="*/ 480 h 19949"/>
                  <a:gd name="connsiteX38" fmla="*/ 1342905 w 2149214"/>
                  <a:gd name="connsiteY38" fmla="*/ 1331 h 19949"/>
                  <a:gd name="connsiteX39" fmla="*/ 1343595 w 2149214"/>
                  <a:gd name="connsiteY39" fmla="*/ 1397 h 19949"/>
                  <a:gd name="connsiteX40" fmla="*/ 1354893 w 2149214"/>
                  <a:gd name="connsiteY40" fmla="*/ 3907 h 19949"/>
                  <a:gd name="connsiteX41" fmla="*/ 1366678 w 2149214"/>
                  <a:gd name="connsiteY41" fmla="*/ 4605 h 19949"/>
                  <a:gd name="connsiteX42" fmla="*/ 1367370 w 2149214"/>
                  <a:gd name="connsiteY42" fmla="*/ 4234 h 19949"/>
                  <a:gd name="connsiteX43" fmla="*/ 1369361 w 2149214"/>
                  <a:gd name="connsiteY43" fmla="*/ 3907 h 19949"/>
                  <a:gd name="connsiteX44" fmla="*/ 1409350 w 2149214"/>
                  <a:gd name="connsiteY44" fmla="*/ 6417 h 19949"/>
                  <a:gd name="connsiteX45" fmla="*/ 1410448 w 2149214"/>
                  <a:gd name="connsiteY45" fmla="*/ 6635 h 19949"/>
                  <a:gd name="connsiteX46" fmla="*/ 1419266 w 2149214"/>
                  <a:gd name="connsiteY46" fmla="*/ 9735 h 19949"/>
                  <a:gd name="connsiteX47" fmla="*/ 1419755 w 2149214"/>
                  <a:gd name="connsiteY47" fmla="*/ 8993 h 19949"/>
                  <a:gd name="connsiteX48" fmla="*/ 1421949 w 2149214"/>
                  <a:gd name="connsiteY48" fmla="*/ 8076 h 19949"/>
                  <a:gd name="connsiteX49" fmla="*/ 1479008 w 2149214"/>
                  <a:gd name="connsiteY49" fmla="*/ 5675 h 19949"/>
                  <a:gd name="connsiteX50" fmla="*/ 1983553 w 2149214"/>
                  <a:gd name="connsiteY50" fmla="*/ 6155 h 19949"/>
                  <a:gd name="connsiteX51" fmla="*/ 2080277 w 2149214"/>
                  <a:gd name="connsiteY51" fmla="*/ 4562 h 19949"/>
                  <a:gd name="connsiteX52" fmla="*/ 2136238 w 2149214"/>
                  <a:gd name="connsiteY52" fmla="*/ 4627 h 19949"/>
                  <a:gd name="connsiteX53" fmla="*/ 2147170 w 2149214"/>
                  <a:gd name="connsiteY53" fmla="*/ 5784 h 19949"/>
                  <a:gd name="connsiteX54" fmla="*/ 2149161 w 2149214"/>
                  <a:gd name="connsiteY54" fmla="*/ 7443 h 19949"/>
                  <a:gd name="connsiteX55" fmla="*/ 2146195 w 2149214"/>
                  <a:gd name="connsiteY55" fmla="*/ 8556 h 19949"/>
                  <a:gd name="connsiteX56" fmla="*/ 2135791 w 2149214"/>
                  <a:gd name="connsiteY56" fmla="*/ 7377 h 19949"/>
                  <a:gd name="connsiteX57" fmla="*/ 2080439 w 2149214"/>
                  <a:gd name="connsiteY57" fmla="*/ 7377 h 19949"/>
                  <a:gd name="connsiteX58" fmla="*/ 1983716 w 2149214"/>
                  <a:gd name="connsiteY58" fmla="*/ 8971 h 19949"/>
                  <a:gd name="connsiteX59" fmla="*/ 1479292 w 2149214"/>
                  <a:gd name="connsiteY59" fmla="*/ 8491 h 19949"/>
                  <a:gd name="connsiteX60" fmla="*/ 1424022 w 2149214"/>
                  <a:gd name="connsiteY60" fmla="*/ 10826 h 19949"/>
                  <a:gd name="connsiteX61" fmla="*/ 1422925 w 2149214"/>
                  <a:gd name="connsiteY61" fmla="*/ 12376 h 19949"/>
                  <a:gd name="connsiteX62" fmla="*/ 1421420 w 2149214"/>
                  <a:gd name="connsiteY62" fmla="*/ 13183 h 19949"/>
                  <a:gd name="connsiteX63" fmla="*/ 1419226 w 2149214"/>
                  <a:gd name="connsiteY63" fmla="*/ 13030 h 19949"/>
                  <a:gd name="connsiteX64" fmla="*/ 1408294 w 2149214"/>
                  <a:gd name="connsiteY64" fmla="*/ 9189 h 19949"/>
                  <a:gd name="connsiteX65" fmla="*/ 1369889 w 2149214"/>
                  <a:gd name="connsiteY65" fmla="*/ 6788 h 19949"/>
                  <a:gd name="connsiteX66" fmla="*/ 1369199 w 2149214"/>
                  <a:gd name="connsiteY66" fmla="*/ 7115 h 19949"/>
                  <a:gd name="connsiteX67" fmla="*/ 1367329 w 2149214"/>
                  <a:gd name="connsiteY67" fmla="*/ 7443 h 19949"/>
                  <a:gd name="connsiteX68" fmla="*/ 1354040 w 2149214"/>
                  <a:gd name="connsiteY68" fmla="*/ 6701 h 19949"/>
                  <a:gd name="connsiteX69" fmla="*/ 1353430 w 2149214"/>
                  <a:gd name="connsiteY69" fmla="*/ 6592 h 19949"/>
                  <a:gd name="connsiteX70" fmla="*/ 1342010 w 2149214"/>
                  <a:gd name="connsiteY70" fmla="*/ 4147 h 19949"/>
                  <a:gd name="connsiteX71" fmla="*/ 1328721 w 2149214"/>
                  <a:gd name="connsiteY71" fmla="*/ 3296 h 19949"/>
                  <a:gd name="connsiteX72" fmla="*/ 775773 w 2149214"/>
                  <a:gd name="connsiteY72" fmla="*/ 2859 h 19949"/>
                  <a:gd name="connsiteX73" fmla="*/ 722372 w 2149214"/>
                  <a:gd name="connsiteY73" fmla="*/ 4518 h 19949"/>
                  <a:gd name="connsiteX74" fmla="*/ 686162 w 2149214"/>
                  <a:gd name="connsiteY74" fmla="*/ 6657 h 19949"/>
                  <a:gd name="connsiteX75" fmla="*/ 630404 w 2149214"/>
                  <a:gd name="connsiteY75" fmla="*/ 8250 h 19949"/>
                  <a:gd name="connsiteX76" fmla="*/ 574849 w 2149214"/>
                  <a:gd name="connsiteY76" fmla="*/ 10760 h 19949"/>
                  <a:gd name="connsiteX77" fmla="*/ 517709 w 2149214"/>
                  <a:gd name="connsiteY77" fmla="*/ 16239 h 19949"/>
                  <a:gd name="connsiteX78" fmla="*/ 507264 w 2149214"/>
                  <a:gd name="connsiteY78" fmla="*/ 18683 h 19949"/>
                  <a:gd name="connsiteX79" fmla="*/ 506574 w 2149214"/>
                  <a:gd name="connsiteY79" fmla="*/ 18793 h 19949"/>
                  <a:gd name="connsiteX80" fmla="*/ 498242 w 2149214"/>
                  <a:gd name="connsiteY80" fmla="*/ 19207 h 19949"/>
                  <a:gd name="connsiteX81" fmla="*/ 488123 w 2149214"/>
                  <a:gd name="connsiteY81" fmla="*/ 18989 h 19949"/>
                  <a:gd name="connsiteX82" fmla="*/ 473940 w 2149214"/>
                  <a:gd name="connsiteY82" fmla="*/ 18465 h 19949"/>
                  <a:gd name="connsiteX83" fmla="*/ 429602 w 2149214"/>
                  <a:gd name="connsiteY83" fmla="*/ 17658 h 19949"/>
                  <a:gd name="connsiteX84" fmla="*/ 417490 w 2149214"/>
                  <a:gd name="connsiteY84" fmla="*/ 17592 h 19949"/>
                  <a:gd name="connsiteX85" fmla="*/ 409362 w 2149214"/>
                  <a:gd name="connsiteY85" fmla="*/ 17330 h 19949"/>
                  <a:gd name="connsiteX86" fmla="*/ 392090 w 2149214"/>
                  <a:gd name="connsiteY86" fmla="*/ 18029 h 19949"/>
                  <a:gd name="connsiteX87" fmla="*/ 220143 w 2149214"/>
                  <a:gd name="connsiteY87" fmla="*/ 19949 h 19949"/>
                  <a:gd name="connsiteX88" fmla="*/ 220062 w 2149214"/>
                  <a:gd name="connsiteY88" fmla="*/ 19949 h 1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2149214" h="19949">
                    <a:moveTo>
                      <a:pt x="219981" y="19928"/>
                    </a:moveTo>
                    <a:lnTo>
                      <a:pt x="219370" y="19928"/>
                    </a:lnTo>
                    <a:cubicBezTo>
                      <a:pt x="219370" y="19928"/>
                      <a:pt x="218883" y="19818"/>
                      <a:pt x="218761" y="19818"/>
                    </a:cubicBezTo>
                    <a:lnTo>
                      <a:pt x="209943" y="17636"/>
                    </a:lnTo>
                    <a:lnTo>
                      <a:pt x="205879" y="17679"/>
                    </a:lnTo>
                    <a:lnTo>
                      <a:pt x="147154" y="17570"/>
                    </a:lnTo>
                    <a:lnTo>
                      <a:pt x="91802" y="16501"/>
                    </a:lnTo>
                    <a:lnTo>
                      <a:pt x="77903" y="15759"/>
                    </a:lnTo>
                    <a:lnTo>
                      <a:pt x="47057" y="17570"/>
                    </a:lnTo>
                    <a:lnTo>
                      <a:pt x="5889" y="17461"/>
                    </a:lnTo>
                    <a:cubicBezTo>
                      <a:pt x="5482" y="17461"/>
                      <a:pt x="5116" y="17418"/>
                      <a:pt x="4792" y="17308"/>
                    </a:cubicBezTo>
                    <a:lnTo>
                      <a:pt x="1418" y="16457"/>
                    </a:lnTo>
                    <a:cubicBezTo>
                      <a:pt x="240" y="16152"/>
                      <a:pt x="-369" y="15300"/>
                      <a:pt x="240" y="14602"/>
                    </a:cubicBezTo>
                    <a:cubicBezTo>
                      <a:pt x="850" y="13903"/>
                      <a:pt x="2434" y="13576"/>
                      <a:pt x="3613" y="13903"/>
                    </a:cubicBezTo>
                    <a:lnTo>
                      <a:pt x="6498" y="14646"/>
                    </a:lnTo>
                    <a:lnTo>
                      <a:pt x="46772" y="14755"/>
                    </a:lnTo>
                    <a:lnTo>
                      <a:pt x="77944" y="12943"/>
                    </a:lnTo>
                    <a:lnTo>
                      <a:pt x="92127" y="13685"/>
                    </a:lnTo>
                    <a:lnTo>
                      <a:pt x="147316" y="14755"/>
                    </a:lnTo>
                    <a:lnTo>
                      <a:pt x="205960" y="14864"/>
                    </a:lnTo>
                    <a:lnTo>
                      <a:pt x="210430" y="14820"/>
                    </a:lnTo>
                    <a:lnTo>
                      <a:pt x="210430" y="14820"/>
                    </a:lnTo>
                    <a:cubicBezTo>
                      <a:pt x="210430" y="14820"/>
                      <a:pt x="211040" y="14864"/>
                      <a:pt x="211202" y="14929"/>
                    </a:cubicBezTo>
                    <a:lnTo>
                      <a:pt x="220508" y="17156"/>
                    </a:lnTo>
                    <a:lnTo>
                      <a:pt x="391766" y="15191"/>
                    </a:lnTo>
                    <a:lnTo>
                      <a:pt x="409322" y="14493"/>
                    </a:lnTo>
                    <a:lnTo>
                      <a:pt x="417653" y="14755"/>
                    </a:lnTo>
                    <a:lnTo>
                      <a:pt x="435819" y="14864"/>
                    </a:lnTo>
                    <a:lnTo>
                      <a:pt x="477678" y="15671"/>
                    </a:lnTo>
                    <a:lnTo>
                      <a:pt x="498039" y="16370"/>
                    </a:lnTo>
                    <a:lnTo>
                      <a:pt x="505680" y="15999"/>
                    </a:lnTo>
                    <a:lnTo>
                      <a:pt x="516205" y="13489"/>
                    </a:lnTo>
                    <a:lnTo>
                      <a:pt x="574158" y="7945"/>
                    </a:lnTo>
                    <a:lnTo>
                      <a:pt x="629997" y="5435"/>
                    </a:lnTo>
                    <a:lnTo>
                      <a:pt x="685755" y="3841"/>
                    </a:lnTo>
                    <a:lnTo>
                      <a:pt x="721966" y="1702"/>
                    </a:lnTo>
                    <a:lnTo>
                      <a:pt x="775651" y="0"/>
                    </a:lnTo>
                    <a:lnTo>
                      <a:pt x="1329005" y="480"/>
                    </a:lnTo>
                    <a:lnTo>
                      <a:pt x="1342905" y="1331"/>
                    </a:lnTo>
                    <a:cubicBezTo>
                      <a:pt x="1342905" y="1331"/>
                      <a:pt x="1343392" y="1397"/>
                      <a:pt x="1343595" y="1397"/>
                    </a:cubicBezTo>
                    <a:lnTo>
                      <a:pt x="1354893" y="3907"/>
                    </a:lnTo>
                    <a:lnTo>
                      <a:pt x="1366678" y="4605"/>
                    </a:lnTo>
                    <a:lnTo>
                      <a:pt x="1367370" y="4234"/>
                    </a:lnTo>
                    <a:cubicBezTo>
                      <a:pt x="1367857" y="3972"/>
                      <a:pt x="1368548" y="3863"/>
                      <a:pt x="1369361" y="3907"/>
                    </a:cubicBezTo>
                    <a:lnTo>
                      <a:pt x="1409350" y="6417"/>
                    </a:lnTo>
                    <a:cubicBezTo>
                      <a:pt x="1409757" y="6461"/>
                      <a:pt x="1410163" y="6526"/>
                      <a:pt x="1410448" y="6635"/>
                    </a:cubicBezTo>
                    <a:lnTo>
                      <a:pt x="1419266" y="9735"/>
                    </a:lnTo>
                    <a:lnTo>
                      <a:pt x="1419755" y="8993"/>
                    </a:lnTo>
                    <a:cubicBezTo>
                      <a:pt x="1420039" y="8512"/>
                      <a:pt x="1420933" y="8141"/>
                      <a:pt x="1421949" y="8076"/>
                    </a:cubicBezTo>
                    <a:lnTo>
                      <a:pt x="1479008" y="5675"/>
                    </a:lnTo>
                    <a:lnTo>
                      <a:pt x="1983553" y="6155"/>
                    </a:lnTo>
                    <a:lnTo>
                      <a:pt x="2080277" y="4562"/>
                    </a:lnTo>
                    <a:lnTo>
                      <a:pt x="2136238" y="4627"/>
                    </a:lnTo>
                    <a:lnTo>
                      <a:pt x="2147170" y="5784"/>
                    </a:lnTo>
                    <a:cubicBezTo>
                      <a:pt x="2148552" y="5893"/>
                      <a:pt x="2149446" y="6701"/>
                      <a:pt x="2149161" y="7443"/>
                    </a:cubicBezTo>
                    <a:cubicBezTo>
                      <a:pt x="2148876" y="8185"/>
                      <a:pt x="2147577" y="8665"/>
                      <a:pt x="2146195" y="8556"/>
                    </a:cubicBezTo>
                    <a:lnTo>
                      <a:pt x="2135791" y="7377"/>
                    </a:lnTo>
                    <a:lnTo>
                      <a:pt x="2080439" y="7377"/>
                    </a:lnTo>
                    <a:lnTo>
                      <a:pt x="1983716" y="8971"/>
                    </a:lnTo>
                    <a:lnTo>
                      <a:pt x="1479292" y="8491"/>
                    </a:lnTo>
                    <a:lnTo>
                      <a:pt x="1424022" y="10826"/>
                    </a:lnTo>
                    <a:lnTo>
                      <a:pt x="1422925" y="12376"/>
                    </a:lnTo>
                    <a:cubicBezTo>
                      <a:pt x="1422721" y="12747"/>
                      <a:pt x="1422112" y="13074"/>
                      <a:pt x="1421420" y="13183"/>
                    </a:cubicBezTo>
                    <a:cubicBezTo>
                      <a:pt x="1420649" y="13336"/>
                      <a:pt x="1419836" y="13292"/>
                      <a:pt x="1419226" y="13030"/>
                    </a:cubicBezTo>
                    <a:lnTo>
                      <a:pt x="1408294" y="9189"/>
                    </a:lnTo>
                    <a:lnTo>
                      <a:pt x="1369889" y="6788"/>
                    </a:lnTo>
                    <a:lnTo>
                      <a:pt x="1369199" y="7115"/>
                    </a:lnTo>
                    <a:cubicBezTo>
                      <a:pt x="1368710" y="7377"/>
                      <a:pt x="1368020" y="7487"/>
                      <a:pt x="1367329" y="7443"/>
                    </a:cubicBezTo>
                    <a:lnTo>
                      <a:pt x="1354040" y="6701"/>
                    </a:lnTo>
                    <a:cubicBezTo>
                      <a:pt x="1354040" y="6701"/>
                      <a:pt x="1353633" y="6657"/>
                      <a:pt x="1353430" y="6592"/>
                    </a:cubicBezTo>
                    <a:lnTo>
                      <a:pt x="1342010" y="4147"/>
                    </a:lnTo>
                    <a:lnTo>
                      <a:pt x="1328721" y="3296"/>
                    </a:lnTo>
                    <a:lnTo>
                      <a:pt x="775773" y="2859"/>
                    </a:lnTo>
                    <a:lnTo>
                      <a:pt x="722372" y="4518"/>
                    </a:lnTo>
                    <a:lnTo>
                      <a:pt x="686162" y="6657"/>
                    </a:lnTo>
                    <a:lnTo>
                      <a:pt x="630404" y="8250"/>
                    </a:lnTo>
                    <a:lnTo>
                      <a:pt x="574849" y="10760"/>
                    </a:lnTo>
                    <a:lnTo>
                      <a:pt x="517709" y="16239"/>
                    </a:lnTo>
                    <a:lnTo>
                      <a:pt x="507264" y="18683"/>
                    </a:lnTo>
                    <a:cubicBezTo>
                      <a:pt x="507264" y="18683"/>
                      <a:pt x="506777" y="18793"/>
                      <a:pt x="506574" y="18793"/>
                    </a:cubicBezTo>
                    <a:lnTo>
                      <a:pt x="498242" y="19207"/>
                    </a:lnTo>
                    <a:lnTo>
                      <a:pt x="488123" y="18989"/>
                    </a:lnTo>
                    <a:lnTo>
                      <a:pt x="473940" y="18465"/>
                    </a:lnTo>
                    <a:lnTo>
                      <a:pt x="429602" y="17658"/>
                    </a:lnTo>
                    <a:lnTo>
                      <a:pt x="417490" y="17592"/>
                    </a:lnTo>
                    <a:lnTo>
                      <a:pt x="409362" y="17330"/>
                    </a:lnTo>
                    <a:lnTo>
                      <a:pt x="392090" y="18029"/>
                    </a:lnTo>
                    <a:lnTo>
                      <a:pt x="220143" y="19949"/>
                    </a:lnTo>
                    <a:lnTo>
                      <a:pt x="220062" y="1994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1" name="Freeform: Shape 840">
                <a:extLst>
                  <a:ext uri="{FF2B5EF4-FFF2-40B4-BE49-F238E27FC236}">
                    <a16:creationId xmlns:a16="http://schemas.microsoft.com/office/drawing/2014/main" id="{232EF193-D139-462F-90B7-741E63B6F1C2}"/>
                  </a:ext>
                </a:extLst>
              </p:cNvPr>
              <p:cNvSpPr/>
              <p:nvPr/>
            </p:nvSpPr>
            <p:spPr>
              <a:xfrm>
                <a:off x="11080723" y="5701282"/>
                <a:ext cx="59710" cy="217626"/>
              </a:xfrm>
              <a:custGeom>
                <a:avLst/>
                <a:gdLst>
                  <a:gd name="connsiteX0" fmla="*/ 57157 w 59710"/>
                  <a:gd name="connsiteY0" fmla="*/ 217605 h 217626"/>
                  <a:gd name="connsiteX1" fmla="*/ 54759 w 59710"/>
                  <a:gd name="connsiteY1" fmla="*/ 216688 h 217626"/>
                  <a:gd name="connsiteX2" fmla="*/ 41754 w 59710"/>
                  <a:gd name="connsiteY2" fmla="*/ 199379 h 217626"/>
                  <a:gd name="connsiteX3" fmla="*/ 33423 w 59710"/>
                  <a:gd name="connsiteY3" fmla="*/ 178382 h 217626"/>
                  <a:gd name="connsiteX4" fmla="*/ 32325 w 59710"/>
                  <a:gd name="connsiteY4" fmla="*/ 149724 h 217626"/>
                  <a:gd name="connsiteX5" fmla="*/ 36105 w 59710"/>
                  <a:gd name="connsiteY5" fmla="*/ 116570 h 217626"/>
                  <a:gd name="connsiteX6" fmla="*/ 41469 w 59710"/>
                  <a:gd name="connsiteY6" fmla="*/ 82105 h 217626"/>
                  <a:gd name="connsiteX7" fmla="*/ 43542 w 59710"/>
                  <a:gd name="connsiteY7" fmla="*/ 53273 h 217626"/>
                  <a:gd name="connsiteX8" fmla="*/ 38787 w 59710"/>
                  <a:gd name="connsiteY8" fmla="*/ 29831 h 217626"/>
                  <a:gd name="connsiteX9" fmla="*/ 26107 w 59710"/>
                  <a:gd name="connsiteY9" fmla="*/ 9750 h 217626"/>
                  <a:gd name="connsiteX10" fmla="*/ 24035 w 59710"/>
                  <a:gd name="connsiteY10" fmla="*/ 7197 h 217626"/>
                  <a:gd name="connsiteX11" fmla="*/ 16110 w 59710"/>
                  <a:gd name="connsiteY11" fmla="*/ 5603 h 217626"/>
                  <a:gd name="connsiteX12" fmla="*/ 5909 w 59710"/>
                  <a:gd name="connsiteY12" fmla="*/ 3835 h 217626"/>
                  <a:gd name="connsiteX13" fmla="*/ 1438 w 59710"/>
                  <a:gd name="connsiteY13" fmla="*/ 2657 h 217626"/>
                  <a:gd name="connsiteX14" fmla="*/ 261 w 59710"/>
                  <a:gd name="connsiteY14" fmla="*/ 802 h 217626"/>
                  <a:gd name="connsiteX15" fmla="*/ 3715 w 59710"/>
                  <a:gd name="connsiteY15" fmla="*/ 169 h 217626"/>
                  <a:gd name="connsiteX16" fmla="*/ 7779 w 59710"/>
                  <a:gd name="connsiteY16" fmla="*/ 1238 h 217626"/>
                  <a:gd name="connsiteX17" fmla="*/ 17694 w 59710"/>
                  <a:gd name="connsiteY17" fmla="*/ 2941 h 217626"/>
                  <a:gd name="connsiteX18" fmla="*/ 26838 w 59710"/>
                  <a:gd name="connsiteY18" fmla="*/ 4752 h 217626"/>
                  <a:gd name="connsiteX19" fmla="*/ 28221 w 59710"/>
                  <a:gd name="connsiteY19" fmla="*/ 5494 h 217626"/>
                  <a:gd name="connsiteX20" fmla="*/ 30902 w 59710"/>
                  <a:gd name="connsiteY20" fmla="*/ 8681 h 217626"/>
                  <a:gd name="connsiteX21" fmla="*/ 43786 w 59710"/>
                  <a:gd name="connsiteY21" fmla="*/ 29242 h 217626"/>
                  <a:gd name="connsiteX22" fmla="*/ 48663 w 59710"/>
                  <a:gd name="connsiteY22" fmla="*/ 53163 h 217626"/>
                  <a:gd name="connsiteX23" fmla="*/ 46590 w 59710"/>
                  <a:gd name="connsiteY23" fmla="*/ 82258 h 217626"/>
                  <a:gd name="connsiteX24" fmla="*/ 41225 w 59710"/>
                  <a:gd name="connsiteY24" fmla="*/ 116788 h 217626"/>
                  <a:gd name="connsiteX25" fmla="*/ 37446 w 59710"/>
                  <a:gd name="connsiteY25" fmla="*/ 149768 h 217626"/>
                  <a:gd name="connsiteX26" fmla="*/ 38421 w 59710"/>
                  <a:gd name="connsiteY26" fmla="*/ 178077 h 217626"/>
                  <a:gd name="connsiteX27" fmla="*/ 46671 w 59710"/>
                  <a:gd name="connsiteY27" fmla="*/ 198550 h 217626"/>
                  <a:gd name="connsiteX28" fmla="*/ 59473 w 59710"/>
                  <a:gd name="connsiteY28" fmla="*/ 215662 h 217626"/>
                  <a:gd name="connsiteX29" fmla="*/ 58173 w 59710"/>
                  <a:gd name="connsiteY29" fmla="*/ 217474 h 217626"/>
                  <a:gd name="connsiteX30" fmla="*/ 57196 w 59710"/>
                  <a:gd name="connsiteY30" fmla="*/ 217626 h 217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9710" h="217626">
                    <a:moveTo>
                      <a:pt x="57157" y="217605"/>
                    </a:moveTo>
                    <a:cubicBezTo>
                      <a:pt x="56141" y="217605"/>
                      <a:pt x="55164" y="217234"/>
                      <a:pt x="54759" y="216688"/>
                    </a:cubicBezTo>
                    <a:lnTo>
                      <a:pt x="41754" y="199379"/>
                    </a:lnTo>
                    <a:lnTo>
                      <a:pt x="33423" y="178382"/>
                    </a:lnTo>
                    <a:lnTo>
                      <a:pt x="32325" y="149724"/>
                    </a:lnTo>
                    <a:lnTo>
                      <a:pt x="36105" y="116570"/>
                    </a:lnTo>
                    <a:lnTo>
                      <a:pt x="41469" y="82105"/>
                    </a:lnTo>
                    <a:lnTo>
                      <a:pt x="43542" y="53273"/>
                    </a:lnTo>
                    <a:lnTo>
                      <a:pt x="38787" y="29831"/>
                    </a:lnTo>
                    <a:lnTo>
                      <a:pt x="26107" y="9750"/>
                    </a:lnTo>
                    <a:lnTo>
                      <a:pt x="24035" y="7197"/>
                    </a:lnTo>
                    <a:lnTo>
                      <a:pt x="16110" y="5603"/>
                    </a:lnTo>
                    <a:lnTo>
                      <a:pt x="5909" y="3835"/>
                    </a:lnTo>
                    <a:lnTo>
                      <a:pt x="1438" y="2657"/>
                    </a:lnTo>
                    <a:cubicBezTo>
                      <a:pt x="139" y="2286"/>
                      <a:pt x="-349" y="1500"/>
                      <a:pt x="261" y="802"/>
                    </a:cubicBezTo>
                    <a:cubicBezTo>
                      <a:pt x="951" y="103"/>
                      <a:pt x="2414" y="-224"/>
                      <a:pt x="3715" y="169"/>
                    </a:cubicBezTo>
                    <a:lnTo>
                      <a:pt x="7779" y="1238"/>
                    </a:lnTo>
                    <a:lnTo>
                      <a:pt x="17694" y="2941"/>
                    </a:lnTo>
                    <a:lnTo>
                      <a:pt x="26838" y="4752"/>
                    </a:lnTo>
                    <a:cubicBezTo>
                      <a:pt x="27449" y="4861"/>
                      <a:pt x="27936" y="5123"/>
                      <a:pt x="28221" y="5494"/>
                    </a:cubicBezTo>
                    <a:lnTo>
                      <a:pt x="30902" y="8681"/>
                    </a:lnTo>
                    <a:lnTo>
                      <a:pt x="43786" y="29242"/>
                    </a:lnTo>
                    <a:lnTo>
                      <a:pt x="48663" y="53163"/>
                    </a:lnTo>
                    <a:lnTo>
                      <a:pt x="46590" y="82258"/>
                    </a:lnTo>
                    <a:lnTo>
                      <a:pt x="41225" y="116788"/>
                    </a:lnTo>
                    <a:lnTo>
                      <a:pt x="37446" y="149768"/>
                    </a:lnTo>
                    <a:lnTo>
                      <a:pt x="38421" y="178077"/>
                    </a:lnTo>
                    <a:lnTo>
                      <a:pt x="46671" y="198550"/>
                    </a:lnTo>
                    <a:lnTo>
                      <a:pt x="59473" y="215662"/>
                    </a:lnTo>
                    <a:cubicBezTo>
                      <a:pt x="60083" y="216360"/>
                      <a:pt x="59473" y="217212"/>
                      <a:pt x="58173" y="217474"/>
                    </a:cubicBezTo>
                    <a:cubicBezTo>
                      <a:pt x="57766" y="217583"/>
                      <a:pt x="57481" y="217626"/>
                      <a:pt x="57196" y="21762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2" name="Freeform: Shape 841">
                <a:extLst>
                  <a:ext uri="{FF2B5EF4-FFF2-40B4-BE49-F238E27FC236}">
                    <a16:creationId xmlns:a16="http://schemas.microsoft.com/office/drawing/2014/main" id="{DFB5E960-E76D-4B5B-8E28-998E99368F26}"/>
                  </a:ext>
                </a:extLst>
              </p:cNvPr>
              <p:cNvSpPr/>
              <p:nvPr/>
            </p:nvSpPr>
            <p:spPr>
              <a:xfrm>
                <a:off x="5088199" y="6060628"/>
                <a:ext cx="3059876" cy="13226"/>
              </a:xfrm>
              <a:custGeom>
                <a:avLst/>
                <a:gdLst>
                  <a:gd name="connsiteX0" fmla="*/ 27726 w 3059876"/>
                  <a:gd name="connsiteY0" fmla="*/ 13205 h 13226"/>
                  <a:gd name="connsiteX1" fmla="*/ 27483 w 3059876"/>
                  <a:gd name="connsiteY1" fmla="*/ 13205 h 13226"/>
                  <a:gd name="connsiteX2" fmla="*/ 2326 w 3059876"/>
                  <a:gd name="connsiteY2" fmla="*/ 11874 h 13226"/>
                  <a:gd name="connsiteX3" fmla="*/ 10 w 3059876"/>
                  <a:gd name="connsiteY3" fmla="*/ 10324 h 13226"/>
                  <a:gd name="connsiteX4" fmla="*/ 2773 w 3059876"/>
                  <a:gd name="connsiteY4" fmla="*/ 9102 h 13226"/>
                  <a:gd name="connsiteX5" fmla="*/ 26589 w 3059876"/>
                  <a:gd name="connsiteY5" fmla="*/ 10324 h 13226"/>
                  <a:gd name="connsiteX6" fmla="*/ 33132 w 3059876"/>
                  <a:gd name="connsiteY6" fmla="*/ 5588 h 13226"/>
                  <a:gd name="connsiteX7" fmla="*/ 35164 w 3059876"/>
                  <a:gd name="connsiteY7" fmla="*/ 4998 h 13226"/>
                  <a:gd name="connsiteX8" fmla="*/ 35164 w 3059876"/>
                  <a:gd name="connsiteY8" fmla="*/ 4998 h 13226"/>
                  <a:gd name="connsiteX9" fmla="*/ 228854 w 3059876"/>
                  <a:gd name="connsiteY9" fmla="*/ 5326 h 13226"/>
                  <a:gd name="connsiteX10" fmla="*/ 234218 w 3059876"/>
                  <a:gd name="connsiteY10" fmla="*/ 633 h 13226"/>
                  <a:gd name="connsiteX11" fmla="*/ 236332 w 3059876"/>
                  <a:gd name="connsiteY11" fmla="*/ 0 h 13226"/>
                  <a:gd name="connsiteX12" fmla="*/ 236332 w 3059876"/>
                  <a:gd name="connsiteY12" fmla="*/ 0 h 13226"/>
                  <a:gd name="connsiteX13" fmla="*/ 3057276 w 3059876"/>
                  <a:gd name="connsiteY13" fmla="*/ 4322 h 13226"/>
                  <a:gd name="connsiteX14" fmla="*/ 3059877 w 3059876"/>
                  <a:gd name="connsiteY14" fmla="*/ 5762 h 13226"/>
                  <a:gd name="connsiteX15" fmla="*/ 3057276 w 3059876"/>
                  <a:gd name="connsiteY15" fmla="*/ 7159 h 13226"/>
                  <a:gd name="connsiteX16" fmla="*/ 3057276 w 3059876"/>
                  <a:gd name="connsiteY16" fmla="*/ 7159 h 13226"/>
                  <a:gd name="connsiteX17" fmla="*/ 237713 w 3059876"/>
                  <a:gd name="connsiteY17" fmla="*/ 2837 h 13226"/>
                  <a:gd name="connsiteX18" fmla="*/ 232349 w 3059876"/>
                  <a:gd name="connsiteY18" fmla="*/ 7530 h 13226"/>
                  <a:gd name="connsiteX19" fmla="*/ 230236 w 3059876"/>
                  <a:gd name="connsiteY19" fmla="*/ 8185 h 13226"/>
                  <a:gd name="connsiteX20" fmla="*/ 230236 w 3059876"/>
                  <a:gd name="connsiteY20" fmla="*/ 8185 h 13226"/>
                  <a:gd name="connsiteX21" fmla="*/ 36423 w 3059876"/>
                  <a:gd name="connsiteY21" fmla="*/ 7858 h 13226"/>
                  <a:gd name="connsiteX22" fmla="*/ 29758 w 3059876"/>
                  <a:gd name="connsiteY22" fmla="*/ 12703 h 13226"/>
                  <a:gd name="connsiteX23" fmla="*/ 27726 w 3059876"/>
                  <a:gd name="connsiteY23" fmla="*/ 13227 h 13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59876" h="13226">
                    <a:moveTo>
                      <a:pt x="27726" y="13205"/>
                    </a:moveTo>
                    <a:lnTo>
                      <a:pt x="27483" y="13205"/>
                    </a:lnTo>
                    <a:lnTo>
                      <a:pt x="2326" y="11874"/>
                    </a:lnTo>
                    <a:cubicBezTo>
                      <a:pt x="904" y="11830"/>
                      <a:pt x="-112" y="11131"/>
                      <a:pt x="10" y="10324"/>
                    </a:cubicBezTo>
                    <a:cubicBezTo>
                      <a:pt x="173" y="9582"/>
                      <a:pt x="1392" y="9058"/>
                      <a:pt x="2773" y="9102"/>
                    </a:cubicBezTo>
                    <a:lnTo>
                      <a:pt x="26589" y="10324"/>
                    </a:lnTo>
                    <a:lnTo>
                      <a:pt x="33132" y="5588"/>
                    </a:lnTo>
                    <a:cubicBezTo>
                      <a:pt x="33619" y="5217"/>
                      <a:pt x="34351" y="4998"/>
                      <a:pt x="35164" y="4998"/>
                    </a:cubicBezTo>
                    <a:lnTo>
                      <a:pt x="35164" y="4998"/>
                    </a:lnTo>
                    <a:lnTo>
                      <a:pt x="228854" y="5326"/>
                    </a:lnTo>
                    <a:lnTo>
                      <a:pt x="234218" y="633"/>
                    </a:lnTo>
                    <a:cubicBezTo>
                      <a:pt x="234665" y="262"/>
                      <a:pt x="235437" y="0"/>
                      <a:pt x="236332" y="0"/>
                    </a:cubicBezTo>
                    <a:lnTo>
                      <a:pt x="236332" y="0"/>
                    </a:lnTo>
                    <a:lnTo>
                      <a:pt x="3057276" y="4322"/>
                    </a:lnTo>
                    <a:cubicBezTo>
                      <a:pt x="3058780" y="4322"/>
                      <a:pt x="3059877" y="4955"/>
                      <a:pt x="3059877" y="5762"/>
                    </a:cubicBezTo>
                    <a:cubicBezTo>
                      <a:pt x="3059877" y="6570"/>
                      <a:pt x="3058780" y="7159"/>
                      <a:pt x="3057276" y="7159"/>
                    </a:cubicBezTo>
                    <a:lnTo>
                      <a:pt x="3057276" y="7159"/>
                    </a:lnTo>
                    <a:lnTo>
                      <a:pt x="237713" y="2837"/>
                    </a:lnTo>
                    <a:lnTo>
                      <a:pt x="232349" y="7530"/>
                    </a:lnTo>
                    <a:cubicBezTo>
                      <a:pt x="231902" y="7901"/>
                      <a:pt x="231048" y="8185"/>
                      <a:pt x="230236" y="8185"/>
                    </a:cubicBezTo>
                    <a:lnTo>
                      <a:pt x="230236" y="8185"/>
                    </a:lnTo>
                    <a:lnTo>
                      <a:pt x="36423" y="7858"/>
                    </a:lnTo>
                    <a:lnTo>
                      <a:pt x="29758" y="12703"/>
                    </a:lnTo>
                    <a:cubicBezTo>
                      <a:pt x="29271" y="13009"/>
                      <a:pt x="28539" y="13227"/>
                      <a:pt x="27726" y="1322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3" name="Freeform: Shape 842">
                <a:extLst>
                  <a:ext uri="{FF2B5EF4-FFF2-40B4-BE49-F238E27FC236}">
                    <a16:creationId xmlns:a16="http://schemas.microsoft.com/office/drawing/2014/main" id="{7518763C-EC2A-429B-B8B9-8BB11E0D8716}"/>
                  </a:ext>
                </a:extLst>
              </p:cNvPr>
              <p:cNvSpPr/>
              <p:nvPr/>
            </p:nvSpPr>
            <p:spPr>
              <a:xfrm>
                <a:off x="7511450" y="6633837"/>
                <a:ext cx="1968625" cy="9079"/>
              </a:xfrm>
              <a:custGeom>
                <a:avLst/>
                <a:gdLst>
                  <a:gd name="connsiteX0" fmla="*/ 1966123 w 1968625"/>
                  <a:gd name="connsiteY0" fmla="*/ 9058 h 9079"/>
                  <a:gd name="connsiteX1" fmla="*/ 1965838 w 1968625"/>
                  <a:gd name="connsiteY1" fmla="*/ 9058 h 9079"/>
                  <a:gd name="connsiteX2" fmla="*/ 1939137 w 1968625"/>
                  <a:gd name="connsiteY2" fmla="*/ 7574 h 9079"/>
                  <a:gd name="connsiteX3" fmla="*/ 1932391 w 1968625"/>
                  <a:gd name="connsiteY3" fmla="*/ 7508 h 9079"/>
                  <a:gd name="connsiteX4" fmla="*/ 1774017 w 1968625"/>
                  <a:gd name="connsiteY4" fmla="*/ 6177 h 9079"/>
                  <a:gd name="connsiteX5" fmla="*/ 1606824 w 1968625"/>
                  <a:gd name="connsiteY5" fmla="*/ 4474 h 9079"/>
                  <a:gd name="connsiteX6" fmla="*/ 1439713 w 1968625"/>
                  <a:gd name="connsiteY6" fmla="*/ 3034 h 9079"/>
                  <a:gd name="connsiteX7" fmla="*/ 1272845 w 1968625"/>
                  <a:gd name="connsiteY7" fmla="*/ 2816 h 9079"/>
                  <a:gd name="connsiteX8" fmla="*/ 1106058 w 1968625"/>
                  <a:gd name="connsiteY8" fmla="*/ 3034 h 9079"/>
                  <a:gd name="connsiteX9" fmla="*/ 939475 w 1968625"/>
                  <a:gd name="connsiteY9" fmla="*/ 5064 h 9079"/>
                  <a:gd name="connsiteX10" fmla="*/ 772891 w 1968625"/>
                  <a:gd name="connsiteY10" fmla="*/ 7421 h 9079"/>
                  <a:gd name="connsiteX11" fmla="*/ 606308 w 1968625"/>
                  <a:gd name="connsiteY11" fmla="*/ 6941 h 9079"/>
                  <a:gd name="connsiteX12" fmla="*/ 439806 w 1968625"/>
                  <a:gd name="connsiteY12" fmla="*/ 5129 h 9079"/>
                  <a:gd name="connsiteX13" fmla="*/ 273507 w 1968625"/>
                  <a:gd name="connsiteY13" fmla="*/ 5348 h 9079"/>
                  <a:gd name="connsiteX14" fmla="*/ 107330 w 1968625"/>
                  <a:gd name="connsiteY14" fmla="*/ 6351 h 9079"/>
                  <a:gd name="connsiteX15" fmla="*/ 2479 w 1968625"/>
                  <a:gd name="connsiteY15" fmla="*/ 6351 h 9079"/>
                  <a:gd name="connsiteX16" fmla="*/ 0 w 1968625"/>
                  <a:gd name="connsiteY16" fmla="*/ 4911 h 9079"/>
                  <a:gd name="connsiteX17" fmla="*/ 2479 w 1968625"/>
                  <a:gd name="connsiteY17" fmla="*/ 3514 h 9079"/>
                  <a:gd name="connsiteX18" fmla="*/ 107330 w 1968625"/>
                  <a:gd name="connsiteY18" fmla="*/ 3514 h 9079"/>
                  <a:gd name="connsiteX19" fmla="*/ 273507 w 1968625"/>
                  <a:gd name="connsiteY19" fmla="*/ 2554 h 9079"/>
                  <a:gd name="connsiteX20" fmla="*/ 439806 w 1968625"/>
                  <a:gd name="connsiteY20" fmla="*/ 2292 h 9079"/>
                  <a:gd name="connsiteX21" fmla="*/ 606308 w 1968625"/>
                  <a:gd name="connsiteY21" fmla="*/ 4103 h 9079"/>
                  <a:gd name="connsiteX22" fmla="*/ 772810 w 1968625"/>
                  <a:gd name="connsiteY22" fmla="*/ 4584 h 9079"/>
                  <a:gd name="connsiteX23" fmla="*/ 939393 w 1968625"/>
                  <a:gd name="connsiteY23" fmla="*/ 2248 h 9079"/>
                  <a:gd name="connsiteX24" fmla="*/ 1105977 w 1968625"/>
                  <a:gd name="connsiteY24" fmla="*/ 218 h 9079"/>
                  <a:gd name="connsiteX25" fmla="*/ 1272885 w 1968625"/>
                  <a:gd name="connsiteY25" fmla="*/ 0 h 9079"/>
                  <a:gd name="connsiteX26" fmla="*/ 1439875 w 1968625"/>
                  <a:gd name="connsiteY26" fmla="*/ 218 h 9079"/>
                  <a:gd name="connsiteX27" fmla="*/ 1606946 w 1968625"/>
                  <a:gd name="connsiteY27" fmla="*/ 1659 h 9079"/>
                  <a:gd name="connsiteX28" fmla="*/ 1774139 w 1968625"/>
                  <a:gd name="connsiteY28" fmla="*/ 3361 h 9079"/>
                  <a:gd name="connsiteX29" fmla="*/ 1939422 w 1968625"/>
                  <a:gd name="connsiteY29" fmla="*/ 4802 h 9079"/>
                  <a:gd name="connsiteX30" fmla="*/ 1966325 w 1968625"/>
                  <a:gd name="connsiteY30" fmla="*/ 6242 h 9079"/>
                  <a:gd name="connsiteX31" fmla="*/ 1968601 w 1968625"/>
                  <a:gd name="connsiteY31" fmla="*/ 7792 h 9079"/>
                  <a:gd name="connsiteX32" fmla="*/ 1966123 w 1968625"/>
                  <a:gd name="connsiteY32" fmla="*/ 9080 h 9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68625" h="9079">
                    <a:moveTo>
                      <a:pt x="1966123" y="9058"/>
                    </a:moveTo>
                    <a:lnTo>
                      <a:pt x="1965838" y="9058"/>
                    </a:lnTo>
                    <a:lnTo>
                      <a:pt x="1939137" y="7574"/>
                    </a:lnTo>
                    <a:lnTo>
                      <a:pt x="1932391" y="7508"/>
                    </a:lnTo>
                    <a:lnTo>
                      <a:pt x="1774017" y="6177"/>
                    </a:lnTo>
                    <a:lnTo>
                      <a:pt x="1606824" y="4474"/>
                    </a:lnTo>
                    <a:lnTo>
                      <a:pt x="1439713" y="3034"/>
                    </a:lnTo>
                    <a:lnTo>
                      <a:pt x="1272845" y="2816"/>
                    </a:lnTo>
                    <a:lnTo>
                      <a:pt x="1106058" y="3034"/>
                    </a:lnTo>
                    <a:lnTo>
                      <a:pt x="939475" y="5064"/>
                    </a:lnTo>
                    <a:lnTo>
                      <a:pt x="772891" y="7421"/>
                    </a:lnTo>
                    <a:lnTo>
                      <a:pt x="606308" y="6941"/>
                    </a:lnTo>
                    <a:lnTo>
                      <a:pt x="439806" y="5129"/>
                    </a:lnTo>
                    <a:lnTo>
                      <a:pt x="273507" y="5348"/>
                    </a:lnTo>
                    <a:lnTo>
                      <a:pt x="107330" y="6351"/>
                    </a:lnTo>
                    <a:lnTo>
                      <a:pt x="2479" y="6351"/>
                    </a:lnTo>
                    <a:cubicBezTo>
                      <a:pt x="1097" y="6351"/>
                      <a:pt x="0" y="5719"/>
                      <a:pt x="0" y="4911"/>
                    </a:cubicBezTo>
                    <a:cubicBezTo>
                      <a:pt x="0" y="4169"/>
                      <a:pt x="1097" y="3514"/>
                      <a:pt x="2479" y="3514"/>
                    </a:cubicBezTo>
                    <a:lnTo>
                      <a:pt x="107330" y="3514"/>
                    </a:lnTo>
                    <a:lnTo>
                      <a:pt x="273507" y="2554"/>
                    </a:lnTo>
                    <a:lnTo>
                      <a:pt x="439806" y="2292"/>
                    </a:lnTo>
                    <a:lnTo>
                      <a:pt x="606308" y="4103"/>
                    </a:lnTo>
                    <a:lnTo>
                      <a:pt x="772810" y="4584"/>
                    </a:lnTo>
                    <a:lnTo>
                      <a:pt x="939393" y="2248"/>
                    </a:lnTo>
                    <a:lnTo>
                      <a:pt x="1105977" y="218"/>
                    </a:lnTo>
                    <a:lnTo>
                      <a:pt x="1272885" y="0"/>
                    </a:lnTo>
                    <a:lnTo>
                      <a:pt x="1439875" y="218"/>
                    </a:lnTo>
                    <a:lnTo>
                      <a:pt x="1606946" y="1659"/>
                    </a:lnTo>
                    <a:lnTo>
                      <a:pt x="1774139" y="3361"/>
                    </a:lnTo>
                    <a:lnTo>
                      <a:pt x="1939422" y="4802"/>
                    </a:lnTo>
                    <a:lnTo>
                      <a:pt x="1966325" y="6242"/>
                    </a:lnTo>
                    <a:cubicBezTo>
                      <a:pt x="1967707" y="6351"/>
                      <a:pt x="1968805" y="7028"/>
                      <a:pt x="1968601" y="7792"/>
                    </a:cubicBezTo>
                    <a:cubicBezTo>
                      <a:pt x="1968479" y="8534"/>
                      <a:pt x="1967423" y="9080"/>
                      <a:pt x="1966123" y="908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4" name="Freeform: Shape 843">
                <a:extLst>
                  <a:ext uri="{FF2B5EF4-FFF2-40B4-BE49-F238E27FC236}">
                    <a16:creationId xmlns:a16="http://schemas.microsoft.com/office/drawing/2014/main" id="{15384FC3-7874-45CD-A1C7-06EABD595809}"/>
                  </a:ext>
                </a:extLst>
              </p:cNvPr>
              <p:cNvSpPr/>
              <p:nvPr/>
            </p:nvSpPr>
            <p:spPr>
              <a:xfrm>
                <a:off x="10725698" y="5692524"/>
                <a:ext cx="87560" cy="32150"/>
              </a:xfrm>
              <a:custGeom>
                <a:avLst/>
                <a:gdLst>
                  <a:gd name="connsiteX0" fmla="*/ 85069 w 87560"/>
                  <a:gd name="connsiteY0" fmla="*/ 32129 h 32150"/>
                  <a:gd name="connsiteX1" fmla="*/ 82875 w 87560"/>
                  <a:gd name="connsiteY1" fmla="*/ 31387 h 32150"/>
                  <a:gd name="connsiteX2" fmla="*/ 66213 w 87560"/>
                  <a:gd name="connsiteY2" fmla="*/ 15606 h 32150"/>
                  <a:gd name="connsiteX3" fmla="*/ 42397 w 87560"/>
                  <a:gd name="connsiteY3" fmla="*/ 7399 h 32150"/>
                  <a:gd name="connsiteX4" fmla="*/ 19273 w 87560"/>
                  <a:gd name="connsiteY4" fmla="*/ 2968 h 32150"/>
                  <a:gd name="connsiteX5" fmla="*/ 17282 w 87560"/>
                  <a:gd name="connsiteY5" fmla="*/ 2816 h 32150"/>
                  <a:gd name="connsiteX6" fmla="*/ 2895 w 87560"/>
                  <a:gd name="connsiteY6" fmla="*/ 3732 h 32150"/>
                  <a:gd name="connsiteX7" fmla="*/ 10 w 87560"/>
                  <a:gd name="connsiteY7" fmla="*/ 2510 h 32150"/>
                  <a:gd name="connsiteX8" fmla="*/ 2286 w 87560"/>
                  <a:gd name="connsiteY8" fmla="*/ 960 h 32150"/>
                  <a:gd name="connsiteX9" fmla="*/ 16997 w 87560"/>
                  <a:gd name="connsiteY9" fmla="*/ 0 h 32150"/>
                  <a:gd name="connsiteX10" fmla="*/ 17770 w 87560"/>
                  <a:gd name="connsiteY10" fmla="*/ 0 h 32150"/>
                  <a:gd name="connsiteX11" fmla="*/ 20452 w 87560"/>
                  <a:gd name="connsiteY11" fmla="*/ 262 h 32150"/>
                  <a:gd name="connsiteX12" fmla="*/ 44551 w 87560"/>
                  <a:gd name="connsiteY12" fmla="*/ 4845 h 32150"/>
                  <a:gd name="connsiteX13" fmla="*/ 69383 w 87560"/>
                  <a:gd name="connsiteY13" fmla="*/ 13423 h 32150"/>
                  <a:gd name="connsiteX14" fmla="*/ 70277 w 87560"/>
                  <a:gd name="connsiteY14" fmla="*/ 13904 h 32150"/>
                  <a:gd name="connsiteX15" fmla="*/ 87223 w 87560"/>
                  <a:gd name="connsiteY15" fmla="*/ 30012 h 32150"/>
                  <a:gd name="connsiteX16" fmla="*/ 86329 w 87560"/>
                  <a:gd name="connsiteY16" fmla="*/ 31932 h 32150"/>
                  <a:gd name="connsiteX17" fmla="*/ 85029 w 87560"/>
                  <a:gd name="connsiteY17" fmla="*/ 32150 h 3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560" h="32150">
                    <a:moveTo>
                      <a:pt x="85069" y="32129"/>
                    </a:moveTo>
                    <a:cubicBezTo>
                      <a:pt x="84175" y="32129"/>
                      <a:pt x="83363" y="31867"/>
                      <a:pt x="82875" y="31387"/>
                    </a:cubicBezTo>
                    <a:lnTo>
                      <a:pt x="66213" y="15606"/>
                    </a:lnTo>
                    <a:lnTo>
                      <a:pt x="42397" y="7399"/>
                    </a:lnTo>
                    <a:lnTo>
                      <a:pt x="19273" y="2968"/>
                    </a:lnTo>
                    <a:lnTo>
                      <a:pt x="17282" y="2816"/>
                    </a:lnTo>
                    <a:lnTo>
                      <a:pt x="2895" y="3732"/>
                    </a:lnTo>
                    <a:cubicBezTo>
                      <a:pt x="1311" y="3841"/>
                      <a:pt x="213" y="3318"/>
                      <a:pt x="10" y="2510"/>
                    </a:cubicBezTo>
                    <a:cubicBezTo>
                      <a:pt x="-112" y="1768"/>
                      <a:pt x="904" y="1026"/>
                      <a:pt x="2286" y="960"/>
                    </a:cubicBezTo>
                    <a:lnTo>
                      <a:pt x="16997" y="0"/>
                    </a:lnTo>
                    <a:lnTo>
                      <a:pt x="17770" y="0"/>
                    </a:lnTo>
                    <a:lnTo>
                      <a:pt x="20452" y="262"/>
                    </a:lnTo>
                    <a:lnTo>
                      <a:pt x="44551" y="4845"/>
                    </a:lnTo>
                    <a:lnTo>
                      <a:pt x="69383" y="13423"/>
                    </a:lnTo>
                    <a:cubicBezTo>
                      <a:pt x="69789" y="13532"/>
                      <a:pt x="70073" y="13685"/>
                      <a:pt x="70277" y="13904"/>
                    </a:cubicBezTo>
                    <a:lnTo>
                      <a:pt x="87223" y="30012"/>
                    </a:lnTo>
                    <a:cubicBezTo>
                      <a:pt x="87915" y="30644"/>
                      <a:pt x="87508" y="31496"/>
                      <a:pt x="86329" y="31932"/>
                    </a:cubicBezTo>
                    <a:cubicBezTo>
                      <a:pt x="85923" y="32041"/>
                      <a:pt x="85435" y="32150"/>
                      <a:pt x="85029" y="3215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5" name="Freeform: Shape 844">
                <a:extLst>
                  <a:ext uri="{FF2B5EF4-FFF2-40B4-BE49-F238E27FC236}">
                    <a16:creationId xmlns:a16="http://schemas.microsoft.com/office/drawing/2014/main" id="{B1E35DEE-336C-4E65-AA31-20B2D44593FF}"/>
                  </a:ext>
                </a:extLst>
              </p:cNvPr>
              <p:cNvSpPr/>
              <p:nvPr/>
            </p:nvSpPr>
            <p:spPr>
              <a:xfrm>
                <a:off x="10121157" y="5713754"/>
                <a:ext cx="224315" cy="30672"/>
              </a:xfrm>
              <a:custGeom>
                <a:avLst/>
                <a:gdLst>
                  <a:gd name="connsiteX0" fmla="*/ 221682 w 224315"/>
                  <a:gd name="connsiteY0" fmla="*/ 30673 h 30672"/>
                  <a:gd name="connsiteX1" fmla="*/ 220706 w 224315"/>
                  <a:gd name="connsiteY1" fmla="*/ 30564 h 30672"/>
                  <a:gd name="connsiteX2" fmla="*/ 212578 w 224315"/>
                  <a:gd name="connsiteY2" fmla="*/ 28643 h 30672"/>
                  <a:gd name="connsiteX3" fmla="*/ 195428 w 224315"/>
                  <a:gd name="connsiteY3" fmla="*/ 24125 h 30672"/>
                  <a:gd name="connsiteX4" fmla="*/ 162104 w 224315"/>
                  <a:gd name="connsiteY4" fmla="*/ 17882 h 30672"/>
                  <a:gd name="connsiteX5" fmla="*/ 145807 w 224315"/>
                  <a:gd name="connsiteY5" fmla="*/ 15220 h 30672"/>
                  <a:gd name="connsiteX6" fmla="*/ 81107 w 224315"/>
                  <a:gd name="connsiteY6" fmla="*/ 14150 h 30672"/>
                  <a:gd name="connsiteX7" fmla="*/ 32868 w 224315"/>
                  <a:gd name="connsiteY7" fmla="*/ 7275 h 30672"/>
                  <a:gd name="connsiteX8" fmla="*/ 17303 w 224315"/>
                  <a:gd name="connsiteY8" fmla="*/ 4765 h 30672"/>
                  <a:gd name="connsiteX9" fmla="*/ 1941 w 224315"/>
                  <a:gd name="connsiteY9" fmla="*/ 2800 h 30672"/>
                  <a:gd name="connsiteX10" fmla="*/ 71 w 224315"/>
                  <a:gd name="connsiteY10" fmla="*/ 1098 h 30672"/>
                  <a:gd name="connsiteX11" fmla="*/ 3160 w 224315"/>
                  <a:gd name="connsiteY11" fmla="*/ 28 h 30672"/>
                  <a:gd name="connsiteX12" fmla="*/ 18644 w 224315"/>
                  <a:gd name="connsiteY12" fmla="*/ 2058 h 30672"/>
                  <a:gd name="connsiteX13" fmla="*/ 50018 w 224315"/>
                  <a:gd name="connsiteY13" fmla="*/ 6904 h 30672"/>
                  <a:gd name="connsiteX14" fmla="*/ 65706 w 224315"/>
                  <a:gd name="connsiteY14" fmla="*/ 9043 h 30672"/>
                  <a:gd name="connsiteX15" fmla="*/ 81962 w 224315"/>
                  <a:gd name="connsiteY15" fmla="*/ 11378 h 30672"/>
                  <a:gd name="connsiteX16" fmla="*/ 146376 w 224315"/>
                  <a:gd name="connsiteY16" fmla="*/ 12404 h 30672"/>
                  <a:gd name="connsiteX17" fmla="*/ 146986 w 224315"/>
                  <a:gd name="connsiteY17" fmla="*/ 12448 h 30672"/>
                  <a:gd name="connsiteX18" fmla="*/ 163648 w 224315"/>
                  <a:gd name="connsiteY18" fmla="*/ 15176 h 30672"/>
                  <a:gd name="connsiteX19" fmla="*/ 197501 w 224315"/>
                  <a:gd name="connsiteY19" fmla="*/ 21527 h 30672"/>
                  <a:gd name="connsiteX20" fmla="*/ 214773 w 224315"/>
                  <a:gd name="connsiteY20" fmla="*/ 26111 h 30672"/>
                  <a:gd name="connsiteX21" fmla="*/ 222698 w 224315"/>
                  <a:gd name="connsiteY21" fmla="*/ 27966 h 30672"/>
                  <a:gd name="connsiteX22" fmla="*/ 224080 w 224315"/>
                  <a:gd name="connsiteY22" fmla="*/ 29822 h 30672"/>
                  <a:gd name="connsiteX23" fmla="*/ 221804 w 224315"/>
                  <a:gd name="connsiteY23" fmla="*/ 30673 h 3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4315" h="30672">
                    <a:moveTo>
                      <a:pt x="221682" y="30673"/>
                    </a:moveTo>
                    <a:cubicBezTo>
                      <a:pt x="221275" y="30673"/>
                      <a:pt x="220991" y="30629"/>
                      <a:pt x="220706" y="30564"/>
                    </a:cubicBezTo>
                    <a:lnTo>
                      <a:pt x="212578" y="28643"/>
                    </a:lnTo>
                    <a:lnTo>
                      <a:pt x="195428" y="24125"/>
                    </a:lnTo>
                    <a:lnTo>
                      <a:pt x="162104" y="17882"/>
                    </a:lnTo>
                    <a:lnTo>
                      <a:pt x="145807" y="15220"/>
                    </a:lnTo>
                    <a:lnTo>
                      <a:pt x="81107" y="14150"/>
                    </a:lnTo>
                    <a:lnTo>
                      <a:pt x="32868" y="7275"/>
                    </a:lnTo>
                    <a:lnTo>
                      <a:pt x="17303" y="4765"/>
                    </a:lnTo>
                    <a:lnTo>
                      <a:pt x="1941" y="2800"/>
                    </a:lnTo>
                    <a:cubicBezTo>
                      <a:pt x="560" y="2648"/>
                      <a:pt x="-254" y="1840"/>
                      <a:pt x="71" y="1098"/>
                    </a:cubicBezTo>
                    <a:cubicBezTo>
                      <a:pt x="356" y="356"/>
                      <a:pt x="1778" y="-124"/>
                      <a:pt x="3160" y="28"/>
                    </a:cubicBezTo>
                    <a:lnTo>
                      <a:pt x="18644" y="2058"/>
                    </a:lnTo>
                    <a:lnTo>
                      <a:pt x="50018" y="6904"/>
                    </a:lnTo>
                    <a:lnTo>
                      <a:pt x="65706" y="9043"/>
                    </a:lnTo>
                    <a:lnTo>
                      <a:pt x="81962" y="11378"/>
                    </a:lnTo>
                    <a:lnTo>
                      <a:pt x="146376" y="12404"/>
                    </a:lnTo>
                    <a:cubicBezTo>
                      <a:pt x="146376" y="12404"/>
                      <a:pt x="146782" y="12404"/>
                      <a:pt x="146986" y="12448"/>
                    </a:cubicBezTo>
                    <a:lnTo>
                      <a:pt x="163648" y="15176"/>
                    </a:lnTo>
                    <a:lnTo>
                      <a:pt x="197501" y="21527"/>
                    </a:lnTo>
                    <a:lnTo>
                      <a:pt x="214773" y="26111"/>
                    </a:lnTo>
                    <a:lnTo>
                      <a:pt x="222698" y="27966"/>
                    </a:lnTo>
                    <a:cubicBezTo>
                      <a:pt x="224080" y="28294"/>
                      <a:pt x="224689" y="29079"/>
                      <a:pt x="224080" y="29822"/>
                    </a:cubicBezTo>
                    <a:cubicBezTo>
                      <a:pt x="223673" y="30345"/>
                      <a:pt x="222779" y="30673"/>
                      <a:pt x="221804" y="3067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6" name="Freeform: Shape 845">
                <a:extLst>
                  <a:ext uri="{FF2B5EF4-FFF2-40B4-BE49-F238E27FC236}">
                    <a16:creationId xmlns:a16="http://schemas.microsoft.com/office/drawing/2014/main" id="{B2183AE3-961A-4942-A846-4E6BDB9BEAB9}"/>
                  </a:ext>
                </a:extLst>
              </p:cNvPr>
              <p:cNvSpPr/>
              <p:nvPr/>
            </p:nvSpPr>
            <p:spPr>
              <a:xfrm>
                <a:off x="5630243" y="5530180"/>
                <a:ext cx="6561756" cy="1220232"/>
              </a:xfrm>
              <a:custGeom>
                <a:avLst/>
                <a:gdLst>
                  <a:gd name="connsiteX0" fmla="*/ 6561756 w 6561756"/>
                  <a:gd name="connsiteY0" fmla="*/ 1217221 h 1220232"/>
                  <a:gd name="connsiteX1" fmla="*/ 6553303 w 6561756"/>
                  <a:gd name="connsiteY1" fmla="*/ 1215147 h 1220232"/>
                  <a:gd name="connsiteX2" fmla="*/ 6486938 w 6561756"/>
                  <a:gd name="connsiteY2" fmla="*/ 1199367 h 1220232"/>
                  <a:gd name="connsiteX3" fmla="*/ 6421833 w 6561756"/>
                  <a:gd name="connsiteY3" fmla="*/ 1182473 h 1220232"/>
                  <a:gd name="connsiteX4" fmla="*/ 6295930 w 6561756"/>
                  <a:gd name="connsiteY4" fmla="*/ 1148052 h 1220232"/>
                  <a:gd name="connsiteX5" fmla="*/ 6235092 w 6561756"/>
                  <a:gd name="connsiteY5" fmla="*/ 1131813 h 1220232"/>
                  <a:gd name="connsiteX6" fmla="*/ 6175148 w 6561756"/>
                  <a:gd name="connsiteY6" fmla="*/ 1114876 h 1220232"/>
                  <a:gd name="connsiteX7" fmla="*/ 6116708 w 6561756"/>
                  <a:gd name="connsiteY7" fmla="*/ 1101715 h 1220232"/>
                  <a:gd name="connsiteX8" fmla="*/ 6059771 w 6561756"/>
                  <a:gd name="connsiteY8" fmla="*/ 1091544 h 1220232"/>
                  <a:gd name="connsiteX9" fmla="*/ 6058999 w 6561756"/>
                  <a:gd name="connsiteY9" fmla="*/ 1091478 h 1220232"/>
                  <a:gd name="connsiteX10" fmla="*/ 5894000 w 6561756"/>
                  <a:gd name="connsiteY10" fmla="*/ 1094097 h 1220232"/>
                  <a:gd name="connsiteX11" fmla="*/ 5729002 w 6561756"/>
                  <a:gd name="connsiteY11" fmla="*/ 1094839 h 1220232"/>
                  <a:gd name="connsiteX12" fmla="*/ 5399493 w 6561756"/>
                  <a:gd name="connsiteY12" fmla="*/ 1098201 h 1220232"/>
                  <a:gd name="connsiteX13" fmla="*/ 5234820 w 6561756"/>
                  <a:gd name="connsiteY13" fmla="*/ 1097720 h 1220232"/>
                  <a:gd name="connsiteX14" fmla="*/ 5070716 w 6561756"/>
                  <a:gd name="connsiteY14" fmla="*/ 1098201 h 1220232"/>
                  <a:gd name="connsiteX15" fmla="*/ 5025564 w 6561756"/>
                  <a:gd name="connsiteY15" fmla="*/ 1090583 h 1220232"/>
                  <a:gd name="connsiteX16" fmla="*/ 5024792 w 6561756"/>
                  <a:gd name="connsiteY16" fmla="*/ 1090518 h 1220232"/>
                  <a:gd name="connsiteX17" fmla="*/ 4862192 w 6561756"/>
                  <a:gd name="connsiteY17" fmla="*/ 1092548 h 1220232"/>
                  <a:gd name="connsiteX18" fmla="*/ 4700241 w 6561756"/>
                  <a:gd name="connsiteY18" fmla="*/ 1092722 h 1220232"/>
                  <a:gd name="connsiteX19" fmla="*/ 3440157 w 6561756"/>
                  <a:gd name="connsiteY19" fmla="*/ 651564 h 1220232"/>
                  <a:gd name="connsiteX20" fmla="*/ 3420528 w 6561756"/>
                  <a:gd name="connsiteY20" fmla="*/ 640956 h 1220232"/>
                  <a:gd name="connsiteX21" fmla="*/ 3418659 w 6561756"/>
                  <a:gd name="connsiteY21" fmla="*/ 640585 h 1220232"/>
                  <a:gd name="connsiteX22" fmla="*/ 3329738 w 6561756"/>
                  <a:gd name="connsiteY22" fmla="*/ 643467 h 1220232"/>
                  <a:gd name="connsiteX23" fmla="*/ 3326446 w 6561756"/>
                  <a:gd name="connsiteY23" fmla="*/ 643248 h 1220232"/>
                  <a:gd name="connsiteX24" fmla="*/ 3313564 w 6561756"/>
                  <a:gd name="connsiteY24" fmla="*/ 644099 h 1220232"/>
                  <a:gd name="connsiteX25" fmla="*/ 3308606 w 6561756"/>
                  <a:gd name="connsiteY25" fmla="*/ 644252 h 1220232"/>
                  <a:gd name="connsiteX26" fmla="*/ 3087727 w 6561756"/>
                  <a:gd name="connsiteY26" fmla="*/ 643707 h 1220232"/>
                  <a:gd name="connsiteX27" fmla="*/ 2556521 w 6561756"/>
                  <a:gd name="connsiteY27" fmla="*/ 432317 h 1220232"/>
                  <a:gd name="connsiteX28" fmla="*/ 2546606 w 6561756"/>
                  <a:gd name="connsiteY28" fmla="*/ 425441 h 1220232"/>
                  <a:gd name="connsiteX29" fmla="*/ 2536568 w 6561756"/>
                  <a:gd name="connsiteY29" fmla="*/ 411538 h 1220232"/>
                  <a:gd name="connsiteX30" fmla="*/ 2526245 w 6561756"/>
                  <a:gd name="connsiteY30" fmla="*/ 393946 h 1220232"/>
                  <a:gd name="connsiteX31" fmla="*/ 2516207 w 6561756"/>
                  <a:gd name="connsiteY31" fmla="*/ 375458 h 1220232"/>
                  <a:gd name="connsiteX32" fmla="*/ 2506088 w 6561756"/>
                  <a:gd name="connsiteY32" fmla="*/ 349354 h 1220232"/>
                  <a:gd name="connsiteX33" fmla="*/ 2496253 w 6561756"/>
                  <a:gd name="connsiteY33" fmla="*/ 326807 h 1220232"/>
                  <a:gd name="connsiteX34" fmla="*/ 2488409 w 6561756"/>
                  <a:gd name="connsiteY34" fmla="*/ 298825 h 1220232"/>
                  <a:gd name="connsiteX35" fmla="*/ 2481784 w 6561756"/>
                  <a:gd name="connsiteY35" fmla="*/ 268181 h 1220232"/>
                  <a:gd name="connsiteX36" fmla="*/ 2476136 w 6561756"/>
                  <a:gd name="connsiteY36" fmla="*/ 245154 h 1220232"/>
                  <a:gd name="connsiteX37" fmla="*/ 2471584 w 6561756"/>
                  <a:gd name="connsiteY37" fmla="*/ 224113 h 1220232"/>
                  <a:gd name="connsiteX38" fmla="*/ 2467601 w 6561756"/>
                  <a:gd name="connsiteY38" fmla="*/ 197681 h 1220232"/>
                  <a:gd name="connsiteX39" fmla="*/ 2463416 w 6561756"/>
                  <a:gd name="connsiteY39" fmla="*/ 172210 h 1220232"/>
                  <a:gd name="connsiteX40" fmla="*/ 2457969 w 6561756"/>
                  <a:gd name="connsiteY40" fmla="*/ 146149 h 1220232"/>
                  <a:gd name="connsiteX41" fmla="*/ 2451508 w 6561756"/>
                  <a:gd name="connsiteY41" fmla="*/ 136654 h 1220232"/>
                  <a:gd name="connsiteX42" fmla="*/ 2450898 w 6561756"/>
                  <a:gd name="connsiteY42" fmla="*/ 136174 h 1220232"/>
                  <a:gd name="connsiteX43" fmla="*/ 2442770 w 6561756"/>
                  <a:gd name="connsiteY43" fmla="*/ 131896 h 1220232"/>
                  <a:gd name="connsiteX44" fmla="*/ 2440982 w 6561756"/>
                  <a:gd name="connsiteY44" fmla="*/ 131525 h 1220232"/>
                  <a:gd name="connsiteX45" fmla="*/ 2352875 w 6561756"/>
                  <a:gd name="connsiteY45" fmla="*/ 133118 h 1220232"/>
                  <a:gd name="connsiteX46" fmla="*/ 2321419 w 6561756"/>
                  <a:gd name="connsiteY46" fmla="*/ 131569 h 1220232"/>
                  <a:gd name="connsiteX47" fmla="*/ 2268628 w 6561756"/>
                  <a:gd name="connsiteY47" fmla="*/ 128207 h 1220232"/>
                  <a:gd name="connsiteX48" fmla="*/ 2170888 w 6561756"/>
                  <a:gd name="connsiteY48" fmla="*/ 118997 h 1220232"/>
                  <a:gd name="connsiteX49" fmla="*/ 2162558 w 6561756"/>
                  <a:gd name="connsiteY49" fmla="*/ 118778 h 1220232"/>
                  <a:gd name="connsiteX50" fmla="*/ 2157193 w 6561756"/>
                  <a:gd name="connsiteY50" fmla="*/ 118713 h 1220232"/>
                  <a:gd name="connsiteX51" fmla="*/ 2087333 w 6561756"/>
                  <a:gd name="connsiteY51" fmla="*/ 124039 h 1220232"/>
                  <a:gd name="connsiteX52" fmla="*/ 2006459 w 6561756"/>
                  <a:gd name="connsiteY52" fmla="*/ 128360 h 1220232"/>
                  <a:gd name="connsiteX53" fmla="*/ 1928064 w 6561756"/>
                  <a:gd name="connsiteY53" fmla="*/ 125916 h 1220232"/>
                  <a:gd name="connsiteX54" fmla="*/ 1851784 w 6561756"/>
                  <a:gd name="connsiteY54" fmla="*/ 124846 h 1220232"/>
                  <a:gd name="connsiteX55" fmla="*/ 1776396 w 6561756"/>
                  <a:gd name="connsiteY55" fmla="*/ 125392 h 1220232"/>
                  <a:gd name="connsiteX56" fmla="*/ 1702065 w 6561756"/>
                  <a:gd name="connsiteY56" fmla="*/ 129866 h 1220232"/>
                  <a:gd name="connsiteX57" fmla="*/ 1627857 w 6561756"/>
                  <a:gd name="connsiteY57" fmla="*/ 135999 h 1220232"/>
                  <a:gd name="connsiteX58" fmla="*/ 1553445 w 6561756"/>
                  <a:gd name="connsiteY58" fmla="*/ 148091 h 1220232"/>
                  <a:gd name="connsiteX59" fmla="*/ 1477651 w 6561756"/>
                  <a:gd name="connsiteY59" fmla="*/ 161689 h 1220232"/>
                  <a:gd name="connsiteX60" fmla="*/ 1400760 w 6561756"/>
                  <a:gd name="connsiteY60" fmla="*/ 177361 h 1220232"/>
                  <a:gd name="connsiteX61" fmla="*/ 1322366 w 6561756"/>
                  <a:gd name="connsiteY61" fmla="*/ 190413 h 1220232"/>
                  <a:gd name="connsiteX62" fmla="*/ 1245191 w 6561756"/>
                  <a:gd name="connsiteY62" fmla="*/ 200170 h 1220232"/>
                  <a:gd name="connsiteX63" fmla="*/ 1163138 w 6561756"/>
                  <a:gd name="connsiteY63" fmla="*/ 207263 h 1220232"/>
                  <a:gd name="connsiteX64" fmla="*/ 1083566 w 6561756"/>
                  <a:gd name="connsiteY64" fmla="*/ 213025 h 1220232"/>
                  <a:gd name="connsiteX65" fmla="*/ 1004399 w 6561756"/>
                  <a:gd name="connsiteY65" fmla="*/ 217936 h 1220232"/>
                  <a:gd name="connsiteX66" fmla="*/ 926817 w 6561756"/>
                  <a:gd name="connsiteY66" fmla="*/ 218198 h 1220232"/>
                  <a:gd name="connsiteX67" fmla="*/ 849845 w 6561756"/>
                  <a:gd name="connsiteY67" fmla="*/ 209468 h 1220232"/>
                  <a:gd name="connsiteX68" fmla="*/ 772669 w 6561756"/>
                  <a:gd name="connsiteY68" fmla="*/ 193272 h 1220232"/>
                  <a:gd name="connsiteX69" fmla="*/ 695494 w 6561756"/>
                  <a:gd name="connsiteY69" fmla="*/ 179151 h 1220232"/>
                  <a:gd name="connsiteX70" fmla="*/ 617993 w 6561756"/>
                  <a:gd name="connsiteY70" fmla="*/ 169023 h 1220232"/>
                  <a:gd name="connsiteX71" fmla="*/ 539274 w 6561756"/>
                  <a:gd name="connsiteY71" fmla="*/ 165029 h 1220232"/>
                  <a:gd name="connsiteX72" fmla="*/ 459010 w 6561756"/>
                  <a:gd name="connsiteY72" fmla="*/ 150427 h 1220232"/>
                  <a:gd name="connsiteX73" fmla="*/ 376958 w 6561756"/>
                  <a:gd name="connsiteY73" fmla="*/ 128622 h 1220232"/>
                  <a:gd name="connsiteX74" fmla="*/ 292833 w 6561756"/>
                  <a:gd name="connsiteY74" fmla="*/ 101339 h 1220232"/>
                  <a:gd name="connsiteX75" fmla="*/ 206920 w 6561756"/>
                  <a:gd name="connsiteY75" fmla="*/ 65369 h 1220232"/>
                  <a:gd name="connsiteX76" fmla="*/ 121088 w 6561756"/>
                  <a:gd name="connsiteY76" fmla="*/ 32542 h 1220232"/>
                  <a:gd name="connsiteX77" fmla="*/ 52325 w 6561756"/>
                  <a:gd name="connsiteY77" fmla="*/ 13509 h 1220232"/>
                  <a:gd name="connsiteX78" fmla="*/ 51472 w 6561756"/>
                  <a:gd name="connsiteY78" fmla="*/ 13356 h 1220232"/>
                  <a:gd name="connsiteX79" fmla="*/ 43994 w 6561756"/>
                  <a:gd name="connsiteY79" fmla="*/ 12832 h 1220232"/>
                  <a:gd name="connsiteX80" fmla="*/ 26478 w 6561756"/>
                  <a:gd name="connsiteY80" fmla="*/ 8576 h 1220232"/>
                  <a:gd name="connsiteX81" fmla="*/ 18513 w 6561756"/>
                  <a:gd name="connsiteY81" fmla="*/ 7026 h 1220232"/>
                  <a:gd name="connsiteX82" fmla="*/ 12051 w 6561756"/>
                  <a:gd name="connsiteY82" fmla="*/ 4189 h 1220232"/>
                  <a:gd name="connsiteX83" fmla="*/ 4248 w 6561756"/>
                  <a:gd name="connsiteY83" fmla="*/ 348 h 1220232"/>
                  <a:gd name="connsiteX84" fmla="*/ 672 w 6561756"/>
                  <a:gd name="connsiteY84" fmla="*/ 457 h 1220232"/>
                  <a:gd name="connsiteX85" fmla="*/ 794 w 6561756"/>
                  <a:gd name="connsiteY85" fmla="*/ 2421 h 1220232"/>
                  <a:gd name="connsiteX86" fmla="*/ 15587 w 6561756"/>
                  <a:gd name="connsiteY86" fmla="*/ 9406 h 1220232"/>
                  <a:gd name="connsiteX87" fmla="*/ 16400 w 6561756"/>
                  <a:gd name="connsiteY87" fmla="*/ 9624 h 1220232"/>
                  <a:gd name="connsiteX88" fmla="*/ 24568 w 6561756"/>
                  <a:gd name="connsiteY88" fmla="*/ 11174 h 1220232"/>
                  <a:gd name="connsiteX89" fmla="*/ 42531 w 6561756"/>
                  <a:gd name="connsiteY89" fmla="*/ 15495 h 1220232"/>
                  <a:gd name="connsiteX90" fmla="*/ 50415 w 6561756"/>
                  <a:gd name="connsiteY90" fmla="*/ 16128 h 1220232"/>
                  <a:gd name="connsiteX91" fmla="*/ 118487 w 6561756"/>
                  <a:gd name="connsiteY91" fmla="*/ 34943 h 1220232"/>
                  <a:gd name="connsiteX92" fmla="*/ 203912 w 6561756"/>
                  <a:gd name="connsiteY92" fmla="*/ 67661 h 1220232"/>
                  <a:gd name="connsiteX93" fmla="*/ 290029 w 6561756"/>
                  <a:gd name="connsiteY93" fmla="*/ 103674 h 1220232"/>
                  <a:gd name="connsiteX94" fmla="*/ 374560 w 6561756"/>
                  <a:gd name="connsiteY94" fmla="*/ 131110 h 1220232"/>
                  <a:gd name="connsiteX95" fmla="*/ 457100 w 6561756"/>
                  <a:gd name="connsiteY95" fmla="*/ 152959 h 1220232"/>
                  <a:gd name="connsiteX96" fmla="*/ 538217 w 6561756"/>
                  <a:gd name="connsiteY96" fmla="*/ 167713 h 1220232"/>
                  <a:gd name="connsiteX97" fmla="*/ 617099 w 6561756"/>
                  <a:gd name="connsiteY97" fmla="*/ 171751 h 1220232"/>
                  <a:gd name="connsiteX98" fmla="*/ 694072 w 6561756"/>
                  <a:gd name="connsiteY98" fmla="*/ 181770 h 1220232"/>
                  <a:gd name="connsiteX99" fmla="*/ 770962 w 6561756"/>
                  <a:gd name="connsiteY99" fmla="*/ 195892 h 1220232"/>
                  <a:gd name="connsiteX100" fmla="*/ 848463 w 6561756"/>
                  <a:gd name="connsiteY100" fmla="*/ 212130 h 1220232"/>
                  <a:gd name="connsiteX101" fmla="*/ 926329 w 6561756"/>
                  <a:gd name="connsiteY101" fmla="*/ 220992 h 1220232"/>
                  <a:gd name="connsiteX102" fmla="*/ 1004724 w 6561756"/>
                  <a:gd name="connsiteY102" fmla="*/ 220730 h 1220232"/>
                  <a:gd name="connsiteX103" fmla="*/ 1084175 w 6561756"/>
                  <a:gd name="connsiteY103" fmla="*/ 215775 h 1220232"/>
                  <a:gd name="connsiteX104" fmla="*/ 1163952 w 6561756"/>
                  <a:gd name="connsiteY104" fmla="*/ 210013 h 1220232"/>
                  <a:gd name="connsiteX105" fmla="*/ 1243931 w 6561756"/>
                  <a:gd name="connsiteY105" fmla="*/ 203203 h 1220232"/>
                  <a:gd name="connsiteX106" fmla="*/ 1323707 w 6561756"/>
                  <a:gd name="connsiteY106" fmla="*/ 193185 h 1220232"/>
                  <a:gd name="connsiteX107" fmla="*/ 1402386 w 6561756"/>
                  <a:gd name="connsiteY107" fmla="*/ 180024 h 1220232"/>
                  <a:gd name="connsiteX108" fmla="*/ 1479359 w 6561756"/>
                  <a:gd name="connsiteY108" fmla="*/ 164352 h 1220232"/>
                  <a:gd name="connsiteX109" fmla="*/ 1554949 w 6561756"/>
                  <a:gd name="connsiteY109" fmla="*/ 150754 h 1220232"/>
                  <a:gd name="connsiteX110" fmla="*/ 1628954 w 6561756"/>
                  <a:gd name="connsiteY110" fmla="*/ 138706 h 1220232"/>
                  <a:gd name="connsiteX111" fmla="*/ 1702675 w 6561756"/>
                  <a:gd name="connsiteY111" fmla="*/ 132638 h 1220232"/>
                  <a:gd name="connsiteX112" fmla="*/ 1776680 w 6561756"/>
                  <a:gd name="connsiteY112" fmla="*/ 128207 h 1220232"/>
                  <a:gd name="connsiteX113" fmla="*/ 1851784 w 6561756"/>
                  <a:gd name="connsiteY113" fmla="*/ 127684 h 1220232"/>
                  <a:gd name="connsiteX114" fmla="*/ 1927862 w 6561756"/>
                  <a:gd name="connsiteY114" fmla="*/ 128753 h 1220232"/>
                  <a:gd name="connsiteX115" fmla="*/ 2006540 w 6561756"/>
                  <a:gd name="connsiteY115" fmla="*/ 131198 h 1220232"/>
                  <a:gd name="connsiteX116" fmla="*/ 2087902 w 6561756"/>
                  <a:gd name="connsiteY116" fmla="*/ 126832 h 1220232"/>
                  <a:gd name="connsiteX117" fmla="*/ 2157478 w 6561756"/>
                  <a:gd name="connsiteY117" fmla="*/ 121550 h 1220232"/>
                  <a:gd name="connsiteX118" fmla="*/ 2170279 w 6561756"/>
                  <a:gd name="connsiteY118" fmla="*/ 121769 h 1220232"/>
                  <a:gd name="connsiteX119" fmla="*/ 2255704 w 6561756"/>
                  <a:gd name="connsiteY119" fmla="*/ 129757 h 1220232"/>
                  <a:gd name="connsiteX120" fmla="*/ 2267896 w 6561756"/>
                  <a:gd name="connsiteY120" fmla="*/ 130979 h 1220232"/>
                  <a:gd name="connsiteX121" fmla="*/ 2320891 w 6561756"/>
                  <a:gd name="connsiteY121" fmla="*/ 134341 h 1220232"/>
                  <a:gd name="connsiteX122" fmla="*/ 2352631 w 6561756"/>
                  <a:gd name="connsiteY122" fmla="*/ 135890 h 1220232"/>
                  <a:gd name="connsiteX123" fmla="*/ 2440048 w 6561756"/>
                  <a:gd name="connsiteY123" fmla="*/ 134341 h 1220232"/>
                  <a:gd name="connsiteX124" fmla="*/ 2446916 w 6561756"/>
                  <a:gd name="connsiteY124" fmla="*/ 137964 h 1220232"/>
                  <a:gd name="connsiteX125" fmla="*/ 2453052 w 6561756"/>
                  <a:gd name="connsiteY125" fmla="*/ 146760 h 1220232"/>
                  <a:gd name="connsiteX126" fmla="*/ 2458336 w 6561756"/>
                  <a:gd name="connsiteY126" fmla="*/ 172493 h 1220232"/>
                  <a:gd name="connsiteX127" fmla="*/ 2462480 w 6561756"/>
                  <a:gd name="connsiteY127" fmla="*/ 197921 h 1220232"/>
                  <a:gd name="connsiteX128" fmla="*/ 2466464 w 6561756"/>
                  <a:gd name="connsiteY128" fmla="*/ 224419 h 1220232"/>
                  <a:gd name="connsiteX129" fmla="*/ 2471137 w 6561756"/>
                  <a:gd name="connsiteY129" fmla="*/ 245525 h 1220232"/>
                  <a:gd name="connsiteX130" fmla="*/ 2476704 w 6561756"/>
                  <a:gd name="connsiteY130" fmla="*/ 268487 h 1220232"/>
                  <a:gd name="connsiteX131" fmla="*/ 2483329 w 6561756"/>
                  <a:gd name="connsiteY131" fmla="*/ 299175 h 1220232"/>
                  <a:gd name="connsiteX132" fmla="*/ 2491173 w 6561756"/>
                  <a:gd name="connsiteY132" fmla="*/ 327309 h 1220232"/>
                  <a:gd name="connsiteX133" fmla="*/ 2501088 w 6561756"/>
                  <a:gd name="connsiteY133" fmla="*/ 349965 h 1220232"/>
                  <a:gd name="connsiteX134" fmla="*/ 2511208 w 6561756"/>
                  <a:gd name="connsiteY134" fmla="*/ 376135 h 1220232"/>
                  <a:gd name="connsiteX135" fmla="*/ 2521328 w 6561756"/>
                  <a:gd name="connsiteY135" fmla="*/ 394797 h 1220232"/>
                  <a:gd name="connsiteX136" fmla="*/ 2531650 w 6561756"/>
                  <a:gd name="connsiteY136" fmla="*/ 412476 h 1220232"/>
                  <a:gd name="connsiteX137" fmla="*/ 2541973 w 6561756"/>
                  <a:gd name="connsiteY137" fmla="*/ 426642 h 1220232"/>
                  <a:gd name="connsiteX138" fmla="*/ 2542379 w 6561756"/>
                  <a:gd name="connsiteY138" fmla="*/ 426969 h 1220232"/>
                  <a:gd name="connsiteX139" fmla="*/ 2552783 w 6561756"/>
                  <a:gd name="connsiteY139" fmla="*/ 434150 h 1220232"/>
                  <a:gd name="connsiteX140" fmla="*/ 2553271 w 6561756"/>
                  <a:gd name="connsiteY140" fmla="*/ 434412 h 1220232"/>
                  <a:gd name="connsiteX141" fmla="*/ 3085370 w 6561756"/>
                  <a:gd name="connsiteY141" fmla="*/ 646217 h 1220232"/>
                  <a:gd name="connsiteX142" fmla="*/ 3086751 w 6561756"/>
                  <a:gd name="connsiteY142" fmla="*/ 646479 h 1220232"/>
                  <a:gd name="connsiteX143" fmla="*/ 3308606 w 6561756"/>
                  <a:gd name="connsiteY143" fmla="*/ 647002 h 1220232"/>
                  <a:gd name="connsiteX144" fmla="*/ 3313970 w 6561756"/>
                  <a:gd name="connsiteY144" fmla="*/ 646828 h 1220232"/>
                  <a:gd name="connsiteX145" fmla="*/ 3326365 w 6561756"/>
                  <a:gd name="connsiteY145" fmla="*/ 645977 h 1220232"/>
                  <a:gd name="connsiteX146" fmla="*/ 3329453 w 6561756"/>
                  <a:gd name="connsiteY146" fmla="*/ 646129 h 1220232"/>
                  <a:gd name="connsiteX147" fmla="*/ 3417643 w 6561756"/>
                  <a:gd name="connsiteY147" fmla="*/ 643314 h 1220232"/>
                  <a:gd name="connsiteX148" fmla="*/ 3436906 w 6561756"/>
                  <a:gd name="connsiteY148" fmla="*/ 653660 h 1220232"/>
                  <a:gd name="connsiteX149" fmla="*/ 4698087 w 6561756"/>
                  <a:gd name="connsiteY149" fmla="*/ 1095254 h 1220232"/>
                  <a:gd name="connsiteX150" fmla="*/ 4699388 w 6561756"/>
                  <a:gd name="connsiteY150" fmla="*/ 1095472 h 1220232"/>
                  <a:gd name="connsiteX151" fmla="*/ 4699388 w 6561756"/>
                  <a:gd name="connsiteY151" fmla="*/ 1095472 h 1220232"/>
                  <a:gd name="connsiteX152" fmla="*/ 4862192 w 6561756"/>
                  <a:gd name="connsiteY152" fmla="*/ 1095254 h 1220232"/>
                  <a:gd name="connsiteX153" fmla="*/ 5024426 w 6561756"/>
                  <a:gd name="connsiteY153" fmla="*/ 1093290 h 1220232"/>
                  <a:gd name="connsiteX154" fmla="*/ 5069456 w 6561756"/>
                  <a:gd name="connsiteY154" fmla="*/ 1100863 h 1220232"/>
                  <a:gd name="connsiteX155" fmla="*/ 5070268 w 6561756"/>
                  <a:gd name="connsiteY155" fmla="*/ 1100907 h 1220232"/>
                  <a:gd name="connsiteX156" fmla="*/ 5070268 w 6561756"/>
                  <a:gd name="connsiteY156" fmla="*/ 1100907 h 1220232"/>
                  <a:gd name="connsiteX157" fmla="*/ 5234779 w 6561756"/>
                  <a:gd name="connsiteY157" fmla="*/ 1100427 h 1220232"/>
                  <a:gd name="connsiteX158" fmla="*/ 5399574 w 6561756"/>
                  <a:gd name="connsiteY158" fmla="*/ 1100907 h 1220232"/>
                  <a:gd name="connsiteX159" fmla="*/ 5564288 w 6561756"/>
                  <a:gd name="connsiteY159" fmla="*/ 1099423 h 1220232"/>
                  <a:gd name="connsiteX160" fmla="*/ 5729084 w 6561756"/>
                  <a:gd name="connsiteY160" fmla="*/ 1097611 h 1220232"/>
                  <a:gd name="connsiteX161" fmla="*/ 5894082 w 6561756"/>
                  <a:gd name="connsiteY161" fmla="*/ 1096869 h 1220232"/>
                  <a:gd name="connsiteX162" fmla="*/ 6058674 w 6561756"/>
                  <a:gd name="connsiteY162" fmla="*/ 1094206 h 1220232"/>
                  <a:gd name="connsiteX163" fmla="*/ 6115042 w 6561756"/>
                  <a:gd name="connsiteY163" fmla="*/ 1104334 h 1220232"/>
                  <a:gd name="connsiteX164" fmla="*/ 6173076 w 6561756"/>
                  <a:gd name="connsiteY164" fmla="*/ 1117386 h 1220232"/>
                  <a:gd name="connsiteX165" fmla="*/ 6232816 w 6561756"/>
                  <a:gd name="connsiteY165" fmla="*/ 1134280 h 1220232"/>
                  <a:gd name="connsiteX166" fmla="*/ 6293736 w 6561756"/>
                  <a:gd name="connsiteY166" fmla="*/ 1150584 h 1220232"/>
                  <a:gd name="connsiteX167" fmla="*/ 6419638 w 6561756"/>
                  <a:gd name="connsiteY167" fmla="*/ 1185005 h 1220232"/>
                  <a:gd name="connsiteX168" fmla="*/ 6484825 w 6561756"/>
                  <a:gd name="connsiteY168" fmla="*/ 1201942 h 1220232"/>
                  <a:gd name="connsiteX169" fmla="*/ 6551312 w 6561756"/>
                  <a:gd name="connsiteY169" fmla="*/ 1217723 h 1220232"/>
                  <a:gd name="connsiteX170" fmla="*/ 6561716 w 6561756"/>
                  <a:gd name="connsiteY170" fmla="*/ 1220233 h 1220232"/>
                  <a:gd name="connsiteX171" fmla="*/ 6561716 w 6561756"/>
                  <a:gd name="connsiteY171" fmla="*/ 1217199 h 1220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6561756" h="1220232">
                    <a:moveTo>
                      <a:pt x="6561756" y="1217221"/>
                    </a:moveTo>
                    <a:lnTo>
                      <a:pt x="6553303" y="1215147"/>
                    </a:lnTo>
                    <a:lnTo>
                      <a:pt x="6486938" y="1199367"/>
                    </a:lnTo>
                    <a:lnTo>
                      <a:pt x="6421833" y="1182473"/>
                    </a:lnTo>
                    <a:lnTo>
                      <a:pt x="6295930" y="1148052"/>
                    </a:lnTo>
                    <a:lnTo>
                      <a:pt x="6235092" y="1131813"/>
                    </a:lnTo>
                    <a:lnTo>
                      <a:pt x="6175148" y="1114876"/>
                    </a:lnTo>
                    <a:lnTo>
                      <a:pt x="6116708" y="1101715"/>
                    </a:lnTo>
                    <a:lnTo>
                      <a:pt x="6059771" y="1091544"/>
                    </a:lnTo>
                    <a:cubicBezTo>
                      <a:pt x="6059771" y="1091544"/>
                      <a:pt x="6059162" y="1091434"/>
                      <a:pt x="6058999" y="1091478"/>
                    </a:cubicBezTo>
                    <a:lnTo>
                      <a:pt x="5894000" y="1094097"/>
                    </a:lnTo>
                    <a:lnTo>
                      <a:pt x="5729002" y="1094839"/>
                    </a:lnTo>
                    <a:lnTo>
                      <a:pt x="5399493" y="1098201"/>
                    </a:lnTo>
                    <a:lnTo>
                      <a:pt x="5234820" y="1097720"/>
                    </a:lnTo>
                    <a:lnTo>
                      <a:pt x="5070716" y="1098201"/>
                    </a:lnTo>
                    <a:lnTo>
                      <a:pt x="5025564" y="1090583"/>
                    </a:lnTo>
                    <a:cubicBezTo>
                      <a:pt x="5025564" y="1090583"/>
                      <a:pt x="5025076" y="1090518"/>
                      <a:pt x="5024792" y="1090518"/>
                    </a:cubicBezTo>
                    <a:lnTo>
                      <a:pt x="4862192" y="1092548"/>
                    </a:lnTo>
                    <a:lnTo>
                      <a:pt x="4700241" y="1092722"/>
                    </a:lnTo>
                    <a:lnTo>
                      <a:pt x="3440157" y="651564"/>
                    </a:lnTo>
                    <a:lnTo>
                      <a:pt x="3420528" y="640956"/>
                    </a:lnTo>
                    <a:cubicBezTo>
                      <a:pt x="3420040" y="640695"/>
                      <a:pt x="3419350" y="640542"/>
                      <a:pt x="3418659" y="640585"/>
                    </a:cubicBezTo>
                    <a:lnTo>
                      <a:pt x="3329738" y="643467"/>
                    </a:lnTo>
                    <a:lnTo>
                      <a:pt x="3326446" y="643248"/>
                    </a:lnTo>
                    <a:lnTo>
                      <a:pt x="3313564" y="644099"/>
                    </a:lnTo>
                    <a:lnTo>
                      <a:pt x="3308606" y="644252"/>
                    </a:lnTo>
                    <a:lnTo>
                      <a:pt x="3087727" y="643707"/>
                    </a:lnTo>
                    <a:lnTo>
                      <a:pt x="2556521" y="432317"/>
                    </a:lnTo>
                    <a:lnTo>
                      <a:pt x="2546606" y="425441"/>
                    </a:lnTo>
                    <a:lnTo>
                      <a:pt x="2536568" y="411538"/>
                    </a:lnTo>
                    <a:lnTo>
                      <a:pt x="2526245" y="393946"/>
                    </a:lnTo>
                    <a:lnTo>
                      <a:pt x="2516207" y="375458"/>
                    </a:lnTo>
                    <a:lnTo>
                      <a:pt x="2506088" y="349354"/>
                    </a:lnTo>
                    <a:lnTo>
                      <a:pt x="2496253" y="326807"/>
                    </a:lnTo>
                    <a:lnTo>
                      <a:pt x="2488409" y="298825"/>
                    </a:lnTo>
                    <a:lnTo>
                      <a:pt x="2481784" y="268181"/>
                    </a:lnTo>
                    <a:lnTo>
                      <a:pt x="2476136" y="245154"/>
                    </a:lnTo>
                    <a:lnTo>
                      <a:pt x="2471584" y="224113"/>
                    </a:lnTo>
                    <a:lnTo>
                      <a:pt x="2467601" y="197681"/>
                    </a:lnTo>
                    <a:lnTo>
                      <a:pt x="2463416" y="172210"/>
                    </a:lnTo>
                    <a:lnTo>
                      <a:pt x="2457969" y="146149"/>
                    </a:lnTo>
                    <a:lnTo>
                      <a:pt x="2451508" y="136654"/>
                    </a:lnTo>
                    <a:cubicBezTo>
                      <a:pt x="2451386" y="136502"/>
                      <a:pt x="2451224" y="136283"/>
                      <a:pt x="2450898" y="136174"/>
                    </a:cubicBezTo>
                    <a:lnTo>
                      <a:pt x="2442770" y="131896"/>
                    </a:lnTo>
                    <a:cubicBezTo>
                      <a:pt x="2442283" y="131678"/>
                      <a:pt x="2441592" y="131525"/>
                      <a:pt x="2440982" y="131525"/>
                    </a:cubicBezTo>
                    <a:lnTo>
                      <a:pt x="2352875" y="133118"/>
                    </a:lnTo>
                    <a:lnTo>
                      <a:pt x="2321419" y="131569"/>
                    </a:lnTo>
                    <a:lnTo>
                      <a:pt x="2268628" y="128207"/>
                    </a:lnTo>
                    <a:lnTo>
                      <a:pt x="2170888" y="118997"/>
                    </a:lnTo>
                    <a:lnTo>
                      <a:pt x="2162558" y="118778"/>
                    </a:lnTo>
                    <a:lnTo>
                      <a:pt x="2157193" y="118713"/>
                    </a:lnTo>
                    <a:lnTo>
                      <a:pt x="2087333" y="124039"/>
                    </a:lnTo>
                    <a:lnTo>
                      <a:pt x="2006459" y="128360"/>
                    </a:lnTo>
                    <a:lnTo>
                      <a:pt x="1928064" y="125916"/>
                    </a:lnTo>
                    <a:lnTo>
                      <a:pt x="1851784" y="124846"/>
                    </a:lnTo>
                    <a:lnTo>
                      <a:pt x="1776396" y="125392"/>
                    </a:lnTo>
                    <a:lnTo>
                      <a:pt x="1702065" y="129866"/>
                    </a:lnTo>
                    <a:lnTo>
                      <a:pt x="1627857" y="135999"/>
                    </a:lnTo>
                    <a:lnTo>
                      <a:pt x="1553445" y="148091"/>
                    </a:lnTo>
                    <a:lnTo>
                      <a:pt x="1477651" y="161689"/>
                    </a:lnTo>
                    <a:lnTo>
                      <a:pt x="1400760" y="177361"/>
                    </a:lnTo>
                    <a:lnTo>
                      <a:pt x="1322366" y="190413"/>
                    </a:lnTo>
                    <a:lnTo>
                      <a:pt x="1245191" y="200170"/>
                    </a:lnTo>
                    <a:lnTo>
                      <a:pt x="1163138" y="207263"/>
                    </a:lnTo>
                    <a:lnTo>
                      <a:pt x="1083566" y="213025"/>
                    </a:lnTo>
                    <a:lnTo>
                      <a:pt x="1004399" y="217936"/>
                    </a:lnTo>
                    <a:lnTo>
                      <a:pt x="926817" y="218198"/>
                    </a:lnTo>
                    <a:lnTo>
                      <a:pt x="849845" y="209468"/>
                    </a:lnTo>
                    <a:lnTo>
                      <a:pt x="772669" y="193272"/>
                    </a:lnTo>
                    <a:lnTo>
                      <a:pt x="695494" y="179151"/>
                    </a:lnTo>
                    <a:lnTo>
                      <a:pt x="617993" y="169023"/>
                    </a:lnTo>
                    <a:lnTo>
                      <a:pt x="539274" y="165029"/>
                    </a:lnTo>
                    <a:lnTo>
                      <a:pt x="459010" y="150427"/>
                    </a:lnTo>
                    <a:lnTo>
                      <a:pt x="376958" y="128622"/>
                    </a:lnTo>
                    <a:lnTo>
                      <a:pt x="292833" y="101339"/>
                    </a:lnTo>
                    <a:lnTo>
                      <a:pt x="206920" y="65369"/>
                    </a:lnTo>
                    <a:lnTo>
                      <a:pt x="121088" y="32542"/>
                    </a:lnTo>
                    <a:lnTo>
                      <a:pt x="52325" y="13509"/>
                    </a:lnTo>
                    <a:cubicBezTo>
                      <a:pt x="52081" y="13400"/>
                      <a:pt x="51797" y="13356"/>
                      <a:pt x="51472" y="13356"/>
                    </a:cubicBezTo>
                    <a:lnTo>
                      <a:pt x="43994" y="12832"/>
                    </a:lnTo>
                    <a:lnTo>
                      <a:pt x="26478" y="8576"/>
                    </a:lnTo>
                    <a:lnTo>
                      <a:pt x="18513" y="7026"/>
                    </a:lnTo>
                    <a:lnTo>
                      <a:pt x="12051" y="4189"/>
                    </a:lnTo>
                    <a:lnTo>
                      <a:pt x="4248" y="348"/>
                    </a:lnTo>
                    <a:cubicBezTo>
                      <a:pt x="3192" y="-133"/>
                      <a:pt x="1607" y="-133"/>
                      <a:pt x="672" y="457"/>
                    </a:cubicBezTo>
                    <a:cubicBezTo>
                      <a:pt x="-263" y="1046"/>
                      <a:pt x="-222" y="1941"/>
                      <a:pt x="794" y="2421"/>
                    </a:cubicBezTo>
                    <a:lnTo>
                      <a:pt x="15587" y="9406"/>
                    </a:lnTo>
                    <a:cubicBezTo>
                      <a:pt x="15831" y="9515"/>
                      <a:pt x="16074" y="9580"/>
                      <a:pt x="16400" y="9624"/>
                    </a:cubicBezTo>
                    <a:lnTo>
                      <a:pt x="24568" y="11174"/>
                    </a:lnTo>
                    <a:lnTo>
                      <a:pt x="42531" y="15495"/>
                    </a:lnTo>
                    <a:lnTo>
                      <a:pt x="50415" y="16128"/>
                    </a:lnTo>
                    <a:lnTo>
                      <a:pt x="118487" y="34943"/>
                    </a:lnTo>
                    <a:lnTo>
                      <a:pt x="203912" y="67661"/>
                    </a:lnTo>
                    <a:lnTo>
                      <a:pt x="290029" y="103674"/>
                    </a:lnTo>
                    <a:lnTo>
                      <a:pt x="374560" y="131110"/>
                    </a:lnTo>
                    <a:lnTo>
                      <a:pt x="457100" y="152959"/>
                    </a:lnTo>
                    <a:lnTo>
                      <a:pt x="538217" y="167713"/>
                    </a:lnTo>
                    <a:lnTo>
                      <a:pt x="617099" y="171751"/>
                    </a:lnTo>
                    <a:lnTo>
                      <a:pt x="694072" y="181770"/>
                    </a:lnTo>
                    <a:lnTo>
                      <a:pt x="770962" y="195892"/>
                    </a:lnTo>
                    <a:lnTo>
                      <a:pt x="848463" y="212130"/>
                    </a:lnTo>
                    <a:lnTo>
                      <a:pt x="926329" y="220992"/>
                    </a:lnTo>
                    <a:lnTo>
                      <a:pt x="1004724" y="220730"/>
                    </a:lnTo>
                    <a:lnTo>
                      <a:pt x="1084175" y="215775"/>
                    </a:lnTo>
                    <a:lnTo>
                      <a:pt x="1163952" y="210013"/>
                    </a:lnTo>
                    <a:lnTo>
                      <a:pt x="1243931" y="203203"/>
                    </a:lnTo>
                    <a:lnTo>
                      <a:pt x="1323707" y="193185"/>
                    </a:lnTo>
                    <a:lnTo>
                      <a:pt x="1402386" y="180024"/>
                    </a:lnTo>
                    <a:lnTo>
                      <a:pt x="1479359" y="164352"/>
                    </a:lnTo>
                    <a:lnTo>
                      <a:pt x="1554949" y="150754"/>
                    </a:lnTo>
                    <a:lnTo>
                      <a:pt x="1628954" y="138706"/>
                    </a:lnTo>
                    <a:lnTo>
                      <a:pt x="1702675" y="132638"/>
                    </a:lnTo>
                    <a:lnTo>
                      <a:pt x="1776680" y="128207"/>
                    </a:lnTo>
                    <a:lnTo>
                      <a:pt x="1851784" y="127684"/>
                    </a:lnTo>
                    <a:lnTo>
                      <a:pt x="1927862" y="128753"/>
                    </a:lnTo>
                    <a:lnTo>
                      <a:pt x="2006540" y="131198"/>
                    </a:lnTo>
                    <a:lnTo>
                      <a:pt x="2087902" y="126832"/>
                    </a:lnTo>
                    <a:lnTo>
                      <a:pt x="2157478" y="121550"/>
                    </a:lnTo>
                    <a:lnTo>
                      <a:pt x="2170279" y="121769"/>
                    </a:lnTo>
                    <a:lnTo>
                      <a:pt x="2255704" y="129757"/>
                    </a:lnTo>
                    <a:lnTo>
                      <a:pt x="2267896" y="130979"/>
                    </a:lnTo>
                    <a:lnTo>
                      <a:pt x="2320891" y="134341"/>
                    </a:lnTo>
                    <a:lnTo>
                      <a:pt x="2352631" y="135890"/>
                    </a:lnTo>
                    <a:lnTo>
                      <a:pt x="2440048" y="134341"/>
                    </a:lnTo>
                    <a:lnTo>
                      <a:pt x="2446916" y="137964"/>
                    </a:lnTo>
                    <a:lnTo>
                      <a:pt x="2453052" y="146760"/>
                    </a:lnTo>
                    <a:lnTo>
                      <a:pt x="2458336" y="172493"/>
                    </a:lnTo>
                    <a:lnTo>
                      <a:pt x="2462480" y="197921"/>
                    </a:lnTo>
                    <a:lnTo>
                      <a:pt x="2466464" y="224419"/>
                    </a:lnTo>
                    <a:lnTo>
                      <a:pt x="2471137" y="245525"/>
                    </a:lnTo>
                    <a:lnTo>
                      <a:pt x="2476704" y="268487"/>
                    </a:lnTo>
                    <a:lnTo>
                      <a:pt x="2483329" y="299175"/>
                    </a:lnTo>
                    <a:lnTo>
                      <a:pt x="2491173" y="327309"/>
                    </a:lnTo>
                    <a:lnTo>
                      <a:pt x="2501088" y="349965"/>
                    </a:lnTo>
                    <a:lnTo>
                      <a:pt x="2511208" y="376135"/>
                    </a:lnTo>
                    <a:lnTo>
                      <a:pt x="2521328" y="394797"/>
                    </a:lnTo>
                    <a:lnTo>
                      <a:pt x="2531650" y="412476"/>
                    </a:lnTo>
                    <a:lnTo>
                      <a:pt x="2541973" y="426642"/>
                    </a:lnTo>
                    <a:cubicBezTo>
                      <a:pt x="2542095" y="426751"/>
                      <a:pt x="2542297" y="426904"/>
                      <a:pt x="2542379" y="426969"/>
                    </a:cubicBezTo>
                    <a:lnTo>
                      <a:pt x="2552783" y="434150"/>
                    </a:lnTo>
                    <a:cubicBezTo>
                      <a:pt x="2552783" y="434150"/>
                      <a:pt x="2553067" y="434368"/>
                      <a:pt x="2553271" y="434412"/>
                    </a:cubicBezTo>
                    <a:lnTo>
                      <a:pt x="3085370" y="646217"/>
                    </a:lnTo>
                    <a:cubicBezTo>
                      <a:pt x="3085776" y="646391"/>
                      <a:pt x="3086264" y="646479"/>
                      <a:pt x="3086751" y="646479"/>
                    </a:cubicBezTo>
                    <a:lnTo>
                      <a:pt x="3308606" y="647002"/>
                    </a:lnTo>
                    <a:lnTo>
                      <a:pt x="3313970" y="646828"/>
                    </a:lnTo>
                    <a:lnTo>
                      <a:pt x="3326365" y="645977"/>
                    </a:lnTo>
                    <a:lnTo>
                      <a:pt x="3329453" y="646129"/>
                    </a:lnTo>
                    <a:lnTo>
                      <a:pt x="3417643" y="643314"/>
                    </a:lnTo>
                    <a:lnTo>
                      <a:pt x="3436906" y="653660"/>
                    </a:lnTo>
                    <a:lnTo>
                      <a:pt x="4698087" y="1095254"/>
                    </a:lnTo>
                    <a:cubicBezTo>
                      <a:pt x="4698494" y="1095407"/>
                      <a:pt x="4698900" y="1095472"/>
                      <a:pt x="4699388" y="1095472"/>
                    </a:cubicBezTo>
                    <a:lnTo>
                      <a:pt x="4699388" y="1095472"/>
                    </a:lnTo>
                    <a:lnTo>
                      <a:pt x="4862192" y="1095254"/>
                    </a:lnTo>
                    <a:lnTo>
                      <a:pt x="5024426" y="1093290"/>
                    </a:lnTo>
                    <a:lnTo>
                      <a:pt x="5069456" y="1100863"/>
                    </a:lnTo>
                    <a:cubicBezTo>
                      <a:pt x="5069740" y="1100907"/>
                      <a:pt x="5069943" y="1100907"/>
                      <a:pt x="5070268" y="1100907"/>
                    </a:cubicBezTo>
                    <a:lnTo>
                      <a:pt x="5070268" y="1100907"/>
                    </a:lnTo>
                    <a:lnTo>
                      <a:pt x="5234779" y="1100427"/>
                    </a:lnTo>
                    <a:lnTo>
                      <a:pt x="5399574" y="1100907"/>
                    </a:lnTo>
                    <a:lnTo>
                      <a:pt x="5564288" y="1099423"/>
                    </a:lnTo>
                    <a:lnTo>
                      <a:pt x="5729084" y="1097611"/>
                    </a:lnTo>
                    <a:lnTo>
                      <a:pt x="5894082" y="1096869"/>
                    </a:lnTo>
                    <a:lnTo>
                      <a:pt x="6058674" y="1094206"/>
                    </a:lnTo>
                    <a:lnTo>
                      <a:pt x="6115042" y="1104334"/>
                    </a:lnTo>
                    <a:lnTo>
                      <a:pt x="6173076" y="1117386"/>
                    </a:lnTo>
                    <a:lnTo>
                      <a:pt x="6232816" y="1134280"/>
                    </a:lnTo>
                    <a:lnTo>
                      <a:pt x="6293736" y="1150584"/>
                    </a:lnTo>
                    <a:lnTo>
                      <a:pt x="6419638" y="1185005"/>
                    </a:lnTo>
                    <a:lnTo>
                      <a:pt x="6484825" y="1201942"/>
                    </a:lnTo>
                    <a:lnTo>
                      <a:pt x="6551312" y="1217723"/>
                    </a:lnTo>
                    <a:lnTo>
                      <a:pt x="6561716" y="1220233"/>
                    </a:lnTo>
                    <a:lnTo>
                      <a:pt x="6561716" y="121719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7" name="Freeform: Shape 846">
                <a:extLst>
                  <a:ext uri="{FF2B5EF4-FFF2-40B4-BE49-F238E27FC236}">
                    <a16:creationId xmlns:a16="http://schemas.microsoft.com/office/drawing/2014/main" id="{F1A09055-D00B-4C6B-9D73-7E40A1017E32}"/>
                  </a:ext>
                </a:extLst>
              </p:cNvPr>
              <p:cNvSpPr/>
              <p:nvPr/>
            </p:nvSpPr>
            <p:spPr>
              <a:xfrm>
                <a:off x="0" y="5637723"/>
                <a:ext cx="193002" cy="37208"/>
              </a:xfrm>
              <a:custGeom>
                <a:avLst/>
                <a:gdLst>
                  <a:gd name="connsiteX0" fmla="*/ 189789 w 193002"/>
                  <a:gd name="connsiteY0" fmla="*/ 17 h 37208"/>
                  <a:gd name="connsiteX1" fmla="*/ 153375 w 193002"/>
                  <a:gd name="connsiteY1" fmla="*/ 4906 h 37208"/>
                  <a:gd name="connsiteX2" fmla="*/ 149962 w 193002"/>
                  <a:gd name="connsiteY2" fmla="*/ 5822 h 37208"/>
                  <a:gd name="connsiteX3" fmla="*/ 148417 w 193002"/>
                  <a:gd name="connsiteY3" fmla="*/ 6084 h 37208"/>
                  <a:gd name="connsiteX4" fmla="*/ 136063 w 193002"/>
                  <a:gd name="connsiteY4" fmla="*/ 6193 h 37208"/>
                  <a:gd name="connsiteX5" fmla="*/ 135372 w 193002"/>
                  <a:gd name="connsiteY5" fmla="*/ 6259 h 37208"/>
                  <a:gd name="connsiteX6" fmla="*/ 91481 w 193002"/>
                  <a:gd name="connsiteY6" fmla="*/ 13287 h 37208"/>
                  <a:gd name="connsiteX7" fmla="*/ 52141 w 193002"/>
                  <a:gd name="connsiteY7" fmla="*/ 24855 h 37208"/>
                  <a:gd name="connsiteX8" fmla="*/ 0 w 193002"/>
                  <a:gd name="connsiteY8" fmla="*/ 34219 h 37208"/>
                  <a:gd name="connsiteX9" fmla="*/ 0 w 193002"/>
                  <a:gd name="connsiteY9" fmla="*/ 37209 h 37208"/>
                  <a:gd name="connsiteX10" fmla="*/ 54132 w 193002"/>
                  <a:gd name="connsiteY10" fmla="*/ 27409 h 37208"/>
                  <a:gd name="connsiteX11" fmla="*/ 93391 w 193002"/>
                  <a:gd name="connsiteY11" fmla="*/ 15841 h 37208"/>
                  <a:gd name="connsiteX12" fmla="*/ 136510 w 193002"/>
                  <a:gd name="connsiteY12" fmla="*/ 9031 h 37208"/>
                  <a:gd name="connsiteX13" fmla="*/ 148905 w 193002"/>
                  <a:gd name="connsiteY13" fmla="*/ 8878 h 37208"/>
                  <a:gd name="connsiteX14" fmla="*/ 149596 w 193002"/>
                  <a:gd name="connsiteY14" fmla="*/ 8813 h 37208"/>
                  <a:gd name="connsiteX15" fmla="*/ 151831 w 193002"/>
                  <a:gd name="connsiteY15" fmla="*/ 8442 h 37208"/>
                  <a:gd name="connsiteX16" fmla="*/ 155123 w 193002"/>
                  <a:gd name="connsiteY16" fmla="*/ 7590 h 37208"/>
                  <a:gd name="connsiteX17" fmla="*/ 191049 w 193002"/>
                  <a:gd name="connsiteY17" fmla="*/ 2745 h 37208"/>
                  <a:gd name="connsiteX18" fmla="*/ 192918 w 193002"/>
                  <a:gd name="connsiteY18" fmla="*/ 1042 h 37208"/>
                  <a:gd name="connsiteX19" fmla="*/ 189829 w 193002"/>
                  <a:gd name="connsiteY19" fmla="*/ 38 h 3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3002" h="37208">
                    <a:moveTo>
                      <a:pt x="189789" y="17"/>
                    </a:moveTo>
                    <a:lnTo>
                      <a:pt x="153375" y="4906"/>
                    </a:lnTo>
                    <a:lnTo>
                      <a:pt x="149962" y="5822"/>
                    </a:lnTo>
                    <a:lnTo>
                      <a:pt x="148417" y="6084"/>
                    </a:lnTo>
                    <a:lnTo>
                      <a:pt x="136063" y="6193"/>
                    </a:lnTo>
                    <a:cubicBezTo>
                      <a:pt x="135819" y="6193"/>
                      <a:pt x="135616" y="6193"/>
                      <a:pt x="135372" y="6259"/>
                    </a:cubicBezTo>
                    <a:lnTo>
                      <a:pt x="91481" y="13287"/>
                    </a:lnTo>
                    <a:lnTo>
                      <a:pt x="52141" y="24855"/>
                    </a:lnTo>
                    <a:lnTo>
                      <a:pt x="0" y="34219"/>
                    </a:lnTo>
                    <a:lnTo>
                      <a:pt x="0" y="37209"/>
                    </a:lnTo>
                    <a:lnTo>
                      <a:pt x="54132" y="27409"/>
                    </a:lnTo>
                    <a:lnTo>
                      <a:pt x="93391" y="15841"/>
                    </a:lnTo>
                    <a:lnTo>
                      <a:pt x="136510" y="9031"/>
                    </a:lnTo>
                    <a:lnTo>
                      <a:pt x="148905" y="8878"/>
                    </a:lnTo>
                    <a:cubicBezTo>
                      <a:pt x="149149" y="8878"/>
                      <a:pt x="149352" y="8878"/>
                      <a:pt x="149596" y="8813"/>
                    </a:cubicBezTo>
                    <a:lnTo>
                      <a:pt x="151831" y="8442"/>
                    </a:lnTo>
                    <a:lnTo>
                      <a:pt x="155123" y="7590"/>
                    </a:lnTo>
                    <a:lnTo>
                      <a:pt x="191049" y="2745"/>
                    </a:lnTo>
                    <a:cubicBezTo>
                      <a:pt x="192430" y="2570"/>
                      <a:pt x="193284" y="1784"/>
                      <a:pt x="192918" y="1042"/>
                    </a:cubicBezTo>
                    <a:cubicBezTo>
                      <a:pt x="192593" y="300"/>
                      <a:pt x="191252" y="-136"/>
                      <a:pt x="189829" y="3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8" name="Freeform: Shape 847">
                <a:extLst>
                  <a:ext uri="{FF2B5EF4-FFF2-40B4-BE49-F238E27FC236}">
                    <a16:creationId xmlns:a16="http://schemas.microsoft.com/office/drawing/2014/main" id="{A150211C-9A07-45D8-A3EE-4A248F4A0978}"/>
                  </a:ext>
                </a:extLst>
              </p:cNvPr>
              <p:cNvSpPr/>
              <p:nvPr/>
            </p:nvSpPr>
            <p:spPr>
              <a:xfrm>
                <a:off x="11449542" y="5805956"/>
                <a:ext cx="742457" cy="47123"/>
              </a:xfrm>
              <a:custGeom>
                <a:avLst/>
                <a:gdLst>
                  <a:gd name="connsiteX0" fmla="*/ 742457 w 742457"/>
                  <a:gd name="connsiteY0" fmla="*/ 43806 h 47123"/>
                  <a:gd name="connsiteX1" fmla="*/ 742173 w 742457"/>
                  <a:gd name="connsiteY1" fmla="*/ 43697 h 47123"/>
                  <a:gd name="connsiteX2" fmla="*/ 741197 w 742457"/>
                  <a:gd name="connsiteY2" fmla="*/ 43478 h 47123"/>
                  <a:gd name="connsiteX3" fmla="*/ 664875 w 742457"/>
                  <a:gd name="connsiteY3" fmla="*/ 38306 h 47123"/>
                  <a:gd name="connsiteX4" fmla="*/ 588879 w 742457"/>
                  <a:gd name="connsiteY4" fmla="*/ 35708 h 47123"/>
                  <a:gd name="connsiteX5" fmla="*/ 581929 w 742457"/>
                  <a:gd name="connsiteY5" fmla="*/ 36232 h 47123"/>
                  <a:gd name="connsiteX6" fmla="*/ 571119 w 742457"/>
                  <a:gd name="connsiteY6" fmla="*/ 35752 h 47123"/>
                  <a:gd name="connsiteX7" fmla="*/ 521295 w 742457"/>
                  <a:gd name="connsiteY7" fmla="*/ 31648 h 47123"/>
                  <a:gd name="connsiteX8" fmla="*/ 461269 w 742457"/>
                  <a:gd name="connsiteY8" fmla="*/ 28134 h 47123"/>
                  <a:gd name="connsiteX9" fmla="*/ 455498 w 742457"/>
                  <a:gd name="connsiteY9" fmla="*/ 25581 h 47123"/>
                  <a:gd name="connsiteX10" fmla="*/ 445379 w 742457"/>
                  <a:gd name="connsiteY10" fmla="*/ 22918 h 47123"/>
                  <a:gd name="connsiteX11" fmla="*/ 444485 w 742457"/>
                  <a:gd name="connsiteY11" fmla="*/ 22809 h 47123"/>
                  <a:gd name="connsiteX12" fmla="*/ 443713 w 742457"/>
                  <a:gd name="connsiteY12" fmla="*/ 22809 h 47123"/>
                  <a:gd name="connsiteX13" fmla="*/ 382590 w 742457"/>
                  <a:gd name="connsiteY13" fmla="*/ 22874 h 47123"/>
                  <a:gd name="connsiteX14" fmla="*/ 352720 w 742457"/>
                  <a:gd name="connsiteY14" fmla="*/ 23354 h 47123"/>
                  <a:gd name="connsiteX15" fmla="*/ 312121 w 742457"/>
                  <a:gd name="connsiteY15" fmla="*/ 22547 h 47123"/>
                  <a:gd name="connsiteX16" fmla="*/ 238196 w 742457"/>
                  <a:gd name="connsiteY16" fmla="*/ 23987 h 47123"/>
                  <a:gd name="connsiteX17" fmla="*/ 213081 w 742457"/>
                  <a:gd name="connsiteY17" fmla="*/ 23616 h 47123"/>
                  <a:gd name="connsiteX18" fmla="*/ 176383 w 742457"/>
                  <a:gd name="connsiteY18" fmla="*/ 23835 h 47123"/>
                  <a:gd name="connsiteX19" fmla="*/ 152283 w 742457"/>
                  <a:gd name="connsiteY19" fmla="*/ 23136 h 47123"/>
                  <a:gd name="connsiteX20" fmla="*/ 137693 w 742457"/>
                  <a:gd name="connsiteY20" fmla="*/ 22110 h 47123"/>
                  <a:gd name="connsiteX21" fmla="*/ 112578 w 742457"/>
                  <a:gd name="connsiteY21" fmla="*/ 19338 h 47123"/>
                  <a:gd name="connsiteX22" fmla="*/ 88153 w 742457"/>
                  <a:gd name="connsiteY22" fmla="*/ 16348 h 47123"/>
                  <a:gd name="connsiteX23" fmla="*/ 63851 w 742457"/>
                  <a:gd name="connsiteY23" fmla="*/ 10215 h 47123"/>
                  <a:gd name="connsiteX24" fmla="*/ 40645 w 742457"/>
                  <a:gd name="connsiteY24" fmla="*/ 3296 h 47123"/>
                  <a:gd name="connsiteX25" fmla="*/ 40035 w 742457"/>
                  <a:gd name="connsiteY25" fmla="*/ 3187 h 47123"/>
                  <a:gd name="connsiteX26" fmla="*/ 16221 w 742457"/>
                  <a:gd name="connsiteY26" fmla="*/ 44 h 47123"/>
                  <a:gd name="connsiteX27" fmla="*/ 15245 w 742457"/>
                  <a:gd name="connsiteY27" fmla="*/ 0 h 47123"/>
                  <a:gd name="connsiteX28" fmla="*/ 4435 w 742457"/>
                  <a:gd name="connsiteY28" fmla="*/ 917 h 47123"/>
                  <a:gd name="connsiteX29" fmla="*/ 3459 w 742457"/>
                  <a:gd name="connsiteY29" fmla="*/ 698 h 47123"/>
                  <a:gd name="connsiteX30" fmla="*/ 168 w 742457"/>
                  <a:gd name="connsiteY30" fmla="*/ 1506 h 47123"/>
                  <a:gd name="connsiteX31" fmla="*/ 1549 w 742457"/>
                  <a:gd name="connsiteY31" fmla="*/ 3318 h 47123"/>
                  <a:gd name="connsiteX32" fmla="*/ 3216 w 742457"/>
                  <a:gd name="connsiteY32" fmla="*/ 3645 h 47123"/>
                  <a:gd name="connsiteX33" fmla="*/ 4516 w 742457"/>
                  <a:gd name="connsiteY33" fmla="*/ 3754 h 47123"/>
                  <a:gd name="connsiteX34" fmla="*/ 15408 w 742457"/>
                  <a:gd name="connsiteY34" fmla="*/ 2837 h 47123"/>
                  <a:gd name="connsiteX35" fmla="*/ 38451 w 742457"/>
                  <a:gd name="connsiteY35" fmla="*/ 5937 h 47123"/>
                  <a:gd name="connsiteX36" fmla="*/ 61656 w 742457"/>
                  <a:gd name="connsiteY36" fmla="*/ 12812 h 47123"/>
                  <a:gd name="connsiteX37" fmla="*/ 86569 w 742457"/>
                  <a:gd name="connsiteY37" fmla="*/ 19055 h 47123"/>
                  <a:gd name="connsiteX38" fmla="*/ 111481 w 742457"/>
                  <a:gd name="connsiteY38" fmla="*/ 22132 h 47123"/>
                  <a:gd name="connsiteX39" fmla="*/ 136799 w 742457"/>
                  <a:gd name="connsiteY39" fmla="*/ 24904 h 47123"/>
                  <a:gd name="connsiteX40" fmla="*/ 149195 w 742457"/>
                  <a:gd name="connsiteY40" fmla="*/ 25755 h 47123"/>
                  <a:gd name="connsiteX41" fmla="*/ 176301 w 742457"/>
                  <a:gd name="connsiteY41" fmla="*/ 26650 h 47123"/>
                  <a:gd name="connsiteX42" fmla="*/ 212999 w 742457"/>
                  <a:gd name="connsiteY42" fmla="*/ 26432 h 47123"/>
                  <a:gd name="connsiteX43" fmla="*/ 238196 w 742457"/>
                  <a:gd name="connsiteY43" fmla="*/ 26803 h 47123"/>
                  <a:gd name="connsiteX44" fmla="*/ 312121 w 742457"/>
                  <a:gd name="connsiteY44" fmla="*/ 25362 h 47123"/>
                  <a:gd name="connsiteX45" fmla="*/ 352720 w 742457"/>
                  <a:gd name="connsiteY45" fmla="*/ 26170 h 47123"/>
                  <a:gd name="connsiteX46" fmla="*/ 382590 w 742457"/>
                  <a:gd name="connsiteY46" fmla="*/ 25690 h 47123"/>
                  <a:gd name="connsiteX47" fmla="*/ 443794 w 742457"/>
                  <a:gd name="connsiteY47" fmla="*/ 25646 h 47123"/>
                  <a:gd name="connsiteX48" fmla="*/ 452816 w 742457"/>
                  <a:gd name="connsiteY48" fmla="*/ 27938 h 47123"/>
                  <a:gd name="connsiteX49" fmla="*/ 458587 w 742457"/>
                  <a:gd name="connsiteY49" fmla="*/ 30601 h 47123"/>
                  <a:gd name="connsiteX50" fmla="*/ 459969 w 742457"/>
                  <a:gd name="connsiteY50" fmla="*/ 30928 h 47123"/>
                  <a:gd name="connsiteX51" fmla="*/ 520603 w 742457"/>
                  <a:gd name="connsiteY51" fmla="*/ 34442 h 47123"/>
                  <a:gd name="connsiteX52" fmla="*/ 570509 w 742457"/>
                  <a:gd name="connsiteY52" fmla="*/ 38589 h 47123"/>
                  <a:gd name="connsiteX53" fmla="*/ 582011 w 742457"/>
                  <a:gd name="connsiteY53" fmla="*/ 39004 h 47123"/>
                  <a:gd name="connsiteX54" fmla="*/ 589041 w 742457"/>
                  <a:gd name="connsiteY54" fmla="*/ 38480 h 47123"/>
                  <a:gd name="connsiteX55" fmla="*/ 664347 w 742457"/>
                  <a:gd name="connsiteY55" fmla="*/ 41099 h 47123"/>
                  <a:gd name="connsiteX56" fmla="*/ 739978 w 742457"/>
                  <a:gd name="connsiteY56" fmla="*/ 46272 h 47123"/>
                  <a:gd name="connsiteX57" fmla="*/ 742457 w 742457"/>
                  <a:gd name="connsiteY57" fmla="*/ 47123 h 47123"/>
                  <a:gd name="connsiteX58" fmla="*/ 742457 w 742457"/>
                  <a:gd name="connsiteY58" fmla="*/ 43828 h 47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742457" h="47123">
                    <a:moveTo>
                      <a:pt x="742457" y="43806"/>
                    </a:moveTo>
                    <a:lnTo>
                      <a:pt x="742173" y="43697"/>
                    </a:lnTo>
                    <a:cubicBezTo>
                      <a:pt x="741848" y="43588"/>
                      <a:pt x="741563" y="43544"/>
                      <a:pt x="741197" y="43478"/>
                    </a:cubicBezTo>
                    <a:lnTo>
                      <a:pt x="664875" y="38306"/>
                    </a:lnTo>
                    <a:lnTo>
                      <a:pt x="588879" y="35708"/>
                    </a:lnTo>
                    <a:lnTo>
                      <a:pt x="581929" y="36232"/>
                    </a:lnTo>
                    <a:lnTo>
                      <a:pt x="571119" y="35752"/>
                    </a:lnTo>
                    <a:lnTo>
                      <a:pt x="521295" y="31648"/>
                    </a:lnTo>
                    <a:lnTo>
                      <a:pt x="461269" y="28134"/>
                    </a:lnTo>
                    <a:lnTo>
                      <a:pt x="455498" y="25581"/>
                    </a:lnTo>
                    <a:lnTo>
                      <a:pt x="445379" y="22918"/>
                    </a:lnTo>
                    <a:cubicBezTo>
                      <a:pt x="445054" y="22874"/>
                      <a:pt x="444769" y="22809"/>
                      <a:pt x="444485" y="22809"/>
                    </a:cubicBezTo>
                    <a:lnTo>
                      <a:pt x="443713" y="22809"/>
                    </a:lnTo>
                    <a:lnTo>
                      <a:pt x="382590" y="22874"/>
                    </a:lnTo>
                    <a:lnTo>
                      <a:pt x="352720" y="23354"/>
                    </a:lnTo>
                    <a:lnTo>
                      <a:pt x="312121" y="22547"/>
                    </a:lnTo>
                    <a:lnTo>
                      <a:pt x="238196" y="23987"/>
                    </a:lnTo>
                    <a:lnTo>
                      <a:pt x="213081" y="23616"/>
                    </a:lnTo>
                    <a:lnTo>
                      <a:pt x="176383" y="23835"/>
                    </a:lnTo>
                    <a:lnTo>
                      <a:pt x="152283" y="23136"/>
                    </a:lnTo>
                    <a:lnTo>
                      <a:pt x="137693" y="22110"/>
                    </a:lnTo>
                    <a:lnTo>
                      <a:pt x="112578" y="19338"/>
                    </a:lnTo>
                    <a:lnTo>
                      <a:pt x="88153" y="16348"/>
                    </a:lnTo>
                    <a:lnTo>
                      <a:pt x="63851" y="10215"/>
                    </a:lnTo>
                    <a:lnTo>
                      <a:pt x="40645" y="3296"/>
                    </a:lnTo>
                    <a:cubicBezTo>
                      <a:pt x="40442" y="3230"/>
                      <a:pt x="40239" y="3187"/>
                      <a:pt x="40035" y="3187"/>
                    </a:cubicBezTo>
                    <a:lnTo>
                      <a:pt x="16221" y="44"/>
                    </a:lnTo>
                    <a:cubicBezTo>
                      <a:pt x="15814" y="0"/>
                      <a:pt x="15529" y="0"/>
                      <a:pt x="15245" y="0"/>
                    </a:cubicBezTo>
                    <a:lnTo>
                      <a:pt x="4435" y="917"/>
                    </a:lnTo>
                    <a:lnTo>
                      <a:pt x="3459" y="698"/>
                    </a:lnTo>
                    <a:cubicBezTo>
                      <a:pt x="2159" y="371"/>
                      <a:pt x="696" y="742"/>
                      <a:pt x="168" y="1506"/>
                    </a:cubicBezTo>
                    <a:cubicBezTo>
                      <a:pt x="-320" y="2204"/>
                      <a:pt x="289" y="2990"/>
                      <a:pt x="1549" y="3318"/>
                    </a:cubicBezTo>
                    <a:lnTo>
                      <a:pt x="3216" y="3645"/>
                    </a:lnTo>
                    <a:cubicBezTo>
                      <a:pt x="3622" y="3754"/>
                      <a:pt x="3988" y="3754"/>
                      <a:pt x="4516" y="3754"/>
                    </a:cubicBezTo>
                    <a:lnTo>
                      <a:pt x="15408" y="2837"/>
                    </a:lnTo>
                    <a:lnTo>
                      <a:pt x="38451" y="5937"/>
                    </a:lnTo>
                    <a:lnTo>
                      <a:pt x="61656" y="12812"/>
                    </a:lnTo>
                    <a:lnTo>
                      <a:pt x="86569" y="19055"/>
                    </a:lnTo>
                    <a:lnTo>
                      <a:pt x="111481" y="22132"/>
                    </a:lnTo>
                    <a:lnTo>
                      <a:pt x="136799" y="24904"/>
                    </a:lnTo>
                    <a:lnTo>
                      <a:pt x="149195" y="25755"/>
                    </a:lnTo>
                    <a:lnTo>
                      <a:pt x="176301" y="26650"/>
                    </a:lnTo>
                    <a:lnTo>
                      <a:pt x="212999" y="26432"/>
                    </a:lnTo>
                    <a:lnTo>
                      <a:pt x="238196" y="26803"/>
                    </a:lnTo>
                    <a:lnTo>
                      <a:pt x="312121" y="25362"/>
                    </a:lnTo>
                    <a:lnTo>
                      <a:pt x="352720" y="26170"/>
                    </a:lnTo>
                    <a:lnTo>
                      <a:pt x="382590" y="25690"/>
                    </a:lnTo>
                    <a:lnTo>
                      <a:pt x="443794" y="25646"/>
                    </a:lnTo>
                    <a:lnTo>
                      <a:pt x="452816" y="27938"/>
                    </a:lnTo>
                    <a:lnTo>
                      <a:pt x="458587" y="30601"/>
                    </a:lnTo>
                    <a:cubicBezTo>
                      <a:pt x="458993" y="30754"/>
                      <a:pt x="459482" y="30863"/>
                      <a:pt x="459969" y="30928"/>
                    </a:cubicBezTo>
                    <a:lnTo>
                      <a:pt x="520603" y="34442"/>
                    </a:lnTo>
                    <a:lnTo>
                      <a:pt x="570509" y="38589"/>
                    </a:lnTo>
                    <a:lnTo>
                      <a:pt x="582011" y="39004"/>
                    </a:lnTo>
                    <a:lnTo>
                      <a:pt x="589041" y="38480"/>
                    </a:lnTo>
                    <a:lnTo>
                      <a:pt x="664347" y="41099"/>
                    </a:lnTo>
                    <a:lnTo>
                      <a:pt x="739978" y="46272"/>
                    </a:lnTo>
                    <a:lnTo>
                      <a:pt x="742457" y="47123"/>
                    </a:lnTo>
                    <a:lnTo>
                      <a:pt x="742457" y="4382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49" name="Freeform: Shape 848">
                <a:extLst>
                  <a:ext uri="{FF2B5EF4-FFF2-40B4-BE49-F238E27FC236}">
                    <a16:creationId xmlns:a16="http://schemas.microsoft.com/office/drawing/2014/main" id="{F8BF2146-6741-4B4C-AE35-71033E4A20A2}"/>
                  </a:ext>
                </a:extLst>
              </p:cNvPr>
              <p:cNvSpPr/>
              <p:nvPr/>
            </p:nvSpPr>
            <p:spPr>
              <a:xfrm>
                <a:off x="8475048" y="5688162"/>
                <a:ext cx="3716951" cy="622991"/>
              </a:xfrm>
              <a:custGeom>
                <a:avLst/>
                <a:gdLst>
                  <a:gd name="connsiteX0" fmla="*/ 3716952 w 3716951"/>
                  <a:gd name="connsiteY0" fmla="*/ 620089 h 622991"/>
                  <a:gd name="connsiteX1" fmla="*/ 2461623 w 3716951"/>
                  <a:gd name="connsiteY1" fmla="*/ 386545 h 622991"/>
                  <a:gd name="connsiteX2" fmla="*/ 2428989 w 3716951"/>
                  <a:gd name="connsiteY2" fmla="*/ 382660 h 622991"/>
                  <a:gd name="connsiteX3" fmla="*/ 2404198 w 3716951"/>
                  <a:gd name="connsiteY3" fmla="*/ 375086 h 622991"/>
                  <a:gd name="connsiteX4" fmla="*/ 2375913 w 3716951"/>
                  <a:gd name="connsiteY4" fmla="*/ 367206 h 622991"/>
                  <a:gd name="connsiteX5" fmla="*/ 2347952 w 3716951"/>
                  <a:gd name="connsiteY5" fmla="*/ 357886 h 622991"/>
                  <a:gd name="connsiteX6" fmla="*/ 2319870 w 3716951"/>
                  <a:gd name="connsiteY6" fmla="*/ 345882 h 622991"/>
                  <a:gd name="connsiteX7" fmla="*/ 2292682 w 3716951"/>
                  <a:gd name="connsiteY7" fmla="*/ 335754 h 622991"/>
                  <a:gd name="connsiteX8" fmla="*/ 2265494 w 3716951"/>
                  <a:gd name="connsiteY8" fmla="*/ 319974 h 622991"/>
                  <a:gd name="connsiteX9" fmla="*/ 2264884 w 3716951"/>
                  <a:gd name="connsiteY9" fmla="*/ 319712 h 622991"/>
                  <a:gd name="connsiteX10" fmla="*/ 2238103 w 3716951"/>
                  <a:gd name="connsiteY10" fmla="*/ 310763 h 622991"/>
                  <a:gd name="connsiteX11" fmla="*/ 2236802 w 3716951"/>
                  <a:gd name="connsiteY11" fmla="*/ 310545 h 622991"/>
                  <a:gd name="connsiteX12" fmla="*/ 2141948 w 3716951"/>
                  <a:gd name="connsiteY12" fmla="*/ 308886 h 622991"/>
                  <a:gd name="connsiteX13" fmla="*/ 1952850 w 3716951"/>
                  <a:gd name="connsiteY13" fmla="*/ 309628 h 622991"/>
                  <a:gd name="connsiteX14" fmla="*/ 1857997 w 3716951"/>
                  <a:gd name="connsiteY14" fmla="*/ 308449 h 622991"/>
                  <a:gd name="connsiteX15" fmla="*/ 1774644 w 3716951"/>
                  <a:gd name="connsiteY15" fmla="*/ 309781 h 622991"/>
                  <a:gd name="connsiteX16" fmla="*/ 1751439 w 3716951"/>
                  <a:gd name="connsiteY16" fmla="*/ 297361 h 622991"/>
                  <a:gd name="connsiteX17" fmla="*/ 1750138 w 3716951"/>
                  <a:gd name="connsiteY17" fmla="*/ 296990 h 622991"/>
                  <a:gd name="connsiteX18" fmla="*/ 1739937 w 3716951"/>
                  <a:gd name="connsiteY18" fmla="*/ 296030 h 622991"/>
                  <a:gd name="connsiteX19" fmla="*/ 1644108 w 3716951"/>
                  <a:gd name="connsiteY19" fmla="*/ 295004 h 622991"/>
                  <a:gd name="connsiteX20" fmla="*/ 1624154 w 3716951"/>
                  <a:gd name="connsiteY20" fmla="*/ 296859 h 622991"/>
                  <a:gd name="connsiteX21" fmla="*/ 1614807 w 3716951"/>
                  <a:gd name="connsiteY21" fmla="*/ 297078 h 622991"/>
                  <a:gd name="connsiteX22" fmla="*/ 1592862 w 3716951"/>
                  <a:gd name="connsiteY22" fmla="*/ 292450 h 622991"/>
                  <a:gd name="connsiteX23" fmla="*/ 1583840 w 3716951"/>
                  <a:gd name="connsiteY23" fmla="*/ 291861 h 622991"/>
                  <a:gd name="connsiteX24" fmla="*/ 1563600 w 3716951"/>
                  <a:gd name="connsiteY24" fmla="*/ 285575 h 622991"/>
                  <a:gd name="connsiteX25" fmla="*/ 1561893 w 3716951"/>
                  <a:gd name="connsiteY25" fmla="*/ 285466 h 622991"/>
                  <a:gd name="connsiteX26" fmla="*/ 1471795 w 3716951"/>
                  <a:gd name="connsiteY26" fmla="*/ 295899 h 622991"/>
                  <a:gd name="connsiteX27" fmla="*/ 1382590 w 3716951"/>
                  <a:gd name="connsiteY27" fmla="*/ 301705 h 622991"/>
                  <a:gd name="connsiteX28" fmla="*/ 1114407 w 3716951"/>
                  <a:gd name="connsiteY28" fmla="*/ 301378 h 622991"/>
                  <a:gd name="connsiteX29" fmla="*/ 1077993 w 3716951"/>
                  <a:gd name="connsiteY29" fmla="*/ 292756 h 622991"/>
                  <a:gd name="connsiteX30" fmla="*/ 1059745 w 3716951"/>
                  <a:gd name="connsiteY30" fmla="*/ 287474 h 622991"/>
                  <a:gd name="connsiteX31" fmla="*/ 1058568 w 3716951"/>
                  <a:gd name="connsiteY31" fmla="*/ 287321 h 622991"/>
                  <a:gd name="connsiteX32" fmla="*/ 970541 w 3716951"/>
                  <a:gd name="connsiteY32" fmla="*/ 287321 h 622991"/>
                  <a:gd name="connsiteX33" fmla="*/ 794610 w 3716951"/>
                  <a:gd name="connsiteY33" fmla="*/ 287845 h 622991"/>
                  <a:gd name="connsiteX34" fmla="*/ 443766 w 3716951"/>
                  <a:gd name="connsiteY34" fmla="*/ 287430 h 622991"/>
                  <a:gd name="connsiteX35" fmla="*/ 387397 w 3716951"/>
                  <a:gd name="connsiteY35" fmla="*/ 270973 h 622991"/>
                  <a:gd name="connsiteX36" fmla="*/ 373986 w 3716951"/>
                  <a:gd name="connsiteY36" fmla="*/ 262548 h 622991"/>
                  <a:gd name="connsiteX37" fmla="*/ 360087 w 3716951"/>
                  <a:gd name="connsiteY37" fmla="*/ 239521 h 622991"/>
                  <a:gd name="connsiteX38" fmla="*/ 346107 w 3716951"/>
                  <a:gd name="connsiteY38" fmla="*/ 213831 h 622991"/>
                  <a:gd name="connsiteX39" fmla="*/ 332330 w 3716951"/>
                  <a:gd name="connsiteY39" fmla="*/ 184322 h 622991"/>
                  <a:gd name="connsiteX40" fmla="*/ 318553 w 3716951"/>
                  <a:gd name="connsiteY40" fmla="*/ 151342 h 622991"/>
                  <a:gd name="connsiteX41" fmla="*/ 305061 w 3716951"/>
                  <a:gd name="connsiteY41" fmla="*/ 121985 h 622991"/>
                  <a:gd name="connsiteX42" fmla="*/ 293357 w 3716951"/>
                  <a:gd name="connsiteY42" fmla="*/ 100682 h 622991"/>
                  <a:gd name="connsiteX43" fmla="*/ 282222 w 3716951"/>
                  <a:gd name="connsiteY43" fmla="*/ 77830 h 622991"/>
                  <a:gd name="connsiteX44" fmla="*/ 281611 w 3716951"/>
                  <a:gd name="connsiteY44" fmla="*/ 77306 h 622991"/>
                  <a:gd name="connsiteX45" fmla="*/ 271207 w 3716951"/>
                  <a:gd name="connsiteY45" fmla="*/ 70540 h 622991"/>
                  <a:gd name="connsiteX46" fmla="*/ 270598 w 3716951"/>
                  <a:gd name="connsiteY46" fmla="*/ 70278 h 622991"/>
                  <a:gd name="connsiteX47" fmla="*/ 260397 w 3716951"/>
                  <a:gd name="connsiteY47" fmla="*/ 66917 h 622991"/>
                  <a:gd name="connsiteX48" fmla="*/ 259381 w 3716951"/>
                  <a:gd name="connsiteY48" fmla="*/ 66699 h 622991"/>
                  <a:gd name="connsiteX49" fmla="*/ 184360 w 3716951"/>
                  <a:gd name="connsiteY49" fmla="*/ 61526 h 622991"/>
                  <a:gd name="connsiteX50" fmla="*/ 176639 w 3716951"/>
                  <a:gd name="connsiteY50" fmla="*/ 54978 h 622991"/>
                  <a:gd name="connsiteX51" fmla="*/ 167819 w 3716951"/>
                  <a:gd name="connsiteY51" fmla="*/ 44261 h 622991"/>
                  <a:gd name="connsiteX52" fmla="*/ 158188 w 3716951"/>
                  <a:gd name="connsiteY52" fmla="*/ 30619 h 622991"/>
                  <a:gd name="connsiteX53" fmla="*/ 156319 w 3716951"/>
                  <a:gd name="connsiteY53" fmla="*/ 29768 h 622991"/>
                  <a:gd name="connsiteX54" fmla="*/ 88449 w 3716951"/>
                  <a:gd name="connsiteY54" fmla="*/ 22041 h 622991"/>
                  <a:gd name="connsiteX55" fmla="*/ 74958 w 3716951"/>
                  <a:gd name="connsiteY55" fmla="*/ 18309 h 622991"/>
                  <a:gd name="connsiteX56" fmla="*/ 3593 w 3716951"/>
                  <a:gd name="connsiteY56" fmla="*/ 128 h 622991"/>
                  <a:gd name="connsiteX57" fmla="*/ 220 w 3716951"/>
                  <a:gd name="connsiteY57" fmla="*/ 826 h 622991"/>
                  <a:gd name="connsiteX58" fmla="*/ 1521 w 3716951"/>
                  <a:gd name="connsiteY58" fmla="*/ 2681 h 622991"/>
                  <a:gd name="connsiteX59" fmla="*/ 67398 w 3716951"/>
                  <a:gd name="connsiteY59" fmla="*/ 19466 h 622991"/>
                  <a:gd name="connsiteX60" fmla="*/ 83167 w 3716951"/>
                  <a:gd name="connsiteY60" fmla="*/ 24006 h 622991"/>
                  <a:gd name="connsiteX61" fmla="*/ 85158 w 3716951"/>
                  <a:gd name="connsiteY61" fmla="*/ 24421 h 622991"/>
                  <a:gd name="connsiteX62" fmla="*/ 153921 w 3716951"/>
                  <a:gd name="connsiteY62" fmla="*/ 32365 h 622991"/>
                  <a:gd name="connsiteX63" fmla="*/ 163146 w 3716951"/>
                  <a:gd name="connsiteY63" fmla="*/ 45374 h 622991"/>
                  <a:gd name="connsiteX64" fmla="*/ 172168 w 3716951"/>
                  <a:gd name="connsiteY64" fmla="*/ 56309 h 622991"/>
                  <a:gd name="connsiteX65" fmla="*/ 180703 w 3716951"/>
                  <a:gd name="connsiteY65" fmla="*/ 63599 h 622991"/>
                  <a:gd name="connsiteX66" fmla="*/ 182491 w 3716951"/>
                  <a:gd name="connsiteY66" fmla="*/ 64232 h 622991"/>
                  <a:gd name="connsiteX67" fmla="*/ 258284 w 3716951"/>
                  <a:gd name="connsiteY67" fmla="*/ 69449 h 622991"/>
                  <a:gd name="connsiteX68" fmla="*/ 267591 w 3716951"/>
                  <a:gd name="connsiteY68" fmla="*/ 72548 h 622991"/>
                  <a:gd name="connsiteX69" fmla="*/ 277425 w 3716951"/>
                  <a:gd name="connsiteY69" fmla="*/ 78878 h 622991"/>
                  <a:gd name="connsiteX70" fmla="*/ 288358 w 3716951"/>
                  <a:gd name="connsiteY70" fmla="*/ 101425 h 622991"/>
                  <a:gd name="connsiteX71" fmla="*/ 300062 w 3716951"/>
                  <a:gd name="connsiteY71" fmla="*/ 122749 h 622991"/>
                  <a:gd name="connsiteX72" fmla="*/ 313555 w 3716951"/>
                  <a:gd name="connsiteY72" fmla="*/ 151997 h 622991"/>
                  <a:gd name="connsiteX73" fmla="*/ 327372 w 3716951"/>
                  <a:gd name="connsiteY73" fmla="*/ 184977 h 622991"/>
                  <a:gd name="connsiteX74" fmla="*/ 341272 w 3716951"/>
                  <a:gd name="connsiteY74" fmla="*/ 214617 h 622991"/>
                  <a:gd name="connsiteX75" fmla="*/ 355251 w 3716951"/>
                  <a:gd name="connsiteY75" fmla="*/ 240394 h 622991"/>
                  <a:gd name="connsiteX76" fmla="*/ 369353 w 3716951"/>
                  <a:gd name="connsiteY76" fmla="*/ 263727 h 622991"/>
                  <a:gd name="connsiteX77" fmla="*/ 369841 w 3716951"/>
                  <a:gd name="connsiteY77" fmla="*/ 264207 h 622991"/>
                  <a:gd name="connsiteX78" fmla="*/ 383822 w 3716951"/>
                  <a:gd name="connsiteY78" fmla="*/ 273047 h 622991"/>
                  <a:gd name="connsiteX79" fmla="*/ 384512 w 3716951"/>
                  <a:gd name="connsiteY79" fmla="*/ 273374 h 622991"/>
                  <a:gd name="connsiteX80" fmla="*/ 441936 w 3716951"/>
                  <a:gd name="connsiteY80" fmla="*/ 290115 h 622991"/>
                  <a:gd name="connsiteX81" fmla="*/ 443115 w 3716951"/>
                  <a:gd name="connsiteY81" fmla="*/ 290268 h 622991"/>
                  <a:gd name="connsiteX82" fmla="*/ 794569 w 3716951"/>
                  <a:gd name="connsiteY82" fmla="*/ 290682 h 622991"/>
                  <a:gd name="connsiteX83" fmla="*/ 970500 w 3716951"/>
                  <a:gd name="connsiteY83" fmla="*/ 290159 h 622991"/>
                  <a:gd name="connsiteX84" fmla="*/ 1057917 w 3716951"/>
                  <a:gd name="connsiteY84" fmla="*/ 290159 h 622991"/>
                  <a:gd name="connsiteX85" fmla="*/ 1075799 w 3716951"/>
                  <a:gd name="connsiteY85" fmla="*/ 295332 h 622991"/>
                  <a:gd name="connsiteX86" fmla="*/ 1112903 w 3716951"/>
                  <a:gd name="connsiteY86" fmla="*/ 304062 h 622991"/>
                  <a:gd name="connsiteX87" fmla="*/ 1113878 w 3716951"/>
                  <a:gd name="connsiteY87" fmla="*/ 304171 h 622991"/>
                  <a:gd name="connsiteX88" fmla="*/ 1382874 w 3716951"/>
                  <a:gd name="connsiteY88" fmla="*/ 304542 h 622991"/>
                  <a:gd name="connsiteX89" fmla="*/ 1472567 w 3716951"/>
                  <a:gd name="connsiteY89" fmla="*/ 298671 h 622991"/>
                  <a:gd name="connsiteX90" fmla="*/ 1561975 w 3716951"/>
                  <a:gd name="connsiteY90" fmla="*/ 288282 h 622991"/>
                  <a:gd name="connsiteX91" fmla="*/ 1581726 w 3716951"/>
                  <a:gd name="connsiteY91" fmla="*/ 294415 h 622991"/>
                  <a:gd name="connsiteX92" fmla="*/ 1582702 w 3716951"/>
                  <a:gd name="connsiteY92" fmla="*/ 294568 h 622991"/>
                  <a:gd name="connsiteX93" fmla="*/ 1591642 w 3716951"/>
                  <a:gd name="connsiteY93" fmla="*/ 295157 h 622991"/>
                  <a:gd name="connsiteX94" fmla="*/ 1613465 w 3716951"/>
                  <a:gd name="connsiteY94" fmla="*/ 299784 h 622991"/>
                  <a:gd name="connsiteX95" fmla="*/ 1614359 w 3716951"/>
                  <a:gd name="connsiteY95" fmla="*/ 299850 h 622991"/>
                  <a:gd name="connsiteX96" fmla="*/ 1624560 w 3716951"/>
                  <a:gd name="connsiteY96" fmla="*/ 299675 h 622991"/>
                  <a:gd name="connsiteX97" fmla="*/ 1644311 w 3716951"/>
                  <a:gd name="connsiteY97" fmla="*/ 297754 h 622991"/>
                  <a:gd name="connsiteX98" fmla="*/ 1739368 w 3716951"/>
                  <a:gd name="connsiteY98" fmla="*/ 298758 h 622991"/>
                  <a:gd name="connsiteX99" fmla="*/ 1748391 w 3716951"/>
                  <a:gd name="connsiteY99" fmla="*/ 299610 h 622991"/>
                  <a:gd name="connsiteX100" fmla="*/ 1771800 w 3716951"/>
                  <a:gd name="connsiteY100" fmla="*/ 312182 h 622991"/>
                  <a:gd name="connsiteX101" fmla="*/ 1773588 w 3716951"/>
                  <a:gd name="connsiteY101" fmla="*/ 312553 h 622991"/>
                  <a:gd name="connsiteX102" fmla="*/ 1858038 w 3716951"/>
                  <a:gd name="connsiteY102" fmla="*/ 311221 h 622991"/>
                  <a:gd name="connsiteX103" fmla="*/ 1952687 w 3716951"/>
                  <a:gd name="connsiteY103" fmla="*/ 312378 h 622991"/>
                  <a:gd name="connsiteX104" fmla="*/ 2141907 w 3716951"/>
                  <a:gd name="connsiteY104" fmla="*/ 311636 h 622991"/>
                  <a:gd name="connsiteX105" fmla="*/ 2235949 w 3716951"/>
                  <a:gd name="connsiteY105" fmla="*/ 313229 h 622991"/>
                  <a:gd name="connsiteX106" fmla="*/ 2261958 w 3716951"/>
                  <a:gd name="connsiteY106" fmla="*/ 321960 h 622991"/>
                  <a:gd name="connsiteX107" fmla="*/ 2289431 w 3716951"/>
                  <a:gd name="connsiteY107" fmla="*/ 337850 h 622991"/>
                  <a:gd name="connsiteX108" fmla="*/ 2316822 w 3716951"/>
                  <a:gd name="connsiteY108" fmla="*/ 348086 h 622991"/>
                  <a:gd name="connsiteX109" fmla="*/ 2345026 w 3716951"/>
                  <a:gd name="connsiteY109" fmla="*/ 360135 h 622991"/>
                  <a:gd name="connsiteX110" fmla="*/ 2373393 w 3716951"/>
                  <a:gd name="connsiteY110" fmla="*/ 369564 h 622991"/>
                  <a:gd name="connsiteX111" fmla="*/ 2401759 w 3716951"/>
                  <a:gd name="connsiteY111" fmla="*/ 377508 h 622991"/>
                  <a:gd name="connsiteX112" fmla="*/ 2426835 w 3716951"/>
                  <a:gd name="connsiteY112" fmla="*/ 385126 h 622991"/>
                  <a:gd name="connsiteX113" fmla="*/ 2427525 w 3716951"/>
                  <a:gd name="connsiteY113" fmla="*/ 385279 h 622991"/>
                  <a:gd name="connsiteX114" fmla="*/ 2460160 w 3716951"/>
                  <a:gd name="connsiteY114" fmla="*/ 389120 h 622991"/>
                  <a:gd name="connsiteX115" fmla="*/ 3716870 w 3716951"/>
                  <a:gd name="connsiteY115" fmla="*/ 622992 h 622991"/>
                  <a:gd name="connsiteX116" fmla="*/ 3716870 w 3716951"/>
                  <a:gd name="connsiteY116" fmla="*/ 620001 h 62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3716951" h="622991">
                    <a:moveTo>
                      <a:pt x="3716952" y="620089"/>
                    </a:moveTo>
                    <a:lnTo>
                      <a:pt x="2461623" y="386545"/>
                    </a:lnTo>
                    <a:lnTo>
                      <a:pt x="2428989" y="382660"/>
                    </a:lnTo>
                    <a:lnTo>
                      <a:pt x="2404198" y="375086"/>
                    </a:lnTo>
                    <a:lnTo>
                      <a:pt x="2375913" y="367206"/>
                    </a:lnTo>
                    <a:lnTo>
                      <a:pt x="2347952" y="357886"/>
                    </a:lnTo>
                    <a:lnTo>
                      <a:pt x="2319870" y="345882"/>
                    </a:lnTo>
                    <a:lnTo>
                      <a:pt x="2292682" y="335754"/>
                    </a:lnTo>
                    <a:lnTo>
                      <a:pt x="2265494" y="319974"/>
                    </a:lnTo>
                    <a:cubicBezTo>
                      <a:pt x="2265291" y="319865"/>
                      <a:pt x="2265088" y="319755"/>
                      <a:pt x="2264884" y="319712"/>
                    </a:cubicBezTo>
                    <a:lnTo>
                      <a:pt x="2238103" y="310763"/>
                    </a:lnTo>
                    <a:cubicBezTo>
                      <a:pt x="2237696" y="310610"/>
                      <a:pt x="2237330" y="310545"/>
                      <a:pt x="2236802" y="310545"/>
                    </a:cubicBezTo>
                    <a:lnTo>
                      <a:pt x="2141948" y="308886"/>
                    </a:lnTo>
                    <a:lnTo>
                      <a:pt x="1952850" y="309628"/>
                    </a:lnTo>
                    <a:lnTo>
                      <a:pt x="1857997" y="308449"/>
                    </a:lnTo>
                    <a:lnTo>
                      <a:pt x="1774644" y="309781"/>
                    </a:lnTo>
                    <a:lnTo>
                      <a:pt x="1751439" y="297361"/>
                    </a:lnTo>
                    <a:cubicBezTo>
                      <a:pt x="1751154" y="297143"/>
                      <a:pt x="1750666" y="296990"/>
                      <a:pt x="1750138" y="296990"/>
                    </a:cubicBezTo>
                    <a:lnTo>
                      <a:pt x="1739937" y="296030"/>
                    </a:lnTo>
                    <a:lnTo>
                      <a:pt x="1644108" y="295004"/>
                    </a:lnTo>
                    <a:lnTo>
                      <a:pt x="1624154" y="296859"/>
                    </a:lnTo>
                    <a:lnTo>
                      <a:pt x="1614807" y="297078"/>
                    </a:lnTo>
                    <a:lnTo>
                      <a:pt x="1592862" y="292450"/>
                    </a:lnTo>
                    <a:lnTo>
                      <a:pt x="1583840" y="291861"/>
                    </a:lnTo>
                    <a:lnTo>
                      <a:pt x="1563600" y="285575"/>
                    </a:lnTo>
                    <a:cubicBezTo>
                      <a:pt x="1563113" y="285422"/>
                      <a:pt x="1562504" y="285357"/>
                      <a:pt x="1561893" y="285466"/>
                    </a:cubicBezTo>
                    <a:lnTo>
                      <a:pt x="1471795" y="295899"/>
                    </a:lnTo>
                    <a:lnTo>
                      <a:pt x="1382590" y="301705"/>
                    </a:lnTo>
                    <a:lnTo>
                      <a:pt x="1114407" y="301378"/>
                    </a:lnTo>
                    <a:lnTo>
                      <a:pt x="1077993" y="292756"/>
                    </a:lnTo>
                    <a:lnTo>
                      <a:pt x="1059745" y="287474"/>
                    </a:lnTo>
                    <a:cubicBezTo>
                      <a:pt x="1059340" y="287365"/>
                      <a:pt x="1058973" y="287321"/>
                      <a:pt x="1058568" y="287321"/>
                    </a:cubicBezTo>
                    <a:lnTo>
                      <a:pt x="970541" y="287321"/>
                    </a:lnTo>
                    <a:lnTo>
                      <a:pt x="794610" y="287845"/>
                    </a:lnTo>
                    <a:lnTo>
                      <a:pt x="443766" y="287430"/>
                    </a:lnTo>
                    <a:lnTo>
                      <a:pt x="387397" y="270973"/>
                    </a:lnTo>
                    <a:lnTo>
                      <a:pt x="373986" y="262548"/>
                    </a:lnTo>
                    <a:lnTo>
                      <a:pt x="360087" y="239521"/>
                    </a:lnTo>
                    <a:lnTo>
                      <a:pt x="346107" y="213831"/>
                    </a:lnTo>
                    <a:lnTo>
                      <a:pt x="332330" y="184322"/>
                    </a:lnTo>
                    <a:lnTo>
                      <a:pt x="318553" y="151342"/>
                    </a:lnTo>
                    <a:lnTo>
                      <a:pt x="305061" y="121985"/>
                    </a:lnTo>
                    <a:lnTo>
                      <a:pt x="293357" y="100682"/>
                    </a:lnTo>
                    <a:lnTo>
                      <a:pt x="282222" y="77830"/>
                    </a:lnTo>
                    <a:cubicBezTo>
                      <a:pt x="282140" y="77677"/>
                      <a:pt x="281937" y="77459"/>
                      <a:pt x="281611" y="77306"/>
                    </a:cubicBezTo>
                    <a:lnTo>
                      <a:pt x="271207" y="70540"/>
                    </a:lnTo>
                    <a:cubicBezTo>
                      <a:pt x="271207" y="70540"/>
                      <a:pt x="270801" y="70322"/>
                      <a:pt x="270598" y="70278"/>
                    </a:cubicBezTo>
                    <a:lnTo>
                      <a:pt x="260397" y="66917"/>
                    </a:lnTo>
                    <a:cubicBezTo>
                      <a:pt x="260113" y="66808"/>
                      <a:pt x="259788" y="66764"/>
                      <a:pt x="259381" y="66699"/>
                    </a:cubicBezTo>
                    <a:lnTo>
                      <a:pt x="184360" y="61526"/>
                    </a:lnTo>
                    <a:lnTo>
                      <a:pt x="176639" y="54978"/>
                    </a:lnTo>
                    <a:lnTo>
                      <a:pt x="167819" y="44261"/>
                    </a:lnTo>
                    <a:lnTo>
                      <a:pt x="158188" y="30619"/>
                    </a:lnTo>
                    <a:cubicBezTo>
                      <a:pt x="157781" y="30205"/>
                      <a:pt x="157091" y="29877"/>
                      <a:pt x="156319" y="29768"/>
                    </a:cubicBezTo>
                    <a:lnTo>
                      <a:pt x="88449" y="22041"/>
                    </a:lnTo>
                    <a:lnTo>
                      <a:pt x="74958" y="18309"/>
                    </a:lnTo>
                    <a:lnTo>
                      <a:pt x="3593" y="128"/>
                    </a:lnTo>
                    <a:cubicBezTo>
                      <a:pt x="2333" y="-200"/>
                      <a:pt x="830" y="128"/>
                      <a:pt x="220" y="826"/>
                    </a:cubicBezTo>
                    <a:cubicBezTo>
                      <a:pt x="-349" y="1525"/>
                      <a:pt x="220" y="2376"/>
                      <a:pt x="1521" y="2681"/>
                    </a:cubicBezTo>
                    <a:lnTo>
                      <a:pt x="67398" y="19466"/>
                    </a:lnTo>
                    <a:lnTo>
                      <a:pt x="83167" y="24006"/>
                    </a:lnTo>
                    <a:lnTo>
                      <a:pt x="85158" y="24421"/>
                    </a:lnTo>
                    <a:lnTo>
                      <a:pt x="153921" y="32365"/>
                    </a:lnTo>
                    <a:lnTo>
                      <a:pt x="163146" y="45374"/>
                    </a:lnTo>
                    <a:lnTo>
                      <a:pt x="172168" y="56309"/>
                    </a:lnTo>
                    <a:lnTo>
                      <a:pt x="180703" y="63599"/>
                    </a:lnTo>
                    <a:cubicBezTo>
                      <a:pt x="181109" y="63970"/>
                      <a:pt x="181799" y="64188"/>
                      <a:pt x="182491" y="64232"/>
                    </a:cubicBezTo>
                    <a:lnTo>
                      <a:pt x="258284" y="69449"/>
                    </a:lnTo>
                    <a:lnTo>
                      <a:pt x="267591" y="72548"/>
                    </a:lnTo>
                    <a:lnTo>
                      <a:pt x="277425" y="78878"/>
                    </a:lnTo>
                    <a:lnTo>
                      <a:pt x="288358" y="101425"/>
                    </a:lnTo>
                    <a:lnTo>
                      <a:pt x="300062" y="122749"/>
                    </a:lnTo>
                    <a:lnTo>
                      <a:pt x="313555" y="151997"/>
                    </a:lnTo>
                    <a:lnTo>
                      <a:pt x="327372" y="184977"/>
                    </a:lnTo>
                    <a:lnTo>
                      <a:pt x="341272" y="214617"/>
                    </a:lnTo>
                    <a:lnTo>
                      <a:pt x="355251" y="240394"/>
                    </a:lnTo>
                    <a:lnTo>
                      <a:pt x="369353" y="263727"/>
                    </a:lnTo>
                    <a:cubicBezTo>
                      <a:pt x="369435" y="263945"/>
                      <a:pt x="369557" y="264098"/>
                      <a:pt x="369841" y="264207"/>
                    </a:cubicBezTo>
                    <a:lnTo>
                      <a:pt x="383822" y="273047"/>
                    </a:lnTo>
                    <a:cubicBezTo>
                      <a:pt x="383822" y="273047"/>
                      <a:pt x="384309" y="273265"/>
                      <a:pt x="384512" y="273374"/>
                    </a:cubicBezTo>
                    <a:lnTo>
                      <a:pt x="441936" y="290115"/>
                    </a:lnTo>
                    <a:cubicBezTo>
                      <a:pt x="442221" y="290224"/>
                      <a:pt x="442709" y="290268"/>
                      <a:pt x="443115" y="290268"/>
                    </a:cubicBezTo>
                    <a:lnTo>
                      <a:pt x="794569" y="290682"/>
                    </a:lnTo>
                    <a:lnTo>
                      <a:pt x="970500" y="290159"/>
                    </a:lnTo>
                    <a:lnTo>
                      <a:pt x="1057917" y="290159"/>
                    </a:lnTo>
                    <a:lnTo>
                      <a:pt x="1075799" y="295332"/>
                    </a:lnTo>
                    <a:lnTo>
                      <a:pt x="1112903" y="304062"/>
                    </a:lnTo>
                    <a:cubicBezTo>
                      <a:pt x="1113188" y="304171"/>
                      <a:pt x="1113512" y="304171"/>
                      <a:pt x="1113878" y="304171"/>
                    </a:cubicBezTo>
                    <a:lnTo>
                      <a:pt x="1382874" y="304542"/>
                    </a:lnTo>
                    <a:lnTo>
                      <a:pt x="1472567" y="298671"/>
                    </a:lnTo>
                    <a:lnTo>
                      <a:pt x="1561975" y="288282"/>
                    </a:lnTo>
                    <a:lnTo>
                      <a:pt x="1581726" y="294415"/>
                    </a:lnTo>
                    <a:cubicBezTo>
                      <a:pt x="1582010" y="294524"/>
                      <a:pt x="1582417" y="294568"/>
                      <a:pt x="1582702" y="294568"/>
                    </a:cubicBezTo>
                    <a:lnTo>
                      <a:pt x="1591642" y="295157"/>
                    </a:lnTo>
                    <a:lnTo>
                      <a:pt x="1613465" y="299784"/>
                    </a:lnTo>
                    <a:cubicBezTo>
                      <a:pt x="1613750" y="299850"/>
                      <a:pt x="1614238" y="299893"/>
                      <a:pt x="1614359" y="299850"/>
                    </a:cubicBezTo>
                    <a:lnTo>
                      <a:pt x="1624560" y="299675"/>
                    </a:lnTo>
                    <a:lnTo>
                      <a:pt x="1644311" y="297754"/>
                    </a:lnTo>
                    <a:lnTo>
                      <a:pt x="1739368" y="298758"/>
                    </a:lnTo>
                    <a:lnTo>
                      <a:pt x="1748391" y="299610"/>
                    </a:lnTo>
                    <a:lnTo>
                      <a:pt x="1771800" y="312182"/>
                    </a:lnTo>
                    <a:cubicBezTo>
                      <a:pt x="1772205" y="312444"/>
                      <a:pt x="1772896" y="312509"/>
                      <a:pt x="1773588" y="312553"/>
                    </a:cubicBezTo>
                    <a:lnTo>
                      <a:pt x="1858038" y="311221"/>
                    </a:lnTo>
                    <a:lnTo>
                      <a:pt x="1952687" y="312378"/>
                    </a:lnTo>
                    <a:lnTo>
                      <a:pt x="2141907" y="311636"/>
                    </a:lnTo>
                    <a:lnTo>
                      <a:pt x="2235949" y="313229"/>
                    </a:lnTo>
                    <a:lnTo>
                      <a:pt x="2261958" y="321960"/>
                    </a:lnTo>
                    <a:lnTo>
                      <a:pt x="2289431" y="337850"/>
                    </a:lnTo>
                    <a:lnTo>
                      <a:pt x="2316822" y="348086"/>
                    </a:lnTo>
                    <a:lnTo>
                      <a:pt x="2345026" y="360135"/>
                    </a:lnTo>
                    <a:lnTo>
                      <a:pt x="2373393" y="369564"/>
                    </a:lnTo>
                    <a:lnTo>
                      <a:pt x="2401759" y="377508"/>
                    </a:lnTo>
                    <a:lnTo>
                      <a:pt x="2426835" y="385126"/>
                    </a:lnTo>
                    <a:cubicBezTo>
                      <a:pt x="2426835" y="385126"/>
                      <a:pt x="2427322" y="385235"/>
                      <a:pt x="2427525" y="385279"/>
                    </a:cubicBezTo>
                    <a:lnTo>
                      <a:pt x="2460160" y="389120"/>
                    </a:lnTo>
                    <a:lnTo>
                      <a:pt x="3716870" y="622992"/>
                    </a:lnTo>
                    <a:lnTo>
                      <a:pt x="3716870" y="62000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0" name="Freeform: Shape 849">
                <a:extLst>
                  <a:ext uri="{FF2B5EF4-FFF2-40B4-BE49-F238E27FC236}">
                    <a16:creationId xmlns:a16="http://schemas.microsoft.com/office/drawing/2014/main" id="{B9FBA921-4955-4A6C-9CFB-0C9E674952C3}"/>
                  </a:ext>
                </a:extLst>
              </p:cNvPr>
              <p:cNvSpPr/>
              <p:nvPr/>
            </p:nvSpPr>
            <p:spPr>
              <a:xfrm>
                <a:off x="3947525" y="6623840"/>
                <a:ext cx="3636524" cy="279095"/>
              </a:xfrm>
              <a:custGeom>
                <a:avLst/>
                <a:gdLst>
                  <a:gd name="connsiteX0" fmla="*/ 6136 w 3636524"/>
                  <a:gd name="connsiteY0" fmla="*/ 279052 h 279095"/>
                  <a:gd name="connsiteX1" fmla="*/ 24668 w 3636524"/>
                  <a:gd name="connsiteY1" fmla="*/ 264298 h 279095"/>
                  <a:gd name="connsiteX2" fmla="*/ 53279 w 3636524"/>
                  <a:gd name="connsiteY2" fmla="*/ 240572 h 279095"/>
                  <a:gd name="connsiteX3" fmla="*/ 81199 w 3636524"/>
                  <a:gd name="connsiteY3" fmla="*/ 216694 h 279095"/>
                  <a:gd name="connsiteX4" fmla="*/ 108427 w 3636524"/>
                  <a:gd name="connsiteY4" fmla="*/ 192554 h 279095"/>
                  <a:gd name="connsiteX5" fmla="*/ 135047 w 3636524"/>
                  <a:gd name="connsiteY5" fmla="*/ 167671 h 279095"/>
                  <a:gd name="connsiteX6" fmla="*/ 161056 w 3636524"/>
                  <a:gd name="connsiteY6" fmla="*/ 142833 h 279095"/>
                  <a:gd name="connsiteX7" fmla="*/ 186456 w 3636524"/>
                  <a:gd name="connsiteY7" fmla="*/ 117580 h 279095"/>
                  <a:gd name="connsiteX8" fmla="*/ 211287 w 3636524"/>
                  <a:gd name="connsiteY8" fmla="*/ 91737 h 279095"/>
                  <a:gd name="connsiteX9" fmla="*/ 235590 w 3636524"/>
                  <a:gd name="connsiteY9" fmla="*/ 65261 h 279095"/>
                  <a:gd name="connsiteX10" fmla="*/ 259202 w 3636524"/>
                  <a:gd name="connsiteY10" fmla="*/ 39004 h 279095"/>
                  <a:gd name="connsiteX11" fmla="*/ 282123 w 3636524"/>
                  <a:gd name="connsiteY11" fmla="*/ 17308 h 279095"/>
                  <a:gd name="connsiteX12" fmla="*/ 303946 w 3636524"/>
                  <a:gd name="connsiteY12" fmla="*/ 2816 h 279095"/>
                  <a:gd name="connsiteX13" fmla="*/ 472278 w 3636524"/>
                  <a:gd name="connsiteY13" fmla="*/ 5697 h 279095"/>
                  <a:gd name="connsiteX14" fmla="*/ 641909 w 3636524"/>
                  <a:gd name="connsiteY14" fmla="*/ 8905 h 279095"/>
                  <a:gd name="connsiteX15" fmla="*/ 811702 w 3636524"/>
                  <a:gd name="connsiteY15" fmla="*/ 12703 h 279095"/>
                  <a:gd name="connsiteX16" fmla="*/ 981537 w 3636524"/>
                  <a:gd name="connsiteY16" fmla="*/ 15366 h 279095"/>
                  <a:gd name="connsiteX17" fmla="*/ 1151575 w 3636524"/>
                  <a:gd name="connsiteY17" fmla="*/ 17658 h 279095"/>
                  <a:gd name="connsiteX18" fmla="*/ 1321572 w 3636524"/>
                  <a:gd name="connsiteY18" fmla="*/ 19142 h 279095"/>
                  <a:gd name="connsiteX19" fmla="*/ 1626210 w 3636524"/>
                  <a:gd name="connsiteY19" fmla="*/ 27349 h 279095"/>
                  <a:gd name="connsiteX20" fmla="*/ 1832539 w 3636524"/>
                  <a:gd name="connsiteY20" fmla="*/ 32041 h 279095"/>
                  <a:gd name="connsiteX21" fmla="*/ 2003105 w 3636524"/>
                  <a:gd name="connsiteY21" fmla="*/ 35512 h 279095"/>
                  <a:gd name="connsiteX22" fmla="*/ 2173752 w 3636524"/>
                  <a:gd name="connsiteY22" fmla="*/ 38655 h 279095"/>
                  <a:gd name="connsiteX23" fmla="*/ 2344522 w 3636524"/>
                  <a:gd name="connsiteY23" fmla="*/ 41099 h 279095"/>
                  <a:gd name="connsiteX24" fmla="*/ 2515454 w 3636524"/>
                  <a:gd name="connsiteY24" fmla="*/ 42365 h 279095"/>
                  <a:gd name="connsiteX25" fmla="*/ 2686385 w 3636524"/>
                  <a:gd name="connsiteY25" fmla="*/ 42147 h 279095"/>
                  <a:gd name="connsiteX26" fmla="*/ 2857317 w 3636524"/>
                  <a:gd name="connsiteY26" fmla="*/ 40772 h 279095"/>
                  <a:gd name="connsiteX27" fmla="*/ 3028574 w 3636524"/>
                  <a:gd name="connsiteY27" fmla="*/ 44133 h 279095"/>
                  <a:gd name="connsiteX28" fmla="*/ 3199831 w 3636524"/>
                  <a:gd name="connsiteY28" fmla="*/ 44461 h 279095"/>
                  <a:gd name="connsiteX29" fmla="*/ 3371291 w 3636524"/>
                  <a:gd name="connsiteY29" fmla="*/ 45006 h 279095"/>
                  <a:gd name="connsiteX30" fmla="*/ 3542751 w 3636524"/>
                  <a:gd name="connsiteY30" fmla="*/ 44308 h 279095"/>
                  <a:gd name="connsiteX31" fmla="*/ 3604687 w 3636524"/>
                  <a:gd name="connsiteY31" fmla="*/ 43981 h 279095"/>
                  <a:gd name="connsiteX32" fmla="*/ 3617976 w 3636524"/>
                  <a:gd name="connsiteY32" fmla="*/ 52733 h 279095"/>
                  <a:gd name="connsiteX33" fmla="*/ 3632159 w 3636524"/>
                  <a:gd name="connsiteY33" fmla="*/ 61158 h 279095"/>
                  <a:gd name="connsiteX34" fmla="*/ 3635736 w 3636524"/>
                  <a:gd name="connsiteY34" fmla="*/ 61202 h 279095"/>
                  <a:gd name="connsiteX35" fmla="*/ 3635817 w 3636524"/>
                  <a:gd name="connsiteY35" fmla="*/ 59237 h 279095"/>
                  <a:gd name="connsiteX36" fmla="*/ 3623137 w 3636524"/>
                  <a:gd name="connsiteY36" fmla="*/ 51773 h 279095"/>
                  <a:gd name="connsiteX37" fmla="*/ 3607979 w 3636524"/>
                  <a:gd name="connsiteY37" fmla="*/ 41754 h 279095"/>
                  <a:gd name="connsiteX38" fmla="*/ 3607206 w 3636524"/>
                  <a:gd name="connsiteY38" fmla="*/ 41383 h 279095"/>
                  <a:gd name="connsiteX39" fmla="*/ 3605825 w 3636524"/>
                  <a:gd name="connsiteY39" fmla="*/ 41165 h 279095"/>
                  <a:gd name="connsiteX40" fmla="*/ 3371373 w 3636524"/>
                  <a:gd name="connsiteY40" fmla="*/ 42191 h 279095"/>
                  <a:gd name="connsiteX41" fmla="*/ 3199912 w 3636524"/>
                  <a:gd name="connsiteY41" fmla="*/ 41667 h 279095"/>
                  <a:gd name="connsiteX42" fmla="*/ 3028777 w 3636524"/>
                  <a:gd name="connsiteY42" fmla="*/ 41339 h 279095"/>
                  <a:gd name="connsiteX43" fmla="*/ 2857439 w 3636524"/>
                  <a:gd name="connsiteY43" fmla="*/ 37978 h 279095"/>
                  <a:gd name="connsiteX44" fmla="*/ 2686507 w 3636524"/>
                  <a:gd name="connsiteY44" fmla="*/ 39419 h 279095"/>
                  <a:gd name="connsiteX45" fmla="*/ 2515575 w 3636524"/>
                  <a:gd name="connsiteY45" fmla="*/ 39593 h 279095"/>
                  <a:gd name="connsiteX46" fmla="*/ 2344725 w 3636524"/>
                  <a:gd name="connsiteY46" fmla="*/ 38306 h 279095"/>
                  <a:gd name="connsiteX47" fmla="*/ 2174037 w 3636524"/>
                  <a:gd name="connsiteY47" fmla="*/ 35861 h 279095"/>
                  <a:gd name="connsiteX48" fmla="*/ 2003390 w 3636524"/>
                  <a:gd name="connsiteY48" fmla="*/ 32718 h 279095"/>
                  <a:gd name="connsiteX49" fmla="*/ 1832904 w 3636524"/>
                  <a:gd name="connsiteY49" fmla="*/ 29248 h 279095"/>
                  <a:gd name="connsiteX50" fmla="*/ 1662501 w 3636524"/>
                  <a:gd name="connsiteY50" fmla="*/ 25515 h 279095"/>
                  <a:gd name="connsiteX51" fmla="*/ 1321938 w 3636524"/>
                  <a:gd name="connsiteY51" fmla="*/ 16348 h 279095"/>
                  <a:gd name="connsiteX52" fmla="*/ 1151819 w 3636524"/>
                  <a:gd name="connsiteY52" fmla="*/ 14864 h 279095"/>
                  <a:gd name="connsiteX53" fmla="*/ 981862 w 3636524"/>
                  <a:gd name="connsiteY53" fmla="*/ 12572 h 279095"/>
                  <a:gd name="connsiteX54" fmla="*/ 811987 w 3636524"/>
                  <a:gd name="connsiteY54" fmla="*/ 9975 h 279095"/>
                  <a:gd name="connsiteX55" fmla="*/ 642234 w 3636524"/>
                  <a:gd name="connsiteY55" fmla="*/ 6133 h 279095"/>
                  <a:gd name="connsiteX56" fmla="*/ 472562 w 3636524"/>
                  <a:gd name="connsiteY56" fmla="*/ 2925 h 279095"/>
                  <a:gd name="connsiteX57" fmla="*/ 303053 w 3636524"/>
                  <a:gd name="connsiteY57" fmla="*/ 0 h 279095"/>
                  <a:gd name="connsiteX58" fmla="*/ 301021 w 3636524"/>
                  <a:gd name="connsiteY58" fmla="*/ 524 h 279095"/>
                  <a:gd name="connsiteX59" fmla="*/ 278140 w 3636524"/>
                  <a:gd name="connsiteY59" fmla="*/ 15715 h 279095"/>
                  <a:gd name="connsiteX60" fmla="*/ 254894 w 3636524"/>
                  <a:gd name="connsiteY60" fmla="*/ 37716 h 279095"/>
                  <a:gd name="connsiteX61" fmla="*/ 231201 w 3636524"/>
                  <a:gd name="connsiteY61" fmla="*/ 64039 h 279095"/>
                  <a:gd name="connsiteX62" fmla="*/ 206939 w 3636524"/>
                  <a:gd name="connsiteY62" fmla="*/ 90515 h 279095"/>
                  <a:gd name="connsiteX63" fmla="*/ 182148 w 3636524"/>
                  <a:gd name="connsiteY63" fmla="*/ 116314 h 279095"/>
                  <a:gd name="connsiteX64" fmla="*/ 156789 w 3636524"/>
                  <a:gd name="connsiteY64" fmla="*/ 141523 h 279095"/>
                  <a:gd name="connsiteX65" fmla="*/ 130779 w 3636524"/>
                  <a:gd name="connsiteY65" fmla="*/ 166296 h 279095"/>
                  <a:gd name="connsiteX66" fmla="*/ 104241 w 3636524"/>
                  <a:gd name="connsiteY66" fmla="*/ 191179 h 279095"/>
                  <a:gd name="connsiteX67" fmla="*/ 77013 w 3636524"/>
                  <a:gd name="connsiteY67" fmla="*/ 215210 h 279095"/>
                  <a:gd name="connsiteX68" fmla="*/ 49134 w 3636524"/>
                  <a:gd name="connsiteY68" fmla="*/ 239088 h 279095"/>
                  <a:gd name="connsiteX69" fmla="*/ 20604 w 3636524"/>
                  <a:gd name="connsiteY69" fmla="*/ 262748 h 279095"/>
                  <a:gd name="connsiteX70" fmla="*/ 0 w 3636524"/>
                  <a:gd name="connsiteY70" fmla="*/ 279096 h 279095"/>
                  <a:gd name="connsiteX71" fmla="*/ 6218 w 3636524"/>
                  <a:gd name="connsiteY71" fmla="*/ 279096 h 2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636524" h="279095">
                    <a:moveTo>
                      <a:pt x="6136" y="279052"/>
                    </a:moveTo>
                    <a:lnTo>
                      <a:pt x="24668" y="264298"/>
                    </a:lnTo>
                    <a:lnTo>
                      <a:pt x="53279" y="240572"/>
                    </a:lnTo>
                    <a:lnTo>
                      <a:pt x="81199" y="216694"/>
                    </a:lnTo>
                    <a:lnTo>
                      <a:pt x="108427" y="192554"/>
                    </a:lnTo>
                    <a:lnTo>
                      <a:pt x="135047" y="167671"/>
                    </a:lnTo>
                    <a:lnTo>
                      <a:pt x="161056" y="142833"/>
                    </a:lnTo>
                    <a:lnTo>
                      <a:pt x="186456" y="117580"/>
                    </a:lnTo>
                    <a:lnTo>
                      <a:pt x="211287" y="91737"/>
                    </a:lnTo>
                    <a:lnTo>
                      <a:pt x="235590" y="65261"/>
                    </a:lnTo>
                    <a:lnTo>
                      <a:pt x="259202" y="39004"/>
                    </a:lnTo>
                    <a:lnTo>
                      <a:pt x="282123" y="17308"/>
                    </a:lnTo>
                    <a:lnTo>
                      <a:pt x="303946" y="2816"/>
                    </a:lnTo>
                    <a:lnTo>
                      <a:pt x="472278" y="5697"/>
                    </a:lnTo>
                    <a:lnTo>
                      <a:pt x="641909" y="8905"/>
                    </a:lnTo>
                    <a:lnTo>
                      <a:pt x="811702" y="12703"/>
                    </a:lnTo>
                    <a:lnTo>
                      <a:pt x="981537" y="15366"/>
                    </a:lnTo>
                    <a:lnTo>
                      <a:pt x="1151575" y="17658"/>
                    </a:lnTo>
                    <a:lnTo>
                      <a:pt x="1321572" y="19142"/>
                    </a:lnTo>
                    <a:lnTo>
                      <a:pt x="1626210" y="27349"/>
                    </a:lnTo>
                    <a:lnTo>
                      <a:pt x="1832539" y="32041"/>
                    </a:lnTo>
                    <a:lnTo>
                      <a:pt x="2003105" y="35512"/>
                    </a:lnTo>
                    <a:lnTo>
                      <a:pt x="2173752" y="38655"/>
                    </a:lnTo>
                    <a:lnTo>
                      <a:pt x="2344522" y="41099"/>
                    </a:lnTo>
                    <a:lnTo>
                      <a:pt x="2515454" y="42365"/>
                    </a:lnTo>
                    <a:lnTo>
                      <a:pt x="2686385" y="42147"/>
                    </a:lnTo>
                    <a:lnTo>
                      <a:pt x="2857317" y="40772"/>
                    </a:lnTo>
                    <a:lnTo>
                      <a:pt x="3028574" y="44133"/>
                    </a:lnTo>
                    <a:lnTo>
                      <a:pt x="3199831" y="44461"/>
                    </a:lnTo>
                    <a:lnTo>
                      <a:pt x="3371291" y="45006"/>
                    </a:lnTo>
                    <a:lnTo>
                      <a:pt x="3542751" y="44308"/>
                    </a:lnTo>
                    <a:lnTo>
                      <a:pt x="3604687" y="43981"/>
                    </a:lnTo>
                    <a:lnTo>
                      <a:pt x="3617976" y="52733"/>
                    </a:lnTo>
                    <a:lnTo>
                      <a:pt x="3632159" y="61158"/>
                    </a:lnTo>
                    <a:cubicBezTo>
                      <a:pt x="3633054" y="61747"/>
                      <a:pt x="3634720" y="61747"/>
                      <a:pt x="3635736" y="61202"/>
                    </a:cubicBezTo>
                    <a:cubicBezTo>
                      <a:pt x="3636711" y="60678"/>
                      <a:pt x="3636833" y="59827"/>
                      <a:pt x="3635817" y="59237"/>
                    </a:cubicBezTo>
                    <a:lnTo>
                      <a:pt x="3623137" y="51773"/>
                    </a:lnTo>
                    <a:lnTo>
                      <a:pt x="3607979" y="41754"/>
                    </a:lnTo>
                    <a:cubicBezTo>
                      <a:pt x="3607775" y="41601"/>
                      <a:pt x="3607410" y="41427"/>
                      <a:pt x="3607206" y="41383"/>
                    </a:cubicBezTo>
                    <a:cubicBezTo>
                      <a:pt x="3606800" y="41209"/>
                      <a:pt x="3606312" y="41121"/>
                      <a:pt x="3605825" y="41165"/>
                    </a:cubicBezTo>
                    <a:lnTo>
                      <a:pt x="3371373" y="42191"/>
                    </a:lnTo>
                    <a:lnTo>
                      <a:pt x="3199912" y="41667"/>
                    </a:lnTo>
                    <a:lnTo>
                      <a:pt x="3028777" y="41339"/>
                    </a:lnTo>
                    <a:lnTo>
                      <a:pt x="2857439" y="37978"/>
                    </a:lnTo>
                    <a:lnTo>
                      <a:pt x="2686507" y="39419"/>
                    </a:lnTo>
                    <a:lnTo>
                      <a:pt x="2515575" y="39593"/>
                    </a:lnTo>
                    <a:lnTo>
                      <a:pt x="2344725" y="38306"/>
                    </a:lnTo>
                    <a:lnTo>
                      <a:pt x="2174037" y="35861"/>
                    </a:lnTo>
                    <a:lnTo>
                      <a:pt x="2003390" y="32718"/>
                    </a:lnTo>
                    <a:lnTo>
                      <a:pt x="1832904" y="29248"/>
                    </a:lnTo>
                    <a:lnTo>
                      <a:pt x="1662501" y="25515"/>
                    </a:lnTo>
                    <a:lnTo>
                      <a:pt x="1321938" y="16348"/>
                    </a:lnTo>
                    <a:lnTo>
                      <a:pt x="1151819" y="14864"/>
                    </a:lnTo>
                    <a:lnTo>
                      <a:pt x="981862" y="12572"/>
                    </a:lnTo>
                    <a:lnTo>
                      <a:pt x="811987" y="9975"/>
                    </a:lnTo>
                    <a:lnTo>
                      <a:pt x="642234" y="6133"/>
                    </a:lnTo>
                    <a:lnTo>
                      <a:pt x="472562" y="2925"/>
                    </a:lnTo>
                    <a:lnTo>
                      <a:pt x="303053" y="0"/>
                    </a:lnTo>
                    <a:cubicBezTo>
                      <a:pt x="302077" y="0"/>
                      <a:pt x="301508" y="218"/>
                      <a:pt x="301021" y="524"/>
                    </a:cubicBezTo>
                    <a:lnTo>
                      <a:pt x="278140" y="15715"/>
                    </a:lnTo>
                    <a:lnTo>
                      <a:pt x="254894" y="37716"/>
                    </a:lnTo>
                    <a:lnTo>
                      <a:pt x="231201" y="64039"/>
                    </a:lnTo>
                    <a:lnTo>
                      <a:pt x="206939" y="90515"/>
                    </a:lnTo>
                    <a:lnTo>
                      <a:pt x="182148" y="116314"/>
                    </a:lnTo>
                    <a:lnTo>
                      <a:pt x="156789" y="141523"/>
                    </a:lnTo>
                    <a:lnTo>
                      <a:pt x="130779" y="166296"/>
                    </a:lnTo>
                    <a:lnTo>
                      <a:pt x="104241" y="191179"/>
                    </a:lnTo>
                    <a:lnTo>
                      <a:pt x="77013" y="215210"/>
                    </a:lnTo>
                    <a:lnTo>
                      <a:pt x="49134" y="239088"/>
                    </a:lnTo>
                    <a:lnTo>
                      <a:pt x="20604" y="262748"/>
                    </a:lnTo>
                    <a:lnTo>
                      <a:pt x="0" y="279096"/>
                    </a:lnTo>
                    <a:lnTo>
                      <a:pt x="6218" y="27909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1" name="Freeform: Shape 850">
                <a:extLst>
                  <a:ext uri="{FF2B5EF4-FFF2-40B4-BE49-F238E27FC236}">
                    <a16:creationId xmlns:a16="http://schemas.microsoft.com/office/drawing/2014/main" id="{7BE756B7-CC4E-4308-AA1C-3AB0C12F476F}"/>
                  </a:ext>
                </a:extLst>
              </p:cNvPr>
              <p:cNvSpPr/>
              <p:nvPr/>
            </p:nvSpPr>
            <p:spPr>
              <a:xfrm>
                <a:off x="2183830" y="6899830"/>
                <a:ext cx="337677" cy="3062"/>
              </a:xfrm>
              <a:custGeom>
                <a:avLst/>
                <a:gdLst>
                  <a:gd name="connsiteX0" fmla="*/ 7925 w 337677"/>
                  <a:gd name="connsiteY0" fmla="*/ 3063 h 3062"/>
                  <a:gd name="connsiteX1" fmla="*/ 8413 w 337677"/>
                  <a:gd name="connsiteY1" fmla="*/ 2845 h 3062"/>
                  <a:gd name="connsiteX2" fmla="*/ 33975 w 337677"/>
                  <a:gd name="connsiteY2" fmla="*/ 3063 h 3062"/>
                  <a:gd name="connsiteX3" fmla="*/ 337678 w 337677"/>
                  <a:gd name="connsiteY3" fmla="*/ 3063 h 3062"/>
                  <a:gd name="connsiteX4" fmla="*/ 7559 w 337677"/>
                  <a:gd name="connsiteY4" fmla="*/ 29 h 3062"/>
                  <a:gd name="connsiteX5" fmla="*/ 5893 w 337677"/>
                  <a:gd name="connsiteY5" fmla="*/ 356 h 3062"/>
                  <a:gd name="connsiteX6" fmla="*/ 0 w 337677"/>
                  <a:gd name="connsiteY6" fmla="*/ 3063 h 3062"/>
                  <a:gd name="connsiteX7" fmla="*/ 7925 w 337677"/>
                  <a:gd name="connsiteY7" fmla="*/ 3063 h 3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7677" h="3062">
                    <a:moveTo>
                      <a:pt x="7925" y="3063"/>
                    </a:moveTo>
                    <a:lnTo>
                      <a:pt x="8413" y="2845"/>
                    </a:lnTo>
                    <a:lnTo>
                      <a:pt x="33975" y="3063"/>
                    </a:lnTo>
                    <a:lnTo>
                      <a:pt x="337678" y="3063"/>
                    </a:lnTo>
                    <a:lnTo>
                      <a:pt x="7559" y="29"/>
                    </a:lnTo>
                    <a:cubicBezTo>
                      <a:pt x="7031" y="-80"/>
                      <a:pt x="6381" y="138"/>
                      <a:pt x="5893" y="356"/>
                    </a:cubicBezTo>
                    <a:lnTo>
                      <a:pt x="0" y="3063"/>
                    </a:lnTo>
                    <a:lnTo>
                      <a:pt x="7925" y="3063"/>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2" name="Freeform: Shape 851">
                <a:extLst>
                  <a:ext uri="{FF2B5EF4-FFF2-40B4-BE49-F238E27FC236}">
                    <a16:creationId xmlns:a16="http://schemas.microsoft.com/office/drawing/2014/main" id="{2957C88C-E7E2-42D6-92F9-EEFDF61E321B}"/>
                  </a:ext>
                </a:extLst>
              </p:cNvPr>
              <p:cNvSpPr/>
              <p:nvPr/>
            </p:nvSpPr>
            <p:spPr>
              <a:xfrm>
                <a:off x="6874428" y="6328259"/>
                <a:ext cx="142817" cy="21178"/>
              </a:xfrm>
              <a:custGeom>
                <a:avLst/>
                <a:gdLst>
                  <a:gd name="connsiteX0" fmla="*/ 140239 w 142817"/>
                  <a:gd name="connsiteY0" fmla="*/ 21178 h 21178"/>
                  <a:gd name="connsiteX1" fmla="*/ 139629 w 142817"/>
                  <a:gd name="connsiteY1" fmla="*/ 21135 h 21178"/>
                  <a:gd name="connsiteX2" fmla="*/ 1941 w 142817"/>
                  <a:gd name="connsiteY2" fmla="*/ 2800 h 21178"/>
                  <a:gd name="connsiteX3" fmla="*/ 72 w 142817"/>
                  <a:gd name="connsiteY3" fmla="*/ 1098 h 21178"/>
                  <a:gd name="connsiteX4" fmla="*/ 3160 w 142817"/>
                  <a:gd name="connsiteY4" fmla="*/ 28 h 21178"/>
                  <a:gd name="connsiteX5" fmla="*/ 140889 w 142817"/>
                  <a:gd name="connsiteY5" fmla="*/ 18363 h 21178"/>
                  <a:gd name="connsiteX6" fmla="*/ 142759 w 142817"/>
                  <a:gd name="connsiteY6" fmla="*/ 20065 h 21178"/>
                  <a:gd name="connsiteX7" fmla="*/ 140280 w 142817"/>
                  <a:gd name="connsiteY7" fmla="*/ 21178 h 2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7" h="21178">
                    <a:moveTo>
                      <a:pt x="140239" y="21178"/>
                    </a:moveTo>
                    <a:cubicBezTo>
                      <a:pt x="140239" y="21178"/>
                      <a:pt x="139832" y="21135"/>
                      <a:pt x="139629" y="21135"/>
                    </a:cubicBezTo>
                    <a:lnTo>
                      <a:pt x="1941" y="2800"/>
                    </a:lnTo>
                    <a:cubicBezTo>
                      <a:pt x="559" y="2582"/>
                      <a:pt x="-254" y="1840"/>
                      <a:pt x="72" y="1098"/>
                    </a:cubicBezTo>
                    <a:cubicBezTo>
                      <a:pt x="478" y="356"/>
                      <a:pt x="1859" y="-124"/>
                      <a:pt x="3160" y="28"/>
                    </a:cubicBezTo>
                    <a:lnTo>
                      <a:pt x="140889" y="18363"/>
                    </a:lnTo>
                    <a:cubicBezTo>
                      <a:pt x="142271" y="18581"/>
                      <a:pt x="143043" y="19323"/>
                      <a:pt x="142759" y="20065"/>
                    </a:cubicBezTo>
                    <a:cubicBezTo>
                      <a:pt x="142474" y="20698"/>
                      <a:pt x="141376" y="21178"/>
                      <a:pt x="140280" y="2117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3" name="Freeform: Shape 852">
                <a:extLst>
                  <a:ext uri="{FF2B5EF4-FFF2-40B4-BE49-F238E27FC236}">
                    <a16:creationId xmlns:a16="http://schemas.microsoft.com/office/drawing/2014/main" id="{0DAC7FB5-8985-4708-AE9D-E07AF8A7E862}"/>
                  </a:ext>
                </a:extLst>
              </p:cNvPr>
              <p:cNvSpPr/>
              <p:nvPr/>
            </p:nvSpPr>
            <p:spPr>
              <a:xfrm>
                <a:off x="11278534" y="5751802"/>
                <a:ext cx="913506" cy="178740"/>
              </a:xfrm>
              <a:custGeom>
                <a:avLst/>
                <a:gdLst>
                  <a:gd name="connsiteX0" fmla="*/ 913466 w 913506"/>
                  <a:gd name="connsiteY0" fmla="*/ 174593 h 178740"/>
                  <a:gd name="connsiteX1" fmla="*/ 826740 w 913506"/>
                  <a:gd name="connsiteY1" fmla="*/ 175815 h 178740"/>
                  <a:gd name="connsiteX2" fmla="*/ 793985 w 913506"/>
                  <a:gd name="connsiteY2" fmla="*/ 169682 h 178740"/>
                  <a:gd name="connsiteX3" fmla="*/ 793090 w 913506"/>
                  <a:gd name="connsiteY3" fmla="*/ 169573 h 178740"/>
                  <a:gd name="connsiteX4" fmla="*/ 703398 w 913506"/>
                  <a:gd name="connsiteY4" fmla="*/ 171014 h 178740"/>
                  <a:gd name="connsiteX5" fmla="*/ 614112 w 913506"/>
                  <a:gd name="connsiteY5" fmla="*/ 173349 h 178740"/>
                  <a:gd name="connsiteX6" fmla="*/ 582940 w 913506"/>
                  <a:gd name="connsiteY6" fmla="*/ 168285 h 178740"/>
                  <a:gd name="connsiteX7" fmla="*/ 551892 w 913506"/>
                  <a:gd name="connsiteY7" fmla="*/ 162305 h 178740"/>
                  <a:gd name="connsiteX8" fmla="*/ 520842 w 913506"/>
                  <a:gd name="connsiteY8" fmla="*/ 153989 h 178740"/>
                  <a:gd name="connsiteX9" fmla="*/ 491176 w 913506"/>
                  <a:gd name="connsiteY9" fmla="*/ 145738 h 178740"/>
                  <a:gd name="connsiteX10" fmla="*/ 463987 w 913506"/>
                  <a:gd name="connsiteY10" fmla="*/ 134280 h 178740"/>
                  <a:gd name="connsiteX11" fmla="*/ 437084 w 913506"/>
                  <a:gd name="connsiteY11" fmla="*/ 119896 h 178740"/>
                  <a:gd name="connsiteX12" fmla="*/ 435498 w 913506"/>
                  <a:gd name="connsiteY12" fmla="*/ 119481 h 178740"/>
                  <a:gd name="connsiteX13" fmla="*/ 359705 w 913506"/>
                  <a:gd name="connsiteY13" fmla="*/ 117146 h 178740"/>
                  <a:gd name="connsiteX14" fmla="*/ 336866 w 913506"/>
                  <a:gd name="connsiteY14" fmla="*/ 103286 h 178740"/>
                  <a:gd name="connsiteX15" fmla="*/ 335484 w 913506"/>
                  <a:gd name="connsiteY15" fmla="*/ 102849 h 178740"/>
                  <a:gd name="connsiteX16" fmla="*/ 267330 w 913506"/>
                  <a:gd name="connsiteY16" fmla="*/ 95821 h 178740"/>
                  <a:gd name="connsiteX17" fmla="*/ 247092 w 913506"/>
                  <a:gd name="connsiteY17" fmla="*/ 81372 h 178740"/>
                  <a:gd name="connsiteX18" fmla="*/ 245994 w 913506"/>
                  <a:gd name="connsiteY18" fmla="*/ 80957 h 178740"/>
                  <a:gd name="connsiteX19" fmla="*/ 184872 w 913506"/>
                  <a:gd name="connsiteY19" fmla="*/ 68232 h 178740"/>
                  <a:gd name="connsiteX20" fmla="*/ 165527 w 913506"/>
                  <a:gd name="connsiteY20" fmla="*/ 55333 h 178740"/>
                  <a:gd name="connsiteX21" fmla="*/ 164633 w 913506"/>
                  <a:gd name="connsiteY21" fmla="*/ 54962 h 178740"/>
                  <a:gd name="connsiteX22" fmla="*/ 146670 w 913506"/>
                  <a:gd name="connsiteY22" fmla="*/ 50487 h 178740"/>
                  <a:gd name="connsiteX23" fmla="*/ 137932 w 913506"/>
                  <a:gd name="connsiteY23" fmla="*/ 46275 h 178740"/>
                  <a:gd name="connsiteX24" fmla="*/ 131674 w 913506"/>
                  <a:gd name="connsiteY24" fmla="*/ 41910 h 178740"/>
                  <a:gd name="connsiteX25" fmla="*/ 130983 w 913506"/>
                  <a:gd name="connsiteY25" fmla="*/ 41539 h 178740"/>
                  <a:gd name="connsiteX26" fmla="*/ 89612 w 913506"/>
                  <a:gd name="connsiteY26" fmla="*/ 28050 h 178740"/>
                  <a:gd name="connsiteX27" fmla="*/ 88514 w 913506"/>
                  <a:gd name="connsiteY27" fmla="*/ 27897 h 178740"/>
                  <a:gd name="connsiteX28" fmla="*/ 66406 w 913506"/>
                  <a:gd name="connsiteY28" fmla="*/ 20018 h 178740"/>
                  <a:gd name="connsiteX29" fmla="*/ 65228 w 913506"/>
                  <a:gd name="connsiteY29" fmla="*/ 19799 h 178740"/>
                  <a:gd name="connsiteX30" fmla="*/ 58888 w 913506"/>
                  <a:gd name="connsiteY30" fmla="*/ 18359 h 178740"/>
                  <a:gd name="connsiteX31" fmla="*/ 58401 w 913506"/>
                  <a:gd name="connsiteY31" fmla="*/ 17835 h 178740"/>
                  <a:gd name="connsiteX32" fmla="*/ 56896 w 913506"/>
                  <a:gd name="connsiteY32" fmla="*/ 16875 h 178740"/>
                  <a:gd name="connsiteX33" fmla="*/ 56002 w 913506"/>
                  <a:gd name="connsiteY33" fmla="*/ 16460 h 178740"/>
                  <a:gd name="connsiteX34" fmla="*/ 49175 w 913506"/>
                  <a:gd name="connsiteY34" fmla="*/ 14867 h 178740"/>
                  <a:gd name="connsiteX35" fmla="*/ 40031 w 913506"/>
                  <a:gd name="connsiteY35" fmla="*/ 12051 h 178740"/>
                  <a:gd name="connsiteX36" fmla="*/ 36454 w 913506"/>
                  <a:gd name="connsiteY36" fmla="*/ 10348 h 178740"/>
                  <a:gd name="connsiteX37" fmla="*/ 17476 w 913506"/>
                  <a:gd name="connsiteY37" fmla="*/ 5394 h 178740"/>
                  <a:gd name="connsiteX38" fmla="*/ 8250 w 913506"/>
                  <a:gd name="connsiteY38" fmla="*/ 2360 h 178740"/>
                  <a:gd name="connsiteX39" fmla="*/ 7844 w 913506"/>
                  <a:gd name="connsiteY39" fmla="*/ 1836 h 178740"/>
                  <a:gd name="connsiteX40" fmla="*/ 6544 w 913506"/>
                  <a:gd name="connsiteY40" fmla="*/ 1094 h 178740"/>
                  <a:gd name="connsiteX41" fmla="*/ 3861 w 913506"/>
                  <a:gd name="connsiteY41" fmla="*/ 199 h 178740"/>
                  <a:gd name="connsiteX42" fmla="*/ 407 w 913506"/>
                  <a:gd name="connsiteY42" fmla="*/ 614 h 178740"/>
                  <a:gd name="connsiteX43" fmla="*/ 1179 w 913506"/>
                  <a:gd name="connsiteY43" fmla="*/ 2578 h 178740"/>
                  <a:gd name="connsiteX44" fmla="*/ 3455 w 913506"/>
                  <a:gd name="connsiteY44" fmla="*/ 3386 h 178740"/>
                  <a:gd name="connsiteX45" fmla="*/ 3861 w 913506"/>
                  <a:gd name="connsiteY45" fmla="*/ 3866 h 178740"/>
                  <a:gd name="connsiteX46" fmla="*/ 4958 w 913506"/>
                  <a:gd name="connsiteY46" fmla="*/ 4564 h 178740"/>
                  <a:gd name="connsiteX47" fmla="*/ 15078 w 913506"/>
                  <a:gd name="connsiteY47" fmla="*/ 7926 h 178740"/>
                  <a:gd name="connsiteX48" fmla="*/ 30765 w 913506"/>
                  <a:gd name="connsiteY48" fmla="*/ 11876 h 178740"/>
                  <a:gd name="connsiteX49" fmla="*/ 33528 w 913506"/>
                  <a:gd name="connsiteY49" fmla="*/ 12662 h 178740"/>
                  <a:gd name="connsiteX50" fmla="*/ 37105 w 913506"/>
                  <a:gd name="connsiteY50" fmla="*/ 14365 h 178740"/>
                  <a:gd name="connsiteX51" fmla="*/ 46940 w 913506"/>
                  <a:gd name="connsiteY51" fmla="*/ 17398 h 178740"/>
                  <a:gd name="connsiteX52" fmla="*/ 53402 w 913506"/>
                  <a:gd name="connsiteY52" fmla="*/ 18948 h 178740"/>
                  <a:gd name="connsiteX53" fmla="*/ 54092 w 913506"/>
                  <a:gd name="connsiteY53" fmla="*/ 19428 h 178740"/>
                  <a:gd name="connsiteX54" fmla="*/ 54214 w 913506"/>
                  <a:gd name="connsiteY54" fmla="*/ 19799 h 178740"/>
                  <a:gd name="connsiteX55" fmla="*/ 55596 w 913506"/>
                  <a:gd name="connsiteY55" fmla="*/ 20694 h 178740"/>
                  <a:gd name="connsiteX56" fmla="*/ 62667 w 913506"/>
                  <a:gd name="connsiteY56" fmla="*/ 22506 h 178740"/>
                  <a:gd name="connsiteX57" fmla="*/ 63562 w 913506"/>
                  <a:gd name="connsiteY57" fmla="*/ 22615 h 178740"/>
                  <a:gd name="connsiteX58" fmla="*/ 64252 w 913506"/>
                  <a:gd name="connsiteY58" fmla="*/ 22659 h 178740"/>
                  <a:gd name="connsiteX59" fmla="*/ 82703 w 913506"/>
                  <a:gd name="connsiteY59" fmla="*/ 29119 h 178740"/>
                  <a:gd name="connsiteX60" fmla="*/ 86157 w 913506"/>
                  <a:gd name="connsiteY60" fmla="*/ 30451 h 178740"/>
                  <a:gd name="connsiteX61" fmla="*/ 87336 w 913506"/>
                  <a:gd name="connsiteY61" fmla="*/ 30713 h 178740"/>
                  <a:gd name="connsiteX62" fmla="*/ 128016 w 913506"/>
                  <a:gd name="connsiteY62" fmla="*/ 43939 h 178740"/>
                  <a:gd name="connsiteX63" fmla="*/ 134275 w 913506"/>
                  <a:gd name="connsiteY63" fmla="*/ 48261 h 178740"/>
                  <a:gd name="connsiteX64" fmla="*/ 143622 w 913506"/>
                  <a:gd name="connsiteY64" fmla="*/ 52801 h 178740"/>
                  <a:gd name="connsiteX65" fmla="*/ 144232 w 913506"/>
                  <a:gd name="connsiteY65" fmla="*/ 53019 h 178740"/>
                  <a:gd name="connsiteX66" fmla="*/ 161992 w 913506"/>
                  <a:gd name="connsiteY66" fmla="*/ 57494 h 178740"/>
                  <a:gd name="connsiteX67" fmla="*/ 181418 w 913506"/>
                  <a:gd name="connsiteY67" fmla="*/ 70393 h 178740"/>
                  <a:gd name="connsiteX68" fmla="*/ 182514 w 913506"/>
                  <a:gd name="connsiteY68" fmla="*/ 70808 h 178740"/>
                  <a:gd name="connsiteX69" fmla="*/ 243515 w 913506"/>
                  <a:gd name="connsiteY69" fmla="*/ 83533 h 178740"/>
                  <a:gd name="connsiteX70" fmla="*/ 263957 w 913506"/>
                  <a:gd name="connsiteY70" fmla="*/ 98026 h 178740"/>
                  <a:gd name="connsiteX71" fmla="*/ 265461 w 913506"/>
                  <a:gd name="connsiteY71" fmla="*/ 98571 h 178740"/>
                  <a:gd name="connsiteX72" fmla="*/ 333737 w 913506"/>
                  <a:gd name="connsiteY72" fmla="*/ 105599 h 178740"/>
                  <a:gd name="connsiteX73" fmla="*/ 356657 w 913506"/>
                  <a:gd name="connsiteY73" fmla="*/ 119568 h 178740"/>
                  <a:gd name="connsiteX74" fmla="*/ 358323 w 913506"/>
                  <a:gd name="connsiteY74" fmla="*/ 120049 h 178740"/>
                  <a:gd name="connsiteX75" fmla="*/ 434321 w 913506"/>
                  <a:gd name="connsiteY75" fmla="*/ 122406 h 178740"/>
                  <a:gd name="connsiteX76" fmla="*/ 460614 w 913506"/>
                  <a:gd name="connsiteY76" fmla="*/ 136528 h 178740"/>
                  <a:gd name="connsiteX77" fmla="*/ 488493 w 913506"/>
                  <a:gd name="connsiteY77" fmla="*/ 148205 h 178740"/>
                  <a:gd name="connsiteX78" fmla="*/ 518567 w 913506"/>
                  <a:gd name="connsiteY78" fmla="*/ 156674 h 178740"/>
                  <a:gd name="connsiteX79" fmla="*/ 549941 w 913506"/>
                  <a:gd name="connsiteY79" fmla="*/ 164989 h 178740"/>
                  <a:gd name="connsiteX80" fmla="*/ 581396 w 913506"/>
                  <a:gd name="connsiteY80" fmla="*/ 171123 h 178740"/>
                  <a:gd name="connsiteX81" fmla="*/ 613137 w 913506"/>
                  <a:gd name="connsiteY81" fmla="*/ 176230 h 178740"/>
                  <a:gd name="connsiteX82" fmla="*/ 613949 w 913506"/>
                  <a:gd name="connsiteY82" fmla="*/ 176274 h 178740"/>
                  <a:gd name="connsiteX83" fmla="*/ 703642 w 913506"/>
                  <a:gd name="connsiteY83" fmla="*/ 173938 h 178740"/>
                  <a:gd name="connsiteX84" fmla="*/ 792846 w 913506"/>
                  <a:gd name="connsiteY84" fmla="*/ 172498 h 178740"/>
                  <a:gd name="connsiteX85" fmla="*/ 825602 w 913506"/>
                  <a:gd name="connsiteY85" fmla="*/ 178675 h 178740"/>
                  <a:gd name="connsiteX86" fmla="*/ 826497 w 913506"/>
                  <a:gd name="connsiteY86" fmla="*/ 178740 h 178740"/>
                  <a:gd name="connsiteX87" fmla="*/ 913506 w 913506"/>
                  <a:gd name="connsiteY87" fmla="*/ 177474 h 178740"/>
                  <a:gd name="connsiteX88" fmla="*/ 913506 w 913506"/>
                  <a:gd name="connsiteY88" fmla="*/ 174702 h 17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913506" h="178740">
                    <a:moveTo>
                      <a:pt x="913466" y="174593"/>
                    </a:moveTo>
                    <a:lnTo>
                      <a:pt x="826740" y="175815"/>
                    </a:lnTo>
                    <a:lnTo>
                      <a:pt x="793985" y="169682"/>
                    </a:lnTo>
                    <a:cubicBezTo>
                      <a:pt x="793700" y="169639"/>
                      <a:pt x="793374" y="169573"/>
                      <a:pt x="793090" y="169573"/>
                    </a:cubicBezTo>
                    <a:lnTo>
                      <a:pt x="703398" y="171014"/>
                    </a:lnTo>
                    <a:lnTo>
                      <a:pt x="614112" y="173349"/>
                    </a:lnTo>
                    <a:lnTo>
                      <a:pt x="582940" y="168285"/>
                    </a:lnTo>
                    <a:lnTo>
                      <a:pt x="551892" y="162305"/>
                    </a:lnTo>
                    <a:lnTo>
                      <a:pt x="520842" y="153989"/>
                    </a:lnTo>
                    <a:lnTo>
                      <a:pt x="491176" y="145738"/>
                    </a:lnTo>
                    <a:lnTo>
                      <a:pt x="463987" y="134280"/>
                    </a:lnTo>
                    <a:lnTo>
                      <a:pt x="437084" y="119896"/>
                    </a:lnTo>
                    <a:cubicBezTo>
                      <a:pt x="436677" y="119634"/>
                      <a:pt x="436108" y="119525"/>
                      <a:pt x="435498" y="119481"/>
                    </a:cubicBezTo>
                    <a:lnTo>
                      <a:pt x="359705" y="117146"/>
                    </a:lnTo>
                    <a:lnTo>
                      <a:pt x="336866" y="103286"/>
                    </a:lnTo>
                    <a:cubicBezTo>
                      <a:pt x="336459" y="103068"/>
                      <a:pt x="335971" y="102915"/>
                      <a:pt x="335484" y="102849"/>
                    </a:cubicBezTo>
                    <a:lnTo>
                      <a:pt x="267330" y="95821"/>
                    </a:lnTo>
                    <a:lnTo>
                      <a:pt x="247092" y="81372"/>
                    </a:lnTo>
                    <a:cubicBezTo>
                      <a:pt x="246807" y="81154"/>
                      <a:pt x="246401" y="81045"/>
                      <a:pt x="245994" y="80957"/>
                    </a:cubicBezTo>
                    <a:lnTo>
                      <a:pt x="184872" y="68232"/>
                    </a:lnTo>
                    <a:lnTo>
                      <a:pt x="165527" y="55333"/>
                    </a:lnTo>
                    <a:cubicBezTo>
                      <a:pt x="165202" y="55180"/>
                      <a:pt x="164918" y="55071"/>
                      <a:pt x="164633" y="54962"/>
                    </a:cubicBezTo>
                    <a:lnTo>
                      <a:pt x="146670" y="50487"/>
                    </a:lnTo>
                    <a:lnTo>
                      <a:pt x="137932" y="46275"/>
                    </a:lnTo>
                    <a:lnTo>
                      <a:pt x="131674" y="41910"/>
                    </a:lnTo>
                    <a:cubicBezTo>
                      <a:pt x="131471" y="41735"/>
                      <a:pt x="131186" y="41648"/>
                      <a:pt x="130983" y="41539"/>
                    </a:cubicBezTo>
                    <a:lnTo>
                      <a:pt x="89612" y="28050"/>
                    </a:lnTo>
                    <a:cubicBezTo>
                      <a:pt x="89205" y="27941"/>
                      <a:pt x="88921" y="27897"/>
                      <a:pt x="88514" y="27897"/>
                    </a:cubicBezTo>
                    <a:lnTo>
                      <a:pt x="66406" y="20018"/>
                    </a:lnTo>
                    <a:cubicBezTo>
                      <a:pt x="66000" y="19908"/>
                      <a:pt x="65634" y="19865"/>
                      <a:pt x="65228" y="19799"/>
                    </a:cubicBezTo>
                    <a:lnTo>
                      <a:pt x="58888" y="18359"/>
                    </a:lnTo>
                    <a:cubicBezTo>
                      <a:pt x="58766" y="18206"/>
                      <a:pt x="58562" y="17988"/>
                      <a:pt x="58401" y="17835"/>
                    </a:cubicBezTo>
                    <a:lnTo>
                      <a:pt x="56896" y="16875"/>
                    </a:lnTo>
                    <a:cubicBezTo>
                      <a:pt x="56693" y="16700"/>
                      <a:pt x="56409" y="16547"/>
                      <a:pt x="56002" y="16460"/>
                    </a:cubicBezTo>
                    <a:lnTo>
                      <a:pt x="49175" y="14867"/>
                    </a:lnTo>
                    <a:lnTo>
                      <a:pt x="40031" y="12051"/>
                    </a:lnTo>
                    <a:lnTo>
                      <a:pt x="36454" y="10348"/>
                    </a:lnTo>
                    <a:lnTo>
                      <a:pt x="17476" y="5394"/>
                    </a:lnTo>
                    <a:lnTo>
                      <a:pt x="8250" y="2360"/>
                    </a:lnTo>
                    <a:lnTo>
                      <a:pt x="7844" y="1836"/>
                    </a:lnTo>
                    <a:cubicBezTo>
                      <a:pt x="7641" y="1509"/>
                      <a:pt x="7072" y="1247"/>
                      <a:pt x="6544" y="1094"/>
                    </a:cubicBezTo>
                    <a:lnTo>
                      <a:pt x="3861" y="199"/>
                    </a:lnTo>
                    <a:cubicBezTo>
                      <a:pt x="2764" y="-172"/>
                      <a:pt x="1179" y="-19"/>
                      <a:pt x="407" y="614"/>
                    </a:cubicBezTo>
                    <a:cubicBezTo>
                      <a:pt x="-366" y="1312"/>
                      <a:pt x="0" y="2163"/>
                      <a:pt x="1179" y="2578"/>
                    </a:cubicBezTo>
                    <a:lnTo>
                      <a:pt x="3455" y="3386"/>
                    </a:lnTo>
                    <a:lnTo>
                      <a:pt x="3861" y="3866"/>
                    </a:lnTo>
                    <a:cubicBezTo>
                      <a:pt x="4064" y="4193"/>
                      <a:pt x="4471" y="4412"/>
                      <a:pt x="4958" y="4564"/>
                    </a:cubicBezTo>
                    <a:lnTo>
                      <a:pt x="15078" y="7926"/>
                    </a:lnTo>
                    <a:lnTo>
                      <a:pt x="30765" y="11876"/>
                    </a:lnTo>
                    <a:lnTo>
                      <a:pt x="33528" y="12662"/>
                    </a:lnTo>
                    <a:lnTo>
                      <a:pt x="37105" y="14365"/>
                    </a:lnTo>
                    <a:lnTo>
                      <a:pt x="46940" y="17398"/>
                    </a:lnTo>
                    <a:lnTo>
                      <a:pt x="53402" y="18948"/>
                    </a:lnTo>
                    <a:lnTo>
                      <a:pt x="54092" y="19428"/>
                    </a:lnTo>
                    <a:lnTo>
                      <a:pt x="54214" y="19799"/>
                    </a:lnTo>
                    <a:cubicBezTo>
                      <a:pt x="54418" y="20170"/>
                      <a:pt x="54905" y="20498"/>
                      <a:pt x="55596" y="20694"/>
                    </a:cubicBezTo>
                    <a:lnTo>
                      <a:pt x="62667" y="22506"/>
                    </a:lnTo>
                    <a:cubicBezTo>
                      <a:pt x="62952" y="22549"/>
                      <a:pt x="63236" y="22615"/>
                      <a:pt x="63562" y="22615"/>
                    </a:cubicBezTo>
                    <a:lnTo>
                      <a:pt x="64252" y="22659"/>
                    </a:lnTo>
                    <a:lnTo>
                      <a:pt x="82703" y="29119"/>
                    </a:lnTo>
                    <a:lnTo>
                      <a:pt x="86157" y="30451"/>
                    </a:lnTo>
                    <a:cubicBezTo>
                      <a:pt x="86482" y="30603"/>
                      <a:pt x="86930" y="30669"/>
                      <a:pt x="87336" y="30713"/>
                    </a:cubicBezTo>
                    <a:lnTo>
                      <a:pt x="128016" y="43939"/>
                    </a:lnTo>
                    <a:lnTo>
                      <a:pt x="134275" y="48261"/>
                    </a:lnTo>
                    <a:lnTo>
                      <a:pt x="143622" y="52801"/>
                    </a:lnTo>
                    <a:cubicBezTo>
                      <a:pt x="143622" y="52801"/>
                      <a:pt x="144028" y="52954"/>
                      <a:pt x="144232" y="53019"/>
                    </a:cubicBezTo>
                    <a:lnTo>
                      <a:pt x="161992" y="57494"/>
                    </a:lnTo>
                    <a:lnTo>
                      <a:pt x="181418" y="70393"/>
                    </a:lnTo>
                    <a:cubicBezTo>
                      <a:pt x="181742" y="70546"/>
                      <a:pt x="182108" y="70721"/>
                      <a:pt x="182514" y="70808"/>
                    </a:cubicBezTo>
                    <a:lnTo>
                      <a:pt x="243515" y="83533"/>
                    </a:lnTo>
                    <a:lnTo>
                      <a:pt x="263957" y="98026"/>
                    </a:lnTo>
                    <a:cubicBezTo>
                      <a:pt x="264364" y="98353"/>
                      <a:pt x="264851" y="98506"/>
                      <a:pt x="265461" y="98571"/>
                    </a:cubicBezTo>
                    <a:lnTo>
                      <a:pt x="333737" y="105599"/>
                    </a:lnTo>
                    <a:lnTo>
                      <a:pt x="356657" y="119568"/>
                    </a:lnTo>
                    <a:cubicBezTo>
                      <a:pt x="357064" y="119830"/>
                      <a:pt x="357754" y="119983"/>
                      <a:pt x="358323" y="120049"/>
                    </a:cubicBezTo>
                    <a:lnTo>
                      <a:pt x="434321" y="122406"/>
                    </a:lnTo>
                    <a:lnTo>
                      <a:pt x="460614" y="136528"/>
                    </a:lnTo>
                    <a:lnTo>
                      <a:pt x="488493" y="148205"/>
                    </a:lnTo>
                    <a:lnTo>
                      <a:pt x="518567" y="156674"/>
                    </a:lnTo>
                    <a:lnTo>
                      <a:pt x="549941" y="164989"/>
                    </a:lnTo>
                    <a:lnTo>
                      <a:pt x="581396" y="171123"/>
                    </a:lnTo>
                    <a:lnTo>
                      <a:pt x="613137" y="176230"/>
                    </a:lnTo>
                    <a:cubicBezTo>
                      <a:pt x="613420" y="176274"/>
                      <a:pt x="613624" y="176274"/>
                      <a:pt x="613949" y="176274"/>
                    </a:cubicBezTo>
                    <a:lnTo>
                      <a:pt x="703642" y="173938"/>
                    </a:lnTo>
                    <a:lnTo>
                      <a:pt x="792846" y="172498"/>
                    </a:lnTo>
                    <a:lnTo>
                      <a:pt x="825602" y="178675"/>
                    </a:lnTo>
                    <a:cubicBezTo>
                      <a:pt x="825602" y="178675"/>
                      <a:pt x="826090" y="178740"/>
                      <a:pt x="826497" y="178740"/>
                    </a:cubicBezTo>
                    <a:lnTo>
                      <a:pt x="913506" y="177474"/>
                    </a:lnTo>
                    <a:lnTo>
                      <a:pt x="913506" y="174702"/>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4" name="Freeform: Shape 853">
                <a:extLst>
                  <a:ext uri="{FF2B5EF4-FFF2-40B4-BE49-F238E27FC236}">
                    <a16:creationId xmlns:a16="http://schemas.microsoft.com/office/drawing/2014/main" id="{B48A2ED4-3516-4000-A0D9-A1A8AAB89A35}"/>
                  </a:ext>
                </a:extLst>
              </p:cNvPr>
              <p:cNvSpPr/>
              <p:nvPr/>
            </p:nvSpPr>
            <p:spPr>
              <a:xfrm>
                <a:off x="11360319" y="5778361"/>
                <a:ext cx="831721" cy="25805"/>
              </a:xfrm>
              <a:custGeom>
                <a:avLst/>
                <a:gdLst>
                  <a:gd name="connsiteX0" fmla="*/ 831681 w 831721"/>
                  <a:gd name="connsiteY0" fmla="*/ 22968 h 25805"/>
                  <a:gd name="connsiteX1" fmla="*/ 753571 w 831721"/>
                  <a:gd name="connsiteY1" fmla="*/ 21571 h 25805"/>
                  <a:gd name="connsiteX2" fmla="*/ 684442 w 831721"/>
                  <a:gd name="connsiteY2" fmla="*/ 20131 h 25805"/>
                  <a:gd name="connsiteX3" fmla="*/ 615273 w 831721"/>
                  <a:gd name="connsiteY3" fmla="*/ 18494 h 25805"/>
                  <a:gd name="connsiteX4" fmla="*/ 546022 w 831721"/>
                  <a:gd name="connsiteY4" fmla="*/ 16464 h 25805"/>
                  <a:gd name="connsiteX5" fmla="*/ 62935 w 831721"/>
                  <a:gd name="connsiteY5" fmla="*/ 5812 h 25805"/>
                  <a:gd name="connsiteX6" fmla="*/ 40298 w 831721"/>
                  <a:gd name="connsiteY6" fmla="*/ 3630 h 25805"/>
                  <a:gd name="connsiteX7" fmla="*/ 15711 w 831721"/>
                  <a:gd name="connsiteY7" fmla="*/ 2407 h 25805"/>
                  <a:gd name="connsiteX8" fmla="*/ 3722 w 831721"/>
                  <a:gd name="connsiteY8" fmla="*/ 72 h 25805"/>
                  <a:gd name="connsiteX9" fmla="*/ 3032 w 831721"/>
                  <a:gd name="connsiteY9" fmla="*/ 28 h 25805"/>
                  <a:gd name="connsiteX10" fmla="*/ 65 w 831721"/>
                  <a:gd name="connsiteY10" fmla="*/ 1098 h 25805"/>
                  <a:gd name="connsiteX11" fmla="*/ 2056 w 831721"/>
                  <a:gd name="connsiteY11" fmla="*/ 2757 h 25805"/>
                  <a:gd name="connsiteX12" fmla="*/ 14654 w 831721"/>
                  <a:gd name="connsiteY12" fmla="*/ 5158 h 25805"/>
                  <a:gd name="connsiteX13" fmla="*/ 39648 w 831721"/>
                  <a:gd name="connsiteY13" fmla="*/ 6424 h 25805"/>
                  <a:gd name="connsiteX14" fmla="*/ 62365 w 831721"/>
                  <a:gd name="connsiteY14" fmla="*/ 8606 h 25805"/>
                  <a:gd name="connsiteX15" fmla="*/ 545859 w 831721"/>
                  <a:gd name="connsiteY15" fmla="*/ 19258 h 25805"/>
                  <a:gd name="connsiteX16" fmla="*/ 615029 w 831721"/>
                  <a:gd name="connsiteY16" fmla="*/ 21331 h 25805"/>
                  <a:gd name="connsiteX17" fmla="*/ 684279 w 831721"/>
                  <a:gd name="connsiteY17" fmla="*/ 22990 h 25805"/>
                  <a:gd name="connsiteX18" fmla="*/ 753449 w 831721"/>
                  <a:gd name="connsiteY18" fmla="*/ 24430 h 25805"/>
                  <a:gd name="connsiteX19" fmla="*/ 831721 w 831721"/>
                  <a:gd name="connsiteY19" fmla="*/ 25805 h 25805"/>
                  <a:gd name="connsiteX20" fmla="*/ 831721 w 831721"/>
                  <a:gd name="connsiteY20" fmla="*/ 22990 h 25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31721" h="25805">
                    <a:moveTo>
                      <a:pt x="831681" y="22968"/>
                    </a:moveTo>
                    <a:lnTo>
                      <a:pt x="753571" y="21571"/>
                    </a:lnTo>
                    <a:lnTo>
                      <a:pt x="684442" y="20131"/>
                    </a:lnTo>
                    <a:lnTo>
                      <a:pt x="615273" y="18494"/>
                    </a:lnTo>
                    <a:lnTo>
                      <a:pt x="546022" y="16464"/>
                    </a:lnTo>
                    <a:lnTo>
                      <a:pt x="62935" y="5812"/>
                    </a:lnTo>
                    <a:lnTo>
                      <a:pt x="40298" y="3630"/>
                    </a:lnTo>
                    <a:lnTo>
                      <a:pt x="15711" y="2407"/>
                    </a:lnTo>
                    <a:lnTo>
                      <a:pt x="3722" y="72"/>
                    </a:lnTo>
                    <a:lnTo>
                      <a:pt x="3032" y="28"/>
                    </a:lnTo>
                    <a:cubicBezTo>
                      <a:pt x="1527" y="-124"/>
                      <a:pt x="267" y="356"/>
                      <a:pt x="65" y="1098"/>
                    </a:cubicBezTo>
                    <a:cubicBezTo>
                      <a:pt x="-261" y="1905"/>
                      <a:pt x="674" y="2648"/>
                      <a:pt x="2056" y="2757"/>
                    </a:cubicBezTo>
                    <a:lnTo>
                      <a:pt x="14654" y="5158"/>
                    </a:lnTo>
                    <a:lnTo>
                      <a:pt x="39648" y="6424"/>
                    </a:lnTo>
                    <a:lnTo>
                      <a:pt x="62365" y="8606"/>
                    </a:lnTo>
                    <a:lnTo>
                      <a:pt x="545859" y="19258"/>
                    </a:lnTo>
                    <a:lnTo>
                      <a:pt x="615029" y="21331"/>
                    </a:lnTo>
                    <a:lnTo>
                      <a:pt x="684279" y="22990"/>
                    </a:lnTo>
                    <a:lnTo>
                      <a:pt x="753449" y="24430"/>
                    </a:lnTo>
                    <a:lnTo>
                      <a:pt x="831721" y="25805"/>
                    </a:lnTo>
                    <a:lnTo>
                      <a:pt x="831721" y="22990"/>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5" name="Freeform: Shape 854">
                <a:extLst>
                  <a:ext uri="{FF2B5EF4-FFF2-40B4-BE49-F238E27FC236}">
                    <a16:creationId xmlns:a16="http://schemas.microsoft.com/office/drawing/2014/main" id="{4791BE2C-68DA-4D77-9C88-A06CC9F28CE9}"/>
                  </a:ext>
                </a:extLst>
              </p:cNvPr>
              <p:cNvSpPr/>
              <p:nvPr/>
            </p:nvSpPr>
            <p:spPr>
              <a:xfrm>
                <a:off x="9770171" y="5739700"/>
                <a:ext cx="164059" cy="10839"/>
              </a:xfrm>
              <a:custGeom>
                <a:avLst/>
                <a:gdLst>
                  <a:gd name="connsiteX0" fmla="*/ 2488 w 164059"/>
                  <a:gd name="connsiteY0" fmla="*/ 10839 h 10839"/>
                  <a:gd name="connsiteX1" fmla="*/ 10 w 164059"/>
                  <a:gd name="connsiteY1" fmla="*/ 9508 h 10839"/>
                  <a:gd name="connsiteX2" fmla="*/ 2285 w 164059"/>
                  <a:gd name="connsiteY2" fmla="*/ 8023 h 10839"/>
                  <a:gd name="connsiteX3" fmla="*/ 89620 w 164059"/>
                  <a:gd name="connsiteY3" fmla="*/ 4335 h 10839"/>
                  <a:gd name="connsiteX4" fmla="*/ 117296 w 164059"/>
                  <a:gd name="connsiteY4" fmla="*/ 3440 h 10839"/>
                  <a:gd name="connsiteX5" fmla="*/ 134772 w 164059"/>
                  <a:gd name="connsiteY5" fmla="*/ 2152 h 10839"/>
                  <a:gd name="connsiteX6" fmla="*/ 161269 w 164059"/>
                  <a:gd name="connsiteY6" fmla="*/ 13 h 10839"/>
                  <a:gd name="connsiteX7" fmla="*/ 164032 w 164059"/>
                  <a:gd name="connsiteY7" fmla="*/ 1235 h 10839"/>
                  <a:gd name="connsiteX8" fmla="*/ 161878 w 164059"/>
                  <a:gd name="connsiteY8" fmla="*/ 2829 h 10839"/>
                  <a:gd name="connsiteX9" fmla="*/ 160862 w 164059"/>
                  <a:gd name="connsiteY9" fmla="*/ 2872 h 10839"/>
                  <a:gd name="connsiteX10" fmla="*/ 117825 w 164059"/>
                  <a:gd name="connsiteY10" fmla="*/ 6234 h 10839"/>
                  <a:gd name="connsiteX11" fmla="*/ 60767 w 164059"/>
                  <a:gd name="connsiteY11" fmla="*/ 8373 h 10839"/>
                  <a:gd name="connsiteX12" fmla="*/ 2733 w 164059"/>
                  <a:gd name="connsiteY12" fmla="*/ 10817 h 10839"/>
                  <a:gd name="connsiteX13" fmla="*/ 2529 w 164059"/>
                  <a:gd name="connsiteY13" fmla="*/ 10817 h 1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059" h="10839">
                    <a:moveTo>
                      <a:pt x="2488" y="10839"/>
                    </a:moveTo>
                    <a:cubicBezTo>
                      <a:pt x="1189" y="10839"/>
                      <a:pt x="132" y="10250"/>
                      <a:pt x="10" y="9508"/>
                    </a:cubicBezTo>
                    <a:cubicBezTo>
                      <a:pt x="-112" y="8765"/>
                      <a:pt x="904" y="8067"/>
                      <a:pt x="2285" y="8023"/>
                    </a:cubicBezTo>
                    <a:lnTo>
                      <a:pt x="89620" y="4335"/>
                    </a:lnTo>
                    <a:lnTo>
                      <a:pt x="117296" y="3440"/>
                    </a:lnTo>
                    <a:lnTo>
                      <a:pt x="134772" y="2152"/>
                    </a:lnTo>
                    <a:lnTo>
                      <a:pt x="161269" y="13"/>
                    </a:lnTo>
                    <a:cubicBezTo>
                      <a:pt x="162651" y="-96"/>
                      <a:pt x="163951" y="493"/>
                      <a:pt x="164032" y="1235"/>
                    </a:cubicBezTo>
                    <a:cubicBezTo>
                      <a:pt x="164236" y="2021"/>
                      <a:pt x="163261" y="2720"/>
                      <a:pt x="161878" y="2829"/>
                    </a:cubicBezTo>
                    <a:lnTo>
                      <a:pt x="160862" y="2872"/>
                    </a:lnTo>
                    <a:lnTo>
                      <a:pt x="117825" y="6234"/>
                    </a:lnTo>
                    <a:lnTo>
                      <a:pt x="60767" y="8373"/>
                    </a:lnTo>
                    <a:lnTo>
                      <a:pt x="2733" y="10817"/>
                    </a:lnTo>
                    <a:lnTo>
                      <a:pt x="2529" y="1081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6" name="Freeform: Shape 855">
                <a:extLst>
                  <a:ext uri="{FF2B5EF4-FFF2-40B4-BE49-F238E27FC236}">
                    <a16:creationId xmlns:a16="http://schemas.microsoft.com/office/drawing/2014/main" id="{9F1750C8-FA00-4878-AA53-8DADF9625CC4}"/>
                  </a:ext>
                </a:extLst>
              </p:cNvPr>
              <p:cNvSpPr/>
              <p:nvPr/>
            </p:nvSpPr>
            <p:spPr>
              <a:xfrm>
                <a:off x="5601295" y="5475629"/>
                <a:ext cx="103259" cy="46866"/>
              </a:xfrm>
              <a:custGeom>
                <a:avLst/>
                <a:gdLst>
                  <a:gd name="connsiteX0" fmla="*/ 2595 w 103259"/>
                  <a:gd name="connsiteY0" fmla="*/ 46845 h 46866"/>
                  <a:gd name="connsiteX1" fmla="*/ 1538 w 103259"/>
                  <a:gd name="connsiteY1" fmla="*/ 46692 h 46866"/>
                  <a:gd name="connsiteX2" fmla="*/ 237 w 103259"/>
                  <a:gd name="connsiteY2" fmla="*/ 44836 h 46866"/>
                  <a:gd name="connsiteX3" fmla="*/ 4099 w 103259"/>
                  <a:gd name="connsiteY3" fmla="*/ 40100 h 46866"/>
                  <a:gd name="connsiteX4" fmla="*/ 8569 w 103259"/>
                  <a:gd name="connsiteY4" fmla="*/ 30671 h 46866"/>
                  <a:gd name="connsiteX5" fmla="*/ 11658 w 103259"/>
                  <a:gd name="connsiteY5" fmla="*/ 19256 h 46866"/>
                  <a:gd name="connsiteX6" fmla="*/ 14665 w 103259"/>
                  <a:gd name="connsiteY6" fmla="*/ 10045 h 46866"/>
                  <a:gd name="connsiteX7" fmla="*/ 15112 w 103259"/>
                  <a:gd name="connsiteY7" fmla="*/ 9456 h 46866"/>
                  <a:gd name="connsiteX8" fmla="*/ 17144 w 103259"/>
                  <a:gd name="connsiteY8" fmla="*/ 7906 h 46866"/>
                  <a:gd name="connsiteX9" fmla="*/ 18770 w 103259"/>
                  <a:gd name="connsiteY9" fmla="*/ 7317 h 46866"/>
                  <a:gd name="connsiteX10" fmla="*/ 100293 w 103259"/>
                  <a:gd name="connsiteY10" fmla="*/ 27 h 46866"/>
                  <a:gd name="connsiteX11" fmla="*/ 103220 w 103259"/>
                  <a:gd name="connsiteY11" fmla="*/ 1140 h 46866"/>
                  <a:gd name="connsiteX12" fmla="*/ 101188 w 103259"/>
                  <a:gd name="connsiteY12" fmla="*/ 2799 h 46866"/>
                  <a:gd name="connsiteX13" fmla="*/ 79730 w 103259"/>
                  <a:gd name="connsiteY13" fmla="*/ 4719 h 46866"/>
                  <a:gd name="connsiteX14" fmla="*/ 20639 w 103259"/>
                  <a:gd name="connsiteY14" fmla="*/ 10045 h 46866"/>
                  <a:gd name="connsiteX15" fmla="*/ 19541 w 103259"/>
                  <a:gd name="connsiteY15" fmla="*/ 10853 h 46866"/>
                  <a:gd name="connsiteX16" fmla="*/ 16615 w 103259"/>
                  <a:gd name="connsiteY16" fmla="*/ 19692 h 46866"/>
                  <a:gd name="connsiteX17" fmla="*/ 13486 w 103259"/>
                  <a:gd name="connsiteY17" fmla="*/ 31260 h 46866"/>
                  <a:gd name="connsiteX18" fmla="*/ 8812 w 103259"/>
                  <a:gd name="connsiteY18" fmla="*/ 41060 h 46866"/>
                  <a:gd name="connsiteX19" fmla="*/ 4830 w 103259"/>
                  <a:gd name="connsiteY19" fmla="*/ 46015 h 46866"/>
                  <a:gd name="connsiteX20" fmla="*/ 2514 w 103259"/>
                  <a:gd name="connsiteY20" fmla="*/ 46866 h 4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3259" h="46866">
                    <a:moveTo>
                      <a:pt x="2595" y="46845"/>
                    </a:moveTo>
                    <a:cubicBezTo>
                      <a:pt x="2229" y="46845"/>
                      <a:pt x="1904" y="46801"/>
                      <a:pt x="1538" y="46692"/>
                    </a:cubicBezTo>
                    <a:cubicBezTo>
                      <a:pt x="237" y="46364"/>
                      <a:pt x="-372" y="45579"/>
                      <a:pt x="237" y="44836"/>
                    </a:cubicBezTo>
                    <a:lnTo>
                      <a:pt x="4099" y="40100"/>
                    </a:lnTo>
                    <a:lnTo>
                      <a:pt x="8569" y="30671"/>
                    </a:lnTo>
                    <a:lnTo>
                      <a:pt x="11658" y="19256"/>
                    </a:lnTo>
                    <a:lnTo>
                      <a:pt x="14665" y="10045"/>
                    </a:lnTo>
                    <a:cubicBezTo>
                      <a:pt x="14746" y="9827"/>
                      <a:pt x="14908" y="9630"/>
                      <a:pt x="15112" y="9456"/>
                    </a:cubicBezTo>
                    <a:lnTo>
                      <a:pt x="17144" y="7906"/>
                    </a:lnTo>
                    <a:cubicBezTo>
                      <a:pt x="17550" y="7579"/>
                      <a:pt x="18119" y="7426"/>
                      <a:pt x="18770" y="7317"/>
                    </a:cubicBezTo>
                    <a:lnTo>
                      <a:pt x="100293" y="27"/>
                    </a:lnTo>
                    <a:cubicBezTo>
                      <a:pt x="101635" y="-126"/>
                      <a:pt x="103016" y="398"/>
                      <a:pt x="103220" y="1140"/>
                    </a:cubicBezTo>
                    <a:cubicBezTo>
                      <a:pt x="103463" y="1947"/>
                      <a:pt x="102569" y="2624"/>
                      <a:pt x="101188" y="2799"/>
                    </a:cubicBezTo>
                    <a:lnTo>
                      <a:pt x="79730" y="4719"/>
                    </a:lnTo>
                    <a:lnTo>
                      <a:pt x="20639" y="10045"/>
                    </a:lnTo>
                    <a:lnTo>
                      <a:pt x="19541" y="10853"/>
                    </a:lnTo>
                    <a:lnTo>
                      <a:pt x="16615" y="19692"/>
                    </a:lnTo>
                    <a:lnTo>
                      <a:pt x="13486" y="31260"/>
                    </a:lnTo>
                    <a:lnTo>
                      <a:pt x="8812" y="41060"/>
                    </a:lnTo>
                    <a:lnTo>
                      <a:pt x="4830" y="46015"/>
                    </a:lnTo>
                    <a:cubicBezTo>
                      <a:pt x="4383" y="46539"/>
                      <a:pt x="3448" y="46866"/>
                      <a:pt x="2514" y="4686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7" name="Freeform: Shape 856">
                <a:extLst>
                  <a:ext uri="{FF2B5EF4-FFF2-40B4-BE49-F238E27FC236}">
                    <a16:creationId xmlns:a16="http://schemas.microsoft.com/office/drawing/2014/main" id="{D8CA1E22-5300-420E-A631-D3CCD679EEFF}"/>
                  </a:ext>
                </a:extLst>
              </p:cNvPr>
              <p:cNvSpPr/>
              <p:nvPr/>
            </p:nvSpPr>
            <p:spPr>
              <a:xfrm>
                <a:off x="1976730" y="5976330"/>
                <a:ext cx="210685" cy="21394"/>
              </a:xfrm>
              <a:custGeom>
                <a:avLst/>
                <a:gdLst>
                  <a:gd name="connsiteX0" fmla="*/ 208076 w 210685"/>
                  <a:gd name="connsiteY0" fmla="*/ 21373 h 21394"/>
                  <a:gd name="connsiteX1" fmla="*/ 207629 w 210685"/>
                  <a:gd name="connsiteY1" fmla="*/ 21329 h 21394"/>
                  <a:gd name="connsiteX2" fmla="*/ 128015 w 210685"/>
                  <a:gd name="connsiteY2" fmla="*/ 13559 h 21394"/>
                  <a:gd name="connsiteX3" fmla="*/ 38770 w 210685"/>
                  <a:gd name="connsiteY3" fmla="*/ 6531 h 21394"/>
                  <a:gd name="connsiteX4" fmla="*/ 2072 w 210685"/>
                  <a:gd name="connsiteY4" fmla="*/ 2799 h 21394"/>
                  <a:gd name="connsiteX5" fmla="*/ 40 w 210685"/>
                  <a:gd name="connsiteY5" fmla="*/ 1140 h 21394"/>
                  <a:gd name="connsiteX6" fmla="*/ 2966 w 210685"/>
                  <a:gd name="connsiteY6" fmla="*/ 27 h 21394"/>
                  <a:gd name="connsiteX7" fmla="*/ 39623 w 210685"/>
                  <a:gd name="connsiteY7" fmla="*/ 3759 h 21394"/>
                  <a:gd name="connsiteX8" fmla="*/ 65633 w 210685"/>
                  <a:gd name="connsiteY8" fmla="*/ 5898 h 21394"/>
                  <a:gd name="connsiteX9" fmla="*/ 128828 w 210685"/>
                  <a:gd name="connsiteY9" fmla="*/ 10743 h 21394"/>
                  <a:gd name="connsiteX10" fmla="*/ 208564 w 210685"/>
                  <a:gd name="connsiteY10" fmla="*/ 18579 h 21394"/>
                  <a:gd name="connsiteX11" fmla="*/ 210636 w 210685"/>
                  <a:gd name="connsiteY11" fmla="*/ 20216 h 21394"/>
                  <a:gd name="connsiteX12" fmla="*/ 208117 w 210685"/>
                  <a:gd name="connsiteY12" fmla="*/ 21395 h 2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685" h="21394">
                    <a:moveTo>
                      <a:pt x="208076" y="21373"/>
                    </a:moveTo>
                    <a:cubicBezTo>
                      <a:pt x="208076" y="21373"/>
                      <a:pt x="207792" y="21373"/>
                      <a:pt x="207629" y="21329"/>
                    </a:cubicBezTo>
                    <a:lnTo>
                      <a:pt x="128015" y="13559"/>
                    </a:lnTo>
                    <a:lnTo>
                      <a:pt x="38770" y="6531"/>
                    </a:lnTo>
                    <a:lnTo>
                      <a:pt x="2072" y="2799"/>
                    </a:lnTo>
                    <a:cubicBezTo>
                      <a:pt x="690" y="2646"/>
                      <a:pt x="-204" y="1882"/>
                      <a:pt x="40" y="1140"/>
                    </a:cubicBezTo>
                    <a:cubicBezTo>
                      <a:pt x="284" y="398"/>
                      <a:pt x="1625" y="-126"/>
                      <a:pt x="2966" y="27"/>
                    </a:cubicBezTo>
                    <a:lnTo>
                      <a:pt x="39623" y="3759"/>
                    </a:lnTo>
                    <a:lnTo>
                      <a:pt x="65633" y="5898"/>
                    </a:lnTo>
                    <a:lnTo>
                      <a:pt x="128828" y="10743"/>
                    </a:lnTo>
                    <a:lnTo>
                      <a:pt x="208564" y="18579"/>
                    </a:lnTo>
                    <a:cubicBezTo>
                      <a:pt x="209946" y="18732"/>
                      <a:pt x="210921" y="19474"/>
                      <a:pt x="210636" y="20216"/>
                    </a:cubicBezTo>
                    <a:cubicBezTo>
                      <a:pt x="210393" y="20915"/>
                      <a:pt x="209295" y="21395"/>
                      <a:pt x="208117" y="2139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8" name="Freeform: Shape 857">
                <a:extLst>
                  <a:ext uri="{FF2B5EF4-FFF2-40B4-BE49-F238E27FC236}">
                    <a16:creationId xmlns:a16="http://schemas.microsoft.com/office/drawing/2014/main" id="{49A74CDA-1B6B-4D25-89D3-55F3395F67D6}"/>
                  </a:ext>
                </a:extLst>
              </p:cNvPr>
              <p:cNvSpPr/>
              <p:nvPr/>
            </p:nvSpPr>
            <p:spPr>
              <a:xfrm>
                <a:off x="9406847" y="5736799"/>
                <a:ext cx="306661" cy="239207"/>
              </a:xfrm>
              <a:custGeom>
                <a:avLst/>
                <a:gdLst>
                  <a:gd name="connsiteX0" fmla="*/ 304203 w 306661"/>
                  <a:gd name="connsiteY0" fmla="*/ 239208 h 239207"/>
                  <a:gd name="connsiteX1" fmla="*/ 302008 w 306661"/>
                  <a:gd name="connsiteY1" fmla="*/ 238510 h 239207"/>
                  <a:gd name="connsiteX2" fmla="*/ 284533 w 306661"/>
                  <a:gd name="connsiteY2" fmla="*/ 221834 h 239207"/>
                  <a:gd name="connsiteX3" fmla="*/ 267383 w 306661"/>
                  <a:gd name="connsiteY3" fmla="*/ 197912 h 239207"/>
                  <a:gd name="connsiteX4" fmla="*/ 250721 w 306661"/>
                  <a:gd name="connsiteY4" fmla="*/ 176107 h 239207"/>
                  <a:gd name="connsiteX5" fmla="*/ 233855 w 306661"/>
                  <a:gd name="connsiteY5" fmla="*/ 146904 h 239207"/>
                  <a:gd name="connsiteX6" fmla="*/ 216664 w 306661"/>
                  <a:gd name="connsiteY6" fmla="*/ 119882 h 239207"/>
                  <a:gd name="connsiteX7" fmla="*/ 198701 w 306661"/>
                  <a:gd name="connsiteY7" fmla="*/ 92708 h 239207"/>
                  <a:gd name="connsiteX8" fmla="*/ 180129 w 306661"/>
                  <a:gd name="connsiteY8" fmla="*/ 71973 h 239207"/>
                  <a:gd name="connsiteX9" fmla="*/ 160784 w 306661"/>
                  <a:gd name="connsiteY9" fmla="*/ 51674 h 239207"/>
                  <a:gd name="connsiteX10" fmla="*/ 141236 w 306661"/>
                  <a:gd name="connsiteY10" fmla="*/ 30197 h 239207"/>
                  <a:gd name="connsiteX11" fmla="*/ 122583 w 306661"/>
                  <a:gd name="connsiteY11" fmla="*/ 23387 h 239207"/>
                  <a:gd name="connsiteX12" fmla="*/ 103440 w 306661"/>
                  <a:gd name="connsiteY12" fmla="*/ 15922 h 239207"/>
                  <a:gd name="connsiteX13" fmla="*/ 85193 w 306661"/>
                  <a:gd name="connsiteY13" fmla="*/ 11492 h 239207"/>
                  <a:gd name="connsiteX14" fmla="*/ 80033 w 306661"/>
                  <a:gd name="connsiteY14" fmla="*/ 10968 h 239207"/>
                  <a:gd name="connsiteX15" fmla="*/ 2044 w 306661"/>
                  <a:gd name="connsiteY15" fmla="*/ 2805 h 239207"/>
                  <a:gd name="connsiteX16" fmla="*/ 53 w 306661"/>
                  <a:gd name="connsiteY16" fmla="*/ 1146 h 239207"/>
                  <a:gd name="connsiteX17" fmla="*/ 3019 w 306661"/>
                  <a:gd name="connsiteY17" fmla="*/ 33 h 239207"/>
                  <a:gd name="connsiteX18" fmla="*/ 86779 w 306661"/>
                  <a:gd name="connsiteY18" fmla="*/ 8829 h 239207"/>
                  <a:gd name="connsiteX19" fmla="*/ 105920 w 306661"/>
                  <a:gd name="connsiteY19" fmla="*/ 13456 h 239207"/>
                  <a:gd name="connsiteX20" fmla="*/ 125468 w 306661"/>
                  <a:gd name="connsiteY20" fmla="*/ 21030 h 239207"/>
                  <a:gd name="connsiteX21" fmla="*/ 144609 w 306661"/>
                  <a:gd name="connsiteY21" fmla="*/ 28014 h 239207"/>
                  <a:gd name="connsiteX22" fmla="*/ 145503 w 306661"/>
                  <a:gd name="connsiteY22" fmla="*/ 28538 h 239207"/>
                  <a:gd name="connsiteX23" fmla="*/ 165336 w 306661"/>
                  <a:gd name="connsiteY23" fmla="*/ 50321 h 239207"/>
                  <a:gd name="connsiteX24" fmla="*/ 184681 w 306661"/>
                  <a:gd name="connsiteY24" fmla="*/ 70685 h 239207"/>
                  <a:gd name="connsiteX25" fmla="*/ 203334 w 306661"/>
                  <a:gd name="connsiteY25" fmla="*/ 91617 h 239207"/>
                  <a:gd name="connsiteX26" fmla="*/ 221378 w 306661"/>
                  <a:gd name="connsiteY26" fmla="*/ 118900 h 239207"/>
                  <a:gd name="connsiteX27" fmla="*/ 238529 w 306661"/>
                  <a:gd name="connsiteY27" fmla="*/ 145965 h 239207"/>
                  <a:gd name="connsiteX28" fmla="*/ 255394 w 306661"/>
                  <a:gd name="connsiteY28" fmla="*/ 175060 h 239207"/>
                  <a:gd name="connsiteX29" fmla="*/ 271975 w 306661"/>
                  <a:gd name="connsiteY29" fmla="*/ 196799 h 239207"/>
                  <a:gd name="connsiteX30" fmla="*/ 289044 w 306661"/>
                  <a:gd name="connsiteY30" fmla="*/ 220568 h 239207"/>
                  <a:gd name="connsiteX31" fmla="*/ 306316 w 306661"/>
                  <a:gd name="connsiteY31" fmla="*/ 237025 h 239207"/>
                  <a:gd name="connsiteX32" fmla="*/ 305422 w 306661"/>
                  <a:gd name="connsiteY32" fmla="*/ 238990 h 239207"/>
                  <a:gd name="connsiteX33" fmla="*/ 304121 w 306661"/>
                  <a:gd name="connsiteY33" fmla="*/ 239164 h 23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06661" h="239207">
                    <a:moveTo>
                      <a:pt x="304203" y="239208"/>
                    </a:moveTo>
                    <a:cubicBezTo>
                      <a:pt x="303309" y="239208"/>
                      <a:pt x="302537" y="238946"/>
                      <a:pt x="302008" y="238510"/>
                    </a:cubicBezTo>
                    <a:lnTo>
                      <a:pt x="284533" y="221834"/>
                    </a:lnTo>
                    <a:lnTo>
                      <a:pt x="267383" y="197912"/>
                    </a:lnTo>
                    <a:lnTo>
                      <a:pt x="250721" y="176107"/>
                    </a:lnTo>
                    <a:lnTo>
                      <a:pt x="233855" y="146904"/>
                    </a:lnTo>
                    <a:lnTo>
                      <a:pt x="216664" y="119882"/>
                    </a:lnTo>
                    <a:lnTo>
                      <a:pt x="198701" y="92708"/>
                    </a:lnTo>
                    <a:lnTo>
                      <a:pt x="180129" y="71973"/>
                    </a:lnTo>
                    <a:lnTo>
                      <a:pt x="160784" y="51674"/>
                    </a:lnTo>
                    <a:lnTo>
                      <a:pt x="141236" y="30197"/>
                    </a:lnTo>
                    <a:lnTo>
                      <a:pt x="122583" y="23387"/>
                    </a:lnTo>
                    <a:lnTo>
                      <a:pt x="103440" y="15922"/>
                    </a:lnTo>
                    <a:lnTo>
                      <a:pt x="85193" y="11492"/>
                    </a:lnTo>
                    <a:lnTo>
                      <a:pt x="80033" y="10968"/>
                    </a:lnTo>
                    <a:lnTo>
                      <a:pt x="2044" y="2805"/>
                    </a:lnTo>
                    <a:cubicBezTo>
                      <a:pt x="663" y="2652"/>
                      <a:pt x="-231" y="1888"/>
                      <a:pt x="53" y="1146"/>
                    </a:cubicBezTo>
                    <a:cubicBezTo>
                      <a:pt x="256" y="404"/>
                      <a:pt x="1435" y="-142"/>
                      <a:pt x="3019" y="33"/>
                    </a:cubicBezTo>
                    <a:lnTo>
                      <a:pt x="86779" y="8829"/>
                    </a:lnTo>
                    <a:lnTo>
                      <a:pt x="105920" y="13456"/>
                    </a:lnTo>
                    <a:lnTo>
                      <a:pt x="125468" y="21030"/>
                    </a:lnTo>
                    <a:lnTo>
                      <a:pt x="144609" y="28014"/>
                    </a:lnTo>
                    <a:cubicBezTo>
                      <a:pt x="145016" y="28167"/>
                      <a:pt x="145300" y="28342"/>
                      <a:pt x="145503" y="28538"/>
                    </a:cubicBezTo>
                    <a:lnTo>
                      <a:pt x="165336" y="50321"/>
                    </a:lnTo>
                    <a:lnTo>
                      <a:pt x="184681" y="70685"/>
                    </a:lnTo>
                    <a:lnTo>
                      <a:pt x="203334" y="91617"/>
                    </a:lnTo>
                    <a:lnTo>
                      <a:pt x="221378" y="118900"/>
                    </a:lnTo>
                    <a:lnTo>
                      <a:pt x="238529" y="145965"/>
                    </a:lnTo>
                    <a:lnTo>
                      <a:pt x="255394" y="175060"/>
                    </a:lnTo>
                    <a:lnTo>
                      <a:pt x="271975" y="196799"/>
                    </a:lnTo>
                    <a:lnTo>
                      <a:pt x="289044" y="220568"/>
                    </a:lnTo>
                    <a:lnTo>
                      <a:pt x="306316" y="237025"/>
                    </a:lnTo>
                    <a:cubicBezTo>
                      <a:pt x="307007" y="237724"/>
                      <a:pt x="306640" y="238575"/>
                      <a:pt x="305422" y="238990"/>
                    </a:cubicBezTo>
                    <a:cubicBezTo>
                      <a:pt x="305015" y="239099"/>
                      <a:pt x="304608" y="239164"/>
                      <a:pt x="304121" y="23916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59" name="Freeform: Shape 858">
                <a:extLst>
                  <a:ext uri="{FF2B5EF4-FFF2-40B4-BE49-F238E27FC236}">
                    <a16:creationId xmlns:a16="http://schemas.microsoft.com/office/drawing/2014/main" id="{0373FFFB-0B7A-4D7B-B96F-9BFB61B82B5E}"/>
                  </a:ext>
                </a:extLst>
              </p:cNvPr>
              <p:cNvSpPr/>
              <p:nvPr/>
            </p:nvSpPr>
            <p:spPr>
              <a:xfrm>
                <a:off x="11318439" y="5764268"/>
                <a:ext cx="873560" cy="86193"/>
              </a:xfrm>
              <a:custGeom>
                <a:avLst/>
                <a:gdLst>
                  <a:gd name="connsiteX0" fmla="*/ 873561 w 873560"/>
                  <a:gd name="connsiteY0" fmla="*/ 83312 h 86193"/>
                  <a:gd name="connsiteX1" fmla="*/ 843406 w 873560"/>
                  <a:gd name="connsiteY1" fmla="*/ 81129 h 86193"/>
                  <a:gd name="connsiteX2" fmla="*/ 817884 w 873560"/>
                  <a:gd name="connsiteY2" fmla="*/ 80605 h 86193"/>
                  <a:gd name="connsiteX3" fmla="*/ 751804 w 873560"/>
                  <a:gd name="connsiteY3" fmla="*/ 80649 h 86193"/>
                  <a:gd name="connsiteX4" fmla="*/ 653170 w 873560"/>
                  <a:gd name="connsiteY4" fmla="*/ 74254 h 86193"/>
                  <a:gd name="connsiteX5" fmla="*/ 639881 w 873560"/>
                  <a:gd name="connsiteY5" fmla="*/ 70478 h 86193"/>
                  <a:gd name="connsiteX6" fmla="*/ 639190 w 873560"/>
                  <a:gd name="connsiteY6" fmla="*/ 70325 h 86193"/>
                  <a:gd name="connsiteX7" fmla="*/ 613099 w 873560"/>
                  <a:gd name="connsiteY7" fmla="*/ 67291 h 86193"/>
                  <a:gd name="connsiteX8" fmla="*/ 586927 w 873560"/>
                  <a:gd name="connsiteY8" fmla="*/ 64847 h 86193"/>
                  <a:gd name="connsiteX9" fmla="*/ 560836 w 873560"/>
                  <a:gd name="connsiteY9" fmla="*/ 61966 h 86193"/>
                  <a:gd name="connsiteX10" fmla="*/ 534948 w 873560"/>
                  <a:gd name="connsiteY10" fmla="*/ 59521 h 86193"/>
                  <a:gd name="connsiteX11" fmla="*/ 509548 w 873560"/>
                  <a:gd name="connsiteY11" fmla="*/ 57338 h 86193"/>
                  <a:gd name="connsiteX12" fmla="*/ 484148 w 873560"/>
                  <a:gd name="connsiteY12" fmla="*/ 54785 h 86193"/>
                  <a:gd name="connsiteX13" fmla="*/ 458748 w 873560"/>
                  <a:gd name="connsiteY13" fmla="*/ 52340 h 86193"/>
                  <a:gd name="connsiteX14" fmla="*/ 448426 w 873560"/>
                  <a:gd name="connsiteY14" fmla="*/ 52078 h 86193"/>
                  <a:gd name="connsiteX15" fmla="*/ 447938 w 873560"/>
                  <a:gd name="connsiteY15" fmla="*/ 52078 h 86193"/>
                  <a:gd name="connsiteX16" fmla="*/ 430666 w 873560"/>
                  <a:gd name="connsiteY16" fmla="*/ 49524 h 86193"/>
                  <a:gd name="connsiteX17" fmla="*/ 409737 w 873560"/>
                  <a:gd name="connsiteY17" fmla="*/ 46010 h 86193"/>
                  <a:gd name="connsiteX18" fmla="*/ 409127 w 873560"/>
                  <a:gd name="connsiteY18" fmla="*/ 45945 h 86193"/>
                  <a:gd name="connsiteX19" fmla="*/ 398520 w 873560"/>
                  <a:gd name="connsiteY19" fmla="*/ 45727 h 86193"/>
                  <a:gd name="connsiteX20" fmla="*/ 374420 w 873560"/>
                  <a:gd name="connsiteY20" fmla="*/ 42103 h 86193"/>
                  <a:gd name="connsiteX21" fmla="*/ 374420 w 873560"/>
                  <a:gd name="connsiteY21" fmla="*/ 42060 h 86193"/>
                  <a:gd name="connsiteX22" fmla="*/ 364789 w 873560"/>
                  <a:gd name="connsiteY22" fmla="*/ 39877 h 86193"/>
                  <a:gd name="connsiteX23" fmla="*/ 336910 w 873560"/>
                  <a:gd name="connsiteY23" fmla="*/ 35774 h 86193"/>
                  <a:gd name="connsiteX24" fmla="*/ 313176 w 873560"/>
                  <a:gd name="connsiteY24" fmla="*/ 32849 h 86193"/>
                  <a:gd name="connsiteX25" fmla="*/ 266034 w 873560"/>
                  <a:gd name="connsiteY25" fmla="*/ 25908 h 86193"/>
                  <a:gd name="connsiteX26" fmla="*/ 242910 w 873560"/>
                  <a:gd name="connsiteY26" fmla="*/ 22983 h 86193"/>
                  <a:gd name="connsiteX27" fmla="*/ 196783 w 873560"/>
                  <a:gd name="connsiteY27" fmla="*/ 18291 h 86193"/>
                  <a:gd name="connsiteX28" fmla="*/ 186338 w 873560"/>
                  <a:gd name="connsiteY28" fmla="*/ 18072 h 86193"/>
                  <a:gd name="connsiteX29" fmla="*/ 141675 w 873560"/>
                  <a:gd name="connsiteY29" fmla="*/ 13445 h 86193"/>
                  <a:gd name="connsiteX30" fmla="*/ 129686 w 873560"/>
                  <a:gd name="connsiteY30" fmla="*/ 11634 h 86193"/>
                  <a:gd name="connsiteX31" fmla="*/ 107660 w 873560"/>
                  <a:gd name="connsiteY31" fmla="*/ 8971 h 86193"/>
                  <a:gd name="connsiteX32" fmla="*/ 99125 w 873560"/>
                  <a:gd name="connsiteY32" fmla="*/ 8862 h 86193"/>
                  <a:gd name="connsiteX33" fmla="*/ 98434 w 873560"/>
                  <a:gd name="connsiteY33" fmla="*/ 8752 h 86193"/>
                  <a:gd name="connsiteX34" fmla="*/ 64297 w 873560"/>
                  <a:gd name="connsiteY34" fmla="*/ 4955 h 86193"/>
                  <a:gd name="connsiteX35" fmla="*/ 54096 w 873560"/>
                  <a:gd name="connsiteY35" fmla="*/ 4736 h 86193"/>
                  <a:gd name="connsiteX36" fmla="*/ 33451 w 873560"/>
                  <a:gd name="connsiteY36" fmla="*/ 2707 h 86193"/>
                  <a:gd name="connsiteX37" fmla="*/ 32760 w 873560"/>
                  <a:gd name="connsiteY37" fmla="*/ 2663 h 86193"/>
                  <a:gd name="connsiteX38" fmla="*/ 12400 w 873560"/>
                  <a:gd name="connsiteY38" fmla="*/ 262 h 86193"/>
                  <a:gd name="connsiteX39" fmla="*/ 2564 w 873560"/>
                  <a:gd name="connsiteY39" fmla="*/ 0 h 86193"/>
                  <a:gd name="connsiteX40" fmla="*/ 4 w 873560"/>
                  <a:gd name="connsiteY40" fmla="*/ 1331 h 86193"/>
                  <a:gd name="connsiteX41" fmla="*/ 2402 w 873560"/>
                  <a:gd name="connsiteY41" fmla="*/ 2772 h 86193"/>
                  <a:gd name="connsiteX42" fmla="*/ 10652 w 873560"/>
                  <a:gd name="connsiteY42" fmla="*/ 2925 h 86193"/>
                  <a:gd name="connsiteX43" fmla="*/ 31704 w 873560"/>
                  <a:gd name="connsiteY43" fmla="*/ 5369 h 86193"/>
                  <a:gd name="connsiteX44" fmla="*/ 32598 w 873560"/>
                  <a:gd name="connsiteY44" fmla="*/ 5478 h 86193"/>
                  <a:gd name="connsiteX45" fmla="*/ 53608 w 873560"/>
                  <a:gd name="connsiteY45" fmla="*/ 7552 h 86193"/>
                  <a:gd name="connsiteX46" fmla="*/ 63646 w 873560"/>
                  <a:gd name="connsiteY46" fmla="*/ 7770 h 86193"/>
                  <a:gd name="connsiteX47" fmla="*/ 80715 w 873560"/>
                  <a:gd name="connsiteY47" fmla="*/ 9800 h 86193"/>
                  <a:gd name="connsiteX48" fmla="*/ 96809 w 873560"/>
                  <a:gd name="connsiteY48" fmla="*/ 11503 h 86193"/>
                  <a:gd name="connsiteX49" fmla="*/ 97703 w 873560"/>
                  <a:gd name="connsiteY49" fmla="*/ 11503 h 86193"/>
                  <a:gd name="connsiteX50" fmla="*/ 98475 w 873560"/>
                  <a:gd name="connsiteY50" fmla="*/ 11612 h 86193"/>
                  <a:gd name="connsiteX51" fmla="*/ 107090 w 873560"/>
                  <a:gd name="connsiteY51" fmla="*/ 11721 h 86193"/>
                  <a:gd name="connsiteX52" fmla="*/ 128508 w 873560"/>
                  <a:gd name="connsiteY52" fmla="*/ 14340 h 86193"/>
                  <a:gd name="connsiteX53" fmla="*/ 140497 w 873560"/>
                  <a:gd name="connsiteY53" fmla="*/ 16152 h 86193"/>
                  <a:gd name="connsiteX54" fmla="*/ 185729 w 873560"/>
                  <a:gd name="connsiteY54" fmla="*/ 20844 h 86193"/>
                  <a:gd name="connsiteX55" fmla="*/ 196133 w 873560"/>
                  <a:gd name="connsiteY55" fmla="*/ 21063 h 86193"/>
                  <a:gd name="connsiteX56" fmla="*/ 241772 w 873560"/>
                  <a:gd name="connsiteY56" fmla="*/ 25755 h 86193"/>
                  <a:gd name="connsiteX57" fmla="*/ 264814 w 873560"/>
                  <a:gd name="connsiteY57" fmla="*/ 28680 h 86193"/>
                  <a:gd name="connsiteX58" fmla="*/ 311957 w 873560"/>
                  <a:gd name="connsiteY58" fmla="*/ 35555 h 86193"/>
                  <a:gd name="connsiteX59" fmla="*/ 335569 w 873560"/>
                  <a:gd name="connsiteY59" fmla="*/ 38546 h 86193"/>
                  <a:gd name="connsiteX60" fmla="*/ 363163 w 873560"/>
                  <a:gd name="connsiteY60" fmla="*/ 42540 h 86193"/>
                  <a:gd name="connsiteX61" fmla="*/ 372876 w 873560"/>
                  <a:gd name="connsiteY61" fmla="*/ 44723 h 86193"/>
                  <a:gd name="connsiteX62" fmla="*/ 397666 w 873560"/>
                  <a:gd name="connsiteY62" fmla="*/ 48520 h 86193"/>
                  <a:gd name="connsiteX63" fmla="*/ 408477 w 873560"/>
                  <a:gd name="connsiteY63" fmla="*/ 48782 h 86193"/>
                  <a:gd name="connsiteX64" fmla="*/ 429203 w 873560"/>
                  <a:gd name="connsiteY64" fmla="*/ 52231 h 86193"/>
                  <a:gd name="connsiteX65" fmla="*/ 447044 w 873560"/>
                  <a:gd name="connsiteY65" fmla="*/ 54850 h 86193"/>
                  <a:gd name="connsiteX66" fmla="*/ 458180 w 873560"/>
                  <a:gd name="connsiteY66" fmla="*/ 55177 h 86193"/>
                  <a:gd name="connsiteX67" fmla="*/ 508573 w 873560"/>
                  <a:gd name="connsiteY67" fmla="*/ 60132 h 86193"/>
                  <a:gd name="connsiteX68" fmla="*/ 534095 w 873560"/>
                  <a:gd name="connsiteY68" fmla="*/ 62315 h 86193"/>
                  <a:gd name="connsiteX69" fmla="*/ 559902 w 873560"/>
                  <a:gd name="connsiteY69" fmla="*/ 64759 h 86193"/>
                  <a:gd name="connsiteX70" fmla="*/ 585992 w 873560"/>
                  <a:gd name="connsiteY70" fmla="*/ 67640 h 86193"/>
                  <a:gd name="connsiteX71" fmla="*/ 612083 w 873560"/>
                  <a:gd name="connsiteY71" fmla="*/ 70041 h 86193"/>
                  <a:gd name="connsiteX72" fmla="*/ 637768 w 873560"/>
                  <a:gd name="connsiteY72" fmla="*/ 73075 h 86193"/>
                  <a:gd name="connsiteX73" fmla="*/ 651260 w 873560"/>
                  <a:gd name="connsiteY73" fmla="*/ 76917 h 86193"/>
                  <a:gd name="connsiteX74" fmla="*/ 652073 w 873560"/>
                  <a:gd name="connsiteY74" fmla="*/ 77070 h 86193"/>
                  <a:gd name="connsiteX75" fmla="*/ 751478 w 873560"/>
                  <a:gd name="connsiteY75" fmla="*/ 83530 h 86193"/>
                  <a:gd name="connsiteX76" fmla="*/ 817762 w 873560"/>
                  <a:gd name="connsiteY76" fmla="*/ 83465 h 86193"/>
                  <a:gd name="connsiteX77" fmla="*/ 842837 w 873560"/>
                  <a:gd name="connsiteY77" fmla="*/ 84010 h 86193"/>
                  <a:gd name="connsiteX78" fmla="*/ 873520 w 873560"/>
                  <a:gd name="connsiteY78" fmla="*/ 86193 h 86193"/>
                  <a:gd name="connsiteX79" fmla="*/ 873520 w 873560"/>
                  <a:gd name="connsiteY79" fmla="*/ 83377 h 8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873560" h="86193">
                    <a:moveTo>
                      <a:pt x="873561" y="83312"/>
                    </a:moveTo>
                    <a:lnTo>
                      <a:pt x="843406" y="81129"/>
                    </a:lnTo>
                    <a:lnTo>
                      <a:pt x="817884" y="80605"/>
                    </a:lnTo>
                    <a:lnTo>
                      <a:pt x="751804" y="80649"/>
                    </a:lnTo>
                    <a:lnTo>
                      <a:pt x="653170" y="74254"/>
                    </a:lnTo>
                    <a:lnTo>
                      <a:pt x="639881" y="70478"/>
                    </a:lnTo>
                    <a:cubicBezTo>
                      <a:pt x="639881" y="70478"/>
                      <a:pt x="639474" y="70369"/>
                      <a:pt x="639190" y="70325"/>
                    </a:cubicBezTo>
                    <a:lnTo>
                      <a:pt x="613099" y="67291"/>
                    </a:lnTo>
                    <a:lnTo>
                      <a:pt x="586927" y="64847"/>
                    </a:lnTo>
                    <a:lnTo>
                      <a:pt x="560836" y="61966"/>
                    </a:lnTo>
                    <a:lnTo>
                      <a:pt x="534948" y="59521"/>
                    </a:lnTo>
                    <a:lnTo>
                      <a:pt x="509548" y="57338"/>
                    </a:lnTo>
                    <a:lnTo>
                      <a:pt x="484148" y="54785"/>
                    </a:lnTo>
                    <a:lnTo>
                      <a:pt x="458748" y="52340"/>
                    </a:lnTo>
                    <a:lnTo>
                      <a:pt x="448426" y="52078"/>
                    </a:lnTo>
                    <a:lnTo>
                      <a:pt x="447938" y="52078"/>
                    </a:lnTo>
                    <a:lnTo>
                      <a:pt x="430666" y="49524"/>
                    </a:lnTo>
                    <a:lnTo>
                      <a:pt x="409737" y="46010"/>
                    </a:lnTo>
                    <a:cubicBezTo>
                      <a:pt x="409737" y="46010"/>
                      <a:pt x="409330" y="45945"/>
                      <a:pt x="409127" y="45945"/>
                    </a:cubicBezTo>
                    <a:lnTo>
                      <a:pt x="398520" y="45727"/>
                    </a:lnTo>
                    <a:lnTo>
                      <a:pt x="374420" y="42103"/>
                    </a:lnTo>
                    <a:lnTo>
                      <a:pt x="374420" y="42060"/>
                    </a:lnTo>
                    <a:lnTo>
                      <a:pt x="364789" y="39877"/>
                    </a:lnTo>
                    <a:lnTo>
                      <a:pt x="336910" y="35774"/>
                    </a:lnTo>
                    <a:lnTo>
                      <a:pt x="313176" y="32849"/>
                    </a:lnTo>
                    <a:lnTo>
                      <a:pt x="266034" y="25908"/>
                    </a:lnTo>
                    <a:lnTo>
                      <a:pt x="242910" y="22983"/>
                    </a:lnTo>
                    <a:lnTo>
                      <a:pt x="196783" y="18291"/>
                    </a:lnTo>
                    <a:lnTo>
                      <a:pt x="186338" y="18072"/>
                    </a:lnTo>
                    <a:lnTo>
                      <a:pt x="141675" y="13445"/>
                    </a:lnTo>
                    <a:lnTo>
                      <a:pt x="129686" y="11634"/>
                    </a:lnTo>
                    <a:lnTo>
                      <a:pt x="107660" y="8971"/>
                    </a:lnTo>
                    <a:lnTo>
                      <a:pt x="99125" y="8862"/>
                    </a:lnTo>
                    <a:cubicBezTo>
                      <a:pt x="99125" y="8862"/>
                      <a:pt x="98516" y="8752"/>
                      <a:pt x="98434" y="8752"/>
                    </a:cubicBezTo>
                    <a:lnTo>
                      <a:pt x="64297" y="4955"/>
                    </a:lnTo>
                    <a:lnTo>
                      <a:pt x="54096" y="4736"/>
                    </a:lnTo>
                    <a:lnTo>
                      <a:pt x="33451" y="2707"/>
                    </a:lnTo>
                    <a:cubicBezTo>
                      <a:pt x="33451" y="2707"/>
                      <a:pt x="32841" y="2663"/>
                      <a:pt x="32760" y="2663"/>
                    </a:cubicBezTo>
                    <a:lnTo>
                      <a:pt x="12400" y="262"/>
                    </a:lnTo>
                    <a:lnTo>
                      <a:pt x="2564" y="0"/>
                    </a:lnTo>
                    <a:cubicBezTo>
                      <a:pt x="1386" y="44"/>
                      <a:pt x="4" y="524"/>
                      <a:pt x="4" y="1331"/>
                    </a:cubicBezTo>
                    <a:cubicBezTo>
                      <a:pt x="-77" y="2074"/>
                      <a:pt x="980" y="2772"/>
                      <a:pt x="2402" y="2772"/>
                    </a:cubicBezTo>
                    <a:lnTo>
                      <a:pt x="10652" y="2925"/>
                    </a:lnTo>
                    <a:lnTo>
                      <a:pt x="31704" y="5369"/>
                    </a:lnTo>
                    <a:lnTo>
                      <a:pt x="32598" y="5478"/>
                    </a:lnTo>
                    <a:lnTo>
                      <a:pt x="53608" y="7552"/>
                    </a:lnTo>
                    <a:lnTo>
                      <a:pt x="63646" y="7770"/>
                    </a:lnTo>
                    <a:lnTo>
                      <a:pt x="80715" y="9800"/>
                    </a:lnTo>
                    <a:lnTo>
                      <a:pt x="96809" y="11503"/>
                    </a:lnTo>
                    <a:lnTo>
                      <a:pt x="97703" y="11503"/>
                    </a:lnTo>
                    <a:cubicBezTo>
                      <a:pt x="97703" y="11503"/>
                      <a:pt x="98312" y="11612"/>
                      <a:pt x="98475" y="11612"/>
                    </a:cubicBezTo>
                    <a:lnTo>
                      <a:pt x="107090" y="11721"/>
                    </a:lnTo>
                    <a:lnTo>
                      <a:pt x="128508" y="14340"/>
                    </a:lnTo>
                    <a:lnTo>
                      <a:pt x="140497" y="16152"/>
                    </a:lnTo>
                    <a:lnTo>
                      <a:pt x="185729" y="20844"/>
                    </a:lnTo>
                    <a:lnTo>
                      <a:pt x="196133" y="21063"/>
                    </a:lnTo>
                    <a:lnTo>
                      <a:pt x="241772" y="25755"/>
                    </a:lnTo>
                    <a:lnTo>
                      <a:pt x="264814" y="28680"/>
                    </a:lnTo>
                    <a:lnTo>
                      <a:pt x="311957" y="35555"/>
                    </a:lnTo>
                    <a:lnTo>
                      <a:pt x="335569" y="38546"/>
                    </a:lnTo>
                    <a:lnTo>
                      <a:pt x="363163" y="42540"/>
                    </a:lnTo>
                    <a:lnTo>
                      <a:pt x="372876" y="44723"/>
                    </a:lnTo>
                    <a:lnTo>
                      <a:pt x="397666" y="48520"/>
                    </a:lnTo>
                    <a:lnTo>
                      <a:pt x="408477" y="48782"/>
                    </a:lnTo>
                    <a:lnTo>
                      <a:pt x="429203" y="52231"/>
                    </a:lnTo>
                    <a:lnTo>
                      <a:pt x="447044" y="54850"/>
                    </a:lnTo>
                    <a:lnTo>
                      <a:pt x="458180" y="55177"/>
                    </a:lnTo>
                    <a:lnTo>
                      <a:pt x="508573" y="60132"/>
                    </a:lnTo>
                    <a:lnTo>
                      <a:pt x="534095" y="62315"/>
                    </a:lnTo>
                    <a:lnTo>
                      <a:pt x="559902" y="64759"/>
                    </a:lnTo>
                    <a:lnTo>
                      <a:pt x="585992" y="67640"/>
                    </a:lnTo>
                    <a:lnTo>
                      <a:pt x="612083" y="70041"/>
                    </a:lnTo>
                    <a:lnTo>
                      <a:pt x="637768" y="73075"/>
                    </a:lnTo>
                    <a:lnTo>
                      <a:pt x="651260" y="76917"/>
                    </a:lnTo>
                    <a:cubicBezTo>
                      <a:pt x="651464" y="77026"/>
                      <a:pt x="651748" y="77070"/>
                      <a:pt x="652073" y="77070"/>
                    </a:cubicBezTo>
                    <a:lnTo>
                      <a:pt x="751478" y="83530"/>
                    </a:lnTo>
                    <a:lnTo>
                      <a:pt x="817762" y="83465"/>
                    </a:lnTo>
                    <a:lnTo>
                      <a:pt x="842837" y="84010"/>
                    </a:lnTo>
                    <a:lnTo>
                      <a:pt x="873520" y="86193"/>
                    </a:lnTo>
                    <a:lnTo>
                      <a:pt x="873520" y="8337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0" name="Freeform: Shape 859">
                <a:extLst>
                  <a:ext uri="{FF2B5EF4-FFF2-40B4-BE49-F238E27FC236}">
                    <a16:creationId xmlns:a16="http://schemas.microsoft.com/office/drawing/2014/main" id="{438434AD-B734-44B5-90FB-E14A26033640}"/>
                  </a:ext>
                </a:extLst>
              </p:cNvPr>
              <p:cNvSpPr/>
              <p:nvPr/>
            </p:nvSpPr>
            <p:spPr>
              <a:xfrm>
                <a:off x="40" y="5691891"/>
                <a:ext cx="903147" cy="53409"/>
              </a:xfrm>
              <a:custGeom>
                <a:avLst/>
                <a:gdLst>
                  <a:gd name="connsiteX0" fmla="*/ 900826 w 903147"/>
                  <a:gd name="connsiteY0" fmla="*/ 12507 h 53409"/>
                  <a:gd name="connsiteX1" fmla="*/ 799145 w 903147"/>
                  <a:gd name="connsiteY1" fmla="*/ 7661 h 53409"/>
                  <a:gd name="connsiteX2" fmla="*/ 736844 w 903147"/>
                  <a:gd name="connsiteY2" fmla="*/ 2925 h 53409"/>
                  <a:gd name="connsiteX3" fmla="*/ 727781 w 903147"/>
                  <a:gd name="connsiteY3" fmla="*/ 3034 h 53409"/>
                  <a:gd name="connsiteX4" fmla="*/ 667471 w 903147"/>
                  <a:gd name="connsiteY4" fmla="*/ 0 h 53409"/>
                  <a:gd name="connsiteX5" fmla="*/ 666374 w 903147"/>
                  <a:gd name="connsiteY5" fmla="*/ 109 h 53409"/>
                  <a:gd name="connsiteX6" fmla="*/ 630042 w 903147"/>
                  <a:gd name="connsiteY6" fmla="*/ 7617 h 53409"/>
                  <a:gd name="connsiteX7" fmla="*/ 593060 w 903147"/>
                  <a:gd name="connsiteY7" fmla="*/ 12048 h 53409"/>
                  <a:gd name="connsiteX8" fmla="*/ 555549 w 903147"/>
                  <a:gd name="connsiteY8" fmla="*/ 15628 h 53409"/>
                  <a:gd name="connsiteX9" fmla="*/ 554858 w 903147"/>
                  <a:gd name="connsiteY9" fmla="*/ 15781 h 53409"/>
                  <a:gd name="connsiteX10" fmla="*/ 517063 w 903147"/>
                  <a:gd name="connsiteY10" fmla="*/ 25952 h 53409"/>
                  <a:gd name="connsiteX11" fmla="*/ 478536 w 903147"/>
                  <a:gd name="connsiteY11" fmla="*/ 32500 h 53409"/>
                  <a:gd name="connsiteX12" fmla="*/ 440050 w 903147"/>
                  <a:gd name="connsiteY12" fmla="*/ 38196 h 53409"/>
                  <a:gd name="connsiteX13" fmla="*/ 373035 w 903147"/>
                  <a:gd name="connsiteY13" fmla="*/ 39004 h 53409"/>
                  <a:gd name="connsiteX14" fmla="*/ 336540 w 903147"/>
                  <a:gd name="connsiteY14" fmla="*/ 40488 h 53409"/>
                  <a:gd name="connsiteX15" fmla="*/ 232948 w 903147"/>
                  <a:gd name="connsiteY15" fmla="*/ 42846 h 53409"/>
                  <a:gd name="connsiteX16" fmla="*/ 180076 w 903147"/>
                  <a:gd name="connsiteY16" fmla="*/ 45094 h 53409"/>
                  <a:gd name="connsiteX17" fmla="*/ 131267 w 903147"/>
                  <a:gd name="connsiteY17" fmla="*/ 46752 h 53409"/>
                  <a:gd name="connsiteX18" fmla="*/ 67828 w 903147"/>
                  <a:gd name="connsiteY18" fmla="*/ 47713 h 53409"/>
                  <a:gd name="connsiteX19" fmla="*/ 0 w 903147"/>
                  <a:gd name="connsiteY19" fmla="*/ 50594 h 53409"/>
                  <a:gd name="connsiteX20" fmla="*/ 0 w 903147"/>
                  <a:gd name="connsiteY20" fmla="*/ 53410 h 53409"/>
                  <a:gd name="connsiteX21" fmla="*/ 68113 w 903147"/>
                  <a:gd name="connsiteY21" fmla="*/ 50485 h 53409"/>
                  <a:gd name="connsiteX22" fmla="*/ 131470 w 903147"/>
                  <a:gd name="connsiteY22" fmla="*/ 49568 h 53409"/>
                  <a:gd name="connsiteX23" fmla="*/ 168819 w 903147"/>
                  <a:gd name="connsiteY23" fmla="*/ 48411 h 53409"/>
                  <a:gd name="connsiteX24" fmla="*/ 233314 w 903147"/>
                  <a:gd name="connsiteY24" fmla="*/ 45639 h 53409"/>
                  <a:gd name="connsiteX25" fmla="*/ 336824 w 903147"/>
                  <a:gd name="connsiteY25" fmla="*/ 43282 h 53409"/>
                  <a:gd name="connsiteX26" fmla="*/ 373278 w 903147"/>
                  <a:gd name="connsiteY26" fmla="*/ 41841 h 53409"/>
                  <a:gd name="connsiteX27" fmla="*/ 440741 w 903147"/>
                  <a:gd name="connsiteY27" fmla="*/ 40990 h 53409"/>
                  <a:gd name="connsiteX28" fmla="*/ 479918 w 903147"/>
                  <a:gd name="connsiteY28" fmla="*/ 35184 h 53409"/>
                  <a:gd name="connsiteX29" fmla="*/ 518851 w 903147"/>
                  <a:gd name="connsiteY29" fmla="*/ 28571 h 53409"/>
                  <a:gd name="connsiteX30" fmla="*/ 556768 w 903147"/>
                  <a:gd name="connsiteY30" fmla="*/ 18400 h 53409"/>
                  <a:gd name="connsiteX31" fmla="*/ 594035 w 903147"/>
                  <a:gd name="connsiteY31" fmla="*/ 14777 h 53409"/>
                  <a:gd name="connsiteX32" fmla="*/ 631424 w 903147"/>
                  <a:gd name="connsiteY32" fmla="*/ 10302 h 53409"/>
                  <a:gd name="connsiteX33" fmla="*/ 667553 w 903147"/>
                  <a:gd name="connsiteY33" fmla="*/ 2837 h 53409"/>
                  <a:gd name="connsiteX34" fmla="*/ 727537 w 903147"/>
                  <a:gd name="connsiteY34" fmla="*/ 5871 h 53409"/>
                  <a:gd name="connsiteX35" fmla="*/ 736519 w 903147"/>
                  <a:gd name="connsiteY35" fmla="*/ 5697 h 53409"/>
                  <a:gd name="connsiteX36" fmla="*/ 790285 w 903147"/>
                  <a:gd name="connsiteY36" fmla="*/ 9909 h 53409"/>
                  <a:gd name="connsiteX37" fmla="*/ 900420 w 903147"/>
                  <a:gd name="connsiteY37" fmla="*/ 15344 h 53409"/>
                  <a:gd name="connsiteX38" fmla="*/ 903143 w 903147"/>
                  <a:gd name="connsiteY38" fmla="*/ 14078 h 53409"/>
                  <a:gd name="connsiteX39" fmla="*/ 900826 w 903147"/>
                  <a:gd name="connsiteY39" fmla="*/ 12528 h 53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903147" h="53409">
                    <a:moveTo>
                      <a:pt x="900826" y="12507"/>
                    </a:moveTo>
                    <a:lnTo>
                      <a:pt x="799145" y="7661"/>
                    </a:lnTo>
                    <a:lnTo>
                      <a:pt x="736844" y="2925"/>
                    </a:lnTo>
                    <a:lnTo>
                      <a:pt x="727781" y="3034"/>
                    </a:lnTo>
                    <a:lnTo>
                      <a:pt x="667471" y="0"/>
                    </a:lnTo>
                    <a:cubicBezTo>
                      <a:pt x="667106" y="0"/>
                      <a:pt x="666740" y="0"/>
                      <a:pt x="666374" y="109"/>
                    </a:cubicBezTo>
                    <a:lnTo>
                      <a:pt x="630042" y="7617"/>
                    </a:lnTo>
                    <a:lnTo>
                      <a:pt x="593060" y="12048"/>
                    </a:lnTo>
                    <a:lnTo>
                      <a:pt x="555549" y="15628"/>
                    </a:lnTo>
                    <a:cubicBezTo>
                      <a:pt x="555305" y="15671"/>
                      <a:pt x="555102" y="15737"/>
                      <a:pt x="554858" y="15781"/>
                    </a:cubicBezTo>
                    <a:lnTo>
                      <a:pt x="517063" y="25952"/>
                    </a:lnTo>
                    <a:lnTo>
                      <a:pt x="478536" y="32500"/>
                    </a:lnTo>
                    <a:lnTo>
                      <a:pt x="440050" y="38196"/>
                    </a:lnTo>
                    <a:lnTo>
                      <a:pt x="373035" y="39004"/>
                    </a:lnTo>
                    <a:lnTo>
                      <a:pt x="336540" y="40488"/>
                    </a:lnTo>
                    <a:lnTo>
                      <a:pt x="232948" y="42846"/>
                    </a:lnTo>
                    <a:lnTo>
                      <a:pt x="180076" y="45094"/>
                    </a:lnTo>
                    <a:lnTo>
                      <a:pt x="131267" y="46752"/>
                    </a:lnTo>
                    <a:lnTo>
                      <a:pt x="67828" y="47713"/>
                    </a:lnTo>
                    <a:lnTo>
                      <a:pt x="0" y="50594"/>
                    </a:lnTo>
                    <a:lnTo>
                      <a:pt x="0" y="53410"/>
                    </a:lnTo>
                    <a:lnTo>
                      <a:pt x="68113" y="50485"/>
                    </a:lnTo>
                    <a:lnTo>
                      <a:pt x="131470" y="49568"/>
                    </a:lnTo>
                    <a:lnTo>
                      <a:pt x="168819" y="48411"/>
                    </a:lnTo>
                    <a:lnTo>
                      <a:pt x="233314" y="45639"/>
                    </a:lnTo>
                    <a:lnTo>
                      <a:pt x="336824" y="43282"/>
                    </a:lnTo>
                    <a:lnTo>
                      <a:pt x="373278" y="41841"/>
                    </a:lnTo>
                    <a:lnTo>
                      <a:pt x="440741" y="40990"/>
                    </a:lnTo>
                    <a:lnTo>
                      <a:pt x="479918" y="35184"/>
                    </a:lnTo>
                    <a:lnTo>
                      <a:pt x="518851" y="28571"/>
                    </a:lnTo>
                    <a:lnTo>
                      <a:pt x="556768" y="18400"/>
                    </a:lnTo>
                    <a:lnTo>
                      <a:pt x="594035" y="14777"/>
                    </a:lnTo>
                    <a:lnTo>
                      <a:pt x="631424" y="10302"/>
                    </a:lnTo>
                    <a:lnTo>
                      <a:pt x="667553" y="2837"/>
                    </a:lnTo>
                    <a:lnTo>
                      <a:pt x="727537" y="5871"/>
                    </a:lnTo>
                    <a:lnTo>
                      <a:pt x="736519" y="5697"/>
                    </a:lnTo>
                    <a:lnTo>
                      <a:pt x="790285" y="9909"/>
                    </a:lnTo>
                    <a:lnTo>
                      <a:pt x="900420" y="15344"/>
                    </a:lnTo>
                    <a:cubicBezTo>
                      <a:pt x="901761" y="15344"/>
                      <a:pt x="903021" y="14820"/>
                      <a:pt x="903143" y="14078"/>
                    </a:cubicBezTo>
                    <a:cubicBezTo>
                      <a:pt x="903224" y="13271"/>
                      <a:pt x="902208" y="12572"/>
                      <a:pt x="900826" y="12528"/>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1" name="Freeform: Shape 860">
                <a:extLst>
                  <a:ext uri="{FF2B5EF4-FFF2-40B4-BE49-F238E27FC236}">
                    <a16:creationId xmlns:a16="http://schemas.microsoft.com/office/drawing/2014/main" id="{63FA5525-0366-4F6D-9448-D2CF442AE425}"/>
                  </a:ext>
                </a:extLst>
              </p:cNvPr>
              <p:cNvSpPr/>
              <p:nvPr/>
            </p:nvSpPr>
            <p:spPr>
              <a:xfrm>
                <a:off x="9605791" y="5709112"/>
                <a:ext cx="336533" cy="29182"/>
              </a:xfrm>
              <a:custGeom>
                <a:avLst/>
                <a:gdLst>
                  <a:gd name="connsiteX0" fmla="*/ 334062 w 336533"/>
                  <a:gd name="connsiteY0" fmla="*/ 29182 h 29182"/>
                  <a:gd name="connsiteX1" fmla="*/ 332883 w 336533"/>
                  <a:gd name="connsiteY1" fmla="*/ 29029 h 29182"/>
                  <a:gd name="connsiteX2" fmla="*/ 317684 w 336533"/>
                  <a:gd name="connsiteY2" fmla="*/ 24489 h 29182"/>
                  <a:gd name="connsiteX3" fmla="*/ 302890 w 336533"/>
                  <a:gd name="connsiteY3" fmla="*/ 21128 h 29182"/>
                  <a:gd name="connsiteX4" fmla="*/ 288098 w 336533"/>
                  <a:gd name="connsiteY4" fmla="*/ 17985 h 29182"/>
                  <a:gd name="connsiteX5" fmla="*/ 273792 w 336533"/>
                  <a:gd name="connsiteY5" fmla="*/ 15475 h 29182"/>
                  <a:gd name="connsiteX6" fmla="*/ 210475 w 336533"/>
                  <a:gd name="connsiteY6" fmla="*/ 14951 h 29182"/>
                  <a:gd name="connsiteX7" fmla="*/ 147890 w 336533"/>
                  <a:gd name="connsiteY7" fmla="*/ 13729 h 29182"/>
                  <a:gd name="connsiteX8" fmla="*/ 124847 w 336533"/>
                  <a:gd name="connsiteY8" fmla="*/ 12943 h 29182"/>
                  <a:gd name="connsiteX9" fmla="*/ 123261 w 336533"/>
                  <a:gd name="connsiteY9" fmla="*/ 12528 h 29182"/>
                  <a:gd name="connsiteX10" fmla="*/ 120702 w 336533"/>
                  <a:gd name="connsiteY10" fmla="*/ 11132 h 29182"/>
                  <a:gd name="connsiteX11" fmla="*/ 107494 w 336533"/>
                  <a:gd name="connsiteY11" fmla="*/ 9429 h 29182"/>
                  <a:gd name="connsiteX12" fmla="*/ 70877 w 336533"/>
                  <a:gd name="connsiteY12" fmla="*/ 7945 h 29182"/>
                  <a:gd name="connsiteX13" fmla="*/ 70267 w 336533"/>
                  <a:gd name="connsiteY13" fmla="*/ 7901 h 29182"/>
                  <a:gd name="connsiteX14" fmla="*/ 61733 w 336533"/>
                  <a:gd name="connsiteY14" fmla="*/ 6308 h 29182"/>
                  <a:gd name="connsiteX15" fmla="*/ 59660 w 336533"/>
                  <a:gd name="connsiteY15" fmla="*/ 6679 h 29182"/>
                  <a:gd name="connsiteX16" fmla="*/ 58969 w 336533"/>
                  <a:gd name="connsiteY16" fmla="*/ 6788 h 29182"/>
                  <a:gd name="connsiteX17" fmla="*/ 32756 w 336533"/>
                  <a:gd name="connsiteY17" fmla="*/ 7312 h 29182"/>
                  <a:gd name="connsiteX18" fmla="*/ 31456 w 336533"/>
                  <a:gd name="connsiteY18" fmla="*/ 7137 h 29182"/>
                  <a:gd name="connsiteX19" fmla="*/ 15565 w 336533"/>
                  <a:gd name="connsiteY19" fmla="*/ 2816 h 29182"/>
                  <a:gd name="connsiteX20" fmla="*/ 2561 w 336533"/>
                  <a:gd name="connsiteY20" fmla="*/ 3034 h 29182"/>
                  <a:gd name="connsiteX21" fmla="*/ 2561 w 336533"/>
                  <a:gd name="connsiteY21" fmla="*/ 3034 h 29182"/>
                  <a:gd name="connsiteX22" fmla="*/ 0 w 336533"/>
                  <a:gd name="connsiteY22" fmla="*/ 1659 h 29182"/>
                  <a:gd name="connsiteX23" fmla="*/ 2479 w 336533"/>
                  <a:gd name="connsiteY23" fmla="*/ 218 h 29182"/>
                  <a:gd name="connsiteX24" fmla="*/ 15687 w 336533"/>
                  <a:gd name="connsiteY24" fmla="*/ 0 h 29182"/>
                  <a:gd name="connsiteX25" fmla="*/ 17272 w 336533"/>
                  <a:gd name="connsiteY25" fmla="*/ 153 h 29182"/>
                  <a:gd name="connsiteX26" fmla="*/ 33163 w 336533"/>
                  <a:gd name="connsiteY26" fmla="*/ 4474 h 29182"/>
                  <a:gd name="connsiteX27" fmla="*/ 58359 w 336533"/>
                  <a:gd name="connsiteY27" fmla="*/ 3929 h 29182"/>
                  <a:gd name="connsiteX28" fmla="*/ 60920 w 336533"/>
                  <a:gd name="connsiteY28" fmla="*/ 3449 h 29182"/>
                  <a:gd name="connsiteX29" fmla="*/ 62627 w 336533"/>
                  <a:gd name="connsiteY29" fmla="*/ 3449 h 29182"/>
                  <a:gd name="connsiteX30" fmla="*/ 71567 w 336533"/>
                  <a:gd name="connsiteY30" fmla="*/ 5107 h 29182"/>
                  <a:gd name="connsiteX31" fmla="*/ 108266 w 336533"/>
                  <a:gd name="connsiteY31" fmla="*/ 6657 h 29182"/>
                  <a:gd name="connsiteX32" fmla="*/ 122571 w 336533"/>
                  <a:gd name="connsiteY32" fmla="*/ 8469 h 29182"/>
                  <a:gd name="connsiteX33" fmla="*/ 123750 w 336533"/>
                  <a:gd name="connsiteY33" fmla="*/ 8840 h 29182"/>
                  <a:gd name="connsiteX34" fmla="*/ 126106 w 336533"/>
                  <a:gd name="connsiteY34" fmla="*/ 10171 h 29182"/>
                  <a:gd name="connsiteX35" fmla="*/ 148052 w 336533"/>
                  <a:gd name="connsiteY35" fmla="*/ 10913 h 29182"/>
                  <a:gd name="connsiteX36" fmla="*/ 210556 w 336533"/>
                  <a:gd name="connsiteY36" fmla="*/ 12179 h 29182"/>
                  <a:gd name="connsiteX37" fmla="*/ 274240 w 336533"/>
                  <a:gd name="connsiteY37" fmla="*/ 12725 h 29182"/>
                  <a:gd name="connsiteX38" fmla="*/ 274930 w 336533"/>
                  <a:gd name="connsiteY38" fmla="*/ 12769 h 29182"/>
                  <a:gd name="connsiteX39" fmla="*/ 289723 w 336533"/>
                  <a:gd name="connsiteY39" fmla="*/ 15322 h 29182"/>
                  <a:gd name="connsiteX40" fmla="*/ 304720 w 336533"/>
                  <a:gd name="connsiteY40" fmla="*/ 18531 h 29182"/>
                  <a:gd name="connsiteX41" fmla="*/ 319797 w 336533"/>
                  <a:gd name="connsiteY41" fmla="*/ 21936 h 29182"/>
                  <a:gd name="connsiteX42" fmla="*/ 335159 w 336533"/>
                  <a:gd name="connsiteY42" fmla="*/ 26519 h 29182"/>
                  <a:gd name="connsiteX43" fmla="*/ 336256 w 336533"/>
                  <a:gd name="connsiteY43" fmla="*/ 28440 h 29182"/>
                  <a:gd name="connsiteX44" fmla="*/ 333980 w 336533"/>
                  <a:gd name="connsiteY44" fmla="*/ 29182 h 29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36533" h="29182">
                    <a:moveTo>
                      <a:pt x="334062" y="29182"/>
                    </a:moveTo>
                    <a:cubicBezTo>
                      <a:pt x="333655" y="29182"/>
                      <a:pt x="333248" y="29138"/>
                      <a:pt x="332883" y="29029"/>
                    </a:cubicBezTo>
                    <a:lnTo>
                      <a:pt x="317684" y="24489"/>
                    </a:lnTo>
                    <a:lnTo>
                      <a:pt x="302890" y="21128"/>
                    </a:lnTo>
                    <a:lnTo>
                      <a:pt x="288098" y="17985"/>
                    </a:lnTo>
                    <a:lnTo>
                      <a:pt x="273792" y="15475"/>
                    </a:lnTo>
                    <a:lnTo>
                      <a:pt x="210475" y="14951"/>
                    </a:lnTo>
                    <a:lnTo>
                      <a:pt x="147890" y="13729"/>
                    </a:lnTo>
                    <a:lnTo>
                      <a:pt x="124847" y="12943"/>
                    </a:lnTo>
                    <a:cubicBezTo>
                      <a:pt x="124237" y="12878"/>
                      <a:pt x="123668" y="12769"/>
                      <a:pt x="123261" y="12528"/>
                    </a:cubicBezTo>
                    <a:lnTo>
                      <a:pt x="120702" y="11132"/>
                    </a:lnTo>
                    <a:lnTo>
                      <a:pt x="107494" y="9429"/>
                    </a:lnTo>
                    <a:lnTo>
                      <a:pt x="70877" y="7945"/>
                    </a:lnTo>
                    <a:cubicBezTo>
                      <a:pt x="70877" y="7945"/>
                      <a:pt x="70470" y="7901"/>
                      <a:pt x="70267" y="7901"/>
                    </a:cubicBezTo>
                    <a:lnTo>
                      <a:pt x="61733" y="6308"/>
                    </a:lnTo>
                    <a:lnTo>
                      <a:pt x="59660" y="6679"/>
                    </a:lnTo>
                    <a:cubicBezTo>
                      <a:pt x="59660" y="6679"/>
                      <a:pt x="59172" y="6788"/>
                      <a:pt x="58969" y="6788"/>
                    </a:cubicBezTo>
                    <a:lnTo>
                      <a:pt x="32756" y="7312"/>
                    </a:lnTo>
                    <a:cubicBezTo>
                      <a:pt x="32147" y="7312"/>
                      <a:pt x="31862" y="7246"/>
                      <a:pt x="31456" y="7137"/>
                    </a:cubicBezTo>
                    <a:lnTo>
                      <a:pt x="15565" y="2816"/>
                    </a:lnTo>
                    <a:lnTo>
                      <a:pt x="2561" y="3034"/>
                    </a:lnTo>
                    <a:lnTo>
                      <a:pt x="2561" y="3034"/>
                    </a:lnTo>
                    <a:cubicBezTo>
                      <a:pt x="1179" y="3034"/>
                      <a:pt x="81" y="2401"/>
                      <a:pt x="0" y="1659"/>
                    </a:cubicBezTo>
                    <a:cubicBezTo>
                      <a:pt x="0" y="851"/>
                      <a:pt x="1097" y="218"/>
                      <a:pt x="2479" y="218"/>
                    </a:cubicBezTo>
                    <a:lnTo>
                      <a:pt x="15687" y="0"/>
                    </a:lnTo>
                    <a:cubicBezTo>
                      <a:pt x="16176" y="44"/>
                      <a:pt x="16988" y="44"/>
                      <a:pt x="17272" y="153"/>
                    </a:cubicBezTo>
                    <a:lnTo>
                      <a:pt x="33163" y="4474"/>
                    </a:lnTo>
                    <a:lnTo>
                      <a:pt x="58359" y="3929"/>
                    </a:lnTo>
                    <a:lnTo>
                      <a:pt x="60920" y="3449"/>
                    </a:lnTo>
                    <a:cubicBezTo>
                      <a:pt x="61530" y="3339"/>
                      <a:pt x="62017" y="3339"/>
                      <a:pt x="62627" y="3449"/>
                    </a:cubicBezTo>
                    <a:lnTo>
                      <a:pt x="71567" y="5107"/>
                    </a:lnTo>
                    <a:lnTo>
                      <a:pt x="108266" y="6657"/>
                    </a:lnTo>
                    <a:lnTo>
                      <a:pt x="122571" y="8469"/>
                    </a:lnTo>
                    <a:cubicBezTo>
                      <a:pt x="123058" y="8534"/>
                      <a:pt x="123465" y="8643"/>
                      <a:pt x="123750" y="8840"/>
                    </a:cubicBezTo>
                    <a:lnTo>
                      <a:pt x="126106" y="10171"/>
                    </a:lnTo>
                    <a:lnTo>
                      <a:pt x="148052" y="10913"/>
                    </a:lnTo>
                    <a:lnTo>
                      <a:pt x="210556" y="12179"/>
                    </a:lnTo>
                    <a:lnTo>
                      <a:pt x="274240" y="12725"/>
                    </a:lnTo>
                    <a:cubicBezTo>
                      <a:pt x="274240" y="12725"/>
                      <a:pt x="274727" y="12725"/>
                      <a:pt x="274930" y="12769"/>
                    </a:cubicBezTo>
                    <a:lnTo>
                      <a:pt x="289723" y="15322"/>
                    </a:lnTo>
                    <a:lnTo>
                      <a:pt x="304720" y="18531"/>
                    </a:lnTo>
                    <a:lnTo>
                      <a:pt x="319797" y="21936"/>
                    </a:lnTo>
                    <a:lnTo>
                      <a:pt x="335159" y="26519"/>
                    </a:lnTo>
                    <a:cubicBezTo>
                      <a:pt x="336459" y="26890"/>
                      <a:pt x="336866" y="27742"/>
                      <a:pt x="336256" y="28440"/>
                    </a:cubicBezTo>
                    <a:cubicBezTo>
                      <a:pt x="335768" y="28920"/>
                      <a:pt x="334874" y="29182"/>
                      <a:pt x="333980" y="2918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2" name="Freeform: Shape 861">
                <a:extLst>
                  <a:ext uri="{FF2B5EF4-FFF2-40B4-BE49-F238E27FC236}">
                    <a16:creationId xmlns:a16="http://schemas.microsoft.com/office/drawing/2014/main" id="{8076E87D-29E9-4CCB-9A07-6660542525D9}"/>
                  </a:ext>
                </a:extLst>
              </p:cNvPr>
              <p:cNvSpPr/>
              <p:nvPr/>
            </p:nvSpPr>
            <p:spPr>
              <a:xfrm>
                <a:off x="9040544" y="5707148"/>
                <a:ext cx="131212" cy="4605"/>
              </a:xfrm>
              <a:custGeom>
                <a:avLst/>
                <a:gdLst>
                  <a:gd name="connsiteX0" fmla="*/ 22175 w 131212"/>
                  <a:gd name="connsiteY0" fmla="*/ 4605 h 4605"/>
                  <a:gd name="connsiteX1" fmla="*/ 11284 w 131212"/>
                  <a:gd name="connsiteY1" fmla="*/ 3754 h 4605"/>
                  <a:gd name="connsiteX2" fmla="*/ 2831 w 131212"/>
                  <a:gd name="connsiteY2" fmla="*/ 4278 h 4605"/>
                  <a:gd name="connsiteX3" fmla="*/ 27 w 131212"/>
                  <a:gd name="connsiteY3" fmla="*/ 3012 h 4605"/>
                  <a:gd name="connsiteX4" fmla="*/ 2303 w 131212"/>
                  <a:gd name="connsiteY4" fmla="*/ 1462 h 4605"/>
                  <a:gd name="connsiteX5" fmla="*/ 11040 w 131212"/>
                  <a:gd name="connsiteY5" fmla="*/ 917 h 4605"/>
                  <a:gd name="connsiteX6" fmla="*/ 11649 w 131212"/>
                  <a:gd name="connsiteY6" fmla="*/ 917 h 4605"/>
                  <a:gd name="connsiteX7" fmla="*/ 22460 w 131212"/>
                  <a:gd name="connsiteY7" fmla="*/ 1768 h 4605"/>
                  <a:gd name="connsiteX8" fmla="*/ 82973 w 131212"/>
                  <a:gd name="connsiteY8" fmla="*/ 1550 h 4605"/>
                  <a:gd name="connsiteX9" fmla="*/ 114428 w 131212"/>
                  <a:gd name="connsiteY9" fmla="*/ 0 h 4605"/>
                  <a:gd name="connsiteX10" fmla="*/ 125441 w 131212"/>
                  <a:gd name="connsiteY10" fmla="*/ 524 h 4605"/>
                  <a:gd name="connsiteX11" fmla="*/ 131009 w 131212"/>
                  <a:gd name="connsiteY11" fmla="*/ 567 h 4605"/>
                  <a:gd name="connsiteX12" fmla="*/ 131213 w 131212"/>
                  <a:gd name="connsiteY12" fmla="*/ 2008 h 4605"/>
                  <a:gd name="connsiteX13" fmla="*/ 131131 w 131212"/>
                  <a:gd name="connsiteY13" fmla="*/ 3405 h 4605"/>
                  <a:gd name="connsiteX14" fmla="*/ 125157 w 131212"/>
                  <a:gd name="connsiteY14" fmla="*/ 3339 h 4605"/>
                  <a:gd name="connsiteX15" fmla="*/ 114428 w 131212"/>
                  <a:gd name="connsiteY15" fmla="*/ 2816 h 4605"/>
                  <a:gd name="connsiteX16" fmla="*/ 83176 w 131212"/>
                  <a:gd name="connsiteY16" fmla="*/ 4365 h 4605"/>
                  <a:gd name="connsiteX17" fmla="*/ 22175 w 131212"/>
                  <a:gd name="connsiteY17" fmla="*/ 4584 h 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212" h="4605">
                    <a:moveTo>
                      <a:pt x="22175" y="4605"/>
                    </a:moveTo>
                    <a:lnTo>
                      <a:pt x="11284" y="3754"/>
                    </a:lnTo>
                    <a:lnTo>
                      <a:pt x="2831" y="4278"/>
                    </a:lnTo>
                    <a:cubicBezTo>
                      <a:pt x="1328" y="4322"/>
                      <a:pt x="230" y="3798"/>
                      <a:pt x="27" y="3012"/>
                    </a:cubicBezTo>
                    <a:cubicBezTo>
                      <a:pt x="-177" y="2270"/>
                      <a:pt x="799" y="1572"/>
                      <a:pt x="2303" y="1462"/>
                    </a:cubicBezTo>
                    <a:lnTo>
                      <a:pt x="11040" y="917"/>
                    </a:lnTo>
                    <a:cubicBezTo>
                      <a:pt x="11243" y="873"/>
                      <a:pt x="11447" y="873"/>
                      <a:pt x="11649" y="917"/>
                    </a:cubicBezTo>
                    <a:lnTo>
                      <a:pt x="22460" y="1768"/>
                    </a:lnTo>
                    <a:lnTo>
                      <a:pt x="82973" y="1550"/>
                    </a:lnTo>
                    <a:lnTo>
                      <a:pt x="114428" y="0"/>
                    </a:lnTo>
                    <a:lnTo>
                      <a:pt x="125441" y="524"/>
                    </a:lnTo>
                    <a:lnTo>
                      <a:pt x="131009" y="567"/>
                    </a:lnTo>
                    <a:lnTo>
                      <a:pt x="131213" y="2008"/>
                    </a:lnTo>
                    <a:lnTo>
                      <a:pt x="131131" y="3405"/>
                    </a:lnTo>
                    <a:lnTo>
                      <a:pt x="125157" y="3339"/>
                    </a:lnTo>
                    <a:lnTo>
                      <a:pt x="114428" y="2816"/>
                    </a:lnTo>
                    <a:lnTo>
                      <a:pt x="83176" y="4365"/>
                    </a:lnTo>
                    <a:lnTo>
                      <a:pt x="22175" y="4584"/>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3" name="Freeform: Shape 862">
                <a:extLst>
                  <a:ext uri="{FF2B5EF4-FFF2-40B4-BE49-F238E27FC236}">
                    <a16:creationId xmlns:a16="http://schemas.microsoft.com/office/drawing/2014/main" id="{56BA190A-3F44-4B87-B86F-9E40810DB344}"/>
                  </a:ext>
                </a:extLst>
              </p:cNvPr>
              <p:cNvSpPr/>
              <p:nvPr/>
            </p:nvSpPr>
            <p:spPr>
              <a:xfrm>
                <a:off x="9035283" y="5706078"/>
                <a:ext cx="161314" cy="9188"/>
              </a:xfrm>
              <a:custGeom>
                <a:avLst/>
                <a:gdLst>
                  <a:gd name="connsiteX0" fmla="*/ 41172 w 161314"/>
                  <a:gd name="connsiteY0" fmla="*/ 9145 h 9188"/>
                  <a:gd name="connsiteX1" fmla="*/ 40359 w 161314"/>
                  <a:gd name="connsiteY1" fmla="*/ 9036 h 9188"/>
                  <a:gd name="connsiteX2" fmla="*/ 28778 w 161314"/>
                  <a:gd name="connsiteY2" fmla="*/ 6919 h 9188"/>
                  <a:gd name="connsiteX3" fmla="*/ 16991 w 161314"/>
                  <a:gd name="connsiteY3" fmla="*/ 5478 h 9188"/>
                  <a:gd name="connsiteX4" fmla="*/ 2402 w 161314"/>
                  <a:gd name="connsiteY4" fmla="*/ 5217 h 9188"/>
                  <a:gd name="connsiteX5" fmla="*/ 4 w 161314"/>
                  <a:gd name="connsiteY5" fmla="*/ 3776 h 9188"/>
                  <a:gd name="connsiteX6" fmla="*/ 2605 w 161314"/>
                  <a:gd name="connsiteY6" fmla="*/ 2401 h 9188"/>
                  <a:gd name="connsiteX7" fmla="*/ 17561 w 161314"/>
                  <a:gd name="connsiteY7" fmla="*/ 2728 h 9188"/>
                  <a:gd name="connsiteX8" fmla="*/ 30159 w 161314"/>
                  <a:gd name="connsiteY8" fmla="*/ 4234 h 9188"/>
                  <a:gd name="connsiteX9" fmla="*/ 41457 w 161314"/>
                  <a:gd name="connsiteY9" fmla="*/ 6352 h 9188"/>
                  <a:gd name="connsiteX10" fmla="*/ 87787 w 161314"/>
                  <a:gd name="connsiteY10" fmla="*/ 4911 h 9188"/>
                  <a:gd name="connsiteX11" fmla="*/ 105465 w 161314"/>
                  <a:gd name="connsiteY11" fmla="*/ 2663 h 9188"/>
                  <a:gd name="connsiteX12" fmla="*/ 156061 w 161314"/>
                  <a:gd name="connsiteY12" fmla="*/ 0 h 9188"/>
                  <a:gd name="connsiteX13" fmla="*/ 159028 w 161314"/>
                  <a:gd name="connsiteY13" fmla="*/ 109 h 9188"/>
                  <a:gd name="connsiteX14" fmla="*/ 161304 w 161314"/>
                  <a:gd name="connsiteY14" fmla="*/ 1593 h 9188"/>
                  <a:gd name="connsiteX15" fmla="*/ 158622 w 161314"/>
                  <a:gd name="connsiteY15" fmla="*/ 2881 h 9188"/>
                  <a:gd name="connsiteX16" fmla="*/ 156021 w 161314"/>
                  <a:gd name="connsiteY16" fmla="*/ 2772 h 9188"/>
                  <a:gd name="connsiteX17" fmla="*/ 106237 w 161314"/>
                  <a:gd name="connsiteY17" fmla="*/ 5435 h 9188"/>
                  <a:gd name="connsiteX18" fmla="*/ 88478 w 161314"/>
                  <a:gd name="connsiteY18" fmla="*/ 7683 h 9188"/>
                  <a:gd name="connsiteX19" fmla="*/ 41253 w 161314"/>
                  <a:gd name="connsiteY19" fmla="*/ 9189 h 9188"/>
                  <a:gd name="connsiteX20" fmla="*/ 41172 w 161314"/>
                  <a:gd name="connsiteY20" fmla="*/ 9189 h 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314" h="9188">
                    <a:moveTo>
                      <a:pt x="41172" y="9145"/>
                    </a:moveTo>
                    <a:cubicBezTo>
                      <a:pt x="40848" y="9145"/>
                      <a:pt x="40563" y="9080"/>
                      <a:pt x="40359" y="9036"/>
                    </a:cubicBezTo>
                    <a:lnTo>
                      <a:pt x="28778" y="6919"/>
                    </a:lnTo>
                    <a:lnTo>
                      <a:pt x="16991" y="5478"/>
                    </a:lnTo>
                    <a:lnTo>
                      <a:pt x="2402" y="5217"/>
                    </a:lnTo>
                    <a:cubicBezTo>
                      <a:pt x="1020" y="5217"/>
                      <a:pt x="-77" y="4518"/>
                      <a:pt x="4" y="3776"/>
                    </a:cubicBezTo>
                    <a:cubicBezTo>
                      <a:pt x="4" y="2990"/>
                      <a:pt x="1508" y="2401"/>
                      <a:pt x="2605" y="2401"/>
                    </a:cubicBezTo>
                    <a:lnTo>
                      <a:pt x="17561" y="2728"/>
                    </a:lnTo>
                    <a:lnTo>
                      <a:pt x="30159" y="4234"/>
                    </a:lnTo>
                    <a:lnTo>
                      <a:pt x="41457" y="6352"/>
                    </a:lnTo>
                    <a:lnTo>
                      <a:pt x="87787" y="4911"/>
                    </a:lnTo>
                    <a:lnTo>
                      <a:pt x="105465" y="2663"/>
                    </a:lnTo>
                    <a:lnTo>
                      <a:pt x="156061" y="0"/>
                    </a:lnTo>
                    <a:lnTo>
                      <a:pt x="159028" y="109"/>
                    </a:lnTo>
                    <a:cubicBezTo>
                      <a:pt x="160410" y="153"/>
                      <a:pt x="161426" y="851"/>
                      <a:pt x="161304" y="1593"/>
                    </a:cubicBezTo>
                    <a:cubicBezTo>
                      <a:pt x="161182" y="2401"/>
                      <a:pt x="160207" y="2990"/>
                      <a:pt x="158622" y="2881"/>
                    </a:cubicBezTo>
                    <a:lnTo>
                      <a:pt x="156021" y="2772"/>
                    </a:lnTo>
                    <a:lnTo>
                      <a:pt x="106237" y="5435"/>
                    </a:lnTo>
                    <a:lnTo>
                      <a:pt x="88478" y="7683"/>
                    </a:lnTo>
                    <a:lnTo>
                      <a:pt x="41253" y="9189"/>
                    </a:lnTo>
                    <a:lnTo>
                      <a:pt x="41172" y="918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4" name="Freeform: Shape 863">
                <a:extLst>
                  <a:ext uri="{FF2B5EF4-FFF2-40B4-BE49-F238E27FC236}">
                    <a16:creationId xmlns:a16="http://schemas.microsoft.com/office/drawing/2014/main" id="{36221AA4-35CA-4AC6-9BDE-D1B1C17CEFE2}"/>
                  </a:ext>
                </a:extLst>
              </p:cNvPr>
              <p:cNvSpPr/>
              <p:nvPr/>
            </p:nvSpPr>
            <p:spPr>
              <a:xfrm>
                <a:off x="8867725" y="5700312"/>
                <a:ext cx="582899" cy="43504"/>
              </a:xfrm>
              <a:custGeom>
                <a:avLst/>
                <a:gdLst>
                  <a:gd name="connsiteX0" fmla="*/ 580466 w 582899"/>
                  <a:gd name="connsiteY0" fmla="*/ 43417 h 43504"/>
                  <a:gd name="connsiteX1" fmla="*/ 578190 w 582899"/>
                  <a:gd name="connsiteY1" fmla="*/ 42566 h 43504"/>
                  <a:gd name="connsiteX2" fmla="*/ 572419 w 582899"/>
                  <a:gd name="connsiteY2" fmla="*/ 35756 h 43504"/>
                  <a:gd name="connsiteX3" fmla="*/ 554659 w 582899"/>
                  <a:gd name="connsiteY3" fmla="*/ 16680 h 43504"/>
                  <a:gd name="connsiteX4" fmla="*/ 545637 w 582899"/>
                  <a:gd name="connsiteY4" fmla="*/ 9215 h 43504"/>
                  <a:gd name="connsiteX5" fmla="*/ 536208 w 582899"/>
                  <a:gd name="connsiteY5" fmla="*/ 5330 h 43504"/>
                  <a:gd name="connsiteX6" fmla="*/ 473786 w 582899"/>
                  <a:gd name="connsiteY6" fmla="*/ 5810 h 43504"/>
                  <a:gd name="connsiteX7" fmla="*/ 472688 w 582899"/>
                  <a:gd name="connsiteY7" fmla="*/ 5657 h 43504"/>
                  <a:gd name="connsiteX8" fmla="*/ 461796 w 582899"/>
                  <a:gd name="connsiteY8" fmla="*/ 2776 h 43504"/>
                  <a:gd name="connsiteX9" fmla="*/ 411281 w 582899"/>
                  <a:gd name="connsiteY9" fmla="*/ 6814 h 43504"/>
                  <a:gd name="connsiteX10" fmla="*/ 410387 w 582899"/>
                  <a:gd name="connsiteY10" fmla="*/ 6771 h 43504"/>
                  <a:gd name="connsiteX11" fmla="*/ 396976 w 582899"/>
                  <a:gd name="connsiteY11" fmla="*/ 5003 h 43504"/>
                  <a:gd name="connsiteX12" fmla="*/ 387060 w 582899"/>
                  <a:gd name="connsiteY12" fmla="*/ 4632 h 43504"/>
                  <a:gd name="connsiteX13" fmla="*/ 382792 w 582899"/>
                  <a:gd name="connsiteY13" fmla="*/ 5003 h 43504"/>
                  <a:gd name="connsiteX14" fmla="*/ 361171 w 582899"/>
                  <a:gd name="connsiteY14" fmla="*/ 6443 h 43504"/>
                  <a:gd name="connsiteX15" fmla="*/ 360400 w 582899"/>
                  <a:gd name="connsiteY15" fmla="*/ 6443 h 43504"/>
                  <a:gd name="connsiteX16" fmla="*/ 358896 w 582899"/>
                  <a:gd name="connsiteY16" fmla="*/ 6290 h 43504"/>
                  <a:gd name="connsiteX17" fmla="*/ 358693 w 582899"/>
                  <a:gd name="connsiteY17" fmla="*/ 6334 h 43504"/>
                  <a:gd name="connsiteX18" fmla="*/ 341218 w 582899"/>
                  <a:gd name="connsiteY18" fmla="*/ 7556 h 43504"/>
                  <a:gd name="connsiteX19" fmla="*/ 330123 w 582899"/>
                  <a:gd name="connsiteY19" fmla="*/ 9914 h 43504"/>
                  <a:gd name="connsiteX20" fmla="*/ 329107 w 582899"/>
                  <a:gd name="connsiteY20" fmla="*/ 10023 h 43504"/>
                  <a:gd name="connsiteX21" fmla="*/ 317687 w 582899"/>
                  <a:gd name="connsiteY21" fmla="*/ 9608 h 43504"/>
                  <a:gd name="connsiteX22" fmla="*/ 311550 w 582899"/>
                  <a:gd name="connsiteY22" fmla="*/ 9761 h 43504"/>
                  <a:gd name="connsiteX23" fmla="*/ 305495 w 582899"/>
                  <a:gd name="connsiteY23" fmla="*/ 10677 h 43504"/>
                  <a:gd name="connsiteX24" fmla="*/ 284647 w 582899"/>
                  <a:gd name="connsiteY24" fmla="*/ 12598 h 43504"/>
                  <a:gd name="connsiteX25" fmla="*/ 279770 w 582899"/>
                  <a:gd name="connsiteY25" fmla="*/ 12445 h 43504"/>
                  <a:gd name="connsiteX26" fmla="*/ 265667 w 582899"/>
                  <a:gd name="connsiteY26" fmla="*/ 13842 h 43504"/>
                  <a:gd name="connsiteX27" fmla="*/ 261888 w 582899"/>
                  <a:gd name="connsiteY27" fmla="*/ 15763 h 43504"/>
                  <a:gd name="connsiteX28" fmla="*/ 260791 w 582899"/>
                  <a:gd name="connsiteY28" fmla="*/ 16134 h 43504"/>
                  <a:gd name="connsiteX29" fmla="*/ 191256 w 582899"/>
                  <a:gd name="connsiteY29" fmla="*/ 25454 h 43504"/>
                  <a:gd name="connsiteX30" fmla="*/ 122087 w 582899"/>
                  <a:gd name="connsiteY30" fmla="*/ 32264 h 43504"/>
                  <a:gd name="connsiteX31" fmla="*/ 120990 w 582899"/>
                  <a:gd name="connsiteY31" fmla="*/ 32220 h 43504"/>
                  <a:gd name="connsiteX32" fmla="*/ 108472 w 582899"/>
                  <a:gd name="connsiteY32" fmla="*/ 30234 h 43504"/>
                  <a:gd name="connsiteX33" fmla="*/ 43083 w 582899"/>
                  <a:gd name="connsiteY33" fmla="*/ 35472 h 43504"/>
                  <a:gd name="connsiteX34" fmla="*/ 41579 w 582899"/>
                  <a:gd name="connsiteY34" fmla="*/ 35363 h 43504"/>
                  <a:gd name="connsiteX35" fmla="*/ 28696 w 582899"/>
                  <a:gd name="connsiteY35" fmla="*/ 31958 h 43504"/>
                  <a:gd name="connsiteX36" fmla="*/ 7157 w 582899"/>
                  <a:gd name="connsiteY36" fmla="*/ 31107 h 43504"/>
                  <a:gd name="connsiteX37" fmla="*/ 2686 w 582899"/>
                  <a:gd name="connsiteY37" fmla="*/ 31260 h 43504"/>
                  <a:gd name="connsiteX38" fmla="*/ 4 w 582899"/>
                  <a:gd name="connsiteY38" fmla="*/ 29994 h 43504"/>
                  <a:gd name="connsiteX39" fmla="*/ 2402 w 582899"/>
                  <a:gd name="connsiteY39" fmla="*/ 28444 h 43504"/>
                  <a:gd name="connsiteX40" fmla="*/ 7076 w 582899"/>
                  <a:gd name="connsiteY40" fmla="*/ 28292 h 43504"/>
                  <a:gd name="connsiteX41" fmla="*/ 9067 w 582899"/>
                  <a:gd name="connsiteY41" fmla="*/ 28357 h 43504"/>
                  <a:gd name="connsiteX42" fmla="*/ 29509 w 582899"/>
                  <a:gd name="connsiteY42" fmla="*/ 29165 h 43504"/>
                  <a:gd name="connsiteX43" fmla="*/ 30484 w 582899"/>
                  <a:gd name="connsiteY43" fmla="*/ 29317 h 43504"/>
                  <a:gd name="connsiteX44" fmla="*/ 43083 w 582899"/>
                  <a:gd name="connsiteY44" fmla="*/ 32679 h 43504"/>
                  <a:gd name="connsiteX45" fmla="*/ 108269 w 582899"/>
                  <a:gd name="connsiteY45" fmla="*/ 27462 h 43504"/>
                  <a:gd name="connsiteX46" fmla="*/ 109366 w 582899"/>
                  <a:gd name="connsiteY46" fmla="*/ 27528 h 43504"/>
                  <a:gd name="connsiteX47" fmla="*/ 121762 w 582899"/>
                  <a:gd name="connsiteY47" fmla="*/ 29448 h 43504"/>
                  <a:gd name="connsiteX48" fmla="*/ 190240 w 582899"/>
                  <a:gd name="connsiteY48" fmla="*/ 22726 h 43504"/>
                  <a:gd name="connsiteX49" fmla="*/ 258922 w 582899"/>
                  <a:gd name="connsiteY49" fmla="*/ 13515 h 43504"/>
                  <a:gd name="connsiteX50" fmla="*/ 262782 w 582899"/>
                  <a:gd name="connsiteY50" fmla="*/ 11551 h 43504"/>
                  <a:gd name="connsiteX51" fmla="*/ 264083 w 582899"/>
                  <a:gd name="connsiteY51" fmla="*/ 11223 h 43504"/>
                  <a:gd name="connsiteX52" fmla="*/ 279648 w 582899"/>
                  <a:gd name="connsiteY52" fmla="*/ 9739 h 43504"/>
                  <a:gd name="connsiteX53" fmla="*/ 284322 w 582899"/>
                  <a:gd name="connsiteY53" fmla="*/ 9892 h 43504"/>
                  <a:gd name="connsiteX54" fmla="*/ 304438 w 582899"/>
                  <a:gd name="connsiteY54" fmla="*/ 7971 h 43504"/>
                  <a:gd name="connsiteX55" fmla="*/ 310697 w 582899"/>
                  <a:gd name="connsiteY55" fmla="*/ 7054 h 43504"/>
                  <a:gd name="connsiteX56" fmla="*/ 317768 w 582899"/>
                  <a:gd name="connsiteY56" fmla="*/ 6836 h 43504"/>
                  <a:gd name="connsiteX57" fmla="*/ 328781 w 582899"/>
                  <a:gd name="connsiteY57" fmla="*/ 7251 h 43504"/>
                  <a:gd name="connsiteX58" fmla="*/ 339998 w 582899"/>
                  <a:gd name="connsiteY58" fmla="*/ 4893 h 43504"/>
                  <a:gd name="connsiteX59" fmla="*/ 357962 w 582899"/>
                  <a:gd name="connsiteY59" fmla="*/ 3562 h 43504"/>
                  <a:gd name="connsiteX60" fmla="*/ 359343 w 582899"/>
                  <a:gd name="connsiteY60" fmla="*/ 3518 h 43504"/>
                  <a:gd name="connsiteX61" fmla="*/ 360928 w 582899"/>
                  <a:gd name="connsiteY61" fmla="*/ 3671 h 43504"/>
                  <a:gd name="connsiteX62" fmla="*/ 386816 w 582899"/>
                  <a:gd name="connsiteY62" fmla="*/ 1860 h 43504"/>
                  <a:gd name="connsiteX63" fmla="*/ 397747 w 582899"/>
                  <a:gd name="connsiteY63" fmla="*/ 2296 h 43504"/>
                  <a:gd name="connsiteX64" fmla="*/ 411037 w 582899"/>
                  <a:gd name="connsiteY64" fmla="*/ 4064 h 43504"/>
                  <a:gd name="connsiteX65" fmla="*/ 461755 w 582899"/>
                  <a:gd name="connsiteY65" fmla="*/ 26 h 43504"/>
                  <a:gd name="connsiteX66" fmla="*/ 463219 w 582899"/>
                  <a:gd name="connsiteY66" fmla="*/ 135 h 43504"/>
                  <a:gd name="connsiteX67" fmla="*/ 474232 w 582899"/>
                  <a:gd name="connsiteY67" fmla="*/ 3060 h 43504"/>
                  <a:gd name="connsiteX68" fmla="*/ 536939 w 582899"/>
                  <a:gd name="connsiteY68" fmla="*/ 2580 h 43504"/>
                  <a:gd name="connsiteX69" fmla="*/ 538525 w 582899"/>
                  <a:gd name="connsiteY69" fmla="*/ 2842 h 43504"/>
                  <a:gd name="connsiteX70" fmla="*/ 548929 w 582899"/>
                  <a:gd name="connsiteY70" fmla="*/ 7163 h 43504"/>
                  <a:gd name="connsiteX71" fmla="*/ 549538 w 582899"/>
                  <a:gd name="connsiteY71" fmla="*/ 7491 h 43504"/>
                  <a:gd name="connsiteX72" fmla="*/ 558967 w 582899"/>
                  <a:gd name="connsiteY72" fmla="*/ 15327 h 43504"/>
                  <a:gd name="connsiteX73" fmla="*/ 577011 w 582899"/>
                  <a:gd name="connsiteY73" fmla="*/ 34621 h 43504"/>
                  <a:gd name="connsiteX74" fmla="*/ 582659 w 582899"/>
                  <a:gd name="connsiteY74" fmla="*/ 41497 h 43504"/>
                  <a:gd name="connsiteX75" fmla="*/ 581482 w 582899"/>
                  <a:gd name="connsiteY75" fmla="*/ 43352 h 43504"/>
                  <a:gd name="connsiteX76" fmla="*/ 580384 w 582899"/>
                  <a:gd name="connsiteY76" fmla="*/ 43505 h 4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82899" h="43504">
                    <a:moveTo>
                      <a:pt x="580466" y="43417"/>
                    </a:moveTo>
                    <a:cubicBezTo>
                      <a:pt x="579490" y="43417"/>
                      <a:pt x="578595" y="43090"/>
                      <a:pt x="578190" y="42566"/>
                    </a:cubicBezTo>
                    <a:lnTo>
                      <a:pt x="572419" y="35756"/>
                    </a:lnTo>
                    <a:lnTo>
                      <a:pt x="554659" y="16680"/>
                    </a:lnTo>
                    <a:lnTo>
                      <a:pt x="545637" y="9215"/>
                    </a:lnTo>
                    <a:lnTo>
                      <a:pt x="536208" y="5330"/>
                    </a:lnTo>
                    <a:lnTo>
                      <a:pt x="473786" y="5810"/>
                    </a:lnTo>
                    <a:cubicBezTo>
                      <a:pt x="473501" y="5810"/>
                      <a:pt x="473013" y="5766"/>
                      <a:pt x="472688" y="5657"/>
                    </a:cubicBezTo>
                    <a:lnTo>
                      <a:pt x="461796" y="2776"/>
                    </a:lnTo>
                    <a:lnTo>
                      <a:pt x="411281" y="6814"/>
                    </a:lnTo>
                    <a:cubicBezTo>
                      <a:pt x="410996" y="6814"/>
                      <a:pt x="410672" y="6814"/>
                      <a:pt x="410387" y="6771"/>
                    </a:cubicBezTo>
                    <a:lnTo>
                      <a:pt x="396976" y="5003"/>
                    </a:lnTo>
                    <a:lnTo>
                      <a:pt x="387060" y="4632"/>
                    </a:lnTo>
                    <a:lnTo>
                      <a:pt x="382792" y="5003"/>
                    </a:lnTo>
                    <a:lnTo>
                      <a:pt x="361171" y="6443"/>
                    </a:lnTo>
                    <a:cubicBezTo>
                      <a:pt x="360888" y="6487"/>
                      <a:pt x="360562" y="6443"/>
                      <a:pt x="360400" y="6443"/>
                    </a:cubicBezTo>
                    <a:lnTo>
                      <a:pt x="358896" y="6290"/>
                    </a:lnTo>
                    <a:cubicBezTo>
                      <a:pt x="358896" y="6290"/>
                      <a:pt x="358693" y="6290"/>
                      <a:pt x="358693" y="6334"/>
                    </a:cubicBezTo>
                    <a:lnTo>
                      <a:pt x="341218" y="7556"/>
                    </a:lnTo>
                    <a:lnTo>
                      <a:pt x="330123" y="9914"/>
                    </a:lnTo>
                    <a:cubicBezTo>
                      <a:pt x="329797" y="10023"/>
                      <a:pt x="329432" y="10066"/>
                      <a:pt x="329107" y="10023"/>
                    </a:cubicBezTo>
                    <a:lnTo>
                      <a:pt x="317687" y="9608"/>
                    </a:lnTo>
                    <a:lnTo>
                      <a:pt x="311550" y="9761"/>
                    </a:lnTo>
                    <a:lnTo>
                      <a:pt x="305495" y="10677"/>
                    </a:lnTo>
                    <a:lnTo>
                      <a:pt x="284647" y="12598"/>
                    </a:lnTo>
                    <a:lnTo>
                      <a:pt x="279770" y="12445"/>
                    </a:lnTo>
                    <a:lnTo>
                      <a:pt x="265667" y="13842"/>
                    </a:lnTo>
                    <a:lnTo>
                      <a:pt x="261888" y="15763"/>
                    </a:lnTo>
                    <a:cubicBezTo>
                      <a:pt x="261563" y="15981"/>
                      <a:pt x="261198" y="16090"/>
                      <a:pt x="260791" y="16134"/>
                    </a:cubicBezTo>
                    <a:lnTo>
                      <a:pt x="191256" y="25454"/>
                    </a:lnTo>
                    <a:lnTo>
                      <a:pt x="122087" y="32264"/>
                    </a:lnTo>
                    <a:cubicBezTo>
                      <a:pt x="121680" y="32264"/>
                      <a:pt x="121315" y="32264"/>
                      <a:pt x="120990" y="32220"/>
                    </a:cubicBezTo>
                    <a:lnTo>
                      <a:pt x="108472" y="30234"/>
                    </a:lnTo>
                    <a:lnTo>
                      <a:pt x="43083" y="35472"/>
                    </a:lnTo>
                    <a:cubicBezTo>
                      <a:pt x="42595" y="35516"/>
                      <a:pt x="42107" y="35472"/>
                      <a:pt x="41579" y="35363"/>
                    </a:cubicBezTo>
                    <a:lnTo>
                      <a:pt x="28696" y="31958"/>
                    </a:lnTo>
                    <a:lnTo>
                      <a:pt x="7157" y="31107"/>
                    </a:lnTo>
                    <a:lnTo>
                      <a:pt x="2686" y="31260"/>
                    </a:lnTo>
                    <a:cubicBezTo>
                      <a:pt x="1711" y="31369"/>
                      <a:pt x="126" y="30736"/>
                      <a:pt x="4" y="29994"/>
                    </a:cubicBezTo>
                    <a:cubicBezTo>
                      <a:pt x="-77" y="29186"/>
                      <a:pt x="1020" y="28488"/>
                      <a:pt x="2402" y="28444"/>
                    </a:cubicBezTo>
                    <a:lnTo>
                      <a:pt x="7076" y="28292"/>
                    </a:lnTo>
                    <a:lnTo>
                      <a:pt x="9067" y="28357"/>
                    </a:lnTo>
                    <a:lnTo>
                      <a:pt x="29509" y="29165"/>
                    </a:lnTo>
                    <a:cubicBezTo>
                      <a:pt x="29915" y="29165"/>
                      <a:pt x="30199" y="29208"/>
                      <a:pt x="30484" y="29317"/>
                    </a:cubicBezTo>
                    <a:lnTo>
                      <a:pt x="43083" y="32679"/>
                    </a:lnTo>
                    <a:lnTo>
                      <a:pt x="108269" y="27462"/>
                    </a:lnTo>
                    <a:cubicBezTo>
                      <a:pt x="108676" y="27418"/>
                      <a:pt x="109042" y="27418"/>
                      <a:pt x="109366" y="27528"/>
                    </a:cubicBezTo>
                    <a:lnTo>
                      <a:pt x="121762" y="29448"/>
                    </a:lnTo>
                    <a:lnTo>
                      <a:pt x="190240" y="22726"/>
                    </a:lnTo>
                    <a:lnTo>
                      <a:pt x="258922" y="13515"/>
                    </a:lnTo>
                    <a:lnTo>
                      <a:pt x="262782" y="11551"/>
                    </a:lnTo>
                    <a:cubicBezTo>
                      <a:pt x="263067" y="11398"/>
                      <a:pt x="263595" y="11223"/>
                      <a:pt x="264083" y="11223"/>
                    </a:cubicBezTo>
                    <a:lnTo>
                      <a:pt x="279648" y="9739"/>
                    </a:lnTo>
                    <a:lnTo>
                      <a:pt x="284322" y="9892"/>
                    </a:lnTo>
                    <a:lnTo>
                      <a:pt x="304438" y="7971"/>
                    </a:lnTo>
                    <a:lnTo>
                      <a:pt x="310697" y="7054"/>
                    </a:lnTo>
                    <a:lnTo>
                      <a:pt x="317768" y="6836"/>
                    </a:lnTo>
                    <a:lnTo>
                      <a:pt x="328781" y="7251"/>
                    </a:lnTo>
                    <a:lnTo>
                      <a:pt x="339998" y="4893"/>
                    </a:lnTo>
                    <a:lnTo>
                      <a:pt x="357962" y="3562"/>
                    </a:lnTo>
                    <a:cubicBezTo>
                      <a:pt x="358245" y="3562"/>
                      <a:pt x="359139" y="3518"/>
                      <a:pt x="359343" y="3518"/>
                    </a:cubicBezTo>
                    <a:lnTo>
                      <a:pt x="360928" y="3671"/>
                    </a:lnTo>
                    <a:lnTo>
                      <a:pt x="386816" y="1860"/>
                    </a:lnTo>
                    <a:lnTo>
                      <a:pt x="397747" y="2296"/>
                    </a:lnTo>
                    <a:lnTo>
                      <a:pt x="411037" y="4064"/>
                    </a:lnTo>
                    <a:lnTo>
                      <a:pt x="461755" y="26"/>
                    </a:lnTo>
                    <a:cubicBezTo>
                      <a:pt x="462244" y="-39"/>
                      <a:pt x="462731" y="26"/>
                      <a:pt x="463219" y="135"/>
                    </a:cubicBezTo>
                    <a:lnTo>
                      <a:pt x="474232" y="3060"/>
                    </a:lnTo>
                    <a:lnTo>
                      <a:pt x="536939" y="2580"/>
                    </a:lnTo>
                    <a:cubicBezTo>
                      <a:pt x="537550" y="2536"/>
                      <a:pt x="538037" y="2689"/>
                      <a:pt x="538525" y="2842"/>
                    </a:cubicBezTo>
                    <a:lnTo>
                      <a:pt x="548929" y="7163"/>
                    </a:lnTo>
                    <a:cubicBezTo>
                      <a:pt x="549213" y="7273"/>
                      <a:pt x="549416" y="7382"/>
                      <a:pt x="549538" y="7491"/>
                    </a:cubicBezTo>
                    <a:lnTo>
                      <a:pt x="558967" y="15327"/>
                    </a:lnTo>
                    <a:lnTo>
                      <a:pt x="577011" y="34621"/>
                    </a:lnTo>
                    <a:lnTo>
                      <a:pt x="582659" y="41497"/>
                    </a:lnTo>
                    <a:cubicBezTo>
                      <a:pt x="583270" y="42195"/>
                      <a:pt x="582659" y="43046"/>
                      <a:pt x="581482" y="43352"/>
                    </a:cubicBezTo>
                    <a:cubicBezTo>
                      <a:pt x="581075" y="43461"/>
                      <a:pt x="580709" y="43505"/>
                      <a:pt x="580384" y="4350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5" name="Freeform: Shape 864">
                <a:extLst>
                  <a:ext uri="{FF2B5EF4-FFF2-40B4-BE49-F238E27FC236}">
                    <a16:creationId xmlns:a16="http://schemas.microsoft.com/office/drawing/2014/main" id="{D7DA8F1E-93E2-4F10-ADA8-94BDCE2AAF67}"/>
                  </a:ext>
                </a:extLst>
              </p:cNvPr>
              <p:cNvSpPr/>
              <p:nvPr/>
            </p:nvSpPr>
            <p:spPr>
              <a:xfrm>
                <a:off x="4934587" y="5969175"/>
                <a:ext cx="7257453" cy="867386"/>
              </a:xfrm>
              <a:custGeom>
                <a:avLst/>
                <a:gdLst>
                  <a:gd name="connsiteX0" fmla="*/ 7257413 w 7257453"/>
                  <a:gd name="connsiteY0" fmla="*/ 864593 h 867386"/>
                  <a:gd name="connsiteX1" fmla="*/ 7222869 w 7257453"/>
                  <a:gd name="connsiteY1" fmla="*/ 864178 h 867386"/>
                  <a:gd name="connsiteX2" fmla="*/ 7084652 w 7257453"/>
                  <a:gd name="connsiteY2" fmla="*/ 824694 h 867386"/>
                  <a:gd name="connsiteX3" fmla="*/ 7083473 w 7257453"/>
                  <a:gd name="connsiteY3" fmla="*/ 824519 h 867386"/>
                  <a:gd name="connsiteX4" fmla="*/ 6995651 w 7257453"/>
                  <a:gd name="connsiteY4" fmla="*/ 824301 h 867386"/>
                  <a:gd name="connsiteX5" fmla="*/ 6930464 w 7257453"/>
                  <a:gd name="connsiteY5" fmla="*/ 805967 h 867386"/>
                  <a:gd name="connsiteX6" fmla="*/ 6929285 w 7257453"/>
                  <a:gd name="connsiteY6" fmla="*/ 805814 h 867386"/>
                  <a:gd name="connsiteX7" fmla="*/ 6832237 w 7257453"/>
                  <a:gd name="connsiteY7" fmla="*/ 805072 h 867386"/>
                  <a:gd name="connsiteX8" fmla="*/ 6648016 w 7257453"/>
                  <a:gd name="connsiteY8" fmla="*/ 804221 h 867386"/>
                  <a:gd name="connsiteX9" fmla="*/ 6463876 w 7257453"/>
                  <a:gd name="connsiteY9" fmla="*/ 803195 h 867386"/>
                  <a:gd name="connsiteX10" fmla="*/ 6279817 w 7257453"/>
                  <a:gd name="connsiteY10" fmla="*/ 801863 h 867386"/>
                  <a:gd name="connsiteX11" fmla="*/ 6095881 w 7257453"/>
                  <a:gd name="connsiteY11" fmla="*/ 800052 h 867386"/>
                  <a:gd name="connsiteX12" fmla="*/ 5912107 w 7257453"/>
                  <a:gd name="connsiteY12" fmla="*/ 797804 h 867386"/>
                  <a:gd name="connsiteX13" fmla="*/ 5729145 w 7257453"/>
                  <a:gd name="connsiteY13" fmla="*/ 794552 h 867386"/>
                  <a:gd name="connsiteX14" fmla="*/ 5679321 w 7257453"/>
                  <a:gd name="connsiteY14" fmla="*/ 774951 h 867386"/>
                  <a:gd name="connsiteX15" fmla="*/ 5629984 w 7257453"/>
                  <a:gd name="connsiteY15" fmla="*/ 755133 h 867386"/>
                  <a:gd name="connsiteX16" fmla="*/ 5581988 w 7257453"/>
                  <a:gd name="connsiteY16" fmla="*/ 737715 h 867386"/>
                  <a:gd name="connsiteX17" fmla="*/ 5580606 w 7257453"/>
                  <a:gd name="connsiteY17" fmla="*/ 737497 h 867386"/>
                  <a:gd name="connsiteX18" fmla="*/ 5404188 w 7257453"/>
                  <a:gd name="connsiteY18" fmla="*/ 736471 h 867386"/>
                  <a:gd name="connsiteX19" fmla="*/ 5359728 w 7257453"/>
                  <a:gd name="connsiteY19" fmla="*/ 718617 h 867386"/>
                  <a:gd name="connsiteX20" fmla="*/ 5315755 w 7257453"/>
                  <a:gd name="connsiteY20" fmla="*/ 699759 h 867386"/>
                  <a:gd name="connsiteX21" fmla="*/ 5272596 w 7257453"/>
                  <a:gd name="connsiteY21" fmla="*/ 679351 h 867386"/>
                  <a:gd name="connsiteX22" fmla="*/ 5270807 w 7257453"/>
                  <a:gd name="connsiteY22" fmla="*/ 679024 h 867386"/>
                  <a:gd name="connsiteX23" fmla="*/ 5099754 w 7257453"/>
                  <a:gd name="connsiteY23" fmla="*/ 681097 h 867386"/>
                  <a:gd name="connsiteX24" fmla="*/ 4928375 w 7257453"/>
                  <a:gd name="connsiteY24" fmla="*/ 679548 h 867386"/>
                  <a:gd name="connsiteX25" fmla="*/ 4757727 w 7257453"/>
                  <a:gd name="connsiteY25" fmla="*/ 679067 h 867386"/>
                  <a:gd name="connsiteX26" fmla="*/ 4721721 w 7257453"/>
                  <a:gd name="connsiteY26" fmla="*/ 673261 h 867386"/>
                  <a:gd name="connsiteX27" fmla="*/ 4721029 w 7257453"/>
                  <a:gd name="connsiteY27" fmla="*/ 673218 h 867386"/>
                  <a:gd name="connsiteX28" fmla="*/ 4551886 w 7257453"/>
                  <a:gd name="connsiteY28" fmla="*/ 670926 h 867386"/>
                  <a:gd name="connsiteX29" fmla="*/ 4546034 w 7257453"/>
                  <a:gd name="connsiteY29" fmla="*/ 670926 h 867386"/>
                  <a:gd name="connsiteX30" fmla="*/ 4544856 w 7257453"/>
                  <a:gd name="connsiteY30" fmla="*/ 670664 h 867386"/>
                  <a:gd name="connsiteX31" fmla="*/ 4543758 w 7257453"/>
                  <a:gd name="connsiteY31" fmla="*/ 670555 h 867386"/>
                  <a:gd name="connsiteX32" fmla="*/ 4542946 w 7257453"/>
                  <a:gd name="connsiteY32" fmla="*/ 670620 h 867386"/>
                  <a:gd name="connsiteX33" fmla="*/ 4383108 w 7257453"/>
                  <a:gd name="connsiteY33" fmla="*/ 670249 h 867386"/>
                  <a:gd name="connsiteX34" fmla="*/ 4351246 w 7257453"/>
                  <a:gd name="connsiteY34" fmla="*/ 668067 h 867386"/>
                  <a:gd name="connsiteX35" fmla="*/ 4320482 w 7257453"/>
                  <a:gd name="connsiteY35" fmla="*/ 665142 h 867386"/>
                  <a:gd name="connsiteX36" fmla="*/ 4290002 w 7257453"/>
                  <a:gd name="connsiteY36" fmla="*/ 658485 h 867386"/>
                  <a:gd name="connsiteX37" fmla="*/ 4260335 w 7257453"/>
                  <a:gd name="connsiteY37" fmla="*/ 650278 h 867386"/>
                  <a:gd name="connsiteX38" fmla="*/ 4230749 w 7257453"/>
                  <a:gd name="connsiteY38" fmla="*/ 636746 h 867386"/>
                  <a:gd name="connsiteX39" fmla="*/ 4229164 w 7257453"/>
                  <a:gd name="connsiteY39" fmla="*/ 636418 h 867386"/>
                  <a:gd name="connsiteX40" fmla="*/ 3909774 w 7257453"/>
                  <a:gd name="connsiteY40" fmla="*/ 635611 h 867386"/>
                  <a:gd name="connsiteX41" fmla="*/ 3255023 w 7257453"/>
                  <a:gd name="connsiteY41" fmla="*/ 276979 h 867386"/>
                  <a:gd name="connsiteX42" fmla="*/ 3240840 w 7257453"/>
                  <a:gd name="connsiteY42" fmla="*/ 259125 h 867386"/>
                  <a:gd name="connsiteX43" fmla="*/ 3239133 w 7257453"/>
                  <a:gd name="connsiteY43" fmla="*/ 258317 h 867386"/>
                  <a:gd name="connsiteX44" fmla="*/ 3225437 w 7257453"/>
                  <a:gd name="connsiteY44" fmla="*/ 256287 h 867386"/>
                  <a:gd name="connsiteX45" fmla="*/ 3211741 w 7257453"/>
                  <a:gd name="connsiteY45" fmla="*/ 253472 h 867386"/>
                  <a:gd name="connsiteX46" fmla="*/ 3210847 w 7257453"/>
                  <a:gd name="connsiteY46" fmla="*/ 253406 h 867386"/>
                  <a:gd name="connsiteX47" fmla="*/ 3095958 w 7257453"/>
                  <a:gd name="connsiteY47" fmla="*/ 253188 h 867386"/>
                  <a:gd name="connsiteX48" fmla="*/ 3011345 w 7257453"/>
                  <a:gd name="connsiteY48" fmla="*/ 203729 h 867386"/>
                  <a:gd name="connsiteX49" fmla="*/ 3009557 w 7257453"/>
                  <a:gd name="connsiteY49" fmla="*/ 203292 h 867386"/>
                  <a:gd name="connsiteX50" fmla="*/ 2900439 w 7257453"/>
                  <a:gd name="connsiteY50" fmla="*/ 203074 h 867386"/>
                  <a:gd name="connsiteX51" fmla="*/ 2577270 w 7257453"/>
                  <a:gd name="connsiteY51" fmla="*/ 698 h 867386"/>
                  <a:gd name="connsiteX52" fmla="*/ 2575400 w 7257453"/>
                  <a:gd name="connsiteY52" fmla="*/ 218 h 867386"/>
                  <a:gd name="connsiteX53" fmla="*/ 2401542 w 7257453"/>
                  <a:gd name="connsiteY53" fmla="*/ 0 h 867386"/>
                  <a:gd name="connsiteX54" fmla="*/ 2317214 w 7257453"/>
                  <a:gd name="connsiteY54" fmla="*/ 1986 h 867386"/>
                  <a:gd name="connsiteX55" fmla="*/ 2067766 w 7257453"/>
                  <a:gd name="connsiteY55" fmla="*/ 14558 h 867386"/>
                  <a:gd name="connsiteX56" fmla="*/ 2015381 w 7257453"/>
                  <a:gd name="connsiteY56" fmla="*/ 18924 h 867386"/>
                  <a:gd name="connsiteX57" fmla="*/ 1986608 w 7257453"/>
                  <a:gd name="connsiteY57" fmla="*/ 23245 h 867386"/>
                  <a:gd name="connsiteX58" fmla="*/ 1077329 w 7257453"/>
                  <a:gd name="connsiteY58" fmla="*/ 69299 h 867386"/>
                  <a:gd name="connsiteX59" fmla="*/ 981784 w 7257453"/>
                  <a:gd name="connsiteY59" fmla="*/ 71635 h 867386"/>
                  <a:gd name="connsiteX60" fmla="*/ 319027 w 7257453"/>
                  <a:gd name="connsiteY60" fmla="*/ 70631 h 867386"/>
                  <a:gd name="connsiteX61" fmla="*/ 319027 w 7257453"/>
                  <a:gd name="connsiteY61" fmla="*/ 70631 h 867386"/>
                  <a:gd name="connsiteX62" fmla="*/ 316954 w 7257453"/>
                  <a:gd name="connsiteY62" fmla="*/ 71264 h 867386"/>
                  <a:gd name="connsiteX63" fmla="*/ 298260 w 7257453"/>
                  <a:gd name="connsiteY63" fmla="*/ 86018 h 867386"/>
                  <a:gd name="connsiteX64" fmla="*/ 106683 w 7257453"/>
                  <a:gd name="connsiteY64" fmla="*/ 85691 h 867386"/>
                  <a:gd name="connsiteX65" fmla="*/ 99652 w 7257453"/>
                  <a:gd name="connsiteY65" fmla="*/ 86215 h 867386"/>
                  <a:gd name="connsiteX66" fmla="*/ 74089 w 7257453"/>
                  <a:gd name="connsiteY66" fmla="*/ 79230 h 867386"/>
                  <a:gd name="connsiteX67" fmla="*/ 66246 w 7257453"/>
                  <a:gd name="connsiteY67" fmla="*/ 76306 h 867386"/>
                  <a:gd name="connsiteX68" fmla="*/ 52469 w 7257453"/>
                  <a:gd name="connsiteY68" fmla="*/ 71984 h 867386"/>
                  <a:gd name="connsiteX69" fmla="*/ 41577 w 7257453"/>
                  <a:gd name="connsiteY69" fmla="*/ 70281 h 867386"/>
                  <a:gd name="connsiteX70" fmla="*/ 26053 w 7257453"/>
                  <a:gd name="connsiteY70" fmla="*/ 65698 h 867386"/>
                  <a:gd name="connsiteX71" fmla="*/ 3620 w 7257453"/>
                  <a:gd name="connsiteY71" fmla="*/ 59827 h 867386"/>
                  <a:gd name="connsiteX72" fmla="*/ 247 w 7257453"/>
                  <a:gd name="connsiteY72" fmla="*/ 60525 h 867386"/>
                  <a:gd name="connsiteX73" fmla="*/ 1425 w 7257453"/>
                  <a:gd name="connsiteY73" fmla="*/ 62380 h 867386"/>
                  <a:gd name="connsiteX74" fmla="*/ 21014 w 7257453"/>
                  <a:gd name="connsiteY74" fmla="*/ 67510 h 867386"/>
                  <a:gd name="connsiteX75" fmla="*/ 39627 w 7257453"/>
                  <a:gd name="connsiteY75" fmla="*/ 72901 h 867386"/>
                  <a:gd name="connsiteX76" fmla="*/ 50518 w 7257453"/>
                  <a:gd name="connsiteY76" fmla="*/ 74603 h 867386"/>
                  <a:gd name="connsiteX77" fmla="*/ 63564 w 7257453"/>
                  <a:gd name="connsiteY77" fmla="*/ 78663 h 867386"/>
                  <a:gd name="connsiteX78" fmla="*/ 71489 w 7257453"/>
                  <a:gd name="connsiteY78" fmla="*/ 81631 h 867386"/>
                  <a:gd name="connsiteX79" fmla="*/ 98026 w 7257453"/>
                  <a:gd name="connsiteY79" fmla="*/ 88943 h 867386"/>
                  <a:gd name="connsiteX80" fmla="*/ 99489 w 7257453"/>
                  <a:gd name="connsiteY80" fmla="*/ 89118 h 867386"/>
                  <a:gd name="connsiteX81" fmla="*/ 106967 w 7257453"/>
                  <a:gd name="connsiteY81" fmla="*/ 88528 h 867386"/>
                  <a:gd name="connsiteX82" fmla="*/ 299560 w 7257453"/>
                  <a:gd name="connsiteY82" fmla="*/ 88856 h 867386"/>
                  <a:gd name="connsiteX83" fmla="*/ 299560 w 7257453"/>
                  <a:gd name="connsiteY83" fmla="*/ 88856 h 867386"/>
                  <a:gd name="connsiteX84" fmla="*/ 301632 w 7257453"/>
                  <a:gd name="connsiteY84" fmla="*/ 88223 h 867386"/>
                  <a:gd name="connsiteX85" fmla="*/ 320287 w 7257453"/>
                  <a:gd name="connsiteY85" fmla="*/ 73468 h 867386"/>
                  <a:gd name="connsiteX86" fmla="*/ 981865 w 7257453"/>
                  <a:gd name="connsiteY86" fmla="*/ 74472 h 867386"/>
                  <a:gd name="connsiteX87" fmla="*/ 1077654 w 7257453"/>
                  <a:gd name="connsiteY87" fmla="*/ 72071 h 867386"/>
                  <a:gd name="connsiteX88" fmla="*/ 1987461 w 7257453"/>
                  <a:gd name="connsiteY88" fmla="*/ 26017 h 867386"/>
                  <a:gd name="connsiteX89" fmla="*/ 2016356 w 7257453"/>
                  <a:gd name="connsiteY89" fmla="*/ 21652 h 867386"/>
                  <a:gd name="connsiteX90" fmla="*/ 2068335 w 7257453"/>
                  <a:gd name="connsiteY90" fmla="*/ 17330 h 867386"/>
                  <a:gd name="connsiteX91" fmla="*/ 2317580 w 7257453"/>
                  <a:gd name="connsiteY91" fmla="*/ 4802 h 867386"/>
                  <a:gd name="connsiteX92" fmla="*/ 2401624 w 7257453"/>
                  <a:gd name="connsiteY92" fmla="*/ 2837 h 867386"/>
                  <a:gd name="connsiteX93" fmla="*/ 2574181 w 7257453"/>
                  <a:gd name="connsiteY93" fmla="*/ 3056 h 867386"/>
                  <a:gd name="connsiteX94" fmla="*/ 2897350 w 7257453"/>
                  <a:gd name="connsiteY94" fmla="*/ 205431 h 867386"/>
                  <a:gd name="connsiteX95" fmla="*/ 2899260 w 7257453"/>
                  <a:gd name="connsiteY95" fmla="*/ 205912 h 867386"/>
                  <a:gd name="connsiteX96" fmla="*/ 3008501 w 7257453"/>
                  <a:gd name="connsiteY96" fmla="*/ 206130 h 867386"/>
                  <a:gd name="connsiteX97" fmla="*/ 3093032 w 7257453"/>
                  <a:gd name="connsiteY97" fmla="*/ 255523 h 867386"/>
                  <a:gd name="connsiteX98" fmla="*/ 3094820 w 7257453"/>
                  <a:gd name="connsiteY98" fmla="*/ 255938 h 867386"/>
                  <a:gd name="connsiteX99" fmla="*/ 3210400 w 7257453"/>
                  <a:gd name="connsiteY99" fmla="*/ 256156 h 867386"/>
                  <a:gd name="connsiteX100" fmla="*/ 3223974 w 7257453"/>
                  <a:gd name="connsiteY100" fmla="*/ 258928 h 867386"/>
                  <a:gd name="connsiteX101" fmla="*/ 3236654 w 7257453"/>
                  <a:gd name="connsiteY101" fmla="*/ 260849 h 867386"/>
                  <a:gd name="connsiteX102" fmla="*/ 3250553 w 7257453"/>
                  <a:gd name="connsiteY102" fmla="*/ 278332 h 867386"/>
                  <a:gd name="connsiteX103" fmla="*/ 3251040 w 7257453"/>
                  <a:gd name="connsiteY103" fmla="*/ 278769 h 867386"/>
                  <a:gd name="connsiteX104" fmla="*/ 3906889 w 7257453"/>
                  <a:gd name="connsiteY104" fmla="*/ 637990 h 867386"/>
                  <a:gd name="connsiteX105" fmla="*/ 3908677 w 7257453"/>
                  <a:gd name="connsiteY105" fmla="*/ 638404 h 867386"/>
                  <a:gd name="connsiteX106" fmla="*/ 4228269 w 7257453"/>
                  <a:gd name="connsiteY106" fmla="*/ 639190 h 867386"/>
                  <a:gd name="connsiteX107" fmla="*/ 4257531 w 7257453"/>
                  <a:gd name="connsiteY107" fmla="*/ 652570 h 867386"/>
                  <a:gd name="connsiteX108" fmla="*/ 4287889 w 7257453"/>
                  <a:gd name="connsiteY108" fmla="*/ 660995 h 867386"/>
                  <a:gd name="connsiteX109" fmla="*/ 4319059 w 7257453"/>
                  <a:gd name="connsiteY109" fmla="*/ 667761 h 867386"/>
                  <a:gd name="connsiteX110" fmla="*/ 4350515 w 7257453"/>
                  <a:gd name="connsiteY110" fmla="*/ 670795 h 867386"/>
                  <a:gd name="connsiteX111" fmla="*/ 4382783 w 7257453"/>
                  <a:gd name="connsiteY111" fmla="*/ 673043 h 867386"/>
                  <a:gd name="connsiteX112" fmla="*/ 4543108 w 7257453"/>
                  <a:gd name="connsiteY112" fmla="*/ 673414 h 867386"/>
                  <a:gd name="connsiteX113" fmla="*/ 4543514 w 7257453"/>
                  <a:gd name="connsiteY113" fmla="*/ 673414 h 867386"/>
                  <a:gd name="connsiteX114" fmla="*/ 4544408 w 7257453"/>
                  <a:gd name="connsiteY114" fmla="*/ 673567 h 867386"/>
                  <a:gd name="connsiteX115" fmla="*/ 4545383 w 7257453"/>
                  <a:gd name="connsiteY115" fmla="*/ 673676 h 867386"/>
                  <a:gd name="connsiteX116" fmla="*/ 4720583 w 7257453"/>
                  <a:gd name="connsiteY116" fmla="*/ 676012 h 867386"/>
                  <a:gd name="connsiteX117" fmla="*/ 4756589 w 7257453"/>
                  <a:gd name="connsiteY117" fmla="*/ 681817 h 867386"/>
                  <a:gd name="connsiteX118" fmla="*/ 4757281 w 7257453"/>
                  <a:gd name="connsiteY118" fmla="*/ 681861 h 867386"/>
                  <a:gd name="connsiteX119" fmla="*/ 4928334 w 7257453"/>
                  <a:gd name="connsiteY119" fmla="*/ 682341 h 867386"/>
                  <a:gd name="connsiteX120" fmla="*/ 5099714 w 7257453"/>
                  <a:gd name="connsiteY120" fmla="*/ 683891 h 867386"/>
                  <a:gd name="connsiteX121" fmla="*/ 5269995 w 7257453"/>
                  <a:gd name="connsiteY121" fmla="*/ 681817 h 867386"/>
                  <a:gd name="connsiteX122" fmla="*/ 5312545 w 7257453"/>
                  <a:gd name="connsiteY122" fmla="*/ 701898 h 867386"/>
                  <a:gd name="connsiteX123" fmla="*/ 5356599 w 7257453"/>
                  <a:gd name="connsiteY123" fmla="*/ 720821 h 867386"/>
                  <a:gd name="connsiteX124" fmla="*/ 5401749 w 7257453"/>
                  <a:gd name="connsiteY124" fmla="*/ 739003 h 867386"/>
                  <a:gd name="connsiteX125" fmla="*/ 5403253 w 7257453"/>
                  <a:gd name="connsiteY125" fmla="*/ 739265 h 867386"/>
                  <a:gd name="connsiteX126" fmla="*/ 5579753 w 7257453"/>
                  <a:gd name="connsiteY126" fmla="*/ 740291 h 867386"/>
                  <a:gd name="connsiteX127" fmla="*/ 5627099 w 7257453"/>
                  <a:gd name="connsiteY127" fmla="*/ 757446 h 867386"/>
                  <a:gd name="connsiteX128" fmla="*/ 5676435 w 7257453"/>
                  <a:gd name="connsiteY128" fmla="*/ 777221 h 867386"/>
                  <a:gd name="connsiteX129" fmla="*/ 5726829 w 7257453"/>
                  <a:gd name="connsiteY129" fmla="*/ 797040 h 867386"/>
                  <a:gd name="connsiteX130" fmla="*/ 5728211 w 7257453"/>
                  <a:gd name="connsiteY130" fmla="*/ 797302 h 867386"/>
                  <a:gd name="connsiteX131" fmla="*/ 5911985 w 7257453"/>
                  <a:gd name="connsiteY131" fmla="*/ 800597 h 867386"/>
                  <a:gd name="connsiteX132" fmla="*/ 6095759 w 7257453"/>
                  <a:gd name="connsiteY132" fmla="*/ 802846 h 867386"/>
                  <a:gd name="connsiteX133" fmla="*/ 6279736 w 7257453"/>
                  <a:gd name="connsiteY133" fmla="*/ 804657 h 867386"/>
                  <a:gd name="connsiteX134" fmla="*/ 6463795 w 7257453"/>
                  <a:gd name="connsiteY134" fmla="*/ 805989 h 867386"/>
                  <a:gd name="connsiteX135" fmla="*/ 6647935 w 7257453"/>
                  <a:gd name="connsiteY135" fmla="*/ 806993 h 867386"/>
                  <a:gd name="connsiteX136" fmla="*/ 6832197 w 7257453"/>
                  <a:gd name="connsiteY136" fmla="*/ 807844 h 867386"/>
                  <a:gd name="connsiteX137" fmla="*/ 6928636 w 7257453"/>
                  <a:gd name="connsiteY137" fmla="*/ 808586 h 867386"/>
                  <a:gd name="connsiteX138" fmla="*/ 6994106 w 7257453"/>
                  <a:gd name="connsiteY138" fmla="*/ 826920 h 867386"/>
                  <a:gd name="connsiteX139" fmla="*/ 6995122 w 7257453"/>
                  <a:gd name="connsiteY139" fmla="*/ 827095 h 867386"/>
                  <a:gd name="connsiteX140" fmla="*/ 7082824 w 7257453"/>
                  <a:gd name="connsiteY140" fmla="*/ 827313 h 867386"/>
                  <a:gd name="connsiteX141" fmla="*/ 7221122 w 7257453"/>
                  <a:gd name="connsiteY141" fmla="*/ 866797 h 867386"/>
                  <a:gd name="connsiteX142" fmla="*/ 7222219 w 7257453"/>
                  <a:gd name="connsiteY142" fmla="*/ 866950 h 867386"/>
                  <a:gd name="connsiteX143" fmla="*/ 7257453 w 7257453"/>
                  <a:gd name="connsiteY143" fmla="*/ 867387 h 867386"/>
                  <a:gd name="connsiteX144" fmla="*/ 7257453 w 7257453"/>
                  <a:gd name="connsiteY144" fmla="*/ 864571 h 867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7257453" h="867386">
                    <a:moveTo>
                      <a:pt x="7257413" y="864593"/>
                    </a:moveTo>
                    <a:lnTo>
                      <a:pt x="7222869" y="864178"/>
                    </a:lnTo>
                    <a:lnTo>
                      <a:pt x="7084652" y="824694"/>
                    </a:lnTo>
                    <a:cubicBezTo>
                      <a:pt x="7084245" y="824585"/>
                      <a:pt x="7083880" y="824519"/>
                      <a:pt x="7083473" y="824519"/>
                    </a:cubicBezTo>
                    <a:lnTo>
                      <a:pt x="6995651" y="824301"/>
                    </a:lnTo>
                    <a:lnTo>
                      <a:pt x="6930464" y="805967"/>
                    </a:lnTo>
                    <a:cubicBezTo>
                      <a:pt x="6930464" y="805967"/>
                      <a:pt x="6929489" y="805858"/>
                      <a:pt x="6929285" y="805814"/>
                    </a:cubicBezTo>
                    <a:lnTo>
                      <a:pt x="6832237" y="805072"/>
                    </a:lnTo>
                    <a:lnTo>
                      <a:pt x="6648016" y="804221"/>
                    </a:lnTo>
                    <a:lnTo>
                      <a:pt x="6463876" y="803195"/>
                    </a:lnTo>
                    <a:lnTo>
                      <a:pt x="6279817" y="801863"/>
                    </a:lnTo>
                    <a:lnTo>
                      <a:pt x="6095881" y="800052"/>
                    </a:lnTo>
                    <a:lnTo>
                      <a:pt x="5912107" y="797804"/>
                    </a:lnTo>
                    <a:lnTo>
                      <a:pt x="5729145" y="794552"/>
                    </a:lnTo>
                    <a:lnTo>
                      <a:pt x="5679321" y="774951"/>
                    </a:lnTo>
                    <a:lnTo>
                      <a:pt x="5629984" y="755133"/>
                    </a:lnTo>
                    <a:lnTo>
                      <a:pt x="5581988" y="737715"/>
                    </a:lnTo>
                    <a:cubicBezTo>
                      <a:pt x="5581501" y="737562"/>
                      <a:pt x="5581094" y="737497"/>
                      <a:pt x="5580606" y="737497"/>
                    </a:cubicBezTo>
                    <a:lnTo>
                      <a:pt x="5404188" y="736471"/>
                    </a:lnTo>
                    <a:lnTo>
                      <a:pt x="5359728" y="718617"/>
                    </a:lnTo>
                    <a:lnTo>
                      <a:pt x="5315755" y="699759"/>
                    </a:lnTo>
                    <a:lnTo>
                      <a:pt x="5272596" y="679351"/>
                    </a:lnTo>
                    <a:cubicBezTo>
                      <a:pt x="5272108" y="679133"/>
                      <a:pt x="5271621" y="679024"/>
                      <a:pt x="5270807" y="679024"/>
                    </a:cubicBezTo>
                    <a:lnTo>
                      <a:pt x="5099754" y="681097"/>
                    </a:lnTo>
                    <a:lnTo>
                      <a:pt x="4928375" y="679548"/>
                    </a:lnTo>
                    <a:lnTo>
                      <a:pt x="4757727" y="679067"/>
                    </a:lnTo>
                    <a:lnTo>
                      <a:pt x="4721721" y="673261"/>
                    </a:lnTo>
                    <a:cubicBezTo>
                      <a:pt x="4721721" y="673261"/>
                      <a:pt x="4721233" y="673218"/>
                      <a:pt x="4721029" y="673218"/>
                    </a:cubicBezTo>
                    <a:lnTo>
                      <a:pt x="4551886" y="670926"/>
                    </a:lnTo>
                    <a:lnTo>
                      <a:pt x="4546034" y="670926"/>
                    </a:lnTo>
                    <a:lnTo>
                      <a:pt x="4544856" y="670664"/>
                    </a:lnTo>
                    <a:cubicBezTo>
                      <a:pt x="4544530" y="670599"/>
                      <a:pt x="4544165" y="670555"/>
                      <a:pt x="4543758" y="670555"/>
                    </a:cubicBezTo>
                    <a:lnTo>
                      <a:pt x="4542946" y="670620"/>
                    </a:lnTo>
                    <a:lnTo>
                      <a:pt x="4383108" y="670249"/>
                    </a:lnTo>
                    <a:lnTo>
                      <a:pt x="4351246" y="668067"/>
                    </a:lnTo>
                    <a:lnTo>
                      <a:pt x="4320482" y="665142"/>
                    </a:lnTo>
                    <a:lnTo>
                      <a:pt x="4290002" y="658485"/>
                    </a:lnTo>
                    <a:lnTo>
                      <a:pt x="4260335" y="650278"/>
                    </a:lnTo>
                    <a:lnTo>
                      <a:pt x="4230749" y="636746"/>
                    </a:lnTo>
                    <a:cubicBezTo>
                      <a:pt x="4230342" y="636527"/>
                      <a:pt x="4229773" y="636418"/>
                      <a:pt x="4229164" y="636418"/>
                    </a:cubicBezTo>
                    <a:lnTo>
                      <a:pt x="3909774" y="635611"/>
                    </a:lnTo>
                    <a:lnTo>
                      <a:pt x="3255023" y="276979"/>
                    </a:lnTo>
                    <a:lnTo>
                      <a:pt x="3240840" y="259125"/>
                    </a:lnTo>
                    <a:cubicBezTo>
                      <a:pt x="3240514" y="258710"/>
                      <a:pt x="3239945" y="258426"/>
                      <a:pt x="3239133" y="258317"/>
                    </a:cubicBezTo>
                    <a:lnTo>
                      <a:pt x="3225437" y="256287"/>
                    </a:lnTo>
                    <a:lnTo>
                      <a:pt x="3211741" y="253472"/>
                    </a:lnTo>
                    <a:cubicBezTo>
                      <a:pt x="3211457" y="253406"/>
                      <a:pt x="3211132" y="253406"/>
                      <a:pt x="3210847" y="253406"/>
                    </a:cubicBezTo>
                    <a:lnTo>
                      <a:pt x="3095958" y="253188"/>
                    </a:lnTo>
                    <a:lnTo>
                      <a:pt x="3011345" y="203729"/>
                    </a:lnTo>
                    <a:cubicBezTo>
                      <a:pt x="3010858" y="203467"/>
                      <a:pt x="3010248" y="203292"/>
                      <a:pt x="3009557" y="203292"/>
                    </a:cubicBezTo>
                    <a:lnTo>
                      <a:pt x="2900439" y="203074"/>
                    </a:lnTo>
                    <a:lnTo>
                      <a:pt x="2577270" y="698"/>
                    </a:lnTo>
                    <a:cubicBezTo>
                      <a:pt x="2576782" y="437"/>
                      <a:pt x="2576091" y="218"/>
                      <a:pt x="2575400" y="218"/>
                    </a:cubicBezTo>
                    <a:lnTo>
                      <a:pt x="2401542" y="0"/>
                    </a:lnTo>
                    <a:lnTo>
                      <a:pt x="2317214" y="1986"/>
                    </a:lnTo>
                    <a:lnTo>
                      <a:pt x="2067766" y="14558"/>
                    </a:lnTo>
                    <a:lnTo>
                      <a:pt x="2015381" y="18924"/>
                    </a:lnTo>
                    <a:lnTo>
                      <a:pt x="1986608" y="23245"/>
                    </a:lnTo>
                    <a:lnTo>
                      <a:pt x="1077329" y="69299"/>
                    </a:lnTo>
                    <a:lnTo>
                      <a:pt x="981784" y="71635"/>
                    </a:lnTo>
                    <a:lnTo>
                      <a:pt x="319027" y="70631"/>
                    </a:lnTo>
                    <a:lnTo>
                      <a:pt x="319027" y="70631"/>
                    </a:lnTo>
                    <a:cubicBezTo>
                      <a:pt x="318173" y="70631"/>
                      <a:pt x="317401" y="70893"/>
                      <a:pt x="316954" y="71264"/>
                    </a:cubicBezTo>
                    <a:lnTo>
                      <a:pt x="298260" y="86018"/>
                    </a:lnTo>
                    <a:lnTo>
                      <a:pt x="106683" y="85691"/>
                    </a:lnTo>
                    <a:lnTo>
                      <a:pt x="99652" y="86215"/>
                    </a:lnTo>
                    <a:lnTo>
                      <a:pt x="74089" y="79230"/>
                    </a:lnTo>
                    <a:lnTo>
                      <a:pt x="66246" y="76306"/>
                    </a:lnTo>
                    <a:lnTo>
                      <a:pt x="52469" y="71984"/>
                    </a:lnTo>
                    <a:lnTo>
                      <a:pt x="41577" y="70281"/>
                    </a:lnTo>
                    <a:lnTo>
                      <a:pt x="26053" y="65698"/>
                    </a:lnTo>
                    <a:lnTo>
                      <a:pt x="3620" y="59827"/>
                    </a:lnTo>
                    <a:cubicBezTo>
                      <a:pt x="2401" y="59521"/>
                      <a:pt x="856" y="59827"/>
                      <a:pt x="247" y="60525"/>
                    </a:cubicBezTo>
                    <a:cubicBezTo>
                      <a:pt x="-363" y="61223"/>
                      <a:pt x="206" y="62075"/>
                      <a:pt x="1425" y="62380"/>
                    </a:cubicBezTo>
                    <a:lnTo>
                      <a:pt x="21014" y="67510"/>
                    </a:lnTo>
                    <a:lnTo>
                      <a:pt x="39627" y="72901"/>
                    </a:lnTo>
                    <a:lnTo>
                      <a:pt x="50518" y="74603"/>
                    </a:lnTo>
                    <a:lnTo>
                      <a:pt x="63564" y="78663"/>
                    </a:lnTo>
                    <a:lnTo>
                      <a:pt x="71489" y="81631"/>
                    </a:lnTo>
                    <a:lnTo>
                      <a:pt x="98026" y="88943"/>
                    </a:lnTo>
                    <a:cubicBezTo>
                      <a:pt x="98473" y="89118"/>
                      <a:pt x="99001" y="89161"/>
                      <a:pt x="99489" y="89118"/>
                    </a:cubicBezTo>
                    <a:lnTo>
                      <a:pt x="106967" y="88528"/>
                    </a:lnTo>
                    <a:lnTo>
                      <a:pt x="299560" y="88856"/>
                    </a:lnTo>
                    <a:lnTo>
                      <a:pt x="299560" y="88856"/>
                    </a:lnTo>
                    <a:cubicBezTo>
                      <a:pt x="300414" y="88856"/>
                      <a:pt x="301145" y="88594"/>
                      <a:pt x="301632" y="88223"/>
                    </a:cubicBezTo>
                    <a:lnTo>
                      <a:pt x="320287" y="73468"/>
                    </a:lnTo>
                    <a:lnTo>
                      <a:pt x="981865" y="74472"/>
                    </a:lnTo>
                    <a:lnTo>
                      <a:pt x="1077654" y="72071"/>
                    </a:lnTo>
                    <a:lnTo>
                      <a:pt x="1987461" y="26017"/>
                    </a:lnTo>
                    <a:lnTo>
                      <a:pt x="2016356" y="21652"/>
                    </a:lnTo>
                    <a:lnTo>
                      <a:pt x="2068335" y="17330"/>
                    </a:lnTo>
                    <a:lnTo>
                      <a:pt x="2317580" y="4802"/>
                    </a:lnTo>
                    <a:lnTo>
                      <a:pt x="2401624" y="2837"/>
                    </a:lnTo>
                    <a:lnTo>
                      <a:pt x="2574181" y="3056"/>
                    </a:lnTo>
                    <a:lnTo>
                      <a:pt x="2897350" y="205431"/>
                    </a:lnTo>
                    <a:cubicBezTo>
                      <a:pt x="2897838" y="205759"/>
                      <a:pt x="2898529" y="205912"/>
                      <a:pt x="2899260" y="205912"/>
                    </a:cubicBezTo>
                    <a:lnTo>
                      <a:pt x="3008501" y="206130"/>
                    </a:lnTo>
                    <a:lnTo>
                      <a:pt x="3093032" y="255523"/>
                    </a:lnTo>
                    <a:cubicBezTo>
                      <a:pt x="3093520" y="255785"/>
                      <a:pt x="3094129" y="255938"/>
                      <a:pt x="3094820" y="255938"/>
                    </a:cubicBezTo>
                    <a:lnTo>
                      <a:pt x="3210400" y="256156"/>
                    </a:lnTo>
                    <a:lnTo>
                      <a:pt x="3223974" y="258928"/>
                    </a:lnTo>
                    <a:lnTo>
                      <a:pt x="3236654" y="260849"/>
                    </a:lnTo>
                    <a:lnTo>
                      <a:pt x="3250553" y="278332"/>
                    </a:lnTo>
                    <a:cubicBezTo>
                      <a:pt x="3250674" y="278507"/>
                      <a:pt x="3250837" y="278659"/>
                      <a:pt x="3251040" y="278769"/>
                    </a:cubicBezTo>
                    <a:lnTo>
                      <a:pt x="3906889" y="637990"/>
                    </a:lnTo>
                    <a:cubicBezTo>
                      <a:pt x="3907376" y="638252"/>
                      <a:pt x="3907986" y="638404"/>
                      <a:pt x="3908677" y="638404"/>
                    </a:cubicBezTo>
                    <a:lnTo>
                      <a:pt x="4228269" y="639190"/>
                    </a:lnTo>
                    <a:lnTo>
                      <a:pt x="4257531" y="652570"/>
                    </a:lnTo>
                    <a:lnTo>
                      <a:pt x="4287889" y="660995"/>
                    </a:lnTo>
                    <a:lnTo>
                      <a:pt x="4319059" y="667761"/>
                    </a:lnTo>
                    <a:lnTo>
                      <a:pt x="4350515" y="670795"/>
                    </a:lnTo>
                    <a:lnTo>
                      <a:pt x="4382783" y="673043"/>
                    </a:lnTo>
                    <a:lnTo>
                      <a:pt x="4543108" y="673414"/>
                    </a:lnTo>
                    <a:lnTo>
                      <a:pt x="4543514" y="673414"/>
                    </a:lnTo>
                    <a:lnTo>
                      <a:pt x="4544408" y="673567"/>
                    </a:lnTo>
                    <a:cubicBezTo>
                      <a:pt x="4544693" y="673676"/>
                      <a:pt x="4545018" y="673676"/>
                      <a:pt x="4545383" y="673676"/>
                    </a:cubicBezTo>
                    <a:lnTo>
                      <a:pt x="4720583" y="676012"/>
                    </a:lnTo>
                    <a:lnTo>
                      <a:pt x="4756589" y="681817"/>
                    </a:lnTo>
                    <a:cubicBezTo>
                      <a:pt x="4756874" y="681861"/>
                      <a:pt x="4757077" y="681861"/>
                      <a:pt x="4757281" y="681861"/>
                    </a:cubicBezTo>
                    <a:lnTo>
                      <a:pt x="4928334" y="682341"/>
                    </a:lnTo>
                    <a:lnTo>
                      <a:pt x="5099714" y="683891"/>
                    </a:lnTo>
                    <a:lnTo>
                      <a:pt x="5269995" y="681817"/>
                    </a:lnTo>
                    <a:lnTo>
                      <a:pt x="5312545" y="701898"/>
                    </a:lnTo>
                    <a:lnTo>
                      <a:pt x="5356599" y="720821"/>
                    </a:lnTo>
                    <a:lnTo>
                      <a:pt x="5401749" y="739003"/>
                    </a:lnTo>
                    <a:cubicBezTo>
                      <a:pt x="5402237" y="739156"/>
                      <a:pt x="5402725" y="739265"/>
                      <a:pt x="5403253" y="739265"/>
                    </a:cubicBezTo>
                    <a:lnTo>
                      <a:pt x="5579753" y="740291"/>
                    </a:lnTo>
                    <a:lnTo>
                      <a:pt x="5627099" y="757446"/>
                    </a:lnTo>
                    <a:lnTo>
                      <a:pt x="5676435" y="777221"/>
                    </a:lnTo>
                    <a:lnTo>
                      <a:pt x="5726829" y="797040"/>
                    </a:lnTo>
                    <a:cubicBezTo>
                      <a:pt x="5727235" y="797192"/>
                      <a:pt x="5727724" y="797302"/>
                      <a:pt x="5728211" y="797302"/>
                    </a:cubicBezTo>
                    <a:lnTo>
                      <a:pt x="5911985" y="800597"/>
                    </a:lnTo>
                    <a:lnTo>
                      <a:pt x="6095759" y="802846"/>
                    </a:lnTo>
                    <a:lnTo>
                      <a:pt x="6279736" y="804657"/>
                    </a:lnTo>
                    <a:lnTo>
                      <a:pt x="6463795" y="805989"/>
                    </a:lnTo>
                    <a:lnTo>
                      <a:pt x="6647935" y="806993"/>
                    </a:lnTo>
                    <a:lnTo>
                      <a:pt x="6832197" y="807844"/>
                    </a:lnTo>
                    <a:lnTo>
                      <a:pt x="6928636" y="808586"/>
                    </a:lnTo>
                    <a:lnTo>
                      <a:pt x="6994106" y="826920"/>
                    </a:lnTo>
                    <a:cubicBezTo>
                      <a:pt x="6994391" y="827029"/>
                      <a:pt x="6994716" y="827095"/>
                      <a:pt x="6995122" y="827095"/>
                    </a:cubicBezTo>
                    <a:lnTo>
                      <a:pt x="7082824" y="827313"/>
                    </a:lnTo>
                    <a:lnTo>
                      <a:pt x="7221122" y="866797"/>
                    </a:lnTo>
                    <a:cubicBezTo>
                      <a:pt x="7221405" y="866906"/>
                      <a:pt x="7221812" y="866950"/>
                      <a:pt x="7222219" y="866950"/>
                    </a:cubicBezTo>
                    <a:lnTo>
                      <a:pt x="7257453" y="867387"/>
                    </a:lnTo>
                    <a:lnTo>
                      <a:pt x="7257453" y="864571"/>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6" name="Freeform: Shape 865">
                <a:extLst>
                  <a:ext uri="{FF2B5EF4-FFF2-40B4-BE49-F238E27FC236}">
                    <a16:creationId xmlns:a16="http://schemas.microsoft.com/office/drawing/2014/main" id="{D48EA1CD-E22B-47FC-BD4F-049EEE65449E}"/>
                  </a:ext>
                </a:extLst>
              </p:cNvPr>
              <p:cNvSpPr/>
              <p:nvPr/>
            </p:nvSpPr>
            <p:spPr>
              <a:xfrm>
                <a:off x="10339504" y="5741671"/>
                <a:ext cx="142560" cy="141573"/>
              </a:xfrm>
              <a:custGeom>
                <a:avLst/>
                <a:gdLst>
                  <a:gd name="connsiteX0" fmla="*/ 139967 w 142560"/>
                  <a:gd name="connsiteY0" fmla="*/ 141573 h 141573"/>
                  <a:gd name="connsiteX1" fmla="*/ 137569 w 142560"/>
                  <a:gd name="connsiteY1" fmla="*/ 140613 h 141573"/>
                  <a:gd name="connsiteX2" fmla="*/ 121800 w 142560"/>
                  <a:gd name="connsiteY2" fmla="*/ 115294 h 141573"/>
                  <a:gd name="connsiteX3" fmla="*/ 106113 w 142560"/>
                  <a:gd name="connsiteY3" fmla="*/ 86046 h 141573"/>
                  <a:gd name="connsiteX4" fmla="*/ 90345 w 142560"/>
                  <a:gd name="connsiteY4" fmla="*/ 59833 h 141573"/>
                  <a:gd name="connsiteX5" fmla="*/ 72991 w 142560"/>
                  <a:gd name="connsiteY5" fmla="*/ 36282 h 141573"/>
                  <a:gd name="connsiteX6" fmla="*/ 53648 w 142560"/>
                  <a:gd name="connsiteY6" fmla="*/ 18799 h 141573"/>
                  <a:gd name="connsiteX7" fmla="*/ 31701 w 142560"/>
                  <a:gd name="connsiteY7" fmla="*/ 8038 h 141573"/>
                  <a:gd name="connsiteX8" fmla="*/ 5204 w 142560"/>
                  <a:gd name="connsiteY8" fmla="*/ 4088 h 141573"/>
                  <a:gd name="connsiteX9" fmla="*/ 4310 w 142560"/>
                  <a:gd name="connsiteY9" fmla="*/ 3869 h 141573"/>
                  <a:gd name="connsiteX10" fmla="*/ 1018 w 142560"/>
                  <a:gd name="connsiteY10" fmla="*/ 2538 h 141573"/>
                  <a:gd name="connsiteX11" fmla="*/ 531 w 142560"/>
                  <a:gd name="connsiteY11" fmla="*/ 574 h 141573"/>
                  <a:gd name="connsiteX12" fmla="*/ 4107 w 142560"/>
                  <a:gd name="connsiteY12" fmla="*/ 246 h 141573"/>
                  <a:gd name="connsiteX13" fmla="*/ 6912 w 142560"/>
                  <a:gd name="connsiteY13" fmla="*/ 1425 h 141573"/>
                  <a:gd name="connsiteX14" fmla="*/ 33611 w 142560"/>
                  <a:gd name="connsiteY14" fmla="*/ 5419 h 141573"/>
                  <a:gd name="connsiteX15" fmla="*/ 34709 w 142560"/>
                  <a:gd name="connsiteY15" fmla="*/ 5681 h 141573"/>
                  <a:gd name="connsiteX16" fmla="*/ 57345 w 142560"/>
                  <a:gd name="connsiteY16" fmla="*/ 16813 h 141573"/>
                  <a:gd name="connsiteX17" fmla="*/ 57833 w 142560"/>
                  <a:gd name="connsiteY17" fmla="*/ 17140 h 141573"/>
                  <a:gd name="connsiteX18" fmla="*/ 77584 w 142560"/>
                  <a:gd name="connsiteY18" fmla="*/ 35038 h 141573"/>
                  <a:gd name="connsiteX19" fmla="*/ 95141 w 142560"/>
                  <a:gd name="connsiteY19" fmla="*/ 58872 h 141573"/>
                  <a:gd name="connsiteX20" fmla="*/ 111031 w 142560"/>
                  <a:gd name="connsiteY20" fmla="*/ 85195 h 141573"/>
                  <a:gd name="connsiteX21" fmla="*/ 126718 w 142560"/>
                  <a:gd name="connsiteY21" fmla="*/ 114443 h 141573"/>
                  <a:gd name="connsiteX22" fmla="*/ 142405 w 142560"/>
                  <a:gd name="connsiteY22" fmla="*/ 139696 h 141573"/>
                  <a:gd name="connsiteX23" fmla="*/ 140820 w 142560"/>
                  <a:gd name="connsiteY23" fmla="*/ 141464 h 141573"/>
                  <a:gd name="connsiteX24" fmla="*/ 140047 w 142560"/>
                  <a:gd name="connsiteY24" fmla="*/ 141573 h 141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2560" h="141573">
                    <a:moveTo>
                      <a:pt x="139967" y="141573"/>
                    </a:moveTo>
                    <a:cubicBezTo>
                      <a:pt x="138870" y="141573"/>
                      <a:pt x="137894" y="141202"/>
                      <a:pt x="137569" y="140613"/>
                    </a:cubicBezTo>
                    <a:lnTo>
                      <a:pt x="121800" y="115294"/>
                    </a:lnTo>
                    <a:lnTo>
                      <a:pt x="106113" y="86046"/>
                    </a:lnTo>
                    <a:lnTo>
                      <a:pt x="90345" y="59833"/>
                    </a:lnTo>
                    <a:lnTo>
                      <a:pt x="72991" y="36282"/>
                    </a:lnTo>
                    <a:lnTo>
                      <a:pt x="53648" y="18799"/>
                    </a:lnTo>
                    <a:lnTo>
                      <a:pt x="31701" y="8038"/>
                    </a:lnTo>
                    <a:lnTo>
                      <a:pt x="5204" y="4088"/>
                    </a:lnTo>
                    <a:cubicBezTo>
                      <a:pt x="4798" y="4044"/>
                      <a:pt x="4595" y="3979"/>
                      <a:pt x="4310" y="3869"/>
                    </a:cubicBezTo>
                    <a:lnTo>
                      <a:pt x="1018" y="2538"/>
                    </a:lnTo>
                    <a:cubicBezTo>
                      <a:pt x="-79" y="2058"/>
                      <a:pt x="-363" y="1207"/>
                      <a:pt x="531" y="574"/>
                    </a:cubicBezTo>
                    <a:cubicBezTo>
                      <a:pt x="1343" y="-59"/>
                      <a:pt x="3009" y="-168"/>
                      <a:pt x="4107" y="246"/>
                    </a:cubicBezTo>
                    <a:lnTo>
                      <a:pt x="6912" y="1425"/>
                    </a:lnTo>
                    <a:lnTo>
                      <a:pt x="33611" y="5419"/>
                    </a:lnTo>
                    <a:cubicBezTo>
                      <a:pt x="34018" y="5463"/>
                      <a:pt x="34383" y="5572"/>
                      <a:pt x="34709" y="5681"/>
                    </a:cubicBezTo>
                    <a:lnTo>
                      <a:pt x="57345" y="16813"/>
                    </a:lnTo>
                    <a:cubicBezTo>
                      <a:pt x="57345" y="16813"/>
                      <a:pt x="57751" y="17031"/>
                      <a:pt x="57833" y="17140"/>
                    </a:cubicBezTo>
                    <a:lnTo>
                      <a:pt x="77584" y="35038"/>
                    </a:lnTo>
                    <a:lnTo>
                      <a:pt x="95141" y="58872"/>
                    </a:lnTo>
                    <a:lnTo>
                      <a:pt x="111031" y="85195"/>
                    </a:lnTo>
                    <a:lnTo>
                      <a:pt x="126718" y="114443"/>
                    </a:lnTo>
                    <a:lnTo>
                      <a:pt x="142405" y="139696"/>
                    </a:lnTo>
                    <a:cubicBezTo>
                      <a:pt x="142893" y="140394"/>
                      <a:pt x="142201" y="141246"/>
                      <a:pt x="140820" y="141464"/>
                    </a:cubicBezTo>
                    <a:cubicBezTo>
                      <a:pt x="140535" y="141529"/>
                      <a:pt x="140332" y="141573"/>
                      <a:pt x="140047" y="141573"/>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7" name="Freeform: Shape 866">
                <a:extLst>
                  <a:ext uri="{FF2B5EF4-FFF2-40B4-BE49-F238E27FC236}">
                    <a16:creationId xmlns:a16="http://schemas.microsoft.com/office/drawing/2014/main" id="{F0D3E8B3-CF9E-4F2D-8896-174817EF94E4}"/>
                  </a:ext>
                </a:extLst>
              </p:cNvPr>
              <p:cNvSpPr/>
              <p:nvPr/>
            </p:nvSpPr>
            <p:spPr>
              <a:xfrm>
                <a:off x="-121" y="5984650"/>
                <a:ext cx="5096882" cy="545925"/>
              </a:xfrm>
              <a:custGeom>
                <a:avLst/>
                <a:gdLst>
                  <a:gd name="connsiteX0" fmla="*/ 5094752 w 5096882"/>
                  <a:gd name="connsiteY0" fmla="*/ 87284 h 545925"/>
                  <a:gd name="connsiteX1" fmla="*/ 5085853 w 5096882"/>
                  <a:gd name="connsiteY1" fmla="*/ 86870 h 545925"/>
                  <a:gd name="connsiteX2" fmla="*/ 5080610 w 5096882"/>
                  <a:gd name="connsiteY2" fmla="*/ 84840 h 545925"/>
                  <a:gd name="connsiteX3" fmla="*/ 5080000 w 5096882"/>
                  <a:gd name="connsiteY3" fmla="*/ 84665 h 545925"/>
                  <a:gd name="connsiteX4" fmla="*/ 5042408 w 5096882"/>
                  <a:gd name="connsiteY4" fmla="*/ 77353 h 545925"/>
                  <a:gd name="connsiteX5" fmla="*/ 5034321 w 5096882"/>
                  <a:gd name="connsiteY5" fmla="*/ 76022 h 545925"/>
                  <a:gd name="connsiteX6" fmla="*/ 5029404 w 5096882"/>
                  <a:gd name="connsiteY6" fmla="*/ 74843 h 545925"/>
                  <a:gd name="connsiteX7" fmla="*/ 4963364 w 5096882"/>
                  <a:gd name="connsiteY7" fmla="*/ 62118 h 545925"/>
                  <a:gd name="connsiteX8" fmla="*/ 4961087 w 5096882"/>
                  <a:gd name="connsiteY8" fmla="*/ 62271 h 545925"/>
                  <a:gd name="connsiteX9" fmla="*/ 4951009 w 5096882"/>
                  <a:gd name="connsiteY9" fmla="*/ 65960 h 545925"/>
                  <a:gd name="connsiteX10" fmla="*/ 4826204 w 5096882"/>
                  <a:gd name="connsiteY10" fmla="*/ 58975 h 545925"/>
                  <a:gd name="connsiteX11" fmla="*/ 4699854 w 5096882"/>
                  <a:gd name="connsiteY11" fmla="*/ 45661 h 545925"/>
                  <a:gd name="connsiteX12" fmla="*/ 4573910 w 5096882"/>
                  <a:gd name="connsiteY12" fmla="*/ 29204 h 545925"/>
                  <a:gd name="connsiteX13" fmla="*/ 4449390 w 5096882"/>
                  <a:gd name="connsiteY13" fmla="*/ 14384 h 545925"/>
                  <a:gd name="connsiteX14" fmla="*/ 4327185 w 5096882"/>
                  <a:gd name="connsiteY14" fmla="*/ 3885 h 545925"/>
                  <a:gd name="connsiteX15" fmla="*/ 4207866 w 5096882"/>
                  <a:gd name="connsiteY15" fmla="*/ 480 h 545925"/>
                  <a:gd name="connsiteX16" fmla="*/ 4090985 w 5096882"/>
                  <a:gd name="connsiteY16" fmla="*/ 0 h 545925"/>
                  <a:gd name="connsiteX17" fmla="*/ 3975852 w 5096882"/>
                  <a:gd name="connsiteY17" fmla="*/ 5391 h 545925"/>
                  <a:gd name="connsiteX18" fmla="*/ 3973901 w 5096882"/>
                  <a:gd name="connsiteY18" fmla="*/ 6024 h 545925"/>
                  <a:gd name="connsiteX19" fmla="*/ 3956142 w 5096882"/>
                  <a:gd name="connsiteY19" fmla="*/ 21892 h 545925"/>
                  <a:gd name="connsiteX20" fmla="*/ 3939398 w 5096882"/>
                  <a:gd name="connsiteY20" fmla="*/ 39113 h 545925"/>
                  <a:gd name="connsiteX21" fmla="*/ 3923467 w 5096882"/>
                  <a:gd name="connsiteY21" fmla="*/ 59041 h 545925"/>
                  <a:gd name="connsiteX22" fmla="*/ 3908390 w 5096882"/>
                  <a:gd name="connsiteY22" fmla="*/ 73643 h 545925"/>
                  <a:gd name="connsiteX23" fmla="*/ 3789111 w 5096882"/>
                  <a:gd name="connsiteY23" fmla="*/ 80300 h 545925"/>
                  <a:gd name="connsiteX24" fmla="*/ 3668370 w 5096882"/>
                  <a:gd name="connsiteY24" fmla="*/ 87328 h 545925"/>
                  <a:gd name="connsiteX25" fmla="*/ 3546978 w 5096882"/>
                  <a:gd name="connsiteY25" fmla="*/ 94094 h 545925"/>
                  <a:gd name="connsiteX26" fmla="*/ 3545881 w 5096882"/>
                  <a:gd name="connsiteY26" fmla="*/ 94312 h 545925"/>
                  <a:gd name="connsiteX27" fmla="*/ 3529584 w 5096882"/>
                  <a:gd name="connsiteY27" fmla="*/ 99966 h 545925"/>
                  <a:gd name="connsiteX28" fmla="*/ 3482848 w 5096882"/>
                  <a:gd name="connsiteY28" fmla="*/ 100708 h 545925"/>
                  <a:gd name="connsiteX29" fmla="*/ 3355889 w 5096882"/>
                  <a:gd name="connsiteY29" fmla="*/ 101886 h 545925"/>
                  <a:gd name="connsiteX30" fmla="*/ 3324393 w 5096882"/>
                  <a:gd name="connsiteY30" fmla="*/ 102628 h 545925"/>
                  <a:gd name="connsiteX31" fmla="*/ 3287736 w 5096882"/>
                  <a:gd name="connsiteY31" fmla="*/ 101777 h 545925"/>
                  <a:gd name="connsiteX32" fmla="*/ 3254045 w 5096882"/>
                  <a:gd name="connsiteY32" fmla="*/ 101362 h 545925"/>
                  <a:gd name="connsiteX33" fmla="*/ 3225800 w 5096882"/>
                  <a:gd name="connsiteY33" fmla="*/ 100184 h 545925"/>
                  <a:gd name="connsiteX34" fmla="*/ 3153745 w 5096882"/>
                  <a:gd name="connsiteY34" fmla="*/ 95928 h 545925"/>
                  <a:gd name="connsiteX35" fmla="*/ 3028818 w 5096882"/>
                  <a:gd name="connsiteY35" fmla="*/ 86280 h 545925"/>
                  <a:gd name="connsiteX36" fmla="*/ 2930104 w 5096882"/>
                  <a:gd name="connsiteY36" fmla="*/ 82504 h 545925"/>
                  <a:gd name="connsiteX37" fmla="*/ 2911572 w 5096882"/>
                  <a:gd name="connsiteY37" fmla="*/ 79143 h 545925"/>
                  <a:gd name="connsiteX38" fmla="*/ 2834965 w 5096882"/>
                  <a:gd name="connsiteY38" fmla="*/ 75040 h 545925"/>
                  <a:gd name="connsiteX39" fmla="*/ 2712395 w 5096882"/>
                  <a:gd name="connsiteY39" fmla="*/ 70129 h 545925"/>
                  <a:gd name="connsiteX40" fmla="*/ 2589906 w 5096882"/>
                  <a:gd name="connsiteY40" fmla="*/ 61922 h 545925"/>
                  <a:gd name="connsiteX41" fmla="*/ 2468067 w 5096882"/>
                  <a:gd name="connsiteY41" fmla="*/ 52013 h 545925"/>
                  <a:gd name="connsiteX42" fmla="*/ 2462622 w 5096882"/>
                  <a:gd name="connsiteY42" fmla="*/ 51903 h 545925"/>
                  <a:gd name="connsiteX43" fmla="*/ 2445878 w 5096882"/>
                  <a:gd name="connsiteY43" fmla="*/ 50354 h 545925"/>
                  <a:gd name="connsiteX44" fmla="*/ 2437140 w 5096882"/>
                  <a:gd name="connsiteY44" fmla="*/ 49350 h 545925"/>
                  <a:gd name="connsiteX45" fmla="*/ 2313798 w 5096882"/>
                  <a:gd name="connsiteY45" fmla="*/ 38262 h 545925"/>
                  <a:gd name="connsiteX46" fmla="*/ 2311522 w 5096882"/>
                  <a:gd name="connsiteY46" fmla="*/ 38698 h 545925"/>
                  <a:gd name="connsiteX47" fmla="*/ 2280148 w 5096882"/>
                  <a:gd name="connsiteY47" fmla="*/ 57186 h 545925"/>
                  <a:gd name="connsiteX48" fmla="*/ 2157131 w 5096882"/>
                  <a:gd name="connsiteY48" fmla="*/ 45945 h 545925"/>
                  <a:gd name="connsiteX49" fmla="*/ 2032853 w 5096882"/>
                  <a:gd name="connsiteY49" fmla="*/ 38109 h 545925"/>
                  <a:gd name="connsiteX50" fmla="*/ 1908658 w 5096882"/>
                  <a:gd name="connsiteY50" fmla="*/ 29684 h 545925"/>
                  <a:gd name="connsiteX51" fmla="*/ 1784828 w 5096882"/>
                  <a:gd name="connsiteY51" fmla="*/ 23333 h 545925"/>
                  <a:gd name="connsiteX52" fmla="*/ 1660957 w 5096882"/>
                  <a:gd name="connsiteY52" fmla="*/ 8425 h 545925"/>
                  <a:gd name="connsiteX53" fmla="*/ 1658518 w 5096882"/>
                  <a:gd name="connsiteY53" fmla="*/ 8840 h 545925"/>
                  <a:gd name="connsiteX54" fmla="*/ 1620398 w 5096882"/>
                  <a:gd name="connsiteY54" fmla="*/ 31387 h 545925"/>
                  <a:gd name="connsiteX55" fmla="*/ 1581668 w 5096882"/>
                  <a:gd name="connsiteY55" fmla="*/ 60001 h 545925"/>
                  <a:gd name="connsiteX56" fmla="*/ 1542369 w 5096882"/>
                  <a:gd name="connsiteY56" fmla="*/ 92304 h 545925"/>
                  <a:gd name="connsiteX57" fmla="*/ 1502461 w 5096882"/>
                  <a:gd name="connsiteY57" fmla="*/ 120592 h 545925"/>
                  <a:gd name="connsiteX58" fmla="*/ 1461983 w 5096882"/>
                  <a:gd name="connsiteY58" fmla="*/ 146020 h 545925"/>
                  <a:gd name="connsiteX59" fmla="*/ 1420693 w 5096882"/>
                  <a:gd name="connsiteY59" fmla="*/ 169636 h 545925"/>
                  <a:gd name="connsiteX60" fmla="*/ 1378631 w 5096882"/>
                  <a:gd name="connsiteY60" fmla="*/ 195631 h 545925"/>
                  <a:gd name="connsiteX61" fmla="*/ 1335959 w 5096882"/>
                  <a:gd name="connsiteY61" fmla="*/ 226429 h 545925"/>
                  <a:gd name="connsiteX62" fmla="*/ 1292637 w 5096882"/>
                  <a:gd name="connsiteY62" fmla="*/ 253297 h 545925"/>
                  <a:gd name="connsiteX63" fmla="*/ 1248542 w 5096882"/>
                  <a:gd name="connsiteY63" fmla="*/ 277175 h 545925"/>
                  <a:gd name="connsiteX64" fmla="*/ 1203594 w 5096882"/>
                  <a:gd name="connsiteY64" fmla="*/ 300093 h 545925"/>
                  <a:gd name="connsiteX65" fmla="*/ 1157915 w 5096882"/>
                  <a:gd name="connsiteY65" fmla="*/ 326350 h 545925"/>
                  <a:gd name="connsiteX66" fmla="*/ 1111626 w 5096882"/>
                  <a:gd name="connsiteY66" fmla="*/ 351669 h 545925"/>
                  <a:gd name="connsiteX67" fmla="*/ 1064240 w 5096882"/>
                  <a:gd name="connsiteY67" fmla="*/ 370789 h 545925"/>
                  <a:gd name="connsiteX68" fmla="*/ 1016244 w 5096882"/>
                  <a:gd name="connsiteY68" fmla="*/ 393816 h 545925"/>
                  <a:gd name="connsiteX69" fmla="*/ 967273 w 5096882"/>
                  <a:gd name="connsiteY69" fmla="*/ 413482 h 545925"/>
                  <a:gd name="connsiteX70" fmla="*/ 917448 w 5096882"/>
                  <a:gd name="connsiteY70" fmla="*/ 433148 h 545925"/>
                  <a:gd name="connsiteX71" fmla="*/ 867298 w 5096882"/>
                  <a:gd name="connsiteY71" fmla="*/ 451482 h 545925"/>
                  <a:gd name="connsiteX72" fmla="*/ 722945 w 5096882"/>
                  <a:gd name="connsiteY72" fmla="*/ 451329 h 545925"/>
                  <a:gd name="connsiteX73" fmla="*/ 722945 w 5096882"/>
                  <a:gd name="connsiteY73" fmla="*/ 451329 h 545925"/>
                  <a:gd name="connsiteX74" fmla="*/ 721644 w 5096882"/>
                  <a:gd name="connsiteY74" fmla="*/ 451547 h 545925"/>
                  <a:gd name="connsiteX75" fmla="*/ 668691 w 5096882"/>
                  <a:gd name="connsiteY75" fmla="*/ 468878 h 545925"/>
                  <a:gd name="connsiteX76" fmla="*/ 614761 w 5096882"/>
                  <a:gd name="connsiteY76" fmla="*/ 483632 h 545925"/>
                  <a:gd name="connsiteX77" fmla="*/ 559816 w 5096882"/>
                  <a:gd name="connsiteY77" fmla="*/ 496947 h 545925"/>
                  <a:gd name="connsiteX78" fmla="*/ 504261 w 5096882"/>
                  <a:gd name="connsiteY78" fmla="*/ 509519 h 545925"/>
                  <a:gd name="connsiteX79" fmla="*/ 361980 w 5096882"/>
                  <a:gd name="connsiteY79" fmla="*/ 509300 h 545925"/>
                  <a:gd name="connsiteX80" fmla="*/ 357348 w 5096882"/>
                  <a:gd name="connsiteY80" fmla="*/ 509366 h 545925"/>
                  <a:gd name="connsiteX81" fmla="*/ 203484 w 5096882"/>
                  <a:gd name="connsiteY81" fmla="*/ 507925 h 545925"/>
                  <a:gd name="connsiteX82" fmla="*/ 202590 w 5096882"/>
                  <a:gd name="connsiteY82" fmla="*/ 507991 h 545925"/>
                  <a:gd name="connsiteX83" fmla="*/ 142565 w 5096882"/>
                  <a:gd name="connsiteY83" fmla="*/ 519559 h 545925"/>
                  <a:gd name="connsiteX84" fmla="*/ 81402 w 5096882"/>
                  <a:gd name="connsiteY84" fmla="*/ 530319 h 545925"/>
                  <a:gd name="connsiteX85" fmla="*/ 19101 w 5096882"/>
                  <a:gd name="connsiteY85" fmla="*/ 540447 h 545925"/>
                  <a:gd name="connsiteX86" fmla="*/ 0 w 5096882"/>
                  <a:gd name="connsiteY86" fmla="*/ 543001 h 545925"/>
                  <a:gd name="connsiteX87" fmla="*/ 0 w 5096882"/>
                  <a:gd name="connsiteY87" fmla="*/ 545925 h 545925"/>
                  <a:gd name="connsiteX88" fmla="*/ 20401 w 5096882"/>
                  <a:gd name="connsiteY88" fmla="*/ 543153 h 545925"/>
                  <a:gd name="connsiteX89" fmla="*/ 82906 w 5096882"/>
                  <a:gd name="connsiteY89" fmla="*/ 532982 h 545925"/>
                  <a:gd name="connsiteX90" fmla="*/ 144231 w 5096882"/>
                  <a:gd name="connsiteY90" fmla="*/ 522222 h 545925"/>
                  <a:gd name="connsiteX91" fmla="*/ 203850 w 5096882"/>
                  <a:gd name="connsiteY91" fmla="*/ 510763 h 545925"/>
                  <a:gd name="connsiteX92" fmla="*/ 357348 w 5096882"/>
                  <a:gd name="connsiteY92" fmla="*/ 512138 h 545925"/>
                  <a:gd name="connsiteX93" fmla="*/ 360883 w 5096882"/>
                  <a:gd name="connsiteY93" fmla="*/ 512138 h 545925"/>
                  <a:gd name="connsiteX94" fmla="*/ 504708 w 5096882"/>
                  <a:gd name="connsiteY94" fmla="*/ 512356 h 545925"/>
                  <a:gd name="connsiteX95" fmla="*/ 504749 w 5096882"/>
                  <a:gd name="connsiteY95" fmla="*/ 512356 h 545925"/>
                  <a:gd name="connsiteX96" fmla="*/ 505684 w 5096882"/>
                  <a:gd name="connsiteY96" fmla="*/ 512247 h 545925"/>
                  <a:gd name="connsiteX97" fmla="*/ 561807 w 5096882"/>
                  <a:gd name="connsiteY97" fmla="*/ 499566 h 545925"/>
                  <a:gd name="connsiteX98" fmla="*/ 616956 w 5096882"/>
                  <a:gd name="connsiteY98" fmla="*/ 486186 h 545925"/>
                  <a:gd name="connsiteX99" fmla="*/ 671129 w 5096882"/>
                  <a:gd name="connsiteY99" fmla="*/ 471322 h 545925"/>
                  <a:gd name="connsiteX100" fmla="*/ 723595 w 5096882"/>
                  <a:gd name="connsiteY100" fmla="*/ 454167 h 545925"/>
                  <a:gd name="connsiteX101" fmla="*/ 868070 w 5096882"/>
                  <a:gd name="connsiteY101" fmla="*/ 454319 h 545925"/>
                  <a:gd name="connsiteX102" fmla="*/ 868070 w 5096882"/>
                  <a:gd name="connsiteY102" fmla="*/ 454319 h 545925"/>
                  <a:gd name="connsiteX103" fmla="*/ 869452 w 5096882"/>
                  <a:gd name="connsiteY103" fmla="*/ 454057 h 545925"/>
                  <a:gd name="connsiteX104" fmla="*/ 920293 w 5096882"/>
                  <a:gd name="connsiteY104" fmla="*/ 435461 h 545925"/>
                  <a:gd name="connsiteX105" fmla="*/ 970199 w 5096882"/>
                  <a:gd name="connsiteY105" fmla="*/ 415796 h 545925"/>
                  <a:gd name="connsiteX106" fmla="*/ 1019373 w 5096882"/>
                  <a:gd name="connsiteY106" fmla="*/ 396021 h 545925"/>
                  <a:gd name="connsiteX107" fmla="*/ 1067410 w 5096882"/>
                  <a:gd name="connsiteY107" fmla="*/ 372994 h 545925"/>
                  <a:gd name="connsiteX108" fmla="*/ 1114877 w 5096882"/>
                  <a:gd name="connsiteY108" fmla="*/ 353808 h 545925"/>
                  <a:gd name="connsiteX109" fmla="*/ 1161532 w 5096882"/>
                  <a:gd name="connsiteY109" fmla="*/ 328380 h 545925"/>
                  <a:gd name="connsiteX110" fmla="*/ 1207171 w 5096882"/>
                  <a:gd name="connsiteY110" fmla="*/ 302101 h 545925"/>
                  <a:gd name="connsiteX111" fmla="*/ 1252078 w 5096882"/>
                  <a:gd name="connsiteY111" fmla="*/ 279183 h 545925"/>
                  <a:gd name="connsiteX112" fmla="*/ 1296335 w 5096882"/>
                  <a:gd name="connsiteY112" fmla="*/ 255261 h 545925"/>
                  <a:gd name="connsiteX113" fmla="*/ 1339860 w 5096882"/>
                  <a:gd name="connsiteY113" fmla="*/ 228240 h 545925"/>
                  <a:gd name="connsiteX114" fmla="*/ 1382573 w 5096882"/>
                  <a:gd name="connsiteY114" fmla="*/ 197443 h 545925"/>
                  <a:gd name="connsiteX115" fmla="*/ 1424432 w 5096882"/>
                  <a:gd name="connsiteY115" fmla="*/ 171535 h 545925"/>
                  <a:gd name="connsiteX116" fmla="*/ 1465722 w 5096882"/>
                  <a:gd name="connsiteY116" fmla="*/ 147940 h 545925"/>
                  <a:gd name="connsiteX117" fmla="*/ 1506403 w 5096882"/>
                  <a:gd name="connsiteY117" fmla="*/ 122360 h 545925"/>
                  <a:gd name="connsiteX118" fmla="*/ 1546474 w 5096882"/>
                  <a:gd name="connsiteY118" fmla="*/ 93963 h 545925"/>
                  <a:gd name="connsiteX119" fmla="*/ 1585773 w 5096882"/>
                  <a:gd name="connsiteY119" fmla="*/ 61660 h 545925"/>
                  <a:gd name="connsiteX120" fmla="*/ 1624259 w 5096882"/>
                  <a:gd name="connsiteY120" fmla="*/ 33198 h 545925"/>
                  <a:gd name="connsiteX121" fmla="*/ 1661201 w 5096882"/>
                  <a:gd name="connsiteY121" fmla="*/ 11350 h 545925"/>
                  <a:gd name="connsiteX122" fmla="*/ 1783974 w 5096882"/>
                  <a:gd name="connsiteY122" fmla="*/ 26105 h 545925"/>
                  <a:gd name="connsiteX123" fmla="*/ 1908048 w 5096882"/>
                  <a:gd name="connsiteY123" fmla="*/ 32500 h 545925"/>
                  <a:gd name="connsiteX124" fmla="*/ 2032244 w 5096882"/>
                  <a:gd name="connsiteY124" fmla="*/ 40925 h 545925"/>
                  <a:gd name="connsiteX125" fmla="*/ 2156359 w 5096882"/>
                  <a:gd name="connsiteY125" fmla="*/ 48695 h 545925"/>
                  <a:gd name="connsiteX126" fmla="*/ 2280636 w 5096882"/>
                  <a:gd name="connsiteY126" fmla="*/ 60045 h 545925"/>
                  <a:gd name="connsiteX127" fmla="*/ 2282912 w 5096882"/>
                  <a:gd name="connsiteY127" fmla="*/ 59608 h 545925"/>
                  <a:gd name="connsiteX128" fmla="*/ 2314286 w 5096882"/>
                  <a:gd name="connsiteY128" fmla="*/ 41187 h 545925"/>
                  <a:gd name="connsiteX129" fmla="*/ 2436165 w 5096882"/>
                  <a:gd name="connsiteY129" fmla="*/ 52122 h 545925"/>
                  <a:gd name="connsiteX130" fmla="*/ 2444903 w 5096882"/>
                  <a:gd name="connsiteY130" fmla="*/ 53126 h 545925"/>
                  <a:gd name="connsiteX131" fmla="*/ 2462053 w 5096882"/>
                  <a:gd name="connsiteY131" fmla="*/ 54675 h 545925"/>
                  <a:gd name="connsiteX132" fmla="*/ 2467580 w 5096882"/>
                  <a:gd name="connsiteY132" fmla="*/ 54850 h 545925"/>
                  <a:gd name="connsiteX133" fmla="*/ 2589256 w 5096882"/>
                  <a:gd name="connsiteY133" fmla="*/ 64694 h 545925"/>
                  <a:gd name="connsiteX134" fmla="*/ 2711948 w 5096882"/>
                  <a:gd name="connsiteY134" fmla="*/ 72901 h 545925"/>
                  <a:gd name="connsiteX135" fmla="*/ 2834518 w 5096882"/>
                  <a:gd name="connsiteY135" fmla="*/ 77812 h 545925"/>
                  <a:gd name="connsiteX136" fmla="*/ 2910515 w 5096882"/>
                  <a:gd name="connsiteY136" fmla="*/ 81871 h 545925"/>
                  <a:gd name="connsiteX137" fmla="*/ 2928762 w 5096882"/>
                  <a:gd name="connsiteY137" fmla="*/ 85233 h 545925"/>
                  <a:gd name="connsiteX138" fmla="*/ 2929413 w 5096882"/>
                  <a:gd name="connsiteY138" fmla="*/ 85342 h 545925"/>
                  <a:gd name="connsiteX139" fmla="*/ 3028249 w 5096882"/>
                  <a:gd name="connsiteY139" fmla="*/ 89074 h 545925"/>
                  <a:gd name="connsiteX140" fmla="*/ 3153055 w 5096882"/>
                  <a:gd name="connsiteY140" fmla="*/ 98721 h 545925"/>
                  <a:gd name="connsiteX141" fmla="*/ 3225272 w 5096882"/>
                  <a:gd name="connsiteY141" fmla="*/ 102978 h 545925"/>
                  <a:gd name="connsiteX142" fmla="*/ 3253679 w 5096882"/>
                  <a:gd name="connsiteY142" fmla="*/ 104200 h 545925"/>
                  <a:gd name="connsiteX143" fmla="*/ 3287410 w 5096882"/>
                  <a:gd name="connsiteY143" fmla="*/ 104571 h 545925"/>
                  <a:gd name="connsiteX144" fmla="*/ 3324271 w 5096882"/>
                  <a:gd name="connsiteY144" fmla="*/ 105488 h 545925"/>
                  <a:gd name="connsiteX145" fmla="*/ 3353207 w 5096882"/>
                  <a:gd name="connsiteY145" fmla="*/ 104789 h 545925"/>
                  <a:gd name="connsiteX146" fmla="*/ 3482848 w 5096882"/>
                  <a:gd name="connsiteY146" fmla="*/ 103567 h 545925"/>
                  <a:gd name="connsiteX147" fmla="*/ 3530316 w 5096882"/>
                  <a:gd name="connsiteY147" fmla="*/ 102825 h 545925"/>
                  <a:gd name="connsiteX148" fmla="*/ 3531576 w 5096882"/>
                  <a:gd name="connsiteY148" fmla="*/ 102607 h 545925"/>
                  <a:gd name="connsiteX149" fmla="*/ 3548035 w 5096882"/>
                  <a:gd name="connsiteY149" fmla="*/ 96910 h 545925"/>
                  <a:gd name="connsiteX150" fmla="*/ 3668857 w 5096882"/>
                  <a:gd name="connsiteY150" fmla="*/ 90187 h 545925"/>
                  <a:gd name="connsiteX151" fmla="*/ 3789599 w 5096882"/>
                  <a:gd name="connsiteY151" fmla="*/ 83094 h 545925"/>
                  <a:gd name="connsiteX152" fmla="*/ 3910096 w 5096882"/>
                  <a:gd name="connsiteY152" fmla="*/ 76371 h 545925"/>
                  <a:gd name="connsiteX153" fmla="*/ 3912088 w 5096882"/>
                  <a:gd name="connsiteY153" fmla="*/ 75673 h 545925"/>
                  <a:gd name="connsiteX154" fmla="*/ 3927937 w 5096882"/>
                  <a:gd name="connsiteY154" fmla="*/ 60329 h 545925"/>
                  <a:gd name="connsiteX155" fmla="*/ 3943909 w 5096882"/>
                  <a:gd name="connsiteY155" fmla="*/ 40357 h 545925"/>
                  <a:gd name="connsiteX156" fmla="*/ 3960531 w 5096882"/>
                  <a:gd name="connsiteY156" fmla="*/ 23311 h 545925"/>
                  <a:gd name="connsiteX157" fmla="*/ 3977478 w 5096882"/>
                  <a:gd name="connsiteY157" fmla="*/ 8119 h 545925"/>
                  <a:gd name="connsiteX158" fmla="*/ 4091066 w 5096882"/>
                  <a:gd name="connsiteY158" fmla="*/ 2837 h 545925"/>
                  <a:gd name="connsiteX159" fmla="*/ 4207662 w 5096882"/>
                  <a:gd name="connsiteY159" fmla="*/ 3252 h 545925"/>
                  <a:gd name="connsiteX160" fmla="*/ 4326575 w 5096882"/>
                  <a:gd name="connsiteY160" fmla="*/ 6657 h 545925"/>
                  <a:gd name="connsiteX161" fmla="*/ 4448374 w 5096882"/>
                  <a:gd name="connsiteY161" fmla="*/ 17156 h 545925"/>
                  <a:gd name="connsiteX162" fmla="*/ 4572691 w 5096882"/>
                  <a:gd name="connsiteY162" fmla="*/ 31976 h 545925"/>
                  <a:gd name="connsiteX163" fmla="*/ 4698757 w 5096882"/>
                  <a:gd name="connsiteY163" fmla="*/ 48433 h 545925"/>
                  <a:gd name="connsiteX164" fmla="*/ 4825390 w 5096882"/>
                  <a:gd name="connsiteY164" fmla="*/ 61747 h 545925"/>
                  <a:gd name="connsiteX165" fmla="*/ 4951334 w 5096882"/>
                  <a:gd name="connsiteY165" fmla="*/ 68841 h 545925"/>
                  <a:gd name="connsiteX166" fmla="*/ 4952959 w 5096882"/>
                  <a:gd name="connsiteY166" fmla="*/ 68579 h 545925"/>
                  <a:gd name="connsiteX167" fmla="*/ 4962795 w 5096882"/>
                  <a:gd name="connsiteY167" fmla="*/ 65021 h 545925"/>
                  <a:gd name="connsiteX168" fmla="*/ 4999289 w 5096882"/>
                  <a:gd name="connsiteY168" fmla="*/ 71940 h 545925"/>
                  <a:gd name="connsiteX169" fmla="*/ 5027412 w 5096882"/>
                  <a:gd name="connsiteY169" fmla="*/ 77484 h 545925"/>
                  <a:gd name="connsiteX170" fmla="*/ 5032452 w 5096882"/>
                  <a:gd name="connsiteY170" fmla="*/ 78707 h 545925"/>
                  <a:gd name="connsiteX171" fmla="*/ 5040702 w 5096882"/>
                  <a:gd name="connsiteY171" fmla="*/ 80082 h 545925"/>
                  <a:gd name="connsiteX172" fmla="*/ 5077887 w 5096882"/>
                  <a:gd name="connsiteY172" fmla="*/ 87284 h 545925"/>
                  <a:gd name="connsiteX173" fmla="*/ 5083374 w 5096882"/>
                  <a:gd name="connsiteY173" fmla="*/ 89423 h 545925"/>
                  <a:gd name="connsiteX174" fmla="*/ 5084592 w 5096882"/>
                  <a:gd name="connsiteY174" fmla="*/ 89642 h 545925"/>
                  <a:gd name="connsiteX175" fmla="*/ 5094143 w 5096882"/>
                  <a:gd name="connsiteY175" fmla="*/ 90122 h 545925"/>
                  <a:gd name="connsiteX176" fmla="*/ 5096866 w 5096882"/>
                  <a:gd name="connsiteY176" fmla="*/ 88856 h 545925"/>
                  <a:gd name="connsiteX177" fmla="*/ 5094509 w 5096882"/>
                  <a:gd name="connsiteY177" fmla="*/ 87306 h 545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5096882" h="545925">
                    <a:moveTo>
                      <a:pt x="5094752" y="87284"/>
                    </a:moveTo>
                    <a:lnTo>
                      <a:pt x="5085853" y="86870"/>
                    </a:lnTo>
                    <a:lnTo>
                      <a:pt x="5080610" y="84840"/>
                    </a:lnTo>
                    <a:cubicBezTo>
                      <a:pt x="5080610" y="84840"/>
                      <a:pt x="5080204" y="84731"/>
                      <a:pt x="5080000" y="84665"/>
                    </a:cubicBezTo>
                    <a:lnTo>
                      <a:pt x="5042408" y="77353"/>
                    </a:lnTo>
                    <a:lnTo>
                      <a:pt x="5034321" y="76022"/>
                    </a:lnTo>
                    <a:lnTo>
                      <a:pt x="5029404" y="74843"/>
                    </a:lnTo>
                    <a:lnTo>
                      <a:pt x="4963364" y="62118"/>
                    </a:lnTo>
                    <a:cubicBezTo>
                      <a:pt x="4962632" y="61966"/>
                      <a:pt x="4961779" y="62009"/>
                      <a:pt x="4961087" y="62271"/>
                    </a:cubicBezTo>
                    <a:lnTo>
                      <a:pt x="4951009" y="65960"/>
                    </a:lnTo>
                    <a:lnTo>
                      <a:pt x="4826204" y="58975"/>
                    </a:lnTo>
                    <a:lnTo>
                      <a:pt x="4699854" y="45661"/>
                    </a:lnTo>
                    <a:lnTo>
                      <a:pt x="4573910" y="29204"/>
                    </a:lnTo>
                    <a:lnTo>
                      <a:pt x="4449390" y="14384"/>
                    </a:lnTo>
                    <a:lnTo>
                      <a:pt x="4327185" y="3885"/>
                    </a:lnTo>
                    <a:lnTo>
                      <a:pt x="4207866" y="480"/>
                    </a:lnTo>
                    <a:lnTo>
                      <a:pt x="4090985" y="0"/>
                    </a:lnTo>
                    <a:lnTo>
                      <a:pt x="3975852" y="5391"/>
                    </a:lnTo>
                    <a:cubicBezTo>
                      <a:pt x="3975039" y="5391"/>
                      <a:pt x="3974308" y="5653"/>
                      <a:pt x="3973901" y="6024"/>
                    </a:cubicBezTo>
                    <a:lnTo>
                      <a:pt x="3956142" y="21892"/>
                    </a:lnTo>
                    <a:lnTo>
                      <a:pt x="3939398" y="39113"/>
                    </a:lnTo>
                    <a:lnTo>
                      <a:pt x="3923467" y="59041"/>
                    </a:lnTo>
                    <a:lnTo>
                      <a:pt x="3908390" y="73643"/>
                    </a:lnTo>
                    <a:lnTo>
                      <a:pt x="3789111" y="80300"/>
                    </a:lnTo>
                    <a:lnTo>
                      <a:pt x="3668370" y="87328"/>
                    </a:lnTo>
                    <a:lnTo>
                      <a:pt x="3546978" y="94094"/>
                    </a:lnTo>
                    <a:cubicBezTo>
                      <a:pt x="3546612" y="94160"/>
                      <a:pt x="3546206" y="94203"/>
                      <a:pt x="3545881" y="94312"/>
                    </a:cubicBezTo>
                    <a:lnTo>
                      <a:pt x="3529584" y="99966"/>
                    </a:lnTo>
                    <a:lnTo>
                      <a:pt x="3482848" y="100708"/>
                    </a:lnTo>
                    <a:lnTo>
                      <a:pt x="3355889" y="101886"/>
                    </a:lnTo>
                    <a:lnTo>
                      <a:pt x="3324393" y="102628"/>
                    </a:lnTo>
                    <a:lnTo>
                      <a:pt x="3287736" y="101777"/>
                    </a:lnTo>
                    <a:lnTo>
                      <a:pt x="3254045" y="101362"/>
                    </a:lnTo>
                    <a:lnTo>
                      <a:pt x="3225800" y="100184"/>
                    </a:lnTo>
                    <a:lnTo>
                      <a:pt x="3153745" y="95928"/>
                    </a:lnTo>
                    <a:lnTo>
                      <a:pt x="3028818" y="86280"/>
                    </a:lnTo>
                    <a:lnTo>
                      <a:pt x="2930104" y="82504"/>
                    </a:lnTo>
                    <a:lnTo>
                      <a:pt x="2911572" y="79143"/>
                    </a:lnTo>
                    <a:lnTo>
                      <a:pt x="2834965" y="75040"/>
                    </a:lnTo>
                    <a:lnTo>
                      <a:pt x="2712395" y="70129"/>
                    </a:lnTo>
                    <a:lnTo>
                      <a:pt x="2589906" y="61922"/>
                    </a:lnTo>
                    <a:lnTo>
                      <a:pt x="2468067" y="52013"/>
                    </a:lnTo>
                    <a:lnTo>
                      <a:pt x="2462622" y="51903"/>
                    </a:lnTo>
                    <a:lnTo>
                      <a:pt x="2445878" y="50354"/>
                    </a:lnTo>
                    <a:lnTo>
                      <a:pt x="2437140" y="49350"/>
                    </a:lnTo>
                    <a:lnTo>
                      <a:pt x="2313798" y="38262"/>
                    </a:lnTo>
                    <a:cubicBezTo>
                      <a:pt x="2312944" y="38218"/>
                      <a:pt x="2312132" y="38371"/>
                      <a:pt x="2311522" y="38698"/>
                    </a:cubicBezTo>
                    <a:lnTo>
                      <a:pt x="2280148" y="57186"/>
                    </a:lnTo>
                    <a:lnTo>
                      <a:pt x="2157131" y="45945"/>
                    </a:lnTo>
                    <a:lnTo>
                      <a:pt x="2032853" y="38109"/>
                    </a:lnTo>
                    <a:lnTo>
                      <a:pt x="1908658" y="29684"/>
                    </a:lnTo>
                    <a:lnTo>
                      <a:pt x="1784828" y="23333"/>
                    </a:lnTo>
                    <a:lnTo>
                      <a:pt x="1660957" y="8425"/>
                    </a:lnTo>
                    <a:cubicBezTo>
                      <a:pt x="1660063" y="8316"/>
                      <a:pt x="1659128" y="8469"/>
                      <a:pt x="1658518" y="8840"/>
                    </a:cubicBezTo>
                    <a:lnTo>
                      <a:pt x="1620398" y="31387"/>
                    </a:lnTo>
                    <a:lnTo>
                      <a:pt x="1581668" y="60001"/>
                    </a:lnTo>
                    <a:lnTo>
                      <a:pt x="1542369" y="92304"/>
                    </a:lnTo>
                    <a:lnTo>
                      <a:pt x="1502461" y="120592"/>
                    </a:lnTo>
                    <a:lnTo>
                      <a:pt x="1461983" y="146020"/>
                    </a:lnTo>
                    <a:lnTo>
                      <a:pt x="1420693" y="169636"/>
                    </a:lnTo>
                    <a:lnTo>
                      <a:pt x="1378631" y="195631"/>
                    </a:lnTo>
                    <a:lnTo>
                      <a:pt x="1335959" y="226429"/>
                    </a:lnTo>
                    <a:lnTo>
                      <a:pt x="1292637" y="253297"/>
                    </a:lnTo>
                    <a:lnTo>
                      <a:pt x="1248542" y="277175"/>
                    </a:lnTo>
                    <a:lnTo>
                      <a:pt x="1203594" y="300093"/>
                    </a:lnTo>
                    <a:lnTo>
                      <a:pt x="1157915" y="326350"/>
                    </a:lnTo>
                    <a:lnTo>
                      <a:pt x="1111626" y="351669"/>
                    </a:lnTo>
                    <a:lnTo>
                      <a:pt x="1064240" y="370789"/>
                    </a:lnTo>
                    <a:lnTo>
                      <a:pt x="1016244" y="393816"/>
                    </a:lnTo>
                    <a:lnTo>
                      <a:pt x="967273" y="413482"/>
                    </a:lnTo>
                    <a:lnTo>
                      <a:pt x="917448" y="433148"/>
                    </a:lnTo>
                    <a:lnTo>
                      <a:pt x="867298" y="451482"/>
                    </a:lnTo>
                    <a:lnTo>
                      <a:pt x="722945" y="451329"/>
                    </a:lnTo>
                    <a:lnTo>
                      <a:pt x="722945" y="451329"/>
                    </a:lnTo>
                    <a:cubicBezTo>
                      <a:pt x="722498" y="451329"/>
                      <a:pt x="722051" y="451395"/>
                      <a:pt x="721644" y="451547"/>
                    </a:cubicBezTo>
                    <a:lnTo>
                      <a:pt x="668691" y="468878"/>
                    </a:lnTo>
                    <a:lnTo>
                      <a:pt x="614761" y="483632"/>
                    </a:lnTo>
                    <a:lnTo>
                      <a:pt x="559816" y="496947"/>
                    </a:lnTo>
                    <a:lnTo>
                      <a:pt x="504261" y="509519"/>
                    </a:lnTo>
                    <a:lnTo>
                      <a:pt x="361980" y="509300"/>
                    </a:lnTo>
                    <a:lnTo>
                      <a:pt x="357348" y="509366"/>
                    </a:lnTo>
                    <a:lnTo>
                      <a:pt x="203484" y="507925"/>
                    </a:lnTo>
                    <a:cubicBezTo>
                      <a:pt x="203241" y="507925"/>
                      <a:pt x="202916" y="507925"/>
                      <a:pt x="202590" y="507991"/>
                    </a:cubicBezTo>
                    <a:lnTo>
                      <a:pt x="142565" y="519559"/>
                    </a:lnTo>
                    <a:lnTo>
                      <a:pt x="81402" y="530319"/>
                    </a:lnTo>
                    <a:lnTo>
                      <a:pt x="19101" y="540447"/>
                    </a:lnTo>
                    <a:lnTo>
                      <a:pt x="0" y="543001"/>
                    </a:lnTo>
                    <a:lnTo>
                      <a:pt x="0" y="545925"/>
                    </a:lnTo>
                    <a:lnTo>
                      <a:pt x="20401" y="543153"/>
                    </a:lnTo>
                    <a:lnTo>
                      <a:pt x="82906" y="532982"/>
                    </a:lnTo>
                    <a:lnTo>
                      <a:pt x="144231" y="522222"/>
                    </a:lnTo>
                    <a:lnTo>
                      <a:pt x="203850" y="510763"/>
                    </a:lnTo>
                    <a:lnTo>
                      <a:pt x="357348" y="512138"/>
                    </a:lnTo>
                    <a:lnTo>
                      <a:pt x="360883" y="512138"/>
                    </a:lnTo>
                    <a:lnTo>
                      <a:pt x="504708" y="512356"/>
                    </a:lnTo>
                    <a:lnTo>
                      <a:pt x="504749" y="512356"/>
                    </a:lnTo>
                    <a:cubicBezTo>
                      <a:pt x="505033" y="512356"/>
                      <a:pt x="505399" y="512312"/>
                      <a:pt x="505684" y="512247"/>
                    </a:cubicBezTo>
                    <a:lnTo>
                      <a:pt x="561807" y="499566"/>
                    </a:lnTo>
                    <a:lnTo>
                      <a:pt x="616956" y="486186"/>
                    </a:lnTo>
                    <a:lnTo>
                      <a:pt x="671129" y="471322"/>
                    </a:lnTo>
                    <a:lnTo>
                      <a:pt x="723595" y="454167"/>
                    </a:lnTo>
                    <a:lnTo>
                      <a:pt x="868070" y="454319"/>
                    </a:lnTo>
                    <a:lnTo>
                      <a:pt x="868070" y="454319"/>
                    </a:lnTo>
                    <a:cubicBezTo>
                      <a:pt x="868558" y="454319"/>
                      <a:pt x="869046" y="454210"/>
                      <a:pt x="869452" y="454057"/>
                    </a:cubicBezTo>
                    <a:lnTo>
                      <a:pt x="920293" y="435461"/>
                    </a:lnTo>
                    <a:lnTo>
                      <a:pt x="970199" y="415796"/>
                    </a:lnTo>
                    <a:lnTo>
                      <a:pt x="1019373" y="396021"/>
                    </a:lnTo>
                    <a:lnTo>
                      <a:pt x="1067410" y="372994"/>
                    </a:lnTo>
                    <a:lnTo>
                      <a:pt x="1114877" y="353808"/>
                    </a:lnTo>
                    <a:lnTo>
                      <a:pt x="1161532" y="328380"/>
                    </a:lnTo>
                    <a:lnTo>
                      <a:pt x="1207171" y="302101"/>
                    </a:lnTo>
                    <a:lnTo>
                      <a:pt x="1252078" y="279183"/>
                    </a:lnTo>
                    <a:lnTo>
                      <a:pt x="1296335" y="255261"/>
                    </a:lnTo>
                    <a:lnTo>
                      <a:pt x="1339860" y="228240"/>
                    </a:lnTo>
                    <a:lnTo>
                      <a:pt x="1382573" y="197443"/>
                    </a:lnTo>
                    <a:lnTo>
                      <a:pt x="1424432" y="171535"/>
                    </a:lnTo>
                    <a:lnTo>
                      <a:pt x="1465722" y="147940"/>
                    </a:lnTo>
                    <a:lnTo>
                      <a:pt x="1506403" y="122360"/>
                    </a:lnTo>
                    <a:lnTo>
                      <a:pt x="1546474" y="93963"/>
                    </a:lnTo>
                    <a:lnTo>
                      <a:pt x="1585773" y="61660"/>
                    </a:lnTo>
                    <a:lnTo>
                      <a:pt x="1624259" y="33198"/>
                    </a:lnTo>
                    <a:lnTo>
                      <a:pt x="1661201" y="11350"/>
                    </a:lnTo>
                    <a:lnTo>
                      <a:pt x="1783974" y="26105"/>
                    </a:lnTo>
                    <a:lnTo>
                      <a:pt x="1908048" y="32500"/>
                    </a:lnTo>
                    <a:lnTo>
                      <a:pt x="2032244" y="40925"/>
                    </a:lnTo>
                    <a:lnTo>
                      <a:pt x="2156359" y="48695"/>
                    </a:lnTo>
                    <a:lnTo>
                      <a:pt x="2280636" y="60045"/>
                    </a:lnTo>
                    <a:cubicBezTo>
                      <a:pt x="2281408" y="60154"/>
                      <a:pt x="2282302" y="59979"/>
                      <a:pt x="2282912" y="59608"/>
                    </a:cubicBezTo>
                    <a:lnTo>
                      <a:pt x="2314286" y="41187"/>
                    </a:lnTo>
                    <a:lnTo>
                      <a:pt x="2436165" y="52122"/>
                    </a:lnTo>
                    <a:lnTo>
                      <a:pt x="2444903" y="53126"/>
                    </a:lnTo>
                    <a:lnTo>
                      <a:pt x="2462053" y="54675"/>
                    </a:lnTo>
                    <a:lnTo>
                      <a:pt x="2467580" y="54850"/>
                    </a:lnTo>
                    <a:lnTo>
                      <a:pt x="2589256" y="64694"/>
                    </a:lnTo>
                    <a:lnTo>
                      <a:pt x="2711948" y="72901"/>
                    </a:lnTo>
                    <a:lnTo>
                      <a:pt x="2834518" y="77812"/>
                    </a:lnTo>
                    <a:lnTo>
                      <a:pt x="2910515" y="81871"/>
                    </a:lnTo>
                    <a:lnTo>
                      <a:pt x="2928762" y="85233"/>
                    </a:lnTo>
                    <a:cubicBezTo>
                      <a:pt x="2928762" y="85233"/>
                      <a:pt x="2929169" y="85342"/>
                      <a:pt x="2929413" y="85342"/>
                    </a:cubicBezTo>
                    <a:lnTo>
                      <a:pt x="3028249" y="89074"/>
                    </a:lnTo>
                    <a:lnTo>
                      <a:pt x="3153055" y="98721"/>
                    </a:lnTo>
                    <a:lnTo>
                      <a:pt x="3225272" y="102978"/>
                    </a:lnTo>
                    <a:lnTo>
                      <a:pt x="3253679" y="104200"/>
                    </a:lnTo>
                    <a:lnTo>
                      <a:pt x="3287410" y="104571"/>
                    </a:lnTo>
                    <a:lnTo>
                      <a:pt x="3324271" y="105488"/>
                    </a:lnTo>
                    <a:lnTo>
                      <a:pt x="3353207" y="104789"/>
                    </a:lnTo>
                    <a:lnTo>
                      <a:pt x="3482848" y="103567"/>
                    </a:lnTo>
                    <a:lnTo>
                      <a:pt x="3530316" y="102825"/>
                    </a:lnTo>
                    <a:cubicBezTo>
                      <a:pt x="3530763" y="102781"/>
                      <a:pt x="3531210" y="102716"/>
                      <a:pt x="3531576" y="102607"/>
                    </a:cubicBezTo>
                    <a:lnTo>
                      <a:pt x="3548035" y="96910"/>
                    </a:lnTo>
                    <a:lnTo>
                      <a:pt x="3668857" y="90187"/>
                    </a:lnTo>
                    <a:lnTo>
                      <a:pt x="3789599" y="83094"/>
                    </a:lnTo>
                    <a:lnTo>
                      <a:pt x="3910096" y="76371"/>
                    </a:lnTo>
                    <a:cubicBezTo>
                      <a:pt x="3910950" y="76327"/>
                      <a:pt x="3911681" y="76044"/>
                      <a:pt x="3912088" y="75673"/>
                    </a:cubicBezTo>
                    <a:lnTo>
                      <a:pt x="3927937" y="60329"/>
                    </a:lnTo>
                    <a:lnTo>
                      <a:pt x="3943909" y="40357"/>
                    </a:lnTo>
                    <a:lnTo>
                      <a:pt x="3960531" y="23311"/>
                    </a:lnTo>
                    <a:lnTo>
                      <a:pt x="3977478" y="8119"/>
                    </a:lnTo>
                    <a:lnTo>
                      <a:pt x="4091066" y="2837"/>
                    </a:lnTo>
                    <a:lnTo>
                      <a:pt x="4207662" y="3252"/>
                    </a:lnTo>
                    <a:lnTo>
                      <a:pt x="4326575" y="6657"/>
                    </a:lnTo>
                    <a:lnTo>
                      <a:pt x="4448374" y="17156"/>
                    </a:lnTo>
                    <a:lnTo>
                      <a:pt x="4572691" y="31976"/>
                    </a:lnTo>
                    <a:lnTo>
                      <a:pt x="4698757" y="48433"/>
                    </a:lnTo>
                    <a:lnTo>
                      <a:pt x="4825390" y="61747"/>
                    </a:lnTo>
                    <a:lnTo>
                      <a:pt x="4951334" y="68841"/>
                    </a:lnTo>
                    <a:cubicBezTo>
                      <a:pt x="4951862" y="68841"/>
                      <a:pt x="4952472" y="68775"/>
                      <a:pt x="4952959" y="68579"/>
                    </a:cubicBezTo>
                    <a:lnTo>
                      <a:pt x="4962795" y="65021"/>
                    </a:lnTo>
                    <a:lnTo>
                      <a:pt x="4999289" y="71940"/>
                    </a:lnTo>
                    <a:lnTo>
                      <a:pt x="5027412" y="77484"/>
                    </a:lnTo>
                    <a:lnTo>
                      <a:pt x="5032452" y="78707"/>
                    </a:lnTo>
                    <a:lnTo>
                      <a:pt x="5040702" y="80082"/>
                    </a:lnTo>
                    <a:lnTo>
                      <a:pt x="5077887" y="87284"/>
                    </a:lnTo>
                    <a:lnTo>
                      <a:pt x="5083374" y="89423"/>
                    </a:lnTo>
                    <a:cubicBezTo>
                      <a:pt x="5083780" y="89532"/>
                      <a:pt x="5084145" y="89642"/>
                      <a:pt x="5084592" y="89642"/>
                    </a:cubicBezTo>
                    <a:lnTo>
                      <a:pt x="5094143" y="90122"/>
                    </a:lnTo>
                    <a:cubicBezTo>
                      <a:pt x="5095566" y="90187"/>
                      <a:pt x="5096784" y="89598"/>
                      <a:pt x="5096866" y="88856"/>
                    </a:cubicBezTo>
                    <a:cubicBezTo>
                      <a:pt x="5097029" y="88048"/>
                      <a:pt x="5095972" y="87372"/>
                      <a:pt x="5094509" y="87306"/>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8" name="Freeform: Shape 867">
                <a:extLst>
                  <a:ext uri="{FF2B5EF4-FFF2-40B4-BE49-F238E27FC236}">
                    <a16:creationId xmlns:a16="http://schemas.microsoft.com/office/drawing/2014/main" id="{C0E13D8A-7097-4E4A-B32A-2A1F0BB62273}"/>
                  </a:ext>
                </a:extLst>
              </p:cNvPr>
              <p:cNvSpPr/>
              <p:nvPr/>
            </p:nvSpPr>
            <p:spPr>
              <a:xfrm>
                <a:off x="3987782" y="5461580"/>
                <a:ext cx="1385597" cy="561594"/>
              </a:xfrm>
              <a:custGeom>
                <a:avLst/>
                <a:gdLst>
                  <a:gd name="connsiteX0" fmla="*/ 1383078 w 1385597"/>
                  <a:gd name="connsiteY0" fmla="*/ 561594 h 561594"/>
                  <a:gd name="connsiteX1" fmla="*/ 1383037 w 1385597"/>
                  <a:gd name="connsiteY1" fmla="*/ 561594 h 561594"/>
                  <a:gd name="connsiteX2" fmla="*/ 1290906 w 1385597"/>
                  <a:gd name="connsiteY2" fmla="*/ 560896 h 561594"/>
                  <a:gd name="connsiteX3" fmla="*/ 1198979 w 1385597"/>
                  <a:gd name="connsiteY3" fmla="*/ 559739 h 561594"/>
                  <a:gd name="connsiteX4" fmla="*/ 1197922 w 1385597"/>
                  <a:gd name="connsiteY4" fmla="*/ 559586 h 561594"/>
                  <a:gd name="connsiteX5" fmla="*/ 1106401 w 1385597"/>
                  <a:gd name="connsiteY5" fmla="*/ 535664 h 561594"/>
                  <a:gd name="connsiteX6" fmla="*/ 1015733 w 1385597"/>
                  <a:gd name="connsiteY6" fmla="*/ 496595 h 561594"/>
                  <a:gd name="connsiteX7" fmla="*/ 926325 w 1385597"/>
                  <a:gd name="connsiteY7" fmla="*/ 446568 h 561594"/>
                  <a:gd name="connsiteX8" fmla="*/ 838014 w 1385597"/>
                  <a:gd name="connsiteY8" fmla="*/ 393224 h 561594"/>
                  <a:gd name="connsiteX9" fmla="*/ 837405 w 1385597"/>
                  <a:gd name="connsiteY9" fmla="*/ 391958 h 561594"/>
                  <a:gd name="connsiteX10" fmla="*/ 852970 w 1385597"/>
                  <a:gd name="connsiteY10" fmla="*/ 357538 h 561594"/>
                  <a:gd name="connsiteX11" fmla="*/ 864471 w 1385597"/>
                  <a:gd name="connsiteY11" fmla="*/ 319822 h 561594"/>
                  <a:gd name="connsiteX12" fmla="*/ 862967 w 1385597"/>
                  <a:gd name="connsiteY12" fmla="*/ 318927 h 561594"/>
                  <a:gd name="connsiteX13" fmla="*/ 774981 w 1385597"/>
                  <a:gd name="connsiteY13" fmla="*/ 267285 h 561594"/>
                  <a:gd name="connsiteX14" fmla="*/ 685980 w 1385597"/>
                  <a:gd name="connsiteY14" fmla="*/ 238147 h 561594"/>
                  <a:gd name="connsiteX15" fmla="*/ 596084 w 1385597"/>
                  <a:gd name="connsiteY15" fmla="*/ 213679 h 561594"/>
                  <a:gd name="connsiteX16" fmla="*/ 505498 w 1385597"/>
                  <a:gd name="connsiteY16" fmla="*/ 192093 h 561594"/>
                  <a:gd name="connsiteX17" fmla="*/ 418122 w 1385597"/>
                  <a:gd name="connsiteY17" fmla="*/ 168215 h 561594"/>
                  <a:gd name="connsiteX18" fmla="*/ 332737 w 1385597"/>
                  <a:gd name="connsiteY18" fmla="*/ 143223 h 561594"/>
                  <a:gd name="connsiteX19" fmla="*/ 251538 w 1385597"/>
                  <a:gd name="connsiteY19" fmla="*/ 115242 h 561594"/>
                  <a:gd name="connsiteX20" fmla="*/ 169202 w 1385597"/>
                  <a:gd name="connsiteY20" fmla="*/ 81978 h 561594"/>
                  <a:gd name="connsiteX21" fmla="*/ 116288 w 1385597"/>
                  <a:gd name="connsiteY21" fmla="*/ 59977 h 561594"/>
                  <a:gd name="connsiteX22" fmla="*/ 85402 w 1385597"/>
                  <a:gd name="connsiteY22" fmla="*/ 49587 h 561594"/>
                  <a:gd name="connsiteX23" fmla="*/ 47769 w 1385597"/>
                  <a:gd name="connsiteY23" fmla="*/ 32366 h 561594"/>
                  <a:gd name="connsiteX24" fmla="*/ 2171 w 1385597"/>
                  <a:gd name="connsiteY24" fmla="*/ 7789 h 561594"/>
                  <a:gd name="connsiteX25" fmla="*/ 1440 w 1385597"/>
                  <a:gd name="connsiteY25" fmla="*/ 6676 h 561594"/>
                  <a:gd name="connsiteX26" fmla="*/ 1887 w 1385597"/>
                  <a:gd name="connsiteY26" fmla="*/ 2944 h 561594"/>
                  <a:gd name="connsiteX27" fmla="*/ 830 w 1385597"/>
                  <a:gd name="connsiteY27" fmla="*/ 2464 h 561594"/>
                  <a:gd name="connsiteX28" fmla="*/ 667 w 1385597"/>
                  <a:gd name="connsiteY28" fmla="*/ 434 h 561594"/>
                  <a:gd name="connsiteX29" fmla="*/ 4244 w 1385597"/>
                  <a:gd name="connsiteY29" fmla="*/ 325 h 561594"/>
                  <a:gd name="connsiteX30" fmla="*/ 6195 w 1385597"/>
                  <a:gd name="connsiteY30" fmla="*/ 1351 h 561594"/>
                  <a:gd name="connsiteX31" fmla="*/ 7048 w 1385597"/>
                  <a:gd name="connsiteY31" fmla="*/ 2464 h 561594"/>
                  <a:gd name="connsiteX32" fmla="*/ 6601 w 1385597"/>
                  <a:gd name="connsiteY32" fmla="*/ 6196 h 561594"/>
                  <a:gd name="connsiteX33" fmla="*/ 51142 w 1385597"/>
                  <a:gd name="connsiteY33" fmla="*/ 30271 h 561594"/>
                  <a:gd name="connsiteX34" fmla="*/ 88409 w 1385597"/>
                  <a:gd name="connsiteY34" fmla="*/ 47274 h 561594"/>
                  <a:gd name="connsiteX35" fmla="*/ 119174 w 1385597"/>
                  <a:gd name="connsiteY35" fmla="*/ 57619 h 561594"/>
                  <a:gd name="connsiteX36" fmla="*/ 172290 w 1385597"/>
                  <a:gd name="connsiteY36" fmla="*/ 79686 h 561594"/>
                  <a:gd name="connsiteX37" fmla="*/ 254424 w 1385597"/>
                  <a:gd name="connsiteY37" fmla="*/ 112884 h 561594"/>
                  <a:gd name="connsiteX38" fmla="*/ 335338 w 1385597"/>
                  <a:gd name="connsiteY38" fmla="*/ 140800 h 561594"/>
                  <a:gd name="connsiteX39" fmla="*/ 420519 w 1385597"/>
                  <a:gd name="connsiteY39" fmla="*/ 165683 h 561594"/>
                  <a:gd name="connsiteX40" fmla="*/ 507692 w 1385597"/>
                  <a:gd name="connsiteY40" fmla="*/ 189495 h 561594"/>
                  <a:gd name="connsiteX41" fmla="*/ 598238 w 1385597"/>
                  <a:gd name="connsiteY41" fmla="*/ 211082 h 561594"/>
                  <a:gd name="connsiteX42" fmla="*/ 688459 w 1385597"/>
                  <a:gd name="connsiteY42" fmla="*/ 235637 h 561594"/>
                  <a:gd name="connsiteX43" fmla="*/ 777948 w 1385597"/>
                  <a:gd name="connsiteY43" fmla="*/ 264884 h 561594"/>
                  <a:gd name="connsiteX44" fmla="*/ 778477 w 1385597"/>
                  <a:gd name="connsiteY44" fmla="*/ 265146 h 561594"/>
                  <a:gd name="connsiteX45" fmla="*/ 869104 w 1385597"/>
                  <a:gd name="connsiteY45" fmla="*/ 318381 h 561594"/>
                  <a:gd name="connsiteX46" fmla="*/ 869713 w 1385597"/>
                  <a:gd name="connsiteY46" fmla="*/ 319560 h 561594"/>
                  <a:gd name="connsiteX47" fmla="*/ 857968 w 1385597"/>
                  <a:gd name="connsiteY47" fmla="*/ 358084 h 561594"/>
                  <a:gd name="connsiteX48" fmla="*/ 842688 w 1385597"/>
                  <a:gd name="connsiteY48" fmla="*/ 391871 h 561594"/>
                  <a:gd name="connsiteX49" fmla="*/ 929982 w 1385597"/>
                  <a:gd name="connsiteY49" fmla="*/ 444626 h 561594"/>
                  <a:gd name="connsiteX50" fmla="*/ 1019025 w 1385597"/>
                  <a:gd name="connsiteY50" fmla="*/ 494499 h 561594"/>
                  <a:gd name="connsiteX51" fmla="*/ 1109083 w 1385597"/>
                  <a:gd name="connsiteY51" fmla="*/ 533242 h 561594"/>
                  <a:gd name="connsiteX52" fmla="*/ 1199629 w 1385597"/>
                  <a:gd name="connsiteY52" fmla="*/ 556902 h 561594"/>
                  <a:gd name="connsiteX53" fmla="*/ 1290988 w 1385597"/>
                  <a:gd name="connsiteY53" fmla="*/ 558080 h 561594"/>
                  <a:gd name="connsiteX54" fmla="*/ 1383078 w 1385597"/>
                  <a:gd name="connsiteY54" fmla="*/ 558779 h 561594"/>
                  <a:gd name="connsiteX55" fmla="*/ 1385597 w 1385597"/>
                  <a:gd name="connsiteY55" fmla="*/ 560219 h 561594"/>
                  <a:gd name="connsiteX56" fmla="*/ 1383078 w 1385597"/>
                  <a:gd name="connsiteY56" fmla="*/ 561594 h 56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385597" h="561594">
                    <a:moveTo>
                      <a:pt x="1383078" y="561594"/>
                    </a:moveTo>
                    <a:lnTo>
                      <a:pt x="1383037" y="561594"/>
                    </a:lnTo>
                    <a:lnTo>
                      <a:pt x="1290906" y="560896"/>
                    </a:lnTo>
                    <a:lnTo>
                      <a:pt x="1198979" y="559739"/>
                    </a:lnTo>
                    <a:cubicBezTo>
                      <a:pt x="1198653" y="559739"/>
                      <a:pt x="1198288" y="559695"/>
                      <a:pt x="1197922" y="559586"/>
                    </a:cubicBezTo>
                    <a:lnTo>
                      <a:pt x="1106401" y="535664"/>
                    </a:lnTo>
                    <a:lnTo>
                      <a:pt x="1015733" y="496595"/>
                    </a:lnTo>
                    <a:lnTo>
                      <a:pt x="926325" y="446568"/>
                    </a:lnTo>
                    <a:lnTo>
                      <a:pt x="838014" y="393224"/>
                    </a:lnTo>
                    <a:cubicBezTo>
                      <a:pt x="837405" y="392897"/>
                      <a:pt x="837201" y="392417"/>
                      <a:pt x="837405" y="391958"/>
                    </a:cubicBezTo>
                    <a:lnTo>
                      <a:pt x="852970" y="357538"/>
                    </a:lnTo>
                    <a:lnTo>
                      <a:pt x="864471" y="319822"/>
                    </a:lnTo>
                    <a:lnTo>
                      <a:pt x="862967" y="318927"/>
                    </a:lnTo>
                    <a:lnTo>
                      <a:pt x="774981" y="267285"/>
                    </a:lnTo>
                    <a:lnTo>
                      <a:pt x="685980" y="238147"/>
                    </a:lnTo>
                    <a:lnTo>
                      <a:pt x="596084" y="213679"/>
                    </a:lnTo>
                    <a:lnTo>
                      <a:pt x="505498" y="192093"/>
                    </a:lnTo>
                    <a:lnTo>
                      <a:pt x="418122" y="168215"/>
                    </a:lnTo>
                    <a:lnTo>
                      <a:pt x="332737" y="143223"/>
                    </a:lnTo>
                    <a:lnTo>
                      <a:pt x="251538" y="115242"/>
                    </a:lnTo>
                    <a:lnTo>
                      <a:pt x="169202" y="81978"/>
                    </a:lnTo>
                    <a:lnTo>
                      <a:pt x="116288" y="59977"/>
                    </a:lnTo>
                    <a:lnTo>
                      <a:pt x="85402" y="49587"/>
                    </a:lnTo>
                    <a:lnTo>
                      <a:pt x="47769" y="32366"/>
                    </a:lnTo>
                    <a:lnTo>
                      <a:pt x="2171" y="7789"/>
                    </a:lnTo>
                    <a:cubicBezTo>
                      <a:pt x="1683" y="7462"/>
                      <a:pt x="1358" y="7091"/>
                      <a:pt x="1440" y="6676"/>
                    </a:cubicBezTo>
                    <a:lnTo>
                      <a:pt x="1887" y="2944"/>
                    </a:lnTo>
                    <a:lnTo>
                      <a:pt x="830" y="2464"/>
                    </a:lnTo>
                    <a:cubicBezTo>
                      <a:pt x="-227" y="1940"/>
                      <a:pt x="-267" y="1023"/>
                      <a:pt x="667" y="434"/>
                    </a:cubicBezTo>
                    <a:cubicBezTo>
                      <a:pt x="1602" y="-90"/>
                      <a:pt x="3228" y="-155"/>
                      <a:pt x="4244" y="325"/>
                    </a:cubicBezTo>
                    <a:lnTo>
                      <a:pt x="6195" y="1351"/>
                    </a:lnTo>
                    <a:cubicBezTo>
                      <a:pt x="6804" y="1613"/>
                      <a:pt x="7089" y="2049"/>
                      <a:pt x="7048" y="2464"/>
                    </a:cubicBezTo>
                    <a:lnTo>
                      <a:pt x="6601" y="6196"/>
                    </a:lnTo>
                    <a:lnTo>
                      <a:pt x="51142" y="30271"/>
                    </a:lnTo>
                    <a:lnTo>
                      <a:pt x="88409" y="47274"/>
                    </a:lnTo>
                    <a:lnTo>
                      <a:pt x="119174" y="57619"/>
                    </a:lnTo>
                    <a:lnTo>
                      <a:pt x="172290" y="79686"/>
                    </a:lnTo>
                    <a:lnTo>
                      <a:pt x="254424" y="112884"/>
                    </a:lnTo>
                    <a:lnTo>
                      <a:pt x="335338" y="140800"/>
                    </a:lnTo>
                    <a:lnTo>
                      <a:pt x="420519" y="165683"/>
                    </a:lnTo>
                    <a:lnTo>
                      <a:pt x="507692" y="189495"/>
                    </a:lnTo>
                    <a:lnTo>
                      <a:pt x="598238" y="211082"/>
                    </a:lnTo>
                    <a:lnTo>
                      <a:pt x="688459" y="235637"/>
                    </a:lnTo>
                    <a:lnTo>
                      <a:pt x="777948" y="264884"/>
                    </a:lnTo>
                    <a:cubicBezTo>
                      <a:pt x="777948" y="264884"/>
                      <a:pt x="778355" y="265059"/>
                      <a:pt x="778477" y="265146"/>
                    </a:cubicBezTo>
                    <a:lnTo>
                      <a:pt x="869104" y="318381"/>
                    </a:lnTo>
                    <a:cubicBezTo>
                      <a:pt x="869591" y="318709"/>
                      <a:pt x="869835" y="319123"/>
                      <a:pt x="869713" y="319560"/>
                    </a:cubicBezTo>
                    <a:lnTo>
                      <a:pt x="857968" y="358084"/>
                    </a:lnTo>
                    <a:lnTo>
                      <a:pt x="842688" y="391871"/>
                    </a:lnTo>
                    <a:lnTo>
                      <a:pt x="929982" y="444626"/>
                    </a:lnTo>
                    <a:lnTo>
                      <a:pt x="1019025" y="494499"/>
                    </a:lnTo>
                    <a:lnTo>
                      <a:pt x="1109083" y="533242"/>
                    </a:lnTo>
                    <a:lnTo>
                      <a:pt x="1199629" y="556902"/>
                    </a:lnTo>
                    <a:lnTo>
                      <a:pt x="1290988" y="558080"/>
                    </a:lnTo>
                    <a:lnTo>
                      <a:pt x="1383078" y="558779"/>
                    </a:lnTo>
                    <a:cubicBezTo>
                      <a:pt x="1384541" y="558779"/>
                      <a:pt x="1385597" y="559412"/>
                      <a:pt x="1385597" y="560219"/>
                    </a:cubicBezTo>
                    <a:cubicBezTo>
                      <a:pt x="1385557" y="561027"/>
                      <a:pt x="1384460" y="561594"/>
                      <a:pt x="1383078" y="561594"/>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69" name="Freeform: Shape 868">
                <a:extLst>
                  <a:ext uri="{FF2B5EF4-FFF2-40B4-BE49-F238E27FC236}">
                    <a16:creationId xmlns:a16="http://schemas.microsoft.com/office/drawing/2014/main" id="{1BBBD9B8-FDCC-4227-962B-5F71A161F417}"/>
                  </a:ext>
                </a:extLst>
              </p:cNvPr>
              <p:cNvSpPr/>
              <p:nvPr/>
            </p:nvSpPr>
            <p:spPr>
              <a:xfrm>
                <a:off x="10609831" y="5706209"/>
                <a:ext cx="145579" cy="204754"/>
              </a:xfrm>
              <a:custGeom>
                <a:avLst/>
                <a:gdLst>
                  <a:gd name="connsiteX0" fmla="*/ 143105 w 145579"/>
                  <a:gd name="connsiteY0" fmla="*/ 204733 h 204754"/>
                  <a:gd name="connsiteX1" fmla="*/ 140708 w 145579"/>
                  <a:gd name="connsiteY1" fmla="*/ 203838 h 204754"/>
                  <a:gd name="connsiteX2" fmla="*/ 125428 w 145579"/>
                  <a:gd name="connsiteY2" fmla="*/ 181881 h 204754"/>
                  <a:gd name="connsiteX3" fmla="*/ 114617 w 145579"/>
                  <a:gd name="connsiteY3" fmla="*/ 156780 h 204754"/>
                  <a:gd name="connsiteX4" fmla="*/ 106651 w 145579"/>
                  <a:gd name="connsiteY4" fmla="*/ 130130 h 204754"/>
                  <a:gd name="connsiteX5" fmla="*/ 100800 w 145579"/>
                  <a:gd name="connsiteY5" fmla="*/ 97739 h 204754"/>
                  <a:gd name="connsiteX6" fmla="*/ 94826 w 145579"/>
                  <a:gd name="connsiteY6" fmla="*/ 66244 h 204754"/>
                  <a:gd name="connsiteX7" fmla="*/ 86291 w 145579"/>
                  <a:gd name="connsiteY7" fmla="*/ 38589 h 204754"/>
                  <a:gd name="connsiteX8" fmla="*/ 72799 w 145579"/>
                  <a:gd name="connsiteY8" fmla="*/ 14013 h 204754"/>
                  <a:gd name="connsiteX9" fmla="*/ 55324 w 145579"/>
                  <a:gd name="connsiteY9" fmla="*/ 6177 h 204754"/>
                  <a:gd name="connsiteX10" fmla="*/ 31915 w 145579"/>
                  <a:gd name="connsiteY10" fmla="*/ 2816 h 204754"/>
                  <a:gd name="connsiteX11" fmla="*/ 13952 w 145579"/>
                  <a:gd name="connsiteY11" fmla="*/ 3601 h 204754"/>
                  <a:gd name="connsiteX12" fmla="*/ 3142 w 145579"/>
                  <a:gd name="connsiteY12" fmla="*/ 4453 h 204754"/>
                  <a:gd name="connsiteX13" fmla="*/ 53 w 145579"/>
                  <a:gd name="connsiteY13" fmla="*/ 3383 h 204754"/>
                  <a:gd name="connsiteX14" fmla="*/ 2044 w 145579"/>
                  <a:gd name="connsiteY14" fmla="*/ 1746 h 204754"/>
                  <a:gd name="connsiteX15" fmla="*/ 2736 w 145579"/>
                  <a:gd name="connsiteY15" fmla="*/ 1637 h 204754"/>
                  <a:gd name="connsiteX16" fmla="*/ 13424 w 145579"/>
                  <a:gd name="connsiteY16" fmla="*/ 851 h 204754"/>
                  <a:gd name="connsiteX17" fmla="*/ 31996 w 145579"/>
                  <a:gd name="connsiteY17" fmla="*/ 0 h 204754"/>
                  <a:gd name="connsiteX18" fmla="*/ 32809 w 145579"/>
                  <a:gd name="connsiteY18" fmla="*/ 65 h 204754"/>
                  <a:gd name="connsiteX19" fmla="*/ 57112 w 145579"/>
                  <a:gd name="connsiteY19" fmla="*/ 3536 h 204754"/>
                  <a:gd name="connsiteX20" fmla="*/ 58128 w 145579"/>
                  <a:gd name="connsiteY20" fmla="*/ 3798 h 204754"/>
                  <a:gd name="connsiteX21" fmla="*/ 76578 w 145579"/>
                  <a:gd name="connsiteY21" fmla="*/ 12114 h 204754"/>
                  <a:gd name="connsiteX22" fmla="*/ 77472 w 145579"/>
                  <a:gd name="connsiteY22" fmla="*/ 12747 h 204754"/>
                  <a:gd name="connsiteX23" fmla="*/ 91289 w 145579"/>
                  <a:gd name="connsiteY23" fmla="*/ 37956 h 204754"/>
                  <a:gd name="connsiteX24" fmla="*/ 99906 w 145579"/>
                  <a:gd name="connsiteY24" fmla="*/ 65829 h 204754"/>
                  <a:gd name="connsiteX25" fmla="*/ 105961 w 145579"/>
                  <a:gd name="connsiteY25" fmla="*/ 97434 h 204754"/>
                  <a:gd name="connsiteX26" fmla="*/ 111731 w 145579"/>
                  <a:gd name="connsiteY26" fmla="*/ 129781 h 204754"/>
                  <a:gd name="connsiteX27" fmla="*/ 119656 w 145579"/>
                  <a:gd name="connsiteY27" fmla="*/ 156256 h 204754"/>
                  <a:gd name="connsiteX28" fmla="*/ 130264 w 145579"/>
                  <a:gd name="connsiteY28" fmla="*/ 181029 h 204754"/>
                  <a:gd name="connsiteX29" fmla="*/ 145422 w 145579"/>
                  <a:gd name="connsiteY29" fmla="*/ 202834 h 204754"/>
                  <a:gd name="connsiteX30" fmla="*/ 143919 w 145579"/>
                  <a:gd name="connsiteY30" fmla="*/ 204646 h 204754"/>
                  <a:gd name="connsiteX31" fmla="*/ 143024 w 145579"/>
                  <a:gd name="connsiteY31" fmla="*/ 204755 h 2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5579" h="204754">
                    <a:moveTo>
                      <a:pt x="143105" y="204733"/>
                    </a:moveTo>
                    <a:cubicBezTo>
                      <a:pt x="142008" y="204733"/>
                      <a:pt x="141114" y="204406"/>
                      <a:pt x="140708" y="203838"/>
                    </a:cubicBezTo>
                    <a:lnTo>
                      <a:pt x="125428" y="181881"/>
                    </a:lnTo>
                    <a:lnTo>
                      <a:pt x="114617" y="156780"/>
                    </a:lnTo>
                    <a:lnTo>
                      <a:pt x="106651" y="130130"/>
                    </a:lnTo>
                    <a:lnTo>
                      <a:pt x="100800" y="97739"/>
                    </a:lnTo>
                    <a:lnTo>
                      <a:pt x="94826" y="66244"/>
                    </a:lnTo>
                    <a:lnTo>
                      <a:pt x="86291" y="38589"/>
                    </a:lnTo>
                    <a:lnTo>
                      <a:pt x="72799" y="14013"/>
                    </a:lnTo>
                    <a:lnTo>
                      <a:pt x="55324" y="6177"/>
                    </a:lnTo>
                    <a:lnTo>
                      <a:pt x="31915" y="2816"/>
                    </a:lnTo>
                    <a:lnTo>
                      <a:pt x="13952" y="3601"/>
                    </a:lnTo>
                    <a:lnTo>
                      <a:pt x="3142" y="4453"/>
                    </a:lnTo>
                    <a:cubicBezTo>
                      <a:pt x="1760" y="4605"/>
                      <a:pt x="338" y="4125"/>
                      <a:pt x="53" y="3383"/>
                    </a:cubicBezTo>
                    <a:cubicBezTo>
                      <a:pt x="-232" y="2641"/>
                      <a:pt x="663" y="1899"/>
                      <a:pt x="2044" y="1746"/>
                    </a:cubicBezTo>
                    <a:lnTo>
                      <a:pt x="2736" y="1637"/>
                    </a:lnTo>
                    <a:lnTo>
                      <a:pt x="13424" y="851"/>
                    </a:lnTo>
                    <a:lnTo>
                      <a:pt x="31996" y="0"/>
                    </a:lnTo>
                    <a:cubicBezTo>
                      <a:pt x="31996" y="0"/>
                      <a:pt x="32483" y="0"/>
                      <a:pt x="32809" y="65"/>
                    </a:cubicBezTo>
                    <a:lnTo>
                      <a:pt x="57112" y="3536"/>
                    </a:lnTo>
                    <a:cubicBezTo>
                      <a:pt x="57437" y="3601"/>
                      <a:pt x="57802" y="3689"/>
                      <a:pt x="58128" y="3798"/>
                    </a:cubicBezTo>
                    <a:lnTo>
                      <a:pt x="76578" y="12114"/>
                    </a:lnTo>
                    <a:cubicBezTo>
                      <a:pt x="76984" y="12267"/>
                      <a:pt x="77269" y="12485"/>
                      <a:pt x="77472" y="12747"/>
                    </a:cubicBezTo>
                    <a:lnTo>
                      <a:pt x="91289" y="37956"/>
                    </a:lnTo>
                    <a:lnTo>
                      <a:pt x="99906" y="65829"/>
                    </a:lnTo>
                    <a:lnTo>
                      <a:pt x="105961" y="97434"/>
                    </a:lnTo>
                    <a:lnTo>
                      <a:pt x="111731" y="129781"/>
                    </a:lnTo>
                    <a:lnTo>
                      <a:pt x="119656" y="156256"/>
                    </a:lnTo>
                    <a:lnTo>
                      <a:pt x="130264" y="181029"/>
                    </a:lnTo>
                    <a:lnTo>
                      <a:pt x="145422" y="202834"/>
                    </a:lnTo>
                    <a:cubicBezTo>
                      <a:pt x="145910" y="203576"/>
                      <a:pt x="145219" y="204384"/>
                      <a:pt x="143919" y="204646"/>
                    </a:cubicBezTo>
                    <a:cubicBezTo>
                      <a:pt x="143634" y="204711"/>
                      <a:pt x="143350" y="204755"/>
                      <a:pt x="143024" y="204755"/>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0" name="Freeform: Shape 869">
                <a:extLst>
                  <a:ext uri="{FF2B5EF4-FFF2-40B4-BE49-F238E27FC236}">
                    <a16:creationId xmlns:a16="http://schemas.microsoft.com/office/drawing/2014/main" id="{F86E2D8D-8E07-4E8E-B870-2350E50C2962}"/>
                  </a:ext>
                </a:extLst>
              </p:cNvPr>
              <p:cNvSpPr/>
              <p:nvPr/>
            </p:nvSpPr>
            <p:spPr>
              <a:xfrm>
                <a:off x="8739672" y="5736635"/>
                <a:ext cx="165431" cy="24620"/>
              </a:xfrm>
              <a:custGeom>
                <a:avLst/>
                <a:gdLst>
                  <a:gd name="connsiteX0" fmla="*/ 83353 w 165431"/>
                  <a:gd name="connsiteY0" fmla="*/ 24620 h 24620"/>
                  <a:gd name="connsiteX1" fmla="*/ 81971 w 165431"/>
                  <a:gd name="connsiteY1" fmla="*/ 24402 h 24620"/>
                  <a:gd name="connsiteX2" fmla="*/ 70470 w 165431"/>
                  <a:gd name="connsiteY2" fmla="*/ 20146 h 24620"/>
                  <a:gd name="connsiteX3" fmla="*/ 69860 w 165431"/>
                  <a:gd name="connsiteY3" fmla="*/ 19819 h 24620"/>
                  <a:gd name="connsiteX4" fmla="*/ 47630 w 165431"/>
                  <a:gd name="connsiteY4" fmla="*/ 3841 h 24620"/>
                  <a:gd name="connsiteX5" fmla="*/ 2479 w 165431"/>
                  <a:gd name="connsiteY5" fmla="*/ 2816 h 24620"/>
                  <a:gd name="connsiteX6" fmla="*/ 0 w 165431"/>
                  <a:gd name="connsiteY6" fmla="*/ 1331 h 24620"/>
                  <a:gd name="connsiteX7" fmla="*/ 2601 w 165431"/>
                  <a:gd name="connsiteY7" fmla="*/ 0 h 24620"/>
                  <a:gd name="connsiteX8" fmla="*/ 2682 w 165431"/>
                  <a:gd name="connsiteY8" fmla="*/ 0 h 24620"/>
                  <a:gd name="connsiteX9" fmla="*/ 49012 w 165431"/>
                  <a:gd name="connsiteY9" fmla="*/ 1070 h 24620"/>
                  <a:gd name="connsiteX10" fmla="*/ 50922 w 165431"/>
                  <a:gd name="connsiteY10" fmla="*/ 1593 h 24620"/>
                  <a:gd name="connsiteX11" fmla="*/ 73639 w 165431"/>
                  <a:gd name="connsiteY11" fmla="*/ 17898 h 24620"/>
                  <a:gd name="connsiteX12" fmla="*/ 83962 w 165431"/>
                  <a:gd name="connsiteY12" fmla="*/ 21739 h 24620"/>
                  <a:gd name="connsiteX13" fmla="*/ 162519 w 165431"/>
                  <a:gd name="connsiteY13" fmla="*/ 16086 h 24620"/>
                  <a:gd name="connsiteX14" fmla="*/ 165405 w 165431"/>
                  <a:gd name="connsiteY14" fmla="*/ 17308 h 24620"/>
                  <a:gd name="connsiteX15" fmla="*/ 163251 w 165431"/>
                  <a:gd name="connsiteY15" fmla="*/ 18902 h 24620"/>
                  <a:gd name="connsiteX16" fmla="*/ 83678 w 165431"/>
                  <a:gd name="connsiteY16" fmla="*/ 24599 h 24620"/>
                  <a:gd name="connsiteX17" fmla="*/ 83353 w 165431"/>
                  <a:gd name="connsiteY17" fmla="*/ 24599 h 24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5431" h="24620">
                    <a:moveTo>
                      <a:pt x="83353" y="24620"/>
                    </a:moveTo>
                    <a:cubicBezTo>
                      <a:pt x="82865" y="24620"/>
                      <a:pt x="82377" y="24555"/>
                      <a:pt x="81971" y="24402"/>
                    </a:cubicBezTo>
                    <a:lnTo>
                      <a:pt x="70470" y="20146"/>
                    </a:lnTo>
                    <a:cubicBezTo>
                      <a:pt x="70185" y="20037"/>
                      <a:pt x="69982" y="19928"/>
                      <a:pt x="69860" y="19819"/>
                    </a:cubicBezTo>
                    <a:lnTo>
                      <a:pt x="47630" y="3841"/>
                    </a:lnTo>
                    <a:lnTo>
                      <a:pt x="2479" y="2816"/>
                    </a:lnTo>
                    <a:cubicBezTo>
                      <a:pt x="1097" y="2750"/>
                      <a:pt x="0" y="2117"/>
                      <a:pt x="0" y="1331"/>
                    </a:cubicBezTo>
                    <a:cubicBezTo>
                      <a:pt x="122" y="589"/>
                      <a:pt x="1179" y="0"/>
                      <a:pt x="2601" y="0"/>
                    </a:cubicBezTo>
                    <a:lnTo>
                      <a:pt x="2682" y="0"/>
                    </a:lnTo>
                    <a:lnTo>
                      <a:pt x="49012" y="1070"/>
                    </a:lnTo>
                    <a:cubicBezTo>
                      <a:pt x="49784" y="1070"/>
                      <a:pt x="50515" y="1288"/>
                      <a:pt x="50922" y="1593"/>
                    </a:cubicBezTo>
                    <a:lnTo>
                      <a:pt x="73639" y="17898"/>
                    </a:lnTo>
                    <a:lnTo>
                      <a:pt x="83962" y="21739"/>
                    </a:lnTo>
                    <a:lnTo>
                      <a:pt x="162519" y="16086"/>
                    </a:lnTo>
                    <a:cubicBezTo>
                      <a:pt x="163901" y="15977"/>
                      <a:pt x="165201" y="16501"/>
                      <a:pt x="165405" y="17308"/>
                    </a:cubicBezTo>
                    <a:cubicBezTo>
                      <a:pt x="165608" y="18051"/>
                      <a:pt x="164633" y="18814"/>
                      <a:pt x="163251" y="18902"/>
                    </a:cubicBezTo>
                    <a:lnTo>
                      <a:pt x="83678" y="24599"/>
                    </a:lnTo>
                    <a:lnTo>
                      <a:pt x="83353" y="24599"/>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1" name="Freeform: Shape 870">
                <a:extLst>
                  <a:ext uri="{FF2B5EF4-FFF2-40B4-BE49-F238E27FC236}">
                    <a16:creationId xmlns:a16="http://schemas.microsoft.com/office/drawing/2014/main" id="{F5EB37AE-5A4B-46FF-A73A-F8C13A3104A1}"/>
                  </a:ext>
                </a:extLst>
              </p:cNvPr>
              <p:cNvSpPr/>
              <p:nvPr/>
            </p:nvSpPr>
            <p:spPr>
              <a:xfrm>
                <a:off x="9184532" y="5701884"/>
                <a:ext cx="129239" cy="37108"/>
              </a:xfrm>
              <a:custGeom>
                <a:avLst/>
                <a:gdLst>
                  <a:gd name="connsiteX0" fmla="*/ 126660 w 129239"/>
                  <a:gd name="connsiteY0" fmla="*/ 37108 h 37108"/>
                  <a:gd name="connsiteX1" fmla="*/ 124303 w 129239"/>
                  <a:gd name="connsiteY1" fmla="*/ 36257 h 37108"/>
                  <a:gd name="connsiteX2" fmla="*/ 116175 w 129239"/>
                  <a:gd name="connsiteY2" fmla="*/ 26610 h 37108"/>
                  <a:gd name="connsiteX3" fmla="*/ 107844 w 129239"/>
                  <a:gd name="connsiteY3" fmla="*/ 16002 h 37108"/>
                  <a:gd name="connsiteX4" fmla="*/ 99228 w 129239"/>
                  <a:gd name="connsiteY4" fmla="*/ 9760 h 37108"/>
                  <a:gd name="connsiteX5" fmla="*/ 88011 w 129239"/>
                  <a:gd name="connsiteY5" fmla="*/ 4478 h 37108"/>
                  <a:gd name="connsiteX6" fmla="*/ 81387 w 129239"/>
                  <a:gd name="connsiteY6" fmla="*/ 2819 h 37108"/>
                  <a:gd name="connsiteX7" fmla="*/ 64400 w 129239"/>
                  <a:gd name="connsiteY7" fmla="*/ 4740 h 37108"/>
                  <a:gd name="connsiteX8" fmla="*/ 12503 w 129239"/>
                  <a:gd name="connsiteY8" fmla="*/ 8428 h 37108"/>
                  <a:gd name="connsiteX9" fmla="*/ 10430 w 129239"/>
                  <a:gd name="connsiteY9" fmla="*/ 8057 h 37108"/>
                  <a:gd name="connsiteX10" fmla="*/ 8845 w 129239"/>
                  <a:gd name="connsiteY10" fmla="*/ 7162 h 37108"/>
                  <a:gd name="connsiteX11" fmla="*/ 2789 w 129239"/>
                  <a:gd name="connsiteY11" fmla="*/ 7577 h 37108"/>
                  <a:gd name="connsiteX12" fmla="*/ 26 w 129239"/>
                  <a:gd name="connsiteY12" fmla="*/ 6355 h 37108"/>
                  <a:gd name="connsiteX13" fmla="*/ 2221 w 129239"/>
                  <a:gd name="connsiteY13" fmla="*/ 4805 h 37108"/>
                  <a:gd name="connsiteX14" fmla="*/ 9292 w 129239"/>
                  <a:gd name="connsiteY14" fmla="*/ 4281 h 37108"/>
                  <a:gd name="connsiteX15" fmla="*/ 11649 w 129239"/>
                  <a:gd name="connsiteY15" fmla="*/ 4652 h 37108"/>
                  <a:gd name="connsiteX16" fmla="*/ 13153 w 129239"/>
                  <a:gd name="connsiteY16" fmla="*/ 5569 h 37108"/>
                  <a:gd name="connsiteX17" fmla="*/ 63547 w 129239"/>
                  <a:gd name="connsiteY17" fmla="*/ 2011 h 37108"/>
                  <a:gd name="connsiteX18" fmla="*/ 81225 w 129239"/>
                  <a:gd name="connsiteY18" fmla="*/ 25 h 37108"/>
                  <a:gd name="connsiteX19" fmla="*/ 82688 w 129239"/>
                  <a:gd name="connsiteY19" fmla="*/ 134 h 37108"/>
                  <a:gd name="connsiteX20" fmla="*/ 90531 w 129239"/>
                  <a:gd name="connsiteY20" fmla="*/ 1990 h 37108"/>
                  <a:gd name="connsiteX21" fmla="*/ 91141 w 129239"/>
                  <a:gd name="connsiteY21" fmla="*/ 2251 h 37108"/>
                  <a:gd name="connsiteX22" fmla="*/ 102927 w 129239"/>
                  <a:gd name="connsiteY22" fmla="*/ 7839 h 37108"/>
                  <a:gd name="connsiteX23" fmla="*/ 112274 w 129239"/>
                  <a:gd name="connsiteY23" fmla="*/ 14562 h 37108"/>
                  <a:gd name="connsiteX24" fmla="*/ 120889 w 129239"/>
                  <a:gd name="connsiteY24" fmla="*/ 25431 h 37108"/>
                  <a:gd name="connsiteX25" fmla="*/ 129017 w 129239"/>
                  <a:gd name="connsiteY25" fmla="*/ 35079 h 37108"/>
                  <a:gd name="connsiteX26" fmla="*/ 127839 w 129239"/>
                  <a:gd name="connsiteY26" fmla="*/ 36934 h 37108"/>
                  <a:gd name="connsiteX27" fmla="*/ 126741 w 129239"/>
                  <a:gd name="connsiteY27" fmla="*/ 37087 h 37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9239" h="37108">
                    <a:moveTo>
                      <a:pt x="126660" y="37108"/>
                    </a:moveTo>
                    <a:cubicBezTo>
                      <a:pt x="125685" y="37108"/>
                      <a:pt x="124791" y="36803"/>
                      <a:pt x="124303" y="36257"/>
                    </a:cubicBezTo>
                    <a:lnTo>
                      <a:pt x="116175" y="26610"/>
                    </a:lnTo>
                    <a:lnTo>
                      <a:pt x="107844" y="16002"/>
                    </a:lnTo>
                    <a:lnTo>
                      <a:pt x="99228" y="9760"/>
                    </a:lnTo>
                    <a:lnTo>
                      <a:pt x="88011" y="4478"/>
                    </a:lnTo>
                    <a:lnTo>
                      <a:pt x="81387" y="2819"/>
                    </a:lnTo>
                    <a:lnTo>
                      <a:pt x="64400" y="4740"/>
                    </a:lnTo>
                    <a:lnTo>
                      <a:pt x="12503" y="8428"/>
                    </a:lnTo>
                    <a:cubicBezTo>
                      <a:pt x="11731" y="8494"/>
                      <a:pt x="10917" y="8385"/>
                      <a:pt x="10430" y="8057"/>
                    </a:cubicBezTo>
                    <a:lnTo>
                      <a:pt x="8845" y="7162"/>
                    </a:lnTo>
                    <a:lnTo>
                      <a:pt x="2789" y="7577"/>
                    </a:lnTo>
                    <a:cubicBezTo>
                      <a:pt x="1408" y="7686"/>
                      <a:pt x="107" y="7162"/>
                      <a:pt x="26" y="6355"/>
                    </a:cubicBezTo>
                    <a:cubicBezTo>
                      <a:pt x="-177" y="5613"/>
                      <a:pt x="839" y="4914"/>
                      <a:pt x="2221" y="4805"/>
                    </a:cubicBezTo>
                    <a:lnTo>
                      <a:pt x="9292" y="4281"/>
                    </a:lnTo>
                    <a:cubicBezTo>
                      <a:pt x="10186" y="4216"/>
                      <a:pt x="11080" y="4390"/>
                      <a:pt x="11649" y="4652"/>
                    </a:cubicBezTo>
                    <a:lnTo>
                      <a:pt x="13153" y="5569"/>
                    </a:lnTo>
                    <a:lnTo>
                      <a:pt x="63547" y="2011"/>
                    </a:lnTo>
                    <a:lnTo>
                      <a:pt x="81225" y="25"/>
                    </a:lnTo>
                    <a:cubicBezTo>
                      <a:pt x="81713" y="-19"/>
                      <a:pt x="82322" y="-19"/>
                      <a:pt x="82688" y="134"/>
                    </a:cubicBezTo>
                    <a:lnTo>
                      <a:pt x="90531" y="1990"/>
                    </a:lnTo>
                    <a:cubicBezTo>
                      <a:pt x="90531" y="1990"/>
                      <a:pt x="90938" y="2142"/>
                      <a:pt x="91141" y="2251"/>
                    </a:cubicBezTo>
                    <a:lnTo>
                      <a:pt x="102927" y="7839"/>
                    </a:lnTo>
                    <a:lnTo>
                      <a:pt x="112274" y="14562"/>
                    </a:lnTo>
                    <a:lnTo>
                      <a:pt x="120889" y="25431"/>
                    </a:lnTo>
                    <a:lnTo>
                      <a:pt x="129017" y="35079"/>
                    </a:lnTo>
                    <a:cubicBezTo>
                      <a:pt x="129587" y="35777"/>
                      <a:pt x="129017" y="36628"/>
                      <a:pt x="127839" y="36934"/>
                    </a:cubicBezTo>
                    <a:cubicBezTo>
                      <a:pt x="127433" y="37043"/>
                      <a:pt x="127026" y="37087"/>
                      <a:pt x="126741" y="3708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2" name="Freeform: Shape 871">
                <a:extLst>
                  <a:ext uri="{FF2B5EF4-FFF2-40B4-BE49-F238E27FC236}">
                    <a16:creationId xmlns:a16="http://schemas.microsoft.com/office/drawing/2014/main" id="{26B57ED6-4B5D-4641-A6E5-01555764288F}"/>
                  </a:ext>
                </a:extLst>
              </p:cNvPr>
              <p:cNvSpPr/>
              <p:nvPr/>
            </p:nvSpPr>
            <p:spPr>
              <a:xfrm>
                <a:off x="4734198" y="5483504"/>
                <a:ext cx="177554" cy="45582"/>
              </a:xfrm>
              <a:custGeom>
                <a:avLst/>
                <a:gdLst>
                  <a:gd name="connsiteX0" fmla="*/ 2516 w 177554"/>
                  <a:gd name="connsiteY0" fmla="*/ 45583 h 45582"/>
                  <a:gd name="connsiteX1" fmla="*/ 686 w 177554"/>
                  <a:gd name="connsiteY1" fmla="*/ 45168 h 45582"/>
                  <a:gd name="connsiteX2" fmla="*/ 808 w 177554"/>
                  <a:gd name="connsiteY2" fmla="*/ 43204 h 45582"/>
                  <a:gd name="connsiteX3" fmla="*/ 2881 w 177554"/>
                  <a:gd name="connsiteY3" fmla="*/ 42025 h 45582"/>
                  <a:gd name="connsiteX4" fmla="*/ 3572 w 177554"/>
                  <a:gd name="connsiteY4" fmla="*/ 41807 h 45582"/>
                  <a:gd name="connsiteX5" fmla="*/ 41083 w 177554"/>
                  <a:gd name="connsiteY5" fmla="*/ 31832 h 45582"/>
                  <a:gd name="connsiteX6" fmla="*/ 41977 w 177554"/>
                  <a:gd name="connsiteY6" fmla="*/ 31723 h 45582"/>
                  <a:gd name="connsiteX7" fmla="*/ 53925 w 177554"/>
                  <a:gd name="connsiteY7" fmla="*/ 31199 h 45582"/>
                  <a:gd name="connsiteX8" fmla="*/ 69653 w 177554"/>
                  <a:gd name="connsiteY8" fmla="*/ 28318 h 45582"/>
                  <a:gd name="connsiteX9" fmla="*/ 77781 w 177554"/>
                  <a:gd name="connsiteY9" fmla="*/ 25328 h 45582"/>
                  <a:gd name="connsiteX10" fmla="*/ 87493 w 177554"/>
                  <a:gd name="connsiteY10" fmla="*/ 22665 h 45582"/>
                  <a:gd name="connsiteX11" fmla="*/ 92533 w 177554"/>
                  <a:gd name="connsiteY11" fmla="*/ 21486 h 45582"/>
                  <a:gd name="connsiteX12" fmla="*/ 173935 w 177554"/>
                  <a:gd name="connsiteY12" fmla="*/ 118 h 45582"/>
                  <a:gd name="connsiteX13" fmla="*/ 177308 w 177554"/>
                  <a:gd name="connsiteY13" fmla="*/ 817 h 45582"/>
                  <a:gd name="connsiteX14" fmla="*/ 176129 w 177554"/>
                  <a:gd name="connsiteY14" fmla="*/ 2672 h 45582"/>
                  <a:gd name="connsiteX15" fmla="*/ 80301 w 177554"/>
                  <a:gd name="connsiteY15" fmla="*/ 27772 h 45582"/>
                  <a:gd name="connsiteX16" fmla="*/ 72173 w 177554"/>
                  <a:gd name="connsiteY16" fmla="*/ 30763 h 45582"/>
                  <a:gd name="connsiteX17" fmla="*/ 71604 w 177554"/>
                  <a:gd name="connsiteY17" fmla="*/ 30915 h 45582"/>
                  <a:gd name="connsiteX18" fmla="*/ 54941 w 177554"/>
                  <a:gd name="connsiteY18" fmla="*/ 33906 h 45582"/>
                  <a:gd name="connsiteX19" fmla="*/ 42911 w 177554"/>
                  <a:gd name="connsiteY19" fmla="*/ 34495 h 45582"/>
                  <a:gd name="connsiteX20" fmla="*/ 6173 w 177554"/>
                  <a:gd name="connsiteY20" fmla="*/ 44186 h 45582"/>
                  <a:gd name="connsiteX21" fmla="*/ 4385 w 177554"/>
                  <a:gd name="connsiteY21" fmla="*/ 45190 h 45582"/>
                  <a:gd name="connsiteX22" fmla="*/ 2597 w 177554"/>
                  <a:gd name="connsiteY22" fmla="*/ 45561 h 4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7554" h="45582">
                    <a:moveTo>
                      <a:pt x="2516" y="45583"/>
                    </a:moveTo>
                    <a:cubicBezTo>
                      <a:pt x="1865" y="45583"/>
                      <a:pt x="1174" y="45430"/>
                      <a:pt x="686" y="45168"/>
                    </a:cubicBezTo>
                    <a:cubicBezTo>
                      <a:pt x="-248" y="44579"/>
                      <a:pt x="-248" y="43728"/>
                      <a:pt x="808" y="43204"/>
                    </a:cubicBezTo>
                    <a:lnTo>
                      <a:pt x="2881" y="42025"/>
                    </a:lnTo>
                    <a:cubicBezTo>
                      <a:pt x="2881" y="42025"/>
                      <a:pt x="3328" y="41872"/>
                      <a:pt x="3572" y="41807"/>
                    </a:cubicBezTo>
                    <a:lnTo>
                      <a:pt x="41083" y="31832"/>
                    </a:lnTo>
                    <a:cubicBezTo>
                      <a:pt x="41367" y="31789"/>
                      <a:pt x="41652" y="31723"/>
                      <a:pt x="41977" y="31723"/>
                    </a:cubicBezTo>
                    <a:lnTo>
                      <a:pt x="53925" y="31199"/>
                    </a:lnTo>
                    <a:lnTo>
                      <a:pt x="69653" y="28318"/>
                    </a:lnTo>
                    <a:lnTo>
                      <a:pt x="77781" y="25328"/>
                    </a:lnTo>
                    <a:lnTo>
                      <a:pt x="87493" y="22665"/>
                    </a:lnTo>
                    <a:lnTo>
                      <a:pt x="92533" y="21486"/>
                    </a:lnTo>
                    <a:lnTo>
                      <a:pt x="173935" y="118"/>
                    </a:lnTo>
                    <a:cubicBezTo>
                      <a:pt x="175154" y="-187"/>
                      <a:pt x="176699" y="118"/>
                      <a:pt x="177308" y="817"/>
                    </a:cubicBezTo>
                    <a:cubicBezTo>
                      <a:pt x="177917" y="1515"/>
                      <a:pt x="177349" y="2366"/>
                      <a:pt x="176129" y="2672"/>
                    </a:cubicBezTo>
                    <a:lnTo>
                      <a:pt x="80301" y="27772"/>
                    </a:lnTo>
                    <a:lnTo>
                      <a:pt x="72173" y="30763"/>
                    </a:lnTo>
                    <a:cubicBezTo>
                      <a:pt x="72173" y="30763"/>
                      <a:pt x="71766" y="30915"/>
                      <a:pt x="71604" y="30915"/>
                    </a:cubicBezTo>
                    <a:lnTo>
                      <a:pt x="54941" y="33906"/>
                    </a:lnTo>
                    <a:lnTo>
                      <a:pt x="42911" y="34495"/>
                    </a:lnTo>
                    <a:lnTo>
                      <a:pt x="6173" y="44186"/>
                    </a:lnTo>
                    <a:lnTo>
                      <a:pt x="4385" y="45190"/>
                    </a:lnTo>
                    <a:cubicBezTo>
                      <a:pt x="3897" y="45408"/>
                      <a:pt x="3247" y="45561"/>
                      <a:pt x="2597" y="45561"/>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3" name="Freeform: Shape 872">
                <a:extLst>
                  <a:ext uri="{FF2B5EF4-FFF2-40B4-BE49-F238E27FC236}">
                    <a16:creationId xmlns:a16="http://schemas.microsoft.com/office/drawing/2014/main" id="{8B521B76-F625-4FD4-B30A-514D20AE980B}"/>
                  </a:ext>
                </a:extLst>
              </p:cNvPr>
              <p:cNvSpPr/>
              <p:nvPr/>
            </p:nvSpPr>
            <p:spPr>
              <a:xfrm>
                <a:off x="5621429" y="5525793"/>
                <a:ext cx="6570570" cy="946135"/>
              </a:xfrm>
              <a:custGeom>
                <a:avLst/>
                <a:gdLst>
                  <a:gd name="connsiteX0" fmla="*/ 6570571 w 6570570"/>
                  <a:gd name="connsiteY0" fmla="*/ 943123 h 946135"/>
                  <a:gd name="connsiteX1" fmla="*/ 4824311 w 6570570"/>
                  <a:gd name="connsiteY1" fmla="*/ 570544 h 946135"/>
                  <a:gd name="connsiteX2" fmla="*/ 4797935 w 6570570"/>
                  <a:gd name="connsiteY2" fmla="*/ 552952 h 946135"/>
                  <a:gd name="connsiteX3" fmla="*/ 4771153 w 6570570"/>
                  <a:gd name="connsiteY3" fmla="*/ 531322 h 946135"/>
                  <a:gd name="connsiteX4" fmla="*/ 4744452 w 6570570"/>
                  <a:gd name="connsiteY4" fmla="*/ 510434 h 946135"/>
                  <a:gd name="connsiteX5" fmla="*/ 4721613 w 6570570"/>
                  <a:gd name="connsiteY5" fmla="*/ 497491 h 946135"/>
                  <a:gd name="connsiteX6" fmla="*/ 4720109 w 6570570"/>
                  <a:gd name="connsiteY6" fmla="*/ 497076 h 946135"/>
                  <a:gd name="connsiteX7" fmla="*/ 4691133 w 6570570"/>
                  <a:gd name="connsiteY7" fmla="*/ 495526 h 946135"/>
                  <a:gd name="connsiteX8" fmla="*/ 4678331 w 6570570"/>
                  <a:gd name="connsiteY8" fmla="*/ 496334 h 946135"/>
                  <a:gd name="connsiteX9" fmla="*/ 4652931 w 6570570"/>
                  <a:gd name="connsiteY9" fmla="*/ 484133 h 946135"/>
                  <a:gd name="connsiteX10" fmla="*/ 4652444 w 6570570"/>
                  <a:gd name="connsiteY10" fmla="*/ 483958 h 946135"/>
                  <a:gd name="connsiteX11" fmla="*/ 4652566 w 6570570"/>
                  <a:gd name="connsiteY11" fmla="*/ 483958 h 946135"/>
                  <a:gd name="connsiteX12" fmla="*/ 4630133 w 6570570"/>
                  <a:gd name="connsiteY12" fmla="*/ 472565 h 946135"/>
                  <a:gd name="connsiteX13" fmla="*/ 4629442 w 6570570"/>
                  <a:gd name="connsiteY13" fmla="*/ 472346 h 946135"/>
                  <a:gd name="connsiteX14" fmla="*/ 4628263 w 6570570"/>
                  <a:gd name="connsiteY14" fmla="*/ 472019 h 946135"/>
                  <a:gd name="connsiteX15" fmla="*/ 4626963 w 6570570"/>
                  <a:gd name="connsiteY15" fmla="*/ 471910 h 946135"/>
                  <a:gd name="connsiteX16" fmla="*/ 4618225 w 6570570"/>
                  <a:gd name="connsiteY16" fmla="*/ 472325 h 946135"/>
                  <a:gd name="connsiteX17" fmla="*/ 4595182 w 6570570"/>
                  <a:gd name="connsiteY17" fmla="*/ 458792 h 946135"/>
                  <a:gd name="connsiteX18" fmla="*/ 4571773 w 6570570"/>
                  <a:gd name="connsiteY18" fmla="*/ 446591 h 946135"/>
                  <a:gd name="connsiteX19" fmla="*/ 4569417 w 6570570"/>
                  <a:gd name="connsiteY19" fmla="*/ 446220 h 946135"/>
                  <a:gd name="connsiteX20" fmla="*/ 4532515 w 6570570"/>
                  <a:gd name="connsiteY20" fmla="*/ 452026 h 946135"/>
                  <a:gd name="connsiteX21" fmla="*/ 4527679 w 6570570"/>
                  <a:gd name="connsiteY21" fmla="*/ 452244 h 946135"/>
                  <a:gd name="connsiteX22" fmla="*/ 4527069 w 6570570"/>
                  <a:gd name="connsiteY22" fmla="*/ 452353 h 946135"/>
                  <a:gd name="connsiteX23" fmla="*/ 4509797 w 6570570"/>
                  <a:gd name="connsiteY23" fmla="*/ 455605 h 946135"/>
                  <a:gd name="connsiteX24" fmla="*/ 4497118 w 6570570"/>
                  <a:gd name="connsiteY24" fmla="*/ 457526 h 946135"/>
                  <a:gd name="connsiteX25" fmla="*/ 4482853 w 6570570"/>
                  <a:gd name="connsiteY25" fmla="*/ 460778 h 946135"/>
                  <a:gd name="connsiteX26" fmla="*/ 4478382 w 6570570"/>
                  <a:gd name="connsiteY26" fmla="*/ 461695 h 946135"/>
                  <a:gd name="connsiteX27" fmla="*/ 4473425 w 6570570"/>
                  <a:gd name="connsiteY27" fmla="*/ 462022 h 946135"/>
                  <a:gd name="connsiteX28" fmla="*/ 4463020 w 6570570"/>
                  <a:gd name="connsiteY28" fmla="*/ 460058 h 946135"/>
                  <a:gd name="connsiteX29" fmla="*/ 4459323 w 6570570"/>
                  <a:gd name="connsiteY29" fmla="*/ 459687 h 946135"/>
                  <a:gd name="connsiteX30" fmla="*/ 4444164 w 6570570"/>
                  <a:gd name="connsiteY30" fmla="*/ 454689 h 946135"/>
                  <a:gd name="connsiteX31" fmla="*/ 4427908 w 6570570"/>
                  <a:gd name="connsiteY31" fmla="*/ 447704 h 946135"/>
                  <a:gd name="connsiteX32" fmla="*/ 4427014 w 6570570"/>
                  <a:gd name="connsiteY32" fmla="*/ 447486 h 946135"/>
                  <a:gd name="connsiteX33" fmla="*/ 4425428 w 6570570"/>
                  <a:gd name="connsiteY33" fmla="*/ 447224 h 946135"/>
                  <a:gd name="connsiteX34" fmla="*/ 4424331 w 6570570"/>
                  <a:gd name="connsiteY34" fmla="*/ 447159 h 946135"/>
                  <a:gd name="connsiteX35" fmla="*/ 4416976 w 6570570"/>
                  <a:gd name="connsiteY35" fmla="*/ 447748 h 946135"/>
                  <a:gd name="connsiteX36" fmla="*/ 4402305 w 6570570"/>
                  <a:gd name="connsiteY36" fmla="*/ 439585 h 946135"/>
                  <a:gd name="connsiteX37" fmla="*/ 4397265 w 6570570"/>
                  <a:gd name="connsiteY37" fmla="*/ 434194 h 946135"/>
                  <a:gd name="connsiteX38" fmla="*/ 4384057 w 6570570"/>
                  <a:gd name="connsiteY38" fmla="*/ 425769 h 946135"/>
                  <a:gd name="connsiteX39" fmla="*/ 4342198 w 6570570"/>
                  <a:gd name="connsiteY39" fmla="*/ 392636 h 946135"/>
                  <a:gd name="connsiteX40" fmla="*/ 4341385 w 6570570"/>
                  <a:gd name="connsiteY40" fmla="*/ 392265 h 946135"/>
                  <a:gd name="connsiteX41" fmla="*/ 4340288 w 6570570"/>
                  <a:gd name="connsiteY41" fmla="*/ 391937 h 946135"/>
                  <a:gd name="connsiteX42" fmla="*/ 4338500 w 6570570"/>
                  <a:gd name="connsiteY42" fmla="*/ 391785 h 946135"/>
                  <a:gd name="connsiteX43" fmla="*/ 4162569 w 6570570"/>
                  <a:gd name="connsiteY43" fmla="*/ 415401 h 946135"/>
                  <a:gd name="connsiteX44" fmla="*/ 4071577 w 6570570"/>
                  <a:gd name="connsiteY44" fmla="*/ 430811 h 946135"/>
                  <a:gd name="connsiteX45" fmla="*/ 3982169 w 6570570"/>
                  <a:gd name="connsiteY45" fmla="*/ 443121 h 946135"/>
                  <a:gd name="connsiteX46" fmla="*/ 3895361 w 6570570"/>
                  <a:gd name="connsiteY46" fmla="*/ 443710 h 946135"/>
                  <a:gd name="connsiteX47" fmla="*/ 3878211 w 6570570"/>
                  <a:gd name="connsiteY47" fmla="*/ 432775 h 946135"/>
                  <a:gd name="connsiteX48" fmla="*/ 3876016 w 6570570"/>
                  <a:gd name="connsiteY48" fmla="*/ 432295 h 946135"/>
                  <a:gd name="connsiteX49" fmla="*/ 3789290 w 6570570"/>
                  <a:gd name="connsiteY49" fmla="*/ 437140 h 946135"/>
                  <a:gd name="connsiteX50" fmla="*/ 3702362 w 6570570"/>
                  <a:gd name="connsiteY50" fmla="*/ 437839 h 946135"/>
                  <a:gd name="connsiteX51" fmla="*/ 3616246 w 6570570"/>
                  <a:gd name="connsiteY51" fmla="*/ 438865 h 946135"/>
                  <a:gd name="connsiteX52" fmla="*/ 3601169 w 6570570"/>
                  <a:gd name="connsiteY52" fmla="*/ 432950 h 946135"/>
                  <a:gd name="connsiteX53" fmla="*/ 3585481 w 6570570"/>
                  <a:gd name="connsiteY53" fmla="*/ 416689 h 946135"/>
                  <a:gd name="connsiteX54" fmla="*/ 3569428 w 6570570"/>
                  <a:gd name="connsiteY54" fmla="*/ 389668 h 946135"/>
                  <a:gd name="connsiteX55" fmla="*/ 3553457 w 6570570"/>
                  <a:gd name="connsiteY55" fmla="*/ 359612 h 946135"/>
                  <a:gd name="connsiteX56" fmla="*/ 3537566 w 6570570"/>
                  <a:gd name="connsiteY56" fmla="*/ 331369 h 946135"/>
                  <a:gd name="connsiteX57" fmla="*/ 3521880 w 6570570"/>
                  <a:gd name="connsiteY57" fmla="*/ 302492 h 946135"/>
                  <a:gd name="connsiteX58" fmla="*/ 3490912 w 6570570"/>
                  <a:gd name="connsiteY58" fmla="*/ 247184 h 946135"/>
                  <a:gd name="connsiteX59" fmla="*/ 3475712 w 6570570"/>
                  <a:gd name="connsiteY59" fmla="*/ 228806 h 946135"/>
                  <a:gd name="connsiteX60" fmla="*/ 3475307 w 6570570"/>
                  <a:gd name="connsiteY60" fmla="*/ 228435 h 946135"/>
                  <a:gd name="connsiteX61" fmla="*/ 3460432 w 6570570"/>
                  <a:gd name="connsiteY61" fmla="*/ 219268 h 946135"/>
                  <a:gd name="connsiteX62" fmla="*/ 3458035 w 6570570"/>
                  <a:gd name="connsiteY62" fmla="*/ 218788 h 946135"/>
                  <a:gd name="connsiteX63" fmla="*/ 3375698 w 6570570"/>
                  <a:gd name="connsiteY63" fmla="*/ 227627 h 946135"/>
                  <a:gd name="connsiteX64" fmla="*/ 3293930 w 6570570"/>
                  <a:gd name="connsiteY64" fmla="*/ 238170 h 946135"/>
                  <a:gd name="connsiteX65" fmla="*/ 3214560 w 6570570"/>
                  <a:gd name="connsiteY65" fmla="*/ 241465 h 946135"/>
                  <a:gd name="connsiteX66" fmla="*/ 3203628 w 6570570"/>
                  <a:gd name="connsiteY66" fmla="*/ 233259 h 946135"/>
                  <a:gd name="connsiteX67" fmla="*/ 3201555 w 6570570"/>
                  <a:gd name="connsiteY67" fmla="*/ 232669 h 946135"/>
                  <a:gd name="connsiteX68" fmla="*/ 3123079 w 6570570"/>
                  <a:gd name="connsiteY68" fmla="*/ 232451 h 946135"/>
                  <a:gd name="connsiteX69" fmla="*/ 3046392 w 6570570"/>
                  <a:gd name="connsiteY69" fmla="*/ 230094 h 946135"/>
                  <a:gd name="connsiteX70" fmla="*/ 3038548 w 6570570"/>
                  <a:gd name="connsiteY70" fmla="*/ 224397 h 946135"/>
                  <a:gd name="connsiteX71" fmla="*/ 3037085 w 6570570"/>
                  <a:gd name="connsiteY71" fmla="*/ 223851 h 946135"/>
                  <a:gd name="connsiteX72" fmla="*/ 2966615 w 6570570"/>
                  <a:gd name="connsiteY72" fmla="*/ 217565 h 946135"/>
                  <a:gd name="connsiteX73" fmla="*/ 2890212 w 6570570"/>
                  <a:gd name="connsiteY73" fmla="*/ 213833 h 946135"/>
                  <a:gd name="connsiteX74" fmla="*/ 2811330 w 6570570"/>
                  <a:gd name="connsiteY74" fmla="*/ 209249 h 946135"/>
                  <a:gd name="connsiteX75" fmla="*/ 2730172 w 6570570"/>
                  <a:gd name="connsiteY75" fmla="*/ 206215 h 946135"/>
                  <a:gd name="connsiteX76" fmla="*/ 2647429 w 6570570"/>
                  <a:gd name="connsiteY76" fmla="*/ 212829 h 946135"/>
                  <a:gd name="connsiteX77" fmla="*/ 2562979 w 6570570"/>
                  <a:gd name="connsiteY77" fmla="*/ 221450 h 946135"/>
                  <a:gd name="connsiteX78" fmla="*/ 2477635 w 6570570"/>
                  <a:gd name="connsiteY78" fmla="*/ 227213 h 946135"/>
                  <a:gd name="connsiteX79" fmla="*/ 2391518 w 6570570"/>
                  <a:gd name="connsiteY79" fmla="*/ 229286 h 946135"/>
                  <a:gd name="connsiteX80" fmla="*/ 2306174 w 6570570"/>
                  <a:gd name="connsiteY80" fmla="*/ 239414 h 946135"/>
                  <a:gd name="connsiteX81" fmla="*/ 2221643 w 6570570"/>
                  <a:gd name="connsiteY81" fmla="*/ 246442 h 946135"/>
                  <a:gd name="connsiteX82" fmla="*/ 2137600 w 6570570"/>
                  <a:gd name="connsiteY82" fmla="*/ 251353 h 946135"/>
                  <a:gd name="connsiteX83" fmla="*/ 2055263 w 6570570"/>
                  <a:gd name="connsiteY83" fmla="*/ 262593 h 946135"/>
                  <a:gd name="connsiteX84" fmla="*/ 1973902 w 6570570"/>
                  <a:gd name="connsiteY84" fmla="*/ 279072 h 946135"/>
                  <a:gd name="connsiteX85" fmla="*/ 1892744 w 6570570"/>
                  <a:gd name="connsiteY85" fmla="*/ 295966 h 946135"/>
                  <a:gd name="connsiteX86" fmla="*/ 1811789 w 6570570"/>
                  <a:gd name="connsiteY86" fmla="*/ 310939 h 946135"/>
                  <a:gd name="connsiteX87" fmla="*/ 1730915 w 6570570"/>
                  <a:gd name="connsiteY87" fmla="*/ 319408 h 946135"/>
                  <a:gd name="connsiteX88" fmla="*/ 1650448 w 6570570"/>
                  <a:gd name="connsiteY88" fmla="*/ 327658 h 946135"/>
                  <a:gd name="connsiteX89" fmla="*/ 1569696 w 6570570"/>
                  <a:gd name="connsiteY89" fmla="*/ 329906 h 946135"/>
                  <a:gd name="connsiteX90" fmla="*/ 1488742 w 6570570"/>
                  <a:gd name="connsiteY90" fmla="*/ 331456 h 946135"/>
                  <a:gd name="connsiteX91" fmla="*/ 1487969 w 6570570"/>
                  <a:gd name="connsiteY91" fmla="*/ 331565 h 946135"/>
                  <a:gd name="connsiteX92" fmla="*/ 1407299 w 6570570"/>
                  <a:gd name="connsiteY92" fmla="*/ 349419 h 946135"/>
                  <a:gd name="connsiteX93" fmla="*/ 1326629 w 6570570"/>
                  <a:gd name="connsiteY93" fmla="*/ 358063 h 946135"/>
                  <a:gd name="connsiteX94" fmla="*/ 1246365 w 6570570"/>
                  <a:gd name="connsiteY94" fmla="*/ 363650 h 946135"/>
                  <a:gd name="connsiteX95" fmla="*/ 1166385 w 6570570"/>
                  <a:gd name="connsiteY95" fmla="*/ 364065 h 946135"/>
                  <a:gd name="connsiteX96" fmla="*/ 1086527 w 6570570"/>
                  <a:gd name="connsiteY96" fmla="*/ 352235 h 946135"/>
                  <a:gd name="connsiteX97" fmla="*/ 1006385 w 6570570"/>
                  <a:gd name="connsiteY97" fmla="*/ 347651 h 946135"/>
                  <a:gd name="connsiteX98" fmla="*/ 926528 w 6570570"/>
                  <a:gd name="connsiteY98" fmla="*/ 350052 h 946135"/>
                  <a:gd name="connsiteX99" fmla="*/ 846061 w 6570570"/>
                  <a:gd name="connsiteY99" fmla="*/ 345578 h 946135"/>
                  <a:gd name="connsiteX100" fmla="*/ 765187 w 6570570"/>
                  <a:gd name="connsiteY100" fmla="*/ 335821 h 946135"/>
                  <a:gd name="connsiteX101" fmla="*/ 684435 w 6570570"/>
                  <a:gd name="connsiteY101" fmla="*/ 321001 h 946135"/>
                  <a:gd name="connsiteX102" fmla="*/ 601895 w 6570570"/>
                  <a:gd name="connsiteY102" fmla="*/ 296534 h 946135"/>
                  <a:gd name="connsiteX103" fmla="*/ 517039 w 6570570"/>
                  <a:gd name="connsiteY103" fmla="*/ 266107 h 946135"/>
                  <a:gd name="connsiteX104" fmla="*/ 431004 w 6570570"/>
                  <a:gd name="connsiteY104" fmla="*/ 238082 h 946135"/>
                  <a:gd name="connsiteX105" fmla="*/ 343750 w 6570570"/>
                  <a:gd name="connsiteY105" fmla="*/ 203334 h 946135"/>
                  <a:gd name="connsiteX106" fmla="*/ 257024 w 6570570"/>
                  <a:gd name="connsiteY106" fmla="*/ 154639 h 946135"/>
                  <a:gd name="connsiteX107" fmla="*/ 174078 w 6570570"/>
                  <a:gd name="connsiteY107" fmla="*/ 94202 h 946135"/>
                  <a:gd name="connsiteX108" fmla="*/ 101495 w 6570570"/>
                  <a:gd name="connsiteY108" fmla="*/ 47951 h 946135"/>
                  <a:gd name="connsiteX109" fmla="*/ 99666 w 6570570"/>
                  <a:gd name="connsiteY109" fmla="*/ 45332 h 946135"/>
                  <a:gd name="connsiteX110" fmla="*/ 97716 w 6570570"/>
                  <a:gd name="connsiteY110" fmla="*/ 44415 h 946135"/>
                  <a:gd name="connsiteX111" fmla="*/ 91863 w 6570570"/>
                  <a:gd name="connsiteY111" fmla="*/ 43891 h 946135"/>
                  <a:gd name="connsiteX112" fmla="*/ 90441 w 6570570"/>
                  <a:gd name="connsiteY112" fmla="*/ 40901 h 946135"/>
                  <a:gd name="connsiteX113" fmla="*/ 89791 w 6570570"/>
                  <a:gd name="connsiteY113" fmla="*/ 40268 h 946135"/>
                  <a:gd name="connsiteX114" fmla="*/ 72194 w 6570570"/>
                  <a:gd name="connsiteY114" fmla="*/ 30359 h 946135"/>
                  <a:gd name="connsiteX115" fmla="*/ 43055 w 6570570"/>
                  <a:gd name="connsiteY115" fmla="*/ 18638 h 946135"/>
                  <a:gd name="connsiteX116" fmla="*/ 35618 w 6570570"/>
                  <a:gd name="connsiteY116" fmla="*/ 15277 h 946135"/>
                  <a:gd name="connsiteX117" fmla="*/ 28018 w 6570570"/>
                  <a:gd name="connsiteY117" fmla="*/ 11545 h 946135"/>
                  <a:gd name="connsiteX118" fmla="*/ 21069 w 6570570"/>
                  <a:gd name="connsiteY118" fmla="*/ 8620 h 946135"/>
                  <a:gd name="connsiteX119" fmla="*/ 4244 w 6570570"/>
                  <a:gd name="connsiteY119" fmla="*/ 369 h 946135"/>
                  <a:gd name="connsiteX120" fmla="*/ 667 w 6570570"/>
                  <a:gd name="connsiteY120" fmla="*/ 435 h 946135"/>
                  <a:gd name="connsiteX121" fmla="*/ 830 w 6570570"/>
                  <a:gd name="connsiteY121" fmla="*/ 2465 h 946135"/>
                  <a:gd name="connsiteX122" fmla="*/ 16354 w 6570570"/>
                  <a:gd name="connsiteY122" fmla="*/ 10082 h 946135"/>
                  <a:gd name="connsiteX123" fmla="*/ 24807 w 6570570"/>
                  <a:gd name="connsiteY123" fmla="*/ 13705 h 946135"/>
                  <a:gd name="connsiteX124" fmla="*/ 32285 w 6570570"/>
                  <a:gd name="connsiteY124" fmla="*/ 17438 h 946135"/>
                  <a:gd name="connsiteX125" fmla="*/ 39966 w 6570570"/>
                  <a:gd name="connsiteY125" fmla="*/ 20908 h 946135"/>
                  <a:gd name="connsiteX126" fmla="*/ 68821 w 6570570"/>
                  <a:gd name="connsiteY126" fmla="*/ 32476 h 946135"/>
                  <a:gd name="connsiteX127" fmla="*/ 85686 w 6570570"/>
                  <a:gd name="connsiteY127" fmla="*/ 42014 h 946135"/>
                  <a:gd name="connsiteX128" fmla="*/ 87312 w 6570570"/>
                  <a:gd name="connsiteY128" fmla="*/ 45485 h 946135"/>
                  <a:gd name="connsiteX129" fmla="*/ 89344 w 6570570"/>
                  <a:gd name="connsiteY129" fmla="*/ 46554 h 946135"/>
                  <a:gd name="connsiteX130" fmla="*/ 95399 w 6570570"/>
                  <a:gd name="connsiteY130" fmla="*/ 47144 h 946135"/>
                  <a:gd name="connsiteX131" fmla="*/ 96862 w 6570570"/>
                  <a:gd name="connsiteY131" fmla="*/ 49217 h 946135"/>
                  <a:gd name="connsiteX132" fmla="*/ 97309 w 6570570"/>
                  <a:gd name="connsiteY132" fmla="*/ 49632 h 946135"/>
                  <a:gd name="connsiteX133" fmla="*/ 170095 w 6570570"/>
                  <a:gd name="connsiteY133" fmla="*/ 95991 h 946135"/>
                  <a:gd name="connsiteX134" fmla="*/ 253123 w 6570570"/>
                  <a:gd name="connsiteY134" fmla="*/ 156538 h 946135"/>
                  <a:gd name="connsiteX135" fmla="*/ 331965 w 6570570"/>
                  <a:gd name="connsiteY135" fmla="*/ 201021 h 946135"/>
                  <a:gd name="connsiteX136" fmla="*/ 340377 w 6570570"/>
                  <a:gd name="connsiteY136" fmla="*/ 205495 h 946135"/>
                  <a:gd name="connsiteX137" fmla="*/ 428119 w 6570570"/>
                  <a:gd name="connsiteY137" fmla="*/ 240439 h 946135"/>
                  <a:gd name="connsiteX138" fmla="*/ 514235 w 6570570"/>
                  <a:gd name="connsiteY138" fmla="*/ 268530 h 946135"/>
                  <a:gd name="connsiteX139" fmla="*/ 599213 w 6570570"/>
                  <a:gd name="connsiteY139" fmla="*/ 298956 h 946135"/>
                  <a:gd name="connsiteX140" fmla="*/ 682241 w 6570570"/>
                  <a:gd name="connsiteY140" fmla="*/ 323577 h 946135"/>
                  <a:gd name="connsiteX141" fmla="*/ 763805 w 6570570"/>
                  <a:gd name="connsiteY141" fmla="*/ 338506 h 946135"/>
                  <a:gd name="connsiteX142" fmla="*/ 845166 w 6570570"/>
                  <a:gd name="connsiteY142" fmla="*/ 348415 h 946135"/>
                  <a:gd name="connsiteX143" fmla="*/ 926325 w 6570570"/>
                  <a:gd name="connsiteY143" fmla="*/ 352890 h 946135"/>
                  <a:gd name="connsiteX144" fmla="*/ 1006101 w 6570570"/>
                  <a:gd name="connsiteY144" fmla="*/ 350489 h 946135"/>
                  <a:gd name="connsiteX145" fmla="*/ 1085471 w 6570570"/>
                  <a:gd name="connsiteY145" fmla="*/ 355029 h 946135"/>
                  <a:gd name="connsiteX146" fmla="*/ 1165328 w 6570570"/>
                  <a:gd name="connsiteY146" fmla="*/ 366859 h 946135"/>
                  <a:gd name="connsiteX147" fmla="*/ 1166019 w 6570570"/>
                  <a:gd name="connsiteY147" fmla="*/ 366902 h 946135"/>
                  <a:gd name="connsiteX148" fmla="*/ 1246690 w 6570570"/>
                  <a:gd name="connsiteY148" fmla="*/ 366488 h 946135"/>
                  <a:gd name="connsiteX149" fmla="*/ 1327360 w 6570570"/>
                  <a:gd name="connsiteY149" fmla="*/ 360835 h 946135"/>
                  <a:gd name="connsiteX150" fmla="*/ 1408599 w 6570570"/>
                  <a:gd name="connsiteY150" fmla="*/ 352148 h 946135"/>
                  <a:gd name="connsiteX151" fmla="*/ 1489351 w 6570570"/>
                  <a:gd name="connsiteY151" fmla="*/ 334250 h 946135"/>
                  <a:gd name="connsiteX152" fmla="*/ 1569900 w 6570570"/>
                  <a:gd name="connsiteY152" fmla="*/ 332766 h 946135"/>
                  <a:gd name="connsiteX153" fmla="*/ 1650976 w 6570570"/>
                  <a:gd name="connsiteY153" fmla="*/ 330474 h 946135"/>
                  <a:gd name="connsiteX154" fmla="*/ 1731850 w 6570570"/>
                  <a:gd name="connsiteY154" fmla="*/ 322224 h 946135"/>
                  <a:gd name="connsiteX155" fmla="*/ 1813008 w 6570570"/>
                  <a:gd name="connsiteY155" fmla="*/ 313689 h 946135"/>
                  <a:gd name="connsiteX156" fmla="*/ 1894369 w 6570570"/>
                  <a:gd name="connsiteY156" fmla="*/ 298673 h 946135"/>
                  <a:gd name="connsiteX157" fmla="*/ 1942203 w 6570570"/>
                  <a:gd name="connsiteY157" fmla="*/ 288698 h 946135"/>
                  <a:gd name="connsiteX158" fmla="*/ 2056686 w 6570570"/>
                  <a:gd name="connsiteY158" fmla="*/ 265300 h 946135"/>
                  <a:gd name="connsiteX159" fmla="*/ 2138453 w 6570570"/>
                  <a:gd name="connsiteY159" fmla="*/ 254168 h 946135"/>
                  <a:gd name="connsiteX160" fmla="*/ 2222172 w 6570570"/>
                  <a:gd name="connsiteY160" fmla="*/ 249279 h 946135"/>
                  <a:gd name="connsiteX161" fmla="*/ 2307028 w 6570570"/>
                  <a:gd name="connsiteY161" fmla="*/ 242251 h 946135"/>
                  <a:gd name="connsiteX162" fmla="*/ 2392047 w 6570570"/>
                  <a:gd name="connsiteY162" fmla="*/ 232189 h 946135"/>
                  <a:gd name="connsiteX163" fmla="*/ 2478082 w 6570570"/>
                  <a:gd name="connsiteY163" fmla="*/ 230116 h 946135"/>
                  <a:gd name="connsiteX164" fmla="*/ 2563711 w 6570570"/>
                  <a:gd name="connsiteY164" fmla="*/ 224310 h 946135"/>
                  <a:gd name="connsiteX165" fmla="*/ 2648160 w 6570570"/>
                  <a:gd name="connsiteY165" fmla="*/ 215688 h 946135"/>
                  <a:gd name="connsiteX166" fmla="*/ 2730335 w 6570570"/>
                  <a:gd name="connsiteY166" fmla="*/ 209140 h 946135"/>
                  <a:gd name="connsiteX167" fmla="*/ 2810802 w 6570570"/>
                  <a:gd name="connsiteY167" fmla="*/ 212174 h 946135"/>
                  <a:gd name="connsiteX168" fmla="*/ 2889684 w 6570570"/>
                  <a:gd name="connsiteY168" fmla="*/ 216692 h 946135"/>
                  <a:gd name="connsiteX169" fmla="*/ 2965965 w 6570570"/>
                  <a:gd name="connsiteY169" fmla="*/ 220425 h 946135"/>
                  <a:gd name="connsiteX170" fmla="*/ 3033143 w 6570570"/>
                  <a:gd name="connsiteY170" fmla="*/ 226340 h 946135"/>
                  <a:gd name="connsiteX171" fmla="*/ 3035012 w 6570570"/>
                  <a:gd name="connsiteY171" fmla="*/ 226601 h 946135"/>
                  <a:gd name="connsiteX172" fmla="*/ 3042978 w 6570570"/>
                  <a:gd name="connsiteY172" fmla="*/ 232342 h 946135"/>
                  <a:gd name="connsiteX173" fmla="*/ 3044847 w 6570570"/>
                  <a:gd name="connsiteY173" fmla="*/ 232931 h 946135"/>
                  <a:gd name="connsiteX174" fmla="*/ 3122835 w 6570570"/>
                  <a:gd name="connsiteY174" fmla="*/ 235332 h 946135"/>
                  <a:gd name="connsiteX175" fmla="*/ 3200214 w 6570570"/>
                  <a:gd name="connsiteY175" fmla="*/ 235550 h 946135"/>
                  <a:gd name="connsiteX176" fmla="*/ 3211227 w 6570570"/>
                  <a:gd name="connsiteY176" fmla="*/ 243801 h 946135"/>
                  <a:gd name="connsiteX177" fmla="*/ 3213503 w 6570570"/>
                  <a:gd name="connsiteY177" fmla="*/ 244390 h 946135"/>
                  <a:gd name="connsiteX178" fmla="*/ 3294661 w 6570570"/>
                  <a:gd name="connsiteY178" fmla="*/ 240985 h 946135"/>
                  <a:gd name="connsiteX179" fmla="*/ 3376714 w 6570570"/>
                  <a:gd name="connsiteY179" fmla="*/ 230443 h 946135"/>
                  <a:gd name="connsiteX180" fmla="*/ 3457587 w 6570570"/>
                  <a:gd name="connsiteY180" fmla="*/ 221756 h 946135"/>
                  <a:gd name="connsiteX181" fmla="*/ 3471202 w 6570570"/>
                  <a:gd name="connsiteY181" fmla="*/ 230225 h 946135"/>
                  <a:gd name="connsiteX182" fmla="*/ 3486076 w 6570570"/>
                  <a:gd name="connsiteY182" fmla="*/ 248232 h 946135"/>
                  <a:gd name="connsiteX183" fmla="*/ 3516922 w 6570570"/>
                  <a:gd name="connsiteY183" fmla="*/ 303387 h 946135"/>
                  <a:gd name="connsiteX184" fmla="*/ 3532608 w 6570570"/>
                  <a:gd name="connsiteY184" fmla="*/ 332220 h 946135"/>
                  <a:gd name="connsiteX185" fmla="*/ 3548377 w 6570570"/>
                  <a:gd name="connsiteY185" fmla="*/ 360464 h 946135"/>
                  <a:gd name="connsiteX186" fmla="*/ 3564471 w 6570570"/>
                  <a:gd name="connsiteY186" fmla="*/ 390562 h 946135"/>
                  <a:gd name="connsiteX187" fmla="*/ 3580727 w 6570570"/>
                  <a:gd name="connsiteY187" fmla="*/ 417846 h 946135"/>
                  <a:gd name="connsiteX188" fmla="*/ 3596901 w 6570570"/>
                  <a:gd name="connsiteY188" fmla="*/ 434587 h 946135"/>
                  <a:gd name="connsiteX189" fmla="*/ 3597673 w 6570570"/>
                  <a:gd name="connsiteY189" fmla="*/ 435067 h 946135"/>
                  <a:gd name="connsiteX190" fmla="*/ 3613848 w 6570570"/>
                  <a:gd name="connsiteY190" fmla="*/ 441462 h 946135"/>
                  <a:gd name="connsiteX191" fmla="*/ 3615352 w 6570570"/>
                  <a:gd name="connsiteY191" fmla="*/ 441724 h 946135"/>
                  <a:gd name="connsiteX192" fmla="*/ 3615352 w 6570570"/>
                  <a:gd name="connsiteY192" fmla="*/ 441724 h 946135"/>
                  <a:gd name="connsiteX193" fmla="*/ 3702362 w 6570570"/>
                  <a:gd name="connsiteY193" fmla="*/ 440720 h 946135"/>
                  <a:gd name="connsiteX194" fmla="*/ 3789494 w 6570570"/>
                  <a:gd name="connsiteY194" fmla="*/ 440021 h 946135"/>
                  <a:gd name="connsiteX195" fmla="*/ 3875122 w 6570570"/>
                  <a:gd name="connsiteY195" fmla="*/ 435220 h 946135"/>
                  <a:gd name="connsiteX196" fmla="*/ 3892191 w 6570570"/>
                  <a:gd name="connsiteY196" fmla="*/ 446089 h 946135"/>
                  <a:gd name="connsiteX197" fmla="*/ 3894060 w 6570570"/>
                  <a:gd name="connsiteY197" fmla="*/ 446569 h 946135"/>
                  <a:gd name="connsiteX198" fmla="*/ 3894182 w 6570570"/>
                  <a:gd name="connsiteY198" fmla="*/ 446569 h 946135"/>
                  <a:gd name="connsiteX199" fmla="*/ 3982778 w 6570570"/>
                  <a:gd name="connsiteY199" fmla="*/ 445936 h 946135"/>
                  <a:gd name="connsiteX200" fmla="*/ 4072754 w 6570570"/>
                  <a:gd name="connsiteY200" fmla="*/ 433561 h 946135"/>
                  <a:gd name="connsiteX201" fmla="*/ 4163748 w 6570570"/>
                  <a:gd name="connsiteY201" fmla="*/ 418151 h 946135"/>
                  <a:gd name="connsiteX202" fmla="*/ 4338459 w 6570570"/>
                  <a:gd name="connsiteY202" fmla="*/ 394753 h 946135"/>
                  <a:gd name="connsiteX203" fmla="*/ 4380034 w 6570570"/>
                  <a:gd name="connsiteY203" fmla="*/ 427580 h 946135"/>
                  <a:gd name="connsiteX204" fmla="*/ 4392916 w 6570570"/>
                  <a:gd name="connsiteY204" fmla="*/ 435787 h 946135"/>
                  <a:gd name="connsiteX205" fmla="*/ 4397753 w 6570570"/>
                  <a:gd name="connsiteY205" fmla="*/ 441113 h 946135"/>
                  <a:gd name="connsiteX206" fmla="*/ 4398241 w 6570570"/>
                  <a:gd name="connsiteY206" fmla="*/ 441440 h 946135"/>
                  <a:gd name="connsiteX207" fmla="*/ 4414130 w 6570570"/>
                  <a:gd name="connsiteY207" fmla="*/ 450280 h 946135"/>
                  <a:gd name="connsiteX208" fmla="*/ 4416325 w 6570570"/>
                  <a:gd name="connsiteY208" fmla="*/ 450695 h 946135"/>
                  <a:gd name="connsiteX209" fmla="*/ 4424372 w 6570570"/>
                  <a:gd name="connsiteY209" fmla="*/ 449996 h 946135"/>
                  <a:gd name="connsiteX210" fmla="*/ 4441116 w 6570570"/>
                  <a:gd name="connsiteY210" fmla="*/ 457024 h 946135"/>
                  <a:gd name="connsiteX211" fmla="*/ 4456965 w 6570570"/>
                  <a:gd name="connsiteY211" fmla="*/ 462197 h 946135"/>
                  <a:gd name="connsiteX212" fmla="*/ 4457779 w 6570570"/>
                  <a:gd name="connsiteY212" fmla="*/ 462372 h 946135"/>
                  <a:gd name="connsiteX213" fmla="*/ 4461558 w 6570570"/>
                  <a:gd name="connsiteY213" fmla="*/ 462786 h 946135"/>
                  <a:gd name="connsiteX214" fmla="*/ 4472083 w 6570570"/>
                  <a:gd name="connsiteY214" fmla="*/ 464816 h 946135"/>
                  <a:gd name="connsiteX215" fmla="*/ 4473262 w 6570570"/>
                  <a:gd name="connsiteY215" fmla="*/ 464860 h 946135"/>
                  <a:gd name="connsiteX216" fmla="*/ 4479317 w 6570570"/>
                  <a:gd name="connsiteY216" fmla="*/ 464423 h 946135"/>
                  <a:gd name="connsiteX217" fmla="*/ 4484478 w 6570570"/>
                  <a:gd name="connsiteY217" fmla="*/ 463463 h 946135"/>
                  <a:gd name="connsiteX218" fmla="*/ 4498662 w 6570570"/>
                  <a:gd name="connsiteY218" fmla="*/ 460211 h 946135"/>
                  <a:gd name="connsiteX219" fmla="*/ 4511179 w 6570570"/>
                  <a:gd name="connsiteY219" fmla="*/ 458290 h 946135"/>
                  <a:gd name="connsiteX220" fmla="*/ 4528329 w 6570570"/>
                  <a:gd name="connsiteY220" fmla="*/ 455082 h 946135"/>
                  <a:gd name="connsiteX221" fmla="*/ 4533287 w 6570570"/>
                  <a:gd name="connsiteY221" fmla="*/ 454820 h 946135"/>
                  <a:gd name="connsiteX222" fmla="*/ 4569295 w 6570570"/>
                  <a:gd name="connsiteY222" fmla="*/ 449167 h 946135"/>
                  <a:gd name="connsiteX223" fmla="*/ 4591525 w 6570570"/>
                  <a:gd name="connsiteY223" fmla="*/ 460778 h 946135"/>
                  <a:gd name="connsiteX224" fmla="*/ 4615259 w 6570570"/>
                  <a:gd name="connsiteY224" fmla="*/ 474747 h 946135"/>
                  <a:gd name="connsiteX225" fmla="*/ 4617330 w 6570570"/>
                  <a:gd name="connsiteY225" fmla="*/ 475162 h 946135"/>
                  <a:gd name="connsiteX226" fmla="*/ 4626637 w 6570570"/>
                  <a:gd name="connsiteY226" fmla="*/ 474747 h 946135"/>
                  <a:gd name="connsiteX227" fmla="*/ 4649355 w 6570570"/>
                  <a:gd name="connsiteY227" fmla="*/ 486206 h 946135"/>
                  <a:gd name="connsiteX228" fmla="*/ 4649842 w 6570570"/>
                  <a:gd name="connsiteY228" fmla="*/ 486425 h 946135"/>
                  <a:gd name="connsiteX229" fmla="*/ 4673658 w 6570570"/>
                  <a:gd name="connsiteY229" fmla="*/ 497774 h 946135"/>
                  <a:gd name="connsiteX230" fmla="*/ 4675446 w 6570570"/>
                  <a:gd name="connsiteY230" fmla="*/ 498844 h 946135"/>
                  <a:gd name="connsiteX231" fmla="*/ 4677641 w 6570570"/>
                  <a:gd name="connsiteY231" fmla="*/ 499215 h 946135"/>
                  <a:gd name="connsiteX232" fmla="*/ 4691133 w 6570570"/>
                  <a:gd name="connsiteY232" fmla="*/ 498298 h 946135"/>
                  <a:gd name="connsiteX233" fmla="*/ 4718525 w 6570570"/>
                  <a:gd name="connsiteY233" fmla="*/ 499848 h 946135"/>
                  <a:gd name="connsiteX234" fmla="*/ 4740470 w 6570570"/>
                  <a:gd name="connsiteY234" fmla="*/ 512267 h 946135"/>
                  <a:gd name="connsiteX235" fmla="*/ 4766845 w 6570570"/>
                  <a:gd name="connsiteY235" fmla="*/ 532937 h 946135"/>
                  <a:gd name="connsiteX236" fmla="*/ 4793749 w 6570570"/>
                  <a:gd name="connsiteY236" fmla="*/ 554676 h 946135"/>
                  <a:gd name="connsiteX237" fmla="*/ 4820734 w 6570570"/>
                  <a:gd name="connsiteY237" fmla="*/ 572639 h 946135"/>
                  <a:gd name="connsiteX238" fmla="*/ 4821750 w 6570570"/>
                  <a:gd name="connsiteY238" fmla="*/ 573010 h 946135"/>
                  <a:gd name="connsiteX239" fmla="*/ 6570489 w 6570570"/>
                  <a:gd name="connsiteY239" fmla="*/ 946135 h 946135"/>
                  <a:gd name="connsiteX240" fmla="*/ 6570489 w 6570570"/>
                  <a:gd name="connsiteY240" fmla="*/ 943145 h 94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6570570" h="946135">
                    <a:moveTo>
                      <a:pt x="6570571" y="943123"/>
                    </a:moveTo>
                    <a:lnTo>
                      <a:pt x="4824311" y="570544"/>
                    </a:lnTo>
                    <a:lnTo>
                      <a:pt x="4797935" y="552952"/>
                    </a:lnTo>
                    <a:lnTo>
                      <a:pt x="4771153" y="531322"/>
                    </a:lnTo>
                    <a:lnTo>
                      <a:pt x="4744452" y="510434"/>
                    </a:lnTo>
                    <a:lnTo>
                      <a:pt x="4721613" y="497491"/>
                    </a:lnTo>
                    <a:cubicBezTo>
                      <a:pt x="4721206" y="497272"/>
                      <a:pt x="4720719" y="497120"/>
                      <a:pt x="4720109" y="497076"/>
                    </a:cubicBezTo>
                    <a:lnTo>
                      <a:pt x="4691133" y="495526"/>
                    </a:lnTo>
                    <a:lnTo>
                      <a:pt x="4678331" y="496334"/>
                    </a:lnTo>
                    <a:lnTo>
                      <a:pt x="4652931" y="484133"/>
                    </a:lnTo>
                    <a:cubicBezTo>
                      <a:pt x="4652931" y="484133"/>
                      <a:pt x="4652607" y="484024"/>
                      <a:pt x="4652444" y="483958"/>
                    </a:cubicBezTo>
                    <a:lnTo>
                      <a:pt x="4652566" y="483958"/>
                    </a:lnTo>
                    <a:lnTo>
                      <a:pt x="4630133" y="472565"/>
                    </a:lnTo>
                    <a:cubicBezTo>
                      <a:pt x="4629929" y="472456"/>
                      <a:pt x="4629726" y="472390"/>
                      <a:pt x="4629442" y="472346"/>
                    </a:cubicBezTo>
                    <a:lnTo>
                      <a:pt x="4628263" y="472019"/>
                    </a:lnTo>
                    <a:cubicBezTo>
                      <a:pt x="4627857" y="471910"/>
                      <a:pt x="4627490" y="471866"/>
                      <a:pt x="4626963" y="471910"/>
                    </a:cubicBezTo>
                    <a:lnTo>
                      <a:pt x="4618225" y="472325"/>
                    </a:lnTo>
                    <a:lnTo>
                      <a:pt x="4595182" y="458792"/>
                    </a:lnTo>
                    <a:lnTo>
                      <a:pt x="4571773" y="446591"/>
                    </a:lnTo>
                    <a:cubicBezTo>
                      <a:pt x="4571164" y="446220"/>
                      <a:pt x="4570189" y="446111"/>
                      <a:pt x="4569417" y="446220"/>
                    </a:cubicBezTo>
                    <a:lnTo>
                      <a:pt x="4532515" y="452026"/>
                    </a:lnTo>
                    <a:lnTo>
                      <a:pt x="4527679" y="452244"/>
                    </a:lnTo>
                    <a:cubicBezTo>
                      <a:pt x="4527679" y="452244"/>
                      <a:pt x="4527273" y="452288"/>
                      <a:pt x="4527069" y="452353"/>
                    </a:cubicBezTo>
                    <a:lnTo>
                      <a:pt x="4509797" y="455605"/>
                    </a:lnTo>
                    <a:lnTo>
                      <a:pt x="4497118" y="457526"/>
                    </a:lnTo>
                    <a:lnTo>
                      <a:pt x="4482853" y="460778"/>
                    </a:lnTo>
                    <a:lnTo>
                      <a:pt x="4478382" y="461695"/>
                    </a:lnTo>
                    <a:lnTo>
                      <a:pt x="4473425" y="462022"/>
                    </a:lnTo>
                    <a:lnTo>
                      <a:pt x="4463020" y="460058"/>
                    </a:lnTo>
                    <a:lnTo>
                      <a:pt x="4459323" y="459687"/>
                    </a:lnTo>
                    <a:lnTo>
                      <a:pt x="4444164" y="454689"/>
                    </a:lnTo>
                    <a:lnTo>
                      <a:pt x="4427908" y="447704"/>
                    </a:lnTo>
                    <a:cubicBezTo>
                      <a:pt x="4427582" y="447595"/>
                      <a:pt x="4427299" y="447486"/>
                      <a:pt x="4427014" y="447486"/>
                    </a:cubicBezTo>
                    <a:lnTo>
                      <a:pt x="4425428" y="447224"/>
                    </a:lnTo>
                    <a:cubicBezTo>
                      <a:pt x="4425023" y="447159"/>
                      <a:pt x="4424738" y="447159"/>
                      <a:pt x="4424331" y="447159"/>
                    </a:cubicBezTo>
                    <a:lnTo>
                      <a:pt x="4416976" y="447748"/>
                    </a:lnTo>
                    <a:lnTo>
                      <a:pt x="4402305" y="439585"/>
                    </a:lnTo>
                    <a:lnTo>
                      <a:pt x="4397265" y="434194"/>
                    </a:lnTo>
                    <a:lnTo>
                      <a:pt x="4384057" y="425769"/>
                    </a:lnTo>
                    <a:lnTo>
                      <a:pt x="4342198" y="392636"/>
                    </a:lnTo>
                    <a:cubicBezTo>
                      <a:pt x="4341994" y="392483"/>
                      <a:pt x="4341711" y="392309"/>
                      <a:pt x="4341385" y="392265"/>
                    </a:cubicBezTo>
                    <a:lnTo>
                      <a:pt x="4340288" y="391937"/>
                    </a:lnTo>
                    <a:cubicBezTo>
                      <a:pt x="4339801" y="391785"/>
                      <a:pt x="4339068" y="391719"/>
                      <a:pt x="4338500" y="391785"/>
                    </a:cubicBezTo>
                    <a:lnTo>
                      <a:pt x="4162569" y="415401"/>
                    </a:lnTo>
                    <a:lnTo>
                      <a:pt x="4071577" y="430811"/>
                    </a:lnTo>
                    <a:lnTo>
                      <a:pt x="3982169" y="443121"/>
                    </a:lnTo>
                    <a:lnTo>
                      <a:pt x="3895361" y="443710"/>
                    </a:lnTo>
                    <a:lnTo>
                      <a:pt x="3878211" y="432775"/>
                    </a:lnTo>
                    <a:cubicBezTo>
                      <a:pt x="3877723" y="432404"/>
                      <a:pt x="3876910" y="432251"/>
                      <a:pt x="3876016" y="432295"/>
                    </a:cubicBezTo>
                    <a:lnTo>
                      <a:pt x="3789290" y="437140"/>
                    </a:lnTo>
                    <a:lnTo>
                      <a:pt x="3702362" y="437839"/>
                    </a:lnTo>
                    <a:lnTo>
                      <a:pt x="3616246" y="438865"/>
                    </a:lnTo>
                    <a:lnTo>
                      <a:pt x="3601169" y="432950"/>
                    </a:lnTo>
                    <a:lnTo>
                      <a:pt x="3585481" y="416689"/>
                    </a:lnTo>
                    <a:lnTo>
                      <a:pt x="3569428" y="389668"/>
                    </a:lnTo>
                    <a:lnTo>
                      <a:pt x="3553457" y="359612"/>
                    </a:lnTo>
                    <a:lnTo>
                      <a:pt x="3537566" y="331369"/>
                    </a:lnTo>
                    <a:lnTo>
                      <a:pt x="3521880" y="302492"/>
                    </a:lnTo>
                    <a:lnTo>
                      <a:pt x="3490912" y="247184"/>
                    </a:lnTo>
                    <a:lnTo>
                      <a:pt x="3475712" y="228806"/>
                    </a:lnTo>
                    <a:cubicBezTo>
                      <a:pt x="3475712" y="228806"/>
                      <a:pt x="3475509" y="228544"/>
                      <a:pt x="3475307" y="228435"/>
                    </a:cubicBezTo>
                    <a:lnTo>
                      <a:pt x="3460432" y="219268"/>
                    </a:lnTo>
                    <a:cubicBezTo>
                      <a:pt x="3459823" y="218897"/>
                      <a:pt x="3458929" y="218678"/>
                      <a:pt x="3458035" y="218788"/>
                    </a:cubicBezTo>
                    <a:lnTo>
                      <a:pt x="3375698" y="227627"/>
                    </a:lnTo>
                    <a:lnTo>
                      <a:pt x="3293930" y="238170"/>
                    </a:lnTo>
                    <a:lnTo>
                      <a:pt x="3214560" y="241465"/>
                    </a:lnTo>
                    <a:lnTo>
                      <a:pt x="3203628" y="233259"/>
                    </a:lnTo>
                    <a:cubicBezTo>
                      <a:pt x="3203140" y="232931"/>
                      <a:pt x="3202327" y="232735"/>
                      <a:pt x="3201555" y="232669"/>
                    </a:cubicBezTo>
                    <a:lnTo>
                      <a:pt x="3123079" y="232451"/>
                    </a:lnTo>
                    <a:lnTo>
                      <a:pt x="3046392" y="230094"/>
                    </a:lnTo>
                    <a:lnTo>
                      <a:pt x="3038548" y="224397"/>
                    </a:lnTo>
                    <a:cubicBezTo>
                      <a:pt x="3038142" y="224135"/>
                      <a:pt x="3037654" y="223917"/>
                      <a:pt x="3037085" y="223851"/>
                    </a:cubicBezTo>
                    <a:lnTo>
                      <a:pt x="2966615" y="217565"/>
                    </a:lnTo>
                    <a:lnTo>
                      <a:pt x="2890212" y="213833"/>
                    </a:lnTo>
                    <a:lnTo>
                      <a:pt x="2811330" y="209249"/>
                    </a:lnTo>
                    <a:lnTo>
                      <a:pt x="2730172" y="206215"/>
                    </a:lnTo>
                    <a:lnTo>
                      <a:pt x="2647429" y="212829"/>
                    </a:lnTo>
                    <a:lnTo>
                      <a:pt x="2562979" y="221450"/>
                    </a:lnTo>
                    <a:lnTo>
                      <a:pt x="2477635" y="227213"/>
                    </a:lnTo>
                    <a:lnTo>
                      <a:pt x="2391518" y="229286"/>
                    </a:lnTo>
                    <a:lnTo>
                      <a:pt x="2306174" y="239414"/>
                    </a:lnTo>
                    <a:lnTo>
                      <a:pt x="2221643" y="246442"/>
                    </a:lnTo>
                    <a:lnTo>
                      <a:pt x="2137600" y="251353"/>
                    </a:lnTo>
                    <a:lnTo>
                      <a:pt x="2055263" y="262593"/>
                    </a:lnTo>
                    <a:lnTo>
                      <a:pt x="1973902" y="279072"/>
                    </a:lnTo>
                    <a:lnTo>
                      <a:pt x="1892744" y="295966"/>
                    </a:lnTo>
                    <a:lnTo>
                      <a:pt x="1811789" y="310939"/>
                    </a:lnTo>
                    <a:lnTo>
                      <a:pt x="1730915" y="319408"/>
                    </a:lnTo>
                    <a:lnTo>
                      <a:pt x="1650448" y="327658"/>
                    </a:lnTo>
                    <a:lnTo>
                      <a:pt x="1569696" y="329906"/>
                    </a:lnTo>
                    <a:lnTo>
                      <a:pt x="1488742" y="331456"/>
                    </a:lnTo>
                    <a:cubicBezTo>
                      <a:pt x="1488742" y="331456"/>
                      <a:pt x="1488254" y="331456"/>
                      <a:pt x="1487969" y="331565"/>
                    </a:cubicBezTo>
                    <a:lnTo>
                      <a:pt x="1407299" y="349419"/>
                    </a:lnTo>
                    <a:lnTo>
                      <a:pt x="1326629" y="358063"/>
                    </a:lnTo>
                    <a:lnTo>
                      <a:pt x="1246365" y="363650"/>
                    </a:lnTo>
                    <a:lnTo>
                      <a:pt x="1166385" y="364065"/>
                    </a:lnTo>
                    <a:lnTo>
                      <a:pt x="1086527" y="352235"/>
                    </a:lnTo>
                    <a:lnTo>
                      <a:pt x="1006385" y="347651"/>
                    </a:lnTo>
                    <a:lnTo>
                      <a:pt x="926528" y="350052"/>
                    </a:lnTo>
                    <a:lnTo>
                      <a:pt x="846061" y="345578"/>
                    </a:lnTo>
                    <a:lnTo>
                      <a:pt x="765187" y="335821"/>
                    </a:lnTo>
                    <a:lnTo>
                      <a:pt x="684435" y="321001"/>
                    </a:lnTo>
                    <a:lnTo>
                      <a:pt x="601895" y="296534"/>
                    </a:lnTo>
                    <a:lnTo>
                      <a:pt x="517039" y="266107"/>
                    </a:lnTo>
                    <a:lnTo>
                      <a:pt x="431004" y="238082"/>
                    </a:lnTo>
                    <a:lnTo>
                      <a:pt x="343750" y="203334"/>
                    </a:lnTo>
                    <a:lnTo>
                      <a:pt x="257024" y="154639"/>
                    </a:lnTo>
                    <a:lnTo>
                      <a:pt x="174078" y="94202"/>
                    </a:lnTo>
                    <a:lnTo>
                      <a:pt x="101495" y="47951"/>
                    </a:lnTo>
                    <a:lnTo>
                      <a:pt x="99666" y="45332"/>
                    </a:lnTo>
                    <a:cubicBezTo>
                      <a:pt x="99382" y="44852"/>
                      <a:pt x="98610" y="44524"/>
                      <a:pt x="97716" y="44415"/>
                    </a:cubicBezTo>
                    <a:lnTo>
                      <a:pt x="91863" y="43891"/>
                    </a:lnTo>
                    <a:lnTo>
                      <a:pt x="90441" y="40901"/>
                    </a:lnTo>
                    <a:cubicBezTo>
                      <a:pt x="90360" y="40683"/>
                      <a:pt x="90157" y="40421"/>
                      <a:pt x="89791" y="40268"/>
                    </a:cubicBezTo>
                    <a:lnTo>
                      <a:pt x="72194" y="30359"/>
                    </a:lnTo>
                    <a:lnTo>
                      <a:pt x="43055" y="18638"/>
                    </a:lnTo>
                    <a:lnTo>
                      <a:pt x="35618" y="15277"/>
                    </a:lnTo>
                    <a:lnTo>
                      <a:pt x="28018" y="11545"/>
                    </a:lnTo>
                    <a:lnTo>
                      <a:pt x="21069" y="8620"/>
                    </a:lnTo>
                    <a:lnTo>
                      <a:pt x="4244" y="369"/>
                    </a:lnTo>
                    <a:cubicBezTo>
                      <a:pt x="3228" y="-154"/>
                      <a:pt x="1602" y="-111"/>
                      <a:pt x="667" y="435"/>
                    </a:cubicBezTo>
                    <a:cubicBezTo>
                      <a:pt x="-267" y="1024"/>
                      <a:pt x="-227" y="1919"/>
                      <a:pt x="830" y="2465"/>
                    </a:cubicBezTo>
                    <a:lnTo>
                      <a:pt x="16354" y="10082"/>
                    </a:lnTo>
                    <a:lnTo>
                      <a:pt x="24807" y="13705"/>
                    </a:lnTo>
                    <a:lnTo>
                      <a:pt x="32285" y="17438"/>
                    </a:lnTo>
                    <a:lnTo>
                      <a:pt x="39966" y="20908"/>
                    </a:lnTo>
                    <a:lnTo>
                      <a:pt x="68821" y="32476"/>
                    </a:lnTo>
                    <a:lnTo>
                      <a:pt x="85686" y="42014"/>
                    </a:lnTo>
                    <a:lnTo>
                      <a:pt x="87312" y="45485"/>
                    </a:lnTo>
                    <a:cubicBezTo>
                      <a:pt x="87556" y="46030"/>
                      <a:pt x="88328" y="46445"/>
                      <a:pt x="89344" y="46554"/>
                    </a:cubicBezTo>
                    <a:lnTo>
                      <a:pt x="95399" y="47144"/>
                    </a:lnTo>
                    <a:lnTo>
                      <a:pt x="96862" y="49217"/>
                    </a:lnTo>
                    <a:cubicBezTo>
                      <a:pt x="96943" y="49370"/>
                      <a:pt x="97106" y="49523"/>
                      <a:pt x="97309" y="49632"/>
                    </a:cubicBezTo>
                    <a:lnTo>
                      <a:pt x="170095" y="95991"/>
                    </a:lnTo>
                    <a:lnTo>
                      <a:pt x="253123" y="156538"/>
                    </a:lnTo>
                    <a:lnTo>
                      <a:pt x="331965" y="201021"/>
                    </a:lnTo>
                    <a:lnTo>
                      <a:pt x="340377" y="205495"/>
                    </a:lnTo>
                    <a:lnTo>
                      <a:pt x="428119" y="240439"/>
                    </a:lnTo>
                    <a:lnTo>
                      <a:pt x="514235" y="268530"/>
                    </a:lnTo>
                    <a:lnTo>
                      <a:pt x="599213" y="298956"/>
                    </a:lnTo>
                    <a:lnTo>
                      <a:pt x="682241" y="323577"/>
                    </a:lnTo>
                    <a:lnTo>
                      <a:pt x="763805" y="338506"/>
                    </a:lnTo>
                    <a:lnTo>
                      <a:pt x="845166" y="348415"/>
                    </a:lnTo>
                    <a:lnTo>
                      <a:pt x="926325" y="352890"/>
                    </a:lnTo>
                    <a:lnTo>
                      <a:pt x="1006101" y="350489"/>
                    </a:lnTo>
                    <a:lnTo>
                      <a:pt x="1085471" y="355029"/>
                    </a:lnTo>
                    <a:lnTo>
                      <a:pt x="1165328" y="366859"/>
                    </a:lnTo>
                    <a:cubicBezTo>
                      <a:pt x="1165613" y="366902"/>
                      <a:pt x="1166101" y="366968"/>
                      <a:pt x="1166019" y="366902"/>
                    </a:cubicBezTo>
                    <a:lnTo>
                      <a:pt x="1246690" y="366488"/>
                    </a:lnTo>
                    <a:lnTo>
                      <a:pt x="1327360" y="360835"/>
                    </a:lnTo>
                    <a:lnTo>
                      <a:pt x="1408599" y="352148"/>
                    </a:lnTo>
                    <a:lnTo>
                      <a:pt x="1489351" y="334250"/>
                    </a:lnTo>
                    <a:lnTo>
                      <a:pt x="1569900" y="332766"/>
                    </a:lnTo>
                    <a:lnTo>
                      <a:pt x="1650976" y="330474"/>
                    </a:lnTo>
                    <a:lnTo>
                      <a:pt x="1731850" y="322224"/>
                    </a:lnTo>
                    <a:lnTo>
                      <a:pt x="1813008" y="313689"/>
                    </a:lnTo>
                    <a:lnTo>
                      <a:pt x="1894369" y="298673"/>
                    </a:lnTo>
                    <a:lnTo>
                      <a:pt x="1942203" y="288698"/>
                    </a:lnTo>
                    <a:lnTo>
                      <a:pt x="2056686" y="265300"/>
                    </a:lnTo>
                    <a:lnTo>
                      <a:pt x="2138453" y="254168"/>
                    </a:lnTo>
                    <a:lnTo>
                      <a:pt x="2222172" y="249279"/>
                    </a:lnTo>
                    <a:lnTo>
                      <a:pt x="2307028" y="242251"/>
                    </a:lnTo>
                    <a:lnTo>
                      <a:pt x="2392047" y="232189"/>
                    </a:lnTo>
                    <a:lnTo>
                      <a:pt x="2478082" y="230116"/>
                    </a:lnTo>
                    <a:lnTo>
                      <a:pt x="2563711" y="224310"/>
                    </a:lnTo>
                    <a:lnTo>
                      <a:pt x="2648160" y="215688"/>
                    </a:lnTo>
                    <a:lnTo>
                      <a:pt x="2730335" y="209140"/>
                    </a:lnTo>
                    <a:lnTo>
                      <a:pt x="2810802" y="212174"/>
                    </a:lnTo>
                    <a:lnTo>
                      <a:pt x="2889684" y="216692"/>
                    </a:lnTo>
                    <a:lnTo>
                      <a:pt x="2965965" y="220425"/>
                    </a:lnTo>
                    <a:lnTo>
                      <a:pt x="3033143" y="226340"/>
                    </a:lnTo>
                    <a:lnTo>
                      <a:pt x="3035012" y="226601"/>
                    </a:lnTo>
                    <a:lnTo>
                      <a:pt x="3042978" y="232342"/>
                    </a:lnTo>
                    <a:cubicBezTo>
                      <a:pt x="3043466" y="232669"/>
                      <a:pt x="3044156" y="232866"/>
                      <a:pt x="3044847" y="232931"/>
                    </a:cubicBezTo>
                    <a:lnTo>
                      <a:pt x="3122835" y="235332"/>
                    </a:lnTo>
                    <a:lnTo>
                      <a:pt x="3200214" y="235550"/>
                    </a:lnTo>
                    <a:lnTo>
                      <a:pt x="3211227" y="243801"/>
                    </a:lnTo>
                    <a:cubicBezTo>
                      <a:pt x="3211837" y="244215"/>
                      <a:pt x="3212609" y="244390"/>
                      <a:pt x="3213503" y="244390"/>
                    </a:cubicBezTo>
                    <a:lnTo>
                      <a:pt x="3294661" y="240985"/>
                    </a:lnTo>
                    <a:lnTo>
                      <a:pt x="3376714" y="230443"/>
                    </a:lnTo>
                    <a:lnTo>
                      <a:pt x="3457587" y="221756"/>
                    </a:lnTo>
                    <a:lnTo>
                      <a:pt x="3471202" y="230225"/>
                    </a:lnTo>
                    <a:lnTo>
                      <a:pt x="3486076" y="248232"/>
                    </a:lnTo>
                    <a:lnTo>
                      <a:pt x="3516922" y="303387"/>
                    </a:lnTo>
                    <a:lnTo>
                      <a:pt x="3532608" y="332220"/>
                    </a:lnTo>
                    <a:lnTo>
                      <a:pt x="3548377" y="360464"/>
                    </a:lnTo>
                    <a:lnTo>
                      <a:pt x="3564471" y="390562"/>
                    </a:lnTo>
                    <a:lnTo>
                      <a:pt x="3580727" y="417846"/>
                    </a:lnTo>
                    <a:lnTo>
                      <a:pt x="3596901" y="434587"/>
                    </a:lnTo>
                    <a:cubicBezTo>
                      <a:pt x="3597105" y="434805"/>
                      <a:pt x="3597307" y="434958"/>
                      <a:pt x="3597673" y="435067"/>
                    </a:cubicBezTo>
                    <a:lnTo>
                      <a:pt x="3613848" y="441462"/>
                    </a:lnTo>
                    <a:cubicBezTo>
                      <a:pt x="3614255" y="441615"/>
                      <a:pt x="3614742" y="441724"/>
                      <a:pt x="3615352" y="441724"/>
                    </a:cubicBezTo>
                    <a:lnTo>
                      <a:pt x="3615352" y="441724"/>
                    </a:lnTo>
                    <a:lnTo>
                      <a:pt x="3702362" y="440720"/>
                    </a:lnTo>
                    <a:lnTo>
                      <a:pt x="3789494" y="440021"/>
                    </a:lnTo>
                    <a:lnTo>
                      <a:pt x="3875122" y="435220"/>
                    </a:lnTo>
                    <a:lnTo>
                      <a:pt x="3892191" y="446089"/>
                    </a:lnTo>
                    <a:cubicBezTo>
                      <a:pt x="3892679" y="446417"/>
                      <a:pt x="3893370" y="446569"/>
                      <a:pt x="3894060" y="446569"/>
                    </a:cubicBezTo>
                    <a:lnTo>
                      <a:pt x="3894182" y="446569"/>
                    </a:lnTo>
                    <a:lnTo>
                      <a:pt x="3982778" y="445936"/>
                    </a:lnTo>
                    <a:lnTo>
                      <a:pt x="4072754" y="433561"/>
                    </a:lnTo>
                    <a:lnTo>
                      <a:pt x="4163748" y="418151"/>
                    </a:lnTo>
                    <a:lnTo>
                      <a:pt x="4338459" y="394753"/>
                    </a:lnTo>
                    <a:lnTo>
                      <a:pt x="4380034" y="427580"/>
                    </a:lnTo>
                    <a:lnTo>
                      <a:pt x="4392916" y="435787"/>
                    </a:lnTo>
                    <a:lnTo>
                      <a:pt x="4397753" y="441113"/>
                    </a:lnTo>
                    <a:cubicBezTo>
                      <a:pt x="4397753" y="441113"/>
                      <a:pt x="4398078" y="441331"/>
                      <a:pt x="4398241" y="441440"/>
                    </a:cubicBezTo>
                    <a:lnTo>
                      <a:pt x="4414130" y="450280"/>
                    </a:lnTo>
                    <a:cubicBezTo>
                      <a:pt x="4414619" y="450607"/>
                      <a:pt x="4415513" y="450695"/>
                      <a:pt x="4416325" y="450695"/>
                    </a:cubicBezTo>
                    <a:lnTo>
                      <a:pt x="4424372" y="449996"/>
                    </a:lnTo>
                    <a:lnTo>
                      <a:pt x="4441116" y="457024"/>
                    </a:lnTo>
                    <a:lnTo>
                      <a:pt x="4456965" y="462197"/>
                    </a:lnTo>
                    <a:cubicBezTo>
                      <a:pt x="4457291" y="462306"/>
                      <a:pt x="4457575" y="462372"/>
                      <a:pt x="4457779" y="462372"/>
                    </a:cubicBezTo>
                    <a:lnTo>
                      <a:pt x="4461558" y="462786"/>
                    </a:lnTo>
                    <a:lnTo>
                      <a:pt x="4472083" y="464816"/>
                    </a:lnTo>
                    <a:cubicBezTo>
                      <a:pt x="4472490" y="464860"/>
                      <a:pt x="4472856" y="464925"/>
                      <a:pt x="4473262" y="464860"/>
                    </a:cubicBezTo>
                    <a:lnTo>
                      <a:pt x="4479317" y="464423"/>
                    </a:lnTo>
                    <a:lnTo>
                      <a:pt x="4484478" y="463463"/>
                    </a:lnTo>
                    <a:lnTo>
                      <a:pt x="4498662" y="460211"/>
                    </a:lnTo>
                    <a:lnTo>
                      <a:pt x="4511179" y="458290"/>
                    </a:lnTo>
                    <a:lnTo>
                      <a:pt x="4528329" y="455082"/>
                    </a:lnTo>
                    <a:lnTo>
                      <a:pt x="4533287" y="454820"/>
                    </a:lnTo>
                    <a:lnTo>
                      <a:pt x="4569295" y="449167"/>
                    </a:lnTo>
                    <a:lnTo>
                      <a:pt x="4591525" y="460778"/>
                    </a:lnTo>
                    <a:lnTo>
                      <a:pt x="4615259" y="474747"/>
                    </a:lnTo>
                    <a:cubicBezTo>
                      <a:pt x="4615868" y="475075"/>
                      <a:pt x="4616558" y="475228"/>
                      <a:pt x="4617330" y="475162"/>
                    </a:cubicBezTo>
                    <a:lnTo>
                      <a:pt x="4626637" y="474747"/>
                    </a:lnTo>
                    <a:lnTo>
                      <a:pt x="4649355" y="486206"/>
                    </a:lnTo>
                    <a:cubicBezTo>
                      <a:pt x="4649355" y="486206"/>
                      <a:pt x="4649640" y="486359"/>
                      <a:pt x="4649842" y="486425"/>
                    </a:cubicBezTo>
                    <a:lnTo>
                      <a:pt x="4673658" y="497774"/>
                    </a:lnTo>
                    <a:lnTo>
                      <a:pt x="4675446" y="498844"/>
                    </a:lnTo>
                    <a:cubicBezTo>
                      <a:pt x="4676056" y="499106"/>
                      <a:pt x="4676828" y="499259"/>
                      <a:pt x="4677641" y="499215"/>
                    </a:cubicBezTo>
                    <a:lnTo>
                      <a:pt x="4691133" y="498298"/>
                    </a:lnTo>
                    <a:lnTo>
                      <a:pt x="4718525" y="499848"/>
                    </a:lnTo>
                    <a:lnTo>
                      <a:pt x="4740470" y="512267"/>
                    </a:lnTo>
                    <a:lnTo>
                      <a:pt x="4766845" y="532937"/>
                    </a:lnTo>
                    <a:lnTo>
                      <a:pt x="4793749" y="554676"/>
                    </a:lnTo>
                    <a:lnTo>
                      <a:pt x="4820734" y="572639"/>
                    </a:lnTo>
                    <a:cubicBezTo>
                      <a:pt x="4820937" y="572814"/>
                      <a:pt x="4821344" y="572967"/>
                      <a:pt x="4821750" y="573010"/>
                    </a:cubicBezTo>
                    <a:lnTo>
                      <a:pt x="6570489" y="946135"/>
                    </a:lnTo>
                    <a:lnTo>
                      <a:pt x="6570489" y="94314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4" name="Freeform: Shape 873">
                <a:extLst>
                  <a:ext uri="{FF2B5EF4-FFF2-40B4-BE49-F238E27FC236}">
                    <a16:creationId xmlns:a16="http://schemas.microsoft.com/office/drawing/2014/main" id="{95AE6D26-A28A-4CE6-8534-99A0C990CC43}"/>
                  </a:ext>
                </a:extLst>
              </p:cNvPr>
              <p:cNvSpPr/>
              <p:nvPr/>
            </p:nvSpPr>
            <p:spPr>
              <a:xfrm>
                <a:off x="6520816" y="5570738"/>
                <a:ext cx="291782" cy="543321"/>
              </a:xfrm>
              <a:custGeom>
                <a:avLst/>
                <a:gdLst>
                  <a:gd name="connsiteX0" fmla="*/ 289269 w 291782"/>
                  <a:gd name="connsiteY0" fmla="*/ 543278 h 543321"/>
                  <a:gd name="connsiteX1" fmla="*/ 286912 w 291782"/>
                  <a:gd name="connsiteY1" fmla="*/ 542252 h 543321"/>
                  <a:gd name="connsiteX2" fmla="*/ 208315 w 291782"/>
                  <a:gd name="connsiteY2" fmla="*/ 403698 h 543321"/>
                  <a:gd name="connsiteX3" fmla="*/ 202056 w 291782"/>
                  <a:gd name="connsiteY3" fmla="*/ 389881 h 543321"/>
                  <a:gd name="connsiteX4" fmla="*/ 197504 w 291782"/>
                  <a:gd name="connsiteY4" fmla="*/ 381849 h 543321"/>
                  <a:gd name="connsiteX5" fmla="*/ 189945 w 291782"/>
                  <a:gd name="connsiteY5" fmla="*/ 371307 h 543321"/>
                  <a:gd name="connsiteX6" fmla="*/ 187751 w 291782"/>
                  <a:gd name="connsiteY6" fmla="*/ 367204 h 543321"/>
                  <a:gd name="connsiteX7" fmla="*/ 186166 w 291782"/>
                  <a:gd name="connsiteY7" fmla="*/ 361507 h 543321"/>
                  <a:gd name="connsiteX8" fmla="*/ 184500 w 291782"/>
                  <a:gd name="connsiteY8" fmla="*/ 323791 h 543321"/>
                  <a:gd name="connsiteX9" fmla="*/ 184296 w 291782"/>
                  <a:gd name="connsiteY9" fmla="*/ 308708 h 543321"/>
                  <a:gd name="connsiteX10" fmla="*/ 185475 w 291782"/>
                  <a:gd name="connsiteY10" fmla="*/ 285747 h 543321"/>
                  <a:gd name="connsiteX11" fmla="*/ 189173 w 291782"/>
                  <a:gd name="connsiteY11" fmla="*/ 237467 h 543321"/>
                  <a:gd name="connsiteX12" fmla="*/ 190839 w 291782"/>
                  <a:gd name="connsiteY12" fmla="*/ 208743 h 543321"/>
                  <a:gd name="connsiteX13" fmla="*/ 191327 w 291782"/>
                  <a:gd name="connsiteY13" fmla="*/ 190038 h 543321"/>
                  <a:gd name="connsiteX14" fmla="*/ 190717 w 291782"/>
                  <a:gd name="connsiteY14" fmla="*/ 173842 h 543321"/>
                  <a:gd name="connsiteX15" fmla="*/ 188848 w 291782"/>
                  <a:gd name="connsiteY15" fmla="*/ 158695 h 543321"/>
                  <a:gd name="connsiteX16" fmla="*/ 176046 w 291782"/>
                  <a:gd name="connsiteY16" fmla="*/ 85270 h 543321"/>
                  <a:gd name="connsiteX17" fmla="*/ 169707 w 291782"/>
                  <a:gd name="connsiteY17" fmla="*/ 53251 h 543321"/>
                  <a:gd name="connsiteX18" fmla="*/ 163773 w 291782"/>
                  <a:gd name="connsiteY18" fmla="*/ 33476 h 543321"/>
                  <a:gd name="connsiteX19" fmla="*/ 157921 w 291782"/>
                  <a:gd name="connsiteY19" fmla="*/ 26077 h 543321"/>
                  <a:gd name="connsiteX20" fmla="*/ 156417 w 291782"/>
                  <a:gd name="connsiteY20" fmla="*/ 25967 h 543321"/>
                  <a:gd name="connsiteX21" fmla="*/ 155726 w 291782"/>
                  <a:gd name="connsiteY21" fmla="*/ 25902 h 543321"/>
                  <a:gd name="connsiteX22" fmla="*/ 152841 w 291782"/>
                  <a:gd name="connsiteY22" fmla="*/ 25269 h 543321"/>
                  <a:gd name="connsiteX23" fmla="*/ 146298 w 291782"/>
                  <a:gd name="connsiteY23" fmla="*/ 25116 h 543321"/>
                  <a:gd name="connsiteX24" fmla="*/ 82209 w 291782"/>
                  <a:gd name="connsiteY24" fmla="*/ 19201 h 543321"/>
                  <a:gd name="connsiteX25" fmla="*/ 81436 w 291782"/>
                  <a:gd name="connsiteY25" fmla="*/ 19048 h 543321"/>
                  <a:gd name="connsiteX26" fmla="*/ 78185 w 291782"/>
                  <a:gd name="connsiteY26" fmla="*/ 18088 h 543321"/>
                  <a:gd name="connsiteX27" fmla="*/ 77007 w 291782"/>
                  <a:gd name="connsiteY27" fmla="*/ 17390 h 543321"/>
                  <a:gd name="connsiteX28" fmla="*/ 74040 w 291782"/>
                  <a:gd name="connsiteY28" fmla="*/ 13068 h 543321"/>
                  <a:gd name="connsiteX29" fmla="*/ 8650 w 291782"/>
                  <a:gd name="connsiteY29" fmla="*/ 3268 h 543321"/>
                  <a:gd name="connsiteX30" fmla="*/ 8163 w 291782"/>
                  <a:gd name="connsiteY30" fmla="*/ 3530 h 543321"/>
                  <a:gd name="connsiteX31" fmla="*/ 5196 w 291782"/>
                  <a:gd name="connsiteY31" fmla="*/ 3792 h 543321"/>
                  <a:gd name="connsiteX32" fmla="*/ 1335 w 291782"/>
                  <a:gd name="connsiteY32" fmla="*/ 2679 h 543321"/>
                  <a:gd name="connsiteX33" fmla="*/ 237 w 291782"/>
                  <a:gd name="connsiteY33" fmla="*/ 758 h 543321"/>
                  <a:gd name="connsiteX34" fmla="*/ 3692 w 291782"/>
                  <a:gd name="connsiteY34" fmla="*/ 168 h 543321"/>
                  <a:gd name="connsiteX35" fmla="*/ 5887 w 291782"/>
                  <a:gd name="connsiteY35" fmla="*/ 823 h 543321"/>
                  <a:gd name="connsiteX36" fmla="*/ 6090 w 291782"/>
                  <a:gd name="connsiteY36" fmla="*/ 714 h 543321"/>
                  <a:gd name="connsiteX37" fmla="*/ 8569 w 291782"/>
                  <a:gd name="connsiteY37" fmla="*/ 343 h 543321"/>
                  <a:gd name="connsiteX38" fmla="*/ 76519 w 291782"/>
                  <a:gd name="connsiteY38" fmla="*/ 10514 h 543321"/>
                  <a:gd name="connsiteX39" fmla="*/ 78307 w 291782"/>
                  <a:gd name="connsiteY39" fmla="*/ 11365 h 543321"/>
                  <a:gd name="connsiteX40" fmla="*/ 81477 w 291782"/>
                  <a:gd name="connsiteY40" fmla="*/ 15840 h 543321"/>
                  <a:gd name="connsiteX41" fmla="*/ 83468 w 291782"/>
                  <a:gd name="connsiteY41" fmla="*/ 16429 h 543321"/>
                  <a:gd name="connsiteX42" fmla="*/ 146948 w 291782"/>
                  <a:gd name="connsiteY42" fmla="*/ 22301 h 543321"/>
                  <a:gd name="connsiteX43" fmla="*/ 153491 w 291782"/>
                  <a:gd name="connsiteY43" fmla="*/ 22519 h 543321"/>
                  <a:gd name="connsiteX44" fmla="*/ 154263 w 291782"/>
                  <a:gd name="connsiteY44" fmla="*/ 22584 h 543321"/>
                  <a:gd name="connsiteX45" fmla="*/ 157230 w 291782"/>
                  <a:gd name="connsiteY45" fmla="*/ 23217 h 543321"/>
                  <a:gd name="connsiteX46" fmla="*/ 159790 w 291782"/>
                  <a:gd name="connsiteY46" fmla="*/ 23326 h 543321"/>
                  <a:gd name="connsiteX47" fmla="*/ 161985 w 291782"/>
                  <a:gd name="connsiteY47" fmla="*/ 24178 h 543321"/>
                  <a:gd name="connsiteX48" fmla="*/ 168609 w 291782"/>
                  <a:gd name="connsiteY48" fmla="*/ 32712 h 543321"/>
                  <a:gd name="connsiteX49" fmla="*/ 174746 w 291782"/>
                  <a:gd name="connsiteY49" fmla="*/ 52858 h 543321"/>
                  <a:gd name="connsiteX50" fmla="*/ 181086 w 291782"/>
                  <a:gd name="connsiteY50" fmla="*/ 85030 h 543321"/>
                  <a:gd name="connsiteX51" fmla="*/ 193887 w 291782"/>
                  <a:gd name="connsiteY51" fmla="*/ 158520 h 543321"/>
                  <a:gd name="connsiteX52" fmla="*/ 195756 w 291782"/>
                  <a:gd name="connsiteY52" fmla="*/ 173755 h 543321"/>
                  <a:gd name="connsiteX53" fmla="*/ 196448 w 291782"/>
                  <a:gd name="connsiteY53" fmla="*/ 190059 h 543321"/>
                  <a:gd name="connsiteX54" fmla="*/ 195879 w 291782"/>
                  <a:gd name="connsiteY54" fmla="*/ 208874 h 543321"/>
                  <a:gd name="connsiteX55" fmla="*/ 194212 w 291782"/>
                  <a:gd name="connsiteY55" fmla="*/ 237598 h 543321"/>
                  <a:gd name="connsiteX56" fmla="*/ 190636 w 291782"/>
                  <a:gd name="connsiteY56" fmla="*/ 285878 h 543321"/>
                  <a:gd name="connsiteX57" fmla="*/ 189458 w 291782"/>
                  <a:gd name="connsiteY57" fmla="*/ 308730 h 543321"/>
                  <a:gd name="connsiteX58" fmla="*/ 189660 w 291782"/>
                  <a:gd name="connsiteY58" fmla="*/ 323812 h 543321"/>
                  <a:gd name="connsiteX59" fmla="*/ 190230 w 291782"/>
                  <a:gd name="connsiteY59" fmla="*/ 341405 h 543321"/>
                  <a:gd name="connsiteX60" fmla="*/ 191205 w 291782"/>
                  <a:gd name="connsiteY60" fmla="*/ 361267 h 543321"/>
                  <a:gd name="connsiteX61" fmla="*/ 192668 w 291782"/>
                  <a:gd name="connsiteY61" fmla="*/ 366658 h 543321"/>
                  <a:gd name="connsiteX62" fmla="*/ 194740 w 291782"/>
                  <a:gd name="connsiteY62" fmla="*/ 370390 h 543321"/>
                  <a:gd name="connsiteX63" fmla="*/ 202178 w 291782"/>
                  <a:gd name="connsiteY63" fmla="*/ 380998 h 543321"/>
                  <a:gd name="connsiteX64" fmla="*/ 206852 w 291782"/>
                  <a:gd name="connsiteY64" fmla="*/ 389205 h 543321"/>
                  <a:gd name="connsiteX65" fmla="*/ 213191 w 291782"/>
                  <a:gd name="connsiteY65" fmla="*/ 402999 h 543321"/>
                  <a:gd name="connsiteX66" fmla="*/ 291667 w 291782"/>
                  <a:gd name="connsiteY66" fmla="*/ 541488 h 543321"/>
                  <a:gd name="connsiteX67" fmla="*/ 290001 w 291782"/>
                  <a:gd name="connsiteY67" fmla="*/ 543256 h 543321"/>
                  <a:gd name="connsiteX68" fmla="*/ 289228 w 291782"/>
                  <a:gd name="connsiteY68" fmla="*/ 543322 h 543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1782" h="543321">
                    <a:moveTo>
                      <a:pt x="289269" y="543278"/>
                    </a:moveTo>
                    <a:cubicBezTo>
                      <a:pt x="288172" y="543278"/>
                      <a:pt x="287196" y="542907"/>
                      <a:pt x="286912" y="542252"/>
                    </a:cubicBezTo>
                    <a:lnTo>
                      <a:pt x="208315" y="403698"/>
                    </a:lnTo>
                    <a:lnTo>
                      <a:pt x="202056" y="389881"/>
                    </a:lnTo>
                    <a:lnTo>
                      <a:pt x="197504" y="381849"/>
                    </a:lnTo>
                    <a:lnTo>
                      <a:pt x="189945" y="371307"/>
                    </a:lnTo>
                    <a:lnTo>
                      <a:pt x="187751" y="367204"/>
                    </a:lnTo>
                    <a:lnTo>
                      <a:pt x="186166" y="361507"/>
                    </a:lnTo>
                    <a:lnTo>
                      <a:pt x="184500" y="323791"/>
                    </a:lnTo>
                    <a:lnTo>
                      <a:pt x="184296" y="308708"/>
                    </a:lnTo>
                    <a:lnTo>
                      <a:pt x="185475" y="285747"/>
                    </a:lnTo>
                    <a:lnTo>
                      <a:pt x="189173" y="237467"/>
                    </a:lnTo>
                    <a:lnTo>
                      <a:pt x="190839" y="208743"/>
                    </a:lnTo>
                    <a:lnTo>
                      <a:pt x="191327" y="190038"/>
                    </a:lnTo>
                    <a:lnTo>
                      <a:pt x="190717" y="173842"/>
                    </a:lnTo>
                    <a:lnTo>
                      <a:pt x="188848" y="158695"/>
                    </a:lnTo>
                    <a:lnTo>
                      <a:pt x="176046" y="85270"/>
                    </a:lnTo>
                    <a:lnTo>
                      <a:pt x="169707" y="53251"/>
                    </a:lnTo>
                    <a:lnTo>
                      <a:pt x="163773" y="33476"/>
                    </a:lnTo>
                    <a:lnTo>
                      <a:pt x="157921" y="26077"/>
                    </a:lnTo>
                    <a:lnTo>
                      <a:pt x="156417" y="25967"/>
                    </a:lnTo>
                    <a:cubicBezTo>
                      <a:pt x="156132" y="25967"/>
                      <a:pt x="155930" y="25902"/>
                      <a:pt x="155726" y="25902"/>
                    </a:cubicBezTo>
                    <a:lnTo>
                      <a:pt x="152841" y="25269"/>
                    </a:lnTo>
                    <a:lnTo>
                      <a:pt x="146298" y="25116"/>
                    </a:lnTo>
                    <a:lnTo>
                      <a:pt x="82209" y="19201"/>
                    </a:lnTo>
                    <a:cubicBezTo>
                      <a:pt x="81924" y="19158"/>
                      <a:pt x="81721" y="19158"/>
                      <a:pt x="81436" y="19048"/>
                    </a:cubicBezTo>
                    <a:lnTo>
                      <a:pt x="78185" y="18088"/>
                    </a:lnTo>
                    <a:cubicBezTo>
                      <a:pt x="77698" y="17913"/>
                      <a:pt x="77210" y="17717"/>
                      <a:pt x="77007" y="17390"/>
                    </a:cubicBezTo>
                    <a:lnTo>
                      <a:pt x="74040" y="13068"/>
                    </a:lnTo>
                    <a:lnTo>
                      <a:pt x="8650" y="3268"/>
                    </a:lnTo>
                    <a:lnTo>
                      <a:pt x="8163" y="3530"/>
                    </a:lnTo>
                    <a:cubicBezTo>
                      <a:pt x="7390" y="3944"/>
                      <a:pt x="6171" y="4054"/>
                      <a:pt x="5196" y="3792"/>
                    </a:cubicBezTo>
                    <a:lnTo>
                      <a:pt x="1335" y="2679"/>
                    </a:lnTo>
                    <a:cubicBezTo>
                      <a:pt x="156" y="2307"/>
                      <a:pt x="-332" y="1456"/>
                      <a:pt x="237" y="758"/>
                    </a:cubicBezTo>
                    <a:cubicBezTo>
                      <a:pt x="929" y="59"/>
                      <a:pt x="2432" y="-203"/>
                      <a:pt x="3692" y="168"/>
                    </a:cubicBezTo>
                    <a:lnTo>
                      <a:pt x="5887" y="823"/>
                    </a:lnTo>
                    <a:lnTo>
                      <a:pt x="6090" y="714"/>
                    </a:lnTo>
                    <a:cubicBezTo>
                      <a:pt x="6700" y="343"/>
                      <a:pt x="7675" y="234"/>
                      <a:pt x="8569" y="343"/>
                    </a:cubicBezTo>
                    <a:lnTo>
                      <a:pt x="76519" y="10514"/>
                    </a:lnTo>
                    <a:cubicBezTo>
                      <a:pt x="77291" y="10623"/>
                      <a:pt x="77982" y="10929"/>
                      <a:pt x="78307" y="11365"/>
                    </a:cubicBezTo>
                    <a:lnTo>
                      <a:pt x="81477" y="15840"/>
                    </a:lnTo>
                    <a:lnTo>
                      <a:pt x="83468" y="16429"/>
                    </a:lnTo>
                    <a:lnTo>
                      <a:pt x="146948" y="22301"/>
                    </a:lnTo>
                    <a:lnTo>
                      <a:pt x="153491" y="22519"/>
                    </a:lnTo>
                    <a:cubicBezTo>
                      <a:pt x="153776" y="22519"/>
                      <a:pt x="154100" y="22519"/>
                      <a:pt x="154263" y="22584"/>
                    </a:cubicBezTo>
                    <a:lnTo>
                      <a:pt x="157230" y="23217"/>
                    </a:lnTo>
                    <a:lnTo>
                      <a:pt x="159790" y="23326"/>
                    </a:lnTo>
                    <a:cubicBezTo>
                      <a:pt x="160766" y="23370"/>
                      <a:pt x="161579" y="23697"/>
                      <a:pt x="161985" y="24178"/>
                    </a:cubicBezTo>
                    <a:lnTo>
                      <a:pt x="168609" y="32712"/>
                    </a:lnTo>
                    <a:lnTo>
                      <a:pt x="174746" y="52858"/>
                    </a:lnTo>
                    <a:lnTo>
                      <a:pt x="181086" y="85030"/>
                    </a:lnTo>
                    <a:lnTo>
                      <a:pt x="193887" y="158520"/>
                    </a:lnTo>
                    <a:lnTo>
                      <a:pt x="195756" y="173755"/>
                    </a:lnTo>
                    <a:lnTo>
                      <a:pt x="196448" y="190059"/>
                    </a:lnTo>
                    <a:lnTo>
                      <a:pt x="195879" y="208874"/>
                    </a:lnTo>
                    <a:lnTo>
                      <a:pt x="194212" y="237598"/>
                    </a:lnTo>
                    <a:lnTo>
                      <a:pt x="190636" y="285878"/>
                    </a:lnTo>
                    <a:lnTo>
                      <a:pt x="189458" y="308730"/>
                    </a:lnTo>
                    <a:lnTo>
                      <a:pt x="189660" y="323812"/>
                    </a:lnTo>
                    <a:lnTo>
                      <a:pt x="190230" y="341405"/>
                    </a:lnTo>
                    <a:lnTo>
                      <a:pt x="191205" y="361267"/>
                    </a:lnTo>
                    <a:lnTo>
                      <a:pt x="192668" y="366658"/>
                    </a:lnTo>
                    <a:lnTo>
                      <a:pt x="194740" y="370390"/>
                    </a:lnTo>
                    <a:lnTo>
                      <a:pt x="202178" y="380998"/>
                    </a:lnTo>
                    <a:lnTo>
                      <a:pt x="206852" y="389205"/>
                    </a:lnTo>
                    <a:lnTo>
                      <a:pt x="213191" y="402999"/>
                    </a:lnTo>
                    <a:lnTo>
                      <a:pt x="291667" y="541488"/>
                    </a:lnTo>
                    <a:cubicBezTo>
                      <a:pt x="292074" y="542187"/>
                      <a:pt x="291383" y="542973"/>
                      <a:pt x="290001" y="543256"/>
                    </a:cubicBezTo>
                    <a:cubicBezTo>
                      <a:pt x="289798" y="543256"/>
                      <a:pt x="289513" y="543322"/>
                      <a:pt x="289228" y="54332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5" name="Freeform: Shape 874">
                <a:extLst>
                  <a:ext uri="{FF2B5EF4-FFF2-40B4-BE49-F238E27FC236}">
                    <a16:creationId xmlns:a16="http://schemas.microsoft.com/office/drawing/2014/main" id="{71419DA7-D3BB-4A79-89C1-ABE4E1612E12}"/>
                  </a:ext>
                </a:extLst>
              </p:cNvPr>
              <p:cNvSpPr/>
              <p:nvPr/>
            </p:nvSpPr>
            <p:spPr>
              <a:xfrm>
                <a:off x="40" y="5725484"/>
                <a:ext cx="1296583" cy="78319"/>
              </a:xfrm>
              <a:custGeom>
                <a:avLst/>
                <a:gdLst>
                  <a:gd name="connsiteX0" fmla="*/ 1294181 w 1296583"/>
                  <a:gd name="connsiteY0" fmla="*/ 6196 h 78319"/>
                  <a:gd name="connsiteX1" fmla="*/ 1244803 w 1296583"/>
                  <a:gd name="connsiteY1" fmla="*/ 4123 h 78319"/>
                  <a:gd name="connsiteX2" fmla="*/ 1211682 w 1296583"/>
                  <a:gd name="connsiteY2" fmla="*/ 3686 h 78319"/>
                  <a:gd name="connsiteX3" fmla="*/ 1164539 w 1296583"/>
                  <a:gd name="connsiteY3" fmla="*/ 19 h 78319"/>
                  <a:gd name="connsiteX4" fmla="*/ 1163645 w 1296583"/>
                  <a:gd name="connsiteY4" fmla="*/ 19 h 78319"/>
                  <a:gd name="connsiteX5" fmla="*/ 1130117 w 1296583"/>
                  <a:gd name="connsiteY5" fmla="*/ 4123 h 78319"/>
                  <a:gd name="connsiteX6" fmla="*/ 1129467 w 1296583"/>
                  <a:gd name="connsiteY6" fmla="*/ 4276 h 78319"/>
                  <a:gd name="connsiteX7" fmla="*/ 1094557 w 1296583"/>
                  <a:gd name="connsiteY7" fmla="*/ 15036 h 78319"/>
                  <a:gd name="connsiteX8" fmla="*/ 990072 w 1296583"/>
                  <a:gd name="connsiteY8" fmla="*/ 15211 h 78319"/>
                  <a:gd name="connsiteX9" fmla="*/ 988284 w 1296583"/>
                  <a:gd name="connsiteY9" fmla="*/ 15625 h 78319"/>
                  <a:gd name="connsiteX10" fmla="*/ 951586 w 1296583"/>
                  <a:gd name="connsiteY10" fmla="*/ 36470 h 78319"/>
                  <a:gd name="connsiteX11" fmla="*/ 914969 w 1296583"/>
                  <a:gd name="connsiteY11" fmla="*/ 54215 h 78319"/>
                  <a:gd name="connsiteX12" fmla="*/ 809305 w 1296583"/>
                  <a:gd name="connsiteY12" fmla="*/ 58536 h 78319"/>
                  <a:gd name="connsiteX13" fmla="*/ 702706 w 1296583"/>
                  <a:gd name="connsiteY13" fmla="*/ 60130 h 78319"/>
                  <a:gd name="connsiteX14" fmla="*/ 596270 w 1296583"/>
                  <a:gd name="connsiteY14" fmla="*/ 64757 h 78319"/>
                  <a:gd name="connsiteX15" fmla="*/ 489915 w 1296583"/>
                  <a:gd name="connsiteY15" fmla="*/ 66874 h 78319"/>
                  <a:gd name="connsiteX16" fmla="*/ 383642 w 1296583"/>
                  <a:gd name="connsiteY16" fmla="*/ 67136 h 78319"/>
                  <a:gd name="connsiteX17" fmla="*/ 277368 w 1296583"/>
                  <a:gd name="connsiteY17" fmla="*/ 65477 h 78319"/>
                  <a:gd name="connsiteX18" fmla="*/ 276271 w 1296583"/>
                  <a:gd name="connsiteY18" fmla="*/ 65586 h 78319"/>
                  <a:gd name="connsiteX19" fmla="*/ 234818 w 1296583"/>
                  <a:gd name="connsiteY19" fmla="*/ 75452 h 78319"/>
                  <a:gd name="connsiteX20" fmla="*/ 128544 w 1296583"/>
                  <a:gd name="connsiteY20" fmla="*/ 74972 h 78319"/>
                  <a:gd name="connsiteX21" fmla="*/ 21783 w 1296583"/>
                  <a:gd name="connsiteY21" fmla="*/ 70388 h 78319"/>
                  <a:gd name="connsiteX22" fmla="*/ 0 w 1296583"/>
                  <a:gd name="connsiteY22" fmla="*/ 69166 h 78319"/>
                  <a:gd name="connsiteX23" fmla="*/ 0 w 1296583"/>
                  <a:gd name="connsiteY23" fmla="*/ 72003 h 78319"/>
                  <a:gd name="connsiteX24" fmla="*/ 21336 w 1296583"/>
                  <a:gd name="connsiteY24" fmla="*/ 73226 h 78319"/>
                  <a:gd name="connsiteX25" fmla="*/ 128300 w 1296583"/>
                  <a:gd name="connsiteY25" fmla="*/ 77766 h 78319"/>
                  <a:gd name="connsiteX26" fmla="*/ 235306 w 1296583"/>
                  <a:gd name="connsiteY26" fmla="*/ 78246 h 78319"/>
                  <a:gd name="connsiteX27" fmla="*/ 236362 w 1296583"/>
                  <a:gd name="connsiteY27" fmla="*/ 78137 h 78319"/>
                  <a:gd name="connsiteX28" fmla="*/ 277774 w 1296583"/>
                  <a:gd name="connsiteY28" fmla="*/ 68336 h 78319"/>
                  <a:gd name="connsiteX29" fmla="*/ 383520 w 1296583"/>
                  <a:gd name="connsiteY29" fmla="*/ 69995 h 78319"/>
                  <a:gd name="connsiteX30" fmla="*/ 489997 w 1296583"/>
                  <a:gd name="connsiteY30" fmla="*/ 69733 h 78319"/>
                  <a:gd name="connsiteX31" fmla="*/ 596555 w 1296583"/>
                  <a:gd name="connsiteY31" fmla="*/ 67551 h 78319"/>
                  <a:gd name="connsiteX32" fmla="*/ 702950 w 1296583"/>
                  <a:gd name="connsiteY32" fmla="*/ 62967 h 78319"/>
                  <a:gd name="connsiteX33" fmla="*/ 809630 w 1296583"/>
                  <a:gd name="connsiteY33" fmla="*/ 61374 h 78319"/>
                  <a:gd name="connsiteX34" fmla="*/ 916229 w 1296583"/>
                  <a:gd name="connsiteY34" fmla="*/ 57009 h 78319"/>
                  <a:gd name="connsiteX35" fmla="*/ 917692 w 1296583"/>
                  <a:gd name="connsiteY35" fmla="*/ 56681 h 78319"/>
                  <a:gd name="connsiteX36" fmla="*/ 955121 w 1296583"/>
                  <a:gd name="connsiteY36" fmla="*/ 38500 h 78319"/>
                  <a:gd name="connsiteX37" fmla="*/ 991210 w 1296583"/>
                  <a:gd name="connsiteY37" fmla="*/ 18026 h 78319"/>
                  <a:gd name="connsiteX38" fmla="*/ 1095248 w 1296583"/>
                  <a:gd name="connsiteY38" fmla="*/ 17873 h 78319"/>
                  <a:gd name="connsiteX39" fmla="*/ 1096508 w 1296583"/>
                  <a:gd name="connsiteY39" fmla="*/ 17721 h 78319"/>
                  <a:gd name="connsiteX40" fmla="*/ 1131662 w 1296583"/>
                  <a:gd name="connsiteY40" fmla="*/ 6851 h 78319"/>
                  <a:gd name="connsiteX41" fmla="*/ 1164377 w 1296583"/>
                  <a:gd name="connsiteY41" fmla="*/ 2857 h 78319"/>
                  <a:gd name="connsiteX42" fmla="*/ 1211031 w 1296583"/>
                  <a:gd name="connsiteY42" fmla="*/ 6546 h 78319"/>
                  <a:gd name="connsiteX43" fmla="*/ 1211682 w 1296583"/>
                  <a:gd name="connsiteY43" fmla="*/ 6611 h 78319"/>
                  <a:gd name="connsiteX44" fmla="*/ 1244641 w 1296583"/>
                  <a:gd name="connsiteY44" fmla="*/ 6917 h 78319"/>
                  <a:gd name="connsiteX45" fmla="*/ 1293856 w 1296583"/>
                  <a:gd name="connsiteY45" fmla="*/ 9056 h 78319"/>
                  <a:gd name="connsiteX46" fmla="*/ 1296579 w 1296583"/>
                  <a:gd name="connsiteY46" fmla="*/ 7724 h 78319"/>
                  <a:gd name="connsiteX47" fmla="*/ 1294262 w 1296583"/>
                  <a:gd name="connsiteY47" fmla="*/ 6240 h 78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96583" h="78319">
                    <a:moveTo>
                      <a:pt x="1294181" y="6196"/>
                    </a:moveTo>
                    <a:lnTo>
                      <a:pt x="1244803" y="4123"/>
                    </a:lnTo>
                    <a:lnTo>
                      <a:pt x="1211682" y="3686"/>
                    </a:lnTo>
                    <a:lnTo>
                      <a:pt x="1164539" y="19"/>
                    </a:lnTo>
                    <a:cubicBezTo>
                      <a:pt x="1164255" y="-24"/>
                      <a:pt x="1163930" y="19"/>
                      <a:pt x="1163645" y="19"/>
                    </a:cubicBezTo>
                    <a:lnTo>
                      <a:pt x="1130117" y="4123"/>
                    </a:lnTo>
                    <a:cubicBezTo>
                      <a:pt x="1130117" y="4123"/>
                      <a:pt x="1129670" y="4232"/>
                      <a:pt x="1129467" y="4276"/>
                    </a:cubicBezTo>
                    <a:lnTo>
                      <a:pt x="1094557" y="15036"/>
                    </a:lnTo>
                    <a:lnTo>
                      <a:pt x="990072" y="15211"/>
                    </a:lnTo>
                    <a:cubicBezTo>
                      <a:pt x="989421" y="15211"/>
                      <a:pt x="988731" y="15363"/>
                      <a:pt x="988284" y="15625"/>
                    </a:cubicBezTo>
                    <a:lnTo>
                      <a:pt x="951586" y="36470"/>
                    </a:lnTo>
                    <a:lnTo>
                      <a:pt x="914969" y="54215"/>
                    </a:lnTo>
                    <a:lnTo>
                      <a:pt x="809305" y="58536"/>
                    </a:lnTo>
                    <a:lnTo>
                      <a:pt x="702706" y="60130"/>
                    </a:lnTo>
                    <a:lnTo>
                      <a:pt x="596270" y="64757"/>
                    </a:lnTo>
                    <a:lnTo>
                      <a:pt x="489915" y="66874"/>
                    </a:lnTo>
                    <a:lnTo>
                      <a:pt x="383642" y="67136"/>
                    </a:lnTo>
                    <a:lnTo>
                      <a:pt x="277368" y="65477"/>
                    </a:lnTo>
                    <a:cubicBezTo>
                      <a:pt x="277084" y="65477"/>
                      <a:pt x="276637" y="65477"/>
                      <a:pt x="276271" y="65586"/>
                    </a:cubicBezTo>
                    <a:lnTo>
                      <a:pt x="234818" y="75452"/>
                    </a:lnTo>
                    <a:lnTo>
                      <a:pt x="128544" y="74972"/>
                    </a:lnTo>
                    <a:lnTo>
                      <a:pt x="21783" y="70388"/>
                    </a:lnTo>
                    <a:lnTo>
                      <a:pt x="0" y="69166"/>
                    </a:lnTo>
                    <a:lnTo>
                      <a:pt x="0" y="72003"/>
                    </a:lnTo>
                    <a:lnTo>
                      <a:pt x="21336" y="73226"/>
                    </a:lnTo>
                    <a:lnTo>
                      <a:pt x="128300" y="77766"/>
                    </a:lnTo>
                    <a:lnTo>
                      <a:pt x="235306" y="78246"/>
                    </a:lnTo>
                    <a:cubicBezTo>
                      <a:pt x="235793" y="78420"/>
                      <a:pt x="235996" y="78246"/>
                      <a:pt x="236362" y="78137"/>
                    </a:cubicBezTo>
                    <a:lnTo>
                      <a:pt x="277774" y="68336"/>
                    </a:lnTo>
                    <a:lnTo>
                      <a:pt x="383520" y="69995"/>
                    </a:lnTo>
                    <a:lnTo>
                      <a:pt x="489997" y="69733"/>
                    </a:lnTo>
                    <a:lnTo>
                      <a:pt x="596555" y="67551"/>
                    </a:lnTo>
                    <a:lnTo>
                      <a:pt x="702950" y="62967"/>
                    </a:lnTo>
                    <a:lnTo>
                      <a:pt x="809630" y="61374"/>
                    </a:lnTo>
                    <a:lnTo>
                      <a:pt x="916229" y="57009"/>
                    </a:lnTo>
                    <a:cubicBezTo>
                      <a:pt x="916757" y="57009"/>
                      <a:pt x="917326" y="56899"/>
                      <a:pt x="917692" y="56681"/>
                    </a:cubicBezTo>
                    <a:lnTo>
                      <a:pt x="955121" y="38500"/>
                    </a:lnTo>
                    <a:lnTo>
                      <a:pt x="991210" y="18026"/>
                    </a:lnTo>
                    <a:lnTo>
                      <a:pt x="1095248" y="17873"/>
                    </a:lnTo>
                    <a:cubicBezTo>
                      <a:pt x="1095695" y="17873"/>
                      <a:pt x="1096102" y="17808"/>
                      <a:pt x="1096508" y="17721"/>
                    </a:cubicBezTo>
                    <a:lnTo>
                      <a:pt x="1131662" y="6851"/>
                    </a:lnTo>
                    <a:lnTo>
                      <a:pt x="1164377" y="2857"/>
                    </a:lnTo>
                    <a:lnTo>
                      <a:pt x="1211031" y="6546"/>
                    </a:lnTo>
                    <a:cubicBezTo>
                      <a:pt x="1211031" y="6546"/>
                      <a:pt x="1211600" y="6611"/>
                      <a:pt x="1211682" y="6611"/>
                    </a:cubicBezTo>
                    <a:lnTo>
                      <a:pt x="1244641" y="6917"/>
                    </a:lnTo>
                    <a:lnTo>
                      <a:pt x="1293856" y="9056"/>
                    </a:lnTo>
                    <a:cubicBezTo>
                      <a:pt x="1295034" y="9056"/>
                      <a:pt x="1296497" y="8532"/>
                      <a:pt x="1296579" y="7724"/>
                    </a:cubicBezTo>
                    <a:cubicBezTo>
                      <a:pt x="1296660" y="6982"/>
                      <a:pt x="1295644" y="6284"/>
                      <a:pt x="1294262" y="6240"/>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6" name="Freeform: Shape 875">
                <a:extLst>
                  <a:ext uri="{FF2B5EF4-FFF2-40B4-BE49-F238E27FC236}">
                    <a16:creationId xmlns:a16="http://schemas.microsoft.com/office/drawing/2014/main" id="{3CC1646E-894A-4512-A993-5F1B45679ED8}"/>
                  </a:ext>
                </a:extLst>
              </p:cNvPr>
              <p:cNvSpPr/>
              <p:nvPr/>
            </p:nvSpPr>
            <p:spPr>
              <a:xfrm>
                <a:off x="1484593" y="5714606"/>
                <a:ext cx="130046" cy="13298"/>
              </a:xfrm>
              <a:custGeom>
                <a:avLst/>
                <a:gdLst>
                  <a:gd name="connsiteX0" fmla="*/ 2546 w 130046"/>
                  <a:gd name="connsiteY0" fmla="*/ 13299 h 13298"/>
                  <a:gd name="connsiteX1" fmla="*/ 27 w 130046"/>
                  <a:gd name="connsiteY1" fmla="*/ 12120 h 13298"/>
                  <a:gd name="connsiteX2" fmla="*/ 2221 w 130046"/>
                  <a:gd name="connsiteY2" fmla="*/ 10527 h 13298"/>
                  <a:gd name="connsiteX3" fmla="*/ 29288 w 130046"/>
                  <a:gd name="connsiteY3" fmla="*/ 8344 h 13298"/>
                  <a:gd name="connsiteX4" fmla="*/ 31685 w 130046"/>
                  <a:gd name="connsiteY4" fmla="*/ 7493 h 13298"/>
                  <a:gd name="connsiteX5" fmla="*/ 33270 w 130046"/>
                  <a:gd name="connsiteY5" fmla="*/ 7231 h 13298"/>
                  <a:gd name="connsiteX6" fmla="*/ 36318 w 130046"/>
                  <a:gd name="connsiteY6" fmla="*/ 7384 h 13298"/>
                  <a:gd name="connsiteX7" fmla="*/ 63100 w 130046"/>
                  <a:gd name="connsiteY7" fmla="*/ 5245 h 13298"/>
                  <a:gd name="connsiteX8" fmla="*/ 108983 w 130046"/>
                  <a:gd name="connsiteY8" fmla="*/ 923 h 13298"/>
                  <a:gd name="connsiteX9" fmla="*/ 121662 w 130046"/>
                  <a:gd name="connsiteY9" fmla="*/ 618 h 13298"/>
                  <a:gd name="connsiteX10" fmla="*/ 127027 w 130046"/>
                  <a:gd name="connsiteY10" fmla="*/ 28 h 13298"/>
                  <a:gd name="connsiteX11" fmla="*/ 129994 w 130046"/>
                  <a:gd name="connsiteY11" fmla="*/ 1098 h 13298"/>
                  <a:gd name="connsiteX12" fmla="*/ 128002 w 130046"/>
                  <a:gd name="connsiteY12" fmla="*/ 2757 h 13298"/>
                  <a:gd name="connsiteX13" fmla="*/ 122231 w 130046"/>
                  <a:gd name="connsiteY13" fmla="*/ 3390 h 13298"/>
                  <a:gd name="connsiteX14" fmla="*/ 109470 w 130046"/>
                  <a:gd name="connsiteY14" fmla="*/ 3761 h 13298"/>
                  <a:gd name="connsiteX15" fmla="*/ 56232 w 130046"/>
                  <a:gd name="connsiteY15" fmla="*/ 8650 h 13298"/>
                  <a:gd name="connsiteX16" fmla="*/ 36440 w 130046"/>
                  <a:gd name="connsiteY16" fmla="*/ 10156 h 13298"/>
                  <a:gd name="connsiteX17" fmla="*/ 33677 w 130046"/>
                  <a:gd name="connsiteY17" fmla="*/ 10090 h 13298"/>
                  <a:gd name="connsiteX18" fmla="*/ 31523 w 130046"/>
                  <a:gd name="connsiteY18" fmla="*/ 10833 h 13298"/>
                  <a:gd name="connsiteX19" fmla="*/ 30466 w 130046"/>
                  <a:gd name="connsiteY19" fmla="*/ 11094 h 13298"/>
                  <a:gd name="connsiteX20" fmla="*/ 2831 w 130046"/>
                  <a:gd name="connsiteY20" fmla="*/ 13277 h 13298"/>
                  <a:gd name="connsiteX21" fmla="*/ 2465 w 130046"/>
                  <a:gd name="connsiteY21" fmla="*/ 13277 h 1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0046" h="13298">
                    <a:moveTo>
                      <a:pt x="2546" y="13299"/>
                    </a:moveTo>
                    <a:cubicBezTo>
                      <a:pt x="1327" y="13299"/>
                      <a:pt x="230" y="12819"/>
                      <a:pt x="27" y="12120"/>
                    </a:cubicBezTo>
                    <a:cubicBezTo>
                      <a:pt x="-176" y="11313"/>
                      <a:pt x="799" y="10636"/>
                      <a:pt x="2221" y="10527"/>
                    </a:cubicBezTo>
                    <a:lnTo>
                      <a:pt x="29288" y="8344"/>
                    </a:lnTo>
                    <a:lnTo>
                      <a:pt x="31685" y="7493"/>
                    </a:lnTo>
                    <a:cubicBezTo>
                      <a:pt x="32173" y="7318"/>
                      <a:pt x="32742" y="7231"/>
                      <a:pt x="33270" y="7231"/>
                    </a:cubicBezTo>
                    <a:lnTo>
                      <a:pt x="36318" y="7384"/>
                    </a:lnTo>
                    <a:lnTo>
                      <a:pt x="63100" y="5245"/>
                    </a:lnTo>
                    <a:lnTo>
                      <a:pt x="108983" y="923"/>
                    </a:lnTo>
                    <a:lnTo>
                      <a:pt x="121662" y="618"/>
                    </a:lnTo>
                    <a:lnTo>
                      <a:pt x="127027" y="28"/>
                    </a:lnTo>
                    <a:cubicBezTo>
                      <a:pt x="128368" y="-124"/>
                      <a:pt x="129709" y="356"/>
                      <a:pt x="129994" y="1098"/>
                    </a:cubicBezTo>
                    <a:cubicBezTo>
                      <a:pt x="130278" y="1905"/>
                      <a:pt x="129384" y="2648"/>
                      <a:pt x="128002" y="2757"/>
                    </a:cubicBezTo>
                    <a:lnTo>
                      <a:pt x="122231" y="3390"/>
                    </a:lnTo>
                    <a:lnTo>
                      <a:pt x="109470" y="3761"/>
                    </a:lnTo>
                    <a:lnTo>
                      <a:pt x="56232" y="8650"/>
                    </a:lnTo>
                    <a:lnTo>
                      <a:pt x="36440" y="10156"/>
                    </a:lnTo>
                    <a:lnTo>
                      <a:pt x="33677" y="10090"/>
                    </a:lnTo>
                    <a:lnTo>
                      <a:pt x="31523" y="10833"/>
                    </a:lnTo>
                    <a:cubicBezTo>
                      <a:pt x="31198" y="10985"/>
                      <a:pt x="30872" y="11051"/>
                      <a:pt x="30466" y="11094"/>
                    </a:cubicBezTo>
                    <a:lnTo>
                      <a:pt x="2831" y="13277"/>
                    </a:lnTo>
                    <a:lnTo>
                      <a:pt x="2465" y="1327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7" name="Freeform: Shape 876">
                <a:extLst>
                  <a:ext uri="{FF2B5EF4-FFF2-40B4-BE49-F238E27FC236}">
                    <a16:creationId xmlns:a16="http://schemas.microsoft.com/office/drawing/2014/main" id="{429DED3A-0ED4-4E84-B960-BF0DF704B412}"/>
                  </a:ext>
                </a:extLst>
              </p:cNvPr>
              <p:cNvSpPr/>
              <p:nvPr/>
            </p:nvSpPr>
            <p:spPr>
              <a:xfrm>
                <a:off x="480771" y="5641589"/>
                <a:ext cx="837237" cy="71146"/>
              </a:xfrm>
              <a:custGeom>
                <a:avLst/>
                <a:gdLst>
                  <a:gd name="connsiteX0" fmla="*/ 834745 w 837237"/>
                  <a:gd name="connsiteY0" fmla="*/ 71125 h 71146"/>
                  <a:gd name="connsiteX1" fmla="*/ 834135 w 837237"/>
                  <a:gd name="connsiteY1" fmla="*/ 71081 h 71146"/>
                  <a:gd name="connsiteX2" fmla="*/ 745337 w 837237"/>
                  <a:gd name="connsiteY2" fmla="*/ 59797 h 71146"/>
                  <a:gd name="connsiteX3" fmla="*/ 650808 w 837237"/>
                  <a:gd name="connsiteY3" fmla="*/ 43689 h 71146"/>
                  <a:gd name="connsiteX4" fmla="*/ 462198 w 837237"/>
                  <a:gd name="connsiteY4" fmla="*/ 35744 h 71146"/>
                  <a:gd name="connsiteX5" fmla="*/ 367548 w 837237"/>
                  <a:gd name="connsiteY5" fmla="*/ 24394 h 71146"/>
                  <a:gd name="connsiteX6" fmla="*/ 273263 w 837237"/>
                  <a:gd name="connsiteY6" fmla="*/ 11386 h 71146"/>
                  <a:gd name="connsiteX7" fmla="*/ 179141 w 837237"/>
                  <a:gd name="connsiteY7" fmla="*/ 4510 h 71146"/>
                  <a:gd name="connsiteX8" fmla="*/ 144962 w 837237"/>
                  <a:gd name="connsiteY8" fmla="*/ 5842 h 71146"/>
                  <a:gd name="connsiteX9" fmla="*/ 109931 w 837237"/>
                  <a:gd name="connsiteY9" fmla="*/ 8395 h 71146"/>
                  <a:gd name="connsiteX10" fmla="*/ 12395 w 837237"/>
                  <a:gd name="connsiteY10" fmla="*/ 3921 h 71146"/>
                  <a:gd name="connsiteX11" fmla="*/ 2072 w 837237"/>
                  <a:gd name="connsiteY11" fmla="*/ 2808 h 71146"/>
                  <a:gd name="connsiteX12" fmla="*/ 40 w 837237"/>
                  <a:gd name="connsiteY12" fmla="*/ 1149 h 71146"/>
                  <a:gd name="connsiteX13" fmla="*/ 3047 w 837237"/>
                  <a:gd name="connsiteY13" fmla="*/ 36 h 71146"/>
                  <a:gd name="connsiteX14" fmla="*/ 13126 w 837237"/>
                  <a:gd name="connsiteY14" fmla="*/ 1105 h 71146"/>
                  <a:gd name="connsiteX15" fmla="*/ 109768 w 837237"/>
                  <a:gd name="connsiteY15" fmla="*/ 5645 h 71146"/>
                  <a:gd name="connsiteX16" fmla="*/ 144434 w 837237"/>
                  <a:gd name="connsiteY16" fmla="*/ 3091 h 71146"/>
                  <a:gd name="connsiteX17" fmla="*/ 179262 w 837237"/>
                  <a:gd name="connsiteY17" fmla="*/ 1760 h 71146"/>
                  <a:gd name="connsiteX18" fmla="*/ 274157 w 837237"/>
                  <a:gd name="connsiteY18" fmla="*/ 8635 h 71146"/>
                  <a:gd name="connsiteX19" fmla="*/ 368645 w 837237"/>
                  <a:gd name="connsiteY19" fmla="*/ 21644 h 71146"/>
                  <a:gd name="connsiteX20" fmla="*/ 462930 w 837237"/>
                  <a:gd name="connsiteY20" fmla="*/ 32994 h 71146"/>
                  <a:gd name="connsiteX21" fmla="*/ 651743 w 837237"/>
                  <a:gd name="connsiteY21" fmla="*/ 40939 h 71146"/>
                  <a:gd name="connsiteX22" fmla="*/ 746637 w 837237"/>
                  <a:gd name="connsiteY22" fmla="*/ 57090 h 71146"/>
                  <a:gd name="connsiteX23" fmla="*/ 835233 w 837237"/>
                  <a:gd name="connsiteY23" fmla="*/ 68331 h 71146"/>
                  <a:gd name="connsiteX24" fmla="*/ 837183 w 837237"/>
                  <a:gd name="connsiteY24" fmla="*/ 70033 h 71146"/>
                  <a:gd name="connsiteX25" fmla="*/ 834704 w 837237"/>
                  <a:gd name="connsiteY25" fmla="*/ 71147 h 71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7237" h="71146">
                    <a:moveTo>
                      <a:pt x="834745" y="71125"/>
                    </a:moveTo>
                    <a:cubicBezTo>
                      <a:pt x="834745" y="71125"/>
                      <a:pt x="834339" y="71081"/>
                      <a:pt x="834135" y="71081"/>
                    </a:cubicBezTo>
                    <a:lnTo>
                      <a:pt x="745337" y="59797"/>
                    </a:lnTo>
                    <a:lnTo>
                      <a:pt x="650808" y="43689"/>
                    </a:lnTo>
                    <a:lnTo>
                      <a:pt x="462198" y="35744"/>
                    </a:lnTo>
                    <a:lnTo>
                      <a:pt x="367548" y="24394"/>
                    </a:lnTo>
                    <a:lnTo>
                      <a:pt x="273263" y="11386"/>
                    </a:lnTo>
                    <a:lnTo>
                      <a:pt x="179141" y="4510"/>
                    </a:lnTo>
                    <a:lnTo>
                      <a:pt x="144962" y="5842"/>
                    </a:lnTo>
                    <a:lnTo>
                      <a:pt x="109931" y="8395"/>
                    </a:lnTo>
                    <a:lnTo>
                      <a:pt x="12395" y="3921"/>
                    </a:lnTo>
                    <a:lnTo>
                      <a:pt x="2072" y="2808"/>
                    </a:lnTo>
                    <a:cubicBezTo>
                      <a:pt x="690" y="2655"/>
                      <a:pt x="-204" y="1891"/>
                      <a:pt x="40" y="1149"/>
                    </a:cubicBezTo>
                    <a:cubicBezTo>
                      <a:pt x="325" y="341"/>
                      <a:pt x="1666" y="-139"/>
                      <a:pt x="3047" y="36"/>
                    </a:cubicBezTo>
                    <a:lnTo>
                      <a:pt x="13126" y="1105"/>
                    </a:lnTo>
                    <a:lnTo>
                      <a:pt x="109768" y="5645"/>
                    </a:lnTo>
                    <a:lnTo>
                      <a:pt x="144434" y="3091"/>
                    </a:lnTo>
                    <a:lnTo>
                      <a:pt x="179262" y="1760"/>
                    </a:lnTo>
                    <a:lnTo>
                      <a:pt x="274157" y="8635"/>
                    </a:lnTo>
                    <a:lnTo>
                      <a:pt x="368645" y="21644"/>
                    </a:lnTo>
                    <a:lnTo>
                      <a:pt x="462930" y="32994"/>
                    </a:lnTo>
                    <a:lnTo>
                      <a:pt x="651743" y="40939"/>
                    </a:lnTo>
                    <a:lnTo>
                      <a:pt x="746637" y="57090"/>
                    </a:lnTo>
                    <a:lnTo>
                      <a:pt x="835233" y="68331"/>
                    </a:lnTo>
                    <a:cubicBezTo>
                      <a:pt x="836614" y="68549"/>
                      <a:pt x="837468" y="69291"/>
                      <a:pt x="837183" y="70033"/>
                    </a:cubicBezTo>
                    <a:cubicBezTo>
                      <a:pt x="836899" y="70666"/>
                      <a:pt x="835842" y="71147"/>
                      <a:pt x="834704" y="71147"/>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8" name="Freeform: Shape 877">
                <a:extLst>
                  <a:ext uri="{FF2B5EF4-FFF2-40B4-BE49-F238E27FC236}">
                    <a16:creationId xmlns:a16="http://schemas.microsoft.com/office/drawing/2014/main" id="{6D2E69E0-68A9-4C5C-A6E0-31957F5E1C74}"/>
                  </a:ext>
                </a:extLst>
              </p:cNvPr>
              <p:cNvSpPr/>
              <p:nvPr/>
            </p:nvSpPr>
            <p:spPr>
              <a:xfrm>
                <a:off x="11335918" y="5769875"/>
                <a:ext cx="856081" cy="24818"/>
              </a:xfrm>
              <a:custGeom>
                <a:avLst/>
                <a:gdLst>
                  <a:gd name="connsiteX0" fmla="*/ 856081 w 856081"/>
                  <a:gd name="connsiteY0" fmla="*/ 22025 h 24818"/>
                  <a:gd name="connsiteX1" fmla="*/ 677793 w 856081"/>
                  <a:gd name="connsiteY1" fmla="*/ 19100 h 24818"/>
                  <a:gd name="connsiteX2" fmla="*/ 405912 w 856081"/>
                  <a:gd name="connsiteY2" fmla="*/ 13993 h 24818"/>
                  <a:gd name="connsiteX3" fmla="*/ 270093 w 856081"/>
                  <a:gd name="connsiteY3" fmla="*/ 10959 h 24818"/>
                  <a:gd name="connsiteX4" fmla="*/ 202427 w 856081"/>
                  <a:gd name="connsiteY4" fmla="*/ 9257 h 24818"/>
                  <a:gd name="connsiteX5" fmla="*/ 135047 w 856081"/>
                  <a:gd name="connsiteY5" fmla="*/ 5371 h 24818"/>
                  <a:gd name="connsiteX6" fmla="*/ 63805 w 856081"/>
                  <a:gd name="connsiteY6" fmla="*/ 1377 h 24818"/>
                  <a:gd name="connsiteX7" fmla="*/ 2682 w 856081"/>
                  <a:gd name="connsiteY7" fmla="*/ 2 h 24818"/>
                  <a:gd name="connsiteX8" fmla="*/ 0 w 856081"/>
                  <a:gd name="connsiteY8" fmla="*/ 1334 h 24818"/>
                  <a:gd name="connsiteX9" fmla="*/ 2478 w 856081"/>
                  <a:gd name="connsiteY9" fmla="*/ 2818 h 24818"/>
                  <a:gd name="connsiteX10" fmla="*/ 57668 w 856081"/>
                  <a:gd name="connsiteY10" fmla="*/ 4040 h 24818"/>
                  <a:gd name="connsiteX11" fmla="*/ 134477 w 856081"/>
                  <a:gd name="connsiteY11" fmla="*/ 8143 h 24818"/>
                  <a:gd name="connsiteX12" fmla="*/ 202021 w 856081"/>
                  <a:gd name="connsiteY12" fmla="*/ 12094 h 24818"/>
                  <a:gd name="connsiteX13" fmla="*/ 269890 w 856081"/>
                  <a:gd name="connsiteY13" fmla="*/ 13797 h 24818"/>
                  <a:gd name="connsiteX14" fmla="*/ 405708 w 856081"/>
                  <a:gd name="connsiteY14" fmla="*/ 16830 h 24818"/>
                  <a:gd name="connsiteX15" fmla="*/ 541649 w 856081"/>
                  <a:gd name="connsiteY15" fmla="*/ 19275 h 24818"/>
                  <a:gd name="connsiteX16" fmla="*/ 677591 w 856081"/>
                  <a:gd name="connsiteY16" fmla="*/ 21938 h 24818"/>
                  <a:gd name="connsiteX17" fmla="*/ 856081 w 856081"/>
                  <a:gd name="connsiteY17" fmla="*/ 24819 h 24818"/>
                  <a:gd name="connsiteX18" fmla="*/ 856081 w 856081"/>
                  <a:gd name="connsiteY18" fmla="*/ 22047 h 24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6081" h="24818">
                    <a:moveTo>
                      <a:pt x="856081" y="22025"/>
                    </a:moveTo>
                    <a:lnTo>
                      <a:pt x="677793" y="19100"/>
                    </a:lnTo>
                    <a:lnTo>
                      <a:pt x="405912" y="13993"/>
                    </a:lnTo>
                    <a:lnTo>
                      <a:pt x="270093" y="10959"/>
                    </a:lnTo>
                    <a:lnTo>
                      <a:pt x="202427" y="9257"/>
                    </a:lnTo>
                    <a:lnTo>
                      <a:pt x="135047" y="5371"/>
                    </a:lnTo>
                    <a:lnTo>
                      <a:pt x="63805" y="1377"/>
                    </a:lnTo>
                    <a:lnTo>
                      <a:pt x="2682" y="2"/>
                    </a:lnTo>
                    <a:cubicBezTo>
                      <a:pt x="1097" y="-41"/>
                      <a:pt x="81" y="591"/>
                      <a:pt x="0" y="1334"/>
                    </a:cubicBezTo>
                    <a:cubicBezTo>
                      <a:pt x="0" y="2141"/>
                      <a:pt x="1097" y="2774"/>
                      <a:pt x="2478" y="2818"/>
                    </a:cubicBezTo>
                    <a:lnTo>
                      <a:pt x="57668" y="4040"/>
                    </a:lnTo>
                    <a:lnTo>
                      <a:pt x="134477" y="8143"/>
                    </a:lnTo>
                    <a:lnTo>
                      <a:pt x="202021" y="12094"/>
                    </a:lnTo>
                    <a:lnTo>
                      <a:pt x="269890" y="13797"/>
                    </a:lnTo>
                    <a:lnTo>
                      <a:pt x="405708" y="16830"/>
                    </a:lnTo>
                    <a:lnTo>
                      <a:pt x="541649" y="19275"/>
                    </a:lnTo>
                    <a:lnTo>
                      <a:pt x="677591" y="21938"/>
                    </a:lnTo>
                    <a:lnTo>
                      <a:pt x="856081" y="24819"/>
                    </a:lnTo>
                    <a:lnTo>
                      <a:pt x="856081" y="22047"/>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79" name="Freeform: Shape 878">
                <a:extLst>
                  <a:ext uri="{FF2B5EF4-FFF2-40B4-BE49-F238E27FC236}">
                    <a16:creationId xmlns:a16="http://schemas.microsoft.com/office/drawing/2014/main" id="{7177B397-57D6-41E8-91A9-F08CD3A022CD}"/>
                  </a:ext>
                </a:extLst>
              </p:cNvPr>
              <p:cNvSpPr/>
              <p:nvPr/>
            </p:nvSpPr>
            <p:spPr>
              <a:xfrm>
                <a:off x="9600962" y="5708981"/>
                <a:ext cx="507334" cy="23027"/>
              </a:xfrm>
              <a:custGeom>
                <a:avLst/>
                <a:gdLst>
                  <a:gd name="connsiteX0" fmla="*/ 504743 w 507334"/>
                  <a:gd name="connsiteY0" fmla="*/ 23027 h 23027"/>
                  <a:gd name="connsiteX1" fmla="*/ 503565 w 507334"/>
                  <a:gd name="connsiteY1" fmla="*/ 22874 h 23027"/>
                  <a:gd name="connsiteX2" fmla="*/ 502386 w 507334"/>
                  <a:gd name="connsiteY2" fmla="*/ 22547 h 23027"/>
                  <a:gd name="connsiteX3" fmla="*/ 487024 w 507334"/>
                  <a:gd name="connsiteY3" fmla="*/ 19622 h 23027"/>
                  <a:gd name="connsiteX4" fmla="*/ 471621 w 507334"/>
                  <a:gd name="connsiteY4" fmla="*/ 17330 h 23027"/>
                  <a:gd name="connsiteX5" fmla="*/ 407817 w 507334"/>
                  <a:gd name="connsiteY5" fmla="*/ 16304 h 23027"/>
                  <a:gd name="connsiteX6" fmla="*/ 343402 w 507334"/>
                  <a:gd name="connsiteY6" fmla="*/ 15453 h 23027"/>
                  <a:gd name="connsiteX7" fmla="*/ 279110 w 507334"/>
                  <a:gd name="connsiteY7" fmla="*/ 15671 h 23027"/>
                  <a:gd name="connsiteX8" fmla="*/ 278988 w 507334"/>
                  <a:gd name="connsiteY8" fmla="*/ 15671 h 23027"/>
                  <a:gd name="connsiteX9" fmla="*/ 278297 w 507334"/>
                  <a:gd name="connsiteY9" fmla="*/ 15562 h 23027"/>
                  <a:gd name="connsiteX10" fmla="*/ 263626 w 507334"/>
                  <a:gd name="connsiteY10" fmla="*/ 12943 h 23027"/>
                  <a:gd name="connsiteX11" fmla="*/ 249117 w 507334"/>
                  <a:gd name="connsiteY11" fmla="*/ 10761 h 23027"/>
                  <a:gd name="connsiteX12" fmla="*/ 235015 w 507334"/>
                  <a:gd name="connsiteY12" fmla="*/ 9211 h 23027"/>
                  <a:gd name="connsiteX13" fmla="*/ 172227 w 507334"/>
                  <a:gd name="connsiteY13" fmla="*/ 9516 h 23027"/>
                  <a:gd name="connsiteX14" fmla="*/ 112892 w 507334"/>
                  <a:gd name="connsiteY14" fmla="*/ 9582 h 23027"/>
                  <a:gd name="connsiteX15" fmla="*/ 101594 w 507334"/>
                  <a:gd name="connsiteY15" fmla="*/ 8883 h 23027"/>
                  <a:gd name="connsiteX16" fmla="*/ 100903 w 507334"/>
                  <a:gd name="connsiteY16" fmla="*/ 8774 h 23027"/>
                  <a:gd name="connsiteX17" fmla="*/ 97733 w 507334"/>
                  <a:gd name="connsiteY17" fmla="*/ 7967 h 23027"/>
                  <a:gd name="connsiteX18" fmla="*/ 80949 w 507334"/>
                  <a:gd name="connsiteY18" fmla="*/ 6199 h 23027"/>
                  <a:gd name="connsiteX19" fmla="*/ 70261 w 507334"/>
                  <a:gd name="connsiteY19" fmla="*/ 5609 h 23027"/>
                  <a:gd name="connsiteX20" fmla="*/ 51404 w 507334"/>
                  <a:gd name="connsiteY20" fmla="*/ 6133 h 23027"/>
                  <a:gd name="connsiteX21" fmla="*/ 35229 w 507334"/>
                  <a:gd name="connsiteY21" fmla="*/ 5915 h 23027"/>
                  <a:gd name="connsiteX22" fmla="*/ 20558 w 507334"/>
                  <a:gd name="connsiteY22" fmla="*/ 4060 h 23027"/>
                  <a:gd name="connsiteX23" fmla="*/ 14096 w 507334"/>
                  <a:gd name="connsiteY23" fmla="*/ 2794 h 23027"/>
                  <a:gd name="connsiteX24" fmla="*/ 7147 w 507334"/>
                  <a:gd name="connsiteY24" fmla="*/ 3580 h 23027"/>
                  <a:gd name="connsiteX25" fmla="*/ 3286 w 507334"/>
                  <a:gd name="connsiteY25" fmla="*/ 4278 h 23027"/>
                  <a:gd name="connsiteX26" fmla="*/ 116 w 507334"/>
                  <a:gd name="connsiteY26" fmla="*/ 3361 h 23027"/>
                  <a:gd name="connsiteX27" fmla="*/ 1701 w 507334"/>
                  <a:gd name="connsiteY27" fmla="*/ 1593 h 23027"/>
                  <a:gd name="connsiteX28" fmla="*/ 5887 w 507334"/>
                  <a:gd name="connsiteY28" fmla="*/ 851 h 23027"/>
                  <a:gd name="connsiteX29" fmla="*/ 15112 w 507334"/>
                  <a:gd name="connsiteY29" fmla="*/ 0 h 23027"/>
                  <a:gd name="connsiteX30" fmla="*/ 16006 w 507334"/>
                  <a:gd name="connsiteY30" fmla="*/ 44 h 23027"/>
                  <a:gd name="connsiteX31" fmla="*/ 22062 w 507334"/>
                  <a:gd name="connsiteY31" fmla="*/ 1375 h 23027"/>
                  <a:gd name="connsiteX32" fmla="*/ 35961 w 507334"/>
                  <a:gd name="connsiteY32" fmla="*/ 3078 h 23027"/>
                  <a:gd name="connsiteX33" fmla="*/ 51323 w 507334"/>
                  <a:gd name="connsiteY33" fmla="*/ 3296 h 23027"/>
                  <a:gd name="connsiteX34" fmla="*/ 70383 w 507334"/>
                  <a:gd name="connsiteY34" fmla="*/ 2772 h 23027"/>
                  <a:gd name="connsiteX35" fmla="*/ 81803 w 507334"/>
                  <a:gd name="connsiteY35" fmla="*/ 3405 h 23027"/>
                  <a:gd name="connsiteX36" fmla="*/ 99278 w 507334"/>
                  <a:gd name="connsiteY36" fmla="*/ 5260 h 23027"/>
                  <a:gd name="connsiteX37" fmla="*/ 102651 w 507334"/>
                  <a:gd name="connsiteY37" fmla="*/ 6046 h 23027"/>
                  <a:gd name="connsiteX38" fmla="*/ 113258 w 507334"/>
                  <a:gd name="connsiteY38" fmla="*/ 6679 h 23027"/>
                  <a:gd name="connsiteX39" fmla="*/ 172186 w 507334"/>
                  <a:gd name="connsiteY39" fmla="*/ 6635 h 23027"/>
                  <a:gd name="connsiteX40" fmla="*/ 235584 w 507334"/>
                  <a:gd name="connsiteY40" fmla="*/ 6373 h 23027"/>
                  <a:gd name="connsiteX41" fmla="*/ 250377 w 507334"/>
                  <a:gd name="connsiteY41" fmla="*/ 7967 h 23027"/>
                  <a:gd name="connsiteX42" fmla="*/ 265170 w 507334"/>
                  <a:gd name="connsiteY42" fmla="*/ 10215 h 23027"/>
                  <a:gd name="connsiteX43" fmla="*/ 279475 w 507334"/>
                  <a:gd name="connsiteY43" fmla="*/ 12769 h 23027"/>
                  <a:gd name="connsiteX44" fmla="*/ 343483 w 507334"/>
                  <a:gd name="connsiteY44" fmla="*/ 12550 h 23027"/>
                  <a:gd name="connsiteX45" fmla="*/ 408101 w 507334"/>
                  <a:gd name="connsiteY45" fmla="*/ 13401 h 23027"/>
                  <a:gd name="connsiteX46" fmla="*/ 472393 w 507334"/>
                  <a:gd name="connsiteY46" fmla="*/ 14471 h 23027"/>
                  <a:gd name="connsiteX47" fmla="*/ 488568 w 507334"/>
                  <a:gd name="connsiteY47" fmla="*/ 16828 h 23027"/>
                  <a:gd name="connsiteX48" fmla="*/ 506003 w 507334"/>
                  <a:gd name="connsiteY48" fmla="*/ 20299 h 23027"/>
                  <a:gd name="connsiteX49" fmla="*/ 507019 w 507334"/>
                  <a:gd name="connsiteY49" fmla="*/ 22219 h 23027"/>
                  <a:gd name="connsiteX50" fmla="*/ 504824 w 507334"/>
                  <a:gd name="connsiteY50" fmla="*/ 22962 h 23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07334" h="23027">
                    <a:moveTo>
                      <a:pt x="504743" y="23027"/>
                    </a:moveTo>
                    <a:cubicBezTo>
                      <a:pt x="504337" y="23027"/>
                      <a:pt x="503849" y="22962"/>
                      <a:pt x="503565" y="22874"/>
                    </a:cubicBezTo>
                    <a:lnTo>
                      <a:pt x="502386" y="22547"/>
                    </a:lnTo>
                    <a:lnTo>
                      <a:pt x="487024" y="19622"/>
                    </a:lnTo>
                    <a:lnTo>
                      <a:pt x="471621" y="17330"/>
                    </a:lnTo>
                    <a:lnTo>
                      <a:pt x="407817" y="16304"/>
                    </a:lnTo>
                    <a:lnTo>
                      <a:pt x="343402" y="15453"/>
                    </a:lnTo>
                    <a:lnTo>
                      <a:pt x="279110" y="15671"/>
                    </a:lnTo>
                    <a:lnTo>
                      <a:pt x="278988" y="15671"/>
                    </a:lnTo>
                    <a:cubicBezTo>
                      <a:pt x="278988" y="15671"/>
                      <a:pt x="278500" y="15628"/>
                      <a:pt x="278297" y="15562"/>
                    </a:cubicBezTo>
                    <a:lnTo>
                      <a:pt x="263626" y="12943"/>
                    </a:lnTo>
                    <a:lnTo>
                      <a:pt x="249117" y="10761"/>
                    </a:lnTo>
                    <a:lnTo>
                      <a:pt x="235015" y="9211"/>
                    </a:lnTo>
                    <a:lnTo>
                      <a:pt x="172227" y="9516"/>
                    </a:lnTo>
                    <a:lnTo>
                      <a:pt x="112892" y="9582"/>
                    </a:lnTo>
                    <a:lnTo>
                      <a:pt x="101594" y="8883"/>
                    </a:lnTo>
                    <a:cubicBezTo>
                      <a:pt x="101594" y="8883"/>
                      <a:pt x="101107" y="8840"/>
                      <a:pt x="100903" y="8774"/>
                    </a:cubicBezTo>
                    <a:lnTo>
                      <a:pt x="97733" y="7967"/>
                    </a:lnTo>
                    <a:lnTo>
                      <a:pt x="80949" y="6199"/>
                    </a:lnTo>
                    <a:lnTo>
                      <a:pt x="70261" y="5609"/>
                    </a:lnTo>
                    <a:lnTo>
                      <a:pt x="51404" y="6133"/>
                    </a:lnTo>
                    <a:lnTo>
                      <a:pt x="35229" y="5915"/>
                    </a:lnTo>
                    <a:lnTo>
                      <a:pt x="20558" y="4060"/>
                    </a:lnTo>
                    <a:lnTo>
                      <a:pt x="14096" y="2794"/>
                    </a:lnTo>
                    <a:lnTo>
                      <a:pt x="7147" y="3580"/>
                    </a:lnTo>
                    <a:lnTo>
                      <a:pt x="3286" y="4278"/>
                    </a:lnTo>
                    <a:cubicBezTo>
                      <a:pt x="1985" y="4540"/>
                      <a:pt x="482" y="4125"/>
                      <a:pt x="116" y="3361"/>
                    </a:cubicBezTo>
                    <a:cubicBezTo>
                      <a:pt x="-290" y="2619"/>
                      <a:pt x="401" y="1877"/>
                      <a:pt x="1701" y="1593"/>
                    </a:cubicBezTo>
                    <a:lnTo>
                      <a:pt x="5887" y="851"/>
                    </a:lnTo>
                    <a:lnTo>
                      <a:pt x="15112" y="0"/>
                    </a:lnTo>
                    <a:cubicBezTo>
                      <a:pt x="15397" y="0"/>
                      <a:pt x="15722" y="0"/>
                      <a:pt x="16006" y="44"/>
                    </a:cubicBezTo>
                    <a:lnTo>
                      <a:pt x="22062" y="1375"/>
                    </a:lnTo>
                    <a:lnTo>
                      <a:pt x="35961" y="3078"/>
                    </a:lnTo>
                    <a:lnTo>
                      <a:pt x="51323" y="3296"/>
                    </a:lnTo>
                    <a:lnTo>
                      <a:pt x="70383" y="2772"/>
                    </a:lnTo>
                    <a:lnTo>
                      <a:pt x="81803" y="3405"/>
                    </a:lnTo>
                    <a:lnTo>
                      <a:pt x="99278" y="5260"/>
                    </a:lnTo>
                    <a:lnTo>
                      <a:pt x="102651" y="6046"/>
                    </a:lnTo>
                    <a:lnTo>
                      <a:pt x="113258" y="6679"/>
                    </a:lnTo>
                    <a:lnTo>
                      <a:pt x="172186" y="6635"/>
                    </a:lnTo>
                    <a:lnTo>
                      <a:pt x="235584" y="6373"/>
                    </a:lnTo>
                    <a:lnTo>
                      <a:pt x="250377" y="7967"/>
                    </a:lnTo>
                    <a:lnTo>
                      <a:pt x="265170" y="10215"/>
                    </a:lnTo>
                    <a:lnTo>
                      <a:pt x="279475" y="12769"/>
                    </a:lnTo>
                    <a:lnTo>
                      <a:pt x="343483" y="12550"/>
                    </a:lnTo>
                    <a:lnTo>
                      <a:pt x="408101" y="13401"/>
                    </a:lnTo>
                    <a:lnTo>
                      <a:pt x="472393" y="14471"/>
                    </a:lnTo>
                    <a:lnTo>
                      <a:pt x="488568" y="16828"/>
                    </a:lnTo>
                    <a:lnTo>
                      <a:pt x="506003" y="20299"/>
                    </a:lnTo>
                    <a:cubicBezTo>
                      <a:pt x="507222" y="20670"/>
                      <a:pt x="507710" y="21521"/>
                      <a:pt x="507019" y="22219"/>
                    </a:cubicBezTo>
                    <a:cubicBezTo>
                      <a:pt x="506613" y="22700"/>
                      <a:pt x="505718" y="22962"/>
                      <a:pt x="504824" y="2296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80" name="Freeform: Shape 879">
                <a:extLst>
                  <a:ext uri="{FF2B5EF4-FFF2-40B4-BE49-F238E27FC236}">
                    <a16:creationId xmlns:a16="http://schemas.microsoft.com/office/drawing/2014/main" id="{12204EA4-4EAB-487B-A876-304B0A60B195}"/>
                  </a:ext>
                </a:extLst>
              </p:cNvPr>
              <p:cNvSpPr/>
              <p:nvPr/>
            </p:nvSpPr>
            <p:spPr>
              <a:xfrm>
                <a:off x="9497051" y="5703488"/>
                <a:ext cx="406585" cy="40939"/>
              </a:xfrm>
              <a:custGeom>
                <a:avLst/>
                <a:gdLst>
                  <a:gd name="connsiteX0" fmla="*/ 403991 w 406585"/>
                  <a:gd name="connsiteY0" fmla="*/ 40939 h 40939"/>
                  <a:gd name="connsiteX1" fmla="*/ 402893 w 406585"/>
                  <a:gd name="connsiteY1" fmla="*/ 40830 h 40939"/>
                  <a:gd name="connsiteX2" fmla="*/ 391799 w 406585"/>
                  <a:gd name="connsiteY2" fmla="*/ 38123 h 40939"/>
                  <a:gd name="connsiteX3" fmla="*/ 327019 w 406585"/>
                  <a:gd name="connsiteY3" fmla="*/ 37010 h 40939"/>
                  <a:gd name="connsiteX4" fmla="*/ 306170 w 406585"/>
                  <a:gd name="connsiteY4" fmla="*/ 37054 h 40939"/>
                  <a:gd name="connsiteX5" fmla="*/ 306170 w 406585"/>
                  <a:gd name="connsiteY5" fmla="*/ 37054 h 40939"/>
                  <a:gd name="connsiteX6" fmla="*/ 305398 w 406585"/>
                  <a:gd name="connsiteY6" fmla="*/ 36945 h 40939"/>
                  <a:gd name="connsiteX7" fmla="*/ 262848 w 406585"/>
                  <a:gd name="connsiteY7" fmla="*/ 37054 h 40939"/>
                  <a:gd name="connsiteX8" fmla="*/ 199043 w 406585"/>
                  <a:gd name="connsiteY8" fmla="*/ 36792 h 40939"/>
                  <a:gd name="connsiteX9" fmla="*/ 135726 w 406585"/>
                  <a:gd name="connsiteY9" fmla="*/ 35723 h 40939"/>
                  <a:gd name="connsiteX10" fmla="*/ 72653 w 406585"/>
                  <a:gd name="connsiteY10" fmla="*/ 34238 h 40939"/>
                  <a:gd name="connsiteX11" fmla="*/ 70865 w 406585"/>
                  <a:gd name="connsiteY11" fmla="*/ 33758 h 40939"/>
                  <a:gd name="connsiteX12" fmla="*/ 60135 w 406585"/>
                  <a:gd name="connsiteY12" fmla="*/ 27036 h 40939"/>
                  <a:gd name="connsiteX13" fmla="*/ 49529 w 406585"/>
                  <a:gd name="connsiteY13" fmla="*/ 19462 h 40939"/>
                  <a:gd name="connsiteX14" fmla="*/ 38515 w 406585"/>
                  <a:gd name="connsiteY14" fmla="*/ 12172 h 40939"/>
                  <a:gd name="connsiteX15" fmla="*/ 27299 w 406585"/>
                  <a:gd name="connsiteY15" fmla="*/ 7435 h 40939"/>
                  <a:gd name="connsiteX16" fmla="*/ 16082 w 406585"/>
                  <a:gd name="connsiteY16" fmla="*/ 4227 h 40939"/>
                  <a:gd name="connsiteX17" fmla="*/ 9051 w 406585"/>
                  <a:gd name="connsiteY17" fmla="*/ 3310 h 40939"/>
                  <a:gd name="connsiteX18" fmla="*/ 2101 w 406585"/>
                  <a:gd name="connsiteY18" fmla="*/ 2786 h 40939"/>
                  <a:gd name="connsiteX19" fmla="*/ 29 w 406585"/>
                  <a:gd name="connsiteY19" fmla="*/ 1237 h 40939"/>
                  <a:gd name="connsiteX20" fmla="*/ 2833 w 406585"/>
                  <a:gd name="connsiteY20" fmla="*/ 14 h 40939"/>
                  <a:gd name="connsiteX21" fmla="*/ 9986 w 406585"/>
                  <a:gd name="connsiteY21" fmla="*/ 538 h 40939"/>
                  <a:gd name="connsiteX22" fmla="*/ 17911 w 406585"/>
                  <a:gd name="connsiteY22" fmla="*/ 1608 h 40939"/>
                  <a:gd name="connsiteX23" fmla="*/ 30021 w 406585"/>
                  <a:gd name="connsiteY23" fmla="*/ 5078 h 40939"/>
                  <a:gd name="connsiteX24" fmla="*/ 42132 w 406585"/>
                  <a:gd name="connsiteY24" fmla="*/ 10142 h 40939"/>
                  <a:gd name="connsiteX25" fmla="*/ 53552 w 406585"/>
                  <a:gd name="connsiteY25" fmla="*/ 17716 h 40939"/>
                  <a:gd name="connsiteX26" fmla="*/ 64159 w 406585"/>
                  <a:gd name="connsiteY26" fmla="*/ 25224 h 40939"/>
                  <a:gd name="connsiteX27" fmla="*/ 73994 w 406585"/>
                  <a:gd name="connsiteY27" fmla="*/ 31466 h 40939"/>
                  <a:gd name="connsiteX28" fmla="*/ 136011 w 406585"/>
                  <a:gd name="connsiteY28" fmla="*/ 32907 h 40939"/>
                  <a:gd name="connsiteX29" fmla="*/ 199205 w 406585"/>
                  <a:gd name="connsiteY29" fmla="*/ 33976 h 40939"/>
                  <a:gd name="connsiteX30" fmla="*/ 262889 w 406585"/>
                  <a:gd name="connsiteY30" fmla="*/ 34238 h 40939"/>
                  <a:gd name="connsiteX31" fmla="*/ 305845 w 406585"/>
                  <a:gd name="connsiteY31" fmla="*/ 34195 h 40939"/>
                  <a:gd name="connsiteX32" fmla="*/ 305967 w 406585"/>
                  <a:gd name="connsiteY32" fmla="*/ 34195 h 40939"/>
                  <a:gd name="connsiteX33" fmla="*/ 306658 w 406585"/>
                  <a:gd name="connsiteY33" fmla="*/ 34238 h 40939"/>
                  <a:gd name="connsiteX34" fmla="*/ 327181 w 406585"/>
                  <a:gd name="connsiteY34" fmla="*/ 34238 h 40939"/>
                  <a:gd name="connsiteX35" fmla="*/ 392571 w 406585"/>
                  <a:gd name="connsiteY35" fmla="*/ 35308 h 40939"/>
                  <a:gd name="connsiteX36" fmla="*/ 393465 w 406585"/>
                  <a:gd name="connsiteY36" fmla="*/ 35417 h 40939"/>
                  <a:gd name="connsiteX37" fmla="*/ 405047 w 406585"/>
                  <a:gd name="connsiteY37" fmla="*/ 38233 h 40939"/>
                  <a:gd name="connsiteX38" fmla="*/ 406348 w 406585"/>
                  <a:gd name="connsiteY38" fmla="*/ 40088 h 40939"/>
                  <a:gd name="connsiteX39" fmla="*/ 404072 w 406585"/>
                  <a:gd name="connsiteY39" fmla="*/ 40939 h 40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06585" h="40939">
                    <a:moveTo>
                      <a:pt x="403991" y="40939"/>
                    </a:moveTo>
                    <a:cubicBezTo>
                      <a:pt x="403584" y="40939"/>
                      <a:pt x="403300" y="40895"/>
                      <a:pt x="402893" y="40830"/>
                    </a:cubicBezTo>
                    <a:lnTo>
                      <a:pt x="391799" y="38123"/>
                    </a:lnTo>
                    <a:lnTo>
                      <a:pt x="327019" y="37010"/>
                    </a:lnTo>
                    <a:lnTo>
                      <a:pt x="306170" y="37054"/>
                    </a:lnTo>
                    <a:lnTo>
                      <a:pt x="306170" y="37054"/>
                    </a:lnTo>
                    <a:cubicBezTo>
                      <a:pt x="305885" y="37054"/>
                      <a:pt x="305561" y="37010"/>
                      <a:pt x="305398" y="36945"/>
                    </a:cubicBezTo>
                    <a:lnTo>
                      <a:pt x="262848" y="37054"/>
                    </a:lnTo>
                    <a:lnTo>
                      <a:pt x="199043" y="36792"/>
                    </a:lnTo>
                    <a:lnTo>
                      <a:pt x="135726" y="35723"/>
                    </a:lnTo>
                    <a:lnTo>
                      <a:pt x="72653" y="34238"/>
                    </a:lnTo>
                    <a:cubicBezTo>
                      <a:pt x="71962" y="34238"/>
                      <a:pt x="71271" y="34020"/>
                      <a:pt x="70865" y="33758"/>
                    </a:cubicBezTo>
                    <a:lnTo>
                      <a:pt x="60135" y="27036"/>
                    </a:lnTo>
                    <a:lnTo>
                      <a:pt x="49529" y="19462"/>
                    </a:lnTo>
                    <a:lnTo>
                      <a:pt x="38515" y="12172"/>
                    </a:lnTo>
                    <a:lnTo>
                      <a:pt x="27299" y="7435"/>
                    </a:lnTo>
                    <a:lnTo>
                      <a:pt x="16082" y="4227"/>
                    </a:lnTo>
                    <a:lnTo>
                      <a:pt x="9051" y="3310"/>
                    </a:lnTo>
                    <a:lnTo>
                      <a:pt x="2101" y="2786"/>
                    </a:lnTo>
                    <a:cubicBezTo>
                      <a:pt x="720" y="2677"/>
                      <a:pt x="-174" y="1979"/>
                      <a:pt x="29" y="1237"/>
                    </a:cubicBezTo>
                    <a:cubicBezTo>
                      <a:pt x="232" y="429"/>
                      <a:pt x="1411" y="-95"/>
                      <a:pt x="2833" y="14"/>
                    </a:cubicBezTo>
                    <a:lnTo>
                      <a:pt x="9986" y="538"/>
                    </a:lnTo>
                    <a:lnTo>
                      <a:pt x="17911" y="1608"/>
                    </a:lnTo>
                    <a:lnTo>
                      <a:pt x="30021" y="5078"/>
                    </a:lnTo>
                    <a:lnTo>
                      <a:pt x="42132" y="10142"/>
                    </a:lnTo>
                    <a:lnTo>
                      <a:pt x="53552" y="17716"/>
                    </a:lnTo>
                    <a:lnTo>
                      <a:pt x="64159" y="25224"/>
                    </a:lnTo>
                    <a:lnTo>
                      <a:pt x="73994" y="31466"/>
                    </a:lnTo>
                    <a:lnTo>
                      <a:pt x="136011" y="32907"/>
                    </a:lnTo>
                    <a:lnTo>
                      <a:pt x="199205" y="33976"/>
                    </a:lnTo>
                    <a:lnTo>
                      <a:pt x="262889" y="34238"/>
                    </a:lnTo>
                    <a:lnTo>
                      <a:pt x="305845" y="34195"/>
                    </a:lnTo>
                    <a:lnTo>
                      <a:pt x="305967" y="34195"/>
                    </a:lnTo>
                    <a:cubicBezTo>
                      <a:pt x="305967" y="34195"/>
                      <a:pt x="306455" y="34195"/>
                      <a:pt x="306658" y="34238"/>
                    </a:cubicBezTo>
                    <a:lnTo>
                      <a:pt x="327181" y="34238"/>
                    </a:lnTo>
                    <a:lnTo>
                      <a:pt x="392571" y="35308"/>
                    </a:lnTo>
                    <a:cubicBezTo>
                      <a:pt x="392855" y="35308"/>
                      <a:pt x="393181" y="35373"/>
                      <a:pt x="393465" y="35417"/>
                    </a:cubicBezTo>
                    <a:lnTo>
                      <a:pt x="405047" y="38233"/>
                    </a:lnTo>
                    <a:cubicBezTo>
                      <a:pt x="406348" y="38560"/>
                      <a:pt x="406957" y="39411"/>
                      <a:pt x="406348" y="40088"/>
                    </a:cubicBezTo>
                    <a:cubicBezTo>
                      <a:pt x="405941" y="40612"/>
                      <a:pt x="404966" y="40939"/>
                      <a:pt x="404072" y="40939"/>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81" name="Freeform: Shape 880">
                <a:extLst>
                  <a:ext uri="{FF2B5EF4-FFF2-40B4-BE49-F238E27FC236}">
                    <a16:creationId xmlns:a16="http://schemas.microsoft.com/office/drawing/2014/main" id="{A9D98066-8D52-4F9A-8C85-195C7117F10F}"/>
                  </a:ext>
                </a:extLst>
              </p:cNvPr>
              <p:cNvSpPr/>
              <p:nvPr/>
            </p:nvSpPr>
            <p:spPr>
              <a:xfrm>
                <a:off x="11331018" y="5766373"/>
                <a:ext cx="860981" cy="88976"/>
              </a:xfrm>
              <a:custGeom>
                <a:avLst/>
                <a:gdLst>
                  <a:gd name="connsiteX0" fmla="*/ 860981 w 860981"/>
                  <a:gd name="connsiteY0" fmla="*/ 86118 h 88976"/>
                  <a:gd name="connsiteX1" fmla="*/ 859193 w 860981"/>
                  <a:gd name="connsiteY1" fmla="*/ 85856 h 88976"/>
                  <a:gd name="connsiteX2" fmla="*/ 819813 w 860981"/>
                  <a:gd name="connsiteY2" fmla="*/ 82713 h 88976"/>
                  <a:gd name="connsiteX3" fmla="*/ 817456 w 860981"/>
                  <a:gd name="connsiteY3" fmla="*/ 82822 h 88976"/>
                  <a:gd name="connsiteX4" fmla="*/ 787017 w 860981"/>
                  <a:gd name="connsiteY4" fmla="*/ 81228 h 88976"/>
                  <a:gd name="connsiteX5" fmla="*/ 763893 w 860981"/>
                  <a:gd name="connsiteY5" fmla="*/ 79635 h 88976"/>
                  <a:gd name="connsiteX6" fmla="*/ 738289 w 860981"/>
                  <a:gd name="connsiteY6" fmla="*/ 76121 h 88976"/>
                  <a:gd name="connsiteX7" fmla="*/ 681231 w 860981"/>
                  <a:gd name="connsiteY7" fmla="*/ 72651 h 88976"/>
                  <a:gd name="connsiteX8" fmla="*/ 672290 w 860981"/>
                  <a:gd name="connsiteY8" fmla="*/ 70250 h 88976"/>
                  <a:gd name="connsiteX9" fmla="*/ 647987 w 860981"/>
                  <a:gd name="connsiteY9" fmla="*/ 65295 h 88976"/>
                  <a:gd name="connsiteX10" fmla="*/ 621612 w 860981"/>
                  <a:gd name="connsiteY10" fmla="*/ 62414 h 88976"/>
                  <a:gd name="connsiteX11" fmla="*/ 518508 w 860981"/>
                  <a:gd name="connsiteY11" fmla="*/ 52068 h 88976"/>
                  <a:gd name="connsiteX12" fmla="*/ 493393 w 860981"/>
                  <a:gd name="connsiteY12" fmla="*/ 49034 h 88976"/>
                  <a:gd name="connsiteX13" fmla="*/ 443690 w 860981"/>
                  <a:gd name="connsiteY13" fmla="*/ 41831 h 88976"/>
                  <a:gd name="connsiteX14" fmla="*/ 418899 w 860981"/>
                  <a:gd name="connsiteY14" fmla="*/ 37837 h 88976"/>
                  <a:gd name="connsiteX15" fmla="*/ 394597 w 860981"/>
                  <a:gd name="connsiteY15" fmla="*/ 35284 h 88976"/>
                  <a:gd name="connsiteX16" fmla="*/ 370579 w 860981"/>
                  <a:gd name="connsiteY16" fmla="*/ 32512 h 88976"/>
                  <a:gd name="connsiteX17" fmla="*/ 346763 w 860981"/>
                  <a:gd name="connsiteY17" fmla="*/ 29303 h 88976"/>
                  <a:gd name="connsiteX18" fmla="*/ 299337 w 860981"/>
                  <a:gd name="connsiteY18" fmla="*/ 22275 h 88976"/>
                  <a:gd name="connsiteX19" fmla="*/ 276131 w 860981"/>
                  <a:gd name="connsiteY19" fmla="*/ 20049 h 88976"/>
                  <a:gd name="connsiteX20" fmla="*/ 253006 w 860981"/>
                  <a:gd name="connsiteY20" fmla="*/ 17495 h 88976"/>
                  <a:gd name="connsiteX21" fmla="*/ 184934 w 860981"/>
                  <a:gd name="connsiteY21" fmla="*/ 10510 h 88976"/>
                  <a:gd name="connsiteX22" fmla="*/ 117960 w 860981"/>
                  <a:gd name="connsiteY22" fmla="*/ 6516 h 88976"/>
                  <a:gd name="connsiteX23" fmla="*/ 52083 w 860981"/>
                  <a:gd name="connsiteY23" fmla="*/ 2893 h 88976"/>
                  <a:gd name="connsiteX24" fmla="*/ 30462 w 860981"/>
                  <a:gd name="connsiteY24" fmla="*/ 710 h 88976"/>
                  <a:gd name="connsiteX25" fmla="*/ 6078 w 860981"/>
                  <a:gd name="connsiteY25" fmla="*/ 12 h 88976"/>
                  <a:gd name="connsiteX26" fmla="*/ 4168 w 860981"/>
                  <a:gd name="connsiteY26" fmla="*/ 383 h 88976"/>
                  <a:gd name="connsiteX27" fmla="*/ 795 w 860981"/>
                  <a:gd name="connsiteY27" fmla="*/ 2194 h 88976"/>
                  <a:gd name="connsiteX28" fmla="*/ 673 w 860981"/>
                  <a:gd name="connsiteY28" fmla="*/ 4159 h 88976"/>
                  <a:gd name="connsiteX29" fmla="*/ 4249 w 860981"/>
                  <a:gd name="connsiteY29" fmla="*/ 4203 h 88976"/>
                  <a:gd name="connsiteX30" fmla="*/ 6851 w 860981"/>
                  <a:gd name="connsiteY30" fmla="*/ 2871 h 88976"/>
                  <a:gd name="connsiteX31" fmla="*/ 29853 w 860981"/>
                  <a:gd name="connsiteY31" fmla="*/ 3504 h 88976"/>
                  <a:gd name="connsiteX32" fmla="*/ 51392 w 860981"/>
                  <a:gd name="connsiteY32" fmla="*/ 5643 h 88976"/>
                  <a:gd name="connsiteX33" fmla="*/ 117473 w 860981"/>
                  <a:gd name="connsiteY33" fmla="*/ 9266 h 88976"/>
                  <a:gd name="connsiteX34" fmla="*/ 184163 w 860981"/>
                  <a:gd name="connsiteY34" fmla="*/ 13261 h 88976"/>
                  <a:gd name="connsiteX35" fmla="*/ 229192 w 860981"/>
                  <a:gd name="connsiteY35" fmla="*/ 17844 h 88976"/>
                  <a:gd name="connsiteX36" fmla="*/ 275237 w 860981"/>
                  <a:gd name="connsiteY36" fmla="*/ 22799 h 88976"/>
                  <a:gd name="connsiteX37" fmla="*/ 298239 w 860981"/>
                  <a:gd name="connsiteY37" fmla="*/ 25047 h 88976"/>
                  <a:gd name="connsiteX38" fmla="*/ 345462 w 860981"/>
                  <a:gd name="connsiteY38" fmla="*/ 32031 h 88976"/>
                  <a:gd name="connsiteX39" fmla="*/ 369481 w 860981"/>
                  <a:gd name="connsiteY39" fmla="*/ 35284 h 88976"/>
                  <a:gd name="connsiteX40" fmla="*/ 393581 w 860981"/>
                  <a:gd name="connsiteY40" fmla="*/ 38055 h 88976"/>
                  <a:gd name="connsiteX41" fmla="*/ 417680 w 860981"/>
                  <a:gd name="connsiteY41" fmla="*/ 40566 h 88976"/>
                  <a:gd name="connsiteX42" fmla="*/ 442389 w 860981"/>
                  <a:gd name="connsiteY42" fmla="*/ 44560 h 88976"/>
                  <a:gd name="connsiteX43" fmla="*/ 492214 w 860981"/>
                  <a:gd name="connsiteY43" fmla="*/ 51741 h 88976"/>
                  <a:gd name="connsiteX44" fmla="*/ 517492 w 860981"/>
                  <a:gd name="connsiteY44" fmla="*/ 54840 h 88976"/>
                  <a:gd name="connsiteX45" fmla="*/ 620677 w 860981"/>
                  <a:gd name="connsiteY45" fmla="*/ 65186 h 88976"/>
                  <a:gd name="connsiteX46" fmla="*/ 646565 w 860981"/>
                  <a:gd name="connsiteY46" fmla="*/ 68023 h 88976"/>
                  <a:gd name="connsiteX47" fmla="*/ 670299 w 860981"/>
                  <a:gd name="connsiteY47" fmla="*/ 72869 h 88976"/>
                  <a:gd name="connsiteX48" fmla="*/ 679443 w 860981"/>
                  <a:gd name="connsiteY48" fmla="*/ 75313 h 88976"/>
                  <a:gd name="connsiteX49" fmla="*/ 680215 w 860981"/>
                  <a:gd name="connsiteY49" fmla="*/ 75423 h 88976"/>
                  <a:gd name="connsiteX50" fmla="*/ 737355 w 860981"/>
                  <a:gd name="connsiteY50" fmla="*/ 78893 h 88976"/>
                  <a:gd name="connsiteX51" fmla="*/ 762877 w 860981"/>
                  <a:gd name="connsiteY51" fmla="*/ 82363 h 88976"/>
                  <a:gd name="connsiteX52" fmla="*/ 778726 w 860981"/>
                  <a:gd name="connsiteY52" fmla="*/ 83520 h 88976"/>
                  <a:gd name="connsiteX53" fmla="*/ 804613 w 860981"/>
                  <a:gd name="connsiteY53" fmla="*/ 85070 h 88976"/>
                  <a:gd name="connsiteX54" fmla="*/ 817293 w 860981"/>
                  <a:gd name="connsiteY54" fmla="*/ 85594 h 88976"/>
                  <a:gd name="connsiteX55" fmla="*/ 819569 w 860981"/>
                  <a:gd name="connsiteY55" fmla="*/ 85485 h 88976"/>
                  <a:gd name="connsiteX56" fmla="*/ 858177 w 860981"/>
                  <a:gd name="connsiteY56" fmla="*/ 88562 h 88976"/>
                  <a:gd name="connsiteX57" fmla="*/ 860941 w 860981"/>
                  <a:gd name="connsiteY57" fmla="*/ 88977 h 88976"/>
                  <a:gd name="connsiteX58" fmla="*/ 860941 w 860981"/>
                  <a:gd name="connsiteY58" fmla="*/ 86096 h 8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860981" h="88976">
                    <a:moveTo>
                      <a:pt x="860981" y="86118"/>
                    </a:moveTo>
                    <a:lnTo>
                      <a:pt x="859193" y="85856"/>
                    </a:lnTo>
                    <a:lnTo>
                      <a:pt x="819813" y="82713"/>
                    </a:lnTo>
                    <a:lnTo>
                      <a:pt x="817456" y="82822"/>
                    </a:lnTo>
                    <a:lnTo>
                      <a:pt x="787017" y="81228"/>
                    </a:lnTo>
                    <a:lnTo>
                      <a:pt x="763893" y="79635"/>
                    </a:lnTo>
                    <a:lnTo>
                      <a:pt x="738289" y="76121"/>
                    </a:lnTo>
                    <a:lnTo>
                      <a:pt x="681231" y="72651"/>
                    </a:lnTo>
                    <a:lnTo>
                      <a:pt x="672290" y="70250"/>
                    </a:lnTo>
                    <a:lnTo>
                      <a:pt x="647987" y="65295"/>
                    </a:lnTo>
                    <a:lnTo>
                      <a:pt x="621612" y="62414"/>
                    </a:lnTo>
                    <a:lnTo>
                      <a:pt x="518508" y="52068"/>
                    </a:lnTo>
                    <a:lnTo>
                      <a:pt x="493393" y="49034"/>
                    </a:lnTo>
                    <a:lnTo>
                      <a:pt x="443690" y="41831"/>
                    </a:lnTo>
                    <a:lnTo>
                      <a:pt x="418899" y="37837"/>
                    </a:lnTo>
                    <a:lnTo>
                      <a:pt x="394597" y="35284"/>
                    </a:lnTo>
                    <a:lnTo>
                      <a:pt x="370579" y="32512"/>
                    </a:lnTo>
                    <a:lnTo>
                      <a:pt x="346763" y="29303"/>
                    </a:lnTo>
                    <a:lnTo>
                      <a:pt x="299337" y="22275"/>
                    </a:lnTo>
                    <a:lnTo>
                      <a:pt x="276131" y="20049"/>
                    </a:lnTo>
                    <a:lnTo>
                      <a:pt x="253006" y="17495"/>
                    </a:lnTo>
                    <a:lnTo>
                      <a:pt x="184934" y="10510"/>
                    </a:lnTo>
                    <a:lnTo>
                      <a:pt x="117960" y="6516"/>
                    </a:lnTo>
                    <a:lnTo>
                      <a:pt x="52083" y="2893"/>
                    </a:lnTo>
                    <a:lnTo>
                      <a:pt x="30462" y="710"/>
                    </a:lnTo>
                    <a:lnTo>
                      <a:pt x="6078" y="12"/>
                    </a:lnTo>
                    <a:cubicBezTo>
                      <a:pt x="5265" y="-54"/>
                      <a:pt x="4697" y="165"/>
                      <a:pt x="4168" y="383"/>
                    </a:cubicBezTo>
                    <a:lnTo>
                      <a:pt x="795" y="2194"/>
                    </a:lnTo>
                    <a:cubicBezTo>
                      <a:pt x="-180" y="2718"/>
                      <a:pt x="-302" y="3570"/>
                      <a:pt x="673" y="4159"/>
                    </a:cubicBezTo>
                    <a:cubicBezTo>
                      <a:pt x="1689" y="4683"/>
                      <a:pt x="3274" y="4748"/>
                      <a:pt x="4249" y="4203"/>
                    </a:cubicBezTo>
                    <a:lnTo>
                      <a:pt x="6851" y="2871"/>
                    </a:lnTo>
                    <a:lnTo>
                      <a:pt x="29853" y="3504"/>
                    </a:lnTo>
                    <a:lnTo>
                      <a:pt x="51392" y="5643"/>
                    </a:lnTo>
                    <a:lnTo>
                      <a:pt x="117473" y="9266"/>
                    </a:lnTo>
                    <a:lnTo>
                      <a:pt x="184163" y="13261"/>
                    </a:lnTo>
                    <a:lnTo>
                      <a:pt x="229192" y="17844"/>
                    </a:lnTo>
                    <a:lnTo>
                      <a:pt x="275237" y="22799"/>
                    </a:lnTo>
                    <a:lnTo>
                      <a:pt x="298239" y="25047"/>
                    </a:lnTo>
                    <a:lnTo>
                      <a:pt x="345462" y="32031"/>
                    </a:lnTo>
                    <a:lnTo>
                      <a:pt x="369481" y="35284"/>
                    </a:lnTo>
                    <a:lnTo>
                      <a:pt x="393581" y="38055"/>
                    </a:lnTo>
                    <a:lnTo>
                      <a:pt x="417680" y="40566"/>
                    </a:lnTo>
                    <a:lnTo>
                      <a:pt x="442389" y="44560"/>
                    </a:lnTo>
                    <a:lnTo>
                      <a:pt x="492214" y="51741"/>
                    </a:lnTo>
                    <a:lnTo>
                      <a:pt x="517492" y="54840"/>
                    </a:lnTo>
                    <a:lnTo>
                      <a:pt x="620677" y="65186"/>
                    </a:lnTo>
                    <a:lnTo>
                      <a:pt x="646565" y="68023"/>
                    </a:lnTo>
                    <a:lnTo>
                      <a:pt x="670299" y="72869"/>
                    </a:lnTo>
                    <a:lnTo>
                      <a:pt x="679443" y="75313"/>
                    </a:lnTo>
                    <a:cubicBezTo>
                      <a:pt x="679726" y="75357"/>
                      <a:pt x="679930" y="75423"/>
                      <a:pt x="680215" y="75423"/>
                    </a:cubicBezTo>
                    <a:lnTo>
                      <a:pt x="737355" y="78893"/>
                    </a:lnTo>
                    <a:lnTo>
                      <a:pt x="762877" y="82363"/>
                    </a:lnTo>
                    <a:lnTo>
                      <a:pt x="778726" y="83520"/>
                    </a:lnTo>
                    <a:lnTo>
                      <a:pt x="804613" y="85070"/>
                    </a:lnTo>
                    <a:lnTo>
                      <a:pt x="817293" y="85594"/>
                    </a:lnTo>
                    <a:lnTo>
                      <a:pt x="819569" y="85485"/>
                    </a:lnTo>
                    <a:lnTo>
                      <a:pt x="858177" y="88562"/>
                    </a:lnTo>
                    <a:lnTo>
                      <a:pt x="860941" y="88977"/>
                    </a:lnTo>
                    <a:lnTo>
                      <a:pt x="860941" y="86096"/>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82" name="Freeform: Shape 881">
                <a:extLst>
                  <a:ext uri="{FF2B5EF4-FFF2-40B4-BE49-F238E27FC236}">
                    <a16:creationId xmlns:a16="http://schemas.microsoft.com/office/drawing/2014/main" id="{D96AD3ED-3D31-4414-8CE8-5A3F39C96B07}"/>
                  </a:ext>
                </a:extLst>
              </p:cNvPr>
              <p:cNvSpPr/>
              <p:nvPr/>
            </p:nvSpPr>
            <p:spPr>
              <a:xfrm>
                <a:off x="8892551" y="5703716"/>
                <a:ext cx="336593" cy="8408"/>
              </a:xfrm>
              <a:custGeom>
                <a:avLst/>
                <a:gdLst>
                  <a:gd name="connsiteX0" fmla="*/ 231900 w 336593"/>
                  <a:gd name="connsiteY0" fmla="*/ 8408 h 8408"/>
                  <a:gd name="connsiteX1" fmla="*/ 178134 w 336593"/>
                  <a:gd name="connsiteY1" fmla="*/ 7404 h 8408"/>
                  <a:gd name="connsiteX2" fmla="*/ 170494 w 336593"/>
                  <a:gd name="connsiteY2" fmla="*/ 8037 h 8408"/>
                  <a:gd name="connsiteX3" fmla="*/ 113841 w 336593"/>
                  <a:gd name="connsiteY3" fmla="*/ 8037 h 8408"/>
                  <a:gd name="connsiteX4" fmla="*/ 113150 w 336593"/>
                  <a:gd name="connsiteY4" fmla="*/ 7972 h 8408"/>
                  <a:gd name="connsiteX5" fmla="*/ 106201 w 336593"/>
                  <a:gd name="connsiteY5" fmla="*/ 6902 h 8408"/>
                  <a:gd name="connsiteX6" fmla="*/ 44673 w 336593"/>
                  <a:gd name="connsiteY6" fmla="*/ 6640 h 8408"/>
                  <a:gd name="connsiteX7" fmla="*/ 28578 w 336593"/>
                  <a:gd name="connsiteY7" fmla="*/ 5462 h 8408"/>
                  <a:gd name="connsiteX8" fmla="*/ 2488 w 336593"/>
                  <a:gd name="connsiteY8" fmla="*/ 5200 h 8408"/>
                  <a:gd name="connsiteX9" fmla="*/ 8 w 336593"/>
                  <a:gd name="connsiteY9" fmla="*/ 3759 h 8408"/>
                  <a:gd name="connsiteX10" fmla="*/ 2488 w 336593"/>
                  <a:gd name="connsiteY10" fmla="*/ 2362 h 8408"/>
                  <a:gd name="connsiteX11" fmla="*/ 2569 w 336593"/>
                  <a:gd name="connsiteY11" fmla="*/ 2362 h 8408"/>
                  <a:gd name="connsiteX12" fmla="*/ 30367 w 336593"/>
                  <a:gd name="connsiteY12" fmla="*/ 2690 h 8408"/>
                  <a:gd name="connsiteX13" fmla="*/ 44956 w 336593"/>
                  <a:gd name="connsiteY13" fmla="*/ 3803 h 8408"/>
                  <a:gd name="connsiteX14" fmla="*/ 106567 w 336593"/>
                  <a:gd name="connsiteY14" fmla="*/ 4130 h 8408"/>
                  <a:gd name="connsiteX15" fmla="*/ 107176 w 336593"/>
                  <a:gd name="connsiteY15" fmla="*/ 4130 h 8408"/>
                  <a:gd name="connsiteX16" fmla="*/ 114126 w 336593"/>
                  <a:gd name="connsiteY16" fmla="*/ 5200 h 8408"/>
                  <a:gd name="connsiteX17" fmla="*/ 170168 w 336593"/>
                  <a:gd name="connsiteY17" fmla="*/ 5200 h 8408"/>
                  <a:gd name="connsiteX18" fmla="*/ 177890 w 336593"/>
                  <a:gd name="connsiteY18" fmla="*/ 4610 h 8408"/>
                  <a:gd name="connsiteX19" fmla="*/ 231860 w 336593"/>
                  <a:gd name="connsiteY19" fmla="*/ 5571 h 8408"/>
                  <a:gd name="connsiteX20" fmla="*/ 252587 w 336593"/>
                  <a:gd name="connsiteY20" fmla="*/ 4872 h 8408"/>
                  <a:gd name="connsiteX21" fmla="*/ 262015 w 336593"/>
                  <a:gd name="connsiteY21" fmla="*/ 3475 h 8408"/>
                  <a:gd name="connsiteX22" fmla="*/ 333826 w 336593"/>
                  <a:gd name="connsiteY22" fmla="*/ 5 h 8408"/>
                  <a:gd name="connsiteX23" fmla="*/ 336589 w 336593"/>
                  <a:gd name="connsiteY23" fmla="*/ 1293 h 8408"/>
                  <a:gd name="connsiteX24" fmla="*/ 334313 w 336593"/>
                  <a:gd name="connsiteY24" fmla="*/ 2842 h 8408"/>
                  <a:gd name="connsiteX25" fmla="*/ 262869 w 336593"/>
                  <a:gd name="connsiteY25" fmla="*/ 6247 h 8408"/>
                  <a:gd name="connsiteX26" fmla="*/ 253236 w 336593"/>
                  <a:gd name="connsiteY26" fmla="*/ 7579 h 8408"/>
                  <a:gd name="connsiteX27" fmla="*/ 231819 w 336593"/>
                  <a:gd name="connsiteY27" fmla="*/ 8365 h 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6593" h="8408">
                    <a:moveTo>
                      <a:pt x="231900" y="8408"/>
                    </a:moveTo>
                    <a:lnTo>
                      <a:pt x="178134" y="7404"/>
                    </a:lnTo>
                    <a:lnTo>
                      <a:pt x="170494" y="8037"/>
                    </a:lnTo>
                    <a:lnTo>
                      <a:pt x="113841" y="8037"/>
                    </a:lnTo>
                    <a:cubicBezTo>
                      <a:pt x="113841" y="8037"/>
                      <a:pt x="113354" y="8037"/>
                      <a:pt x="113150" y="7972"/>
                    </a:cubicBezTo>
                    <a:lnTo>
                      <a:pt x="106201" y="6902"/>
                    </a:lnTo>
                    <a:lnTo>
                      <a:pt x="44673" y="6640"/>
                    </a:lnTo>
                    <a:lnTo>
                      <a:pt x="28578" y="5462"/>
                    </a:lnTo>
                    <a:lnTo>
                      <a:pt x="2488" y="5200"/>
                    </a:lnTo>
                    <a:cubicBezTo>
                      <a:pt x="1106" y="5156"/>
                      <a:pt x="-113" y="4501"/>
                      <a:pt x="8" y="3759"/>
                    </a:cubicBezTo>
                    <a:cubicBezTo>
                      <a:pt x="8" y="2952"/>
                      <a:pt x="1106" y="2362"/>
                      <a:pt x="2488" y="2362"/>
                    </a:cubicBezTo>
                    <a:lnTo>
                      <a:pt x="2569" y="2362"/>
                    </a:lnTo>
                    <a:lnTo>
                      <a:pt x="30367" y="2690"/>
                    </a:lnTo>
                    <a:lnTo>
                      <a:pt x="44956" y="3803"/>
                    </a:lnTo>
                    <a:lnTo>
                      <a:pt x="106567" y="4130"/>
                    </a:lnTo>
                    <a:lnTo>
                      <a:pt x="107176" y="4130"/>
                    </a:lnTo>
                    <a:lnTo>
                      <a:pt x="114126" y="5200"/>
                    </a:lnTo>
                    <a:lnTo>
                      <a:pt x="170168" y="5200"/>
                    </a:lnTo>
                    <a:lnTo>
                      <a:pt x="177890" y="4610"/>
                    </a:lnTo>
                    <a:lnTo>
                      <a:pt x="231860" y="5571"/>
                    </a:lnTo>
                    <a:lnTo>
                      <a:pt x="252587" y="4872"/>
                    </a:lnTo>
                    <a:lnTo>
                      <a:pt x="262015" y="3475"/>
                    </a:lnTo>
                    <a:lnTo>
                      <a:pt x="333826" y="5"/>
                    </a:lnTo>
                    <a:cubicBezTo>
                      <a:pt x="335329" y="-61"/>
                      <a:pt x="336508" y="529"/>
                      <a:pt x="336589" y="1293"/>
                    </a:cubicBezTo>
                    <a:cubicBezTo>
                      <a:pt x="336670" y="2100"/>
                      <a:pt x="335695" y="2733"/>
                      <a:pt x="334313" y="2842"/>
                    </a:cubicBezTo>
                    <a:lnTo>
                      <a:pt x="262869" y="6247"/>
                    </a:lnTo>
                    <a:lnTo>
                      <a:pt x="253236" y="7579"/>
                    </a:lnTo>
                    <a:lnTo>
                      <a:pt x="231819" y="8365"/>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83" name="Freeform: Shape 882">
                <a:extLst>
                  <a:ext uri="{FF2B5EF4-FFF2-40B4-BE49-F238E27FC236}">
                    <a16:creationId xmlns:a16="http://schemas.microsoft.com/office/drawing/2014/main" id="{25376FF8-A5D1-4962-A339-249ECA80FBBA}"/>
                  </a:ext>
                </a:extLst>
              </p:cNvPr>
              <p:cNvSpPr/>
              <p:nvPr/>
            </p:nvSpPr>
            <p:spPr>
              <a:xfrm>
                <a:off x="3623095" y="6038986"/>
                <a:ext cx="424165" cy="47048"/>
              </a:xfrm>
              <a:custGeom>
                <a:avLst/>
                <a:gdLst>
                  <a:gd name="connsiteX0" fmla="*/ 2521 w 424165"/>
                  <a:gd name="connsiteY0" fmla="*/ 47005 h 47048"/>
                  <a:gd name="connsiteX1" fmla="*/ 1 w 424165"/>
                  <a:gd name="connsiteY1" fmla="*/ 45630 h 47048"/>
                  <a:gd name="connsiteX2" fmla="*/ 2480 w 424165"/>
                  <a:gd name="connsiteY2" fmla="*/ 44189 h 47048"/>
                  <a:gd name="connsiteX3" fmla="*/ 25117 w 424165"/>
                  <a:gd name="connsiteY3" fmla="*/ 43862 h 47048"/>
                  <a:gd name="connsiteX4" fmla="*/ 115134 w 424165"/>
                  <a:gd name="connsiteY4" fmla="*/ 40828 h 47048"/>
                  <a:gd name="connsiteX5" fmla="*/ 147158 w 424165"/>
                  <a:gd name="connsiteY5" fmla="*/ 37750 h 47048"/>
                  <a:gd name="connsiteX6" fmla="*/ 164309 w 424165"/>
                  <a:gd name="connsiteY6" fmla="*/ 26444 h 47048"/>
                  <a:gd name="connsiteX7" fmla="*/ 181621 w 424165"/>
                  <a:gd name="connsiteY7" fmla="*/ 11951 h 47048"/>
                  <a:gd name="connsiteX8" fmla="*/ 183450 w 424165"/>
                  <a:gd name="connsiteY8" fmla="*/ 11362 h 47048"/>
                  <a:gd name="connsiteX9" fmla="*/ 302159 w 424165"/>
                  <a:gd name="connsiteY9" fmla="*/ 3941 h 47048"/>
                  <a:gd name="connsiteX10" fmla="*/ 421478 w 424165"/>
                  <a:gd name="connsiteY10" fmla="*/ 12 h 47048"/>
                  <a:gd name="connsiteX11" fmla="*/ 424161 w 424165"/>
                  <a:gd name="connsiteY11" fmla="*/ 1344 h 47048"/>
                  <a:gd name="connsiteX12" fmla="*/ 421763 w 424165"/>
                  <a:gd name="connsiteY12" fmla="*/ 2828 h 47048"/>
                  <a:gd name="connsiteX13" fmla="*/ 302606 w 424165"/>
                  <a:gd name="connsiteY13" fmla="*/ 6778 h 47048"/>
                  <a:gd name="connsiteX14" fmla="*/ 185198 w 424165"/>
                  <a:gd name="connsiteY14" fmla="*/ 14090 h 47048"/>
                  <a:gd name="connsiteX15" fmla="*/ 168332 w 424165"/>
                  <a:gd name="connsiteY15" fmla="*/ 28103 h 47048"/>
                  <a:gd name="connsiteX16" fmla="*/ 150491 w 424165"/>
                  <a:gd name="connsiteY16" fmla="*/ 39933 h 47048"/>
                  <a:gd name="connsiteX17" fmla="*/ 148987 w 424165"/>
                  <a:gd name="connsiteY17" fmla="*/ 40413 h 47048"/>
                  <a:gd name="connsiteX18" fmla="*/ 115703 w 424165"/>
                  <a:gd name="connsiteY18" fmla="*/ 43622 h 47048"/>
                  <a:gd name="connsiteX19" fmla="*/ 23532 w 424165"/>
                  <a:gd name="connsiteY19" fmla="*/ 46721 h 47048"/>
                  <a:gd name="connsiteX20" fmla="*/ 2602 w 424165"/>
                  <a:gd name="connsiteY20" fmla="*/ 47048 h 47048"/>
                  <a:gd name="connsiteX21" fmla="*/ 2561 w 424165"/>
                  <a:gd name="connsiteY21" fmla="*/ 47048 h 4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4165" h="47048">
                    <a:moveTo>
                      <a:pt x="2521" y="47005"/>
                    </a:moveTo>
                    <a:cubicBezTo>
                      <a:pt x="1139" y="47005"/>
                      <a:pt x="42" y="46372"/>
                      <a:pt x="1" y="45630"/>
                    </a:cubicBezTo>
                    <a:cubicBezTo>
                      <a:pt x="-40" y="44822"/>
                      <a:pt x="1098" y="44189"/>
                      <a:pt x="2480" y="44189"/>
                    </a:cubicBezTo>
                    <a:lnTo>
                      <a:pt x="25117" y="43862"/>
                    </a:lnTo>
                    <a:lnTo>
                      <a:pt x="115134" y="40828"/>
                    </a:lnTo>
                    <a:lnTo>
                      <a:pt x="147158" y="37750"/>
                    </a:lnTo>
                    <a:lnTo>
                      <a:pt x="164309" y="26444"/>
                    </a:lnTo>
                    <a:lnTo>
                      <a:pt x="181621" y="11951"/>
                    </a:lnTo>
                    <a:cubicBezTo>
                      <a:pt x="182028" y="11624"/>
                      <a:pt x="182718" y="11428"/>
                      <a:pt x="183450" y="11362"/>
                    </a:cubicBezTo>
                    <a:lnTo>
                      <a:pt x="302159" y="3941"/>
                    </a:lnTo>
                    <a:lnTo>
                      <a:pt x="421478" y="12"/>
                    </a:lnTo>
                    <a:cubicBezTo>
                      <a:pt x="422860" y="-97"/>
                      <a:pt x="424120" y="536"/>
                      <a:pt x="424161" y="1344"/>
                    </a:cubicBezTo>
                    <a:cubicBezTo>
                      <a:pt x="424242" y="2151"/>
                      <a:pt x="423226" y="2784"/>
                      <a:pt x="421763" y="2828"/>
                    </a:cubicBezTo>
                    <a:lnTo>
                      <a:pt x="302606" y="6778"/>
                    </a:lnTo>
                    <a:lnTo>
                      <a:pt x="185198" y="14090"/>
                    </a:lnTo>
                    <a:lnTo>
                      <a:pt x="168332" y="28103"/>
                    </a:lnTo>
                    <a:lnTo>
                      <a:pt x="150491" y="39933"/>
                    </a:lnTo>
                    <a:cubicBezTo>
                      <a:pt x="150085" y="40195"/>
                      <a:pt x="149556" y="40348"/>
                      <a:pt x="148987" y="40413"/>
                    </a:cubicBezTo>
                    <a:lnTo>
                      <a:pt x="115703" y="43622"/>
                    </a:lnTo>
                    <a:lnTo>
                      <a:pt x="23532" y="46721"/>
                    </a:lnTo>
                    <a:lnTo>
                      <a:pt x="2602" y="47048"/>
                    </a:lnTo>
                    <a:lnTo>
                      <a:pt x="2561" y="47048"/>
                    </a:lnTo>
                    <a:close/>
                  </a:path>
                </a:pathLst>
              </a:custGeom>
              <a:solidFill>
                <a:srgbClr val="07F6F9"/>
              </a:solidFill>
              <a:ln w="4064" cap="flat">
                <a:noFill/>
                <a:prstDash val="solid"/>
                <a:miter/>
              </a:ln>
            </p:spPr>
            <p:txBody>
              <a:bodyPr rtlCol="0" anchor="ctr"/>
              <a:lstStyle/>
              <a:p>
                <a:endParaRPr lang="en-IN">
                  <a:solidFill>
                    <a:prstClr val="black"/>
                  </a:solidFill>
                </a:endParaRPr>
              </a:p>
            </p:txBody>
          </p:sp>
          <p:sp>
            <p:nvSpPr>
              <p:cNvPr id="884" name="Freeform: Shape 883">
                <a:extLst>
                  <a:ext uri="{FF2B5EF4-FFF2-40B4-BE49-F238E27FC236}">
                    <a16:creationId xmlns:a16="http://schemas.microsoft.com/office/drawing/2014/main" id="{71F0C599-0C27-4080-9580-12167ADA5320}"/>
                  </a:ext>
                </a:extLst>
              </p:cNvPr>
              <p:cNvSpPr/>
              <p:nvPr/>
            </p:nvSpPr>
            <p:spPr>
              <a:xfrm>
                <a:off x="11757913" y="5849194"/>
                <a:ext cx="368074" cy="27371"/>
              </a:xfrm>
              <a:custGeom>
                <a:avLst/>
                <a:gdLst>
                  <a:gd name="connsiteX0" fmla="*/ 365526 w 368074"/>
                  <a:gd name="connsiteY0" fmla="*/ 27372 h 27371"/>
                  <a:gd name="connsiteX1" fmla="*/ 365120 w 368074"/>
                  <a:gd name="connsiteY1" fmla="*/ 27372 h 27371"/>
                  <a:gd name="connsiteX2" fmla="*/ 347076 w 368074"/>
                  <a:gd name="connsiteY2" fmla="*/ 25407 h 27371"/>
                  <a:gd name="connsiteX3" fmla="*/ 317002 w 368074"/>
                  <a:gd name="connsiteY3" fmla="*/ 20867 h 27371"/>
                  <a:gd name="connsiteX4" fmla="*/ 287619 w 368074"/>
                  <a:gd name="connsiteY4" fmla="*/ 17724 h 27371"/>
                  <a:gd name="connsiteX5" fmla="*/ 229463 w 368074"/>
                  <a:gd name="connsiteY5" fmla="*/ 12399 h 27371"/>
                  <a:gd name="connsiteX6" fmla="*/ 201381 w 368074"/>
                  <a:gd name="connsiteY6" fmla="*/ 10150 h 27371"/>
                  <a:gd name="connsiteX7" fmla="*/ 194310 w 368074"/>
                  <a:gd name="connsiteY7" fmla="*/ 11154 h 27371"/>
                  <a:gd name="connsiteX8" fmla="*/ 178623 w 368074"/>
                  <a:gd name="connsiteY8" fmla="*/ 12006 h 27371"/>
                  <a:gd name="connsiteX9" fmla="*/ 152532 w 368074"/>
                  <a:gd name="connsiteY9" fmla="*/ 11853 h 27371"/>
                  <a:gd name="connsiteX10" fmla="*/ 73934 w 368074"/>
                  <a:gd name="connsiteY10" fmla="*/ 9125 h 27371"/>
                  <a:gd name="connsiteX11" fmla="*/ 45161 w 368074"/>
                  <a:gd name="connsiteY11" fmla="*/ 5829 h 27371"/>
                  <a:gd name="connsiteX12" fmla="*/ 2286 w 368074"/>
                  <a:gd name="connsiteY12" fmla="*/ 2795 h 27371"/>
                  <a:gd name="connsiteX13" fmla="*/ 10 w 368074"/>
                  <a:gd name="connsiteY13" fmla="*/ 1245 h 27371"/>
                  <a:gd name="connsiteX14" fmla="*/ 2895 w 368074"/>
                  <a:gd name="connsiteY14" fmla="*/ 23 h 27371"/>
                  <a:gd name="connsiteX15" fmla="*/ 46055 w 368074"/>
                  <a:gd name="connsiteY15" fmla="*/ 3057 h 27371"/>
                  <a:gd name="connsiteX16" fmla="*/ 74544 w 368074"/>
                  <a:gd name="connsiteY16" fmla="*/ 6309 h 27371"/>
                  <a:gd name="connsiteX17" fmla="*/ 152735 w 368074"/>
                  <a:gd name="connsiteY17" fmla="*/ 9037 h 27371"/>
                  <a:gd name="connsiteX18" fmla="*/ 178420 w 368074"/>
                  <a:gd name="connsiteY18" fmla="*/ 9256 h 27371"/>
                  <a:gd name="connsiteX19" fmla="*/ 193416 w 368074"/>
                  <a:gd name="connsiteY19" fmla="*/ 8448 h 27371"/>
                  <a:gd name="connsiteX20" fmla="*/ 200569 w 368074"/>
                  <a:gd name="connsiteY20" fmla="*/ 7335 h 27371"/>
                  <a:gd name="connsiteX21" fmla="*/ 201544 w 368074"/>
                  <a:gd name="connsiteY21" fmla="*/ 7335 h 27371"/>
                  <a:gd name="connsiteX22" fmla="*/ 230236 w 368074"/>
                  <a:gd name="connsiteY22" fmla="*/ 9627 h 27371"/>
                  <a:gd name="connsiteX23" fmla="*/ 288473 w 368074"/>
                  <a:gd name="connsiteY23" fmla="*/ 14952 h 27371"/>
                  <a:gd name="connsiteX24" fmla="*/ 318140 w 368074"/>
                  <a:gd name="connsiteY24" fmla="*/ 18095 h 27371"/>
                  <a:gd name="connsiteX25" fmla="*/ 348214 w 368074"/>
                  <a:gd name="connsiteY25" fmla="*/ 22679 h 27371"/>
                  <a:gd name="connsiteX26" fmla="*/ 365973 w 368074"/>
                  <a:gd name="connsiteY26" fmla="*/ 24600 h 27371"/>
                  <a:gd name="connsiteX27" fmla="*/ 368046 w 368074"/>
                  <a:gd name="connsiteY27" fmla="*/ 26258 h 27371"/>
                  <a:gd name="connsiteX28" fmla="*/ 365446 w 368074"/>
                  <a:gd name="connsiteY28" fmla="*/ 27372 h 2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68074" h="27371">
                    <a:moveTo>
                      <a:pt x="365526" y="27372"/>
                    </a:moveTo>
                    <a:lnTo>
                      <a:pt x="365120" y="27372"/>
                    </a:lnTo>
                    <a:lnTo>
                      <a:pt x="347076" y="25407"/>
                    </a:lnTo>
                    <a:lnTo>
                      <a:pt x="317002" y="20867"/>
                    </a:lnTo>
                    <a:lnTo>
                      <a:pt x="287619" y="17724"/>
                    </a:lnTo>
                    <a:lnTo>
                      <a:pt x="229463" y="12399"/>
                    </a:lnTo>
                    <a:lnTo>
                      <a:pt x="201381" y="10150"/>
                    </a:lnTo>
                    <a:lnTo>
                      <a:pt x="194310" y="11154"/>
                    </a:lnTo>
                    <a:lnTo>
                      <a:pt x="178623" y="12006"/>
                    </a:lnTo>
                    <a:lnTo>
                      <a:pt x="152532" y="11853"/>
                    </a:lnTo>
                    <a:lnTo>
                      <a:pt x="73934" y="9125"/>
                    </a:lnTo>
                    <a:lnTo>
                      <a:pt x="45161" y="5829"/>
                    </a:lnTo>
                    <a:lnTo>
                      <a:pt x="2286" y="2795"/>
                    </a:lnTo>
                    <a:cubicBezTo>
                      <a:pt x="904" y="2729"/>
                      <a:pt x="-112" y="2053"/>
                      <a:pt x="10" y="1245"/>
                    </a:cubicBezTo>
                    <a:cubicBezTo>
                      <a:pt x="213" y="503"/>
                      <a:pt x="1514" y="-130"/>
                      <a:pt x="2895" y="23"/>
                    </a:cubicBezTo>
                    <a:lnTo>
                      <a:pt x="46055" y="3057"/>
                    </a:lnTo>
                    <a:lnTo>
                      <a:pt x="74544" y="6309"/>
                    </a:lnTo>
                    <a:lnTo>
                      <a:pt x="152735" y="9037"/>
                    </a:lnTo>
                    <a:lnTo>
                      <a:pt x="178420" y="9256"/>
                    </a:lnTo>
                    <a:lnTo>
                      <a:pt x="193416" y="8448"/>
                    </a:lnTo>
                    <a:lnTo>
                      <a:pt x="200569" y="7335"/>
                    </a:lnTo>
                    <a:cubicBezTo>
                      <a:pt x="200894" y="7269"/>
                      <a:pt x="201178" y="7269"/>
                      <a:pt x="201544" y="7335"/>
                    </a:cubicBezTo>
                    <a:lnTo>
                      <a:pt x="230236" y="9627"/>
                    </a:lnTo>
                    <a:lnTo>
                      <a:pt x="288473" y="14952"/>
                    </a:lnTo>
                    <a:lnTo>
                      <a:pt x="318140" y="18095"/>
                    </a:lnTo>
                    <a:lnTo>
                      <a:pt x="348214" y="22679"/>
                    </a:lnTo>
                    <a:lnTo>
                      <a:pt x="365973" y="24600"/>
                    </a:lnTo>
                    <a:cubicBezTo>
                      <a:pt x="367355" y="24774"/>
                      <a:pt x="368249" y="25516"/>
                      <a:pt x="368046" y="26258"/>
                    </a:cubicBezTo>
                    <a:cubicBezTo>
                      <a:pt x="367761" y="26957"/>
                      <a:pt x="366664" y="27372"/>
                      <a:pt x="365446" y="27372"/>
                    </a:cubicBezTo>
                    <a:close/>
                  </a:path>
                </a:pathLst>
              </a:custGeom>
              <a:solidFill>
                <a:srgbClr val="07F6F9"/>
              </a:solidFill>
              <a:ln w="4064" cap="flat">
                <a:noFill/>
                <a:prstDash val="solid"/>
                <a:miter/>
              </a:ln>
            </p:spPr>
            <p:txBody>
              <a:bodyPr rtlCol="0" anchor="ctr"/>
              <a:lstStyle/>
              <a:p>
                <a:endParaRPr lang="en-IN">
                  <a:solidFill>
                    <a:prstClr val="black"/>
                  </a:solidFill>
                </a:endParaRPr>
              </a:p>
            </p:txBody>
          </p:sp>
        </p:grpSp>
      </p:grpSp>
      <p:sp>
        <p:nvSpPr>
          <p:cNvPr id="11" name="Slide Number Placeholder 3">
            <a:extLst>
              <a:ext uri="{FF2B5EF4-FFF2-40B4-BE49-F238E27FC236}">
                <a16:creationId xmlns:a16="http://schemas.microsoft.com/office/drawing/2014/main" id="{F1F27ABB-09EA-420A-9336-9AF63A272CA5}"/>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mtClean="0">
                <a:solidFill>
                  <a:prstClr val="white"/>
                </a:solidFill>
              </a:rPr>
              <a:pPr algn="r"/>
              <a:t>2</a:t>
            </a:fld>
            <a:endParaRPr lang="en-IN" dirty="0">
              <a:solidFill>
                <a:prstClr val="white"/>
              </a:solidFill>
            </a:endParaRPr>
          </a:p>
        </p:txBody>
      </p:sp>
      <p:pic>
        <p:nvPicPr>
          <p:cNvPr id="885" name="Graphic 884">
            <a:extLst>
              <a:ext uri="{FF2B5EF4-FFF2-40B4-BE49-F238E27FC236}">
                <a16:creationId xmlns:a16="http://schemas.microsoft.com/office/drawing/2014/main" id="{4F5702B2-F4D7-4018-B082-B917AA2F0AA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41840" y="6089544"/>
            <a:ext cx="4618702" cy="700769"/>
          </a:xfrm>
          <a:prstGeom prst="rect">
            <a:avLst/>
          </a:prstGeom>
        </p:spPr>
      </p:pic>
    </p:spTree>
    <p:extLst>
      <p:ext uri="{BB962C8B-B14F-4D97-AF65-F5344CB8AC3E}">
        <p14:creationId xmlns:p14="http://schemas.microsoft.com/office/powerpoint/2010/main" val="469083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C0BE9B7F-131B-4DA2-8BFC-5F1303EAA8B8}"/>
              </a:ext>
            </a:extLst>
          </p:cNvPr>
          <p:cNvSpPr>
            <a:spLocks noChangeArrowheads="1"/>
          </p:cNvSpPr>
          <p:nvPr/>
        </p:nvSpPr>
        <p:spPr bwMode="auto">
          <a:xfrm>
            <a:off x="2105025" y="1588290"/>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br>
              <a:rPr lang="en-US" altLang="en-US" sz="1000" dirty="0">
                <a:solidFill>
                  <a:prstClr val="black"/>
                </a:solidFill>
                <a:latin typeface="Calibri" panose="020F0502020204030204" pitchFamily="34" charset="0"/>
                <a:ea typeface="Times New Roman" panose="02020603050405020304" pitchFamily="18" charset="0"/>
                <a:cs typeface="Calibri" panose="020F0502020204030204" pitchFamily="34" charset="0"/>
              </a:rPr>
            </a:br>
            <a:endParaRPr lang="en-US" altLang="en-US" dirty="0">
              <a:solidFill>
                <a:prstClr val="black"/>
              </a:solidFill>
              <a:latin typeface="Arial" panose="020B0604020202020204" pitchFamily="34" charset="0"/>
            </a:endParaRPr>
          </a:p>
        </p:txBody>
      </p:sp>
      <p:graphicFrame>
        <p:nvGraphicFramePr>
          <p:cNvPr id="2" name="Table 1">
            <a:extLst>
              <a:ext uri="{FF2B5EF4-FFF2-40B4-BE49-F238E27FC236}">
                <a16:creationId xmlns:a16="http://schemas.microsoft.com/office/drawing/2014/main" id="{AB12241A-0A43-46B9-9742-4764B553C620}"/>
              </a:ext>
            </a:extLst>
          </p:cNvPr>
          <p:cNvGraphicFramePr>
            <a:graphicFrameLocks noGrp="1"/>
          </p:cNvGraphicFramePr>
          <p:nvPr>
            <p:extLst/>
          </p:nvPr>
        </p:nvGraphicFramePr>
        <p:xfrm>
          <a:off x="145824" y="1068776"/>
          <a:ext cx="11887198" cy="5541658"/>
        </p:xfrm>
        <a:graphic>
          <a:graphicData uri="http://schemas.openxmlformats.org/drawingml/2006/table">
            <a:tbl>
              <a:tblPr firstRow="1" bandRow="1">
                <a:tableStyleId>{BC89EF96-8CEA-46FF-86C4-4CE0E7609802}</a:tableStyleId>
              </a:tblPr>
              <a:tblGrid>
                <a:gridCol w="666944">
                  <a:extLst>
                    <a:ext uri="{9D8B030D-6E8A-4147-A177-3AD203B41FA5}">
                      <a16:colId xmlns:a16="http://schemas.microsoft.com/office/drawing/2014/main" val="1703759111"/>
                    </a:ext>
                  </a:extLst>
                </a:gridCol>
                <a:gridCol w="1833581">
                  <a:extLst>
                    <a:ext uri="{9D8B030D-6E8A-4147-A177-3AD203B41FA5}">
                      <a16:colId xmlns:a16="http://schemas.microsoft.com/office/drawing/2014/main" val="1993875093"/>
                    </a:ext>
                  </a:extLst>
                </a:gridCol>
                <a:gridCol w="7879872">
                  <a:extLst>
                    <a:ext uri="{9D8B030D-6E8A-4147-A177-3AD203B41FA5}">
                      <a16:colId xmlns:a16="http://schemas.microsoft.com/office/drawing/2014/main" val="4040214223"/>
                    </a:ext>
                  </a:extLst>
                </a:gridCol>
                <a:gridCol w="1506801">
                  <a:extLst>
                    <a:ext uri="{9D8B030D-6E8A-4147-A177-3AD203B41FA5}">
                      <a16:colId xmlns:a16="http://schemas.microsoft.com/office/drawing/2014/main" val="2782481987"/>
                    </a:ext>
                  </a:extLst>
                </a:gridCol>
              </a:tblGrid>
              <a:tr h="477793">
                <a:tc>
                  <a:txBody>
                    <a:bodyPr/>
                    <a:lstStyle/>
                    <a:p>
                      <a:r>
                        <a:rPr lang="en-US" sz="1600" dirty="0"/>
                        <a:t>S No</a:t>
                      </a:r>
                      <a:endParaRPr lang="en-IN" sz="1600" dirty="0"/>
                    </a:p>
                  </a:txBody>
                  <a:tcPr/>
                </a:tc>
                <a:tc>
                  <a:txBody>
                    <a:bodyPr/>
                    <a:lstStyle/>
                    <a:p>
                      <a:r>
                        <a:rPr lang="en-US" sz="1600" dirty="0"/>
                        <a:t>Module</a:t>
                      </a:r>
                      <a:endParaRPr lang="en-IN" sz="1600" dirty="0"/>
                    </a:p>
                  </a:txBody>
                  <a:tcPr/>
                </a:tc>
                <a:tc>
                  <a:txBody>
                    <a:bodyPr/>
                    <a:lstStyle/>
                    <a:p>
                      <a:r>
                        <a:rPr lang="en-US" sz="1600" dirty="0"/>
                        <a:t>Description</a:t>
                      </a:r>
                      <a:endParaRPr lang="en-IN" sz="1600" dirty="0"/>
                    </a:p>
                  </a:txBody>
                  <a:tcPr/>
                </a:tc>
                <a:tc>
                  <a:txBody>
                    <a:bodyPr/>
                    <a:lstStyle/>
                    <a:p>
                      <a:r>
                        <a:rPr lang="en-US" sz="1600" dirty="0"/>
                        <a:t>Status</a:t>
                      </a:r>
                      <a:endParaRPr lang="en-IN" sz="1600" dirty="0"/>
                    </a:p>
                  </a:txBody>
                  <a:tcPr/>
                </a:tc>
                <a:extLst>
                  <a:ext uri="{0D108BD9-81ED-4DB2-BD59-A6C34878D82A}">
                    <a16:rowId xmlns:a16="http://schemas.microsoft.com/office/drawing/2014/main" val="3270010499"/>
                  </a:ext>
                </a:extLst>
              </a:tr>
              <a:tr h="755819">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kern="1200" dirty="0">
                          <a:solidFill>
                            <a:schemeClr val="dk1"/>
                          </a:solidFill>
                        </a:rPr>
                        <a:t>1</a:t>
                      </a:r>
                      <a:endParaRPr lang="en-IN" sz="16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kern="1200" dirty="0">
                          <a:solidFill>
                            <a:schemeClr val="dk1"/>
                          </a:solidFill>
                        </a:rPr>
                        <a:t>User Role Management  </a:t>
                      </a:r>
                      <a:endParaRPr lang="en-US"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indent="0">
                        <a:buNone/>
                      </a:pPr>
                      <a:r>
                        <a:rPr lang="en-US" sz="1600" dirty="0"/>
                        <a:t>Enables role-based access control, allowing administrators to define and manage user permissions for modules , monitoring, task assignment, and reporting</a:t>
                      </a:r>
                    </a:p>
                  </a:txBody>
                  <a:tcPr/>
                </a:tc>
                <a:tc>
                  <a:txBody>
                    <a:bodyPr/>
                    <a:lstStyle/>
                    <a:p>
                      <a:pPr marL="0" indent="0">
                        <a:buFont typeface="Arial" panose="020B0604020202020204" pitchFamily="34" charset="0"/>
                        <a:buNone/>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284007413"/>
                  </a:ext>
                </a:extLst>
              </a:tr>
              <a:tr h="74386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dirty="0"/>
                        <a:t>2</a:t>
                      </a:r>
                      <a:endParaRPr lang="en-IN" sz="16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dirty="0"/>
                        <a:t>Asset Mapping</a:t>
                      </a:r>
                      <a:endParaRPr lang="en-IN" sz="1600" b="1" dirty="0">
                        <a:latin typeface="Calibri" panose="020F0502020204030204" pitchFamily="34" charset="0"/>
                        <a:cs typeface="Calibri" panose="020F0502020204030204" pitchFamily="34" charset="0"/>
                      </a:endParaRPr>
                    </a:p>
                  </a:txBody>
                  <a:tcPr/>
                </a:tc>
                <a:tc>
                  <a:txBody>
                    <a:bodyPr/>
                    <a:lstStyle/>
                    <a:p>
                      <a:pPr marL="0" indent="0" algn="just">
                        <a:buFontTx/>
                        <a:buNone/>
                      </a:pPr>
                      <a:r>
                        <a:rPr lang="en-US" sz="1600" dirty="0"/>
                        <a:t>Users can map assets/Component Point data (Intake well, OHT, BPT,WTP etc.) across different schemes and capture geo-tagged photographs associated with these components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778628809"/>
                  </a:ext>
                </a:extLst>
              </a:tr>
              <a:tr h="843956">
                <a:tc>
                  <a:txBody>
                    <a:bodyPr/>
                    <a:lstStyle/>
                    <a:p>
                      <a:pPr marL="0" indent="0">
                        <a:buFont typeface="Arial" panose="020B0604020202020204" pitchFamily="34" charset="0"/>
                        <a:buNone/>
                      </a:pPr>
                      <a:r>
                        <a:rPr lang="en-IN" sz="1600" dirty="0"/>
                        <a:t>3</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prstClr val="black"/>
                          </a:solidFill>
                          <a:effectLst/>
                          <a:uLnTx/>
                          <a:uFillTx/>
                        </a:rPr>
                        <a:t>Traverse functionality</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prstClr val="black"/>
                          </a:solidFill>
                          <a:effectLst/>
                          <a:uLnTx/>
                          <a:uFillTx/>
                        </a:rPr>
                        <a:t>The Traverse functionality enables users to move through the pipeline like CWGM, CWPM, Distribution Pipe and RWPM.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47805979"/>
                  </a:ext>
                </a:extLst>
              </a:tr>
              <a:tr h="570240">
                <a:tc>
                  <a:txBody>
                    <a:bodyPr/>
                    <a:lstStyle/>
                    <a:p>
                      <a:pPr marL="0" indent="0">
                        <a:buFont typeface="Arial" panose="020B0604020202020204" pitchFamily="34" charset="0"/>
                        <a:buNone/>
                      </a:pPr>
                      <a:r>
                        <a:rPr lang="en-IN" sz="1600" dirty="0"/>
                        <a:t>4</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prstClr val="black"/>
                          </a:solidFill>
                          <a:effectLst/>
                          <a:uLnTx/>
                          <a:uFillTx/>
                        </a:rPr>
                        <a:t>Geofencing</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prstClr val="black"/>
                          </a:solidFill>
                          <a:effectLst/>
                          <a:uLnTx/>
                          <a:uFillTx/>
                        </a:rPr>
                        <a:t>All map/traverse data has been geofenced for inspections.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24039888"/>
                  </a:ext>
                </a:extLst>
              </a:tr>
              <a:tr h="1074994">
                <a:tc>
                  <a:txBody>
                    <a:bodyPr/>
                    <a:lstStyle/>
                    <a:p>
                      <a:pPr marL="0" indent="0">
                        <a:buFont typeface="Arial" panose="020B0604020202020204" pitchFamily="34" charset="0"/>
                        <a:buNone/>
                      </a:pPr>
                      <a:r>
                        <a:rPr lang="en-IN" sz="1600"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rPr>
                        <a:t>Anusharvan</a:t>
                      </a:r>
                      <a:r>
                        <a:rPr lang="en-IN" sz="1600" b="1" kern="1200" dirty="0">
                          <a:solidFill>
                            <a:schemeClr val="dk1"/>
                          </a:solidFill>
                        </a:rPr>
                        <a:t> - RFI (Request for Inspection)</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indent="0" algn="just">
                        <a:buFontTx/>
                        <a:buNone/>
                      </a:pPr>
                      <a:r>
                        <a:rPr lang="en-US" sz="1600" dirty="0"/>
                        <a:t>Work Monitoring Module have two module Inspection request </a:t>
                      </a:r>
                      <a:r>
                        <a:rPr lang="en-US" sz="1600" b="1" dirty="0"/>
                        <a:t>(RFI) </a:t>
                      </a:r>
                      <a:r>
                        <a:rPr lang="en-US" sz="1600" dirty="0"/>
                        <a:t>and Inspection History.</a:t>
                      </a:r>
                    </a:p>
                  </a:txBody>
                  <a:tcPr/>
                </a:tc>
                <a:tc>
                  <a:txBody>
                    <a:bodyPr/>
                    <a:lstStyle/>
                    <a:p>
                      <a:r>
                        <a:rPr lang="en-US" sz="1600" b="1" dirty="0"/>
                        <a:t>Completed</a:t>
                      </a:r>
                      <a:endParaRPr lang="en-IN" sz="1600" b="1" dirty="0"/>
                    </a:p>
                  </a:txBody>
                  <a:tcPr/>
                </a:tc>
                <a:extLst>
                  <a:ext uri="{0D108BD9-81ED-4DB2-BD59-A6C34878D82A}">
                    <a16:rowId xmlns:a16="http://schemas.microsoft.com/office/drawing/2014/main" val="3140689011"/>
                  </a:ext>
                </a:extLst>
              </a:tr>
              <a:tr h="1074994">
                <a:tc>
                  <a:txBody>
                    <a:bodyPr/>
                    <a:lstStyle/>
                    <a:p>
                      <a:pPr marL="0" indent="0">
                        <a:buFont typeface="Arial" panose="020B0604020202020204" pitchFamily="34" charset="0"/>
                        <a:buNone/>
                      </a:pPr>
                      <a:r>
                        <a:rPr lang="en-IN" sz="1600"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rPr>
                        <a:t>Anusharvan</a:t>
                      </a:r>
                      <a:r>
                        <a:rPr lang="en-IN" sz="1600" b="1" kern="1200" dirty="0">
                          <a:solidFill>
                            <a:schemeClr val="dk1"/>
                          </a:solidFill>
                        </a:rPr>
                        <a:t> - Daily Inspection </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End to end module for reporting, monitoring, approval and notification</a:t>
                      </a:r>
                      <a:endParaRPr lang="en-IN"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Completed</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69589039"/>
                  </a:ext>
                </a:extLst>
              </a:tr>
            </a:tbl>
          </a:graphicData>
        </a:graphic>
      </p:graphicFrame>
      <p:sp>
        <p:nvSpPr>
          <p:cNvPr id="9" name="Rectangle 8">
            <a:extLst>
              <a:ext uri="{FF2B5EF4-FFF2-40B4-BE49-F238E27FC236}">
                <a16:creationId xmlns:a16="http://schemas.microsoft.com/office/drawing/2014/main" id="{F9DDFB8D-FBE2-4A6E-B685-0FBA4450F37E}"/>
              </a:ext>
            </a:extLst>
          </p:cNvPr>
          <p:cNvSpPr/>
          <p:nvPr/>
        </p:nvSpPr>
        <p:spPr>
          <a:xfrm>
            <a:off x="-92468" y="402403"/>
            <a:ext cx="8210956" cy="584775"/>
          </a:xfrm>
          <a:prstGeom prst="rect">
            <a:avLst/>
          </a:prstGeom>
        </p:spPr>
        <p:txBody>
          <a:bodyPr wrap="square">
            <a:spAutoFit/>
          </a:bodyPr>
          <a:lstStyle/>
          <a:p>
            <a:pPr algn="ctr"/>
            <a:r>
              <a:rPr lang="en-IN" sz="3200" b="1" dirty="0">
                <a:solidFill>
                  <a:srgbClr val="006A78"/>
                </a:solidFill>
              </a:rPr>
              <a:t>Jal Rekha – Modules Status </a:t>
            </a:r>
            <a:endParaRPr lang="en-IN" sz="2000" dirty="0">
              <a:solidFill>
                <a:prstClr val="black"/>
              </a:solidFill>
            </a:endParaRPr>
          </a:p>
        </p:txBody>
      </p:sp>
      <p:sp>
        <p:nvSpPr>
          <p:cNvPr id="3" name="Slide Number Placeholder 2">
            <a:extLst>
              <a:ext uri="{FF2B5EF4-FFF2-40B4-BE49-F238E27FC236}">
                <a16:creationId xmlns:a16="http://schemas.microsoft.com/office/drawing/2014/main" id="{1649D32B-4DFF-4073-A6E4-EBA5406F5B9E}"/>
              </a:ext>
            </a:extLst>
          </p:cNvPr>
          <p:cNvSpPr>
            <a:spLocks noGrp="1"/>
          </p:cNvSpPr>
          <p:nvPr>
            <p:ph type="sldNum" sz="quarter" idx="12"/>
          </p:nvPr>
        </p:nvSpPr>
        <p:spPr>
          <a:xfrm>
            <a:off x="11088414" y="6356351"/>
            <a:ext cx="265386" cy="294880"/>
          </a:xfrm>
        </p:spPr>
        <p:txBody>
          <a:bodyPr/>
          <a:lstStyle/>
          <a:p>
            <a:fld id="{C24AB65F-F49C-444B-BD26-D6DDA86AEAAB}" type="slidenum">
              <a:rPr lang="en-IN" smtClean="0">
                <a:solidFill>
                  <a:prstClr val="black">
                    <a:tint val="82000"/>
                  </a:prstClr>
                </a:solidFill>
              </a:rPr>
              <a:pPr/>
              <a:t>3</a:t>
            </a:fld>
            <a:endParaRPr lang="en-IN" dirty="0">
              <a:solidFill>
                <a:prstClr val="black">
                  <a:tint val="82000"/>
                </a:prstClr>
              </a:solidFill>
            </a:endParaRPr>
          </a:p>
        </p:txBody>
      </p:sp>
      <p:pic>
        <p:nvPicPr>
          <p:cNvPr id="6" name="Picture 5">
            <a:extLst>
              <a:ext uri="{FF2B5EF4-FFF2-40B4-BE49-F238E27FC236}">
                <a16:creationId xmlns:a16="http://schemas.microsoft.com/office/drawing/2014/main" id="{27BE10D6-2E46-44C1-A08B-878A5E69A6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138" y="109460"/>
            <a:ext cx="1139061" cy="877718"/>
          </a:xfrm>
          <a:prstGeom prst="rect">
            <a:avLst/>
          </a:prstGeom>
        </p:spPr>
      </p:pic>
    </p:spTree>
    <p:extLst>
      <p:ext uri="{BB962C8B-B14F-4D97-AF65-F5344CB8AC3E}">
        <p14:creationId xmlns:p14="http://schemas.microsoft.com/office/powerpoint/2010/main" val="2048790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C0BE9B7F-131B-4DA2-8BFC-5F1303EAA8B8}"/>
              </a:ext>
            </a:extLst>
          </p:cNvPr>
          <p:cNvSpPr>
            <a:spLocks noChangeArrowheads="1"/>
          </p:cNvSpPr>
          <p:nvPr/>
        </p:nvSpPr>
        <p:spPr bwMode="auto">
          <a:xfrm>
            <a:off x="2105025" y="1588290"/>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br>
              <a:rPr lang="en-US" altLang="en-US" sz="1000" dirty="0">
                <a:solidFill>
                  <a:prstClr val="black"/>
                </a:solidFill>
                <a:latin typeface="Calibri" panose="020F0502020204030204" pitchFamily="34" charset="0"/>
                <a:ea typeface="Times New Roman" panose="02020603050405020304" pitchFamily="18" charset="0"/>
                <a:cs typeface="Calibri" panose="020F0502020204030204" pitchFamily="34" charset="0"/>
              </a:rPr>
            </a:br>
            <a:endParaRPr lang="en-US" altLang="en-US" dirty="0">
              <a:solidFill>
                <a:prstClr val="black"/>
              </a:solidFill>
              <a:latin typeface="Arial" panose="020B0604020202020204" pitchFamily="34" charset="0"/>
            </a:endParaRPr>
          </a:p>
        </p:txBody>
      </p:sp>
      <p:graphicFrame>
        <p:nvGraphicFramePr>
          <p:cNvPr id="2" name="Table 1">
            <a:extLst>
              <a:ext uri="{FF2B5EF4-FFF2-40B4-BE49-F238E27FC236}">
                <a16:creationId xmlns:a16="http://schemas.microsoft.com/office/drawing/2014/main" id="{AB12241A-0A43-46B9-9742-4764B553C620}"/>
              </a:ext>
            </a:extLst>
          </p:cNvPr>
          <p:cNvGraphicFramePr>
            <a:graphicFrameLocks noGrp="1"/>
          </p:cNvGraphicFramePr>
          <p:nvPr>
            <p:extLst/>
          </p:nvPr>
        </p:nvGraphicFramePr>
        <p:xfrm>
          <a:off x="145824" y="1133651"/>
          <a:ext cx="11887198" cy="6838643"/>
        </p:xfrm>
        <a:graphic>
          <a:graphicData uri="http://schemas.openxmlformats.org/drawingml/2006/table">
            <a:tbl>
              <a:tblPr firstRow="1" bandRow="1">
                <a:tableStyleId>{BC89EF96-8CEA-46FF-86C4-4CE0E7609802}</a:tableStyleId>
              </a:tblPr>
              <a:tblGrid>
                <a:gridCol w="666944">
                  <a:extLst>
                    <a:ext uri="{9D8B030D-6E8A-4147-A177-3AD203B41FA5}">
                      <a16:colId xmlns:a16="http://schemas.microsoft.com/office/drawing/2014/main" val="1703759111"/>
                    </a:ext>
                  </a:extLst>
                </a:gridCol>
                <a:gridCol w="1833581">
                  <a:extLst>
                    <a:ext uri="{9D8B030D-6E8A-4147-A177-3AD203B41FA5}">
                      <a16:colId xmlns:a16="http://schemas.microsoft.com/office/drawing/2014/main" val="1993875093"/>
                    </a:ext>
                  </a:extLst>
                </a:gridCol>
                <a:gridCol w="7879872">
                  <a:extLst>
                    <a:ext uri="{9D8B030D-6E8A-4147-A177-3AD203B41FA5}">
                      <a16:colId xmlns:a16="http://schemas.microsoft.com/office/drawing/2014/main" val="4040214223"/>
                    </a:ext>
                  </a:extLst>
                </a:gridCol>
                <a:gridCol w="1506801">
                  <a:extLst>
                    <a:ext uri="{9D8B030D-6E8A-4147-A177-3AD203B41FA5}">
                      <a16:colId xmlns:a16="http://schemas.microsoft.com/office/drawing/2014/main" val="2782481987"/>
                    </a:ext>
                  </a:extLst>
                </a:gridCol>
              </a:tblGrid>
              <a:tr h="569951">
                <a:tc>
                  <a:txBody>
                    <a:bodyPr/>
                    <a:lstStyle/>
                    <a:p>
                      <a:r>
                        <a:rPr lang="en-US" sz="1600" dirty="0"/>
                        <a:t>S No</a:t>
                      </a:r>
                      <a:endParaRPr lang="en-IN" sz="1600" dirty="0"/>
                    </a:p>
                  </a:txBody>
                  <a:tcPr/>
                </a:tc>
                <a:tc>
                  <a:txBody>
                    <a:bodyPr/>
                    <a:lstStyle/>
                    <a:p>
                      <a:r>
                        <a:rPr lang="en-US" sz="1600" dirty="0"/>
                        <a:t>Module</a:t>
                      </a:r>
                      <a:endParaRPr lang="en-IN" sz="1600" dirty="0"/>
                    </a:p>
                  </a:txBody>
                  <a:tcPr/>
                </a:tc>
                <a:tc>
                  <a:txBody>
                    <a:bodyPr/>
                    <a:lstStyle/>
                    <a:p>
                      <a:r>
                        <a:rPr lang="en-US" sz="1600" dirty="0"/>
                        <a:t>Description</a:t>
                      </a:r>
                      <a:endParaRPr lang="en-IN" sz="1600" dirty="0"/>
                    </a:p>
                  </a:txBody>
                  <a:tcPr/>
                </a:tc>
                <a:tc>
                  <a:txBody>
                    <a:bodyPr/>
                    <a:lstStyle/>
                    <a:p>
                      <a:r>
                        <a:rPr lang="en-US" sz="1600" dirty="0"/>
                        <a:t>Status</a:t>
                      </a:r>
                      <a:endParaRPr lang="en-IN" sz="1600" dirty="0"/>
                    </a:p>
                  </a:txBody>
                  <a:tcPr/>
                </a:tc>
                <a:extLst>
                  <a:ext uri="{0D108BD9-81ED-4DB2-BD59-A6C34878D82A}">
                    <a16:rowId xmlns:a16="http://schemas.microsoft.com/office/drawing/2014/main" val="3270010499"/>
                  </a:ext>
                </a:extLst>
              </a:tr>
              <a:tr h="809931">
                <a:tc>
                  <a:txBody>
                    <a:bodyPr/>
                    <a:lstStyle/>
                    <a:p>
                      <a:pPr marL="0" indent="0">
                        <a:buFont typeface="Arial" panose="020B0604020202020204" pitchFamily="34" charset="0"/>
                        <a:buNone/>
                      </a:pPr>
                      <a:r>
                        <a:rPr lang="en-IN" sz="1600"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rPr>
                        <a:t>Dhara</a:t>
                      </a:r>
                      <a:r>
                        <a:rPr lang="en-IN" sz="1600" b="1" kern="1200" dirty="0">
                          <a:solidFill>
                            <a:schemeClr val="dk1"/>
                          </a:solidFill>
                        </a:rPr>
                        <a:t> for Quantity of water</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lvl="1" indent="0" algn="just" defTabSz="914400" rtl="0" eaLnBrk="1" latinLnBrk="0" hangingPunct="1">
                        <a:buFontTx/>
                        <a:buNone/>
                      </a:pPr>
                      <a:r>
                        <a:rPr lang="en-US" sz="1600" dirty="0"/>
                        <a:t>The </a:t>
                      </a:r>
                      <a:r>
                        <a:rPr lang="en-US" sz="1600" dirty="0" err="1"/>
                        <a:t>Dhara</a:t>
                      </a:r>
                      <a:r>
                        <a:rPr lang="en-US" sz="1600" dirty="0"/>
                        <a:t> Module under the Jal Nigam's scheme ensures continuous monitoring and maintenance of water quality across various regions.</a:t>
                      </a:r>
                      <a:r>
                        <a:rPr lang="en-US" sz="1600" kern="1200" dirty="0">
                          <a:solidFill>
                            <a:schemeClr val="dk1"/>
                          </a:solidFill>
                        </a:rPr>
                        <a:t> </a:t>
                      </a:r>
                      <a:endParaRPr lang="en-IN" sz="1600" kern="1200" dirty="0">
                        <a:solidFill>
                          <a:schemeClr val="dk1"/>
                        </a:solidFill>
                        <a:latin typeface="+mn-lt"/>
                        <a:ea typeface="+mn-ea"/>
                        <a:cs typeface="+mn-cs"/>
                      </a:endParaRPr>
                    </a:p>
                  </a:txBody>
                  <a:tcPr/>
                </a:tc>
                <a:tc>
                  <a:txBody>
                    <a:bodyPr/>
                    <a:lstStyle/>
                    <a:p>
                      <a:r>
                        <a:rPr lang="en-IN" sz="1600" b="1" dirty="0"/>
                        <a:t>Completed &amp; </a:t>
                      </a:r>
                    </a:p>
                    <a:p>
                      <a:r>
                        <a:rPr lang="en-IN" sz="1600" b="1" dirty="0" err="1"/>
                        <a:t>Updation</a:t>
                      </a:r>
                      <a:endParaRPr lang="en-IN" sz="1600" b="1" dirty="0"/>
                    </a:p>
                  </a:txBody>
                  <a:tcPr/>
                </a:tc>
                <a:extLst>
                  <a:ext uri="{0D108BD9-81ED-4DB2-BD59-A6C34878D82A}">
                    <a16:rowId xmlns:a16="http://schemas.microsoft.com/office/drawing/2014/main" val="580128187"/>
                  </a:ext>
                </a:extLst>
              </a:tr>
              <a:tr h="758890">
                <a:tc>
                  <a:txBody>
                    <a:bodyPr/>
                    <a:lstStyle/>
                    <a:p>
                      <a:pPr marL="0" indent="0">
                        <a:buFont typeface="Arial" panose="020B0604020202020204" pitchFamily="34" charset="0"/>
                        <a:buNone/>
                      </a:pPr>
                      <a:r>
                        <a:rPr lang="en-IN" sz="1600" dirty="0"/>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rPr>
                        <a:t>Sahbhagita</a:t>
                      </a:r>
                      <a:r>
                        <a:rPr lang="en-IN" sz="1600" b="1" kern="1200" dirty="0">
                          <a:solidFill>
                            <a:schemeClr val="dk1"/>
                          </a:solidFill>
                        </a:rPr>
                        <a:t> </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lvl="1" indent="0" algn="just" defTabSz="914400" rtl="0" eaLnBrk="1" latinLnBrk="0" hangingPunct="1">
                        <a:buFontTx/>
                        <a:buNone/>
                      </a:pPr>
                      <a:r>
                        <a:rPr lang="en-IN" sz="1600" kern="1200" dirty="0">
                          <a:solidFill>
                            <a:schemeClr val="dk1"/>
                          </a:solidFill>
                        </a:rPr>
                        <a:t>To monitor the social activities performed by the NGOs </a:t>
                      </a:r>
                      <a:endParaRPr lang="en-IN" sz="1600" kern="1200" dirty="0">
                        <a:solidFill>
                          <a:schemeClr val="dk1"/>
                        </a:solidFill>
                        <a:latin typeface="+mn-lt"/>
                        <a:ea typeface="+mn-ea"/>
                        <a:cs typeface="+mn-cs"/>
                      </a:endParaRPr>
                    </a:p>
                  </a:txBody>
                  <a:tcPr/>
                </a:tc>
                <a:tc>
                  <a:txBody>
                    <a:bodyPr/>
                    <a:lstStyle/>
                    <a:p>
                      <a:r>
                        <a:rPr lang="en-IN" sz="1600" b="1" dirty="0"/>
                        <a:t>Completed</a:t>
                      </a:r>
                    </a:p>
                  </a:txBody>
                  <a:tcPr/>
                </a:tc>
                <a:extLst>
                  <a:ext uri="{0D108BD9-81ED-4DB2-BD59-A6C34878D82A}">
                    <a16:rowId xmlns:a16="http://schemas.microsoft.com/office/drawing/2014/main" val="2308828290"/>
                  </a:ext>
                </a:extLst>
              </a:tr>
              <a:tr h="809931">
                <a:tc>
                  <a:txBody>
                    <a:bodyPr/>
                    <a:lstStyle/>
                    <a:p>
                      <a:pPr marL="0" indent="0">
                        <a:buFont typeface="Arial" panose="020B0604020202020204" pitchFamily="34" charset="0"/>
                        <a:buNone/>
                      </a:pPr>
                      <a:r>
                        <a:rPr lang="en-IN" sz="1600" dirty="0"/>
                        <a:t>9</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a:solidFill>
                            <a:schemeClr val="dk1"/>
                          </a:solidFill>
                        </a:rPr>
                        <a:t>Nirmal for Quality of water</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rPr>
                        <a:t>Ensures water quality in various schemes for safe drinking water.</a:t>
                      </a:r>
                      <a:r>
                        <a:rPr lang="en-IN" sz="1600" kern="1200" dirty="0">
                          <a:solidFill>
                            <a:schemeClr val="dk1"/>
                          </a:solidFill>
                        </a:rPr>
                        <a:t> </a:t>
                      </a:r>
                      <a:r>
                        <a:rPr lang="en-US" sz="1600" kern="1200" dirty="0">
                          <a:solidFill>
                            <a:schemeClr val="dk1"/>
                          </a:solidFill>
                        </a:rPr>
                        <a:t>Conducts regular tests to detect contaminants or pollutants.</a:t>
                      </a:r>
                      <a:endParaRPr lang="en-IN" sz="1600" dirty="0"/>
                    </a:p>
                  </a:txBody>
                  <a:tcPr/>
                </a:tc>
                <a:tc>
                  <a:txBody>
                    <a:bodyPr/>
                    <a:lstStyle/>
                    <a:p>
                      <a:r>
                        <a:rPr lang="en-IN" sz="1600" b="1" dirty="0"/>
                        <a:t>Completed </a:t>
                      </a:r>
                    </a:p>
                  </a:txBody>
                  <a:tcPr/>
                </a:tc>
                <a:extLst>
                  <a:ext uri="{0D108BD9-81ED-4DB2-BD59-A6C34878D82A}">
                    <a16:rowId xmlns:a16="http://schemas.microsoft.com/office/drawing/2014/main" val="277002407"/>
                  </a:ext>
                </a:extLst>
              </a:tr>
              <a:tr h="825655">
                <a:tc>
                  <a:txBody>
                    <a:bodyPr/>
                    <a:lstStyle/>
                    <a:p>
                      <a:pPr marL="0" indent="0">
                        <a:buFont typeface="Arial" panose="020B0604020202020204" pitchFamily="34" charset="0"/>
                        <a:buNone/>
                      </a:pPr>
                      <a:r>
                        <a:rPr lang="en-IN" sz="1600"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latin typeface="Calibri" panose="020F0502020204030204" pitchFamily="34" charset="0"/>
                          <a:ea typeface="+mn-ea"/>
                          <a:cs typeface="Calibri" panose="020F0502020204030204" pitchFamily="34" charset="0"/>
                        </a:rPr>
                        <a:t>Sopan</a:t>
                      </a:r>
                      <a:r>
                        <a:rPr lang="en-IN" sz="1600" b="1" kern="1200" dirty="0">
                          <a:solidFill>
                            <a:schemeClr val="dk1"/>
                          </a:solidFill>
                          <a:latin typeface="Calibri" panose="020F0502020204030204" pitchFamily="34" charset="0"/>
                          <a:ea typeface="+mn-ea"/>
                          <a:cs typeface="Calibri" panose="020F0502020204030204" pitchFamily="34" charset="0"/>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enables contractors to commit to start and completion dates for OHT construction, allowing the department to monitor progress and ensure timely project delivery.</a:t>
                      </a:r>
                      <a:endParaRPr lang="en-IN" sz="1600" dirty="0"/>
                    </a:p>
                  </a:txBody>
                  <a:tcPr/>
                </a:tc>
                <a:tc>
                  <a:txBody>
                    <a:bodyPr/>
                    <a:lstStyle/>
                    <a:p>
                      <a:r>
                        <a:rPr lang="en-IN" sz="1600" b="1" dirty="0"/>
                        <a:t>Completed &amp; </a:t>
                      </a:r>
                      <a:r>
                        <a:rPr lang="en-IN" sz="1600" b="1" dirty="0" err="1"/>
                        <a:t>Updation</a:t>
                      </a:r>
                      <a:endParaRPr lang="en-IN" sz="1600" b="1" dirty="0"/>
                    </a:p>
                  </a:txBody>
                  <a:tcPr/>
                </a:tc>
                <a:extLst>
                  <a:ext uri="{0D108BD9-81ED-4DB2-BD59-A6C34878D82A}">
                    <a16:rowId xmlns:a16="http://schemas.microsoft.com/office/drawing/2014/main" val="2006078023"/>
                  </a:ext>
                </a:extLst>
              </a:tr>
              <a:tr h="825655">
                <a:tc>
                  <a:txBody>
                    <a:bodyPr/>
                    <a:lstStyle/>
                    <a:p>
                      <a:pPr marL="0" indent="0">
                        <a:buFont typeface="Arial" panose="020B0604020202020204" pitchFamily="34" charset="0"/>
                        <a:buNone/>
                      </a:pPr>
                      <a:r>
                        <a:rPr lang="en-IN" sz="1600" dirty="0"/>
                        <a:t>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a:solidFill>
                            <a:schemeClr val="dk1"/>
                          </a:solidFill>
                          <a:latin typeface="+mn-lt"/>
                          <a:ea typeface="+mn-ea"/>
                          <a:cs typeface="+mn-cs"/>
                        </a:rPr>
                        <a:t>FHTC</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The FHTC </a:t>
                      </a:r>
                      <a:r>
                        <a:rPr lang="en-US" sz="1800" b="0" i="0" kern="1200" dirty="0" err="1">
                          <a:solidFill>
                            <a:schemeClr val="tx1"/>
                          </a:solidFill>
                          <a:effectLst/>
                          <a:latin typeface="+mn-lt"/>
                          <a:ea typeface="+mn-ea"/>
                          <a:cs typeface="+mn-cs"/>
                        </a:rPr>
                        <a:t>Parinam</a:t>
                      </a:r>
                      <a:r>
                        <a:rPr lang="en-US" sz="1800" b="0" i="0" kern="1200" dirty="0">
                          <a:solidFill>
                            <a:schemeClr val="tx1"/>
                          </a:solidFill>
                          <a:effectLst/>
                          <a:latin typeface="+mn-lt"/>
                          <a:ea typeface="+mn-ea"/>
                          <a:cs typeface="+mn-cs"/>
                        </a:rPr>
                        <a:t> module in </a:t>
                      </a:r>
                      <a:r>
                        <a:rPr lang="en-US" sz="1800" b="0" i="0" kern="1200" dirty="0" err="1">
                          <a:solidFill>
                            <a:schemeClr val="tx1"/>
                          </a:solidFill>
                          <a:effectLst/>
                          <a:latin typeface="+mn-lt"/>
                          <a:ea typeface="+mn-ea"/>
                          <a:cs typeface="+mn-cs"/>
                        </a:rPr>
                        <a:t>Jal</a:t>
                      </a:r>
                      <a:r>
                        <a:rPr lang="en-US" sz="1800" b="0" i="0" kern="1200" dirty="0">
                          <a:solidFill>
                            <a:schemeClr val="tx1"/>
                          </a:solidFill>
                          <a:effectLst/>
                          <a:latin typeface="+mn-lt"/>
                          <a:ea typeface="+mn-ea"/>
                          <a:cs typeface="+mn-cs"/>
                        </a:rPr>
                        <a:t> </a:t>
                      </a:r>
                      <a:r>
                        <a:rPr lang="en-US" sz="1800" b="0" i="0" kern="1200" dirty="0" err="1">
                          <a:solidFill>
                            <a:schemeClr val="tx1"/>
                          </a:solidFill>
                          <a:effectLst/>
                          <a:latin typeface="+mn-lt"/>
                          <a:ea typeface="+mn-ea"/>
                          <a:cs typeface="+mn-cs"/>
                        </a:rPr>
                        <a:t>Rekha</a:t>
                      </a:r>
                      <a:r>
                        <a:rPr lang="en-US" sz="1800" b="0" i="0" kern="1200" dirty="0">
                          <a:solidFill>
                            <a:schemeClr val="tx1"/>
                          </a:solidFill>
                          <a:effectLst/>
                          <a:latin typeface="+mn-lt"/>
                          <a:ea typeface="+mn-ea"/>
                          <a:cs typeface="+mn-cs"/>
                        </a:rPr>
                        <a:t> captures and analyses household tap connection outcomes for each scheme, enabling PIUs and GMs to track coverage against JJM targets, assess scheme‑wise performance, and support data‑driven decisions on saturation and pending FHTCs.</a:t>
                      </a:r>
                      <a:endParaRPr lang="en-IN" sz="1600" dirty="0"/>
                    </a:p>
                  </a:txBody>
                  <a:tcPr/>
                </a:tc>
                <a:tc>
                  <a:txBody>
                    <a:bodyPr/>
                    <a:lstStyle/>
                    <a:p>
                      <a:r>
                        <a:rPr lang="en-IN" sz="1600" b="1" dirty="0"/>
                        <a:t>Completed &amp; </a:t>
                      </a:r>
                      <a:r>
                        <a:rPr lang="en-IN" sz="1600" b="1" dirty="0" err="1"/>
                        <a:t>Updation</a:t>
                      </a:r>
                      <a:endParaRPr lang="en-IN" sz="1600" b="1" dirty="0"/>
                    </a:p>
                  </a:txBody>
                  <a:tcPr/>
                </a:tc>
                <a:extLst>
                  <a:ext uri="{0D108BD9-81ED-4DB2-BD59-A6C34878D82A}">
                    <a16:rowId xmlns:a16="http://schemas.microsoft.com/office/drawing/2014/main" val="4142796180"/>
                  </a:ext>
                </a:extLst>
              </a:tr>
              <a:tr h="825655">
                <a:tc>
                  <a:txBody>
                    <a:bodyPr/>
                    <a:lstStyle/>
                    <a:p>
                      <a:pPr marL="0" indent="0">
                        <a:buFont typeface="Arial" panose="020B0604020202020204" pitchFamily="34" charset="0"/>
                        <a:buNone/>
                      </a:pPr>
                      <a:r>
                        <a:rPr lang="en-IN" sz="1600" dirty="0"/>
                        <a:t>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latin typeface="Calibri" panose="020F0502020204030204" pitchFamily="34" charset="0"/>
                          <a:ea typeface="+mn-ea"/>
                          <a:cs typeface="Calibri" panose="020F0502020204030204" pitchFamily="34" charset="0"/>
                        </a:rPr>
                        <a:t>Jal</a:t>
                      </a:r>
                      <a:r>
                        <a:rPr lang="en-IN" sz="1600" b="1" kern="1200" baseline="0" dirty="0">
                          <a:solidFill>
                            <a:schemeClr val="dk1"/>
                          </a:solidFill>
                          <a:latin typeface="Calibri" panose="020F0502020204030204" pitchFamily="34" charset="0"/>
                          <a:ea typeface="+mn-ea"/>
                          <a:cs typeface="Calibri" panose="020F0502020204030204" pitchFamily="34" charset="0"/>
                        </a:rPr>
                        <a:t> </a:t>
                      </a:r>
                      <a:r>
                        <a:rPr lang="en-IN" sz="1600" b="1" kern="1200" baseline="0" dirty="0" err="1">
                          <a:solidFill>
                            <a:schemeClr val="dk1"/>
                          </a:solidFill>
                          <a:latin typeface="Calibri" panose="020F0502020204030204" pitchFamily="34" charset="0"/>
                          <a:ea typeface="+mn-ea"/>
                          <a:cs typeface="Calibri" panose="020F0502020204030204" pitchFamily="34" charset="0"/>
                        </a:rPr>
                        <a:t>Samadhan</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This module allows citizens to report issues related to water leakage, water quality, the regularity of water supply, pressure, and other concerns.</a:t>
                      </a:r>
                      <a:endParaRPr lang="en-IN" sz="1600" dirty="0"/>
                    </a:p>
                  </a:txBody>
                  <a:tcPr/>
                </a:tc>
                <a:tc>
                  <a:txBody>
                    <a:bodyPr/>
                    <a:lstStyle/>
                    <a:p>
                      <a:r>
                        <a:rPr lang="en-IN" sz="1600" b="1" dirty="0"/>
                        <a:t>Requirement Gathering </a:t>
                      </a:r>
                    </a:p>
                  </a:txBody>
                  <a:tcPr/>
                </a:tc>
                <a:extLst>
                  <a:ext uri="{0D108BD9-81ED-4DB2-BD59-A6C34878D82A}">
                    <a16:rowId xmlns:a16="http://schemas.microsoft.com/office/drawing/2014/main" val="10006"/>
                  </a:ext>
                </a:extLst>
              </a:tr>
              <a:tr h="1049910">
                <a:tc>
                  <a:txBody>
                    <a:bodyPr/>
                    <a:lstStyle/>
                    <a:p>
                      <a:pPr marL="0" indent="0">
                        <a:buFont typeface="Arial" panose="020B0604020202020204" pitchFamily="34" charset="0"/>
                        <a:buNone/>
                      </a:pPr>
                      <a:r>
                        <a:rPr lang="en-IN" sz="1600" dirty="0"/>
                        <a:t>13</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a:solidFill>
                            <a:schemeClr val="dk1"/>
                          </a:solidFill>
                        </a:rPr>
                        <a:t>O&amp;M Billing </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This module simplifies the water supply billing process for the department by directly fetching quantity data from </a:t>
                      </a:r>
                      <a:r>
                        <a:rPr lang="en-US" sz="1600" dirty="0" err="1"/>
                        <a:t>Dhara</a:t>
                      </a:r>
                      <a:r>
                        <a:rPr lang="en-US" sz="1600" dirty="0"/>
                        <a:t> and quality data from Nirmal. It enhances efficiency while reducing manual effort.</a:t>
                      </a:r>
                      <a:endParaRPr lang="en-IN" sz="1600" dirty="0"/>
                    </a:p>
                  </a:txBody>
                  <a:tcPr/>
                </a:tc>
                <a:tc>
                  <a:txBody>
                    <a:bodyPr/>
                    <a:lstStyle/>
                    <a:p>
                      <a:r>
                        <a:rPr lang="en-IN" sz="1600" b="1" dirty="0"/>
                        <a:t>Requirement Gathering </a:t>
                      </a:r>
                    </a:p>
                  </a:txBody>
                  <a:tcPr/>
                </a:tc>
                <a:extLst>
                  <a:ext uri="{0D108BD9-81ED-4DB2-BD59-A6C34878D82A}">
                    <a16:rowId xmlns:a16="http://schemas.microsoft.com/office/drawing/2014/main" val="1101542424"/>
                  </a:ext>
                </a:extLst>
              </a:tr>
            </a:tbl>
          </a:graphicData>
        </a:graphic>
      </p:graphicFrame>
      <p:sp>
        <p:nvSpPr>
          <p:cNvPr id="3" name="Slide Number Placeholder 2">
            <a:extLst>
              <a:ext uri="{FF2B5EF4-FFF2-40B4-BE49-F238E27FC236}">
                <a16:creationId xmlns:a16="http://schemas.microsoft.com/office/drawing/2014/main" id="{1649D32B-4DFF-4073-A6E4-EBA5406F5B9E}"/>
              </a:ext>
            </a:extLst>
          </p:cNvPr>
          <p:cNvSpPr>
            <a:spLocks noGrp="1"/>
          </p:cNvSpPr>
          <p:nvPr>
            <p:ph type="sldNum" sz="quarter" idx="12"/>
          </p:nvPr>
        </p:nvSpPr>
        <p:spPr>
          <a:xfrm>
            <a:off x="11088414" y="6356351"/>
            <a:ext cx="265386" cy="294880"/>
          </a:xfrm>
        </p:spPr>
        <p:txBody>
          <a:bodyPr/>
          <a:lstStyle/>
          <a:p>
            <a:fld id="{C24AB65F-F49C-444B-BD26-D6DDA86AEAAB}" type="slidenum">
              <a:rPr lang="en-IN" smtClean="0">
                <a:solidFill>
                  <a:prstClr val="black">
                    <a:tint val="82000"/>
                  </a:prstClr>
                </a:solidFill>
              </a:rPr>
              <a:pPr/>
              <a:t>4</a:t>
            </a:fld>
            <a:endParaRPr lang="en-IN" dirty="0">
              <a:solidFill>
                <a:prstClr val="black">
                  <a:tint val="82000"/>
                </a:prstClr>
              </a:solidFill>
            </a:endParaRPr>
          </a:p>
        </p:txBody>
      </p:sp>
      <p:sp>
        <p:nvSpPr>
          <p:cNvPr id="6" name="Rectangle 5">
            <a:extLst>
              <a:ext uri="{FF2B5EF4-FFF2-40B4-BE49-F238E27FC236}">
                <a16:creationId xmlns:a16="http://schemas.microsoft.com/office/drawing/2014/main" id="{C79BED48-20EB-4F51-83BA-FEEB2F1E7933}"/>
              </a:ext>
            </a:extLst>
          </p:cNvPr>
          <p:cNvSpPr/>
          <p:nvPr/>
        </p:nvSpPr>
        <p:spPr>
          <a:xfrm>
            <a:off x="223736" y="402403"/>
            <a:ext cx="7937770" cy="584775"/>
          </a:xfrm>
          <a:prstGeom prst="rect">
            <a:avLst/>
          </a:prstGeom>
        </p:spPr>
        <p:txBody>
          <a:bodyPr wrap="square">
            <a:spAutoFit/>
          </a:bodyPr>
          <a:lstStyle/>
          <a:p>
            <a:pPr algn="ctr"/>
            <a:r>
              <a:rPr lang="en-IN" sz="3200" b="1" dirty="0">
                <a:solidFill>
                  <a:srgbClr val="006A78"/>
                </a:solidFill>
              </a:rPr>
              <a:t>Jal Rekha – Modules Status </a:t>
            </a:r>
            <a:endParaRPr lang="en-IN" sz="2000" dirty="0">
              <a:solidFill>
                <a:prstClr val="black"/>
              </a:solidFill>
            </a:endParaRPr>
          </a:p>
        </p:txBody>
      </p:sp>
      <p:pic>
        <p:nvPicPr>
          <p:cNvPr id="7" name="Picture 6">
            <a:extLst>
              <a:ext uri="{FF2B5EF4-FFF2-40B4-BE49-F238E27FC236}">
                <a16:creationId xmlns:a16="http://schemas.microsoft.com/office/drawing/2014/main" id="{7C0187EA-2946-45EF-8413-0D2FEEBB2D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3961" y="255932"/>
            <a:ext cx="1139061" cy="877718"/>
          </a:xfrm>
          <a:prstGeom prst="rect">
            <a:avLst/>
          </a:prstGeom>
        </p:spPr>
      </p:pic>
    </p:spTree>
    <p:extLst>
      <p:ext uri="{BB962C8B-B14F-4D97-AF65-F5344CB8AC3E}">
        <p14:creationId xmlns:p14="http://schemas.microsoft.com/office/powerpoint/2010/main" val="1273197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C0BE9B7F-131B-4DA2-8BFC-5F1303EAA8B8}"/>
              </a:ext>
            </a:extLst>
          </p:cNvPr>
          <p:cNvSpPr>
            <a:spLocks noChangeArrowheads="1"/>
          </p:cNvSpPr>
          <p:nvPr/>
        </p:nvSpPr>
        <p:spPr bwMode="auto">
          <a:xfrm>
            <a:off x="2105025" y="1588290"/>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eaLnBrk="0" fontAlgn="base" hangingPunct="0">
              <a:spcBef>
                <a:spcPct val="0"/>
              </a:spcBef>
              <a:spcAft>
                <a:spcPct val="0"/>
              </a:spcAft>
            </a:pPr>
            <a:br>
              <a:rPr lang="en-US" altLang="en-US" sz="1000" dirty="0">
                <a:solidFill>
                  <a:prstClr val="black"/>
                </a:solidFill>
                <a:latin typeface="Calibri" panose="020F0502020204030204" pitchFamily="34" charset="0"/>
                <a:ea typeface="Times New Roman" panose="02020603050405020304" pitchFamily="18" charset="0"/>
                <a:cs typeface="Calibri" panose="020F0502020204030204" pitchFamily="34" charset="0"/>
              </a:rPr>
            </a:br>
            <a:endParaRPr lang="en-US" altLang="en-US" dirty="0">
              <a:solidFill>
                <a:prstClr val="black"/>
              </a:solidFill>
              <a:latin typeface="Arial" panose="020B0604020202020204" pitchFamily="34" charset="0"/>
            </a:endParaRPr>
          </a:p>
        </p:txBody>
      </p:sp>
      <p:graphicFrame>
        <p:nvGraphicFramePr>
          <p:cNvPr id="2" name="Table 1">
            <a:extLst>
              <a:ext uri="{FF2B5EF4-FFF2-40B4-BE49-F238E27FC236}">
                <a16:creationId xmlns:a16="http://schemas.microsoft.com/office/drawing/2014/main" id="{AB12241A-0A43-46B9-9742-4764B553C620}"/>
              </a:ext>
            </a:extLst>
          </p:cNvPr>
          <p:cNvGraphicFramePr>
            <a:graphicFrameLocks noGrp="1"/>
          </p:cNvGraphicFramePr>
          <p:nvPr>
            <p:extLst>
              <p:ext uri="{D42A27DB-BD31-4B8C-83A1-F6EECF244321}">
                <p14:modId xmlns:p14="http://schemas.microsoft.com/office/powerpoint/2010/main" val="2841072700"/>
              </p:ext>
            </p:extLst>
          </p:nvPr>
        </p:nvGraphicFramePr>
        <p:xfrm>
          <a:off x="145824" y="1133651"/>
          <a:ext cx="11887198" cy="4132811"/>
        </p:xfrm>
        <a:graphic>
          <a:graphicData uri="http://schemas.openxmlformats.org/drawingml/2006/table">
            <a:tbl>
              <a:tblPr firstRow="1" bandRow="1">
                <a:tableStyleId>{BC89EF96-8CEA-46FF-86C4-4CE0E7609802}</a:tableStyleId>
              </a:tblPr>
              <a:tblGrid>
                <a:gridCol w="666944">
                  <a:extLst>
                    <a:ext uri="{9D8B030D-6E8A-4147-A177-3AD203B41FA5}">
                      <a16:colId xmlns:a16="http://schemas.microsoft.com/office/drawing/2014/main" val="1703759111"/>
                    </a:ext>
                  </a:extLst>
                </a:gridCol>
                <a:gridCol w="1833581">
                  <a:extLst>
                    <a:ext uri="{9D8B030D-6E8A-4147-A177-3AD203B41FA5}">
                      <a16:colId xmlns:a16="http://schemas.microsoft.com/office/drawing/2014/main" val="1993875093"/>
                    </a:ext>
                  </a:extLst>
                </a:gridCol>
                <a:gridCol w="7879872">
                  <a:extLst>
                    <a:ext uri="{9D8B030D-6E8A-4147-A177-3AD203B41FA5}">
                      <a16:colId xmlns:a16="http://schemas.microsoft.com/office/drawing/2014/main" val="4040214223"/>
                    </a:ext>
                  </a:extLst>
                </a:gridCol>
                <a:gridCol w="1506801">
                  <a:extLst>
                    <a:ext uri="{9D8B030D-6E8A-4147-A177-3AD203B41FA5}">
                      <a16:colId xmlns:a16="http://schemas.microsoft.com/office/drawing/2014/main" val="2782481987"/>
                    </a:ext>
                  </a:extLst>
                </a:gridCol>
              </a:tblGrid>
              <a:tr h="569951">
                <a:tc>
                  <a:txBody>
                    <a:bodyPr/>
                    <a:lstStyle/>
                    <a:p>
                      <a:r>
                        <a:rPr lang="en-US" sz="1600" dirty="0"/>
                        <a:t>S No</a:t>
                      </a:r>
                      <a:endParaRPr lang="en-IN" sz="1600" dirty="0"/>
                    </a:p>
                  </a:txBody>
                  <a:tcPr/>
                </a:tc>
                <a:tc>
                  <a:txBody>
                    <a:bodyPr/>
                    <a:lstStyle/>
                    <a:p>
                      <a:r>
                        <a:rPr lang="en-US" sz="1600" dirty="0"/>
                        <a:t>Module</a:t>
                      </a:r>
                      <a:endParaRPr lang="en-IN" sz="1600" dirty="0"/>
                    </a:p>
                  </a:txBody>
                  <a:tcPr/>
                </a:tc>
                <a:tc>
                  <a:txBody>
                    <a:bodyPr/>
                    <a:lstStyle/>
                    <a:p>
                      <a:r>
                        <a:rPr lang="en-US" sz="1600" dirty="0"/>
                        <a:t>Description</a:t>
                      </a:r>
                      <a:endParaRPr lang="en-IN" sz="1600" dirty="0"/>
                    </a:p>
                  </a:txBody>
                  <a:tcPr/>
                </a:tc>
                <a:tc>
                  <a:txBody>
                    <a:bodyPr/>
                    <a:lstStyle/>
                    <a:p>
                      <a:r>
                        <a:rPr lang="en-US" sz="1600" dirty="0"/>
                        <a:t>Status</a:t>
                      </a:r>
                      <a:endParaRPr lang="en-IN" sz="1600" dirty="0"/>
                    </a:p>
                  </a:txBody>
                  <a:tcPr/>
                </a:tc>
                <a:extLst>
                  <a:ext uri="{0D108BD9-81ED-4DB2-BD59-A6C34878D82A}">
                    <a16:rowId xmlns:a16="http://schemas.microsoft.com/office/drawing/2014/main" val="3270010499"/>
                  </a:ext>
                </a:extLst>
              </a:tr>
              <a:tr h="1049910">
                <a:tc>
                  <a:txBody>
                    <a:bodyPr/>
                    <a:lstStyle/>
                    <a:p>
                      <a:pPr marL="0" indent="0">
                        <a:buFont typeface="Arial" panose="020B0604020202020204" pitchFamily="34" charset="0"/>
                        <a:buNone/>
                      </a:pPr>
                      <a:r>
                        <a:rPr lang="en-IN" sz="1600" dirty="0"/>
                        <a:t>13</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err="1">
                          <a:solidFill>
                            <a:schemeClr val="dk1"/>
                          </a:solidFill>
                          <a:latin typeface="Calibri" panose="020F0502020204030204" pitchFamily="34" charset="0"/>
                          <a:ea typeface="+mn-ea"/>
                          <a:cs typeface="Calibri" panose="020F0502020204030204" pitchFamily="34" charset="0"/>
                        </a:rPr>
                        <a:t>Bharosa</a:t>
                      </a:r>
                      <a:r>
                        <a:rPr lang="en-IN" sz="1600" b="1" kern="1200" dirty="0">
                          <a:solidFill>
                            <a:schemeClr val="dk1"/>
                          </a:solidFill>
                          <a:latin typeface="Calibri" panose="020F0502020204030204" pitchFamily="34" charset="0"/>
                          <a:ea typeface="+mn-ea"/>
                          <a:cs typeface="Calibri" panose="020F0502020204030204" pitchFamily="34" charset="0"/>
                        </a:rPr>
                        <a:t> Factory Testing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The </a:t>
                      </a:r>
                      <a:r>
                        <a:rPr lang="en-US" sz="1800" b="0" i="0" kern="1200" dirty="0" err="1">
                          <a:solidFill>
                            <a:schemeClr val="tx1"/>
                          </a:solidFill>
                          <a:effectLst/>
                          <a:latin typeface="+mn-lt"/>
                          <a:ea typeface="+mn-ea"/>
                          <a:cs typeface="+mn-cs"/>
                        </a:rPr>
                        <a:t>Bharosa</a:t>
                      </a:r>
                      <a:r>
                        <a:rPr lang="en-US" sz="1800" b="0" i="0" kern="1200" dirty="0">
                          <a:solidFill>
                            <a:schemeClr val="tx1"/>
                          </a:solidFill>
                          <a:effectLst/>
                          <a:latin typeface="+mn-lt"/>
                          <a:ea typeface="+mn-ea"/>
                          <a:cs typeface="+mn-cs"/>
                        </a:rPr>
                        <a:t> – Factory Testing module in </a:t>
                      </a:r>
                      <a:r>
                        <a:rPr lang="en-US" sz="1800" b="0" i="0" kern="1200" dirty="0" err="1">
                          <a:solidFill>
                            <a:schemeClr val="tx1"/>
                          </a:solidFill>
                          <a:effectLst/>
                          <a:latin typeface="+mn-lt"/>
                          <a:ea typeface="+mn-ea"/>
                          <a:cs typeface="+mn-cs"/>
                        </a:rPr>
                        <a:t>Jal</a:t>
                      </a:r>
                      <a:r>
                        <a:rPr lang="en-US" sz="1800" b="0" i="0" kern="1200" dirty="0">
                          <a:solidFill>
                            <a:schemeClr val="tx1"/>
                          </a:solidFill>
                          <a:effectLst/>
                          <a:latin typeface="+mn-lt"/>
                          <a:ea typeface="+mn-ea"/>
                          <a:cs typeface="+mn-cs"/>
                        </a:rPr>
                        <a:t> </a:t>
                      </a:r>
                      <a:r>
                        <a:rPr lang="en-US" sz="1800" b="0" i="0" kern="1200" dirty="0" err="1">
                          <a:solidFill>
                            <a:schemeClr val="tx1"/>
                          </a:solidFill>
                          <a:effectLst/>
                          <a:latin typeface="+mn-lt"/>
                          <a:ea typeface="+mn-ea"/>
                          <a:cs typeface="+mn-cs"/>
                        </a:rPr>
                        <a:t>Rekha</a:t>
                      </a:r>
                      <a:r>
                        <a:rPr lang="en-US" sz="1800" b="0" i="0" kern="1200" dirty="0">
                          <a:solidFill>
                            <a:schemeClr val="tx1"/>
                          </a:solidFill>
                          <a:effectLst/>
                          <a:latin typeface="+mn-lt"/>
                          <a:ea typeface="+mn-ea"/>
                          <a:cs typeface="+mn-cs"/>
                        </a:rPr>
                        <a:t> manages end‑to‑end quality testing of water‑supply components by allowing GMs to assign components and inspectors, capture factory test details through web and mobile apps, upload supporting documents (photos, videos, reports), and review consolidated test results for vendor approval and traceability.</a:t>
                      </a:r>
                      <a:endParaRPr lang="en-IN" sz="1600" dirty="0"/>
                    </a:p>
                  </a:txBody>
                  <a:tcPr/>
                </a:tc>
                <a:tc>
                  <a:txBody>
                    <a:bodyPr/>
                    <a:lstStyle/>
                    <a:p>
                      <a:r>
                        <a:rPr lang="en-IN" sz="1600" b="1" dirty="0"/>
                        <a:t>Completed</a:t>
                      </a:r>
                    </a:p>
                  </a:txBody>
                  <a:tcPr/>
                </a:tc>
                <a:extLst>
                  <a:ext uri="{0D108BD9-81ED-4DB2-BD59-A6C34878D82A}">
                    <a16:rowId xmlns:a16="http://schemas.microsoft.com/office/drawing/2014/main" val="10001"/>
                  </a:ext>
                </a:extLst>
              </a:tr>
              <a:tr h="1049910">
                <a:tc>
                  <a:txBody>
                    <a:bodyPr/>
                    <a:lstStyle/>
                    <a:p>
                      <a:pPr marL="0" indent="0">
                        <a:buFont typeface="Arial" panose="020B0604020202020204" pitchFamily="34" charset="0"/>
                        <a:buNone/>
                      </a:pPr>
                      <a:r>
                        <a:rPr lang="en-IN" sz="1600" dirty="0"/>
                        <a:t>14</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a:solidFill>
                            <a:schemeClr val="dk1"/>
                          </a:solidFill>
                        </a:rPr>
                        <a:t>O&amp;M Billing </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This module simplifies the water supply billing process for the department by directly fetching quantity data from </a:t>
                      </a:r>
                      <a:r>
                        <a:rPr lang="en-US" sz="1600" dirty="0" err="1"/>
                        <a:t>Dhara</a:t>
                      </a:r>
                      <a:r>
                        <a:rPr lang="en-US" sz="1600" dirty="0"/>
                        <a:t> and quality data from Nirmal. It enhances efficiency while reducing manual effort.</a:t>
                      </a:r>
                      <a:endParaRPr lang="en-IN" sz="1600" dirty="0"/>
                    </a:p>
                  </a:txBody>
                  <a:tcPr/>
                </a:tc>
                <a:tc>
                  <a:txBody>
                    <a:bodyPr/>
                    <a:lstStyle/>
                    <a:p>
                      <a:r>
                        <a:rPr lang="en-IN" sz="1600" b="1" dirty="0"/>
                        <a:t>UAT</a:t>
                      </a:r>
                    </a:p>
                  </a:txBody>
                  <a:tcPr/>
                </a:tc>
                <a:extLst>
                  <a:ext uri="{0D108BD9-81ED-4DB2-BD59-A6C34878D82A}">
                    <a16:rowId xmlns:a16="http://schemas.microsoft.com/office/drawing/2014/main" val="1101542424"/>
                  </a:ext>
                </a:extLst>
              </a:tr>
              <a:tr h="1049910">
                <a:tc>
                  <a:txBody>
                    <a:bodyPr/>
                    <a:lstStyle/>
                    <a:p>
                      <a:pPr marL="0" indent="0">
                        <a:buFont typeface="Arial" panose="020B0604020202020204" pitchFamily="34" charset="0"/>
                        <a:buNone/>
                      </a:pPr>
                      <a:r>
                        <a:rPr lang="en-IN" sz="1600" dirty="0"/>
                        <a:t>15</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600" b="1" kern="1200" dirty="0">
                          <a:solidFill>
                            <a:schemeClr val="dk1"/>
                          </a:solidFill>
                          <a:latin typeface="Calibri" panose="020F0502020204030204" pitchFamily="34" charset="0"/>
                          <a:ea typeface="+mn-ea"/>
                          <a:cs typeface="Calibri" panose="020F0502020204030204" pitchFamily="34" charset="0"/>
                        </a:rPr>
                        <a:t>Material</a:t>
                      </a:r>
                      <a:r>
                        <a:rPr lang="en-IN" sz="1600" b="1" kern="1200" baseline="0" dirty="0">
                          <a:solidFill>
                            <a:schemeClr val="dk1"/>
                          </a:solidFill>
                          <a:latin typeface="Calibri" panose="020F0502020204030204" pitchFamily="34" charset="0"/>
                          <a:ea typeface="+mn-ea"/>
                          <a:cs typeface="Calibri" panose="020F0502020204030204" pitchFamily="34" charset="0"/>
                        </a:rPr>
                        <a:t> Testing</a:t>
                      </a:r>
                      <a:endParaRPr lang="en-IN" sz="1600" b="1"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Material testing of components at</a:t>
                      </a:r>
                      <a:r>
                        <a:rPr lang="en-IN" sz="1600" baseline="0" dirty="0"/>
                        <a:t> Mobile and web application</a:t>
                      </a:r>
                      <a:endParaRPr lang="en-IN" sz="1600" dirty="0"/>
                    </a:p>
                  </a:txBody>
                  <a:tcPr/>
                </a:tc>
                <a:tc>
                  <a:txBody>
                    <a:bodyPr/>
                    <a:lstStyle/>
                    <a:p>
                      <a:r>
                        <a:rPr lang="en-IN" sz="1600" b="1" dirty="0"/>
                        <a:t>UAT </a:t>
                      </a:r>
                    </a:p>
                  </a:txBody>
                  <a:tcPr/>
                </a:tc>
                <a:extLst>
                  <a:ext uri="{0D108BD9-81ED-4DB2-BD59-A6C34878D82A}">
                    <a16:rowId xmlns:a16="http://schemas.microsoft.com/office/drawing/2014/main" val="10003"/>
                  </a:ext>
                </a:extLst>
              </a:tr>
            </a:tbl>
          </a:graphicData>
        </a:graphic>
      </p:graphicFrame>
      <p:sp>
        <p:nvSpPr>
          <p:cNvPr id="3" name="Slide Number Placeholder 2">
            <a:extLst>
              <a:ext uri="{FF2B5EF4-FFF2-40B4-BE49-F238E27FC236}">
                <a16:creationId xmlns:a16="http://schemas.microsoft.com/office/drawing/2014/main" id="{1649D32B-4DFF-4073-A6E4-EBA5406F5B9E}"/>
              </a:ext>
            </a:extLst>
          </p:cNvPr>
          <p:cNvSpPr>
            <a:spLocks noGrp="1"/>
          </p:cNvSpPr>
          <p:nvPr>
            <p:ph type="sldNum" sz="quarter" idx="12"/>
          </p:nvPr>
        </p:nvSpPr>
        <p:spPr>
          <a:xfrm>
            <a:off x="11088414" y="6356351"/>
            <a:ext cx="265386" cy="294880"/>
          </a:xfrm>
        </p:spPr>
        <p:txBody>
          <a:bodyPr/>
          <a:lstStyle/>
          <a:p>
            <a:fld id="{C24AB65F-F49C-444B-BD26-D6DDA86AEAAB}" type="slidenum">
              <a:rPr lang="en-IN" smtClean="0">
                <a:solidFill>
                  <a:prstClr val="black">
                    <a:tint val="82000"/>
                  </a:prstClr>
                </a:solidFill>
              </a:rPr>
              <a:pPr/>
              <a:t>5</a:t>
            </a:fld>
            <a:endParaRPr lang="en-IN" dirty="0">
              <a:solidFill>
                <a:prstClr val="black">
                  <a:tint val="82000"/>
                </a:prstClr>
              </a:solidFill>
            </a:endParaRPr>
          </a:p>
        </p:txBody>
      </p:sp>
      <p:sp>
        <p:nvSpPr>
          <p:cNvPr id="6" name="Rectangle 5">
            <a:extLst>
              <a:ext uri="{FF2B5EF4-FFF2-40B4-BE49-F238E27FC236}">
                <a16:creationId xmlns:a16="http://schemas.microsoft.com/office/drawing/2014/main" id="{C79BED48-20EB-4F51-83BA-FEEB2F1E7933}"/>
              </a:ext>
            </a:extLst>
          </p:cNvPr>
          <p:cNvSpPr/>
          <p:nvPr/>
        </p:nvSpPr>
        <p:spPr>
          <a:xfrm>
            <a:off x="223736" y="402403"/>
            <a:ext cx="7937770" cy="584775"/>
          </a:xfrm>
          <a:prstGeom prst="rect">
            <a:avLst/>
          </a:prstGeom>
        </p:spPr>
        <p:txBody>
          <a:bodyPr wrap="square">
            <a:spAutoFit/>
          </a:bodyPr>
          <a:lstStyle/>
          <a:p>
            <a:pPr algn="ctr"/>
            <a:r>
              <a:rPr lang="en-IN" sz="3200" b="1" dirty="0">
                <a:solidFill>
                  <a:srgbClr val="006A78"/>
                </a:solidFill>
              </a:rPr>
              <a:t>Jal Rekha – Modules Status </a:t>
            </a:r>
            <a:endParaRPr lang="en-IN" sz="2000" dirty="0">
              <a:solidFill>
                <a:prstClr val="black"/>
              </a:solidFill>
            </a:endParaRPr>
          </a:p>
        </p:txBody>
      </p:sp>
      <p:pic>
        <p:nvPicPr>
          <p:cNvPr id="7" name="Picture 6">
            <a:extLst>
              <a:ext uri="{FF2B5EF4-FFF2-40B4-BE49-F238E27FC236}">
                <a16:creationId xmlns:a16="http://schemas.microsoft.com/office/drawing/2014/main" id="{7C0187EA-2946-45EF-8413-0D2FEEBB2D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3961" y="255932"/>
            <a:ext cx="1139061" cy="877718"/>
          </a:xfrm>
          <a:prstGeom prst="rect">
            <a:avLst/>
          </a:prstGeom>
        </p:spPr>
      </p:pic>
    </p:spTree>
    <p:extLst>
      <p:ext uri="{BB962C8B-B14F-4D97-AF65-F5344CB8AC3E}">
        <p14:creationId xmlns:p14="http://schemas.microsoft.com/office/powerpoint/2010/main" val="2995022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a:extLst>
              <a:ext uri="{FF2B5EF4-FFF2-40B4-BE49-F238E27FC236}">
                <a16:creationId xmlns:a16="http://schemas.microsoft.com/office/drawing/2014/main" id="{445652DA-06AC-E940-6008-FAED21F89AA6}"/>
              </a:ext>
            </a:extLst>
          </p:cNvPr>
          <p:cNvSpPr>
            <a:spLocks noChangeArrowheads="1"/>
          </p:cNvSpPr>
          <p:nvPr/>
        </p:nvSpPr>
        <p:spPr bwMode="auto">
          <a:xfrm>
            <a:off x="0" y="359"/>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t>Digital Project Management - </a:t>
            </a:r>
            <a:r>
              <a:rPr lang="en-IN" sz="3200" b="1" dirty="0" err="1"/>
              <a:t>Jal</a:t>
            </a:r>
            <a:r>
              <a:rPr lang="en-IN" sz="3200" b="1" dirty="0"/>
              <a:t> </a:t>
            </a:r>
            <a:r>
              <a:rPr lang="en-IN" sz="3200" b="1" dirty="0" err="1"/>
              <a:t>Rekha</a:t>
            </a:r>
            <a:endParaRPr lang="en-IN" sz="3200" b="1" dirty="0"/>
          </a:p>
        </p:txBody>
      </p:sp>
      <p:sp>
        <p:nvSpPr>
          <p:cNvPr id="5" name="Google Shape;543;p70">
            <a:extLst>
              <a:ext uri="{FF2B5EF4-FFF2-40B4-BE49-F238E27FC236}">
                <a16:creationId xmlns:a16="http://schemas.microsoft.com/office/drawing/2014/main" id="{879FD0F4-EC95-FDFB-F0A3-774B958129C0}"/>
              </a:ext>
            </a:extLst>
          </p:cNvPr>
          <p:cNvSpPr txBox="1"/>
          <p:nvPr/>
        </p:nvSpPr>
        <p:spPr>
          <a:xfrm>
            <a:off x="351605" y="2308550"/>
            <a:ext cx="11613972" cy="4431928"/>
          </a:xfrm>
          <a:prstGeom prst="rect">
            <a:avLst/>
          </a:prstGeom>
          <a:noFill/>
          <a:ln>
            <a:noFill/>
          </a:ln>
        </p:spPr>
        <p:txBody>
          <a:bodyPr spcFirstLastPara="1" wrap="square" lIns="121900" tIns="60933" rIns="121900" bIns="60933" anchor="ctr" anchorCtr="0">
            <a:spAutoFit/>
          </a:bodyPr>
          <a:lstStyle/>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Precise Asset Tracking </a:t>
            </a:r>
            <a:r>
              <a:rPr lang="en-US" sz="2000" dirty="0">
                <a:latin typeface="Segoe UI" panose="020B0502040204020203" pitchFamily="34" charset="0"/>
                <a:ea typeface="Calibri" panose="020F0502020204030204" pitchFamily="34" charset="0"/>
                <a:cs typeface="Segoe UI" panose="020B0502040204020203" pitchFamily="34" charset="0"/>
              </a:rPr>
              <a:t>: Real time location tracking of assets installed and parallel visual comparison with approved designs.</a:t>
            </a:r>
          </a:p>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Ingenious Quality Assurance</a:t>
            </a:r>
            <a:r>
              <a:rPr lang="en-US" sz="2000" dirty="0">
                <a:latin typeface="Segoe UI" panose="020B0502040204020203" pitchFamily="34" charset="0"/>
                <a:ea typeface="Calibri" panose="020F0502020204030204" pitchFamily="34" charset="0"/>
                <a:cs typeface="Segoe UI" panose="020B0502040204020203" pitchFamily="34" charset="0"/>
              </a:rPr>
              <a:t>: Reduce time consumption in inspection procedures and improved work quality through categorized inspections.</a:t>
            </a:r>
          </a:p>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Advance Decision Making </a:t>
            </a:r>
            <a:r>
              <a:rPr lang="en-US" sz="2000" dirty="0">
                <a:latin typeface="Segoe UI" panose="020B0502040204020203" pitchFamily="34" charset="0"/>
                <a:ea typeface="Calibri" panose="020F0502020204030204" pitchFamily="34" charset="0"/>
                <a:cs typeface="Segoe UI" panose="020B0502040204020203" pitchFamily="34" charset="0"/>
              </a:rPr>
              <a:t>: Weekly publishing of progress in workplan, inspection and water supply details enables the “Jal Rekha” team to take precise decisions in time.</a:t>
            </a:r>
          </a:p>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Partnering Up </a:t>
            </a:r>
            <a:r>
              <a:rPr lang="en-US" sz="2000" dirty="0">
                <a:latin typeface="Segoe UI" panose="020B0502040204020203" pitchFamily="34" charset="0"/>
                <a:ea typeface="Calibri" panose="020F0502020204030204" pitchFamily="34" charset="0"/>
                <a:cs typeface="Segoe UI" panose="020B0502040204020203" pitchFamily="34" charset="0"/>
              </a:rPr>
              <a:t>: Partnering the geographically referenced design &amp; drawing data sets with other departments like Urban, Road, Telecom, MPEB, Domestic Gas Supply agencies </a:t>
            </a:r>
            <a:r>
              <a:rPr lang="en-US" sz="2000" dirty="0" err="1">
                <a:latin typeface="Segoe UI" panose="020B0502040204020203" pitchFamily="34" charset="0"/>
                <a:ea typeface="Calibri" panose="020F0502020204030204" pitchFamily="34" charset="0"/>
                <a:cs typeface="Segoe UI" panose="020B0502040204020203" pitchFamily="34" charset="0"/>
              </a:rPr>
              <a:t>etc</a:t>
            </a:r>
            <a:r>
              <a:rPr lang="en-US" sz="2000" dirty="0">
                <a:latin typeface="Segoe UI" panose="020B0502040204020203" pitchFamily="34" charset="0"/>
                <a:ea typeface="Calibri" panose="020F0502020204030204" pitchFamily="34" charset="0"/>
                <a:cs typeface="Segoe UI" panose="020B0502040204020203" pitchFamily="34" charset="0"/>
              </a:rPr>
              <a:t> enables them to receive NOC from respective departments and to execute their plan in time with out creating any fuss.</a:t>
            </a:r>
          </a:p>
        </p:txBody>
      </p:sp>
      <p:sp>
        <p:nvSpPr>
          <p:cNvPr id="6" name="Google Shape;543;p70"/>
          <p:cNvSpPr txBox="1"/>
          <p:nvPr/>
        </p:nvSpPr>
        <p:spPr>
          <a:xfrm>
            <a:off x="351605" y="1119250"/>
            <a:ext cx="11613972" cy="1277218"/>
          </a:xfrm>
          <a:prstGeom prst="rect">
            <a:avLst/>
          </a:prstGeom>
          <a:noFill/>
          <a:ln>
            <a:noFill/>
          </a:ln>
        </p:spPr>
        <p:txBody>
          <a:bodyPr spcFirstLastPara="1" wrap="square" lIns="121900" tIns="60933" rIns="121900" bIns="60933" anchor="ctr" anchorCtr="0">
            <a:spAutoFit/>
          </a:bodyPr>
          <a:lstStyle/>
          <a:p>
            <a:pPr marL="342900" indent="-342900" algn="just">
              <a:spcAft>
                <a:spcPts val="1800"/>
              </a:spcAft>
              <a:buClr>
                <a:srgbClr val="000000"/>
              </a:buClr>
              <a:buSzPct val="100000"/>
              <a:buFont typeface="Wingdings" panose="05000000000000000000" pitchFamily="2" charset="2"/>
              <a:buChar char="§"/>
            </a:pPr>
            <a:r>
              <a:rPr lang="en-US" sz="2000" b="1" i="1" dirty="0">
                <a:solidFill>
                  <a:srgbClr val="00B0F0"/>
                </a:solidFill>
                <a:latin typeface="Segoe UI" panose="020B0502040204020203" pitchFamily="34" charset="0"/>
                <a:ea typeface="Calibri" panose="020F0502020204030204" pitchFamily="34" charset="0"/>
                <a:cs typeface="Segoe UI" panose="020B0502040204020203" pitchFamily="34" charset="0"/>
              </a:rPr>
              <a:t>“Jal Rekha” </a:t>
            </a:r>
            <a:r>
              <a:rPr lang="en-US" sz="2000" dirty="0">
                <a:latin typeface="Segoe UI" panose="020B0502040204020203" pitchFamily="34" charset="0"/>
                <a:ea typeface="Calibri" panose="020F0502020204030204" pitchFamily="34" charset="0"/>
                <a:cs typeface="Segoe UI" panose="020B0502040204020203" pitchFamily="34" charset="0"/>
              </a:rPr>
              <a:t>is a GIS based tool which can be easily accessible via android &amp; web application to monitor and management of the progress in MVS (Multi Village Water Supply Schemes) under JJM in Madhya Pradesh.</a:t>
            </a:r>
          </a:p>
        </p:txBody>
      </p:sp>
    </p:spTree>
    <p:extLst>
      <p:ext uri="{BB962C8B-B14F-4D97-AF65-F5344CB8AC3E}">
        <p14:creationId xmlns:p14="http://schemas.microsoft.com/office/powerpoint/2010/main" val="1436378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EFA8B7A-9536-423C-AF69-1E3185922A53}"/>
              </a:ext>
            </a:extLst>
          </p:cNvPr>
          <p:cNvSpPr>
            <a:spLocks noGrp="1"/>
          </p:cNvSpPr>
          <p:nvPr>
            <p:ph type="sldNum" sz="quarter" idx="12"/>
          </p:nvPr>
        </p:nvSpPr>
        <p:spPr>
          <a:xfrm>
            <a:off x="8610600" y="6012226"/>
            <a:ext cx="2743200" cy="365125"/>
          </a:xfrm>
        </p:spPr>
        <p:txBody>
          <a:bodyPr/>
          <a:lstStyle/>
          <a:p>
            <a:fld id="{C24AB65F-F49C-444B-BD26-D6DDA86AEAAB}" type="slidenum">
              <a:rPr lang="en-IN" smtClean="0"/>
              <a:t>7</a:t>
            </a:fld>
            <a:endParaRPr lang="en-IN" dirty="0"/>
          </a:p>
        </p:txBody>
      </p:sp>
      <p:pic>
        <p:nvPicPr>
          <p:cNvPr id="6" name="Picture 5">
            <a:extLst>
              <a:ext uri="{FF2B5EF4-FFF2-40B4-BE49-F238E27FC236}">
                <a16:creationId xmlns:a16="http://schemas.microsoft.com/office/drawing/2014/main" id="{DA129F84-CC28-4003-91D6-80330E61BF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93645" y="4573692"/>
            <a:ext cx="2937700" cy="1941870"/>
          </a:xfrm>
          <a:prstGeom prst="rect">
            <a:avLst/>
          </a:prstGeom>
        </p:spPr>
      </p:pic>
      <p:sp>
        <p:nvSpPr>
          <p:cNvPr id="9" name="Rectangle 8">
            <a:extLst>
              <a:ext uri="{FF2B5EF4-FFF2-40B4-BE49-F238E27FC236}">
                <a16:creationId xmlns:a16="http://schemas.microsoft.com/office/drawing/2014/main" id="{75F8DCBC-88C1-47DB-839D-2A1CB76D8A24}"/>
              </a:ext>
            </a:extLst>
          </p:cNvPr>
          <p:cNvSpPr/>
          <p:nvPr/>
        </p:nvSpPr>
        <p:spPr>
          <a:xfrm>
            <a:off x="372515" y="449552"/>
            <a:ext cx="2309478" cy="584775"/>
          </a:xfrm>
          <a:prstGeom prst="rect">
            <a:avLst/>
          </a:prstGeom>
        </p:spPr>
        <p:txBody>
          <a:bodyPr wrap="none">
            <a:spAutoFit/>
          </a:bodyPr>
          <a:lstStyle/>
          <a:p>
            <a:r>
              <a:rPr lang="en-US" sz="3200" b="1" dirty="0">
                <a:solidFill>
                  <a:srgbClr val="006A78"/>
                </a:solidFill>
              </a:rPr>
              <a:t>Introduction</a:t>
            </a:r>
            <a:endParaRPr lang="en-IN" sz="2000" dirty="0"/>
          </a:p>
        </p:txBody>
      </p:sp>
      <p:sp>
        <p:nvSpPr>
          <p:cNvPr id="10" name="Google Shape;543;p70">
            <a:extLst>
              <a:ext uri="{FF2B5EF4-FFF2-40B4-BE49-F238E27FC236}">
                <a16:creationId xmlns:a16="http://schemas.microsoft.com/office/drawing/2014/main" id="{C43C0511-415F-4ABB-96C2-ADB03C47419E}"/>
              </a:ext>
            </a:extLst>
          </p:cNvPr>
          <p:cNvSpPr txBox="1"/>
          <p:nvPr/>
        </p:nvSpPr>
        <p:spPr>
          <a:xfrm>
            <a:off x="311860" y="1273370"/>
            <a:ext cx="11819485" cy="2062048"/>
          </a:xfrm>
          <a:prstGeom prst="rect">
            <a:avLst/>
          </a:prstGeom>
          <a:noFill/>
          <a:ln>
            <a:noFill/>
          </a:ln>
        </p:spPr>
        <p:txBody>
          <a:bodyPr spcFirstLastPara="1" wrap="square" lIns="121900" tIns="60933" rIns="121900" bIns="60933" anchor="ctr" anchorCtr="0">
            <a:spAutoFit/>
          </a:bodyPr>
          <a:lstStyle/>
          <a:p>
            <a:pPr marR="63500" algn="just">
              <a:lnSpc>
                <a:spcPct val="150000"/>
              </a:lnSpc>
            </a:pPr>
            <a:r>
              <a:rPr lang="en-US" sz="1400" b="1" dirty="0" err="1"/>
              <a:t>Jal</a:t>
            </a:r>
            <a:r>
              <a:rPr lang="en-US" sz="1400" b="1" dirty="0"/>
              <a:t> </a:t>
            </a:r>
            <a:r>
              <a:rPr lang="en-US" sz="1400" b="1" dirty="0" err="1"/>
              <a:t>Rekha</a:t>
            </a:r>
            <a:r>
              <a:rPr lang="en-US" sz="1400" dirty="0"/>
              <a:t> is a comprehensive application developed to facilitate real-time monitoring and management of water supply infrastructure in both the execution and O&amp;M phases. The solution comprises both a GIS-based Mobile App and a Web Application. </a:t>
            </a:r>
            <a:r>
              <a:rPr lang="en-US" sz="1400" dirty="0" err="1"/>
              <a:t>Jal</a:t>
            </a:r>
            <a:r>
              <a:rPr lang="en-US" sz="1400" dirty="0"/>
              <a:t> Nigam is implementing various water supply schemes across Madhya Pradesh to ensure clean and safe drinking water reaches every village. To monitor these schemes efficiently, the department requires a robust GIS-based solution.</a:t>
            </a:r>
          </a:p>
          <a:p>
            <a:pPr marR="63500" algn="just">
              <a:lnSpc>
                <a:spcPct val="150000"/>
              </a:lnSpc>
            </a:pPr>
            <a:endParaRPr lang="en-US" sz="1400" dirty="0">
              <a:ea typeface="Calibri" panose="020F0502020204030204" pitchFamily="34" charset="0"/>
              <a:cs typeface="Mangal"/>
            </a:endParaRPr>
          </a:p>
        </p:txBody>
      </p:sp>
      <p:pic>
        <p:nvPicPr>
          <p:cNvPr id="11" name="Picture 10">
            <a:extLst>
              <a:ext uri="{FF2B5EF4-FFF2-40B4-BE49-F238E27FC236}">
                <a16:creationId xmlns:a16="http://schemas.microsoft.com/office/drawing/2014/main" id="{278A3175-4007-4DA1-BE4F-40F4BCAE2D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3961" y="146209"/>
            <a:ext cx="1139061" cy="877718"/>
          </a:xfrm>
          <a:prstGeom prst="rect">
            <a:avLst/>
          </a:prstGeom>
        </p:spPr>
      </p:pic>
      <p:sp>
        <p:nvSpPr>
          <p:cNvPr id="2" name="TextBox 1">
            <a:extLst>
              <a:ext uri="{FF2B5EF4-FFF2-40B4-BE49-F238E27FC236}">
                <a16:creationId xmlns:a16="http://schemas.microsoft.com/office/drawing/2014/main" id="{63256988-34D8-4524-B8CB-77C4E51B2821}"/>
              </a:ext>
            </a:extLst>
          </p:cNvPr>
          <p:cNvSpPr txBox="1"/>
          <p:nvPr/>
        </p:nvSpPr>
        <p:spPr>
          <a:xfrm>
            <a:off x="372515" y="3651554"/>
            <a:ext cx="4887743" cy="2246769"/>
          </a:xfrm>
          <a:prstGeom prst="rect">
            <a:avLst/>
          </a:prstGeom>
          <a:noFill/>
        </p:spPr>
        <p:txBody>
          <a:bodyPr wrap="square" rtlCol="0">
            <a:spAutoFit/>
          </a:bodyPr>
          <a:lstStyle/>
          <a:p>
            <a:r>
              <a:rPr lang="en-US" sz="1400" b="1" dirty="0"/>
              <a:t>Mobile Application </a:t>
            </a:r>
          </a:p>
          <a:p>
            <a:endParaRPr lang="en-US" sz="1400" dirty="0"/>
          </a:p>
          <a:p>
            <a:pPr marL="285750" indent="-285750">
              <a:buFont typeface="Wingdings" panose="05000000000000000000" pitchFamily="2" charset="2"/>
              <a:buChar char="§"/>
            </a:pPr>
            <a:r>
              <a:rPr lang="en-US" sz="1400" dirty="0"/>
              <a:t>Used for surveying and mapping water supply assets.</a:t>
            </a:r>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r>
              <a:rPr lang="en-US" sz="1400" dirty="0"/>
              <a:t>Captures pipeline details, photos, videos, and GPS coordinates.</a:t>
            </a:r>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r>
              <a:rPr lang="en-US" sz="1400" dirty="0"/>
              <a:t>Enables real-time data collection and progress tracking.</a:t>
            </a:r>
          </a:p>
        </p:txBody>
      </p:sp>
      <p:sp>
        <p:nvSpPr>
          <p:cNvPr id="13" name="TextBox 12">
            <a:extLst>
              <a:ext uri="{FF2B5EF4-FFF2-40B4-BE49-F238E27FC236}">
                <a16:creationId xmlns:a16="http://schemas.microsoft.com/office/drawing/2014/main" id="{D4E40B90-784E-4C1F-A200-5F9A9908A194}"/>
              </a:ext>
            </a:extLst>
          </p:cNvPr>
          <p:cNvSpPr txBox="1"/>
          <p:nvPr/>
        </p:nvSpPr>
        <p:spPr>
          <a:xfrm>
            <a:off x="5122606" y="3696798"/>
            <a:ext cx="4887743" cy="2246769"/>
          </a:xfrm>
          <a:prstGeom prst="rect">
            <a:avLst/>
          </a:prstGeom>
          <a:noFill/>
        </p:spPr>
        <p:txBody>
          <a:bodyPr wrap="square" rtlCol="0">
            <a:spAutoFit/>
          </a:bodyPr>
          <a:lstStyle/>
          <a:p>
            <a:r>
              <a:rPr lang="en-US" sz="1400" b="1" dirty="0"/>
              <a:t>Web Application</a:t>
            </a:r>
          </a:p>
          <a:p>
            <a:endParaRPr lang="en-US" sz="1400" dirty="0"/>
          </a:p>
          <a:p>
            <a:pPr marL="285750" indent="-285750">
              <a:buFont typeface="Wingdings" panose="05000000000000000000" pitchFamily="2" charset="2"/>
              <a:buChar char="§"/>
            </a:pPr>
            <a:r>
              <a:rPr lang="en-US" sz="1400" dirty="0"/>
              <a:t>Centralized platform for monitoring project activities.</a:t>
            </a:r>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r>
              <a:rPr lang="en-US" sz="1400" dirty="0"/>
              <a:t>Enables task assignment and workflow management.</a:t>
            </a:r>
          </a:p>
          <a:p>
            <a:pPr marL="285750" indent="-285750">
              <a:buFont typeface="Wingdings" panose="05000000000000000000" pitchFamily="2" charset="2"/>
              <a:buChar char="§"/>
            </a:pPr>
            <a:endParaRPr lang="en-US" sz="1400" dirty="0"/>
          </a:p>
          <a:p>
            <a:pPr marL="285750" indent="-285750">
              <a:buFont typeface="Wingdings" panose="05000000000000000000" pitchFamily="2" charset="2"/>
              <a:buChar char="§"/>
            </a:pPr>
            <a:r>
              <a:rPr lang="en-US" sz="1400" dirty="0"/>
              <a:t>Provides hierarchical tracking and </a:t>
            </a:r>
          </a:p>
          <a:p>
            <a:r>
              <a:rPr lang="en-US" sz="1400" dirty="0"/>
              <a:t>     reporting.</a:t>
            </a:r>
          </a:p>
        </p:txBody>
      </p:sp>
    </p:spTree>
    <p:extLst>
      <p:ext uri="{BB962C8B-B14F-4D97-AF65-F5344CB8AC3E}">
        <p14:creationId xmlns:p14="http://schemas.microsoft.com/office/powerpoint/2010/main" val="3828576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C0BE9B7F-131B-4DA2-8BFC-5F1303EAA8B8}"/>
              </a:ext>
            </a:extLst>
          </p:cNvPr>
          <p:cNvSpPr>
            <a:spLocks noChangeArrowheads="1"/>
          </p:cNvSpPr>
          <p:nvPr/>
        </p:nvSpPr>
        <p:spPr bwMode="auto">
          <a:xfrm>
            <a:off x="2095193" y="1607955"/>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2EFA8B7A-9536-423C-AF69-1E3185922A53}"/>
              </a:ext>
            </a:extLst>
          </p:cNvPr>
          <p:cNvSpPr>
            <a:spLocks noGrp="1"/>
          </p:cNvSpPr>
          <p:nvPr>
            <p:ph type="sldNum" sz="quarter" idx="12"/>
          </p:nvPr>
        </p:nvSpPr>
        <p:spPr/>
        <p:txBody>
          <a:bodyPr/>
          <a:lstStyle/>
          <a:p>
            <a:fld id="{C24AB65F-F49C-444B-BD26-D6DDA86AEAAB}" type="slidenum">
              <a:rPr lang="en-IN" smtClean="0"/>
              <a:t>8</a:t>
            </a:fld>
            <a:endParaRPr lang="en-IN" dirty="0"/>
          </a:p>
        </p:txBody>
      </p:sp>
      <p:sp>
        <p:nvSpPr>
          <p:cNvPr id="9" name="Rectangle 8">
            <a:extLst>
              <a:ext uri="{FF2B5EF4-FFF2-40B4-BE49-F238E27FC236}">
                <a16:creationId xmlns:a16="http://schemas.microsoft.com/office/drawing/2014/main" id="{DA724043-5047-420C-82FB-4CD598CF406D}"/>
              </a:ext>
            </a:extLst>
          </p:cNvPr>
          <p:cNvSpPr/>
          <p:nvPr/>
        </p:nvSpPr>
        <p:spPr>
          <a:xfrm>
            <a:off x="641891" y="304025"/>
            <a:ext cx="2423292" cy="584775"/>
          </a:xfrm>
          <a:prstGeom prst="rect">
            <a:avLst/>
          </a:prstGeom>
        </p:spPr>
        <p:txBody>
          <a:bodyPr wrap="none">
            <a:spAutoFit/>
          </a:bodyPr>
          <a:lstStyle/>
          <a:p>
            <a:r>
              <a:rPr lang="en-US" sz="3200" b="1" dirty="0">
                <a:solidFill>
                  <a:srgbClr val="006A78"/>
                </a:solidFill>
              </a:rPr>
              <a:t>Key Features</a:t>
            </a:r>
          </a:p>
        </p:txBody>
      </p:sp>
      <p:pic>
        <p:nvPicPr>
          <p:cNvPr id="10" name="Picture 9">
            <a:extLst>
              <a:ext uri="{FF2B5EF4-FFF2-40B4-BE49-F238E27FC236}">
                <a16:creationId xmlns:a16="http://schemas.microsoft.com/office/drawing/2014/main" id="{51C2FBEB-86AF-439E-A58D-FD0CACC8E0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60894" y="226435"/>
            <a:ext cx="1139061" cy="877718"/>
          </a:xfrm>
          <a:prstGeom prst="rect">
            <a:avLst/>
          </a:prstGeom>
        </p:spPr>
      </p:pic>
      <p:sp>
        <p:nvSpPr>
          <p:cNvPr id="11" name="Rectangle 10">
            <a:extLst>
              <a:ext uri="{FF2B5EF4-FFF2-40B4-BE49-F238E27FC236}">
                <a16:creationId xmlns:a16="http://schemas.microsoft.com/office/drawing/2014/main" id="{8E1F7648-0C67-452F-B022-2F2AF6A765CE}"/>
              </a:ext>
            </a:extLst>
          </p:cNvPr>
          <p:cNvSpPr/>
          <p:nvPr/>
        </p:nvSpPr>
        <p:spPr>
          <a:xfrm>
            <a:off x="515589" y="1092314"/>
            <a:ext cx="10345306" cy="4266553"/>
          </a:xfrm>
          <a:prstGeom prst="rect">
            <a:avLst/>
          </a:prstGeom>
        </p:spPr>
        <p:txBody>
          <a:bodyPr wrap="square">
            <a:spAutoFit/>
          </a:bodyPr>
          <a:lstStyle/>
          <a:p>
            <a:pPr marL="285750" indent="-285750" algn="just">
              <a:lnSpc>
                <a:spcPct val="150000"/>
              </a:lnSpc>
              <a:buFont typeface="Wingdings" panose="05000000000000000000" pitchFamily="2" charset="2"/>
              <a:buChar char="§"/>
            </a:pPr>
            <a:r>
              <a:rPr lang="en-US" sz="1400" b="0" i="0" dirty="0">
                <a:effectLst/>
                <a:latin typeface="+mj-lt"/>
              </a:rPr>
              <a:t>Upload </a:t>
            </a:r>
            <a:r>
              <a:rPr lang="en-US" sz="1400" dirty="0">
                <a:latin typeface="+mj-lt"/>
              </a:rPr>
              <a:t>drawings of approved planned work as per DPR</a:t>
            </a:r>
          </a:p>
          <a:p>
            <a:pPr marL="285750" indent="-285750" algn="just">
              <a:lnSpc>
                <a:spcPct val="150000"/>
              </a:lnSpc>
              <a:buFont typeface="Wingdings" panose="05000000000000000000" pitchFamily="2" charset="2"/>
              <a:buChar char="§"/>
            </a:pPr>
            <a:r>
              <a:rPr lang="en-US" sz="1400" dirty="0">
                <a:latin typeface="+mj-lt"/>
              </a:rPr>
              <a:t>Mapping assets across various schemes and capturing geo-tagged photos for effective asset management</a:t>
            </a:r>
          </a:p>
          <a:p>
            <a:pPr marL="285750" indent="-285750" algn="just">
              <a:lnSpc>
                <a:spcPct val="150000"/>
              </a:lnSpc>
              <a:buFont typeface="Wingdings" panose="05000000000000000000" pitchFamily="2" charset="2"/>
              <a:buChar char="§"/>
            </a:pPr>
            <a:r>
              <a:rPr lang="en-US" sz="1400" dirty="0">
                <a:latin typeface="+mj-lt"/>
              </a:rPr>
              <a:t>Captures contractor commitments for planned start and planned completion dates of different components </a:t>
            </a:r>
          </a:p>
          <a:p>
            <a:pPr marL="285750" indent="-285750" algn="just">
              <a:lnSpc>
                <a:spcPct val="150000"/>
              </a:lnSpc>
              <a:buFont typeface="Wingdings" panose="05000000000000000000" pitchFamily="2" charset="2"/>
              <a:buChar char="§"/>
            </a:pPr>
            <a:r>
              <a:rPr lang="en-US" sz="1400" dirty="0">
                <a:latin typeface="+mj-lt"/>
              </a:rPr>
              <a:t>Survey of the laid pipeline and other components through the mobile application</a:t>
            </a:r>
          </a:p>
          <a:p>
            <a:pPr marL="285750" indent="-285750" algn="just">
              <a:lnSpc>
                <a:spcPct val="150000"/>
              </a:lnSpc>
              <a:buFont typeface="Wingdings" panose="05000000000000000000" pitchFamily="2" charset="2"/>
              <a:buChar char="§"/>
            </a:pPr>
            <a:r>
              <a:rPr lang="en-US" sz="1400" dirty="0">
                <a:latin typeface="+mj-lt"/>
              </a:rPr>
              <a:t>Analyzing planned and actual work with easy-to-use visualization tools to enhance monitoring and analysis capabilities</a:t>
            </a:r>
          </a:p>
          <a:p>
            <a:pPr marL="285750" indent="-285750" algn="just">
              <a:lnSpc>
                <a:spcPct val="150000"/>
              </a:lnSpc>
              <a:buFont typeface="Wingdings" panose="05000000000000000000" pitchFamily="2" charset="2"/>
              <a:buChar char="§"/>
            </a:pPr>
            <a:r>
              <a:rPr lang="en-US" sz="1400" dirty="0">
                <a:latin typeface="+mj-lt"/>
              </a:rPr>
              <a:t>Streamline the submission, tracking, and resolution of RFIs (Request for Information)</a:t>
            </a:r>
          </a:p>
          <a:p>
            <a:pPr marL="285750" indent="-285750" algn="just">
              <a:lnSpc>
                <a:spcPct val="150000"/>
              </a:lnSpc>
              <a:buFont typeface="Wingdings" panose="05000000000000000000" pitchFamily="2" charset="2"/>
              <a:buChar char="§"/>
            </a:pPr>
            <a:r>
              <a:rPr lang="en-US" sz="1400" dirty="0">
                <a:latin typeface="+mj-lt"/>
              </a:rPr>
              <a:t>Monitoring of water quantity &amp; quality </a:t>
            </a:r>
          </a:p>
          <a:p>
            <a:pPr marL="285750" indent="-285750" algn="just">
              <a:lnSpc>
                <a:spcPct val="150000"/>
              </a:lnSpc>
              <a:buFont typeface="Wingdings" panose="05000000000000000000" pitchFamily="2" charset="2"/>
              <a:buChar char="§"/>
            </a:pPr>
            <a:r>
              <a:rPr lang="en-US" sz="1400" dirty="0">
                <a:latin typeface="+mj-lt"/>
              </a:rPr>
              <a:t>Enable real-time monitoring of NGO social programs and initiatives.</a:t>
            </a:r>
          </a:p>
          <a:p>
            <a:pPr marL="285750" indent="-285750" algn="just">
              <a:lnSpc>
                <a:spcPct val="150000"/>
              </a:lnSpc>
              <a:buFont typeface="Wingdings" panose="05000000000000000000" pitchFamily="2" charset="2"/>
              <a:buChar char="§"/>
            </a:pPr>
            <a:r>
              <a:rPr lang="en-US" sz="1400" dirty="0">
                <a:latin typeface="+mj-lt"/>
              </a:rPr>
              <a:t>Integration with </a:t>
            </a:r>
            <a:r>
              <a:rPr lang="en-US" sz="1400" b="1" dirty="0">
                <a:latin typeface="+mj-lt"/>
              </a:rPr>
              <a:t>SCADA</a:t>
            </a:r>
            <a:r>
              <a:rPr lang="en-US" sz="1400" dirty="0">
                <a:latin typeface="+mj-lt"/>
              </a:rPr>
              <a:t> (Supervisory Control and Data Acquisition) and </a:t>
            </a:r>
            <a:r>
              <a:rPr lang="en-US" sz="1400" b="1" dirty="0">
                <a:latin typeface="+mj-lt"/>
              </a:rPr>
              <a:t>PM </a:t>
            </a:r>
            <a:r>
              <a:rPr lang="en-US" sz="1400" b="1" dirty="0" err="1">
                <a:latin typeface="+mj-lt"/>
              </a:rPr>
              <a:t>Gati</a:t>
            </a:r>
            <a:r>
              <a:rPr lang="en-US" sz="1400" b="1" dirty="0">
                <a:latin typeface="+mj-lt"/>
              </a:rPr>
              <a:t> Shakti </a:t>
            </a:r>
          </a:p>
          <a:p>
            <a:pPr marL="285750" indent="-285750" algn="just">
              <a:lnSpc>
                <a:spcPct val="150000"/>
              </a:lnSpc>
              <a:buFont typeface="Wingdings" panose="05000000000000000000" pitchFamily="2" charset="2"/>
              <a:buChar char="§"/>
            </a:pPr>
            <a:r>
              <a:rPr lang="en-US" sz="1400" dirty="0">
                <a:latin typeface="+mj-lt"/>
              </a:rPr>
              <a:t>Enables citizens to access water quality reports and raise grievances to ensure transparency</a:t>
            </a:r>
          </a:p>
        </p:txBody>
      </p:sp>
      <p:pic>
        <p:nvPicPr>
          <p:cNvPr id="6" name="Picture 5">
            <a:extLst>
              <a:ext uri="{FF2B5EF4-FFF2-40B4-BE49-F238E27FC236}">
                <a16:creationId xmlns:a16="http://schemas.microsoft.com/office/drawing/2014/main" id="{D04560D2-64C6-47F0-A26B-F57F487470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14651" y="4113590"/>
            <a:ext cx="2659362" cy="2659362"/>
          </a:xfrm>
          <a:prstGeom prst="rect">
            <a:avLst/>
          </a:prstGeom>
        </p:spPr>
      </p:pic>
    </p:spTree>
    <p:extLst>
      <p:ext uri="{BB962C8B-B14F-4D97-AF65-F5344CB8AC3E}">
        <p14:creationId xmlns:p14="http://schemas.microsoft.com/office/powerpoint/2010/main" val="3788952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F40624-42A4-4A9E-A1EB-6CA8481544CA}"/>
              </a:ext>
            </a:extLst>
          </p:cNvPr>
          <p:cNvSpPr/>
          <p:nvPr/>
        </p:nvSpPr>
        <p:spPr>
          <a:xfrm>
            <a:off x="128630" y="712407"/>
            <a:ext cx="11775348" cy="344069"/>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endParaRPr lang="en-IN" sz="16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DC3F3146-CB6B-4846-8C9E-8D2E407CA513}"/>
              </a:ext>
            </a:extLst>
          </p:cNvPr>
          <p:cNvSpPr/>
          <p:nvPr/>
        </p:nvSpPr>
        <p:spPr>
          <a:xfrm>
            <a:off x="429424" y="1067333"/>
            <a:ext cx="11129301" cy="5262979"/>
          </a:xfrm>
          <a:prstGeom prst="rect">
            <a:avLst/>
          </a:prstGeom>
        </p:spPr>
        <p:txBody>
          <a:bodyPr wrap="square">
            <a:spAutoFit/>
          </a:bodyPr>
          <a:lstStyle/>
          <a:p>
            <a:pPr marL="342900" indent="-342900" algn="just">
              <a:buFont typeface="Wingdings" panose="05000000000000000000" pitchFamily="2" charset="2"/>
              <a:buChar char="Ø"/>
            </a:pPr>
            <a:r>
              <a:rPr lang="en-US" sz="1600" dirty="0"/>
              <a:t>GIS based integrated solution for planning, monitoring and management of Rural water supply schemes (</a:t>
            </a:r>
            <a:r>
              <a:rPr lang="en-US" sz="1600" dirty="0" err="1"/>
              <a:t>Nal</a:t>
            </a:r>
            <a:r>
              <a:rPr lang="en-US" sz="1600" dirty="0"/>
              <a:t> Jal </a:t>
            </a:r>
            <a:r>
              <a:rPr lang="en-US" sz="1600" dirty="0" err="1"/>
              <a:t>Yojna</a:t>
            </a:r>
            <a:r>
              <a:rPr lang="en-US" sz="1600" dirty="0"/>
              <a:t>).</a:t>
            </a:r>
          </a:p>
          <a:p>
            <a:pPr marL="342900" indent="-342900" algn="just">
              <a:buFont typeface="Wingdings" panose="05000000000000000000" pitchFamily="2" charset="2"/>
              <a:buChar char="Ø"/>
            </a:pPr>
            <a:endParaRPr lang="en-US" sz="1600" dirty="0"/>
          </a:p>
          <a:p>
            <a:pPr marL="342900" indent="-342900" algn="just">
              <a:buFont typeface="Wingdings" panose="05000000000000000000" pitchFamily="2" charset="2"/>
              <a:buChar char="Ø"/>
            </a:pPr>
            <a:r>
              <a:rPr lang="en-US" sz="1600" dirty="0"/>
              <a:t>Allows geotagging of assets with traverse functionality to visualize and secure actual vs planned network layouts.</a:t>
            </a:r>
          </a:p>
          <a:p>
            <a:pPr marL="342900" indent="-342900" algn="just">
              <a:buFont typeface="Wingdings" panose="05000000000000000000" pitchFamily="2" charset="2"/>
              <a:buChar char="Ø"/>
            </a:pPr>
            <a:endParaRPr lang="en-US" sz="1600" dirty="0"/>
          </a:p>
          <a:p>
            <a:pPr marL="342900" indent="-342900" algn="just">
              <a:buFont typeface="Wingdings" panose="05000000000000000000" pitchFamily="2" charset="2"/>
              <a:buChar char="Ø"/>
            </a:pPr>
            <a:r>
              <a:rPr lang="en-US" sz="1600" dirty="0"/>
              <a:t>Jal Rekha enables contractors to digitally raise inspection requests, streamlining approvals, ensuring timely verification, and enhancing transparency.</a:t>
            </a:r>
          </a:p>
          <a:p>
            <a:pPr marL="342900" indent="-342900" algn="just">
              <a:buFont typeface="Wingdings" panose="05000000000000000000" pitchFamily="2" charset="2"/>
              <a:buChar char="Ø"/>
            </a:pPr>
            <a:endParaRPr lang="en-US" sz="1600" dirty="0"/>
          </a:p>
          <a:p>
            <a:pPr marL="342900" indent="-342900" algn="just">
              <a:buFont typeface="Wingdings" panose="05000000000000000000" pitchFamily="2" charset="2"/>
              <a:buChar char="Ø"/>
            </a:pPr>
            <a:r>
              <a:rPr lang="en-US" sz="1600" dirty="0"/>
              <a:t>Enables upload of geotagged meter readings for real-time water supply monitoring and data-driven contractor payments.</a:t>
            </a:r>
          </a:p>
          <a:p>
            <a:pPr marL="342900" indent="-342900" algn="just">
              <a:buFont typeface="Wingdings" panose="05000000000000000000" pitchFamily="2" charset="2"/>
              <a:buChar char="Ø"/>
            </a:pPr>
            <a:endParaRPr lang="en-US" sz="1600" dirty="0"/>
          </a:p>
          <a:p>
            <a:pPr marL="342900" indent="-342900" algn="just">
              <a:buFont typeface="Wingdings" panose="05000000000000000000" pitchFamily="2" charset="2"/>
              <a:buChar char="Ø"/>
            </a:pPr>
            <a:r>
              <a:rPr lang="en-US" sz="1600" dirty="0"/>
              <a:t>Planned initiative to </a:t>
            </a:r>
            <a:r>
              <a:rPr lang="en-US" sz="1600" b="1" dirty="0"/>
              <a:t>empower citizens</a:t>
            </a:r>
            <a:r>
              <a:rPr lang="en-US" sz="1600" dirty="0"/>
              <a:t> to report </a:t>
            </a:r>
            <a:r>
              <a:rPr lang="en-US" sz="1600" b="1" dirty="0"/>
              <a:t>location-based water issues</a:t>
            </a:r>
            <a:r>
              <a:rPr lang="en-US" sz="1600" dirty="0"/>
              <a:t> such as leakage, contamination, or waterlogging.</a:t>
            </a:r>
          </a:p>
          <a:p>
            <a:pPr marL="342900" indent="-342900" algn="just">
              <a:buFont typeface="Wingdings" panose="05000000000000000000" pitchFamily="2" charset="2"/>
              <a:buChar char="Ø"/>
            </a:pPr>
            <a:endParaRPr lang="en-US" sz="1600" dirty="0"/>
          </a:p>
          <a:p>
            <a:r>
              <a:rPr lang="en-US" sz="1600" b="1" dirty="0"/>
              <a:t>Current Status:</a:t>
            </a:r>
            <a:br>
              <a:rPr lang="en-US" sz="1600" b="1" dirty="0"/>
            </a:br>
            <a:endParaRPr lang="en-US" sz="1600" b="1" dirty="0"/>
          </a:p>
          <a:p>
            <a:pPr marL="342900" indent="-342900">
              <a:buFont typeface="Wingdings" panose="05000000000000000000" pitchFamily="2" charset="2"/>
              <a:buChar char="Ø"/>
            </a:pPr>
            <a:r>
              <a:rPr lang="en-US" sz="1600" dirty="0"/>
              <a:t>Total Schemes: </a:t>
            </a:r>
            <a:r>
              <a:rPr lang="en-US" sz="1600" b="1" dirty="0">
                <a:solidFill>
                  <a:srgbClr val="0070C0"/>
                </a:solidFill>
              </a:rPr>
              <a:t>147</a:t>
            </a:r>
          </a:p>
          <a:p>
            <a:pPr marL="342900" indent="-342900">
              <a:buFont typeface="Wingdings" panose="05000000000000000000" pitchFamily="2" charset="2"/>
              <a:buChar char="Ø"/>
            </a:pPr>
            <a:r>
              <a:rPr lang="en-US" sz="1600" dirty="0"/>
              <a:t>Total Web Users: </a:t>
            </a:r>
            <a:r>
              <a:rPr lang="en-US" sz="1600" b="1" dirty="0">
                <a:solidFill>
                  <a:srgbClr val="0070C0"/>
                </a:solidFill>
              </a:rPr>
              <a:t>905</a:t>
            </a:r>
          </a:p>
          <a:p>
            <a:pPr marL="342900" indent="-342900">
              <a:buFont typeface="Wingdings" panose="05000000000000000000" pitchFamily="2" charset="2"/>
              <a:buChar char="Ø"/>
            </a:pPr>
            <a:r>
              <a:rPr lang="en-US" sz="1600" dirty="0"/>
              <a:t>Total Mobile Users: </a:t>
            </a:r>
            <a:r>
              <a:rPr lang="en-US" sz="1600" b="1" dirty="0">
                <a:solidFill>
                  <a:srgbClr val="0070C0"/>
                </a:solidFill>
              </a:rPr>
              <a:t>5,255</a:t>
            </a:r>
          </a:p>
          <a:p>
            <a:pPr marL="342900" indent="-342900">
              <a:buFont typeface="Wingdings" panose="05000000000000000000" pitchFamily="2" charset="2"/>
              <a:buChar char="Ø"/>
            </a:pPr>
            <a:r>
              <a:rPr lang="en-US" sz="1600" dirty="0"/>
              <a:t>Total RFIs Raised: </a:t>
            </a:r>
            <a:r>
              <a:rPr lang="en-US" sz="1600" b="1" dirty="0">
                <a:solidFill>
                  <a:srgbClr val="0070C0"/>
                </a:solidFill>
              </a:rPr>
              <a:t>3,70,174</a:t>
            </a:r>
          </a:p>
          <a:p>
            <a:pPr marL="342900" indent="-342900">
              <a:buFont typeface="Wingdings" panose="05000000000000000000" pitchFamily="2" charset="2"/>
              <a:buChar char="Ø"/>
            </a:pPr>
            <a:r>
              <a:rPr lang="en-US" sz="1600" dirty="0"/>
              <a:t>Total Schemes RFIs Generated: </a:t>
            </a:r>
            <a:r>
              <a:rPr lang="en-US" sz="1600" b="1" dirty="0">
                <a:solidFill>
                  <a:srgbClr val="0070C0"/>
                </a:solidFill>
              </a:rPr>
              <a:t>112</a:t>
            </a:r>
          </a:p>
          <a:p>
            <a:pPr marL="342900" indent="-342900">
              <a:buFont typeface="Wingdings" panose="05000000000000000000" pitchFamily="2" charset="2"/>
              <a:buChar char="Ø"/>
            </a:pPr>
            <a:r>
              <a:rPr lang="en-US" sz="1600" dirty="0"/>
              <a:t>Total NGO Activities Recorded: </a:t>
            </a:r>
            <a:r>
              <a:rPr lang="en-US" sz="1600" b="1" dirty="0">
                <a:solidFill>
                  <a:srgbClr val="0070C0"/>
                </a:solidFill>
              </a:rPr>
              <a:t>160,378</a:t>
            </a:r>
          </a:p>
          <a:p>
            <a:pPr marL="342900" indent="-342900" algn="just">
              <a:buFont typeface="Wingdings" panose="05000000000000000000" pitchFamily="2" charset="2"/>
              <a:buChar char="Ø"/>
            </a:pPr>
            <a:endParaRPr lang="en-US" sz="1600" dirty="0"/>
          </a:p>
          <a:p>
            <a:pPr marL="342900" indent="-342900" algn="just">
              <a:buFont typeface="Wingdings" panose="05000000000000000000" pitchFamily="2" charset="2"/>
              <a:buChar char="Ø"/>
            </a:pPr>
            <a:endParaRPr lang="en-US" sz="1600" dirty="0"/>
          </a:p>
        </p:txBody>
      </p:sp>
      <p:pic>
        <p:nvPicPr>
          <p:cNvPr id="9" name="Picture 8">
            <a:extLst>
              <a:ext uri="{FF2B5EF4-FFF2-40B4-BE49-F238E27FC236}">
                <a16:creationId xmlns:a16="http://schemas.microsoft.com/office/drawing/2014/main" id="{E1D17432-4ABF-4CB1-8C38-F35DE0F3A2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081" y="119169"/>
            <a:ext cx="652689" cy="652689"/>
          </a:xfrm>
          <a:prstGeom prst="rect">
            <a:avLst/>
          </a:prstGeom>
        </p:spPr>
      </p:pic>
      <p:pic>
        <p:nvPicPr>
          <p:cNvPr id="10" name="Picture 9">
            <a:extLst>
              <a:ext uri="{FF2B5EF4-FFF2-40B4-BE49-F238E27FC236}">
                <a16:creationId xmlns:a16="http://schemas.microsoft.com/office/drawing/2014/main" id="{79208A1A-5153-4C65-B11F-E98019298F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7387" y="92603"/>
            <a:ext cx="915983" cy="705822"/>
          </a:xfrm>
          <a:prstGeom prst="rect">
            <a:avLst/>
          </a:prstGeom>
        </p:spPr>
      </p:pic>
      <p:sp>
        <p:nvSpPr>
          <p:cNvPr id="13" name="Text 1">
            <a:extLst>
              <a:ext uri="{FF2B5EF4-FFF2-40B4-BE49-F238E27FC236}">
                <a16:creationId xmlns:a16="http://schemas.microsoft.com/office/drawing/2014/main" id="{D4B58AF0-0245-DA4C-82FC-C6355BE3F4E4}"/>
              </a:ext>
            </a:extLst>
          </p:cNvPr>
          <p:cNvSpPr/>
          <p:nvPr/>
        </p:nvSpPr>
        <p:spPr>
          <a:xfrm>
            <a:off x="4550736" y="-118289"/>
            <a:ext cx="8429548" cy="978793"/>
          </a:xfrm>
          <a:prstGeom prst="rect">
            <a:avLst/>
          </a:prstGeom>
          <a:noFill/>
          <a:ln/>
        </p:spPr>
        <p:txBody>
          <a:bodyPr wrap="square" rtlCol="0" anchor="t"/>
          <a:lstStyle/>
          <a:p>
            <a:pPr>
              <a:lnSpc>
                <a:spcPts val="6986"/>
              </a:lnSpc>
            </a:pPr>
            <a:r>
              <a:rPr lang="en-US" sz="3000" b="1" dirty="0">
                <a:solidFill>
                  <a:srgbClr val="C00000"/>
                </a:solidFill>
                <a:latin typeface="Constantia" panose="02030602050306030303" pitchFamily="18" charset="0"/>
                <a:ea typeface="Cambria" panose="02040503050406030204" pitchFamily="18" charset="0"/>
              </a:rPr>
              <a:t>Current Status</a:t>
            </a:r>
          </a:p>
        </p:txBody>
      </p:sp>
      <p:sp>
        <p:nvSpPr>
          <p:cNvPr id="3" name="Rectangle 2">
            <a:extLst>
              <a:ext uri="{FF2B5EF4-FFF2-40B4-BE49-F238E27FC236}">
                <a16:creationId xmlns:a16="http://schemas.microsoft.com/office/drawing/2014/main" id="{E568303A-93FC-40C8-9292-43CA4E7D3DB1}"/>
              </a:ext>
            </a:extLst>
          </p:cNvPr>
          <p:cNvSpPr/>
          <p:nvPr/>
        </p:nvSpPr>
        <p:spPr>
          <a:xfrm>
            <a:off x="4264241" y="4085431"/>
            <a:ext cx="6096000" cy="2062103"/>
          </a:xfrm>
          <a:prstGeom prst="rect">
            <a:avLst/>
          </a:prstGeom>
        </p:spPr>
        <p:txBody>
          <a:bodyPr>
            <a:spAutoFit/>
          </a:bodyPr>
          <a:lstStyle/>
          <a:p>
            <a:pPr marL="342900" indent="-342900">
              <a:buFont typeface="Wingdings" panose="05000000000000000000" pitchFamily="2" charset="2"/>
              <a:buChar char="Ø"/>
            </a:pPr>
            <a:r>
              <a:rPr lang="en-US" sz="1600" dirty="0"/>
              <a:t>Daily Inspections Conducted: </a:t>
            </a:r>
            <a:r>
              <a:rPr lang="en-US" sz="1600" b="1" dirty="0">
                <a:solidFill>
                  <a:srgbClr val="0070C0"/>
                </a:solidFill>
              </a:rPr>
              <a:t>126,740</a:t>
            </a:r>
          </a:p>
          <a:p>
            <a:pPr marL="342900" indent="-342900">
              <a:buFont typeface="Wingdings" panose="05000000000000000000" pitchFamily="2" charset="2"/>
              <a:buChar char="Ø"/>
            </a:pPr>
            <a:r>
              <a:rPr lang="en-US" sz="1600" dirty="0"/>
              <a:t>Total Pipeline Mapped: </a:t>
            </a:r>
            <a:r>
              <a:rPr lang="en-US" sz="1600" b="1" dirty="0">
                <a:solidFill>
                  <a:srgbClr val="0070C0"/>
                </a:solidFill>
              </a:rPr>
              <a:t>135,492 km</a:t>
            </a:r>
          </a:p>
          <a:p>
            <a:pPr marL="342900" indent="-342900">
              <a:buFont typeface="Wingdings" panose="05000000000000000000" pitchFamily="2" charset="2"/>
              <a:buChar char="Ø"/>
            </a:pPr>
            <a:r>
              <a:rPr lang="en-US" sz="1600" dirty="0"/>
              <a:t>Total Assets Surveyed (Intake, WTP, MBR, OHT, IPS, PMBR): </a:t>
            </a:r>
            <a:r>
              <a:rPr lang="en-US" sz="1600" b="1" dirty="0">
                <a:solidFill>
                  <a:srgbClr val="0070C0"/>
                </a:solidFill>
              </a:rPr>
              <a:t>12,286</a:t>
            </a:r>
          </a:p>
          <a:p>
            <a:pPr marL="342900" indent="-342900">
              <a:buFont typeface="Wingdings" panose="05000000000000000000" pitchFamily="2" charset="2"/>
              <a:buChar char="Ø"/>
            </a:pPr>
            <a:r>
              <a:rPr lang="en-US" sz="1600" dirty="0"/>
              <a:t>Total Water Samples Collected: </a:t>
            </a:r>
            <a:r>
              <a:rPr lang="en-US" sz="1600" b="1" dirty="0">
                <a:solidFill>
                  <a:srgbClr val="0070C0"/>
                </a:solidFill>
              </a:rPr>
              <a:t>19205</a:t>
            </a:r>
          </a:p>
          <a:p>
            <a:pPr marL="342900" indent="-342900">
              <a:buFont typeface="Wingdings" panose="05000000000000000000" pitchFamily="2" charset="2"/>
              <a:buChar char="Ø"/>
            </a:pPr>
            <a:r>
              <a:rPr lang="en-US" sz="1600" dirty="0"/>
              <a:t>Daily Water Supply Villages Meter Readings: </a:t>
            </a:r>
            <a:r>
              <a:rPr lang="en-US" sz="1600" b="1" dirty="0">
                <a:solidFill>
                  <a:srgbClr val="0070C0"/>
                </a:solidFill>
              </a:rPr>
              <a:t>3304</a:t>
            </a:r>
          </a:p>
          <a:p>
            <a:pPr marL="342900" indent="-342900">
              <a:buFont typeface="Wingdings" panose="05000000000000000000" pitchFamily="2" charset="2"/>
              <a:buChar char="Ø"/>
            </a:pPr>
            <a:r>
              <a:rPr lang="en-US" sz="1600" dirty="0"/>
              <a:t>Schemes under O&amp;M: </a:t>
            </a:r>
            <a:r>
              <a:rPr lang="en-US" sz="1600" b="1" dirty="0">
                <a:solidFill>
                  <a:srgbClr val="0070C0"/>
                </a:solidFill>
              </a:rPr>
              <a:t>54</a:t>
            </a:r>
          </a:p>
          <a:p>
            <a:pPr marL="342900" indent="-342900">
              <a:buFont typeface="Wingdings" panose="05000000000000000000" pitchFamily="2" charset="2"/>
              <a:buChar char="Ø"/>
            </a:pPr>
            <a:r>
              <a:rPr lang="en-US" sz="1600" dirty="0"/>
              <a:t>Factory Material Tests Conducted: </a:t>
            </a:r>
            <a:r>
              <a:rPr lang="en-US" sz="1600" b="1" dirty="0">
                <a:solidFill>
                  <a:srgbClr val="0070C0"/>
                </a:solidFill>
              </a:rPr>
              <a:t>65</a:t>
            </a:r>
          </a:p>
          <a:p>
            <a:pPr marL="342900" indent="-342900">
              <a:buFont typeface="Wingdings" panose="05000000000000000000" pitchFamily="2" charset="2"/>
              <a:buChar char="Ø"/>
            </a:pPr>
            <a:r>
              <a:rPr lang="en-US" sz="1600" dirty="0"/>
              <a:t>Total functional household tap connection Survey : </a:t>
            </a:r>
            <a:r>
              <a:rPr lang="en-US" sz="1600" b="1" dirty="0">
                <a:solidFill>
                  <a:srgbClr val="0070C0"/>
                </a:solidFill>
              </a:rPr>
              <a:t>29504</a:t>
            </a:r>
          </a:p>
        </p:txBody>
      </p:sp>
      <p:pic>
        <p:nvPicPr>
          <p:cNvPr id="12" name="Picture 11">
            <a:extLst>
              <a:ext uri="{FF2B5EF4-FFF2-40B4-BE49-F238E27FC236}">
                <a16:creationId xmlns:a16="http://schemas.microsoft.com/office/drawing/2014/main" id="{2D7D1003-88AE-4391-99A2-96F8A1E2AE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82251" y="4820639"/>
            <a:ext cx="2481119" cy="1640062"/>
          </a:xfrm>
          <a:prstGeom prst="rect">
            <a:avLst/>
          </a:prstGeom>
        </p:spPr>
      </p:pic>
      <p:grpSp>
        <p:nvGrpSpPr>
          <p:cNvPr id="14" name="Group 13">
            <a:extLst>
              <a:ext uri="{FF2B5EF4-FFF2-40B4-BE49-F238E27FC236}">
                <a16:creationId xmlns:a16="http://schemas.microsoft.com/office/drawing/2014/main" id="{20FB403D-72F3-402A-B0AC-736ED970BE22}"/>
              </a:ext>
            </a:extLst>
          </p:cNvPr>
          <p:cNvGrpSpPr/>
          <p:nvPr/>
        </p:nvGrpSpPr>
        <p:grpSpPr>
          <a:xfrm>
            <a:off x="0" y="6522780"/>
            <a:ext cx="12216724" cy="343879"/>
            <a:chOff x="0" y="6522780"/>
            <a:chExt cx="12216724" cy="343879"/>
          </a:xfrm>
        </p:grpSpPr>
        <p:sp>
          <p:nvSpPr>
            <p:cNvPr id="15" name="Rectangle 14">
              <a:extLst>
                <a:ext uri="{FF2B5EF4-FFF2-40B4-BE49-F238E27FC236}">
                  <a16:creationId xmlns:a16="http://schemas.microsoft.com/office/drawing/2014/main" id="{23B61CA2-037C-4695-9C8E-6F1AC10F8418}"/>
                </a:ext>
              </a:extLst>
            </p:cNvPr>
            <p:cNvSpPr/>
            <p:nvPr/>
          </p:nvSpPr>
          <p:spPr>
            <a:xfrm>
              <a:off x="0" y="6522780"/>
              <a:ext cx="12192000" cy="335220"/>
            </a:xfrm>
            <a:prstGeom prst="rect">
              <a:avLst/>
            </a:prstGeom>
            <a:solidFill>
              <a:srgbClr val="E14747"/>
            </a:solidFill>
            <a:ln>
              <a:solidFill>
                <a:srgbClr val="E147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0A2690C-1225-4195-914F-B0194D2A5302}"/>
                </a:ext>
              </a:extLst>
            </p:cNvPr>
            <p:cNvSpPr/>
            <p:nvPr/>
          </p:nvSpPr>
          <p:spPr>
            <a:xfrm>
              <a:off x="140471" y="6531439"/>
              <a:ext cx="12076253" cy="335220"/>
            </a:xfrm>
            <a:prstGeom prst="rect">
              <a:avLst/>
            </a:prstGeom>
          </p:spPr>
          <p:txBody>
            <a:bodyPr wrap="square">
              <a:spAutoFit/>
            </a:bodyPr>
            <a:lstStyle/>
            <a:p>
              <a:pPr algn="ctr">
                <a:lnSpc>
                  <a:spcPct val="115000"/>
                </a:lnSpc>
              </a:pPr>
              <a:r>
                <a:rPr lang="en-US" sz="1500" b="1" dirty="0">
                  <a:solidFill>
                    <a:schemeClr val="bg1"/>
                  </a:solidFill>
                  <a:latin typeface="Cambria" panose="02040503050406030204" pitchFamily="18" charset="0"/>
                  <a:ea typeface="Cambria" panose="02040503050406030204" pitchFamily="18" charset="0"/>
                  <a:cs typeface="Mangal" panose="02040503050203030202" pitchFamily="18" charset="0"/>
                </a:rPr>
                <a:t>MPSSDI, MPSEDC, State IT Center, 47-A, </a:t>
              </a:r>
              <a:r>
                <a:rPr lang="en-US" sz="1500" b="1" dirty="0" err="1">
                  <a:solidFill>
                    <a:schemeClr val="bg1"/>
                  </a:solidFill>
                  <a:latin typeface="Cambria" panose="02040503050406030204" pitchFamily="18" charset="0"/>
                  <a:ea typeface="Cambria" panose="02040503050406030204" pitchFamily="18" charset="0"/>
                  <a:cs typeface="Mangal" panose="02040503050203030202" pitchFamily="18" charset="0"/>
                </a:rPr>
                <a:t>Arera</a:t>
              </a:r>
              <a:r>
                <a:rPr lang="en-US" sz="1500" b="1" dirty="0">
                  <a:solidFill>
                    <a:schemeClr val="bg1"/>
                  </a:solidFill>
                  <a:latin typeface="Cambria" panose="02040503050406030204" pitchFamily="18" charset="0"/>
                  <a:ea typeface="Cambria" panose="02040503050406030204" pitchFamily="18" charset="0"/>
                  <a:cs typeface="Mangal" panose="02040503050203030202" pitchFamily="18" charset="0"/>
                </a:rPr>
                <a:t> Hills, Bhopal – 462011, URL: </a:t>
              </a:r>
              <a:r>
                <a:rPr lang="en-US" sz="1500" b="1" dirty="0">
                  <a:solidFill>
                    <a:schemeClr val="bg1"/>
                  </a:solidFill>
                  <a:latin typeface="Cambria" panose="02040503050406030204" pitchFamily="18" charset="0"/>
                  <a:ea typeface="Cambria" panose="02040503050406030204" pitchFamily="18" charset="0"/>
                </a:rPr>
                <a:t>www.mpsedc.mp.gov.in</a:t>
              </a:r>
              <a:endParaRPr lang="en-US" sz="1500" b="1" dirty="0">
                <a:solidFill>
                  <a:schemeClr val="bg1"/>
                </a:solidFill>
                <a:latin typeface="Cambria" panose="02040503050406030204" pitchFamily="18" charset="0"/>
                <a:ea typeface="Cambria" panose="02040503050406030204" pitchFamily="18" charset="0"/>
                <a:cs typeface="Mangal" panose="02040503050203030202" pitchFamily="18" charset="0"/>
              </a:endParaRPr>
            </a:p>
          </p:txBody>
        </p:sp>
      </p:grpSp>
    </p:spTree>
    <p:extLst>
      <p:ext uri="{BB962C8B-B14F-4D97-AF65-F5344CB8AC3E}">
        <p14:creationId xmlns:p14="http://schemas.microsoft.com/office/powerpoint/2010/main" val="3112747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a:extLst>
              <a:ext uri="{FF2B5EF4-FFF2-40B4-BE49-F238E27FC236}">
                <a16:creationId xmlns:a16="http://schemas.microsoft.com/office/drawing/2014/main" id="{445652DA-06AC-E940-6008-FAED21F89AA6}"/>
              </a:ext>
            </a:extLst>
          </p:cNvPr>
          <p:cNvSpPr>
            <a:spLocks noChangeArrowheads="1"/>
          </p:cNvSpPr>
          <p:nvPr/>
        </p:nvSpPr>
        <p:spPr bwMode="auto">
          <a:xfrm>
            <a:off x="0" y="359"/>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Digital Project Management - </a:t>
            </a:r>
            <a:r>
              <a:rPr lang="en-IN" sz="3200" b="1" dirty="0" err="1">
                <a:latin typeface="+mn-lt"/>
              </a:rPr>
              <a:t>Jal</a:t>
            </a:r>
            <a:r>
              <a:rPr lang="en-IN" sz="3200" b="1" dirty="0">
                <a:latin typeface="+mn-lt"/>
              </a:rPr>
              <a:t> </a:t>
            </a:r>
            <a:r>
              <a:rPr lang="en-IN" sz="3200" b="1" dirty="0" err="1">
                <a:latin typeface="+mn-lt"/>
              </a:rPr>
              <a:t>Rekha</a:t>
            </a:r>
            <a:endParaRPr lang="en-IN" sz="3200" b="1" dirty="0">
              <a:latin typeface="+mn-lt"/>
            </a:endParaRPr>
          </a:p>
        </p:txBody>
      </p:sp>
      <p:pic>
        <p:nvPicPr>
          <p:cNvPr id="5" name="Picture 4" descr="A screenshot of a computer&#10;&#10;Description automatically generated">
            <a:extLst>
              <a:ext uri="{FF2B5EF4-FFF2-40B4-BE49-F238E27FC236}">
                <a16:creationId xmlns:a16="http://schemas.microsoft.com/office/drawing/2014/main" id="{2D4780A0-0C8C-FEBB-B3E6-1B83C703CE3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299053" y="2172832"/>
            <a:ext cx="5377543" cy="44126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6F409F97-CAAF-A4C3-6891-0CB4ABE6E5AE}"/>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587827" y="2172832"/>
            <a:ext cx="5523261" cy="44126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Google Shape;543;p70"/>
          <p:cNvSpPr txBox="1"/>
          <p:nvPr/>
        </p:nvSpPr>
        <p:spPr>
          <a:xfrm>
            <a:off x="419643" y="938181"/>
            <a:ext cx="11613972" cy="1277218"/>
          </a:xfrm>
          <a:prstGeom prst="rect">
            <a:avLst/>
          </a:prstGeom>
          <a:noFill/>
          <a:ln>
            <a:noFill/>
          </a:ln>
        </p:spPr>
        <p:txBody>
          <a:bodyPr spcFirstLastPara="1" wrap="square" lIns="121900" tIns="60933" rIns="121900" bIns="60933" anchor="ctr" anchorCtr="0">
            <a:spAutoFit/>
          </a:bodyPr>
          <a:lstStyle/>
          <a:p>
            <a:pPr marL="342900" indent="-342900" algn="just">
              <a:spcAft>
                <a:spcPts val="1800"/>
              </a:spcAft>
              <a:buClr>
                <a:srgbClr val="000000"/>
              </a:buClr>
              <a:buSzPct val="100000"/>
              <a:buFont typeface="Wingdings" panose="05000000000000000000" pitchFamily="2" charset="2"/>
              <a:buChar char="§"/>
            </a:pPr>
            <a:r>
              <a:rPr lang="en-US" sz="2000" dirty="0">
                <a:latin typeface="Segoe UI" panose="020B0502040204020203" pitchFamily="34" charset="0"/>
                <a:ea typeface="Calibri" panose="020F0502020204030204" pitchFamily="34" charset="0"/>
                <a:cs typeface="Segoe UI" panose="020B0502040204020203" pitchFamily="34" charset="0"/>
              </a:rPr>
              <a:t>Information about the MVS assets (Intake Well, WTP, OHT &amp; Supply lines) constructed over the ground are geo-tagged in Jal Rekha application and uploaded on </a:t>
            </a:r>
            <a:r>
              <a:rPr lang="en-US" sz="2000" dirty="0" err="1">
                <a:latin typeface="Segoe UI" panose="020B0502040204020203" pitchFamily="34" charset="0"/>
                <a:ea typeface="Calibri" panose="020F0502020204030204" pitchFamily="34" charset="0"/>
                <a:cs typeface="Segoe UI" panose="020B0502040204020203" pitchFamily="34" charset="0"/>
              </a:rPr>
              <a:t>Jal</a:t>
            </a:r>
            <a:r>
              <a:rPr lang="en-US" sz="2000" dirty="0">
                <a:latin typeface="Segoe UI" panose="020B0502040204020203" pitchFamily="34" charset="0"/>
                <a:ea typeface="Calibri" panose="020F0502020204030204" pitchFamily="34" charset="0"/>
                <a:cs typeface="Segoe UI" panose="020B0502040204020203" pitchFamily="34" charset="0"/>
              </a:rPr>
              <a:t> </a:t>
            </a:r>
            <a:r>
              <a:rPr lang="en-US" sz="2000" dirty="0" err="1">
                <a:latin typeface="Segoe UI" panose="020B0502040204020203" pitchFamily="34" charset="0"/>
                <a:ea typeface="Calibri" panose="020F0502020204030204" pitchFamily="34" charset="0"/>
                <a:cs typeface="Segoe UI" panose="020B0502040204020203" pitchFamily="34" charset="0"/>
              </a:rPr>
              <a:t>Rekha</a:t>
            </a:r>
            <a:r>
              <a:rPr lang="en-US" sz="2000" dirty="0">
                <a:latin typeface="Segoe UI" panose="020B0502040204020203" pitchFamily="34" charset="0"/>
                <a:ea typeface="Calibri" panose="020F0502020204030204" pitchFamily="34" charset="0"/>
                <a:cs typeface="Segoe UI" panose="020B0502040204020203" pitchFamily="34" charset="0"/>
              </a:rPr>
              <a:t> Portal. These GIS based layers were also successfully uploaded over the </a:t>
            </a:r>
            <a:r>
              <a:rPr lang="en-US" sz="2000" b="1" dirty="0">
                <a:latin typeface="Segoe UI" panose="020B0502040204020203" pitchFamily="34" charset="0"/>
                <a:ea typeface="Calibri" panose="020F0502020204030204" pitchFamily="34" charset="0"/>
                <a:cs typeface="Segoe UI" panose="020B0502040204020203" pitchFamily="34" charset="0"/>
              </a:rPr>
              <a:t>PM- </a:t>
            </a:r>
            <a:r>
              <a:rPr lang="en-US" sz="2000" b="1" dirty="0" err="1">
                <a:latin typeface="Segoe UI" panose="020B0502040204020203" pitchFamily="34" charset="0"/>
                <a:ea typeface="Calibri" panose="020F0502020204030204" pitchFamily="34" charset="0"/>
                <a:cs typeface="Segoe UI" panose="020B0502040204020203" pitchFamily="34" charset="0"/>
              </a:rPr>
              <a:t>Gati</a:t>
            </a:r>
            <a:r>
              <a:rPr lang="en-US" sz="2000" b="1" dirty="0">
                <a:latin typeface="Segoe UI" panose="020B0502040204020203" pitchFamily="34" charset="0"/>
                <a:ea typeface="Calibri" panose="020F0502020204030204" pitchFamily="34" charset="0"/>
                <a:cs typeface="Segoe UI" panose="020B0502040204020203" pitchFamily="34" charset="0"/>
              </a:rPr>
              <a:t> Shakti</a:t>
            </a:r>
            <a:r>
              <a:rPr lang="en-US" sz="2000" dirty="0">
                <a:latin typeface="Segoe UI" panose="020B0502040204020203" pitchFamily="34" charset="0"/>
                <a:ea typeface="Calibri" panose="020F0502020204030204" pitchFamily="34" charset="0"/>
                <a:cs typeface="Segoe UI" panose="020B0502040204020203" pitchFamily="34" charset="0"/>
              </a:rPr>
              <a:t> portal through an API.</a:t>
            </a:r>
          </a:p>
        </p:txBody>
      </p:sp>
    </p:spTree>
    <p:extLst>
      <p:ext uri="{BB962C8B-B14F-4D97-AF65-F5344CB8AC3E}">
        <p14:creationId xmlns:p14="http://schemas.microsoft.com/office/powerpoint/2010/main" val="2538048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2" name="Picture 1"/>
          <p:cNvPicPr>
            <a:picLocks noChangeAspect="1"/>
          </p:cNvPicPr>
          <p:nvPr/>
        </p:nvPicPr>
        <p:blipFill rotWithShape="1">
          <a:blip r:embed="rId3"/>
          <a:srcRect t="5632" b="4271"/>
          <a:stretch/>
        </p:blipFill>
        <p:spPr>
          <a:xfrm>
            <a:off x="139700" y="892548"/>
            <a:ext cx="11811000" cy="5965451"/>
          </a:xfrm>
          <a:prstGeom prst="rect">
            <a:avLst/>
          </a:prstGeom>
        </p:spPr>
      </p:pic>
      <p:sp>
        <p:nvSpPr>
          <p:cNvPr id="5" name="Rectangle 5">
            <a:extLst>
              <a:ext uri="{FF2B5EF4-FFF2-40B4-BE49-F238E27FC236}">
                <a16:creationId xmlns:a16="http://schemas.microsoft.com/office/drawing/2014/main" id="{20231A35-AF74-4AE0-EFB0-6746015A619B}"/>
              </a:ext>
            </a:extLst>
          </p:cNvPr>
          <p:cNvSpPr>
            <a:spLocks noChangeArrowheads="1"/>
          </p:cNvSpPr>
          <p:nvPr/>
        </p:nvSpPr>
        <p:spPr bwMode="auto">
          <a:xfrm>
            <a:off x="0" y="-3"/>
            <a:ext cx="12192000" cy="892552"/>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3200" b="1" dirty="0">
                <a:latin typeface="+mn-lt"/>
                <a:ea typeface="+mn-ea"/>
                <a:cs typeface="Arial" panose="020B0604020202020204" pitchFamily="34" charset="0"/>
              </a:rPr>
              <a:t>MPPHE </a:t>
            </a:r>
            <a:r>
              <a:rPr lang="en-US" sz="3200" b="1" dirty="0" err="1">
                <a:latin typeface="+mn-lt"/>
                <a:ea typeface="+mn-ea"/>
                <a:cs typeface="Arial" panose="020B0604020202020204" pitchFamily="34" charset="0"/>
              </a:rPr>
              <a:t>Geoportal</a:t>
            </a:r>
            <a:endParaRPr lang="en-US" sz="3200" b="1" dirty="0">
              <a:latin typeface="+mn-lt"/>
              <a:ea typeface="+mn-ea"/>
              <a:cs typeface="Arial" panose="020B0604020202020204" pitchFamily="34" charset="0"/>
            </a:endParaRPr>
          </a:p>
          <a:p>
            <a:pPr algn="ctr"/>
            <a:r>
              <a:rPr lang="en-IN" sz="2000" b="1" dirty="0">
                <a:solidFill>
                  <a:srgbClr val="00B0F0"/>
                </a:solidFill>
                <a:latin typeface="+mn-lt"/>
              </a:rPr>
              <a:t>https://jalrekha.mp.gov.in/MPPHE_New/</a:t>
            </a:r>
            <a:endParaRPr lang="en-IN" sz="3200" b="1" dirty="0">
              <a:solidFill>
                <a:srgbClr val="00B0F0"/>
              </a:solidFill>
              <a:latin typeface="+mn-lt"/>
            </a:endParaRPr>
          </a:p>
        </p:txBody>
      </p:sp>
    </p:spTree>
    <p:extLst>
      <p:ext uri="{BB962C8B-B14F-4D97-AF65-F5344CB8AC3E}">
        <p14:creationId xmlns:p14="http://schemas.microsoft.com/office/powerpoint/2010/main" val="2892893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
            <a:extLst>
              <a:ext uri="{FF2B5EF4-FFF2-40B4-BE49-F238E27FC236}">
                <a16:creationId xmlns:a16="http://schemas.microsoft.com/office/drawing/2014/main" id="{5CB9172F-C7FB-E9B4-70AD-51CB1D6AF20D}"/>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l="4285" t="10612" b="4260"/>
          <a:stretch>
            <a:fillRect/>
          </a:stretch>
        </p:blipFill>
        <p:spPr bwMode="auto">
          <a:xfrm>
            <a:off x="261325" y="1023325"/>
            <a:ext cx="11669352" cy="583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EE95D573-A034-4403-90F1-9B224AA83FD5}"/>
              </a:ext>
            </a:extLst>
          </p:cNvPr>
          <p:cNvSpPr/>
          <p:nvPr/>
        </p:nvSpPr>
        <p:spPr>
          <a:xfrm>
            <a:off x="4784651" y="340242"/>
            <a:ext cx="1902184" cy="461665"/>
          </a:xfrm>
          <a:prstGeom prst="rect">
            <a:avLst/>
          </a:prstGeom>
        </p:spPr>
        <p:txBody>
          <a:bodyPr wrap="square">
            <a:spAutoFit/>
          </a:bodyPr>
          <a:lstStyle/>
          <a:p>
            <a:pPr algn="ctr"/>
            <a:r>
              <a:rPr lang="en-IN" sz="2400" b="1" dirty="0">
                <a:solidFill>
                  <a:srgbClr val="000000"/>
                </a:solidFill>
                <a:cs typeface="Calibri" panose="020F0502020204030204" pitchFamily="34" charset="0"/>
              </a:rPr>
              <a:t>Geoportal</a:t>
            </a:r>
            <a:endParaRPr lang="en-US" sz="2400" dirty="0"/>
          </a:p>
        </p:txBody>
      </p:sp>
    </p:spTree>
    <p:extLst>
      <p:ext uri="{BB962C8B-B14F-4D97-AF65-F5344CB8AC3E}">
        <p14:creationId xmlns:p14="http://schemas.microsoft.com/office/powerpoint/2010/main" val="331586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43387" y="138112"/>
            <a:ext cx="4010025" cy="6581775"/>
          </a:xfrm>
          <a:prstGeom prst="rect">
            <a:avLst/>
          </a:prstGeom>
        </p:spPr>
      </p:pic>
      <p:pic>
        <p:nvPicPr>
          <p:cNvPr id="3" name="Picture 2"/>
          <p:cNvPicPr>
            <a:picLocks noChangeAspect="1"/>
          </p:cNvPicPr>
          <p:nvPr/>
        </p:nvPicPr>
        <p:blipFill rotWithShape="1">
          <a:blip r:embed="rId3"/>
          <a:srcRect b="22153"/>
          <a:stretch/>
        </p:blipFill>
        <p:spPr>
          <a:xfrm>
            <a:off x="176212" y="138113"/>
            <a:ext cx="4067175" cy="5820728"/>
          </a:xfrm>
          <a:prstGeom prst="rect">
            <a:avLst/>
          </a:prstGeom>
        </p:spPr>
      </p:pic>
      <p:pic>
        <p:nvPicPr>
          <p:cNvPr id="4" name="Picture 3"/>
          <p:cNvPicPr>
            <a:picLocks noChangeAspect="1"/>
          </p:cNvPicPr>
          <p:nvPr/>
        </p:nvPicPr>
        <p:blipFill>
          <a:blip r:embed="rId4"/>
          <a:stretch>
            <a:fillRect/>
          </a:stretch>
        </p:blipFill>
        <p:spPr>
          <a:xfrm>
            <a:off x="8434387" y="138112"/>
            <a:ext cx="4010025" cy="6410325"/>
          </a:xfrm>
          <a:prstGeom prst="rect">
            <a:avLst/>
          </a:prstGeom>
        </p:spPr>
      </p:pic>
    </p:spTree>
    <p:extLst>
      <p:ext uri="{BB962C8B-B14F-4D97-AF65-F5344CB8AC3E}">
        <p14:creationId xmlns:p14="http://schemas.microsoft.com/office/powerpoint/2010/main" val="1451775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1601" y="165100"/>
            <a:ext cx="11988800" cy="6502400"/>
          </a:xfrm>
          <a:prstGeom prst="rect">
            <a:avLst/>
          </a:prstGeom>
        </p:spPr>
      </p:pic>
      <p:sp>
        <p:nvSpPr>
          <p:cNvPr id="3" name="TextBox 2"/>
          <p:cNvSpPr txBox="1"/>
          <p:nvPr/>
        </p:nvSpPr>
        <p:spPr>
          <a:xfrm>
            <a:off x="1615440" y="1950720"/>
            <a:ext cx="3657600" cy="954107"/>
          </a:xfrm>
          <a:prstGeom prst="rect">
            <a:avLst/>
          </a:prstGeom>
          <a:noFill/>
        </p:spPr>
        <p:txBody>
          <a:bodyPr wrap="square" rtlCol="0">
            <a:spAutoFit/>
          </a:bodyPr>
          <a:lstStyle/>
          <a:p>
            <a:r>
              <a:rPr lang="en-US" sz="2800" b="1" dirty="0"/>
              <a:t>Red line showing Proposed distribution</a:t>
            </a:r>
          </a:p>
        </p:txBody>
      </p:sp>
    </p:spTree>
    <p:extLst>
      <p:ext uri="{BB962C8B-B14F-4D97-AF65-F5344CB8AC3E}">
        <p14:creationId xmlns:p14="http://schemas.microsoft.com/office/powerpoint/2010/main" val="2076476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5900" y="1"/>
            <a:ext cx="11798300" cy="6680200"/>
          </a:xfrm>
          <a:prstGeom prst="rect">
            <a:avLst/>
          </a:prstGeom>
        </p:spPr>
      </p:pic>
      <p:sp>
        <p:nvSpPr>
          <p:cNvPr id="3" name="TextBox 2"/>
          <p:cNvSpPr txBox="1"/>
          <p:nvPr/>
        </p:nvSpPr>
        <p:spPr>
          <a:xfrm>
            <a:off x="3404870" y="5288340"/>
            <a:ext cx="6230620" cy="1569660"/>
          </a:xfrm>
          <a:prstGeom prst="rect">
            <a:avLst/>
          </a:prstGeom>
          <a:noFill/>
        </p:spPr>
        <p:txBody>
          <a:bodyPr wrap="square" rtlCol="0">
            <a:spAutoFit/>
          </a:bodyPr>
          <a:lstStyle/>
          <a:p>
            <a:r>
              <a:rPr lang="en-US" sz="2400" b="1" dirty="0"/>
              <a:t>Green line showing Laid Surveyed line (asset mapping using </a:t>
            </a:r>
            <a:r>
              <a:rPr lang="en-US" sz="2400" b="1" dirty="0" err="1"/>
              <a:t>Jal</a:t>
            </a:r>
            <a:r>
              <a:rPr lang="en-US" sz="2400" b="1" dirty="0"/>
              <a:t> </a:t>
            </a:r>
            <a:r>
              <a:rPr lang="en-US" sz="2400" b="1" dirty="0" err="1"/>
              <a:t>Rekha</a:t>
            </a:r>
            <a:r>
              <a:rPr lang="en-US" sz="2400" b="1" dirty="0"/>
              <a:t> App)</a:t>
            </a:r>
          </a:p>
          <a:p>
            <a:r>
              <a:rPr lang="en-US" sz="2400" b="1" dirty="0"/>
              <a:t>You can overlay both Proposed &amp; Surveyed line. Click on-off on check box.</a:t>
            </a:r>
          </a:p>
        </p:txBody>
      </p:sp>
      <p:sp>
        <p:nvSpPr>
          <p:cNvPr id="8" name="TextBox 7"/>
          <p:cNvSpPr txBox="1"/>
          <p:nvPr/>
        </p:nvSpPr>
        <p:spPr>
          <a:xfrm>
            <a:off x="9253182" y="4610100"/>
            <a:ext cx="2938818" cy="830997"/>
          </a:xfrm>
          <a:prstGeom prst="rect">
            <a:avLst/>
          </a:prstGeom>
          <a:noFill/>
        </p:spPr>
        <p:txBody>
          <a:bodyPr wrap="none" rtlCol="0">
            <a:spAutoFit/>
          </a:bodyPr>
          <a:lstStyle/>
          <a:p>
            <a:r>
              <a:rPr lang="en-US" sz="2400" b="1" dirty="0"/>
              <a:t>Click on this to layers </a:t>
            </a:r>
          </a:p>
          <a:p>
            <a:r>
              <a:rPr lang="en-US" sz="2400" b="1" dirty="0"/>
              <a:t>on Satellite image</a:t>
            </a:r>
          </a:p>
        </p:txBody>
      </p:sp>
      <p:cxnSp>
        <p:nvCxnSpPr>
          <p:cNvPr id="10" name="Straight Arrow Connector 9"/>
          <p:cNvCxnSpPr/>
          <p:nvPr/>
        </p:nvCxnSpPr>
        <p:spPr>
          <a:xfrm>
            <a:off x="11099800" y="5288340"/>
            <a:ext cx="452120" cy="6632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0690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grpSp>
        <p:nvGrpSpPr>
          <p:cNvPr id="2" name="Group 1">
            <a:extLst>
              <a:ext uri="{FF2B5EF4-FFF2-40B4-BE49-F238E27FC236}">
                <a16:creationId xmlns:a16="http://schemas.microsoft.com/office/drawing/2014/main" id="{45933956-F109-4ECB-97F0-FEA6AC7649C5}"/>
              </a:ext>
            </a:extLst>
          </p:cNvPr>
          <p:cNvGrpSpPr/>
          <p:nvPr/>
        </p:nvGrpSpPr>
        <p:grpSpPr>
          <a:xfrm>
            <a:off x="105908" y="374921"/>
            <a:ext cx="12381060" cy="6404604"/>
            <a:chOff x="105908" y="374921"/>
            <a:chExt cx="11980184" cy="6404604"/>
          </a:xfrm>
        </p:grpSpPr>
        <p:sp>
          <p:nvSpPr>
            <p:cNvPr id="544" name="Google Shape;544;p70"/>
            <p:cNvSpPr txBox="1"/>
            <p:nvPr/>
          </p:nvSpPr>
          <p:spPr>
            <a:xfrm>
              <a:off x="105908" y="374921"/>
              <a:ext cx="5115153" cy="487600"/>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Jal Rekha </a:t>
              </a:r>
              <a:r>
                <a:rPr lang="en-US" sz="3200" b="1" dirty="0">
                  <a:solidFill>
                    <a:srgbClr val="006A78"/>
                  </a:solidFill>
                </a:rPr>
                <a:t>Mobile Application</a:t>
              </a:r>
              <a:endParaRPr lang="en-IN" sz="3200" b="1" dirty="0">
                <a:solidFill>
                  <a:srgbClr val="006A78"/>
                </a:solidFill>
              </a:endParaRPr>
            </a:p>
          </p:txBody>
        </p:sp>
        <p:sp>
          <p:nvSpPr>
            <p:cNvPr id="6" name="Rectangle 5">
              <a:extLst>
                <a:ext uri="{FF2B5EF4-FFF2-40B4-BE49-F238E27FC236}">
                  <a16:creationId xmlns:a16="http://schemas.microsoft.com/office/drawing/2014/main" id="{91C126B1-1CA8-4CEB-8C1F-6B40544867BB}"/>
                </a:ext>
              </a:extLst>
            </p:cNvPr>
            <p:cNvSpPr/>
            <p:nvPr/>
          </p:nvSpPr>
          <p:spPr>
            <a:xfrm>
              <a:off x="105908" y="1016409"/>
              <a:ext cx="5903755" cy="5632311"/>
            </a:xfrm>
            <a:prstGeom prst="rect">
              <a:avLst/>
            </a:prstGeom>
          </p:spPr>
          <p:txBody>
            <a:bodyPr wrap="square">
              <a:spAutoFit/>
            </a:bodyPr>
            <a:lstStyle/>
            <a:p>
              <a:endParaRPr lang="en-US" b="1" dirty="0"/>
            </a:p>
            <a:p>
              <a:pPr marL="342900" indent="-342900" algn="just">
                <a:buAutoNum type="arabicPeriod"/>
              </a:pPr>
              <a:r>
                <a:rPr lang="en-US" b="1" dirty="0"/>
                <a:t>Device Registration: </a:t>
              </a:r>
              <a:r>
                <a:rPr lang="en-US" dirty="0"/>
                <a:t>Users can register their Android smartphones by completing a registration form within the app. This process allows users to obtain authorization from the administrator.</a:t>
              </a:r>
            </a:p>
            <a:p>
              <a:pPr marL="342900" indent="-342900">
                <a:buAutoNum type="arabicPeriod"/>
              </a:pPr>
              <a:endParaRPr lang="en-US" dirty="0"/>
            </a:p>
            <a:p>
              <a:pPr marL="342900" indent="-342900" algn="just">
                <a:buAutoNum type="arabicPeriod"/>
              </a:pPr>
              <a:r>
                <a:rPr lang="en-US" b="1" dirty="0"/>
                <a:t>Sync Data: </a:t>
              </a:r>
              <a:r>
                <a:rPr lang="en-US" dirty="0"/>
                <a:t>This feature enables users to synchronize assigned schemes &amp; Components between their device and the server, ensuring that the most up-to-date assigned work is available to the user.</a:t>
              </a:r>
            </a:p>
            <a:p>
              <a:pPr marL="342900" indent="-342900">
                <a:buAutoNum type="arabicPeriod"/>
              </a:pPr>
              <a:endParaRPr lang="en-US" dirty="0"/>
            </a:p>
            <a:p>
              <a:pPr marL="342900" indent="-342900" algn="just">
                <a:buAutoNum type="arabicPeriod"/>
              </a:pPr>
              <a:r>
                <a:rPr lang="en-US" b="1" dirty="0"/>
                <a:t>Mapping Asset: </a:t>
              </a:r>
              <a:r>
                <a:rPr lang="en-US" dirty="0"/>
                <a:t>Users can map assets across different schemes and capture geo-tagged photographs associated with these components, helping them to effectively manage and track assets.</a:t>
              </a:r>
            </a:p>
            <a:p>
              <a:pPr marL="342900" indent="-342900">
                <a:buAutoNum type="arabicPeriod"/>
              </a:pPr>
              <a:endParaRPr lang="en-US" dirty="0"/>
            </a:p>
            <a:p>
              <a:pPr marL="342900" indent="-342900" algn="just">
                <a:buFontTx/>
                <a:buAutoNum type="arabicPeriod"/>
              </a:pPr>
              <a:r>
                <a:rPr lang="en-IN" b="1" dirty="0"/>
                <a:t>Geofencing for data updation/ </a:t>
              </a:r>
              <a:r>
                <a:rPr lang="en-US" b="1" dirty="0"/>
                <a:t>Upload Asset: </a:t>
              </a:r>
              <a:r>
                <a:rPr lang="en-US" dirty="0"/>
                <a:t>After mapping assets, users can upload the information to the server, ensuring that the asset data is stored centrally and accessible to authorized users as needed.</a:t>
              </a:r>
            </a:p>
          </p:txBody>
        </p:sp>
        <p:sp>
          <p:nvSpPr>
            <p:cNvPr id="33" name="Rectangle 32">
              <a:extLst>
                <a:ext uri="{FF2B5EF4-FFF2-40B4-BE49-F238E27FC236}">
                  <a16:creationId xmlns:a16="http://schemas.microsoft.com/office/drawing/2014/main" id="{D1E6542E-DD35-4F91-997B-92D4D37F2F55}"/>
                </a:ext>
              </a:extLst>
            </p:cNvPr>
            <p:cNvSpPr/>
            <p:nvPr/>
          </p:nvSpPr>
          <p:spPr>
            <a:xfrm>
              <a:off x="6429014" y="6517915"/>
              <a:ext cx="5338874" cy="261610"/>
            </a:xfrm>
            <a:prstGeom prst="rect">
              <a:avLst/>
            </a:prstGeom>
          </p:spPr>
          <p:txBody>
            <a:bodyPr wrap="square">
              <a:spAutoFit/>
            </a:bodyPr>
            <a:lstStyle/>
            <a:p>
              <a:r>
                <a:rPr lang="en-IN" sz="1100" b="1" dirty="0">
                  <a:solidFill>
                    <a:srgbClr val="000000"/>
                  </a:solidFill>
                  <a:latin typeface="Arial"/>
                  <a:cs typeface="Arial"/>
                </a:rPr>
                <a:t>Mobile App </a:t>
              </a:r>
              <a:r>
                <a:rPr lang="en-IN" sz="1100" u="sng" dirty="0">
                  <a:solidFill>
                    <a:schemeClr val="hlink"/>
                  </a:solidFill>
                  <a:latin typeface="Arial"/>
                  <a:cs typeface="Arial"/>
                </a:rPr>
                <a:t>https://play.google.com/store/apps/details?id=mapitgis.jalnigam.release</a:t>
              </a:r>
            </a:p>
          </p:txBody>
        </p:sp>
        <p:grpSp>
          <p:nvGrpSpPr>
            <p:cNvPr id="10" name="Group 9">
              <a:extLst>
                <a:ext uri="{FF2B5EF4-FFF2-40B4-BE49-F238E27FC236}">
                  <a16:creationId xmlns:a16="http://schemas.microsoft.com/office/drawing/2014/main" id="{E315DF0C-9FBE-4F59-BC80-877A3EFBB571}"/>
                </a:ext>
              </a:extLst>
            </p:cNvPr>
            <p:cNvGrpSpPr/>
            <p:nvPr/>
          </p:nvGrpSpPr>
          <p:grpSpPr>
            <a:xfrm>
              <a:off x="6009663" y="862521"/>
              <a:ext cx="3088788" cy="5223071"/>
              <a:chOff x="5785285" y="1126388"/>
              <a:chExt cx="3088788" cy="5223071"/>
            </a:xfrm>
          </p:grpSpPr>
          <p:pic>
            <p:nvPicPr>
              <p:cNvPr id="11" name="Picture 10">
                <a:extLst>
                  <a:ext uri="{FF2B5EF4-FFF2-40B4-BE49-F238E27FC236}">
                    <a16:creationId xmlns:a16="http://schemas.microsoft.com/office/drawing/2014/main" id="{6C9787CF-7EA9-4A41-8388-F228B8261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1225" y="1227838"/>
                <a:ext cx="2609850" cy="4944361"/>
              </a:xfrm>
              <a:prstGeom prst="rect">
                <a:avLst/>
              </a:prstGeom>
            </p:spPr>
          </p:pic>
          <p:pic>
            <p:nvPicPr>
              <p:cNvPr id="12" name="Picture 11">
                <a:extLst>
                  <a:ext uri="{FF2B5EF4-FFF2-40B4-BE49-F238E27FC236}">
                    <a16:creationId xmlns:a16="http://schemas.microsoft.com/office/drawing/2014/main" id="{0414F8D9-8EB5-4EE1-BB6F-760A46D15115}"/>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5785285" y="1126388"/>
                <a:ext cx="3088788" cy="5223071"/>
              </a:xfrm>
              <a:prstGeom prst="rect">
                <a:avLst/>
              </a:prstGeom>
            </p:spPr>
          </p:pic>
        </p:grpSp>
        <p:grpSp>
          <p:nvGrpSpPr>
            <p:cNvPr id="14" name="Group 13">
              <a:extLst>
                <a:ext uri="{FF2B5EF4-FFF2-40B4-BE49-F238E27FC236}">
                  <a16:creationId xmlns:a16="http://schemas.microsoft.com/office/drawing/2014/main" id="{EDC7417D-EEF2-4D36-9A88-4B9E310A0010}"/>
                </a:ext>
              </a:extLst>
            </p:cNvPr>
            <p:cNvGrpSpPr/>
            <p:nvPr/>
          </p:nvGrpSpPr>
          <p:grpSpPr>
            <a:xfrm>
              <a:off x="9098451" y="894000"/>
              <a:ext cx="2987641" cy="5253623"/>
              <a:chOff x="4021015" y="1721326"/>
              <a:chExt cx="2951747" cy="4634869"/>
            </a:xfrm>
          </p:grpSpPr>
          <p:pic>
            <p:nvPicPr>
              <p:cNvPr id="15" name="Picture 14">
                <a:extLst>
                  <a:ext uri="{FF2B5EF4-FFF2-40B4-BE49-F238E27FC236}">
                    <a16:creationId xmlns:a16="http://schemas.microsoft.com/office/drawing/2014/main" id="{A9416352-C567-40B6-B86C-1311B205F1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55367" y="1862254"/>
                <a:ext cx="2557667" cy="4348975"/>
              </a:xfrm>
              <a:prstGeom prst="rect">
                <a:avLst/>
              </a:prstGeom>
            </p:spPr>
          </p:pic>
          <p:pic>
            <p:nvPicPr>
              <p:cNvPr id="16" name="Picture 15">
                <a:extLst>
                  <a:ext uri="{FF2B5EF4-FFF2-40B4-BE49-F238E27FC236}">
                    <a16:creationId xmlns:a16="http://schemas.microsoft.com/office/drawing/2014/main" id="{CC7CA9AE-B6F4-4897-916E-F2069EBCDDE3}"/>
                  </a:ext>
                </a:extLst>
              </p:cNvPr>
              <p:cNvPicPr>
                <a:picLocks noChangeAspect="1"/>
              </p:cNvPicPr>
              <p:nvPr/>
            </p:nvPicPr>
            <p:blipFill rotWithShape="1">
              <a:blip r:embed="rId4">
                <a:extLst>
                  <a:ext uri="{28A0092B-C50C-407E-A947-70E740481C1C}">
                    <a14:useLocalDpi xmlns:a14="http://schemas.microsoft.com/office/drawing/2010/main" val="0"/>
                  </a:ext>
                </a:extLst>
              </a:blip>
              <a:srcRect l="26507" t="8535" r="25884" b="15702"/>
              <a:stretch/>
            </p:blipFill>
            <p:spPr>
              <a:xfrm>
                <a:off x="4021015" y="1721326"/>
                <a:ext cx="2951747" cy="4634869"/>
              </a:xfrm>
              <a:prstGeom prst="rect">
                <a:avLst/>
              </a:prstGeom>
            </p:spPr>
          </p:pic>
        </p:grpSp>
        <p:sp>
          <p:nvSpPr>
            <p:cNvPr id="18" name="Slide Number Placeholder 2">
              <a:extLst>
                <a:ext uri="{FF2B5EF4-FFF2-40B4-BE49-F238E27FC236}">
                  <a16:creationId xmlns:a16="http://schemas.microsoft.com/office/drawing/2014/main" id="{94624C24-E0BA-4BD0-B76C-AEBE0A5E2551}"/>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z="1200" smtClean="0">
                  <a:solidFill>
                    <a:schemeClr val="bg1">
                      <a:lumMod val="65000"/>
                    </a:schemeClr>
                  </a:solidFill>
                </a:rPr>
                <a:pPr algn="r"/>
                <a:t>16</a:t>
              </a:fld>
              <a:endParaRPr lang="en-IN" sz="1200" dirty="0">
                <a:solidFill>
                  <a:schemeClr val="bg1">
                    <a:lumMod val="65000"/>
                  </a:schemeClr>
                </a:solidFill>
              </a:endParaRPr>
            </a:p>
          </p:txBody>
        </p:sp>
      </p:grpSp>
      <p:pic>
        <p:nvPicPr>
          <p:cNvPr id="13" name="Picture 12">
            <a:extLst>
              <a:ext uri="{FF2B5EF4-FFF2-40B4-BE49-F238E27FC236}">
                <a16:creationId xmlns:a16="http://schemas.microsoft.com/office/drawing/2014/main" id="{C0CF0E98-66EA-45BA-A545-64468BC182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spTree>
    <p:extLst>
      <p:ext uri="{BB962C8B-B14F-4D97-AF65-F5344CB8AC3E}">
        <p14:creationId xmlns:p14="http://schemas.microsoft.com/office/powerpoint/2010/main" val="3750498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grpSp>
        <p:nvGrpSpPr>
          <p:cNvPr id="2" name="Group 1">
            <a:extLst>
              <a:ext uri="{FF2B5EF4-FFF2-40B4-BE49-F238E27FC236}">
                <a16:creationId xmlns:a16="http://schemas.microsoft.com/office/drawing/2014/main" id="{1CE50066-F4BB-4D7F-A523-B2566C064421}"/>
              </a:ext>
            </a:extLst>
          </p:cNvPr>
          <p:cNvGrpSpPr/>
          <p:nvPr/>
        </p:nvGrpSpPr>
        <p:grpSpPr>
          <a:xfrm>
            <a:off x="163790" y="758196"/>
            <a:ext cx="11962400" cy="6172000"/>
            <a:chOff x="163790" y="758196"/>
            <a:chExt cx="11962400" cy="6172000"/>
          </a:xfrm>
        </p:grpSpPr>
        <p:sp>
          <p:nvSpPr>
            <p:cNvPr id="6" name="Rectangle 5">
              <a:extLst>
                <a:ext uri="{FF2B5EF4-FFF2-40B4-BE49-F238E27FC236}">
                  <a16:creationId xmlns:a16="http://schemas.microsoft.com/office/drawing/2014/main" id="{91C126B1-1CA8-4CEB-8C1F-6B40544867BB}"/>
                </a:ext>
              </a:extLst>
            </p:cNvPr>
            <p:cNvSpPr/>
            <p:nvPr/>
          </p:nvSpPr>
          <p:spPr>
            <a:xfrm>
              <a:off x="163790" y="758196"/>
              <a:ext cx="11962400" cy="1200329"/>
            </a:xfrm>
            <a:prstGeom prst="rect">
              <a:avLst/>
            </a:prstGeom>
          </p:spPr>
          <p:txBody>
            <a:bodyPr wrap="square">
              <a:spAutoFit/>
            </a:bodyPr>
            <a:lstStyle/>
            <a:p>
              <a:pPr algn="just"/>
              <a:r>
                <a:rPr lang="en-US" dirty="0"/>
                <a:t>The Traverse functionality enables users to move through the data and explore different attributes (CWGM, CWPM, Distribution Pipe and RWPM, or spatial locations. The scheme and ESR name fields are pre-filled and assigned by the PIU. Users can select a component from a dropdown menu, click a photo, enter a review, and save the location. The app can access the user's location after registration.</a:t>
              </a:r>
              <a:endParaRPr lang="en-IN" dirty="0">
                <a:latin typeface="Calibri" panose="020F0502020204030204" pitchFamily="34" charset="0"/>
                <a:cs typeface="Calibri" panose="020F0502020204030204" pitchFamily="34" charset="0"/>
              </a:endParaRPr>
            </a:p>
          </p:txBody>
        </p:sp>
        <p:sp>
          <p:nvSpPr>
            <p:cNvPr id="20" name="Rectangle 6">
              <a:extLst>
                <a:ext uri="{FF2B5EF4-FFF2-40B4-BE49-F238E27FC236}">
                  <a16:creationId xmlns:a16="http://schemas.microsoft.com/office/drawing/2014/main" id="{DA18BBE8-1EB3-4A44-9A78-25A0E09E230C}"/>
                </a:ext>
              </a:extLst>
            </p:cNvPr>
            <p:cNvSpPr>
              <a:spLocks noChangeArrowheads="1"/>
            </p:cNvSpPr>
            <p:nvPr/>
          </p:nvSpPr>
          <p:spPr bwMode="auto">
            <a:xfrm>
              <a:off x="1482725" y="1445415"/>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1" name="Picture 20">
              <a:extLst>
                <a:ext uri="{FF2B5EF4-FFF2-40B4-BE49-F238E27FC236}">
                  <a16:creationId xmlns:a16="http://schemas.microsoft.com/office/drawing/2014/main" id="{7FF12257-45A4-4CE2-895A-72E6185D3E63}"/>
                </a:ext>
              </a:extLst>
            </p:cNvPr>
            <p:cNvPicPr>
              <a:picLocks noChangeAspect="1"/>
            </p:cNvPicPr>
            <p:nvPr/>
          </p:nvPicPr>
          <p:blipFill rotWithShape="1">
            <a:blip r:embed="rId3">
              <a:extLst>
                <a:ext uri="{28A0092B-C50C-407E-A947-70E740481C1C}">
                  <a14:useLocalDpi xmlns:a14="http://schemas.microsoft.com/office/drawing/2010/main" val="0"/>
                </a:ext>
              </a:extLst>
            </a:blip>
            <a:srcRect t="10278" b="17369"/>
            <a:stretch/>
          </p:blipFill>
          <p:spPr>
            <a:xfrm>
              <a:off x="3334432" y="2196459"/>
              <a:ext cx="2492751" cy="4326735"/>
            </a:xfrm>
            <a:prstGeom prst="rect">
              <a:avLst/>
            </a:prstGeom>
          </p:spPr>
        </p:pic>
        <p:sp>
          <p:nvSpPr>
            <p:cNvPr id="22" name="Rectangle 21">
              <a:extLst>
                <a:ext uri="{FF2B5EF4-FFF2-40B4-BE49-F238E27FC236}">
                  <a16:creationId xmlns:a16="http://schemas.microsoft.com/office/drawing/2014/main" id="{A961AA3E-4915-46F7-BEF3-689B2F2E0E30}"/>
                </a:ext>
              </a:extLst>
            </p:cNvPr>
            <p:cNvSpPr/>
            <p:nvPr/>
          </p:nvSpPr>
          <p:spPr>
            <a:xfrm>
              <a:off x="3403600" y="2216757"/>
              <a:ext cx="476250" cy="238125"/>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Rectangle 22">
              <a:extLst>
                <a:ext uri="{FF2B5EF4-FFF2-40B4-BE49-F238E27FC236}">
                  <a16:creationId xmlns:a16="http://schemas.microsoft.com/office/drawing/2014/main" id="{7BAB7367-0443-420F-9922-CD3CCFFF5378}"/>
                </a:ext>
              </a:extLst>
            </p:cNvPr>
            <p:cNvSpPr/>
            <p:nvPr/>
          </p:nvSpPr>
          <p:spPr>
            <a:xfrm>
              <a:off x="3334432" y="2550132"/>
              <a:ext cx="565785" cy="28884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Rectangle 23">
              <a:extLst>
                <a:ext uri="{FF2B5EF4-FFF2-40B4-BE49-F238E27FC236}">
                  <a16:creationId xmlns:a16="http://schemas.microsoft.com/office/drawing/2014/main" id="{436736E6-ADF3-4219-931D-087A26A012BB}"/>
                </a:ext>
              </a:extLst>
            </p:cNvPr>
            <p:cNvSpPr/>
            <p:nvPr/>
          </p:nvSpPr>
          <p:spPr>
            <a:xfrm>
              <a:off x="3403600" y="2921607"/>
              <a:ext cx="1123950" cy="28884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Rectangle 24">
              <a:extLst>
                <a:ext uri="{FF2B5EF4-FFF2-40B4-BE49-F238E27FC236}">
                  <a16:creationId xmlns:a16="http://schemas.microsoft.com/office/drawing/2014/main" id="{42533FCB-C2AE-4A9D-A435-2F0D9D10BF7F}"/>
                </a:ext>
              </a:extLst>
            </p:cNvPr>
            <p:cNvSpPr/>
            <p:nvPr/>
          </p:nvSpPr>
          <p:spPr>
            <a:xfrm>
              <a:off x="3334432" y="5131407"/>
              <a:ext cx="545418" cy="28884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6" name="Straight Connector 25">
              <a:extLst>
                <a:ext uri="{FF2B5EF4-FFF2-40B4-BE49-F238E27FC236}">
                  <a16:creationId xmlns:a16="http://schemas.microsoft.com/office/drawing/2014/main" id="{2E967693-CD74-43BB-AE5F-BD166210C5A9}"/>
                </a:ext>
              </a:extLst>
            </p:cNvPr>
            <p:cNvCxnSpPr>
              <a:cxnSpLocks/>
              <a:stCxn id="22" idx="3"/>
            </p:cNvCxnSpPr>
            <p:nvPr/>
          </p:nvCxnSpPr>
          <p:spPr>
            <a:xfrm>
              <a:off x="3879850" y="2335820"/>
              <a:ext cx="2296037" cy="797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DE0AF73-40BD-471D-BCCE-04BF553142AF}"/>
                </a:ext>
              </a:extLst>
            </p:cNvPr>
            <p:cNvCxnSpPr>
              <a:cxnSpLocks/>
              <a:stCxn id="23" idx="3"/>
            </p:cNvCxnSpPr>
            <p:nvPr/>
          </p:nvCxnSpPr>
          <p:spPr>
            <a:xfrm>
              <a:off x="3900217" y="2694553"/>
              <a:ext cx="2300142" cy="4544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7548C41-BC58-4E93-85E6-02011100F3B6}"/>
                </a:ext>
              </a:extLst>
            </p:cNvPr>
            <p:cNvCxnSpPr>
              <a:cxnSpLocks/>
              <a:stCxn id="24" idx="3"/>
            </p:cNvCxnSpPr>
            <p:nvPr/>
          </p:nvCxnSpPr>
          <p:spPr>
            <a:xfrm>
              <a:off x="4527550" y="3066028"/>
              <a:ext cx="1755542" cy="14442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6B9A8CA-E248-4590-8DE1-03F0F983C399}"/>
                </a:ext>
              </a:extLst>
            </p:cNvPr>
            <p:cNvCxnSpPr>
              <a:cxnSpLocks/>
              <a:stCxn id="25" idx="3"/>
            </p:cNvCxnSpPr>
            <p:nvPr/>
          </p:nvCxnSpPr>
          <p:spPr>
            <a:xfrm flipV="1">
              <a:off x="3879850" y="3133726"/>
              <a:ext cx="2435225" cy="2142102"/>
            </a:xfrm>
            <a:prstGeom prst="line">
              <a:avLst/>
            </a:prstGeom>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0EECEFE8-7E1D-41AB-A681-C5DE809C56A2}"/>
                </a:ext>
              </a:extLst>
            </p:cNvPr>
            <p:cNvGrpSpPr/>
            <p:nvPr/>
          </p:nvGrpSpPr>
          <p:grpSpPr>
            <a:xfrm>
              <a:off x="6174632" y="1945966"/>
              <a:ext cx="2729216" cy="4933800"/>
              <a:chOff x="8433318" y="2339334"/>
              <a:chExt cx="2729216" cy="4933800"/>
            </a:xfrm>
          </p:grpSpPr>
          <p:pic>
            <p:nvPicPr>
              <p:cNvPr id="31" name="Picture 30">
                <a:extLst>
                  <a:ext uri="{FF2B5EF4-FFF2-40B4-BE49-F238E27FC236}">
                    <a16:creationId xmlns:a16="http://schemas.microsoft.com/office/drawing/2014/main" id="{BB03903E-AC65-4F6B-84EF-AACAE85826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30767" y="2517448"/>
                <a:ext cx="2309846" cy="4642913"/>
              </a:xfrm>
              <a:prstGeom prst="rect">
                <a:avLst/>
              </a:prstGeom>
            </p:spPr>
          </p:pic>
          <p:pic>
            <p:nvPicPr>
              <p:cNvPr id="32" name="Picture 31">
                <a:extLst>
                  <a:ext uri="{FF2B5EF4-FFF2-40B4-BE49-F238E27FC236}">
                    <a16:creationId xmlns:a16="http://schemas.microsoft.com/office/drawing/2014/main" id="{D40D53D2-72B9-46A9-A608-14B0D40FDFEA}"/>
                  </a:ext>
                </a:extLst>
              </p:cNvPr>
              <p:cNvPicPr>
                <a:picLocks noChangeAspect="1"/>
              </p:cNvPicPr>
              <p:nvPr/>
            </p:nvPicPr>
            <p:blipFill rotWithShape="1">
              <a:blip r:embed="rId5">
                <a:extLst>
                  <a:ext uri="{28A0092B-C50C-407E-A947-70E740481C1C}">
                    <a14:useLocalDpi xmlns:a14="http://schemas.microsoft.com/office/drawing/2010/main" val="0"/>
                  </a:ext>
                </a:extLst>
              </a:blip>
              <a:srcRect l="26507" t="8535" r="25884" b="15702"/>
              <a:stretch/>
            </p:blipFill>
            <p:spPr>
              <a:xfrm>
                <a:off x="8433318" y="2339334"/>
                <a:ext cx="2729216" cy="4933800"/>
              </a:xfrm>
              <a:prstGeom prst="rect">
                <a:avLst/>
              </a:prstGeom>
            </p:spPr>
          </p:pic>
        </p:grpSp>
        <p:grpSp>
          <p:nvGrpSpPr>
            <p:cNvPr id="34" name="Group 33">
              <a:extLst>
                <a:ext uri="{FF2B5EF4-FFF2-40B4-BE49-F238E27FC236}">
                  <a16:creationId xmlns:a16="http://schemas.microsoft.com/office/drawing/2014/main" id="{77F57672-B5F6-4D95-B8A6-9E021D714D45}"/>
                </a:ext>
              </a:extLst>
            </p:cNvPr>
            <p:cNvGrpSpPr/>
            <p:nvPr/>
          </p:nvGrpSpPr>
          <p:grpSpPr>
            <a:xfrm>
              <a:off x="265900" y="2047736"/>
              <a:ext cx="2775284" cy="4882460"/>
              <a:chOff x="710866" y="2098093"/>
              <a:chExt cx="2845007" cy="5143126"/>
            </a:xfrm>
          </p:grpSpPr>
          <p:pic>
            <p:nvPicPr>
              <p:cNvPr id="35" name="Picture 34">
                <a:extLst>
                  <a:ext uri="{FF2B5EF4-FFF2-40B4-BE49-F238E27FC236}">
                    <a16:creationId xmlns:a16="http://schemas.microsoft.com/office/drawing/2014/main" id="{89312303-3BA9-4D73-999A-5A8CBF2381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285" y="2285717"/>
                <a:ext cx="2414448" cy="4846193"/>
              </a:xfrm>
              <a:prstGeom prst="rect">
                <a:avLst/>
              </a:prstGeom>
            </p:spPr>
          </p:pic>
          <p:pic>
            <p:nvPicPr>
              <p:cNvPr id="36" name="Picture 35">
                <a:extLst>
                  <a:ext uri="{FF2B5EF4-FFF2-40B4-BE49-F238E27FC236}">
                    <a16:creationId xmlns:a16="http://schemas.microsoft.com/office/drawing/2014/main" id="{F4CA7E66-5299-4CCC-9B9F-3B44A96B33B5}"/>
                  </a:ext>
                </a:extLst>
              </p:cNvPr>
              <p:cNvPicPr>
                <a:picLocks noChangeAspect="1"/>
              </p:cNvPicPr>
              <p:nvPr/>
            </p:nvPicPr>
            <p:blipFill rotWithShape="1">
              <a:blip r:embed="rId5">
                <a:extLst>
                  <a:ext uri="{28A0092B-C50C-407E-A947-70E740481C1C}">
                    <a14:useLocalDpi xmlns:a14="http://schemas.microsoft.com/office/drawing/2010/main" val="0"/>
                  </a:ext>
                </a:extLst>
              </a:blip>
              <a:srcRect l="26507" t="8535" r="25884" b="15702"/>
              <a:stretch/>
            </p:blipFill>
            <p:spPr>
              <a:xfrm>
                <a:off x="710866" y="2098093"/>
                <a:ext cx="2845007" cy="5143126"/>
              </a:xfrm>
              <a:prstGeom prst="rect">
                <a:avLst/>
              </a:prstGeom>
            </p:spPr>
          </p:pic>
        </p:grpSp>
        <p:pic>
          <p:nvPicPr>
            <p:cNvPr id="37" name="Picture 36">
              <a:extLst>
                <a:ext uri="{FF2B5EF4-FFF2-40B4-BE49-F238E27FC236}">
                  <a16:creationId xmlns:a16="http://schemas.microsoft.com/office/drawing/2014/main" id="{1A5BE45D-0980-423D-AA44-262A75760EA9}"/>
                </a:ext>
              </a:extLst>
            </p:cNvPr>
            <p:cNvPicPr>
              <a:picLocks noChangeAspect="1"/>
            </p:cNvPicPr>
            <p:nvPr/>
          </p:nvPicPr>
          <p:blipFill rotWithShape="1">
            <a:blip r:embed="rId6">
              <a:extLst>
                <a:ext uri="{28A0092B-C50C-407E-A947-70E740481C1C}">
                  <a14:useLocalDpi xmlns:a14="http://schemas.microsoft.com/office/drawing/2010/main" val="0"/>
                </a:ext>
              </a:extLst>
            </a:blip>
            <a:srcRect t="8376"/>
            <a:stretch/>
          </p:blipFill>
          <p:spPr>
            <a:xfrm>
              <a:off x="9499177" y="2036992"/>
              <a:ext cx="2420195" cy="4623592"/>
            </a:xfrm>
            <a:prstGeom prst="rect">
              <a:avLst/>
            </a:prstGeom>
          </p:spPr>
        </p:pic>
        <p:cxnSp>
          <p:nvCxnSpPr>
            <p:cNvPr id="38" name="Straight Connector 37">
              <a:extLst>
                <a:ext uri="{FF2B5EF4-FFF2-40B4-BE49-F238E27FC236}">
                  <a16:creationId xmlns:a16="http://schemas.microsoft.com/office/drawing/2014/main" id="{9ED4050C-15EF-41AF-B70E-D00B667A01A0}"/>
                </a:ext>
              </a:extLst>
            </p:cNvPr>
            <p:cNvCxnSpPr>
              <a:cxnSpLocks/>
              <a:endCxn id="21" idx="1"/>
            </p:cNvCxnSpPr>
            <p:nvPr/>
          </p:nvCxnSpPr>
          <p:spPr>
            <a:xfrm>
              <a:off x="2501496" y="3649919"/>
              <a:ext cx="832936" cy="7099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52D01FB-03DD-4D44-9200-20C35BD2EEC0}"/>
                </a:ext>
              </a:extLst>
            </p:cNvPr>
            <p:cNvCxnSpPr>
              <a:cxnSpLocks/>
              <a:endCxn id="37" idx="1"/>
            </p:cNvCxnSpPr>
            <p:nvPr/>
          </p:nvCxnSpPr>
          <p:spPr>
            <a:xfrm flipV="1">
              <a:off x="8610600" y="4348788"/>
              <a:ext cx="888577" cy="64078"/>
            </a:xfrm>
            <a:prstGeom prst="line">
              <a:avLst/>
            </a:prstGeom>
          </p:spPr>
          <p:style>
            <a:lnRef idx="1">
              <a:schemeClr val="accent1"/>
            </a:lnRef>
            <a:fillRef idx="0">
              <a:schemeClr val="accent1"/>
            </a:fillRef>
            <a:effectRef idx="0">
              <a:schemeClr val="accent1"/>
            </a:effectRef>
            <a:fontRef idx="minor">
              <a:schemeClr val="tx1"/>
            </a:fontRef>
          </p:style>
        </p:cxnSp>
        <p:sp>
          <p:nvSpPr>
            <p:cNvPr id="33" name="Slide Number Placeholder 2">
              <a:extLst>
                <a:ext uri="{FF2B5EF4-FFF2-40B4-BE49-F238E27FC236}">
                  <a16:creationId xmlns:a16="http://schemas.microsoft.com/office/drawing/2014/main" id="{0EFB2736-8BB1-40AC-84FF-E48487B240FA}"/>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24AB65F-F49C-444B-BD26-D6DDA86AEAAB}" type="slidenum">
                <a:rPr lang="en-IN" sz="1200" smtClean="0">
                  <a:solidFill>
                    <a:schemeClr val="bg1">
                      <a:lumMod val="65000"/>
                    </a:schemeClr>
                  </a:solidFill>
                </a:rPr>
                <a:pPr algn="r"/>
                <a:t>17</a:t>
              </a:fld>
              <a:endParaRPr lang="en-IN" sz="1200" dirty="0">
                <a:solidFill>
                  <a:schemeClr val="bg1">
                    <a:lumMod val="65000"/>
                  </a:schemeClr>
                </a:solidFill>
              </a:endParaRPr>
            </a:p>
          </p:txBody>
        </p:sp>
      </p:grpSp>
      <p:sp>
        <p:nvSpPr>
          <p:cNvPr id="40" name="Rectangle 39">
            <a:extLst>
              <a:ext uri="{FF2B5EF4-FFF2-40B4-BE49-F238E27FC236}">
                <a16:creationId xmlns:a16="http://schemas.microsoft.com/office/drawing/2014/main" id="{2F6613C2-AE48-4793-B332-A1FB0954F712}"/>
              </a:ext>
            </a:extLst>
          </p:cNvPr>
          <p:cNvSpPr/>
          <p:nvPr/>
        </p:nvSpPr>
        <p:spPr>
          <a:xfrm>
            <a:off x="3317875" y="4781136"/>
            <a:ext cx="582342" cy="27354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1" name="Straight Connector 40">
            <a:extLst>
              <a:ext uri="{FF2B5EF4-FFF2-40B4-BE49-F238E27FC236}">
                <a16:creationId xmlns:a16="http://schemas.microsoft.com/office/drawing/2014/main" id="{9B576BBD-A83B-4493-BD5F-DD4EC28192D6}"/>
              </a:ext>
            </a:extLst>
          </p:cNvPr>
          <p:cNvCxnSpPr>
            <a:cxnSpLocks/>
            <a:stCxn id="40" idx="3"/>
          </p:cNvCxnSpPr>
          <p:nvPr/>
        </p:nvCxnSpPr>
        <p:spPr>
          <a:xfrm flipV="1">
            <a:off x="3900217" y="3208573"/>
            <a:ext cx="2290188" cy="1709337"/>
          </a:xfrm>
          <a:prstGeom prst="line">
            <a:avLst/>
          </a:prstGeom>
        </p:spPr>
        <p:style>
          <a:lnRef idx="1">
            <a:schemeClr val="accent1"/>
          </a:lnRef>
          <a:fillRef idx="0">
            <a:schemeClr val="accent1"/>
          </a:fillRef>
          <a:effectRef idx="0">
            <a:schemeClr val="accent1"/>
          </a:effectRef>
          <a:fontRef idx="minor">
            <a:schemeClr val="tx1"/>
          </a:fontRef>
        </p:style>
      </p:cxnSp>
      <p:sp>
        <p:nvSpPr>
          <p:cNvPr id="42" name="Google Shape;544;p70">
            <a:extLst>
              <a:ext uri="{FF2B5EF4-FFF2-40B4-BE49-F238E27FC236}">
                <a16:creationId xmlns:a16="http://schemas.microsoft.com/office/drawing/2014/main" id="{396B3332-C665-49EB-AB0E-EF6B901B4470}"/>
              </a:ext>
            </a:extLst>
          </p:cNvPr>
          <p:cNvSpPr txBox="1"/>
          <p:nvPr/>
        </p:nvSpPr>
        <p:spPr>
          <a:xfrm>
            <a:off x="105908" y="154571"/>
            <a:ext cx="5244695" cy="487600"/>
          </a:xfrm>
          <a:prstGeom prst="rect">
            <a:avLst/>
          </a:prstGeom>
          <a:noFill/>
          <a:ln>
            <a:noFill/>
          </a:ln>
        </p:spPr>
        <p:txBody>
          <a:bodyPr spcFirstLastPara="1" wrap="square" lIns="91433" tIns="45700" rIns="91433" bIns="45700" anchor="ctr" anchorCtr="0">
            <a:noAutofit/>
          </a:bodyPr>
          <a:lstStyle/>
          <a:p>
            <a:r>
              <a:rPr lang="en-IN" sz="3200" b="1" dirty="0">
                <a:solidFill>
                  <a:srgbClr val="006A78"/>
                </a:solidFill>
              </a:rPr>
              <a:t>Traverse in Mapping Asset</a:t>
            </a:r>
          </a:p>
        </p:txBody>
      </p:sp>
      <p:pic>
        <p:nvPicPr>
          <p:cNvPr id="43" name="Picture 42">
            <a:extLst>
              <a:ext uri="{FF2B5EF4-FFF2-40B4-BE49-F238E27FC236}">
                <a16:creationId xmlns:a16="http://schemas.microsoft.com/office/drawing/2014/main" id="{05BB8932-73F2-40B9-A7C0-3F480F2E7FE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31089" y="17244"/>
            <a:ext cx="923063" cy="711278"/>
          </a:xfrm>
          <a:prstGeom prst="rect">
            <a:avLst/>
          </a:prstGeom>
        </p:spPr>
      </p:pic>
      <p:pic>
        <p:nvPicPr>
          <p:cNvPr id="44" name="Picture 43">
            <a:extLst>
              <a:ext uri="{FF2B5EF4-FFF2-40B4-BE49-F238E27FC236}">
                <a16:creationId xmlns:a16="http://schemas.microsoft.com/office/drawing/2014/main" id="{67A827EB-D0BE-4707-B5DD-306F7E7D78B6}"/>
              </a:ext>
            </a:extLst>
          </p:cNvPr>
          <p:cNvPicPr>
            <a:picLocks noChangeAspect="1"/>
          </p:cNvPicPr>
          <p:nvPr/>
        </p:nvPicPr>
        <p:blipFill rotWithShape="1">
          <a:blip r:embed="rId5">
            <a:extLst>
              <a:ext uri="{28A0092B-C50C-407E-A947-70E740481C1C}">
                <a14:useLocalDpi xmlns:a14="http://schemas.microsoft.com/office/drawing/2010/main" val="0"/>
              </a:ext>
            </a:extLst>
          </a:blip>
          <a:srcRect l="26507" t="8535" r="25884" b="15702"/>
          <a:stretch/>
        </p:blipFill>
        <p:spPr>
          <a:xfrm>
            <a:off x="9323853" y="1937037"/>
            <a:ext cx="2729216" cy="4933800"/>
          </a:xfrm>
          <a:prstGeom prst="rect">
            <a:avLst/>
          </a:prstGeom>
        </p:spPr>
      </p:pic>
    </p:spTree>
    <p:extLst>
      <p:ext uri="{BB962C8B-B14F-4D97-AF65-F5344CB8AC3E}">
        <p14:creationId xmlns:p14="http://schemas.microsoft.com/office/powerpoint/2010/main" val="2753008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 y="127000"/>
            <a:ext cx="11935458" cy="6642100"/>
          </a:xfrm>
          <a:prstGeom prst="rect">
            <a:avLst/>
          </a:prstGeom>
        </p:spPr>
      </p:pic>
    </p:spTree>
    <p:extLst>
      <p:ext uri="{BB962C8B-B14F-4D97-AF65-F5344CB8AC3E}">
        <p14:creationId xmlns:p14="http://schemas.microsoft.com/office/powerpoint/2010/main" val="2383829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5899" y="0"/>
            <a:ext cx="11874501" cy="6667500"/>
          </a:xfrm>
          <a:prstGeom prst="rect">
            <a:avLst/>
          </a:prstGeom>
        </p:spPr>
      </p:pic>
      <p:sp>
        <p:nvSpPr>
          <p:cNvPr id="3" name="TextBox 2"/>
          <p:cNvSpPr txBox="1"/>
          <p:nvPr/>
        </p:nvSpPr>
        <p:spPr>
          <a:xfrm>
            <a:off x="9095740" y="3583940"/>
            <a:ext cx="2529840" cy="1200329"/>
          </a:xfrm>
          <a:prstGeom prst="rect">
            <a:avLst/>
          </a:prstGeom>
          <a:noFill/>
        </p:spPr>
        <p:txBody>
          <a:bodyPr wrap="square" rtlCol="0">
            <a:spAutoFit/>
          </a:bodyPr>
          <a:lstStyle/>
          <a:p>
            <a:r>
              <a:rPr lang="en-US" sz="2400" b="1" dirty="0">
                <a:solidFill>
                  <a:srgbClr val="FFFF00"/>
                </a:solidFill>
              </a:rPr>
              <a:t>Click on line or point to see attribute detail</a:t>
            </a:r>
          </a:p>
        </p:txBody>
      </p:sp>
    </p:spTree>
    <p:extLst>
      <p:ext uri="{BB962C8B-B14F-4D97-AF65-F5344CB8AC3E}">
        <p14:creationId xmlns:p14="http://schemas.microsoft.com/office/powerpoint/2010/main" val="1172772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CF2F170-969C-A0FC-5A12-2F7FDE356E51}"/>
              </a:ext>
            </a:extLst>
          </p:cNvPr>
          <p:cNvSpPr>
            <a:spLocks noChangeArrowheads="1"/>
          </p:cNvSpPr>
          <p:nvPr/>
        </p:nvSpPr>
        <p:spPr bwMode="auto">
          <a:xfrm>
            <a:off x="0" y="0"/>
            <a:ext cx="12192000" cy="523220"/>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2800" b="1" dirty="0"/>
              <a:t>     Asset Mapping - </a:t>
            </a:r>
            <a:r>
              <a:rPr lang="en-IN" sz="2800" b="1" dirty="0">
                <a:latin typeface="+mn-lt"/>
              </a:rPr>
              <a:t>Mapping of Pipe Network</a:t>
            </a:r>
          </a:p>
        </p:txBody>
      </p:sp>
      <p:graphicFrame>
        <p:nvGraphicFramePr>
          <p:cNvPr id="3" name="Table 2">
            <a:extLst>
              <a:ext uri="{FF2B5EF4-FFF2-40B4-BE49-F238E27FC236}">
                <a16:creationId xmlns:a16="http://schemas.microsoft.com/office/drawing/2014/main" id="{19971F04-8E48-1875-59DC-F3FBB90E0F59}"/>
              </a:ext>
            </a:extLst>
          </p:cNvPr>
          <p:cNvGraphicFramePr>
            <a:graphicFrameLocks noGrp="1"/>
          </p:cNvGraphicFramePr>
          <p:nvPr>
            <p:extLst>
              <p:ext uri="{D42A27DB-BD31-4B8C-83A1-F6EECF244321}">
                <p14:modId xmlns:p14="http://schemas.microsoft.com/office/powerpoint/2010/main" val="2759309783"/>
              </p:ext>
            </p:extLst>
          </p:nvPr>
        </p:nvGraphicFramePr>
        <p:xfrm>
          <a:off x="346985" y="623315"/>
          <a:ext cx="11715508" cy="939337"/>
        </p:xfrm>
        <a:graphic>
          <a:graphicData uri="http://schemas.openxmlformats.org/drawingml/2006/table">
            <a:tbl>
              <a:tblPr firstRow="1" bandRow="1">
                <a:tableStyleId>{5C22544A-7EE6-4342-B048-85BDC9FD1C3A}</a:tableStyleId>
              </a:tblPr>
              <a:tblGrid>
                <a:gridCol w="2357832">
                  <a:extLst>
                    <a:ext uri="{9D8B030D-6E8A-4147-A177-3AD203B41FA5}">
                      <a16:colId xmlns:a16="http://schemas.microsoft.com/office/drawing/2014/main" val="3050347115"/>
                    </a:ext>
                  </a:extLst>
                </a:gridCol>
                <a:gridCol w="2029787">
                  <a:extLst>
                    <a:ext uri="{9D8B030D-6E8A-4147-A177-3AD203B41FA5}">
                      <a16:colId xmlns:a16="http://schemas.microsoft.com/office/drawing/2014/main" val="2015425902"/>
                    </a:ext>
                  </a:extLst>
                </a:gridCol>
                <a:gridCol w="1493145">
                  <a:extLst>
                    <a:ext uri="{9D8B030D-6E8A-4147-A177-3AD203B41FA5}">
                      <a16:colId xmlns:a16="http://schemas.microsoft.com/office/drawing/2014/main" val="1161865796"/>
                    </a:ext>
                  </a:extLst>
                </a:gridCol>
                <a:gridCol w="1872343">
                  <a:extLst>
                    <a:ext uri="{9D8B030D-6E8A-4147-A177-3AD203B41FA5}">
                      <a16:colId xmlns:a16="http://schemas.microsoft.com/office/drawing/2014/main" val="3791237312"/>
                    </a:ext>
                  </a:extLst>
                </a:gridCol>
                <a:gridCol w="2220686">
                  <a:extLst>
                    <a:ext uri="{9D8B030D-6E8A-4147-A177-3AD203B41FA5}">
                      <a16:colId xmlns:a16="http://schemas.microsoft.com/office/drawing/2014/main" val="2223833314"/>
                    </a:ext>
                  </a:extLst>
                </a:gridCol>
                <a:gridCol w="1741715">
                  <a:extLst>
                    <a:ext uri="{9D8B030D-6E8A-4147-A177-3AD203B41FA5}">
                      <a16:colId xmlns:a16="http://schemas.microsoft.com/office/drawing/2014/main" val="2745917116"/>
                    </a:ext>
                  </a:extLst>
                </a:gridCol>
              </a:tblGrid>
              <a:tr h="622941">
                <a:tc>
                  <a:txBody>
                    <a:bodyPr/>
                    <a:lstStyle/>
                    <a:p>
                      <a:pPr algn="ctr" fontAlgn="ctr"/>
                      <a:r>
                        <a:rPr lang="en-IN" sz="1600" b="1" u="none" strike="noStrike" dirty="0">
                          <a:solidFill>
                            <a:schemeClr val="bg1"/>
                          </a:solidFill>
                          <a:effectLst/>
                        </a:rPr>
                        <a:t>Planned Length (km)</a:t>
                      </a:r>
                      <a:endParaRPr lang="en-IN" sz="1600" b="1" i="0" u="none" strike="noStrike" dirty="0">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Uploaded Length (km)</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 Progress</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Pipeline laid (km)</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Surveyed length (km)</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1" u="none" strike="noStrike">
                          <a:solidFill>
                            <a:schemeClr val="bg1"/>
                          </a:solidFill>
                          <a:effectLst/>
                        </a:rPr>
                        <a:t>% Surveying Progress </a:t>
                      </a:r>
                      <a:r>
                        <a:rPr lang="en-IN" sz="1600" b="1" u="none" strike="noStrike" err="1">
                          <a:solidFill>
                            <a:schemeClr val="bg1"/>
                          </a:solidFill>
                          <a:effectLst/>
                        </a:rPr>
                        <a:t>wrt</a:t>
                      </a:r>
                      <a:r>
                        <a:rPr lang="en-IN" sz="1600" b="1" u="none" strike="noStrike">
                          <a:solidFill>
                            <a:schemeClr val="bg1"/>
                          </a:solidFill>
                          <a:effectLst/>
                        </a:rPr>
                        <a:t>  Laying</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extLst>
                  <a:ext uri="{0D108BD9-81ED-4DB2-BD59-A6C34878D82A}">
                    <a16:rowId xmlns:a16="http://schemas.microsoft.com/office/drawing/2014/main" val="3740543655"/>
                  </a:ext>
                </a:extLst>
              </a:tr>
              <a:tr h="316396">
                <a:tc>
                  <a:txBody>
                    <a:bodyPr/>
                    <a:lstStyle/>
                    <a:p>
                      <a:pPr algn="ctr" fontAlgn="ctr"/>
                      <a:r>
                        <a:rPr lang="en-IN" sz="1600" b="1" u="none" strike="noStrike" kern="1200" dirty="0">
                          <a:solidFill>
                            <a:schemeClr val="dk1"/>
                          </a:solidFill>
                          <a:effectLst/>
                          <a:latin typeface="+mn-lt"/>
                          <a:ea typeface="+mn-ea"/>
                          <a:cs typeface="+mn-cs"/>
                        </a:rPr>
                        <a:t>2,16,754</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2,06,234</a:t>
                      </a:r>
                    </a:p>
                  </a:txBody>
                  <a:tcPr marL="6350" marR="6350" marT="6350" marB="0" anchor="ctr"/>
                </a:tc>
                <a:tc>
                  <a:txBody>
                    <a:bodyPr/>
                    <a:lstStyle/>
                    <a:p>
                      <a:pPr algn="ctr" fontAlgn="ctr"/>
                      <a:r>
                        <a:rPr lang="en-IN" sz="1600" b="1" u="none" strike="noStrike" kern="1200">
                          <a:solidFill>
                            <a:schemeClr val="dk1"/>
                          </a:solidFill>
                          <a:effectLst/>
                          <a:latin typeface="+mn-lt"/>
                          <a:ea typeface="+mn-ea"/>
                          <a:cs typeface="+mn-cs"/>
                        </a:rPr>
                        <a:t>95%</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1,50,286</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1,24,347</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83%</a:t>
                      </a:r>
                    </a:p>
                  </a:txBody>
                  <a:tcPr marL="6350" marR="6350" marT="6350" marB="0" anchor="ctr"/>
                </a:tc>
                <a:extLst>
                  <a:ext uri="{0D108BD9-81ED-4DB2-BD59-A6C34878D82A}">
                    <a16:rowId xmlns:a16="http://schemas.microsoft.com/office/drawing/2014/main" val="3140503952"/>
                  </a:ext>
                </a:extLst>
              </a:tr>
            </a:tbl>
          </a:graphicData>
        </a:graphic>
      </p:graphicFrame>
      <p:sp>
        <p:nvSpPr>
          <p:cNvPr id="9" name="Rectangle: Rounded Corners 8">
            <a:hlinkClick r:id="" action="ppaction://noaction"/>
            <a:extLst>
              <a:ext uri="{FF2B5EF4-FFF2-40B4-BE49-F238E27FC236}">
                <a16:creationId xmlns:a16="http://schemas.microsoft.com/office/drawing/2014/main" id="{2CCAC915-4E84-C25E-297F-D79A6FE9DB4D}"/>
              </a:ext>
            </a:extLst>
          </p:cNvPr>
          <p:cNvSpPr/>
          <p:nvPr/>
        </p:nvSpPr>
        <p:spPr>
          <a:xfrm>
            <a:off x="10692063" y="27289"/>
            <a:ext cx="1284516" cy="5574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Details as on 24.11.25</a:t>
            </a:r>
          </a:p>
        </p:txBody>
      </p:sp>
      <p:pic>
        <p:nvPicPr>
          <p:cNvPr id="15" name="Picture 14" descr="A map with a location on it&#10;&#10;AI-generated content may be incorrect.">
            <a:extLst>
              <a:ext uri="{FF2B5EF4-FFF2-40B4-BE49-F238E27FC236}">
                <a16:creationId xmlns:a16="http://schemas.microsoft.com/office/drawing/2014/main" id="{29460494-D9F6-7464-7517-DDB35E74B97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897764"/>
            <a:ext cx="12192000" cy="4932947"/>
          </a:xfrm>
          <a:prstGeom prst="rect">
            <a:avLst/>
          </a:prstGeom>
        </p:spPr>
      </p:pic>
    </p:spTree>
    <p:extLst>
      <p:ext uri="{BB962C8B-B14F-4D97-AF65-F5344CB8AC3E}">
        <p14:creationId xmlns:p14="http://schemas.microsoft.com/office/powerpoint/2010/main" val="605794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CF2F170-969C-A0FC-5A12-2F7FDE356E51}"/>
              </a:ext>
            </a:extLst>
          </p:cNvPr>
          <p:cNvSpPr>
            <a:spLocks noChangeArrowheads="1"/>
          </p:cNvSpPr>
          <p:nvPr/>
        </p:nvSpPr>
        <p:spPr bwMode="auto">
          <a:xfrm>
            <a:off x="0" y="0"/>
            <a:ext cx="12192000" cy="46166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2400" b="1" dirty="0"/>
              <a:t>Asset Mapping – Mapping of </a:t>
            </a:r>
            <a:r>
              <a:rPr lang="en-IN" sz="2400" b="1" dirty="0">
                <a:latin typeface="+mn-lt"/>
              </a:rPr>
              <a:t>Point data (OHT, MBR, WTP, Intake)</a:t>
            </a:r>
          </a:p>
        </p:txBody>
      </p:sp>
      <p:graphicFrame>
        <p:nvGraphicFramePr>
          <p:cNvPr id="7" name="Table 6">
            <a:extLst>
              <a:ext uri="{FF2B5EF4-FFF2-40B4-BE49-F238E27FC236}">
                <a16:creationId xmlns:a16="http://schemas.microsoft.com/office/drawing/2014/main" id="{105134F6-2FB1-2010-DDFC-12D763398F76}"/>
              </a:ext>
            </a:extLst>
          </p:cNvPr>
          <p:cNvGraphicFramePr>
            <a:graphicFrameLocks noGrp="1"/>
          </p:cNvGraphicFramePr>
          <p:nvPr>
            <p:extLst>
              <p:ext uri="{D42A27DB-BD31-4B8C-83A1-F6EECF244321}">
                <p14:modId xmlns:p14="http://schemas.microsoft.com/office/powerpoint/2010/main" val="80917412"/>
              </p:ext>
            </p:extLst>
          </p:nvPr>
        </p:nvGraphicFramePr>
        <p:xfrm>
          <a:off x="403120" y="5972880"/>
          <a:ext cx="5692876" cy="741680"/>
        </p:xfrm>
        <a:graphic>
          <a:graphicData uri="http://schemas.openxmlformats.org/drawingml/2006/table">
            <a:tbl>
              <a:tblPr>
                <a:tableStyleId>{616DA210-FB5B-4158-B5E0-FEB733F419BA}</a:tableStyleId>
              </a:tblPr>
              <a:tblGrid>
                <a:gridCol w="595011">
                  <a:extLst>
                    <a:ext uri="{9D8B030D-6E8A-4147-A177-3AD203B41FA5}">
                      <a16:colId xmlns:a16="http://schemas.microsoft.com/office/drawing/2014/main" val="2953632676"/>
                    </a:ext>
                  </a:extLst>
                </a:gridCol>
                <a:gridCol w="1019573">
                  <a:extLst>
                    <a:ext uri="{9D8B030D-6E8A-4147-A177-3AD203B41FA5}">
                      <a16:colId xmlns:a16="http://schemas.microsoft.com/office/drawing/2014/main" val="548121709"/>
                    </a:ext>
                  </a:extLst>
                </a:gridCol>
                <a:gridCol w="1019573">
                  <a:extLst>
                    <a:ext uri="{9D8B030D-6E8A-4147-A177-3AD203B41FA5}">
                      <a16:colId xmlns:a16="http://schemas.microsoft.com/office/drawing/2014/main" val="3750834867"/>
                    </a:ext>
                  </a:extLst>
                </a:gridCol>
                <a:gridCol w="1019573">
                  <a:extLst>
                    <a:ext uri="{9D8B030D-6E8A-4147-A177-3AD203B41FA5}">
                      <a16:colId xmlns:a16="http://schemas.microsoft.com/office/drawing/2014/main" val="1069318346"/>
                    </a:ext>
                  </a:extLst>
                </a:gridCol>
                <a:gridCol w="1019573">
                  <a:extLst>
                    <a:ext uri="{9D8B030D-6E8A-4147-A177-3AD203B41FA5}">
                      <a16:colId xmlns:a16="http://schemas.microsoft.com/office/drawing/2014/main" val="1586905712"/>
                    </a:ext>
                  </a:extLst>
                </a:gridCol>
                <a:gridCol w="1019573">
                  <a:extLst>
                    <a:ext uri="{9D8B030D-6E8A-4147-A177-3AD203B41FA5}">
                      <a16:colId xmlns:a16="http://schemas.microsoft.com/office/drawing/2014/main" val="2037758267"/>
                    </a:ext>
                  </a:extLst>
                </a:gridCol>
              </a:tblGrid>
              <a:tr h="370840">
                <a:tc gridSpan="6">
                  <a:txBody>
                    <a:bodyPr/>
                    <a:lstStyle/>
                    <a:p>
                      <a:pPr algn="ctr"/>
                      <a:r>
                        <a:rPr lang="en-IN" b="1"/>
                        <a:t>Legend</a:t>
                      </a:r>
                    </a:p>
                  </a:txBody>
                  <a:tcPr>
                    <a:solidFill>
                      <a:schemeClr val="bg1">
                        <a:lumMod val="95000"/>
                      </a:schemeClr>
                    </a:solidFill>
                  </a:tcPr>
                </a:tc>
                <a:tc hMerge="1">
                  <a:txBody>
                    <a:bodyPr/>
                    <a:lstStyle/>
                    <a:p>
                      <a:endParaRPr lang="en-IN"/>
                    </a:p>
                  </a:txBody>
                  <a:tcPr/>
                </a:tc>
                <a:tc hMerge="1">
                  <a:txBody>
                    <a:bodyPr/>
                    <a:lstStyle/>
                    <a:p>
                      <a:pPr algn="ctr"/>
                      <a:endParaRPr lang="en-IN" b="1"/>
                    </a:p>
                  </a:txBody>
                  <a:tcPr/>
                </a:tc>
                <a:tc hMerge="1">
                  <a:txBody>
                    <a:bodyPr/>
                    <a:lstStyle/>
                    <a:p>
                      <a:pPr algn="ctr"/>
                      <a:endParaRPr lang="en-IN" b="1"/>
                    </a:p>
                  </a:txBody>
                  <a:tcPr/>
                </a:tc>
                <a:tc hMerge="1">
                  <a:txBody>
                    <a:bodyPr/>
                    <a:lstStyle/>
                    <a:p>
                      <a:pPr algn="ctr"/>
                      <a:endParaRPr lang="en-IN" b="1"/>
                    </a:p>
                  </a:txBody>
                  <a:tcPr/>
                </a:tc>
                <a:tc hMerge="1">
                  <a:txBody>
                    <a:bodyPr/>
                    <a:lstStyle/>
                    <a:p>
                      <a:pPr algn="ctr"/>
                      <a:endParaRPr lang="en-IN" b="1"/>
                    </a:p>
                  </a:txBody>
                  <a:tcPr/>
                </a:tc>
                <a:extLst>
                  <a:ext uri="{0D108BD9-81ED-4DB2-BD59-A6C34878D82A}">
                    <a16:rowId xmlns:a16="http://schemas.microsoft.com/office/drawing/2014/main" val="3401624226"/>
                  </a:ext>
                </a:extLst>
              </a:tr>
              <a:tr h="370840">
                <a:tc>
                  <a:txBody>
                    <a:bodyPr/>
                    <a:lstStyle/>
                    <a:p>
                      <a:pPr algn="ctr"/>
                      <a:endParaRPr lang="en-IN"/>
                    </a:p>
                  </a:txBody>
                  <a:tcPr/>
                </a:tc>
                <a:tc>
                  <a:txBody>
                    <a:bodyPr/>
                    <a:lstStyle/>
                    <a:p>
                      <a:pPr algn="ctr"/>
                      <a:r>
                        <a:rPr lang="en-IN" sz="1400" b="1" dirty="0"/>
                        <a:t>Intake Well</a:t>
                      </a:r>
                    </a:p>
                  </a:txBody>
                  <a:tcPr anchor="ctr"/>
                </a:tc>
                <a:tc>
                  <a:txBody>
                    <a:bodyPr/>
                    <a:lstStyle/>
                    <a:p>
                      <a:pPr algn="ctr"/>
                      <a:endParaRPr lang="en-IN" sz="1200"/>
                    </a:p>
                  </a:txBody>
                  <a:tcPr anchor="ctr"/>
                </a:tc>
                <a:tc>
                  <a:txBody>
                    <a:bodyPr/>
                    <a:lstStyle/>
                    <a:p>
                      <a:pPr algn="ctr"/>
                      <a:r>
                        <a:rPr lang="en-IN" sz="1400" b="1" dirty="0"/>
                        <a:t>WTP</a:t>
                      </a:r>
                      <a:endParaRPr lang="en-IN" sz="1200" b="1" dirty="0"/>
                    </a:p>
                  </a:txBody>
                  <a:tcPr anchor="ctr"/>
                </a:tc>
                <a:tc>
                  <a:txBody>
                    <a:bodyPr/>
                    <a:lstStyle/>
                    <a:p>
                      <a:pPr algn="ctr"/>
                      <a:endParaRPr lang="en-IN" sz="1200"/>
                    </a:p>
                  </a:txBody>
                  <a:tcPr anchor="ctr"/>
                </a:tc>
                <a:tc>
                  <a:txBody>
                    <a:bodyPr/>
                    <a:lstStyle/>
                    <a:p>
                      <a:pPr algn="ctr"/>
                      <a:r>
                        <a:rPr lang="en-IN" sz="1400" b="1" dirty="0"/>
                        <a:t>MBR</a:t>
                      </a:r>
                    </a:p>
                  </a:txBody>
                  <a:tcPr anchor="ctr"/>
                </a:tc>
                <a:extLst>
                  <a:ext uri="{0D108BD9-81ED-4DB2-BD59-A6C34878D82A}">
                    <a16:rowId xmlns:a16="http://schemas.microsoft.com/office/drawing/2014/main" val="1059134772"/>
                  </a:ext>
                </a:extLst>
              </a:tr>
            </a:tbl>
          </a:graphicData>
        </a:graphic>
      </p:graphicFrame>
      <p:pic>
        <p:nvPicPr>
          <p:cNvPr id="4" name="Graphic 3" descr="Marker with solid fill">
            <a:extLst>
              <a:ext uri="{FF2B5EF4-FFF2-40B4-BE49-F238E27FC236}">
                <a16:creationId xmlns:a16="http://schemas.microsoft.com/office/drawing/2014/main" id="{758AE7AB-9119-A8AE-97B8-BF1AD938B157}"/>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37201" y="6384336"/>
            <a:ext cx="330224" cy="330224"/>
          </a:xfrm>
          <a:prstGeom prst="rect">
            <a:avLst/>
          </a:prstGeom>
        </p:spPr>
      </p:pic>
      <p:pic>
        <p:nvPicPr>
          <p:cNvPr id="13" name="Graphic 12" descr="Marker with solid fill">
            <a:extLst>
              <a:ext uri="{FF2B5EF4-FFF2-40B4-BE49-F238E27FC236}">
                <a16:creationId xmlns:a16="http://schemas.microsoft.com/office/drawing/2014/main" id="{A77C8766-4D3C-4218-F3BB-30BAF1B68035}"/>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315224" y="6353728"/>
            <a:ext cx="330224" cy="330224"/>
          </a:xfrm>
          <a:prstGeom prst="rect">
            <a:avLst/>
          </a:prstGeom>
        </p:spPr>
      </p:pic>
      <p:pic>
        <p:nvPicPr>
          <p:cNvPr id="14" name="Graphic 13" descr="Marker with solid fill">
            <a:extLst>
              <a:ext uri="{FF2B5EF4-FFF2-40B4-BE49-F238E27FC236}">
                <a16:creationId xmlns:a16="http://schemas.microsoft.com/office/drawing/2014/main" id="{83964A1B-07A2-930F-3D4B-5DDA5587A569}"/>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392440" y="6368483"/>
            <a:ext cx="330224" cy="330224"/>
          </a:xfrm>
          <a:prstGeom prst="rect">
            <a:avLst/>
          </a:prstGeom>
        </p:spPr>
      </p:pic>
      <p:pic>
        <p:nvPicPr>
          <p:cNvPr id="8" name="Picture 7">
            <a:extLst>
              <a:ext uri="{FF2B5EF4-FFF2-40B4-BE49-F238E27FC236}">
                <a16:creationId xmlns:a16="http://schemas.microsoft.com/office/drawing/2014/main" id="{8E17D27D-90C4-64ED-F8F9-508920BB1795}"/>
              </a:ext>
            </a:extLst>
          </p:cNvPr>
          <p:cNvPicPr>
            <a:picLocks noChangeAspect="1"/>
          </p:cNvPicPr>
          <p:nvPr/>
        </p:nvPicPr>
        <p:blipFill>
          <a:blip r:embed="rId8"/>
          <a:stretch>
            <a:fillRect/>
          </a:stretch>
        </p:blipFill>
        <p:spPr>
          <a:xfrm>
            <a:off x="437481" y="1724802"/>
            <a:ext cx="5692878" cy="4021674"/>
          </a:xfrm>
          <a:prstGeom prst="rect">
            <a:avLst/>
          </a:prstGeom>
          <a:ln>
            <a:noFill/>
          </a:ln>
          <a:effectLst>
            <a:softEdge rad="112500"/>
          </a:effectLst>
        </p:spPr>
      </p:pic>
      <p:graphicFrame>
        <p:nvGraphicFramePr>
          <p:cNvPr id="2" name="Table 1">
            <a:extLst>
              <a:ext uri="{FF2B5EF4-FFF2-40B4-BE49-F238E27FC236}">
                <a16:creationId xmlns:a16="http://schemas.microsoft.com/office/drawing/2014/main" id="{AC9A5841-FEB7-30FF-56BB-6F5A03B3279E}"/>
              </a:ext>
            </a:extLst>
          </p:cNvPr>
          <p:cNvGraphicFramePr>
            <a:graphicFrameLocks noGrp="1"/>
          </p:cNvGraphicFramePr>
          <p:nvPr>
            <p:extLst>
              <p:ext uri="{D42A27DB-BD31-4B8C-83A1-F6EECF244321}">
                <p14:modId xmlns:p14="http://schemas.microsoft.com/office/powerpoint/2010/main" val="676264860"/>
              </p:ext>
            </p:extLst>
          </p:nvPr>
        </p:nvGraphicFramePr>
        <p:xfrm>
          <a:off x="403120" y="695268"/>
          <a:ext cx="11603835" cy="936177"/>
        </p:xfrm>
        <a:graphic>
          <a:graphicData uri="http://schemas.openxmlformats.org/drawingml/2006/table">
            <a:tbl>
              <a:tblPr firstRow="1" bandRow="1">
                <a:tableStyleId>{5C22544A-7EE6-4342-B048-85BDC9FD1C3A}</a:tableStyleId>
              </a:tblPr>
              <a:tblGrid>
                <a:gridCol w="2054345">
                  <a:extLst>
                    <a:ext uri="{9D8B030D-6E8A-4147-A177-3AD203B41FA5}">
                      <a16:colId xmlns:a16="http://schemas.microsoft.com/office/drawing/2014/main" val="721424109"/>
                    </a:ext>
                  </a:extLst>
                </a:gridCol>
                <a:gridCol w="1834813">
                  <a:extLst>
                    <a:ext uri="{9D8B030D-6E8A-4147-A177-3AD203B41FA5}">
                      <a16:colId xmlns:a16="http://schemas.microsoft.com/office/drawing/2014/main" val="2531388981"/>
                    </a:ext>
                  </a:extLst>
                </a:gridCol>
                <a:gridCol w="2186824">
                  <a:extLst>
                    <a:ext uri="{9D8B030D-6E8A-4147-A177-3AD203B41FA5}">
                      <a16:colId xmlns:a16="http://schemas.microsoft.com/office/drawing/2014/main" val="271335996"/>
                    </a:ext>
                  </a:extLst>
                </a:gridCol>
                <a:gridCol w="1665411">
                  <a:extLst>
                    <a:ext uri="{9D8B030D-6E8A-4147-A177-3AD203B41FA5}">
                      <a16:colId xmlns:a16="http://schemas.microsoft.com/office/drawing/2014/main" val="2612014367"/>
                    </a:ext>
                  </a:extLst>
                </a:gridCol>
                <a:gridCol w="1415420">
                  <a:extLst>
                    <a:ext uri="{9D8B030D-6E8A-4147-A177-3AD203B41FA5}">
                      <a16:colId xmlns:a16="http://schemas.microsoft.com/office/drawing/2014/main" val="3743440447"/>
                    </a:ext>
                  </a:extLst>
                </a:gridCol>
                <a:gridCol w="2447022">
                  <a:extLst>
                    <a:ext uri="{9D8B030D-6E8A-4147-A177-3AD203B41FA5}">
                      <a16:colId xmlns:a16="http://schemas.microsoft.com/office/drawing/2014/main" val="2635455845"/>
                    </a:ext>
                  </a:extLst>
                </a:gridCol>
              </a:tblGrid>
              <a:tr h="492786">
                <a:tc>
                  <a:txBody>
                    <a:bodyPr/>
                    <a:lstStyle/>
                    <a:p>
                      <a:pPr algn="ctr" fontAlgn="ctr"/>
                      <a:r>
                        <a:rPr lang="en-IN" sz="1600" b="1" u="none" strike="noStrike" dirty="0">
                          <a:solidFill>
                            <a:schemeClr val="bg1"/>
                          </a:solidFill>
                          <a:effectLst/>
                        </a:rPr>
                        <a:t>Total Points</a:t>
                      </a:r>
                      <a:endParaRPr lang="en-IN" sz="1600" b="1" i="0" u="none" strike="noStrike" dirty="0">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Uploaded</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 Progress</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Executed Qty</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Surveyed</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 Surveying Progress </a:t>
                      </a:r>
                      <a:r>
                        <a:rPr lang="en-IN" sz="1600" b="1" u="none" strike="noStrike" err="1">
                          <a:solidFill>
                            <a:schemeClr val="bg1"/>
                          </a:solidFill>
                          <a:effectLst/>
                        </a:rPr>
                        <a:t>wrt</a:t>
                      </a:r>
                      <a:r>
                        <a:rPr lang="en-IN" sz="1600" b="1" u="none" strike="noStrike">
                          <a:solidFill>
                            <a:schemeClr val="bg1"/>
                          </a:solidFill>
                          <a:effectLst/>
                        </a:rPr>
                        <a:t>  Execution</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extLst>
                  <a:ext uri="{0D108BD9-81ED-4DB2-BD59-A6C34878D82A}">
                    <a16:rowId xmlns:a16="http://schemas.microsoft.com/office/drawing/2014/main" val="3740543655"/>
                  </a:ext>
                </a:extLst>
              </a:tr>
              <a:tr h="443391">
                <a:tc>
                  <a:txBody>
                    <a:bodyPr/>
                    <a:lstStyle/>
                    <a:p>
                      <a:pPr algn="ctr" fontAlgn="ctr"/>
                      <a:r>
                        <a:rPr lang="en-IN" sz="1600" b="1" u="none" strike="noStrike" kern="1200" dirty="0">
                          <a:solidFill>
                            <a:schemeClr val="dk1"/>
                          </a:solidFill>
                          <a:effectLst/>
                          <a:latin typeface="+mn-lt"/>
                          <a:ea typeface="+mn-ea"/>
                          <a:cs typeface="+mn-cs"/>
                        </a:rPr>
                        <a:t>12,428</a:t>
                      </a:r>
                    </a:p>
                  </a:txBody>
                  <a:tcPr marL="6350" marR="6350" marT="6350" marB="0" anchor="ctr"/>
                </a:tc>
                <a:tc>
                  <a:txBody>
                    <a:bodyPr/>
                    <a:lstStyle/>
                    <a:p>
                      <a:pPr algn="ctr" fontAlgn="ctr"/>
                      <a:r>
                        <a:rPr lang="en-IN" sz="1600" b="1" u="none" strike="noStrike" kern="1200">
                          <a:solidFill>
                            <a:schemeClr val="dk1"/>
                          </a:solidFill>
                          <a:effectLst/>
                          <a:latin typeface="+mn-lt"/>
                          <a:ea typeface="+mn-ea"/>
                          <a:cs typeface="+mn-cs"/>
                        </a:rPr>
                        <a:t>11,448</a:t>
                      </a:r>
                    </a:p>
                  </a:txBody>
                  <a:tcPr marL="6350" marR="6350" marT="6350" marB="0" anchor="ctr"/>
                </a:tc>
                <a:tc>
                  <a:txBody>
                    <a:bodyPr/>
                    <a:lstStyle/>
                    <a:p>
                      <a:pPr algn="ctr" fontAlgn="ctr"/>
                      <a:r>
                        <a:rPr lang="en-IN" sz="1600" b="1" u="none" strike="noStrike" kern="1200">
                          <a:solidFill>
                            <a:schemeClr val="dk1"/>
                          </a:solidFill>
                          <a:effectLst/>
                          <a:latin typeface="+mn-lt"/>
                          <a:ea typeface="+mn-ea"/>
                          <a:cs typeface="+mn-cs"/>
                        </a:rPr>
                        <a:t>92s%</a:t>
                      </a:r>
                    </a:p>
                  </a:txBody>
                  <a:tcPr marL="6350" marR="6350" marT="6350" marB="0" anchor="ctr"/>
                </a:tc>
                <a:tc>
                  <a:txBody>
                    <a:bodyPr/>
                    <a:lstStyle/>
                    <a:p>
                      <a:pPr algn="ctr" fontAlgn="ctr"/>
                      <a:r>
                        <a:rPr lang="en-IN" sz="1600" b="1" u="none" strike="noStrike" kern="1200">
                          <a:solidFill>
                            <a:schemeClr val="dk1"/>
                          </a:solidFill>
                          <a:effectLst/>
                          <a:latin typeface="+mn-lt"/>
                          <a:ea typeface="+mn-ea"/>
                          <a:cs typeface="+mn-cs"/>
                        </a:rPr>
                        <a:t>12,772</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12,220</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95%</a:t>
                      </a:r>
                    </a:p>
                  </a:txBody>
                  <a:tcPr marL="6350" marR="6350" marT="6350" marB="0" anchor="ctr"/>
                </a:tc>
                <a:extLst>
                  <a:ext uri="{0D108BD9-81ED-4DB2-BD59-A6C34878D82A}">
                    <a16:rowId xmlns:a16="http://schemas.microsoft.com/office/drawing/2014/main" val="3140503952"/>
                  </a:ext>
                </a:extLst>
              </a:tr>
            </a:tbl>
          </a:graphicData>
        </a:graphic>
      </p:graphicFrame>
      <p:sp>
        <p:nvSpPr>
          <p:cNvPr id="5" name="Rectangle: Rounded Corners 4">
            <a:hlinkClick r:id="" action="ppaction://noaction"/>
            <a:extLst>
              <a:ext uri="{FF2B5EF4-FFF2-40B4-BE49-F238E27FC236}">
                <a16:creationId xmlns:a16="http://schemas.microsoft.com/office/drawing/2014/main" id="{347970E9-482B-4E43-833F-84BA8C166588}"/>
              </a:ext>
            </a:extLst>
          </p:cNvPr>
          <p:cNvSpPr/>
          <p:nvPr/>
        </p:nvSpPr>
        <p:spPr>
          <a:xfrm>
            <a:off x="10910703" y="-3194"/>
            <a:ext cx="1240635" cy="5775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Details as on 24.11.25</a:t>
            </a:r>
          </a:p>
        </p:txBody>
      </p:sp>
      <p:pic>
        <p:nvPicPr>
          <p:cNvPr id="11" name="Picture 10" descr="A screenshot of a map&#10;&#10;AI-generated content may be incorrect.">
            <a:extLst>
              <a:ext uri="{FF2B5EF4-FFF2-40B4-BE49-F238E27FC236}">
                <a16:creationId xmlns:a16="http://schemas.microsoft.com/office/drawing/2014/main" id="{B9A604CD-B374-E90E-239D-9C7A484F5337}"/>
              </a:ext>
            </a:extLst>
          </p:cNvPr>
          <p:cNvPicPr>
            <a:picLocks noChangeAspect="1"/>
          </p:cNvPicPr>
          <p:nvPr/>
        </p:nvPicPr>
        <p:blipFill>
          <a:blip r:embed="rId9" cstate="email">
            <a:extLst>
              <a:ext uri="{28A0092B-C50C-407E-A947-70E740481C1C}">
                <a14:useLocalDpi xmlns:a14="http://schemas.microsoft.com/office/drawing/2010/main"/>
              </a:ext>
            </a:extLst>
          </a:blip>
          <a:srcRect/>
          <a:stretch>
            <a:fillRect/>
          </a:stretch>
        </p:blipFill>
        <p:spPr>
          <a:xfrm>
            <a:off x="6095996" y="1785657"/>
            <a:ext cx="6096004" cy="4021674"/>
          </a:xfrm>
          <a:prstGeom prst="rect">
            <a:avLst/>
          </a:prstGeom>
        </p:spPr>
      </p:pic>
    </p:spTree>
    <p:extLst>
      <p:ext uri="{BB962C8B-B14F-4D97-AF65-F5344CB8AC3E}">
        <p14:creationId xmlns:p14="http://schemas.microsoft.com/office/powerpoint/2010/main" val="128607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88900" y="977774"/>
            <a:ext cx="11950700" cy="5727826"/>
          </a:xfrm>
          <a:prstGeom prst="rect">
            <a:avLst/>
          </a:prstGeom>
        </p:spPr>
      </p:pic>
      <p:sp>
        <p:nvSpPr>
          <p:cNvPr id="4" name="Rectangle 5">
            <a:extLst>
              <a:ext uri="{FF2B5EF4-FFF2-40B4-BE49-F238E27FC236}">
                <a16:creationId xmlns:a16="http://schemas.microsoft.com/office/drawing/2014/main" id="{20231A35-AF74-4AE0-EFB0-6746015A619B}"/>
              </a:ext>
            </a:extLst>
          </p:cNvPr>
          <p:cNvSpPr>
            <a:spLocks noChangeArrowheads="1"/>
          </p:cNvSpPr>
          <p:nvPr/>
        </p:nvSpPr>
        <p:spPr bwMode="auto">
          <a:xfrm>
            <a:off x="0" y="-3"/>
            <a:ext cx="12192000" cy="892552"/>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3200" b="1" dirty="0" err="1">
                <a:latin typeface="+mn-lt"/>
                <a:ea typeface="+mn-ea"/>
                <a:cs typeface="Arial" panose="020B0604020202020204" pitchFamily="34" charset="0"/>
              </a:rPr>
              <a:t>Jal</a:t>
            </a:r>
            <a:r>
              <a:rPr lang="en-US" sz="3200" b="1" dirty="0">
                <a:latin typeface="+mn-lt"/>
                <a:ea typeface="+mn-ea"/>
                <a:cs typeface="Arial" panose="020B0604020202020204" pitchFamily="34" charset="0"/>
              </a:rPr>
              <a:t> </a:t>
            </a:r>
            <a:r>
              <a:rPr lang="en-US" sz="3200" b="1" dirty="0" err="1">
                <a:latin typeface="+mn-lt"/>
                <a:ea typeface="+mn-ea"/>
                <a:cs typeface="Arial" panose="020B0604020202020204" pitchFamily="34" charset="0"/>
              </a:rPr>
              <a:t>Rekha</a:t>
            </a:r>
            <a:r>
              <a:rPr lang="en-US" sz="3200" b="1" dirty="0">
                <a:latin typeface="+mn-lt"/>
                <a:ea typeface="+mn-ea"/>
                <a:cs typeface="Arial" panose="020B0604020202020204" pitchFamily="34" charset="0"/>
              </a:rPr>
              <a:t> Portal</a:t>
            </a:r>
          </a:p>
          <a:p>
            <a:pPr algn="ctr"/>
            <a:r>
              <a:rPr lang="en-IN" sz="2000" b="1" dirty="0">
                <a:solidFill>
                  <a:srgbClr val="00B0F0"/>
                </a:solidFill>
                <a:latin typeface="+mn-lt"/>
              </a:rPr>
              <a:t>https://jalrekha.mp.gov.in/jalrekha/</a:t>
            </a:r>
          </a:p>
        </p:txBody>
      </p:sp>
    </p:spTree>
    <p:extLst>
      <p:ext uri="{BB962C8B-B14F-4D97-AF65-F5344CB8AC3E}">
        <p14:creationId xmlns:p14="http://schemas.microsoft.com/office/powerpoint/2010/main" val="322153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Asset Mapping &amp; Management (GIS-based Modules)</a:t>
            </a:r>
          </a:p>
        </p:txBody>
      </p:sp>
      <p:sp>
        <p:nvSpPr>
          <p:cNvPr id="7" name="Rectangle 4">
            <a:extLst>
              <a:ext uri="{FF2B5EF4-FFF2-40B4-BE49-F238E27FC236}">
                <a16:creationId xmlns:a16="http://schemas.microsoft.com/office/drawing/2014/main"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Content Placeholder 8">
            <a:extLst>
              <a:ext uri="{FF2B5EF4-FFF2-40B4-BE49-F238E27FC236}">
                <a16:creationId xmlns:a16="http://schemas.microsoft.com/office/drawing/2014/main" id="{91FD099D-90EE-D712-75A2-969838CB0943}"/>
              </a:ext>
            </a:extLst>
          </p:cNvPr>
          <p:cNvSpPr>
            <a:spLocks noGrp="1"/>
          </p:cNvSpPr>
          <p:nvPr>
            <p:ph idx="1"/>
          </p:nvPr>
        </p:nvSpPr>
        <p:spPr>
          <a:xfrm>
            <a:off x="352424" y="3309257"/>
            <a:ext cx="11483405" cy="3286384"/>
          </a:xfrm>
        </p:spPr>
        <p:txBody>
          <a:bodyPr anchor="ctr">
            <a:normAutofit/>
          </a:bodyPr>
          <a:lstStyle/>
          <a:p>
            <a:pPr marL="457200" indent="-457200" algn="just">
              <a:lnSpc>
                <a:spcPct val="150000"/>
              </a:lnSpc>
              <a:spcBef>
                <a:spcPts val="0"/>
              </a:spcBef>
              <a:spcAft>
                <a:spcPts val="1800"/>
              </a:spcAft>
              <a:buAutoNum type="arabicPeriod"/>
            </a:pPr>
            <a:r>
              <a:rPr lang="en-IN" sz="2000" b="1">
                <a:latin typeface="Calibri" panose="020F0502020204030204" pitchFamily="34" charset="0"/>
                <a:cs typeface="Calibri" panose="020F0502020204030204" pitchFamily="34" charset="0"/>
              </a:rPr>
              <a:t>Design and Drawing: </a:t>
            </a:r>
            <a:r>
              <a:rPr lang="en-IN" sz="2000">
                <a:latin typeface="Calibri" panose="020F0502020204030204" pitchFamily="34" charset="0"/>
                <a:cs typeface="Calibri" panose="020F0502020204030204" pitchFamily="34" charset="0"/>
              </a:rPr>
              <a:t>All approved components of the schemes viz. Intake Well, WTP, Pipelines, and OHTs are being mapped to the GIS-based portal of Jal Rekha. </a:t>
            </a:r>
          </a:p>
          <a:p>
            <a:pPr marL="457200" indent="-457200" algn="just">
              <a:lnSpc>
                <a:spcPct val="150000"/>
              </a:lnSpc>
              <a:spcBef>
                <a:spcPts val="0"/>
              </a:spcBef>
              <a:spcAft>
                <a:spcPts val="1800"/>
              </a:spcAft>
              <a:buAutoNum type="arabicPeriod"/>
            </a:pPr>
            <a:r>
              <a:rPr lang="en-IN" sz="2000" b="1">
                <a:latin typeface="Calibri" panose="020F0502020204030204" pitchFamily="34" charset="0"/>
                <a:cs typeface="Calibri" panose="020F0502020204030204" pitchFamily="34" charset="0"/>
              </a:rPr>
              <a:t>Field Survey Data: </a:t>
            </a:r>
            <a:r>
              <a:rPr lang="en-IN" sz="2000">
                <a:latin typeface="Calibri" panose="020F0502020204030204" pitchFamily="34" charset="0"/>
                <a:cs typeface="Calibri" panose="020F0502020204030204" pitchFamily="34" charset="0"/>
              </a:rPr>
              <a:t>The geotagged location and photo of the component are being uploaded on the mobile app by the field officers, which shows the actual location of the component. </a:t>
            </a:r>
          </a:p>
          <a:p>
            <a:pPr marL="457200" indent="-457200" algn="just">
              <a:lnSpc>
                <a:spcPct val="150000"/>
              </a:lnSpc>
              <a:spcBef>
                <a:spcPts val="0"/>
              </a:spcBef>
              <a:spcAft>
                <a:spcPts val="1800"/>
              </a:spcAft>
              <a:buAutoNum type="arabicPeriod"/>
            </a:pPr>
            <a:r>
              <a:rPr lang="en-IN" sz="2000" b="1">
                <a:latin typeface="Calibri" panose="020F0502020204030204" pitchFamily="34" charset="0"/>
                <a:cs typeface="Calibri" panose="020F0502020204030204" pitchFamily="34" charset="0"/>
              </a:rPr>
              <a:t>Data Visualization: </a:t>
            </a:r>
            <a:r>
              <a:rPr lang="en-IN" sz="2000">
                <a:latin typeface="Calibri" panose="020F0502020204030204" pitchFamily="34" charset="0"/>
                <a:cs typeface="Calibri" panose="020F0502020204030204" pitchFamily="34" charset="0"/>
              </a:rPr>
              <a:t>Visualize approved design &amp; drawing and updated as-built data on the map.</a:t>
            </a:r>
            <a:endParaRPr lang="en-US" sz="200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17399F1D-F68F-D96C-6864-BCEC173B391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6428" y="735146"/>
            <a:ext cx="5040000" cy="28349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18E5CA89-5507-F084-F4C0-0895E8D04860}"/>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6179003" y="833119"/>
            <a:ext cx="5040000" cy="27110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68359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24</a:t>
            </a:fld>
            <a:endParaRPr lang="en-US"/>
          </a:p>
        </p:txBody>
      </p:sp>
      <p:pic>
        <p:nvPicPr>
          <p:cNvPr id="2" name="Picture 1"/>
          <p:cNvPicPr>
            <a:picLocks noChangeAspect="1"/>
          </p:cNvPicPr>
          <p:nvPr/>
        </p:nvPicPr>
        <p:blipFill rotWithShape="1">
          <a:blip r:embed="rId3"/>
          <a:srcRect r="11500" b="13315"/>
          <a:stretch/>
        </p:blipFill>
        <p:spPr>
          <a:xfrm>
            <a:off x="213360" y="-318"/>
            <a:ext cx="11719560" cy="6675120"/>
          </a:xfrm>
          <a:prstGeom prst="rect">
            <a:avLst/>
          </a:prstGeom>
        </p:spPr>
      </p:pic>
      <p:sp>
        <p:nvSpPr>
          <p:cNvPr id="3" name="TextBox 2"/>
          <p:cNvSpPr txBox="1"/>
          <p:nvPr/>
        </p:nvSpPr>
        <p:spPr>
          <a:xfrm>
            <a:off x="4597971" y="137160"/>
            <a:ext cx="3737305" cy="646331"/>
          </a:xfrm>
          <a:prstGeom prst="rect">
            <a:avLst/>
          </a:prstGeom>
          <a:noFill/>
        </p:spPr>
        <p:txBody>
          <a:bodyPr wrap="none" rtlCol="0">
            <a:spAutoFit/>
          </a:bodyPr>
          <a:lstStyle/>
          <a:p>
            <a:r>
              <a:rPr lang="en-US" sz="3600" b="1" dirty="0">
                <a:solidFill>
                  <a:srgbClr val="00B0F0"/>
                </a:solidFill>
              </a:rPr>
              <a:t>User Management</a:t>
            </a:r>
          </a:p>
        </p:txBody>
      </p:sp>
    </p:spTree>
    <p:extLst>
      <p:ext uri="{BB962C8B-B14F-4D97-AF65-F5344CB8AC3E}">
        <p14:creationId xmlns:p14="http://schemas.microsoft.com/office/powerpoint/2010/main" val="16119832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25</a:t>
            </a:fld>
            <a:endParaRPr lang="en-US"/>
          </a:p>
        </p:txBody>
      </p:sp>
      <p:pic>
        <p:nvPicPr>
          <p:cNvPr id="2" name="Picture 1"/>
          <p:cNvPicPr>
            <a:picLocks noChangeAspect="1"/>
          </p:cNvPicPr>
          <p:nvPr/>
        </p:nvPicPr>
        <p:blipFill rotWithShape="1">
          <a:blip r:embed="rId3"/>
          <a:srcRect l="1406" t="12815" b="10742"/>
          <a:stretch/>
        </p:blipFill>
        <p:spPr>
          <a:xfrm>
            <a:off x="304800" y="137160"/>
            <a:ext cx="11750040" cy="6477000"/>
          </a:xfrm>
          <a:prstGeom prst="rect">
            <a:avLst/>
          </a:prstGeom>
        </p:spPr>
      </p:pic>
      <p:sp>
        <p:nvSpPr>
          <p:cNvPr id="5" name="TextBox 4"/>
          <p:cNvSpPr txBox="1"/>
          <p:nvPr/>
        </p:nvSpPr>
        <p:spPr>
          <a:xfrm>
            <a:off x="4597971" y="137160"/>
            <a:ext cx="4543488" cy="646331"/>
          </a:xfrm>
          <a:prstGeom prst="rect">
            <a:avLst/>
          </a:prstGeom>
          <a:noFill/>
        </p:spPr>
        <p:txBody>
          <a:bodyPr wrap="none" rtlCol="0">
            <a:spAutoFit/>
          </a:bodyPr>
          <a:lstStyle/>
          <a:p>
            <a:r>
              <a:rPr lang="en-US" sz="3600" b="1" dirty="0">
                <a:solidFill>
                  <a:srgbClr val="FF0000"/>
                </a:solidFill>
              </a:rPr>
              <a:t>Scheme Village Master</a:t>
            </a:r>
          </a:p>
        </p:txBody>
      </p:sp>
    </p:spTree>
    <p:extLst>
      <p:ext uri="{BB962C8B-B14F-4D97-AF65-F5344CB8AC3E}">
        <p14:creationId xmlns:p14="http://schemas.microsoft.com/office/powerpoint/2010/main" val="17383280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26</a:t>
            </a:fld>
            <a:endParaRPr lang="en-US"/>
          </a:p>
        </p:txBody>
      </p:sp>
      <p:pic>
        <p:nvPicPr>
          <p:cNvPr id="2" name="Picture 1"/>
          <p:cNvPicPr>
            <a:picLocks noChangeAspect="1"/>
          </p:cNvPicPr>
          <p:nvPr/>
        </p:nvPicPr>
        <p:blipFill rotWithShape="1">
          <a:blip r:embed="rId3"/>
          <a:srcRect t="10001" b="5703"/>
          <a:stretch/>
        </p:blipFill>
        <p:spPr>
          <a:xfrm>
            <a:off x="106680" y="121920"/>
            <a:ext cx="11932920" cy="6492240"/>
          </a:xfrm>
          <a:prstGeom prst="rect">
            <a:avLst/>
          </a:prstGeom>
        </p:spPr>
      </p:pic>
    </p:spTree>
    <p:extLst>
      <p:ext uri="{BB962C8B-B14F-4D97-AF65-F5344CB8AC3E}">
        <p14:creationId xmlns:p14="http://schemas.microsoft.com/office/powerpoint/2010/main" val="2881843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27</a:t>
            </a:fld>
            <a:endParaRPr lang="en-US"/>
          </a:p>
        </p:txBody>
      </p:sp>
      <p:pic>
        <p:nvPicPr>
          <p:cNvPr id="2" name="Picture 1"/>
          <p:cNvPicPr>
            <a:picLocks noChangeAspect="1"/>
          </p:cNvPicPr>
          <p:nvPr/>
        </p:nvPicPr>
        <p:blipFill rotWithShape="1">
          <a:blip r:embed="rId3"/>
          <a:srcRect t="10890" r="1000" b="6592"/>
          <a:stretch/>
        </p:blipFill>
        <p:spPr>
          <a:xfrm>
            <a:off x="152400" y="152399"/>
            <a:ext cx="12039600" cy="6553201"/>
          </a:xfrm>
          <a:prstGeom prst="rect">
            <a:avLst/>
          </a:prstGeom>
        </p:spPr>
      </p:pic>
      <p:sp>
        <p:nvSpPr>
          <p:cNvPr id="5" name="TextBox 4"/>
          <p:cNvSpPr txBox="1"/>
          <p:nvPr/>
        </p:nvSpPr>
        <p:spPr>
          <a:xfrm>
            <a:off x="4733961" y="634"/>
            <a:ext cx="3876639" cy="646331"/>
          </a:xfrm>
          <a:prstGeom prst="rect">
            <a:avLst/>
          </a:prstGeom>
          <a:noFill/>
        </p:spPr>
        <p:txBody>
          <a:bodyPr wrap="none" rtlCol="0">
            <a:spAutoFit/>
          </a:bodyPr>
          <a:lstStyle/>
          <a:p>
            <a:pPr algn="ctr"/>
            <a:r>
              <a:rPr lang="en-US" sz="3600" b="1" dirty="0">
                <a:solidFill>
                  <a:srgbClr val="7B1D20"/>
                </a:solidFill>
              </a:rPr>
              <a:t>OHT Village Master</a:t>
            </a:r>
          </a:p>
        </p:txBody>
      </p:sp>
    </p:spTree>
    <p:extLst>
      <p:ext uri="{BB962C8B-B14F-4D97-AF65-F5344CB8AC3E}">
        <p14:creationId xmlns:p14="http://schemas.microsoft.com/office/powerpoint/2010/main" val="1387849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28</a:t>
            </a:fld>
            <a:endParaRPr lang="en-US"/>
          </a:p>
        </p:txBody>
      </p:sp>
      <p:pic>
        <p:nvPicPr>
          <p:cNvPr id="2" name="Picture 1"/>
          <p:cNvPicPr>
            <a:picLocks noChangeAspect="1"/>
          </p:cNvPicPr>
          <p:nvPr/>
        </p:nvPicPr>
        <p:blipFill rotWithShape="1">
          <a:blip r:embed="rId3"/>
          <a:srcRect t="15482" b="7926"/>
          <a:stretch/>
        </p:blipFill>
        <p:spPr>
          <a:xfrm>
            <a:off x="243840" y="167640"/>
            <a:ext cx="11719560" cy="6537960"/>
          </a:xfrm>
          <a:prstGeom prst="rect">
            <a:avLst/>
          </a:prstGeom>
        </p:spPr>
      </p:pic>
    </p:spTree>
    <p:extLst>
      <p:ext uri="{BB962C8B-B14F-4D97-AF65-F5344CB8AC3E}">
        <p14:creationId xmlns:p14="http://schemas.microsoft.com/office/powerpoint/2010/main" val="3192246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29</a:t>
            </a:fld>
            <a:endParaRPr lang="en-US"/>
          </a:p>
        </p:txBody>
      </p:sp>
      <p:pic>
        <p:nvPicPr>
          <p:cNvPr id="3" name="Picture 2"/>
          <p:cNvPicPr>
            <a:picLocks noChangeAspect="1"/>
          </p:cNvPicPr>
          <p:nvPr/>
        </p:nvPicPr>
        <p:blipFill rotWithShape="1">
          <a:blip r:embed="rId3"/>
          <a:srcRect l="1750" r="2750"/>
          <a:stretch/>
        </p:blipFill>
        <p:spPr>
          <a:xfrm>
            <a:off x="152400" y="106680"/>
            <a:ext cx="11871960" cy="6553200"/>
          </a:xfrm>
          <a:prstGeom prst="rect">
            <a:avLst/>
          </a:prstGeom>
        </p:spPr>
      </p:pic>
      <p:sp>
        <p:nvSpPr>
          <p:cNvPr id="5" name="TextBox 4"/>
          <p:cNvSpPr txBox="1"/>
          <p:nvPr/>
        </p:nvSpPr>
        <p:spPr>
          <a:xfrm>
            <a:off x="4430417" y="5789126"/>
            <a:ext cx="4180183" cy="646331"/>
          </a:xfrm>
          <a:prstGeom prst="rect">
            <a:avLst/>
          </a:prstGeom>
          <a:noFill/>
        </p:spPr>
        <p:txBody>
          <a:bodyPr wrap="none" rtlCol="0">
            <a:spAutoFit/>
          </a:bodyPr>
          <a:lstStyle/>
          <a:p>
            <a:pPr algn="ctr"/>
            <a:r>
              <a:rPr lang="en-US" sz="3600" b="1" dirty="0">
                <a:solidFill>
                  <a:srgbClr val="FFFF00"/>
                </a:solidFill>
              </a:rPr>
              <a:t>WTP Meter Mapping</a:t>
            </a:r>
          </a:p>
        </p:txBody>
      </p:sp>
    </p:spTree>
    <p:extLst>
      <p:ext uri="{BB962C8B-B14F-4D97-AF65-F5344CB8AC3E}">
        <p14:creationId xmlns:p14="http://schemas.microsoft.com/office/powerpoint/2010/main" val="2387663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30</a:t>
            </a:fld>
            <a:endParaRPr lang="en-US"/>
          </a:p>
        </p:txBody>
      </p:sp>
      <p:pic>
        <p:nvPicPr>
          <p:cNvPr id="2" name="Picture 1"/>
          <p:cNvPicPr>
            <a:picLocks noChangeAspect="1"/>
          </p:cNvPicPr>
          <p:nvPr/>
        </p:nvPicPr>
        <p:blipFill rotWithShape="1">
          <a:blip r:embed="rId3"/>
          <a:srcRect l="1000" r="2750" b="30444"/>
          <a:stretch/>
        </p:blipFill>
        <p:spPr>
          <a:xfrm>
            <a:off x="121920" y="152400"/>
            <a:ext cx="11932920" cy="6522402"/>
          </a:xfrm>
          <a:prstGeom prst="rect">
            <a:avLst/>
          </a:prstGeom>
        </p:spPr>
      </p:pic>
      <p:sp>
        <p:nvSpPr>
          <p:cNvPr id="5" name="TextBox 4"/>
          <p:cNvSpPr txBox="1"/>
          <p:nvPr/>
        </p:nvSpPr>
        <p:spPr>
          <a:xfrm>
            <a:off x="4980589" y="152400"/>
            <a:ext cx="3384645" cy="646331"/>
          </a:xfrm>
          <a:prstGeom prst="rect">
            <a:avLst/>
          </a:prstGeom>
          <a:noFill/>
        </p:spPr>
        <p:txBody>
          <a:bodyPr wrap="none" rtlCol="0">
            <a:spAutoFit/>
          </a:bodyPr>
          <a:lstStyle/>
          <a:p>
            <a:pPr algn="ctr"/>
            <a:r>
              <a:rPr lang="en-US" sz="3600" b="1" dirty="0">
                <a:solidFill>
                  <a:srgbClr val="4349C3"/>
                </a:solidFill>
              </a:rPr>
              <a:t>Pipe Line Master</a:t>
            </a:r>
          </a:p>
        </p:txBody>
      </p:sp>
    </p:spTree>
    <p:extLst>
      <p:ext uri="{BB962C8B-B14F-4D97-AF65-F5344CB8AC3E}">
        <p14:creationId xmlns:p14="http://schemas.microsoft.com/office/powerpoint/2010/main" val="2669189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31</a:t>
            </a:fld>
            <a:endParaRPr lang="en-US"/>
          </a:p>
        </p:txBody>
      </p:sp>
      <p:pic>
        <p:nvPicPr>
          <p:cNvPr id="2" name="Picture 1"/>
          <p:cNvPicPr>
            <a:picLocks noChangeAspect="1"/>
          </p:cNvPicPr>
          <p:nvPr/>
        </p:nvPicPr>
        <p:blipFill rotWithShape="1">
          <a:blip r:embed="rId3"/>
          <a:srcRect l="1583" r="3250"/>
          <a:stretch/>
        </p:blipFill>
        <p:spPr>
          <a:xfrm>
            <a:off x="198120" y="244159"/>
            <a:ext cx="11871960" cy="6430962"/>
          </a:xfrm>
          <a:prstGeom prst="rect">
            <a:avLst/>
          </a:prstGeom>
        </p:spPr>
      </p:pic>
    </p:spTree>
    <p:extLst>
      <p:ext uri="{BB962C8B-B14F-4D97-AF65-F5344CB8AC3E}">
        <p14:creationId xmlns:p14="http://schemas.microsoft.com/office/powerpoint/2010/main" val="18869205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44673D2-E190-DA45-0DFF-E417291A1106}"/>
              </a:ext>
            </a:extLst>
          </p:cNvPr>
          <p:cNvSpPr txBox="1">
            <a:spLocks/>
          </p:cNvSpPr>
          <p:nvPr/>
        </p:nvSpPr>
        <p:spPr>
          <a:xfrm>
            <a:off x="284251" y="2471202"/>
            <a:ext cx="4766720" cy="3750067"/>
          </a:xfrm>
          <a:prstGeom prst="rect">
            <a:avLst/>
          </a:prstGeom>
        </p:spPr>
        <p:txBody>
          <a:bodyPr vert="horz" lIns="91440" tIns="45720" rIns="91440" bIns="45720"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Aft>
                <a:spcPts val="600"/>
              </a:spcAft>
            </a:pPr>
            <a:r>
              <a:rPr lang="en-US" sz="2400" b="1">
                <a:latin typeface="+mn-lt"/>
                <a:ea typeface="+mn-ea"/>
                <a:cs typeface="+mn-cs"/>
              </a:rPr>
              <a:t>Depth and Alignment checking</a:t>
            </a:r>
          </a:p>
          <a:p>
            <a:pPr>
              <a:lnSpc>
                <a:spcPct val="150000"/>
              </a:lnSpc>
              <a:spcAft>
                <a:spcPts val="600"/>
              </a:spcAft>
            </a:pPr>
            <a:r>
              <a:rPr lang="en-US" sz="2400" b="1">
                <a:latin typeface="+mn-lt"/>
                <a:ea typeface="+mn-ea"/>
                <a:cs typeface="+mn-cs"/>
              </a:rPr>
              <a:t>Component: </a:t>
            </a:r>
            <a:r>
              <a:rPr lang="en-US" sz="2400">
                <a:latin typeface="+mn-lt"/>
                <a:ea typeface="+mn-ea"/>
                <a:cs typeface="+mn-cs"/>
              </a:rPr>
              <a:t>CWGM</a:t>
            </a:r>
          </a:p>
          <a:p>
            <a:pPr>
              <a:lnSpc>
                <a:spcPct val="150000"/>
              </a:lnSpc>
              <a:spcAft>
                <a:spcPts val="600"/>
              </a:spcAft>
            </a:pPr>
            <a:r>
              <a:rPr lang="en-US" sz="2400" b="1">
                <a:latin typeface="+mn-lt"/>
                <a:ea typeface="+mn-ea"/>
                <a:cs typeface="+mn-cs"/>
              </a:rPr>
              <a:t>MVS Name: </a:t>
            </a:r>
            <a:r>
              <a:rPr lang="en-US" sz="2400">
                <a:latin typeface="+mn-lt"/>
                <a:ea typeface="+mn-ea"/>
                <a:cs typeface="+mn-cs"/>
              </a:rPr>
              <a:t>Tamas MVS</a:t>
            </a:r>
          </a:p>
          <a:p>
            <a:pPr>
              <a:lnSpc>
                <a:spcPct val="150000"/>
              </a:lnSpc>
              <a:spcAft>
                <a:spcPts val="600"/>
              </a:spcAft>
            </a:pPr>
            <a:r>
              <a:rPr lang="en-US" sz="2400" b="1">
                <a:latin typeface="+mn-lt"/>
                <a:ea typeface="+mn-ea"/>
                <a:cs typeface="+mn-cs"/>
              </a:rPr>
              <a:t>Inspection Date : </a:t>
            </a:r>
            <a:r>
              <a:rPr lang="en-US" sz="2400">
                <a:latin typeface="+mn-lt"/>
                <a:ea typeface="+mn-ea"/>
                <a:cs typeface="+mn-cs"/>
              </a:rPr>
              <a:t>30-01-2025</a:t>
            </a:r>
          </a:p>
          <a:p>
            <a:pPr>
              <a:lnSpc>
                <a:spcPct val="150000"/>
              </a:lnSpc>
              <a:spcAft>
                <a:spcPts val="600"/>
              </a:spcAft>
            </a:pPr>
            <a:r>
              <a:rPr lang="en-US" sz="2400" b="1">
                <a:latin typeface="+mn-lt"/>
                <a:ea typeface="+mn-ea"/>
                <a:cs typeface="+mn-cs"/>
              </a:rPr>
              <a:t>Status : </a:t>
            </a:r>
            <a:r>
              <a:rPr lang="en-US" sz="2400">
                <a:latin typeface="+mn-lt"/>
                <a:ea typeface="+mn-ea"/>
                <a:cs typeface="+mn-cs"/>
              </a:rPr>
              <a:t>Accepted</a:t>
            </a:r>
          </a:p>
          <a:p>
            <a:pPr indent="-228600">
              <a:spcAft>
                <a:spcPts val="600"/>
              </a:spcAft>
              <a:buFont typeface="Arial" panose="020B0604020202020204" pitchFamily="34" charset="0"/>
              <a:buChar char="•"/>
            </a:pPr>
            <a:endParaRPr lang="en-US" sz="1800">
              <a:latin typeface="+mn-lt"/>
              <a:ea typeface="+mn-ea"/>
              <a:cs typeface="+mn-cs"/>
            </a:endParaRPr>
          </a:p>
        </p:txBody>
      </p:sp>
      <p:sp>
        <p:nvSpPr>
          <p:cNvPr id="4" name="Title 1">
            <a:extLst>
              <a:ext uri="{FF2B5EF4-FFF2-40B4-BE49-F238E27FC236}">
                <a16:creationId xmlns:a16="http://schemas.microsoft.com/office/drawing/2014/main" id="{9FF3124D-FAB0-2789-4BEF-118393F7AE7B}"/>
              </a:ext>
            </a:extLst>
          </p:cNvPr>
          <p:cNvSpPr txBox="1">
            <a:spLocks/>
          </p:cNvSpPr>
          <p:nvPr/>
        </p:nvSpPr>
        <p:spPr>
          <a:xfrm>
            <a:off x="1" y="1"/>
            <a:ext cx="12191999" cy="683408"/>
          </a:xfrm>
          <a:prstGeom prst="rect">
            <a:avLst/>
          </a:prstGeom>
          <a:solidFill>
            <a:schemeClr val="accent1">
              <a:lumMod val="20000"/>
              <a:lumOff val="80000"/>
            </a:schemeClr>
          </a:solidFill>
        </p:spPr>
        <p:txBody>
          <a:bodyPr anchor="ctr" anchorCtr="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300" b="1" dirty="0">
                <a:latin typeface="+mn-lt"/>
                <a:ea typeface="+mn-ea"/>
                <a:cs typeface="Arial" panose="020B0604020202020204" pitchFamily="34" charset="0"/>
              </a:rPr>
              <a:t>Jal Rekha – RFI</a:t>
            </a:r>
            <a:endParaRPr lang="en-IN" sz="3300" b="1" dirty="0">
              <a:latin typeface="+mn-lt"/>
              <a:ea typeface="+mn-ea"/>
              <a:cs typeface="Arial" panose="020B0604020202020204" pitchFamily="34" charset="0"/>
            </a:endParaRPr>
          </a:p>
        </p:txBody>
      </p:sp>
      <p:pic>
        <p:nvPicPr>
          <p:cNvPr id="8" name="Picture 7">
            <a:extLst>
              <a:ext uri="{FF2B5EF4-FFF2-40B4-BE49-F238E27FC236}">
                <a16:creationId xmlns:a16="http://schemas.microsoft.com/office/drawing/2014/main" id="{1DFD0842-9C1E-4C63-7A37-BAC1D0DCB72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4613554" y="2349170"/>
            <a:ext cx="3335111" cy="3831666"/>
          </a:xfrm>
          <a:prstGeom prst="rect">
            <a:avLst/>
          </a:prstGeom>
        </p:spPr>
      </p:pic>
      <p:pic>
        <p:nvPicPr>
          <p:cNvPr id="12" name="Picture 11">
            <a:extLst>
              <a:ext uri="{FF2B5EF4-FFF2-40B4-BE49-F238E27FC236}">
                <a16:creationId xmlns:a16="http://schemas.microsoft.com/office/drawing/2014/main" id="{A411623E-11DE-70DA-E22B-79054E02A20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8491200" y="2444706"/>
            <a:ext cx="3335111" cy="3662370"/>
          </a:xfrm>
          <a:prstGeom prst="rect">
            <a:avLst/>
          </a:prstGeom>
        </p:spPr>
      </p:pic>
      <p:pic>
        <p:nvPicPr>
          <p:cNvPr id="14" name="Picture 13">
            <a:extLst>
              <a:ext uri="{FF2B5EF4-FFF2-40B4-BE49-F238E27FC236}">
                <a16:creationId xmlns:a16="http://schemas.microsoft.com/office/drawing/2014/main" id="{42305B50-C5A4-6D34-6B02-F570F85ABEDD}"/>
              </a:ext>
            </a:extLst>
          </p:cNvPr>
          <p:cNvPicPr>
            <a:picLocks noChangeAspect="1"/>
          </p:cNvPicPr>
          <p:nvPr/>
        </p:nvPicPr>
        <p:blipFill>
          <a:blip r:embed="rId4"/>
          <a:stretch>
            <a:fillRect/>
          </a:stretch>
        </p:blipFill>
        <p:spPr>
          <a:xfrm>
            <a:off x="152399" y="797435"/>
            <a:ext cx="11930743" cy="1151108"/>
          </a:xfrm>
          <a:prstGeom prst="rect">
            <a:avLst/>
          </a:prstGeom>
        </p:spPr>
      </p:pic>
    </p:spTree>
    <p:extLst>
      <p:ext uri="{BB962C8B-B14F-4D97-AF65-F5344CB8AC3E}">
        <p14:creationId xmlns:p14="http://schemas.microsoft.com/office/powerpoint/2010/main" val="3917888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C2C9A-4615-1A4E-7B83-19D971D68F60}"/>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B88B914-8CD2-7664-D901-D0D213F676B4}"/>
              </a:ext>
            </a:extLst>
          </p:cNvPr>
          <p:cNvSpPr txBox="1">
            <a:spLocks/>
          </p:cNvSpPr>
          <p:nvPr/>
        </p:nvSpPr>
        <p:spPr>
          <a:xfrm>
            <a:off x="284251" y="2471202"/>
            <a:ext cx="4455752" cy="3750067"/>
          </a:xfrm>
          <a:prstGeom prst="rect">
            <a:avLst/>
          </a:prstGeom>
        </p:spPr>
        <p:txBody>
          <a:bodyPr vert="horz" lIns="91440" tIns="45720" rIns="91440" bIns="45720" rtlCol="0">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spcAft>
                <a:spcPts val="600"/>
              </a:spcAft>
            </a:pPr>
            <a:r>
              <a:rPr lang="en-IN" sz="2400" b="1">
                <a:latin typeface="+mn-lt"/>
                <a:ea typeface="+mn-ea"/>
                <a:cs typeface="+mn-cs"/>
              </a:rPr>
              <a:t>Checking of reinforcement and concrete casting work, vertical spacing, Height of the wall and plum bob check with slump cone test</a:t>
            </a:r>
          </a:p>
          <a:p>
            <a:pPr>
              <a:lnSpc>
                <a:spcPct val="150000"/>
              </a:lnSpc>
              <a:spcAft>
                <a:spcPts val="600"/>
              </a:spcAft>
            </a:pPr>
            <a:r>
              <a:rPr lang="en-US" sz="2400" b="1">
                <a:latin typeface="+mn-lt"/>
                <a:ea typeface="+mn-ea"/>
                <a:cs typeface="+mn-cs"/>
              </a:rPr>
              <a:t>Component: </a:t>
            </a:r>
            <a:r>
              <a:rPr lang="en-US" sz="2400">
                <a:latin typeface="+mn-lt"/>
                <a:ea typeface="+mn-ea"/>
                <a:cs typeface="+mn-cs"/>
              </a:rPr>
              <a:t>WTP</a:t>
            </a:r>
          </a:p>
          <a:p>
            <a:pPr>
              <a:lnSpc>
                <a:spcPct val="150000"/>
              </a:lnSpc>
              <a:spcAft>
                <a:spcPts val="600"/>
              </a:spcAft>
            </a:pPr>
            <a:r>
              <a:rPr lang="en-US" sz="2400" b="1">
                <a:latin typeface="+mn-lt"/>
                <a:ea typeface="+mn-ea"/>
                <a:cs typeface="+mn-cs"/>
              </a:rPr>
              <a:t>MVS Name: </a:t>
            </a:r>
            <a:r>
              <a:rPr lang="en-US" sz="2400">
                <a:latin typeface="+mn-lt"/>
                <a:ea typeface="+mn-ea"/>
                <a:cs typeface="+mn-cs"/>
              </a:rPr>
              <a:t>Sanjay Sagar (</a:t>
            </a:r>
            <a:r>
              <a:rPr lang="en-US" sz="2400" err="1">
                <a:latin typeface="+mn-lt"/>
                <a:ea typeface="+mn-ea"/>
                <a:cs typeface="+mn-cs"/>
              </a:rPr>
              <a:t>Nehrayi</a:t>
            </a:r>
            <a:r>
              <a:rPr lang="en-US" sz="2400">
                <a:latin typeface="+mn-lt"/>
                <a:ea typeface="+mn-ea"/>
                <a:cs typeface="+mn-cs"/>
              </a:rPr>
              <a:t>) MVS</a:t>
            </a:r>
          </a:p>
          <a:p>
            <a:pPr>
              <a:lnSpc>
                <a:spcPct val="150000"/>
              </a:lnSpc>
              <a:spcAft>
                <a:spcPts val="600"/>
              </a:spcAft>
            </a:pPr>
            <a:r>
              <a:rPr lang="en-US" sz="2400" b="1">
                <a:latin typeface="+mn-lt"/>
                <a:ea typeface="+mn-ea"/>
                <a:cs typeface="+mn-cs"/>
              </a:rPr>
              <a:t>Inspection Date : </a:t>
            </a:r>
            <a:r>
              <a:rPr lang="en-US" sz="2400">
                <a:latin typeface="+mn-lt"/>
                <a:ea typeface="+mn-ea"/>
                <a:cs typeface="+mn-cs"/>
              </a:rPr>
              <a:t>30-01-2025</a:t>
            </a:r>
          </a:p>
          <a:p>
            <a:pPr>
              <a:lnSpc>
                <a:spcPct val="150000"/>
              </a:lnSpc>
              <a:spcAft>
                <a:spcPts val="600"/>
              </a:spcAft>
            </a:pPr>
            <a:r>
              <a:rPr lang="en-US" sz="2400" b="1">
                <a:latin typeface="+mn-lt"/>
                <a:ea typeface="+mn-ea"/>
                <a:cs typeface="+mn-cs"/>
              </a:rPr>
              <a:t>Status : </a:t>
            </a:r>
            <a:r>
              <a:rPr lang="en-US" sz="2400">
                <a:latin typeface="+mn-lt"/>
                <a:ea typeface="+mn-ea"/>
                <a:cs typeface="+mn-cs"/>
              </a:rPr>
              <a:t>Accepted</a:t>
            </a:r>
          </a:p>
          <a:p>
            <a:pPr indent="-228600">
              <a:spcAft>
                <a:spcPts val="600"/>
              </a:spcAft>
              <a:buFont typeface="Arial" panose="020B0604020202020204" pitchFamily="34" charset="0"/>
              <a:buChar char="•"/>
            </a:pPr>
            <a:endParaRPr lang="en-US" sz="1800">
              <a:latin typeface="+mn-lt"/>
              <a:ea typeface="+mn-ea"/>
              <a:cs typeface="+mn-cs"/>
            </a:endParaRPr>
          </a:p>
        </p:txBody>
      </p:sp>
      <p:sp>
        <p:nvSpPr>
          <p:cNvPr id="4" name="Title 1">
            <a:extLst>
              <a:ext uri="{FF2B5EF4-FFF2-40B4-BE49-F238E27FC236}">
                <a16:creationId xmlns:a16="http://schemas.microsoft.com/office/drawing/2014/main" id="{656B97D5-8759-E9AD-E4D0-4736FD658490}"/>
              </a:ext>
            </a:extLst>
          </p:cNvPr>
          <p:cNvSpPr txBox="1">
            <a:spLocks/>
          </p:cNvSpPr>
          <p:nvPr/>
        </p:nvSpPr>
        <p:spPr>
          <a:xfrm>
            <a:off x="1" y="1"/>
            <a:ext cx="12191999" cy="683408"/>
          </a:xfrm>
          <a:prstGeom prst="rect">
            <a:avLst/>
          </a:prstGeom>
          <a:solidFill>
            <a:schemeClr val="accent1">
              <a:lumMod val="20000"/>
              <a:lumOff val="80000"/>
            </a:schemeClr>
          </a:solidFill>
        </p:spPr>
        <p:txBody>
          <a:bodyPr anchor="ctr" anchorCtr="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300" b="1" dirty="0">
                <a:latin typeface="+mn-lt"/>
                <a:ea typeface="+mn-ea"/>
                <a:cs typeface="Arial" panose="020B0604020202020204" pitchFamily="34" charset="0"/>
              </a:rPr>
              <a:t>Jal Rekha – RFI</a:t>
            </a:r>
            <a:endParaRPr lang="en-IN" sz="3300" b="1" dirty="0">
              <a:latin typeface="+mn-lt"/>
              <a:ea typeface="+mn-ea"/>
              <a:cs typeface="Arial" panose="020B0604020202020204" pitchFamily="34" charset="0"/>
            </a:endParaRPr>
          </a:p>
        </p:txBody>
      </p:sp>
      <p:pic>
        <p:nvPicPr>
          <p:cNvPr id="3" name="Picture 2">
            <a:extLst>
              <a:ext uri="{FF2B5EF4-FFF2-40B4-BE49-F238E27FC236}">
                <a16:creationId xmlns:a16="http://schemas.microsoft.com/office/drawing/2014/main" id="{166513D3-2CB9-0A0B-4229-9F43A447D56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876800" y="2253343"/>
            <a:ext cx="3464377" cy="4223656"/>
          </a:xfrm>
          <a:prstGeom prst="rect">
            <a:avLst/>
          </a:prstGeom>
        </p:spPr>
      </p:pic>
      <p:pic>
        <p:nvPicPr>
          <p:cNvPr id="7" name="Picture 6">
            <a:extLst>
              <a:ext uri="{FF2B5EF4-FFF2-40B4-BE49-F238E27FC236}">
                <a16:creationId xmlns:a16="http://schemas.microsoft.com/office/drawing/2014/main" id="{13D7D1B6-6B8C-277F-D051-3392DA77814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477974" y="2253341"/>
            <a:ext cx="3256826" cy="4223657"/>
          </a:xfrm>
          <a:prstGeom prst="rect">
            <a:avLst/>
          </a:prstGeom>
        </p:spPr>
      </p:pic>
      <p:pic>
        <p:nvPicPr>
          <p:cNvPr id="11" name="Picture 10">
            <a:extLst>
              <a:ext uri="{FF2B5EF4-FFF2-40B4-BE49-F238E27FC236}">
                <a16:creationId xmlns:a16="http://schemas.microsoft.com/office/drawing/2014/main" id="{5FDB3DCA-D70F-90D7-EAAF-4A62D952CDC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2400" y="787870"/>
            <a:ext cx="11952514" cy="1465471"/>
          </a:xfrm>
          <a:prstGeom prst="rect">
            <a:avLst/>
          </a:prstGeom>
        </p:spPr>
      </p:pic>
    </p:spTree>
    <p:extLst>
      <p:ext uri="{BB962C8B-B14F-4D97-AF65-F5344CB8AC3E}">
        <p14:creationId xmlns:p14="http://schemas.microsoft.com/office/powerpoint/2010/main" val="16489973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D7BA832C-DBD4-4EC7-B16B-74D1777B7A97}"/>
              </a:ext>
            </a:extLst>
          </p:cNvPr>
          <p:cNvSpPr>
            <a:spLocks noChangeArrowheads="1"/>
          </p:cNvSpPr>
          <p:nvPr/>
        </p:nvSpPr>
        <p:spPr bwMode="auto">
          <a:xfrm>
            <a:off x="0" y="0"/>
            <a:ext cx="12194639" cy="1077218"/>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Anushravan</a:t>
            </a:r>
            <a:r>
              <a:rPr lang="en-IN" sz="3200" b="1" dirty="0">
                <a:latin typeface="+mn-lt"/>
              </a:rPr>
              <a:t> Module for “Request for Inspection” for execution monitoring</a:t>
            </a:r>
          </a:p>
        </p:txBody>
      </p:sp>
      <p:sp>
        <p:nvSpPr>
          <p:cNvPr id="7" name="Rectangle 4">
            <a:extLst>
              <a:ext uri="{FF2B5EF4-FFF2-40B4-BE49-F238E27FC236}">
                <a16:creationId xmlns:a16="http://schemas.microsoft.com/office/drawing/2014/main"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Content Placeholder 6">
            <a:extLst>
              <a:ext uri="{FF2B5EF4-FFF2-40B4-BE49-F238E27FC236}">
                <a16:creationId xmlns:a16="http://schemas.microsoft.com/office/drawing/2014/main" id="{57F49124-2A85-8996-2431-86291ACDC9F7}"/>
              </a:ext>
            </a:extLst>
          </p:cNvPr>
          <p:cNvSpPr>
            <a:spLocks noGrp="1"/>
          </p:cNvSpPr>
          <p:nvPr>
            <p:ph idx="1"/>
          </p:nvPr>
        </p:nvSpPr>
        <p:spPr>
          <a:xfrm>
            <a:off x="435306" y="4960619"/>
            <a:ext cx="11067537" cy="1749513"/>
          </a:xfrm>
        </p:spPr>
        <p:txBody>
          <a:bodyPr anchor="t">
            <a:normAutofit/>
          </a:bodyPr>
          <a:lstStyle/>
          <a:p>
            <a:pPr marL="342900" indent="-342900" algn="just">
              <a:spcBef>
                <a:spcPts val="0"/>
              </a:spcBef>
              <a:spcAft>
                <a:spcPts val="3000"/>
              </a:spcAft>
              <a:buFont typeface="Arial" panose="020B0604020202020204" pitchFamily="34" charset="0"/>
              <a:buAutoNum type="arabicPeriod"/>
            </a:pPr>
            <a:r>
              <a:rPr lang="en-IN" sz="2000" b="1" dirty="0">
                <a:latin typeface="Calibri" panose="020F0502020204030204" pitchFamily="34" charset="0"/>
                <a:cs typeface="Calibri" panose="020F0502020204030204" pitchFamily="34" charset="0"/>
              </a:rPr>
              <a:t>RFI (Request for Inspection):</a:t>
            </a:r>
            <a:r>
              <a:rPr lang="en-IN" sz="2000" dirty="0">
                <a:latin typeface="Calibri" panose="020F0502020204030204" pitchFamily="34" charset="0"/>
                <a:cs typeface="Calibri" panose="020F0502020204030204" pitchFamily="34" charset="0"/>
              </a:rPr>
              <a:t> RFI (Request for Inspection) is submitted by contractors through this application. The RFIs will be assigned by CGMs / GM, PIUs to SQC or TPIA personnel. </a:t>
            </a:r>
          </a:p>
          <a:p>
            <a:pPr marL="342900" indent="-342900" algn="just">
              <a:spcBef>
                <a:spcPts val="0"/>
              </a:spcBef>
              <a:spcAft>
                <a:spcPts val="3000"/>
              </a:spcAft>
              <a:buFont typeface="Arial" panose="020B0604020202020204" pitchFamily="34" charset="0"/>
              <a:buAutoNum type="arabicPeriod"/>
            </a:pPr>
            <a:r>
              <a:rPr lang="en-IN" sz="2000" b="1" dirty="0">
                <a:latin typeface="Calibri" panose="020F0502020204030204" pitchFamily="34" charset="0"/>
                <a:cs typeface="Calibri" panose="020F0502020204030204" pitchFamily="34" charset="0"/>
              </a:rPr>
              <a:t>Daily Inspection: </a:t>
            </a:r>
            <a:r>
              <a:rPr lang="en-IN" sz="2000" dirty="0">
                <a:latin typeface="Calibri" panose="020F0502020204030204" pitchFamily="34" charset="0"/>
                <a:cs typeface="Calibri" panose="020F0502020204030204" pitchFamily="34" charset="0"/>
              </a:rPr>
              <a:t>MPJN officials / Consultants can submit the observations during site visit including geotagged photographs. Contractors needs to address the observations. </a:t>
            </a:r>
          </a:p>
        </p:txBody>
      </p:sp>
      <p:pic>
        <p:nvPicPr>
          <p:cNvPr id="3" name="Picture 2">
            <a:extLst>
              <a:ext uri="{FF2B5EF4-FFF2-40B4-BE49-F238E27FC236}">
                <a16:creationId xmlns:a16="http://schemas.microsoft.com/office/drawing/2014/main" id="{453B1D29-A757-4440-A1E6-D3731B46C655}"/>
              </a:ext>
            </a:extLst>
          </p:cNvPr>
          <p:cNvPicPr>
            <a:picLocks noChangeAspect="1"/>
          </p:cNvPicPr>
          <p:nvPr/>
        </p:nvPicPr>
        <p:blipFill>
          <a:blip r:embed="rId3"/>
          <a:stretch>
            <a:fillRect/>
          </a:stretch>
        </p:blipFill>
        <p:spPr>
          <a:xfrm>
            <a:off x="999460" y="1158949"/>
            <a:ext cx="10366745" cy="3604437"/>
          </a:xfrm>
          <a:prstGeom prst="rect">
            <a:avLst/>
          </a:prstGeom>
        </p:spPr>
      </p:pic>
    </p:spTree>
    <p:extLst>
      <p:ext uri="{BB962C8B-B14F-4D97-AF65-F5344CB8AC3E}">
        <p14:creationId xmlns:p14="http://schemas.microsoft.com/office/powerpoint/2010/main" val="8901126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EDE58-3327-C704-45E8-92453CB8EF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0FBE75B-F09B-756E-1DFD-2B94AF3D8BD8}"/>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Sahbhagita</a:t>
            </a:r>
            <a:r>
              <a:rPr lang="en-IN" sz="3200" b="1" dirty="0">
                <a:latin typeface="+mn-lt"/>
              </a:rPr>
              <a:t> Module – ISA Activities Monitoring</a:t>
            </a:r>
          </a:p>
        </p:txBody>
      </p:sp>
      <p:sp>
        <p:nvSpPr>
          <p:cNvPr id="11" name="TextBox 10">
            <a:extLst>
              <a:ext uri="{FF2B5EF4-FFF2-40B4-BE49-F238E27FC236}">
                <a16:creationId xmlns:a16="http://schemas.microsoft.com/office/drawing/2014/main" id="{7E9B7930-1BEA-BEA6-ECE2-7544C3AA8A04}"/>
              </a:ext>
            </a:extLst>
          </p:cNvPr>
          <p:cNvSpPr txBox="1"/>
          <p:nvPr/>
        </p:nvSpPr>
        <p:spPr>
          <a:xfrm>
            <a:off x="4746173" y="1464980"/>
            <a:ext cx="6226628" cy="4247317"/>
          </a:xfrm>
          <a:prstGeom prst="rect">
            <a:avLst/>
          </a:prstGeom>
          <a:noFill/>
        </p:spPr>
        <p:txBody>
          <a:bodyPr wrap="square">
            <a:spAutoFit/>
          </a:bodyPr>
          <a:lstStyle/>
          <a:p>
            <a:pPr algn="just">
              <a:spcAft>
                <a:spcPts val="600"/>
              </a:spcAft>
              <a:tabLst>
                <a:tab pos="1948180" algn="l"/>
                <a:tab pos="457200" algn="l"/>
              </a:tabLst>
            </a:pPr>
            <a:r>
              <a:rPr lang="en-IN" sz="2400" b="1" err="1">
                <a:solidFill>
                  <a:srgbClr val="000000"/>
                </a:solidFill>
                <a:latin typeface="Calibri" panose="020F0502020204030204" pitchFamily="34" charset="0"/>
                <a:ea typeface="Calibri" panose="020F0502020204030204" pitchFamily="34" charset="0"/>
                <a:cs typeface="Calibri" panose="020F0502020204030204" pitchFamily="34" charset="0"/>
              </a:rPr>
              <a:t>Sahbhagita</a:t>
            </a: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 Module tracks the activities performed by the Implementation and Support Agencies (ISAs) for awareness generation and information dissemination.</a:t>
            </a:r>
          </a:p>
          <a:p>
            <a:pPr algn="just">
              <a:spcAft>
                <a:spcPts val="600"/>
              </a:spcAft>
              <a:tabLst>
                <a:tab pos="1948180" algn="l"/>
                <a:tab pos="457200" algn="l"/>
              </a:tabLst>
            </a:pPr>
            <a:r>
              <a:rPr lang="en-IN" sz="2400" b="1">
                <a:solidFill>
                  <a:srgbClr val="000000"/>
                </a:solidFill>
                <a:latin typeface="Calibri" panose="020F0502020204030204" pitchFamily="34" charset="0"/>
                <a:ea typeface="Calibri" panose="020F0502020204030204" pitchFamily="34" charset="0"/>
                <a:cs typeface="Calibri" panose="020F0502020204030204" pitchFamily="34" charset="0"/>
              </a:rPr>
              <a:t>Key Benefits:</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Enhanced Monitoring &amp; Supervision</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Improved Data Management</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Transparency &amp; Accountability</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User-Friendly Interface &amp; Accessibility</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Strengthening Community Participation</a:t>
            </a:r>
          </a:p>
        </p:txBody>
      </p:sp>
      <p:pic>
        <p:nvPicPr>
          <p:cNvPr id="5" name="Picture 4" descr="A screenshot of a login screen&#10;&#10;Description automatically generated">
            <a:extLst>
              <a:ext uri="{FF2B5EF4-FFF2-40B4-BE49-F238E27FC236}">
                <a16:creationId xmlns:a16="http://schemas.microsoft.com/office/drawing/2014/main" id="{A767225F-5B25-F4CF-6300-D5AE0C18F296}"/>
              </a:ext>
            </a:extLst>
          </p:cNvPr>
          <p:cNvPicPr>
            <a:picLocks noChangeAspect="1"/>
          </p:cNvPicPr>
          <p:nvPr/>
        </p:nvPicPr>
        <p:blipFill>
          <a:blip r:embed="rId2" cstate="email">
            <a:extLst>
              <a:ext uri="{28A0092B-C50C-407E-A947-70E740481C1C}">
                <a14:useLocalDpi xmlns:a14="http://schemas.microsoft.com/office/drawing/2010/main"/>
              </a:ext>
            </a:extLst>
          </a:blip>
          <a:srcRect l="-708" b="-65"/>
          <a:stretch/>
        </p:blipFill>
        <p:spPr>
          <a:xfrm>
            <a:off x="1400783" y="1464980"/>
            <a:ext cx="2043289" cy="4247317"/>
          </a:xfrm>
          <a:prstGeom prst="rect">
            <a:avLst/>
          </a:prstGeom>
        </p:spPr>
      </p:pic>
      <p:pic>
        <p:nvPicPr>
          <p:cNvPr id="9" name="Picture 8">
            <a:extLst>
              <a:ext uri="{FF2B5EF4-FFF2-40B4-BE49-F238E27FC236}">
                <a16:creationId xmlns:a16="http://schemas.microsoft.com/office/drawing/2014/main" id="{E5F96F6D-B131-CE68-851D-EA06539B7396}"/>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981369" y="1145703"/>
            <a:ext cx="2882116" cy="4693593"/>
          </a:xfrm>
          <a:prstGeom prst="rect">
            <a:avLst/>
          </a:prstGeom>
        </p:spPr>
      </p:pic>
    </p:spTree>
    <p:extLst>
      <p:ext uri="{BB962C8B-B14F-4D97-AF65-F5344CB8AC3E}">
        <p14:creationId xmlns:p14="http://schemas.microsoft.com/office/powerpoint/2010/main" val="12826831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EDE58-3327-C704-45E8-92453CB8EF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0FBE75B-F09B-756E-1DFD-2B94AF3D8BD8}"/>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Sahbhagita</a:t>
            </a:r>
            <a:r>
              <a:rPr lang="en-IN" sz="3200" b="1" dirty="0">
                <a:latin typeface="+mn-lt"/>
              </a:rPr>
              <a:t> Module – ISA Activities Monitoring</a:t>
            </a:r>
          </a:p>
        </p:txBody>
      </p:sp>
      <p:pic>
        <p:nvPicPr>
          <p:cNvPr id="3" name="Picture 2"/>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71450" y="584775"/>
            <a:ext cx="6861810" cy="6273225"/>
          </a:xfrm>
          <a:prstGeom prst="rect">
            <a:avLst/>
          </a:prstGeom>
        </p:spPr>
      </p:pic>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33260" y="584775"/>
            <a:ext cx="5052060" cy="3240465"/>
          </a:xfrm>
          <a:prstGeom prst="rect">
            <a:avLst/>
          </a:prstGeom>
        </p:spPr>
      </p:pic>
      <p:pic>
        <p:nvPicPr>
          <p:cNvPr id="5" name="Picture 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138035" y="3931920"/>
            <a:ext cx="4914900" cy="2792730"/>
          </a:xfrm>
          <a:prstGeom prst="rect">
            <a:avLst/>
          </a:prstGeom>
        </p:spPr>
      </p:pic>
    </p:spTree>
    <p:extLst>
      <p:ext uri="{BB962C8B-B14F-4D97-AF65-F5344CB8AC3E}">
        <p14:creationId xmlns:p14="http://schemas.microsoft.com/office/powerpoint/2010/main" val="8824093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DF8AB-FF07-715D-FDC2-8F37E4421DC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BA1AFA6-F2B4-EB5E-E731-2ACB41AC5411}"/>
              </a:ext>
            </a:extLst>
          </p:cNvPr>
          <p:cNvSpPr>
            <a:spLocks noChangeArrowheads="1"/>
          </p:cNvSpPr>
          <p:nvPr/>
        </p:nvSpPr>
        <p:spPr bwMode="auto">
          <a:xfrm>
            <a:off x="0" y="0"/>
            <a:ext cx="12192000" cy="1077218"/>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Sopan Module – Construction Work Progress Monitoring of Structures (WTP, OHT </a:t>
            </a:r>
            <a:r>
              <a:rPr lang="en-IN" sz="3200" b="1" dirty="0" err="1">
                <a:latin typeface="+mn-lt"/>
              </a:rPr>
              <a:t>etc</a:t>
            </a:r>
            <a:r>
              <a:rPr lang="en-IN" sz="3200" b="1" dirty="0">
                <a:latin typeface="+mn-lt"/>
              </a:rPr>
              <a:t>)</a:t>
            </a:r>
          </a:p>
        </p:txBody>
      </p:sp>
      <p:sp>
        <p:nvSpPr>
          <p:cNvPr id="11" name="TextBox 10">
            <a:extLst>
              <a:ext uri="{FF2B5EF4-FFF2-40B4-BE49-F238E27FC236}">
                <a16:creationId xmlns:a16="http://schemas.microsoft.com/office/drawing/2014/main" id="{F6039CC4-A3F4-96AD-B5E8-F5862164728A}"/>
              </a:ext>
            </a:extLst>
          </p:cNvPr>
          <p:cNvSpPr txBox="1"/>
          <p:nvPr/>
        </p:nvSpPr>
        <p:spPr>
          <a:xfrm>
            <a:off x="8500727" y="1523829"/>
            <a:ext cx="3626859" cy="3785652"/>
          </a:xfrm>
          <a:prstGeom prst="rect">
            <a:avLst/>
          </a:prstGeom>
          <a:noFill/>
        </p:spPr>
        <p:txBody>
          <a:bodyPr wrap="square">
            <a:spAutoFit/>
          </a:bodyPr>
          <a:lstStyle/>
          <a:p>
            <a:pPr algn="just">
              <a:spcAft>
                <a:spcPts val="600"/>
              </a:spcAft>
              <a:tabLst>
                <a:tab pos="1948180" algn="l"/>
                <a:tab pos="457200" algn="l"/>
              </a:tabLst>
            </a:pPr>
            <a:r>
              <a:rPr lang="en-IN" sz="2000" b="1" dirty="0" err="1">
                <a:solidFill>
                  <a:srgbClr val="000000"/>
                </a:solidFill>
                <a:latin typeface="Calibri" panose="020F0502020204030204" pitchFamily="34" charset="0"/>
                <a:ea typeface="Calibri" panose="020F0502020204030204" pitchFamily="34" charset="0"/>
                <a:cs typeface="Calibri" panose="020F0502020204030204" pitchFamily="34" charset="0"/>
              </a:rPr>
              <a:t>Sopan</a:t>
            </a: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 Module tracks the stage wise activities performed at the time of implementation of Over Head Tanks.</a:t>
            </a:r>
          </a:p>
          <a:p>
            <a:pPr algn="just">
              <a:spcAft>
                <a:spcPts val="600"/>
              </a:spcAft>
              <a:tabLst>
                <a:tab pos="1948180" algn="l"/>
                <a:tab pos="457200" algn="l"/>
              </a:tabLst>
            </a:pPr>
            <a:r>
              <a:rPr lang="en-IN" sz="2000" b="1" dirty="0">
                <a:solidFill>
                  <a:srgbClr val="000000"/>
                </a:solidFill>
                <a:latin typeface="Calibri" panose="020F0502020204030204" pitchFamily="34" charset="0"/>
                <a:ea typeface="Calibri" panose="020F0502020204030204" pitchFamily="34" charset="0"/>
                <a:cs typeface="Calibri" panose="020F0502020204030204" pitchFamily="34" charset="0"/>
              </a:rPr>
              <a:t>Key Benefits:</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Help in track the actual stage of work completed</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Track the delays in Stage wise development</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Track the financial liabilities procured at site</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8119" y="1165860"/>
            <a:ext cx="8243147" cy="5658802"/>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5828414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D7BA832C-DBD4-4EC7-B16B-74D1777B7A97}"/>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Dhara</a:t>
            </a:r>
            <a:r>
              <a:rPr lang="en-IN" sz="3200" b="1" dirty="0">
                <a:latin typeface="+mn-lt"/>
              </a:rPr>
              <a:t> Module – </a:t>
            </a:r>
            <a:r>
              <a:rPr lang="en-IN" sz="3200" b="1" dirty="0">
                <a:solidFill>
                  <a:srgbClr val="FF0000"/>
                </a:solidFill>
                <a:latin typeface="+mn-lt"/>
              </a:rPr>
              <a:t>Water Supply Quantity Monitoring</a:t>
            </a:r>
          </a:p>
        </p:txBody>
      </p:sp>
      <p:sp>
        <p:nvSpPr>
          <p:cNvPr id="7" name="Rectangle 4">
            <a:extLst>
              <a:ext uri="{FF2B5EF4-FFF2-40B4-BE49-F238E27FC236}">
                <a16:creationId xmlns:a16="http://schemas.microsoft.com/office/drawing/2014/main"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Content Placeholder 6">
            <a:extLst>
              <a:ext uri="{FF2B5EF4-FFF2-40B4-BE49-F238E27FC236}">
                <a16:creationId xmlns:a16="http://schemas.microsoft.com/office/drawing/2014/main" id="{57F49124-2A85-8996-2431-86291ACDC9F7}"/>
              </a:ext>
            </a:extLst>
          </p:cNvPr>
          <p:cNvSpPr>
            <a:spLocks noGrp="1"/>
          </p:cNvSpPr>
          <p:nvPr>
            <p:ph idx="1"/>
          </p:nvPr>
        </p:nvSpPr>
        <p:spPr>
          <a:xfrm>
            <a:off x="463501" y="3768634"/>
            <a:ext cx="11067537" cy="2822666"/>
          </a:xfrm>
        </p:spPr>
        <p:txBody>
          <a:bodyPr anchor="t">
            <a:noAutofit/>
          </a:bodyPr>
          <a:lstStyle/>
          <a:p>
            <a:pPr marL="285750" indent="-285750">
              <a:spcAft>
                <a:spcPts val="600"/>
              </a:spcAft>
              <a:buFont typeface="Arial" panose="020B0604020202020204" pitchFamily="34" charset="0"/>
              <a:buChar char="•"/>
            </a:pPr>
            <a:r>
              <a:rPr lang="en-IN" sz="2000" b="1"/>
              <a:t>Dhara module</a:t>
            </a:r>
            <a:r>
              <a:rPr lang="en-IN" sz="2000"/>
              <a:t> is a crucial component for maintaining and monitoring detailed volumetric data for all water supply schemes.</a:t>
            </a:r>
          </a:p>
          <a:p>
            <a:pPr marL="285750" indent="-285750">
              <a:spcAft>
                <a:spcPts val="600"/>
              </a:spcAft>
            </a:pPr>
            <a:r>
              <a:rPr lang="en-IN" sz="2000"/>
              <a:t>Daily Water Supply Report (DWSR) is the crucial output from this module on a daily basis.</a:t>
            </a:r>
          </a:p>
          <a:p>
            <a:pPr marL="285750" indent="-285750">
              <a:spcAft>
                <a:spcPts val="600"/>
              </a:spcAft>
              <a:buFont typeface="Arial" panose="020B0604020202020204" pitchFamily="34" charset="0"/>
              <a:buChar char="•"/>
            </a:pPr>
            <a:r>
              <a:rPr lang="en-IN" sz="2000"/>
              <a:t>Collected data is then utilized in the Panchayat Darpan Portal to generate and issue bulk water charges bills to the GPs.</a:t>
            </a:r>
          </a:p>
          <a:p>
            <a:pPr marL="285750" indent="-285750">
              <a:spcAft>
                <a:spcPts val="600"/>
              </a:spcAft>
              <a:buFont typeface="Arial" panose="020B0604020202020204" pitchFamily="34" charset="0"/>
              <a:buChar char="•"/>
            </a:pPr>
            <a:r>
              <a:rPr lang="en-IN" sz="2000"/>
              <a:t>Ensures accurate billing and transparent access to overall water usage information for the contractors as well as users (Gram Panchayats)</a:t>
            </a:r>
          </a:p>
        </p:txBody>
      </p:sp>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31520" y="584775"/>
            <a:ext cx="5501640" cy="2936113"/>
          </a:xfrm>
          <a:prstGeom prst="rect">
            <a:avLst/>
          </a:prstGeom>
        </p:spPr>
      </p:pic>
      <p:pic>
        <p:nvPicPr>
          <p:cNvPr id="3" name="Picture 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409739" y="717649"/>
            <a:ext cx="5040581" cy="2803240"/>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9622312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39</a:t>
            </a:fld>
            <a:endParaRPr lang="en-US"/>
          </a:p>
        </p:txBody>
      </p:sp>
      <p:pic>
        <p:nvPicPr>
          <p:cNvPr id="3" name="Picture 2" descr="A screenshot of a cell phone&#10;&#10;AI-generated content may be incorrect.">
            <a:extLst>
              <a:ext uri="{FF2B5EF4-FFF2-40B4-BE49-F238E27FC236}">
                <a16:creationId xmlns:a16="http://schemas.microsoft.com/office/drawing/2014/main" id="{ACD6450F-FBFF-5AD8-FFFA-BD4810ABF9EC}"/>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0480" y="868680"/>
            <a:ext cx="3086100" cy="5989320"/>
          </a:xfrm>
          <a:prstGeom prst="rect">
            <a:avLst/>
          </a:prstGeom>
          <a:ln>
            <a:solidFill>
              <a:schemeClr val="tx1"/>
            </a:solidFill>
          </a:ln>
        </p:spPr>
      </p:pic>
      <p:pic>
        <p:nvPicPr>
          <p:cNvPr id="8" name="Picture 7" descr="A screenshot of a phone&#10;&#10;AI-generated content may be incorrect.">
            <a:extLst>
              <a:ext uri="{FF2B5EF4-FFF2-40B4-BE49-F238E27FC236}">
                <a16:creationId xmlns:a16="http://schemas.microsoft.com/office/drawing/2014/main" id="{86600FB5-E81C-0D25-ED00-FB4BCD2D83A9}"/>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185160" y="868680"/>
            <a:ext cx="3086100" cy="5989320"/>
          </a:xfrm>
          <a:prstGeom prst="rect">
            <a:avLst/>
          </a:prstGeom>
          <a:ln>
            <a:solidFill>
              <a:schemeClr val="tx1"/>
            </a:solidFill>
          </a:ln>
        </p:spPr>
      </p:pic>
      <p:pic>
        <p:nvPicPr>
          <p:cNvPr id="10" name="Picture 9">
            <a:extLst>
              <a:ext uri="{FF2B5EF4-FFF2-40B4-BE49-F238E27FC236}">
                <a16:creationId xmlns:a16="http://schemas.microsoft.com/office/drawing/2014/main" id="{C172DDE3-C591-A9AC-6402-E1DE57091CA5}"/>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6339840" y="868680"/>
            <a:ext cx="2827020" cy="5989320"/>
          </a:xfrm>
          <a:prstGeom prst="rect">
            <a:avLst/>
          </a:prstGeom>
          <a:ln>
            <a:solidFill>
              <a:schemeClr val="tx1"/>
            </a:solidFill>
          </a:ln>
        </p:spPr>
      </p:pic>
      <p:pic>
        <p:nvPicPr>
          <p:cNvPr id="13" name="Picture 12">
            <a:extLst>
              <a:ext uri="{FF2B5EF4-FFF2-40B4-BE49-F238E27FC236}">
                <a16:creationId xmlns:a16="http://schemas.microsoft.com/office/drawing/2014/main" id="{63383E4D-ED0A-B281-901F-A329582F9B75}"/>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9235440" y="868044"/>
            <a:ext cx="2941320" cy="5989320"/>
          </a:xfrm>
          <a:prstGeom prst="rect">
            <a:avLst/>
          </a:prstGeom>
          <a:ln>
            <a:solidFill>
              <a:schemeClr val="tx1"/>
            </a:solidFill>
          </a:ln>
        </p:spPr>
      </p:pic>
      <p:sp>
        <p:nvSpPr>
          <p:cNvPr id="2" name="Rectangle 5">
            <a:extLst>
              <a:ext uri="{FF2B5EF4-FFF2-40B4-BE49-F238E27FC236}">
                <a16:creationId xmlns:a16="http://schemas.microsoft.com/office/drawing/2014/main" id="{D8581523-4FC0-E4B9-8F76-517AE4F735AE}"/>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t>Dhara</a:t>
            </a:r>
            <a:r>
              <a:rPr lang="en-IN" sz="3200" b="1" dirty="0"/>
              <a:t> Module – </a:t>
            </a:r>
            <a:r>
              <a:rPr lang="en-IN" sz="3200" b="1" dirty="0">
                <a:solidFill>
                  <a:srgbClr val="FF0000"/>
                </a:solidFill>
              </a:rPr>
              <a:t>Water Supply Quantity Monitoring</a:t>
            </a:r>
          </a:p>
        </p:txBody>
      </p:sp>
    </p:spTree>
    <p:extLst>
      <p:ext uri="{BB962C8B-B14F-4D97-AF65-F5344CB8AC3E}">
        <p14:creationId xmlns:p14="http://schemas.microsoft.com/office/powerpoint/2010/main" val="39618704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202A4-F39A-9F73-6D04-558588DDE01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32CBCC-447B-9C0C-E0F4-5885FDD4D7B6}"/>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40</a:t>
            </a:fld>
            <a:endParaRPr lang="en-US"/>
          </a:p>
        </p:txBody>
      </p:sp>
      <p:pic>
        <p:nvPicPr>
          <p:cNvPr id="6" name="Picture 5" descr="A screenshot of a phone&#10;&#10;AI-generated content may be incorrect.">
            <a:extLst>
              <a:ext uri="{FF2B5EF4-FFF2-40B4-BE49-F238E27FC236}">
                <a16:creationId xmlns:a16="http://schemas.microsoft.com/office/drawing/2014/main" id="{17A2ED3B-CC6F-C23F-87E5-36FAD15CCC48}"/>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952500" y="914400"/>
            <a:ext cx="4137660" cy="5943600"/>
          </a:xfrm>
          <a:prstGeom prst="rect">
            <a:avLst/>
          </a:prstGeom>
        </p:spPr>
      </p:pic>
      <p:pic>
        <p:nvPicPr>
          <p:cNvPr id="2" name="Picture 1" descr="A screenshot of a phone&#10;&#10;AI-generated content may be incorrect.">
            <a:extLst>
              <a:ext uri="{FF2B5EF4-FFF2-40B4-BE49-F238E27FC236}">
                <a16:creationId xmlns:a16="http://schemas.microsoft.com/office/drawing/2014/main" id="{10DDE262-ACEC-397E-3BCC-5D67F1A436EB}"/>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6263640" y="914400"/>
            <a:ext cx="4975860" cy="5760402"/>
          </a:xfrm>
          <a:prstGeom prst="rect">
            <a:avLst/>
          </a:prstGeom>
        </p:spPr>
      </p:pic>
      <p:sp>
        <p:nvSpPr>
          <p:cNvPr id="3" name="Rectangle 5">
            <a:extLst>
              <a:ext uri="{FF2B5EF4-FFF2-40B4-BE49-F238E27FC236}">
                <a16:creationId xmlns:a16="http://schemas.microsoft.com/office/drawing/2014/main" id="{DF41A3D2-2D6D-2228-3B5F-5916F96C8058}"/>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t>Dhara</a:t>
            </a:r>
            <a:r>
              <a:rPr lang="en-IN" sz="3200" b="1" dirty="0"/>
              <a:t> Module – </a:t>
            </a:r>
            <a:r>
              <a:rPr lang="en-IN" sz="3200" b="1" dirty="0">
                <a:solidFill>
                  <a:srgbClr val="FF0000"/>
                </a:solidFill>
              </a:rPr>
              <a:t>Water Supply Quantity Monitoring</a:t>
            </a:r>
          </a:p>
        </p:txBody>
      </p:sp>
    </p:spTree>
    <p:extLst>
      <p:ext uri="{BB962C8B-B14F-4D97-AF65-F5344CB8AC3E}">
        <p14:creationId xmlns:p14="http://schemas.microsoft.com/office/powerpoint/2010/main" val="41579572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6408E-9ACF-7272-F1A9-8E1DDB127133}"/>
            </a:ext>
          </a:extLst>
        </p:cNvPr>
        <p:cNvGrpSpPr/>
        <p:nvPr/>
      </p:nvGrpSpPr>
      <p:grpSpPr>
        <a:xfrm>
          <a:off x="0" y="0"/>
          <a:ext cx="0" cy="0"/>
          <a:chOff x="0" y="0"/>
          <a:chExt cx="0" cy="0"/>
        </a:xfrm>
      </p:grpSpPr>
      <p:sp>
        <p:nvSpPr>
          <p:cNvPr id="3" name="Rectangle 5">
            <a:extLst>
              <a:ext uri="{FF2B5EF4-FFF2-40B4-BE49-F238E27FC236}">
                <a16:creationId xmlns:a16="http://schemas.microsoft.com/office/drawing/2014/main" id="{7F6D8666-5E28-6F6E-A0A4-30D2BD48C247}"/>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t>Dhara</a:t>
            </a:r>
            <a:r>
              <a:rPr lang="en-IN" sz="3200" b="1" dirty="0"/>
              <a:t> Module – </a:t>
            </a:r>
            <a:r>
              <a:rPr lang="en-IN" sz="3200" b="1" dirty="0">
                <a:solidFill>
                  <a:srgbClr val="FF0000"/>
                </a:solidFill>
              </a:rPr>
              <a:t>Water Supply Quantity Monitoring</a:t>
            </a:r>
          </a:p>
        </p:txBody>
      </p:sp>
      <p:pic>
        <p:nvPicPr>
          <p:cNvPr id="6" name="Picture 5">
            <a:extLst>
              <a:ext uri="{FF2B5EF4-FFF2-40B4-BE49-F238E27FC236}">
                <a16:creationId xmlns:a16="http://schemas.microsoft.com/office/drawing/2014/main" id="{FB3E605B-F05A-C75E-2660-5D3E2461E83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62955" y="1114425"/>
            <a:ext cx="11868727" cy="4629150"/>
          </a:xfrm>
          <a:prstGeom prst="rect">
            <a:avLst/>
          </a:prstGeom>
        </p:spPr>
      </p:pic>
    </p:spTree>
    <p:extLst>
      <p:ext uri="{BB962C8B-B14F-4D97-AF65-F5344CB8AC3E}">
        <p14:creationId xmlns:p14="http://schemas.microsoft.com/office/powerpoint/2010/main" val="28122245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DF8AB-FF07-715D-FDC2-8F37E4421DC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BA1AFA6-F2B4-EB5E-E731-2ACB41AC5411}"/>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Sopan Module</a:t>
            </a:r>
          </a:p>
        </p:txBody>
      </p:sp>
      <p:sp>
        <p:nvSpPr>
          <p:cNvPr id="11" name="TextBox 10">
            <a:extLst>
              <a:ext uri="{FF2B5EF4-FFF2-40B4-BE49-F238E27FC236}">
                <a16:creationId xmlns:a16="http://schemas.microsoft.com/office/drawing/2014/main" id="{F6039CC4-A3F4-96AD-B5E8-F5862164728A}"/>
              </a:ext>
            </a:extLst>
          </p:cNvPr>
          <p:cNvSpPr txBox="1"/>
          <p:nvPr/>
        </p:nvSpPr>
        <p:spPr>
          <a:xfrm>
            <a:off x="8349343" y="1378331"/>
            <a:ext cx="3389986" cy="3785652"/>
          </a:xfrm>
          <a:prstGeom prst="rect">
            <a:avLst/>
          </a:prstGeom>
          <a:noFill/>
        </p:spPr>
        <p:txBody>
          <a:bodyPr wrap="square">
            <a:spAutoFit/>
          </a:bodyPr>
          <a:lstStyle/>
          <a:p>
            <a:pPr algn="just">
              <a:spcAft>
                <a:spcPts val="600"/>
              </a:spcAft>
              <a:tabLst>
                <a:tab pos="1948180" algn="l"/>
                <a:tab pos="457200" algn="l"/>
              </a:tabLst>
            </a:pPr>
            <a:r>
              <a:rPr lang="en-IN" sz="2000" b="1" dirty="0">
                <a:solidFill>
                  <a:srgbClr val="000000"/>
                </a:solidFill>
                <a:latin typeface="Calibri" panose="020F0502020204030204" pitchFamily="34" charset="0"/>
                <a:ea typeface="Calibri" panose="020F0502020204030204" pitchFamily="34" charset="0"/>
                <a:cs typeface="Calibri" panose="020F0502020204030204" pitchFamily="34" charset="0"/>
              </a:rPr>
              <a:t>Sopan</a:t>
            </a: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 Module tracks the stage wise activities performed at the time of implementation of Over Head Tanks.</a:t>
            </a:r>
          </a:p>
          <a:p>
            <a:pPr algn="just">
              <a:spcAft>
                <a:spcPts val="600"/>
              </a:spcAft>
              <a:tabLst>
                <a:tab pos="1948180" algn="l"/>
                <a:tab pos="457200" algn="l"/>
              </a:tabLst>
            </a:pPr>
            <a:r>
              <a:rPr lang="en-IN" sz="2000" b="1" dirty="0">
                <a:solidFill>
                  <a:srgbClr val="000000"/>
                </a:solidFill>
                <a:latin typeface="Calibri" panose="020F0502020204030204" pitchFamily="34" charset="0"/>
                <a:ea typeface="Calibri" panose="020F0502020204030204" pitchFamily="34" charset="0"/>
                <a:cs typeface="Calibri" panose="020F0502020204030204" pitchFamily="34" charset="0"/>
              </a:rPr>
              <a:t>Key Benefits:</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Help in track the actual stage of work completed</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Track the delays in Stage wise development</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Track the financial liabilities procured at site</a:t>
            </a:r>
          </a:p>
        </p:txBody>
      </p:sp>
      <p:pic>
        <p:nvPicPr>
          <p:cNvPr id="4" name="Picture 3">
            <a:extLst>
              <a:ext uri="{FF2B5EF4-FFF2-40B4-BE49-F238E27FC236}">
                <a16:creationId xmlns:a16="http://schemas.microsoft.com/office/drawing/2014/main" id="{26468963-1A1D-6CCB-890B-2B13ECE5CE0A}"/>
              </a:ext>
            </a:extLst>
          </p:cNvPr>
          <p:cNvPicPr>
            <a:picLocks noChangeAspect="1"/>
          </p:cNvPicPr>
          <p:nvPr/>
        </p:nvPicPr>
        <p:blipFill>
          <a:blip r:embed="rId2"/>
          <a:srcRect b="6852"/>
          <a:stretch/>
        </p:blipFill>
        <p:spPr>
          <a:xfrm>
            <a:off x="286271" y="1334787"/>
            <a:ext cx="7874752" cy="41260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071419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DB596-47B7-5661-C6E6-8168429BEB9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1E19823-7687-45CC-6115-112DE13F149E}"/>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Sopan</a:t>
            </a:r>
            <a:r>
              <a:rPr lang="en-IN" sz="3200" b="1" dirty="0">
                <a:latin typeface="+mn-lt"/>
              </a:rPr>
              <a:t> Module</a:t>
            </a:r>
          </a:p>
        </p:txBody>
      </p:sp>
      <p:sp>
        <p:nvSpPr>
          <p:cNvPr id="6" name="TextBox 5"/>
          <p:cNvSpPr txBox="1"/>
          <p:nvPr/>
        </p:nvSpPr>
        <p:spPr>
          <a:xfrm>
            <a:off x="1168400" y="2044700"/>
            <a:ext cx="2393797" cy="2062103"/>
          </a:xfrm>
          <a:prstGeom prst="rect">
            <a:avLst/>
          </a:prstGeom>
          <a:noFill/>
        </p:spPr>
        <p:txBody>
          <a:bodyPr wrap="none" rtlCol="0">
            <a:spAutoFit/>
          </a:bodyPr>
          <a:lstStyle/>
          <a:p>
            <a:pPr marL="342900" indent="-342900">
              <a:buAutoNum type="arabicPeriod"/>
            </a:pPr>
            <a:r>
              <a:rPr lang="en-US" sz="3200" b="1" dirty="0"/>
              <a:t>OHT</a:t>
            </a:r>
          </a:p>
          <a:p>
            <a:pPr marL="342900" indent="-342900">
              <a:buAutoNum type="arabicPeriod"/>
            </a:pPr>
            <a:r>
              <a:rPr lang="en-US" sz="3200" b="1" dirty="0"/>
              <a:t>WTP</a:t>
            </a:r>
          </a:p>
          <a:p>
            <a:pPr marL="342900" indent="-342900">
              <a:buAutoNum type="arabicPeriod"/>
            </a:pPr>
            <a:r>
              <a:rPr lang="en-US" sz="3200" b="1" dirty="0"/>
              <a:t>Intake well</a:t>
            </a:r>
          </a:p>
          <a:p>
            <a:pPr marL="342900" indent="-342900">
              <a:buAutoNum type="arabicPeriod"/>
            </a:pPr>
            <a:r>
              <a:rPr lang="en-US" sz="3200" b="1" dirty="0"/>
              <a:t>IPS</a:t>
            </a:r>
          </a:p>
        </p:txBody>
      </p:sp>
      <p:sp>
        <p:nvSpPr>
          <p:cNvPr id="7" name="TextBox 6"/>
          <p:cNvSpPr txBox="1"/>
          <p:nvPr/>
        </p:nvSpPr>
        <p:spPr>
          <a:xfrm>
            <a:off x="1215657" y="1244600"/>
            <a:ext cx="2346540" cy="584775"/>
          </a:xfrm>
          <a:prstGeom prst="rect">
            <a:avLst/>
          </a:prstGeom>
          <a:noFill/>
        </p:spPr>
        <p:txBody>
          <a:bodyPr wrap="none" rtlCol="0">
            <a:spAutoFit/>
          </a:bodyPr>
          <a:lstStyle/>
          <a:p>
            <a:r>
              <a:rPr lang="en-US" sz="3200" b="1" dirty="0"/>
              <a:t>Components</a:t>
            </a:r>
          </a:p>
        </p:txBody>
      </p:sp>
    </p:spTree>
    <p:extLst>
      <p:ext uri="{BB962C8B-B14F-4D97-AF65-F5344CB8AC3E}">
        <p14:creationId xmlns:p14="http://schemas.microsoft.com/office/powerpoint/2010/main" val="19861248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DB596-47B7-5661-C6E6-8168429BEB9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1E19823-7687-45CC-6115-112DE13F149E}"/>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Sopan Module – Mapped OHTs with Scheme</a:t>
            </a:r>
          </a:p>
        </p:txBody>
      </p:sp>
      <p:pic>
        <p:nvPicPr>
          <p:cNvPr id="3" name="Picture 2"/>
          <p:cNvPicPr>
            <a:picLocks noChangeAspect="1"/>
          </p:cNvPicPr>
          <p:nvPr/>
        </p:nvPicPr>
        <p:blipFill rotWithShape="1">
          <a:blip r:embed="rId2"/>
          <a:srcRect t="17407" r="2167" b="4963"/>
          <a:stretch/>
        </p:blipFill>
        <p:spPr>
          <a:xfrm>
            <a:off x="137160" y="584775"/>
            <a:ext cx="11932920" cy="6166546"/>
          </a:xfrm>
          <a:prstGeom prst="rect">
            <a:avLst/>
          </a:prstGeom>
        </p:spPr>
      </p:pic>
    </p:spTree>
    <p:extLst>
      <p:ext uri="{BB962C8B-B14F-4D97-AF65-F5344CB8AC3E}">
        <p14:creationId xmlns:p14="http://schemas.microsoft.com/office/powerpoint/2010/main" val="42633621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DB596-47B7-5661-C6E6-8168429BEB9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1E19823-7687-45CC-6115-112DE13F149E}"/>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Sopan Module – Mapped OHTs with Scheme</a:t>
            </a:r>
          </a:p>
        </p:txBody>
      </p:sp>
      <p:pic>
        <p:nvPicPr>
          <p:cNvPr id="5" name="Picture 4">
            <a:extLst>
              <a:ext uri="{FF2B5EF4-FFF2-40B4-BE49-F238E27FC236}">
                <a16:creationId xmlns:a16="http://schemas.microsoft.com/office/drawing/2014/main" id="{DF9F66A8-C22D-1EF9-D399-B9B6D4A16F6E}"/>
              </a:ext>
            </a:extLst>
          </p:cNvPr>
          <p:cNvPicPr>
            <a:picLocks noChangeAspect="1"/>
          </p:cNvPicPr>
          <p:nvPr/>
        </p:nvPicPr>
        <p:blipFill>
          <a:blip r:embed="rId2"/>
          <a:srcRect l="16428" t="8527" r="1829" b="9841"/>
          <a:stretch/>
        </p:blipFill>
        <p:spPr>
          <a:xfrm>
            <a:off x="768769" y="726288"/>
            <a:ext cx="10654461" cy="598504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828957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81E1E-5F8E-1F10-1AF4-EDB276F7CF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FD5EE15-C70B-C8A7-67B9-408B4497ACE6}"/>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Sopan Module – Details to be Entered</a:t>
            </a:r>
          </a:p>
        </p:txBody>
      </p:sp>
      <p:pic>
        <p:nvPicPr>
          <p:cNvPr id="4" name="Picture 3">
            <a:extLst>
              <a:ext uri="{FF2B5EF4-FFF2-40B4-BE49-F238E27FC236}">
                <a16:creationId xmlns:a16="http://schemas.microsoft.com/office/drawing/2014/main" id="{953EB859-77D1-48A4-18D4-31B42F026DEA}"/>
              </a:ext>
            </a:extLst>
          </p:cNvPr>
          <p:cNvPicPr>
            <a:picLocks noChangeAspect="1"/>
          </p:cNvPicPr>
          <p:nvPr/>
        </p:nvPicPr>
        <p:blipFill>
          <a:blip r:embed="rId2"/>
          <a:srcRect l="16518" t="20476" r="1339" b="7301"/>
          <a:stretch/>
        </p:blipFill>
        <p:spPr>
          <a:xfrm>
            <a:off x="315685" y="805543"/>
            <a:ext cx="11527972" cy="57013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15244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2268A-690C-CB94-0059-9EAFA80B624D}"/>
            </a:ext>
          </a:extLst>
        </p:cNvPr>
        <p:cNvGrpSpPr/>
        <p:nvPr/>
      </p:nvGrpSpPr>
      <p:grpSpPr>
        <a:xfrm>
          <a:off x="0" y="0"/>
          <a:ext cx="0" cy="0"/>
          <a:chOff x="0" y="0"/>
          <a:chExt cx="0" cy="0"/>
        </a:xfrm>
      </p:grpSpPr>
      <p:sp>
        <p:nvSpPr>
          <p:cNvPr id="5" name="Rectangle 5">
            <a:extLst>
              <a:ext uri="{FF2B5EF4-FFF2-40B4-BE49-F238E27FC236}">
                <a16:creationId xmlns:a16="http://schemas.microsoft.com/office/drawing/2014/main" id="{BB461C0D-3799-3025-28C5-0E18CC6BCDC5}"/>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sp>
        <p:nvSpPr>
          <p:cNvPr id="7" name="Rectangle 4">
            <a:extLst>
              <a:ext uri="{FF2B5EF4-FFF2-40B4-BE49-F238E27FC236}">
                <a16:creationId xmlns:a16="http://schemas.microsoft.com/office/drawing/2014/main" id="{AEA1CBE9-24C5-134C-C46B-406A0BB3D6D6}"/>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Picture 1" descr="A screenshot of a computer&#10;&#10;AI-generated content may be incorrect.">
            <a:extLst>
              <a:ext uri="{FF2B5EF4-FFF2-40B4-BE49-F238E27FC236}">
                <a16:creationId xmlns:a16="http://schemas.microsoft.com/office/drawing/2014/main" id="{2C21D03A-E506-EB19-EC2C-6B19E81683A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0543" y="2259294"/>
            <a:ext cx="5916776" cy="33629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descr="A screenshot of a computer">
            <a:extLst>
              <a:ext uri="{FF2B5EF4-FFF2-40B4-BE49-F238E27FC236}">
                <a16:creationId xmlns:a16="http://schemas.microsoft.com/office/drawing/2014/main" id="{CCCCDC0C-2CAC-9C10-4462-3DD9A372A7F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234701" y="2797521"/>
            <a:ext cx="5731510" cy="35795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TextBox 10">
            <a:extLst>
              <a:ext uri="{FF2B5EF4-FFF2-40B4-BE49-F238E27FC236}">
                <a16:creationId xmlns:a16="http://schemas.microsoft.com/office/drawing/2014/main" id="{56475AA6-EC3F-3A9D-8E61-00261CB46939}"/>
              </a:ext>
            </a:extLst>
          </p:cNvPr>
          <p:cNvSpPr txBox="1"/>
          <p:nvPr/>
        </p:nvSpPr>
        <p:spPr>
          <a:xfrm>
            <a:off x="791404" y="821870"/>
            <a:ext cx="11174807" cy="1200329"/>
          </a:xfrm>
          <a:prstGeom prst="rect">
            <a:avLst/>
          </a:prstGeom>
          <a:noFill/>
        </p:spPr>
        <p:txBody>
          <a:bodyPr wrap="square">
            <a:spAutoFit/>
          </a:bodyPr>
          <a:lstStyle/>
          <a:p>
            <a:pPr algn="just">
              <a:spcAft>
                <a:spcPts val="4800"/>
              </a:spcAft>
              <a:tabLst>
                <a:tab pos="1948180" algn="l"/>
                <a:tab pos="457200" algn="l"/>
              </a:tabLst>
            </a:pPr>
            <a:r>
              <a:rPr lang="en-US" sz="2400" b="1" dirty="0" err="1">
                <a:solidFill>
                  <a:srgbClr val="000000"/>
                </a:solidFill>
                <a:latin typeface="Calibri" panose="020F0502020204030204" pitchFamily="34" charset="0"/>
                <a:ea typeface="Calibri" panose="020F0502020204030204" pitchFamily="34" charset="0"/>
                <a:cs typeface="Calibri" panose="020F0502020204030204" pitchFamily="34" charset="0"/>
              </a:rPr>
              <a:t>Nirmal</a:t>
            </a:r>
            <a:r>
              <a:rPr lang="en-US" sz="2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IN" sz="2400" dirty="0" err="1">
                <a:solidFill>
                  <a:srgbClr val="000000"/>
                </a:solidFill>
                <a:latin typeface="Calibri" panose="020F0502020204030204" pitchFamily="34" charset="0"/>
                <a:ea typeface="Calibri" panose="020F0502020204030204" pitchFamily="34" charset="0"/>
                <a:cs typeface="Calibri" panose="020F0502020204030204" pitchFamily="34" charset="0"/>
              </a:rPr>
              <a:t>Nirmal</a:t>
            </a:r>
            <a:r>
              <a:rPr lang="en-IN" sz="2400" dirty="0">
                <a:solidFill>
                  <a:srgbClr val="000000"/>
                </a:solidFill>
                <a:latin typeface="Calibri" panose="020F0502020204030204" pitchFamily="34" charset="0"/>
                <a:ea typeface="Calibri" panose="020F0502020204030204" pitchFamily="34" charset="0"/>
                <a:cs typeface="Calibri" panose="020F0502020204030204" pitchFamily="34" charset="0"/>
              </a:rPr>
              <a:t> module is developed to assess and monitor the quality of water supplied by the schemes, to ensure that the water supplied meets various quality standards. Regular testing ensures drinking water supply as per BIS:10500 in the planning area.</a:t>
            </a:r>
            <a:endPar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00438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9DDE0-E861-EEAB-B078-B0A95B7363B6}"/>
            </a:ext>
          </a:extLst>
        </p:cNvPr>
        <p:cNvGrpSpPr/>
        <p:nvPr/>
      </p:nvGrpSpPr>
      <p:grpSpPr>
        <a:xfrm>
          <a:off x="0" y="0"/>
          <a:ext cx="0" cy="0"/>
          <a:chOff x="0" y="0"/>
          <a:chExt cx="0" cy="0"/>
        </a:xfrm>
      </p:grpSpPr>
      <p:sp>
        <p:nvSpPr>
          <p:cNvPr id="3" name="Rectangle 5">
            <a:extLst>
              <a:ext uri="{FF2B5EF4-FFF2-40B4-BE49-F238E27FC236}">
                <a16:creationId xmlns:a16="http://schemas.microsoft.com/office/drawing/2014/main"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pic>
        <p:nvPicPr>
          <p:cNvPr id="2" name="Picture 1" descr="A screenshot of a cell phone&#10;&#10;AI-generated content may be incorrect.">
            <a:extLst>
              <a:ext uri="{FF2B5EF4-FFF2-40B4-BE49-F238E27FC236}">
                <a16:creationId xmlns:a16="http://schemas.microsoft.com/office/drawing/2014/main" id="{2F8BD460-041D-E191-6BE9-E6DB05324E38}"/>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84632" y="718624"/>
            <a:ext cx="2967584" cy="5900878"/>
          </a:xfrm>
          <a:prstGeom prst="rect">
            <a:avLst/>
          </a:prstGeom>
          <a:ln>
            <a:solidFill>
              <a:schemeClr val="tx1"/>
            </a:solidFill>
          </a:ln>
        </p:spPr>
      </p:pic>
      <p:pic>
        <p:nvPicPr>
          <p:cNvPr id="6" name="Picture 5" descr="A screenshot of a phone&#10;&#10;AI-generated content may be incorrect.">
            <a:extLst>
              <a:ext uri="{FF2B5EF4-FFF2-40B4-BE49-F238E27FC236}">
                <a16:creationId xmlns:a16="http://schemas.microsoft.com/office/drawing/2014/main" id="{A91FD4DC-5B2B-754C-0AD2-A2D5CCB93E61}"/>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170732" y="718624"/>
            <a:ext cx="2967584" cy="5900878"/>
          </a:xfrm>
          <a:prstGeom prst="rect">
            <a:avLst/>
          </a:prstGeom>
          <a:ln>
            <a:solidFill>
              <a:schemeClr val="tx1"/>
            </a:solidFill>
          </a:ln>
        </p:spPr>
      </p:pic>
      <p:pic>
        <p:nvPicPr>
          <p:cNvPr id="7" name="Picture 6">
            <a:extLst>
              <a:ext uri="{FF2B5EF4-FFF2-40B4-BE49-F238E27FC236}">
                <a16:creationId xmlns:a16="http://schemas.microsoft.com/office/drawing/2014/main" id="{C95B179E-7A02-9ABB-5485-5B6ABDC0CF49}"/>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9224416" y="718624"/>
            <a:ext cx="2967584" cy="5900878"/>
          </a:xfrm>
          <a:prstGeom prst="rect">
            <a:avLst/>
          </a:prstGeom>
          <a:ln>
            <a:solidFill>
              <a:schemeClr val="tx1"/>
            </a:solidFill>
          </a:ln>
        </p:spPr>
      </p:pic>
      <p:pic>
        <p:nvPicPr>
          <p:cNvPr id="8" name="Picture 7" descr="A screenshot of a phone&#10;&#10;AI-generated content may be incorrect.">
            <a:extLst>
              <a:ext uri="{FF2B5EF4-FFF2-40B4-BE49-F238E27FC236}">
                <a16:creationId xmlns:a16="http://schemas.microsoft.com/office/drawing/2014/main" id="{907FD5DF-E14E-D05C-DDF6-518B6D26A248}"/>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6256832" y="718624"/>
            <a:ext cx="2849068" cy="5900878"/>
          </a:xfrm>
          <a:prstGeom prst="rect">
            <a:avLst/>
          </a:prstGeom>
          <a:ln>
            <a:solidFill>
              <a:schemeClr val="tx1"/>
            </a:solidFill>
          </a:ln>
        </p:spPr>
      </p:pic>
    </p:spTree>
    <p:extLst>
      <p:ext uri="{BB962C8B-B14F-4D97-AF65-F5344CB8AC3E}">
        <p14:creationId xmlns:p14="http://schemas.microsoft.com/office/powerpoint/2010/main" val="22318454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lastic container with liquid in it&#10;&#10;AI-generated content may be incorrect.">
            <a:extLst>
              <a:ext uri="{FF2B5EF4-FFF2-40B4-BE49-F238E27FC236}">
                <a16:creationId xmlns:a16="http://schemas.microsoft.com/office/drawing/2014/main" id="{15260898-ABD7-C91A-BBBB-F8F60A33258D}"/>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7816130" y="-2"/>
            <a:ext cx="4375870" cy="6858000"/>
          </a:xfrm>
          <a:custGeom>
            <a:avLst/>
            <a:gdLst/>
            <a:ahLst/>
            <a:cxnLst/>
            <a:rect l="l" t="t" r="r" b="b"/>
            <a:pathLst>
              <a:path w="4375870" h="6858000">
                <a:moveTo>
                  <a:pt x="4441" y="0"/>
                </a:moveTo>
                <a:lnTo>
                  <a:pt x="4375870" y="0"/>
                </a:lnTo>
                <a:lnTo>
                  <a:pt x="4375870" y="23"/>
                </a:lnTo>
                <a:lnTo>
                  <a:pt x="4375870"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3" name="Picture 2" descr="A hand holding a beaker with water&#10;&#10;AI-generated content may be incorrect.">
            <a:extLst>
              <a:ext uri="{FF2B5EF4-FFF2-40B4-BE49-F238E27FC236}">
                <a16:creationId xmlns:a16="http://schemas.microsoft.com/office/drawing/2014/main" id="{A97080F9-03D6-DC0A-F843-BCA3C2923E7A}"/>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595404" y="33"/>
            <a:ext cx="4942298" cy="6857999"/>
          </a:xfrm>
          <a:custGeom>
            <a:avLst/>
            <a:gdLst/>
            <a:ahLst/>
            <a:cxnLst/>
            <a:rect l="l" t="t" r="r" b="b"/>
            <a:pathLst>
              <a:path w="4942298" h="6857999">
                <a:moveTo>
                  <a:pt x="0" y="0"/>
                </a:moveTo>
                <a:lnTo>
                  <a:pt x="4164238" y="0"/>
                </a:lnTo>
                <a:lnTo>
                  <a:pt x="4271743" y="210478"/>
                </a:lnTo>
                <a:cubicBezTo>
                  <a:pt x="4695097" y="1127919"/>
                  <a:pt x="4942298" y="2233909"/>
                  <a:pt x="4942298" y="3424428"/>
                </a:cubicBezTo>
                <a:cubicBezTo>
                  <a:pt x="4942298" y="4614948"/>
                  <a:pt x="4695097" y="5720938"/>
                  <a:pt x="4271743" y="6638378"/>
                </a:cubicBezTo>
                <a:lnTo>
                  <a:pt x="4159568" y="6857999"/>
                </a:lnTo>
                <a:lnTo>
                  <a:pt x="49488" y="6857999"/>
                </a:lnTo>
                <a:lnTo>
                  <a:pt x="119616" y="6721637"/>
                </a:lnTo>
                <a:cubicBezTo>
                  <a:pt x="540124" y="5863919"/>
                  <a:pt x="796416" y="4724528"/>
                  <a:pt x="796416" y="3474162"/>
                </a:cubicBezTo>
                <a:cubicBezTo>
                  <a:pt x="796416" y="2140439"/>
                  <a:pt x="504812" y="932979"/>
                  <a:pt x="33352" y="58950"/>
                </a:cubicBezTo>
                <a:close/>
              </a:path>
            </a:pathLst>
          </a:custGeom>
        </p:spPr>
      </p:pic>
      <p:sp>
        <p:nvSpPr>
          <p:cNvPr id="7" name="Title 1">
            <a:extLst>
              <a:ext uri="{FF2B5EF4-FFF2-40B4-BE49-F238E27FC236}">
                <a16:creationId xmlns:a16="http://schemas.microsoft.com/office/drawing/2014/main" id="{4C0E957C-E754-7078-3472-3907866811A6}"/>
              </a:ext>
            </a:extLst>
          </p:cNvPr>
          <p:cNvSpPr txBox="1">
            <a:spLocks/>
          </p:cNvSpPr>
          <p:nvPr/>
        </p:nvSpPr>
        <p:spPr>
          <a:xfrm>
            <a:off x="438913" y="1511589"/>
            <a:ext cx="3430958" cy="2896432"/>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dirty="0"/>
              <a:t>Clear water Sample at WTP</a:t>
            </a:r>
          </a:p>
          <a:p>
            <a:pPr algn="l">
              <a:spcAft>
                <a:spcPts val="600"/>
              </a:spcAft>
            </a:pPr>
            <a:r>
              <a:rPr lang="en-US" sz="4000" dirty="0"/>
              <a:t>&amp;</a:t>
            </a:r>
          </a:p>
          <a:p>
            <a:pPr algn="l">
              <a:spcAft>
                <a:spcPts val="600"/>
              </a:spcAft>
            </a:pPr>
            <a:r>
              <a:rPr lang="en-US" sz="4000" dirty="0"/>
              <a:t> </a:t>
            </a:r>
            <a:r>
              <a:rPr lang="en-US" sz="4000" kern="1200" dirty="0">
                <a:solidFill>
                  <a:schemeClr val="tx1"/>
                </a:solidFill>
                <a:latin typeface="+mj-lt"/>
                <a:ea typeface="+mj-ea"/>
                <a:cs typeface="+mj-cs"/>
              </a:rPr>
              <a:t>Raw Water Sample at Inlet WTP</a:t>
            </a:r>
          </a:p>
        </p:txBody>
      </p:sp>
      <p:sp>
        <p:nvSpPr>
          <p:cNvPr id="6" name="Rectangle 5">
            <a:extLst>
              <a:ext uri="{FF2B5EF4-FFF2-40B4-BE49-F238E27FC236}">
                <a16:creationId xmlns:a16="http://schemas.microsoft.com/office/drawing/2014/main"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spTree>
    <p:extLst>
      <p:ext uri="{BB962C8B-B14F-4D97-AF65-F5344CB8AC3E}">
        <p14:creationId xmlns:p14="http://schemas.microsoft.com/office/powerpoint/2010/main" val="10378714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95079-6D73-2F86-7D7B-729CB90EF1F9}"/>
            </a:ext>
          </a:extLst>
        </p:cNvPr>
        <p:cNvGrpSpPr/>
        <p:nvPr/>
      </p:nvGrpSpPr>
      <p:grpSpPr>
        <a:xfrm>
          <a:off x="0" y="0"/>
          <a:ext cx="0" cy="0"/>
          <a:chOff x="0" y="0"/>
          <a:chExt cx="0" cy="0"/>
        </a:xfrm>
      </p:grpSpPr>
      <p:pic>
        <p:nvPicPr>
          <p:cNvPr id="4" name="Picture 3" descr="A person standing next to a bucket of water&#10;&#10;AI-generated content may be incorrect.">
            <a:extLst>
              <a:ext uri="{FF2B5EF4-FFF2-40B4-BE49-F238E27FC236}">
                <a16:creationId xmlns:a16="http://schemas.microsoft.com/office/drawing/2014/main" id="{775C0858-C24F-3832-BBD6-1FCA86E3FE54}"/>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7816130" y="-2"/>
            <a:ext cx="4375870" cy="6858000"/>
          </a:xfrm>
          <a:custGeom>
            <a:avLst/>
            <a:gdLst/>
            <a:ahLst/>
            <a:cxnLst/>
            <a:rect l="l" t="t" r="r" b="b"/>
            <a:pathLst>
              <a:path w="4375870" h="6858000">
                <a:moveTo>
                  <a:pt x="4441" y="0"/>
                </a:moveTo>
                <a:lnTo>
                  <a:pt x="4375870" y="0"/>
                </a:lnTo>
                <a:lnTo>
                  <a:pt x="4375870" y="23"/>
                </a:lnTo>
                <a:lnTo>
                  <a:pt x="4375870"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8" name="Picture 7" descr="A person holding a glass&#10;&#10;AI-generated content may be incorrect.">
            <a:extLst>
              <a:ext uri="{FF2B5EF4-FFF2-40B4-BE49-F238E27FC236}">
                <a16:creationId xmlns:a16="http://schemas.microsoft.com/office/drawing/2014/main" id="{05CD95FB-4078-76BE-8C4C-90AA1744FB1F}"/>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595404" y="33"/>
            <a:ext cx="4942298" cy="6857999"/>
          </a:xfrm>
          <a:custGeom>
            <a:avLst/>
            <a:gdLst/>
            <a:ahLst/>
            <a:cxnLst/>
            <a:rect l="l" t="t" r="r" b="b"/>
            <a:pathLst>
              <a:path w="4942298" h="6857999">
                <a:moveTo>
                  <a:pt x="0" y="0"/>
                </a:moveTo>
                <a:lnTo>
                  <a:pt x="4164238" y="0"/>
                </a:lnTo>
                <a:lnTo>
                  <a:pt x="4271743" y="210478"/>
                </a:lnTo>
                <a:cubicBezTo>
                  <a:pt x="4695097" y="1127919"/>
                  <a:pt x="4942298" y="2233909"/>
                  <a:pt x="4942298" y="3424428"/>
                </a:cubicBezTo>
                <a:cubicBezTo>
                  <a:pt x="4942298" y="4614948"/>
                  <a:pt x="4695097" y="5720938"/>
                  <a:pt x="4271743" y="6638378"/>
                </a:cubicBezTo>
                <a:lnTo>
                  <a:pt x="4159568" y="6857999"/>
                </a:lnTo>
                <a:lnTo>
                  <a:pt x="49488" y="6857999"/>
                </a:lnTo>
                <a:lnTo>
                  <a:pt x="119616" y="6721637"/>
                </a:lnTo>
                <a:cubicBezTo>
                  <a:pt x="540124" y="5863919"/>
                  <a:pt x="796416" y="4724528"/>
                  <a:pt x="796416" y="3474162"/>
                </a:cubicBezTo>
                <a:cubicBezTo>
                  <a:pt x="796416" y="2140439"/>
                  <a:pt x="504812" y="932979"/>
                  <a:pt x="33352" y="58950"/>
                </a:cubicBezTo>
                <a:close/>
              </a:path>
            </a:pathLst>
          </a:custGeom>
        </p:spPr>
      </p:pic>
      <p:sp>
        <p:nvSpPr>
          <p:cNvPr id="7" name="Title 1">
            <a:extLst>
              <a:ext uri="{FF2B5EF4-FFF2-40B4-BE49-F238E27FC236}">
                <a16:creationId xmlns:a16="http://schemas.microsoft.com/office/drawing/2014/main" id="{090FE99D-9368-324C-15EE-A7A073111F72}"/>
              </a:ext>
            </a:extLst>
          </p:cNvPr>
          <p:cNvSpPr txBox="1">
            <a:spLocks/>
          </p:cNvSpPr>
          <p:nvPr/>
        </p:nvSpPr>
        <p:spPr>
          <a:xfrm>
            <a:off x="438913" y="1511589"/>
            <a:ext cx="3430958" cy="28964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kern="1200" dirty="0">
                <a:solidFill>
                  <a:schemeClr val="tx1"/>
                </a:solidFill>
                <a:latin typeface="+mj-lt"/>
                <a:ea typeface="+mj-ea"/>
                <a:cs typeface="+mj-cs"/>
              </a:rPr>
              <a:t>Sample at OHT</a:t>
            </a:r>
          </a:p>
          <a:p>
            <a:pPr algn="l">
              <a:spcAft>
                <a:spcPts val="600"/>
              </a:spcAft>
            </a:pPr>
            <a:r>
              <a:rPr lang="en-US" sz="4000" dirty="0"/>
              <a:t>&amp; </a:t>
            </a:r>
          </a:p>
          <a:p>
            <a:pPr algn="l">
              <a:spcAft>
                <a:spcPts val="600"/>
              </a:spcAft>
            </a:pPr>
            <a:r>
              <a:rPr lang="en-US" sz="4000" kern="1200" dirty="0">
                <a:solidFill>
                  <a:schemeClr val="tx1"/>
                </a:solidFill>
                <a:latin typeface="+mj-lt"/>
                <a:ea typeface="+mj-ea"/>
                <a:cs typeface="+mj-cs"/>
              </a:rPr>
              <a:t>Beneficiary at Village</a:t>
            </a:r>
          </a:p>
        </p:txBody>
      </p:sp>
      <p:sp>
        <p:nvSpPr>
          <p:cNvPr id="5" name="Rectangle 5">
            <a:extLst>
              <a:ext uri="{FF2B5EF4-FFF2-40B4-BE49-F238E27FC236}">
                <a16:creationId xmlns:a16="http://schemas.microsoft.com/office/drawing/2014/main"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spTree>
    <p:extLst>
      <p:ext uri="{BB962C8B-B14F-4D97-AF65-F5344CB8AC3E}">
        <p14:creationId xmlns:p14="http://schemas.microsoft.com/office/powerpoint/2010/main" val="7265209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9DDE0-E861-EEAB-B078-B0A95B7363B6}"/>
            </a:ext>
          </a:extLst>
        </p:cNvPr>
        <p:cNvGrpSpPr/>
        <p:nvPr/>
      </p:nvGrpSpPr>
      <p:grpSpPr>
        <a:xfrm>
          <a:off x="0" y="0"/>
          <a:ext cx="0" cy="0"/>
          <a:chOff x="0" y="0"/>
          <a:chExt cx="0" cy="0"/>
        </a:xfrm>
      </p:grpSpPr>
      <p:sp>
        <p:nvSpPr>
          <p:cNvPr id="3" name="Rectangle 5">
            <a:extLst>
              <a:ext uri="{FF2B5EF4-FFF2-40B4-BE49-F238E27FC236}">
                <a16:creationId xmlns:a16="http://schemas.microsoft.com/office/drawing/2014/main"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27090" y="769256"/>
            <a:ext cx="4248796" cy="6066973"/>
          </a:xfrm>
          <a:prstGeom prst="rect">
            <a:avLst/>
          </a:prstGeom>
        </p:spPr>
      </p:pic>
      <p:pic>
        <p:nvPicPr>
          <p:cNvPr id="7" name="Picture 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912960" y="725715"/>
            <a:ext cx="3803914" cy="6066973"/>
          </a:xfrm>
          <a:prstGeom prst="rect">
            <a:avLst/>
          </a:prstGeom>
        </p:spPr>
      </p:pic>
      <p:pic>
        <p:nvPicPr>
          <p:cNvPr id="8" name="Picture 7"/>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8988" y="711198"/>
            <a:ext cx="3683756" cy="6066973"/>
          </a:xfrm>
          <a:prstGeom prst="rect">
            <a:avLst/>
          </a:prstGeom>
        </p:spPr>
      </p:pic>
    </p:spTree>
    <p:extLst>
      <p:ext uri="{BB962C8B-B14F-4D97-AF65-F5344CB8AC3E}">
        <p14:creationId xmlns:p14="http://schemas.microsoft.com/office/powerpoint/2010/main" val="28185803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9DDE0-E861-EEAB-B078-B0A95B7363B6}"/>
            </a:ext>
          </a:extLst>
        </p:cNvPr>
        <p:cNvGrpSpPr/>
        <p:nvPr/>
      </p:nvGrpSpPr>
      <p:grpSpPr>
        <a:xfrm>
          <a:off x="0" y="0"/>
          <a:ext cx="0" cy="0"/>
          <a:chOff x="0" y="0"/>
          <a:chExt cx="0" cy="0"/>
        </a:xfrm>
      </p:grpSpPr>
      <p:sp>
        <p:nvSpPr>
          <p:cNvPr id="3" name="Rectangle 5">
            <a:extLst>
              <a:ext uri="{FF2B5EF4-FFF2-40B4-BE49-F238E27FC236}">
                <a16:creationId xmlns:a16="http://schemas.microsoft.com/office/drawing/2014/main"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pic>
        <p:nvPicPr>
          <p:cNvPr id="5" name="Picture 4" descr="A screenshot of a computer&#10;&#10;AI-generated content may be incorrect.">
            <a:extLst>
              <a:ext uri="{FF2B5EF4-FFF2-40B4-BE49-F238E27FC236}">
                <a16:creationId xmlns:a16="http://schemas.microsoft.com/office/drawing/2014/main" id="{A66CB164-EA72-BBCE-8B4A-793E1732DBC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0535" y="584775"/>
            <a:ext cx="12013948" cy="5932068"/>
          </a:xfrm>
          <a:prstGeom prst="rect">
            <a:avLst/>
          </a:prstGeom>
        </p:spPr>
      </p:pic>
    </p:spTree>
    <p:extLst>
      <p:ext uri="{BB962C8B-B14F-4D97-AF65-F5344CB8AC3E}">
        <p14:creationId xmlns:p14="http://schemas.microsoft.com/office/powerpoint/2010/main" val="18801069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BE55F-A444-036A-64F4-B321D247C9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A7BEC66-B859-CA4C-8276-31EEE212F745}"/>
              </a:ext>
            </a:extLst>
          </p:cNvPr>
          <p:cNvSpPr>
            <a:spLocks noChangeArrowheads="1"/>
          </p:cNvSpPr>
          <p:nvPr/>
        </p:nvSpPr>
        <p:spPr bwMode="auto">
          <a:xfrm>
            <a:off x="0" y="0"/>
            <a:ext cx="12192000" cy="584775"/>
          </a:xfrm>
          <a:prstGeom prst="rect">
            <a:avLst/>
          </a:prstGeom>
          <a:solidFill>
            <a:srgbClr val="DAE3F3"/>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a:latin typeface="+mn-lt"/>
              </a:rPr>
              <a:t>Bharosa – Pre-dispatch material inspection by TPIA</a:t>
            </a:r>
          </a:p>
        </p:txBody>
      </p:sp>
      <p:sp>
        <p:nvSpPr>
          <p:cNvPr id="3" name="TextBox 1">
            <a:extLst>
              <a:ext uri="{FF2B5EF4-FFF2-40B4-BE49-F238E27FC236}">
                <a16:creationId xmlns:a16="http://schemas.microsoft.com/office/drawing/2014/main" id="{C95B2807-69D5-F81B-9269-C743D6D2C11E}"/>
              </a:ext>
            </a:extLst>
          </p:cNvPr>
          <p:cNvSpPr txBox="1">
            <a:spLocks noChangeArrowheads="1"/>
          </p:cNvSpPr>
          <p:nvPr/>
        </p:nvSpPr>
        <p:spPr bwMode="auto">
          <a:xfrm>
            <a:off x="339048" y="886490"/>
            <a:ext cx="11548152" cy="4212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800100" indent="-3429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indent="0" algn="ctr">
              <a:spcAft>
                <a:spcPts val="1200"/>
              </a:spcAft>
              <a:buNone/>
              <a:tabLst>
                <a:tab pos="1948180" algn="l"/>
                <a:tab pos="457200" algn="l"/>
              </a:tabLst>
            </a:pPr>
            <a:r>
              <a:rPr lang="en-IN" sz="2400" b="1" dirty="0">
                <a:solidFill>
                  <a:srgbClr val="000000"/>
                </a:solidFill>
                <a:effectLst/>
                <a:latin typeface="+mn-lt"/>
                <a:ea typeface="Calibri" panose="020F0502020204030204" pitchFamily="34" charset="0"/>
                <a:cs typeface="Calibri" panose="020F0502020204030204" pitchFamily="34" charset="0"/>
              </a:rPr>
              <a:t>“</a:t>
            </a:r>
            <a:r>
              <a:rPr lang="en-IN" sz="2400" b="1" dirty="0" err="1">
                <a:solidFill>
                  <a:srgbClr val="000000"/>
                </a:solidFill>
                <a:effectLst/>
                <a:latin typeface="+mn-lt"/>
                <a:ea typeface="Calibri" panose="020F0502020204030204" pitchFamily="34" charset="0"/>
                <a:cs typeface="Calibri" panose="020F0502020204030204" pitchFamily="34" charset="0"/>
              </a:rPr>
              <a:t>Bharosa</a:t>
            </a:r>
            <a:r>
              <a:rPr lang="en-IN" sz="2400" b="1" dirty="0">
                <a:solidFill>
                  <a:srgbClr val="000000"/>
                </a:solidFill>
                <a:effectLst/>
                <a:latin typeface="+mn-lt"/>
                <a:ea typeface="Calibri" panose="020F0502020204030204" pitchFamily="34" charset="0"/>
                <a:cs typeface="Calibri" panose="020F0502020204030204" pitchFamily="34" charset="0"/>
              </a:rPr>
              <a:t>”</a:t>
            </a:r>
            <a:r>
              <a:rPr lang="en-IN" sz="2400" dirty="0">
                <a:solidFill>
                  <a:srgbClr val="000000"/>
                </a:solidFill>
                <a:effectLst/>
                <a:latin typeface="+mn-lt"/>
                <a:ea typeface="Calibri" panose="020F0502020204030204" pitchFamily="34" charset="0"/>
                <a:cs typeface="Calibri" panose="020F0502020204030204" pitchFamily="34" charset="0"/>
              </a:rPr>
              <a:t> </a:t>
            </a:r>
            <a:r>
              <a:rPr lang="en-US" sz="2400" dirty="0">
                <a:solidFill>
                  <a:srgbClr val="000000"/>
                </a:solidFill>
                <a:latin typeface="+mn-lt"/>
                <a:ea typeface="Calibri" panose="020F0502020204030204" pitchFamily="34" charset="0"/>
                <a:cs typeface="Calibri" panose="020F0502020204030204" pitchFamily="34" charset="0"/>
              </a:rPr>
              <a:t>:</a:t>
            </a:r>
            <a:endParaRPr lang="en-US" sz="2400" dirty="0">
              <a:solidFill>
                <a:srgbClr val="000000"/>
              </a:solidFill>
              <a:effectLst/>
              <a:latin typeface="+mn-lt"/>
              <a:ea typeface="Calibri" panose="020F0502020204030204" pitchFamily="34" charset="0"/>
              <a:cs typeface="Calibri" panose="020F0502020204030204" pitchFamily="34" charset="0"/>
            </a:endParaRPr>
          </a:p>
          <a:p>
            <a:pPr marL="285750" indent="-285750" algn="just">
              <a:spcAft>
                <a:spcPts val="1200"/>
              </a:spcAft>
              <a:buFont typeface="Arial" panose="020B0604020202020204" pitchFamily="34" charset="0"/>
              <a:buChar char="•"/>
              <a:tabLst>
                <a:tab pos="1948180" algn="l"/>
                <a:tab pos="457200" algn="l"/>
              </a:tabLst>
            </a:pPr>
            <a:r>
              <a:rPr lang="en-IN" sz="2400" b="1" dirty="0">
                <a:solidFill>
                  <a:srgbClr val="000000"/>
                </a:solidFill>
                <a:effectLst/>
                <a:latin typeface="+mn-lt"/>
                <a:ea typeface="Calibri" panose="020F0502020204030204" pitchFamily="34" charset="0"/>
                <a:cs typeface="Calibri" panose="020F0502020204030204" pitchFamily="34" charset="0"/>
              </a:rPr>
              <a:t>QAPs: </a:t>
            </a:r>
            <a:r>
              <a:rPr lang="en-IN" sz="2400" dirty="0">
                <a:solidFill>
                  <a:srgbClr val="000000"/>
                </a:solidFill>
                <a:effectLst/>
                <a:latin typeface="+mn-lt"/>
                <a:ea typeface="Calibri" panose="020F0502020204030204" pitchFamily="34" charset="0"/>
                <a:cs typeface="Calibri" panose="020F0502020204030204" pitchFamily="34" charset="0"/>
              </a:rPr>
              <a:t>Uploading approved Quality Assurance Plans (QAPs) for all material to be procured.</a:t>
            </a:r>
            <a:endParaRPr lang="en-IN" sz="2400" b="1" dirty="0">
              <a:solidFill>
                <a:srgbClr val="000000"/>
              </a:solidFill>
              <a:effectLst/>
              <a:latin typeface="+mn-lt"/>
              <a:ea typeface="Calibri" panose="020F0502020204030204" pitchFamily="34" charset="0"/>
              <a:cs typeface="Calibri" panose="020F0502020204030204" pitchFamily="34" charset="0"/>
            </a:endParaRPr>
          </a:p>
          <a:p>
            <a:pPr marL="285750" indent="-285750" algn="just">
              <a:spcAft>
                <a:spcPts val="1200"/>
              </a:spcAft>
              <a:buFont typeface="Arial" panose="020B0604020202020204" pitchFamily="34" charset="0"/>
              <a:buChar char="•"/>
              <a:tabLst>
                <a:tab pos="1948180" algn="l"/>
                <a:tab pos="457200" algn="l"/>
              </a:tabLst>
            </a:pPr>
            <a:r>
              <a:rPr lang="en-IN" sz="2400" b="1" dirty="0">
                <a:solidFill>
                  <a:srgbClr val="000000"/>
                </a:solidFill>
                <a:effectLst/>
                <a:latin typeface="+mn-lt"/>
                <a:ea typeface="Calibri" panose="020F0502020204030204" pitchFamily="34" charset="0"/>
                <a:cs typeface="Calibri" panose="020F0502020204030204" pitchFamily="34" charset="0"/>
              </a:rPr>
              <a:t>Material Testing Record Keeping:</a:t>
            </a:r>
            <a:r>
              <a:rPr lang="en-IN" sz="2400" dirty="0">
                <a:solidFill>
                  <a:srgbClr val="000000"/>
                </a:solidFill>
                <a:effectLst/>
                <a:latin typeface="+mn-lt"/>
                <a:ea typeface="Calibri" panose="020F0502020204030204" pitchFamily="34" charset="0"/>
                <a:cs typeface="Calibri" panose="020F0502020204030204" pitchFamily="34" charset="0"/>
              </a:rPr>
              <a:t> The module facilitates recording comprehensive pre-dispatch material testing details to ensure quality and compliance with standards.</a:t>
            </a:r>
            <a:endParaRPr lang="en-US" sz="2400" dirty="0">
              <a:solidFill>
                <a:srgbClr val="000000"/>
              </a:solidFill>
              <a:latin typeface="+mn-lt"/>
              <a:ea typeface="Calibri" panose="020F0502020204030204" pitchFamily="34" charset="0"/>
              <a:cs typeface="Calibri" panose="020F0502020204030204" pitchFamily="34" charset="0"/>
            </a:endParaRPr>
          </a:p>
          <a:p>
            <a:pPr marL="285750" indent="-285750" algn="just">
              <a:spcAft>
                <a:spcPts val="1200"/>
              </a:spcAft>
              <a:buFont typeface="Arial" panose="020B0604020202020204" pitchFamily="34" charset="0"/>
              <a:buChar char="•"/>
              <a:tabLst>
                <a:tab pos="1948180" algn="l"/>
                <a:tab pos="457200" algn="l"/>
              </a:tabLst>
            </a:pPr>
            <a:r>
              <a:rPr lang="en-IN" sz="2400" b="1" dirty="0">
                <a:solidFill>
                  <a:srgbClr val="000000"/>
                </a:solidFill>
                <a:effectLst/>
                <a:latin typeface="+mn-lt"/>
                <a:ea typeface="Calibri" panose="020F0502020204030204" pitchFamily="34" charset="0"/>
                <a:cs typeface="Calibri" panose="020F0502020204030204" pitchFamily="34" charset="0"/>
              </a:rPr>
              <a:t>Real-Time Updates:</a:t>
            </a:r>
            <a:r>
              <a:rPr lang="en-IN" sz="2400" dirty="0">
                <a:solidFill>
                  <a:srgbClr val="000000"/>
                </a:solidFill>
                <a:effectLst/>
                <a:latin typeface="+mn-lt"/>
                <a:ea typeface="Calibri" panose="020F0502020204030204" pitchFamily="34" charset="0"/>
                <a:cs typeface="Calibri" panose="020F0502020204030204" pitchFamily="34" charset="0"/>
              </a:rPr>
              <a:t> Provides real-time notifications and updates on testing results, enhancing transparency and decision-making.</a:t>
            </a:r>
          </a:p>
          <a:p>
            <a:pPr marL="285750" indent="-285750" algn="just">
              <a:spcAft>
                <a:spcPts val="1200"/>
              </a:spcAft>
              <a:buFont typeface="Arial" panose="020B0604020202020204" pitchFamily="34" charset="0"/>
              <a:buChar char="•"/>
              <a:tabLst>
                <a:tab pos="1948180" algn="l"/>
                <a:tab pos="457200" algn="l"/>
              </a:tabLst>
            </a:pPr>
            <a:r>
              <a:rPr lang="en-IN" sz="2400" b="1" dirty="0">
                <a:solidFill>
                  <a:srgbClr val="000000"/>
                </a:solidFill>
                <a:effectLst/>
                <a:latin typeface="+mn-lt"/>
                <a:ea typeface="Calibri" panose="020F0502020204030204" pitchFamily="34" charset="0"/>
                <a:cs typeface="Calibri" panose="020F0502020204030204" pitchFamily="34" charset="0"/>
              </a:rPr>
              <a:t>Streamlined Process:</a:t>
            </a:r>
            <a:r>
              <a:rPr lang="en-IN" sz="2400" dirty="0">
                <a:solidFill>
                  <a:srgbClr val="000000"/>
                </a:solidFill>
                <a:effectLst/>
                <a:latin typeface="+mn-lt"/>
                <a:ea typeface="Calibri" panose="020F0502020204030204" pitchFamily="34" charset="0"/>
                <a:cs typeface="Calibri" panose="020F0502020204030204" pitchFamily="34" charset="0"/>
              </a:rPr>
              <a:t> Integrates seamlessly with existing workflows, improving efficiency in the material dispatch process and reducing delays.</a:t>
            </a:r>
            <a:endParaRPr lang="en-US" sz="2400" dirty="0">
              <a:solidFill>
                <a:srgbClr val="000000"/>
              </a:solidFill>
              <a:effectLst/>
              <a:latin typeface="+mn-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876460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pouring water into a bucket&#10;&#10;Description automatically generated with low confidence">
            <a:extLst>
              <a:ext uri="{FF2B5EF4-FFF2-40B4-BE49-F238E27FC236}">
                <a16:creationId xmlns:a16="http://schemas.microsoft.com/office/drawing/2014/main" id="{7CDD3BBE-6D9F-87D6-576F-CCE1B8C4D38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4"/>
          <a:stretch/>
        </p:blipFill>
        <p:spPr>
          <a:xfrm>
            <a:off x="8274952" y="0"/>
            <a:ext cx="3913376" cy="3281569"/>
          </a:xfrm>
          <a:custGeom>
            <a:avLst/>
            <a:gdLst/>
            <a:ahLst/>
            <a:cxnLst/>
            <a:rect l="l" t="t" r="r" b="b"/>
            <a:pathLst>
              <a:path w="3913376" h="3281569">
                <a:moveTo>
                  <a:pt x="267865" y="0"/>
                </a:moveTo>
                <a:lnTo>
                  <a:pt x="3913376" y="0"/>
                </a:lnTo>
                <a:lnTo>
                  <a:pt x="3913376" y="2499938"/>
                </a:lnTo>
                <a:lnTo>
                  <a:pt x="3794714" y="2630499"/>
                </a:lnTo>
                <a:cubicBezTo>
                  <a:pt x="3392450" y="3032763"/>
                  <a:pt x="2836727" y="3281569"/>
                  <a:pt x="2222892" y="3281569"/>
                </a:cubicBezTo>
                <a:cubicBezTo>
                  <a:pt x="995223" y="3281569"/>
                  <a:pt x="0" y="2286346"/>
                  <a:pt x="0" y="1058677"/>
                </a:cubicBezTo>
                <a:cubicBezTo>
                  <a:pt x="0" y="751760"/>
                  <a:pt x="62202" y="459370"/>
                  <a:pt x="174686" y="193427"/>
                </a:cubicBezTo>
                <a:close/>
              </a:path>
            </a:pathLst>
          </a:custGeom>
        </p:spPr>
      </p:pic>
      <p:pic>
        <p:nvPicPr>
          <p:cNvPr id="6" name="Picture 5" descr="A picture containing ground, outdoor, tool&#10;&#10;Description automatically generated">
            <a:extLst>
              <a:ext uri="{FF2B5EF4-FFF2-40B4-BE49-F238E27FC236}">
                <a16:creationId xmlns:a16="http://schemas.microsoft.com/office/drawing/2014/main" id="{BBDC6E97-231D-C635-A4F1-66A7BA20DCC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r="-2"/>
          <a:stretch/>
        </p:blipFill>
        <p:spPr>
          <a:xfrm>
            <a:off x="9009416" y="4131546"/>
            <a:ext cx="3178912" cy="2726454"/>
          </a:xfrm>
          <a:custGeom>
            <a:avLst/>
            <a:gdLst/>
            <a:ahLst/>
            <a:cxnLst/>
            <a:rect l="l" t="t" r="r" b="b"/>
            <a:pathLst>
              <a:path w="3178912" h="2726454">
                <a:moveTo>
                  <a:pt x="1837818" y="0"/>
                </a:moveTo>
                <a:cubicBezTo>
                  <a:pt x="2345318" y="0"/>
                  <a:pt x="2804772" y="205705"/>
                  <a:pt x="3137352" y="538285"/>
                </a:cubicBezTo>
                <a:lnTo>
                  <a:pt x="3178912" y="584013"/>
                </a:lnTo>
                <a:lnTo>
                  <a:pt x="3178912" y="2726454"/>
                </a:lnTo>
                <a:lnTo>
                  <a:pt x="229483" y="2726454"/>
                </a:lnTo>
                <a:lnTo>
                  <a:pt x="221815" y="2713832"/>
                </a:lnTo>
                <a:cubicBezTo>
                  <a:pt x="80353" y="2453425"/>
                  <a:pt x="0" y="2155005"/>
                  <a:pt x="0" y="1837818"/>
                </a:cubicBezTo>
                <a:cubicBezTo>
                  <a:pt x="0" y="822819"/>
                  <a:pt x="822819" y="0"/>
                  <a:pt x="1837818" y="0"/>
                </a:cubicBezTo>
                <a:close/>
              </a:path>
            </a:pathLst>
          </a:custGeom>
        </p:spPr>
      </p:pic>
      <p:sp>
        <p:nvSpPr>
          <p:cNvPr id="7" name="Rectangle 5">
            <a:extLst>
              <a:ext uri="{FF2B5EF4-FFF2-40B4-BE49-F238E27FC236}">
                <a16:creationId xmlns:a16="http://schemas.microsoft.com/office/drawing/2014/main" id="{70E3C360-BEE2-4808-3676-DCF2EFEBED1E}"/>
              </a:ext>
            </a:extLst>
          </p:cNvPr>
          <p:cNvSpPr>
            <a:spLocks noChangeArrowheads="1"/>
          </p:cNvSpPr>
          <p:nvPr/>
        </p:nvSpPr>
        <p:spPr bwMode="auto">
          <a:xfrm>
            <a:off x="812126" y="1114230"/>
            <a:ext cx="4509236" cy="1139139"/>
          </a:xfrm>
          <a:prstGeom prst="rect">
            <a:avLst/>
          </a:prstGeom>
        </p:spPr>
        <p:txBody>
          <a:bodyPr vert="horz" lIns="91440" tIns="45720" rIns="91440" bIns="45720" rtlCol="0" anchor="ctr">
            <a:norm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90000"/>
              </a:lnSpc>
              <a:spcBef>
                <a:spcPct val="0"/>
              </a:spcBef>
              <a:spcAft>
                <a:spcPts val="600"/>
              </a:spcAft>
              <a:buClrTx/>
              <a:buSzTx/>
              <a:buFontTx/>
              <a:buNone/>
              <a:tabLst/>
              <a:defRPr/>
            </a:pPr>
            <a:endParaRPr kumimoji="0" lang="en-US" sz="3600" b="1" i="0" u="none" strike="noStrike" kern="1200" cap="none" spc="0" normalizeH="0" baseline="0" noProof="0" dirty="0">
              <a:ln>
                <a:noFill/>
              </a:ln>
              <a:effectLst/>
              <a:uLnTx/>
              <a:uFillTx/>
              <a:latin typeface="Calibri Light"/>
              <a:ea typeface="+mn-ea"/>
              <a:cs typeface="Arial" panose="020B0604020202020204" pitchFamily="34" charset="0"/>
            </a:endParaRPr>
          </a:p>
        </p:txBody>
      </p:sp>
      <p:pic>
        <p:nvPicPr>
          <p:cNvPr id="8" name="Picture 7" descr="A picture containing person&#10;&#10;Description automatically generated">
            <a:extLst>
              <a:ext uri="{FF2B5EF4-FFF2-40B4-BE49-F238E27FC236}">
                <a16:creationId xmlns:a16="http://schemas.microsoft.com/office/drawing/2014/main" id="{ED63FF0D-EB9F-7088-AE70-8CC43E56048B}"/>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544429" y="160534"/>
            <a:ext cx="2363682" cy="2363682"/>
          </a:xfrm>
          <a:custGeom>
            <a:avLst/>
            <a:gdLst/>
            <a:ahLst/>
            <a:cxnLst/>
            <a:rect l="l" t="t" r="r" b="b"/>
            <a:pathLst>
              <a:path w="1956816" h="1956816">
                <a:moveTo>
                  <a:pt x="978408" y="0"/>
                </a:moveTo>
                <a:cubicBezTo>
                  <a:pt x="1518768" y="0"/>
                  <a:pt x="1956816" y="438048"/>
                  <a:pt x="1956816" y="978408"/>
                </a:cubicBezTo>
                <a:cubicBezTo>
                  <a:pt x="1956816" y="1518768"/>
                  <a:pt x="1518768" y="1956816"/>
                  <a:pt x="978408" y="1956816"/>
                </a:cubicBezTo>
                <a:cubicBezTo>
                  <a:pt x="438048" y="1956816"/>
                  <a:pt x="0" y="1518768"/>
                  <a:pt x="0" y="978408"/>
                </a:cubicBezTo>
                <a:cubicBezTo>
                  <a:pt x="0" y="438048"/>
                  <a:pt x="438048" y="0"/>
                  <a:pt x="978408" y="0"/>
                </a:cubicBezTo>
                <a:close/>
              </a:path>
            </a:pathLst>
          </a:custGeom>
        </p:spPr>
      </p:pic>
      <p:pic>
        <p:nvPicPr>
          <p:cNvPr id="9" name="Picture 8" descr="A picture containing ground, person, outdoor&#10;&#10;Description automatically generated">
            <a:extLst>
              <a:ext uri="{FF2B5EF4-FFF2-40B4-BE49-F238E27FC236}">
                <a16:creationId xmlns:a16="http://schemas.microsoft.com/office/drawing/2014/main" id="{9934CD1A-B5B9-963E-9877-7AEE0F394654}"/>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839608" y="1342375"/>
            <a:ext cx="2632394" cy="2632394"/>
          </a:xfrm>
          <a:custGeom>
            <a:avLst/>
            <a:gdLst/>
            <a:ahLst/>
            <a:cxnLst/>
            <a:rect l="l" t="t" r="r" b="b"/>
            <a:pathLst>
              <a:path w="2834640" h="2834640">
                <a:moveTo>
                  <a:pt x="1417320" y="0"/>
                </a:moveTo>
                <a:cubicBezTo>
                  <a:pt x="2200084" y="0"/>
                  <a:pt x="2834640" y="634556"/>
                  <a:pt x="2834640" y="1417320"/>
                </a:cubicBezTo>
                <a:cubicBezTo>
                  <a:pt x="2834640" y="2200084"/>
                  <a:pt x="2200084" y="2834640"/>
                  <a:pt x="1417320" y="2834640"/>
                </a:cubicBezTo>
                <a:cubicBezTo>
                  <a:pt x="634556" y="2834640"/>
                  <a:pt x="0" y="2200084"/>
                  <a:pt x="0" y="1417320"/>
                </a:cubicBezTo>
                <a:cubicBezTo>
                  <a:pt x="0" y="634556"/>
                  <a:pt x="634556" y="0"/>
                  <a:pt x="1417320" y="0"/>
                </a:cubicBezTo>
                <a:close/>
              </a:path>
            </a:pathLst>
          </a:custGeom>
        </p:spPr>
      </p:pic>
      <p:pic>
        <p:nvPicPr>
          <p:cNvPr id="10" name="Picture 9" descr="A group of people standing outside&#10;&#10;Description automatically generated with medium confidence">
            <a:extLst>
              <a:ext uri="{FF2B5EF4-FFF2-40B4-BE49-F238E27FC236}">
                <a16:creationId xmlns:a16="http://schemas.microsoft.com/office/drawing/2014/main" id="{D134DF97-33EB-A37F-78AC-784EF31E56C9}"/>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1194777" y="4642538"/>
            <a:ext cx="3613640" cy="1910520"/>
          </a:xfrm>
          <a:custGeom>
            <a:avLst/>
            <a:gdLst/>
            <a:ahLst/>
            <a:cxnLst/>
            <a:rect l="l" t="t" r="r" b="b"/>
            <a:pathLst>
              <a:path w="3950208" h="2088462">
                <a:moveTo>
                  <a:pt x="1975104" y="0"/>
                </a:moveTo>
                <a:cubicBezTo>
                  <a:pt x="3065924" y="0"/>
                  <a:pt x="3950208" y="884284"/>
                  <a:pt x="3950208" y="1975104"/>
                </a:cubicBezTo>
                <a:lnTo>
                  <a:pt x="3944484" y="2088462"/>
                </a:lnTo>
                <a:lnTo>
                  <a:pt x="5724" y="2088462"/>
                </a:lnTo>
                <a:lnTo>
                  <a:pt x="0" y="1975104"/>
                </a:lnTo>
                <a:cubicBezTo>
                  <a:pt x="0" y="884284"/>
                  <a:pt x="884284" y="0"/>
                  <a:pt x="1975104" y="0"/>
                </a:cubicBezTo>
                <a:close/>
              </a:path>
            </a:pathLst>
          </a:custGeom>
        </p:spPr>
      </p:pic>
      <p:sp>
        <p:nvSpPr>
          <p:cNvPr id="13" name="TextBox 12">
            <a:extLst>
              <a:ext uri="{FF2B5EF4-FFF2-40B4-BE49-F238E27FC236}">
                <a16:creationId xmlns:a16="http://schemas.microsoft.com/office/drawing/2014/main" id="{BA3C0AF0-F4D2-A82B-0D07-64FCFD143364}"/>
              </a:ext>
            </a:extLst>
          </p:cNvPr>
          <p:cNvSpPr txBox="1"/>
          <p:nvPr/>
        </p:nvSpPr>
        <p:spPr>
          <a:xfrm>
            <a:off x="3827605" y="5839996"/>
            <a:ext cx="6096000" cy="646331"/>
          </a:xfrm>
          <a:prstGeom prst="rect">
            <a:avLst/>
          </a:prstGeom>
          <a:noFill/>
        </p:spPr>
        <p:txBody>
          <a:bodyPr wrap="square">
            <a:spAutoFit/>
          </a:bodyPr>
          <a:lstStyle/>
          <a:p>
            <a:pPr algn="ctr"/>
            <a:r>
              <a:rPr lang="hi-IN" b="1" dirty="0">
                <a:solidFill>
                  <a:srgbClr val="000099"/>
                </a:solidFill>
              </a:rPr>
              <a:t>जल जीवन मिशन</a:t>
            </a:r>
            <a:r>
              <a:rPr lang="en-US" b="1" dirty="0">
                <a:solidFill>
                  <a:srgbClr val="000099"/>
                </a:solidFill>
              </a:rPr>
              <a:t> </a:t>
            </a:r>
            <a:r>
              <a:rPr lang="hi-IN" b="1" dirty="0">
                <a:solidFill>
                  <a:srgbClr val="000099"/>
                </a:solidFill>
              </a:rPr>
              <a:t>के जतन का फल।</a:t>
            </a:r>
          </a:p>
          <a:p>
            <a:pPr algn="ctr"/>
            <a:r>
              <a:rPr lang="hi-IN" b="1" dirty="0">
                <a:solidFill>
                  <a:srgbClr val="000099"/>
                </a:solidFill>
              </a:rPr>
              <a:t>घर-घर पहुँचे निर्मल जल।।</a:t>
            </a:r>
            <a:endParaRPr lang="en-IN" b="1" dirty="0">
              <a:solidFill>
                <a:srgbClr val="000099"/>
              </a:solidFill>
            </a:endParaRPr>
          </a:p>
        </p:txBody>
      </p:sp>
      <p:pic>
        <p:nvPicPr>
          <p:cNvPr id="11" name="Picture 10"/>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129678" y="2749942"/>
            <a:ext cx="3634729" cy="2049529"/>
          </a:xfrm>
          <a:prstGeom prst="rect">
            <a:avLst/>
          </a:prstGeom>
        </p:spPr>
      </p:pic>
    </p:spTree>
    <p:extLst>
      <p:ext uri="{BB962C8B-B14F-4D97-AF65-F5344CB8AC3E}">
        <p14:creationId xmlns:p14="http://schemas.microsoft.com/office/powerpoint/2010/main" val="20473787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EY light background">
  <a:themeElements>
    <a:clrScheme name="Custom 8">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AFBCC4-8686-44FD-8393-DAC96C73BCF8}">
  <we:reference id="c3b3159f-c9fe-4860-a4cb-a5d5f254c545" version="6.0.0.0" store="EXCatalog" storeType="EXCatalog"/>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 2013 - 2022</Template>
  <TotalTime>1297</TotalTime>
  <Words>2426</Words>
  <Application>Microsoft Office PowerPoint</Application>
  <PresentationFormat>Widescreen</PresentationFormat>
  <Paragraphs>329</Paragraphs>
  <Slides>54</Slides>
  <Notes>25</Notes>
  <HiddenSlides>0</HiddenSlides>
  <MMClips>0</MMClips>
  <ScaleCrop>false</ScaleCrop>
  <HeadingPairs>
    <vt:vector size="6" baseType="variant">
      <vt:variant>
        <vt:lpstr>Fonts Used</vt:lpstr>
      </vt:variant>
      <vt:variant>
        <vt:i4>15</vt:i4>
      </vt:variant>
      <vt:variant>
        <vt:lpstr>Theme</vt:lpstr>
      </vt:variant>
      <vt:variant>
        <vt:i4>4</vt:i4>
      </vt:variant>
      <vt:variant>
        <vt:lpstr>Slide Titles</vt:lpstr>
      </vt:variant>
      <vt:variant>
        <vt:i4>54</vt:i4>
      </vt:variant>
    </vt:vector>
  </HeadingPairs>
  <TitlesOfParts>
    <vt:vector size="73" baseType="lpstr">
      <vt:lpstr>Aptos</vt:lpstr>
      <vt:lpstr>Aptos Display</vt:lpstr>
      <vt:lpstr>Arial</vt:lpstr>
      <vt:lpstr>Calibri</vt:lpstr>
      <vt:lpstr>Calibri Light</vt:lpstr>
      <vt:lpstr>Cambria</vt:lpstr>
      <vt:lpstr>Constantia</vt:lpstr>
      <vt:lpstr>EYInterstate</vt:lpstr>
      <vt:lpstr>EYInterstate Light</vt:lpstr>
      <vt:lpstr>Georgia</vt:lpstr>
      <vt:lpstr>Kokila</vt:lpstr>
      <vt:lpstr>Mangal</vt:lpstr>
      <vt:lpstr>Segoe UI</vt:lpstr>
      <vt:lpstr>Times New Roman</vt:lpstr>
      <vt:lpstr>Wingdings</vt:lpstr>
      <vt:lpstr>Office Theme</vt:lpstr>
      <vt:lpstr>2_EY light background</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Atul Kumar</dc:creator>
  <cp:lastModifiedBy>RD</cp:lastModifiedBy>
  <cp:revision>114</cp:revision>
  <cp:lastPrinted>2025-03-05T07:18:02Z</cp:lastPrinted>
  <dcterms:created xsi:type="dcterms:W3CDTF">2023-10-25T09:50:21Z</dcterms:created>
  <dcterms:modified xsi:type="dcterms:W3CDTF">2026-02-26T04:36:22Z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ppReportDate">
    <vt:lpwstr/>
  </property>
  <property fmtid="{D5CDD505-2E9C-101B-9397-08002B2CF9AE}" pid="3" name="WppReportVersion">
    <vt:lpwstr>Version 1.0</vt:lpwstr>
  </property>
  <property fmtid="{D5CDD505-2E9C-101B-9397-08002B2CF9AE}" pid="4" name="WppReportDraft">
    <vt:lpwstr>(Draft)</vt:lpwstr>
  </property>
  <property fmtid="{D5CDD505-2E9C-101B-9397-08002B2CF9AE}" pid="5" name="WppReportCurrencySymbol">
    <vt:lpwstr>₹</vt:lpwstr>
  </property>
  <property fmtid="{D5CDD505-2E9C-101B-9397-08002B2CF9AE}" pid="6" name="WppReportDashboardTitleText">
    <vt:lpwstr>Dashboard</vt:lpwstr>
  </property>
  <property fmtid="{D5CDD505-2E9C-101B-9397-08002B2CF9AE}" pid="7" name="WppReportShortPageNumberFormat">
    <vt:lpwstr>Page &lt;#&gt;</vt:lpwstr>
  </property>
  <property fmtid="{D5CDD505-2E9C-101B-9397-08002B2CF9AE}" pid="8" name="WppReportLongPageNumberFormat">
    <vt:lpwstr>Page &lt;#&gt; of &lt;PageCount&gt;</vt:lpwstr>
  </property>
  <property fmtid="{D5CDD505-2E9C-101B-9397-08002B2CF9AE}" pid="9" name="WppReportTocTitleText">
    <vt:lpwstr>Table of contents</vt:lpwstr>
  </property>
  <property fmtid="{D5CDD505-2E9C-101B-9397-08002B2CF9AE}" pid="10" name="WppReportIsTocUpdateRecommended">
    <vt:bool>true</vt:bool>
  </property>
  <property fmtid="{D5CDD505-2E9C-101B-9397-08002B2CF9AE}" pid="11" name="WppReportPropertiesLastWrittenToDocument">
    <vt:filetime>2024-02-04T07:01:18Z</vt:filetime>
  </property>
  <property fmtid="{D5CDD505-2E9C-101B-9397-08002B2CF9AE}" pid="12" name="MSIP_Label_c294d68a-d2f5-40e0-927d-026bfab8fc4b_Enabled">
    <vt:lpwstr>true</vt:lpwstr>
  </property>
  <property fmtid="{D5CDD505-2E9C-101B-9397-08002B2CF9AE}" pid="13" name="MSIP_Label_c294d68a-d2f5-40e0-927d-026bfab8fc4b_SetDate">
    <vt:lpwstr>2025-11-26T12:32:18Z</vt:lpwstr>
  </property>
  <property fmtid="{D5CDD505-2E9C-101B-9397-08002B2CF9AE}" pid="14" name="MSIP_Label_c294d68a-d2f5-40e0-927d-026bfab8fc4b_Method">
    <vt:lpwstr>Privileged</vt:lpwstr>
  </property>
  <property fmtid="{D5CDD505-2E9C-101B-9397-08002B2CF9AE}" pid="15" name="MSIP_Label_c294d68a-d2f5-40e0-927d-026bfab8fc4b_Name">
    <vt:lpwstr>l1_internal</vt:lpwstr>
  </property>
  <property fmtid="{D5CDD505-2E9C-101B-9397-08002B2CF9AE}" pid="16" name="MSIP_Label_c294d68a-d2f5-40e0-927d-026bfab8fc4b_SiteId">
    <vt:lpwstr>a5877034-8d6a-496a-8cf8-ceb5e3451109</vt:lpwstr>
  </property>
  <property fmtid="{D5CDD505-2E9C-101B-9397-08002B2CF9AE}" pid="17" name="MSIP_Label_c294d68a-d2f5-40e0-927d-026bfab8fc4b_ActionId">
    <vt:lpwstr>3a1f39fc-c9aa-4da3-a186-0229e93a03d2</vt:lpwstr>
  </property>
  <property fmtid="{D5CDD505-2E9C-101B-9397-08002B2CF9AE}" pid="18" name="MSIP_Label_c294d68a-d2f5-40e0-927d-026bfab8fc4b_ContentBits">
    <vt:lpwstr>2</vt:lpwstr>
  </property>
  <property fmtid="{D5CDD505-2E9C-101B-9397-08002B2CF9AE}" pid="19" name="MSIP_Label_c294d68a-d2f5-40e0-927d-026bfab8fc4b_Tag">
    <vt:lpwstr>10, 0, 1, 1</vt:lpwstr>
  </property>
  <property fmtid="{D5CDD505-2E9C-101B-9397-08002B2CF9AE}" pid="20" name="ClassificationContentMarkingFooterLocations">
    <vt:lpwstr>Office Theme:8\2_EY light background:4</vt:lpwstr>
  </property>
  <property fmtid="{D5CDD505-2E9C-101B-9397-08002B2CF9AE}" pid="21" name="ClassificationContentMarkingFooterText">
    <vt:lpwstr>Data sensitivity - Internal</vt:lpwstr>
  </property>
</Properties>
</file>